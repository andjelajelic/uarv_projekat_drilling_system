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13"/>
  </p:notesMasterIdLst>
  <p:sldIdLst>
    <p:sldId id="256" r:id="rId2"/>
    <p:sldId id="257" r:id="rId3"/>
    <p:sldId id="258" r:id="rId4"/>
    <p:sldId id="264" r:id="rId5"/>
    <p:sldId id="259" r:id="rId6"/>
    <p:sldId id="261" r:id="rId7"/>
    <p:sldId id="280" r:id="rId8"/>
    <p:sldId id="265" r:id="rId9"/>
    <p:sldId id="307" r:id="rId10"/>
    <p:sldId id="275" r:id="rId11"/>
    <p:sldId id="267" r:id="rId12"/>
  </p:sldIdLst>
  <p:sldSz cx="9144000" cy="5143500" type="screen16x9"/>
  <p:notesSz cx="6858000" cy="9144000"/>
  <p:embeddedFontLst>
    <p:embeddedFont>
      <p:font typeface="Bebas Neue" panose="020B0604020202020204" charset="0"/>
      <p:regular r:id="rId14"/>
    </p:embeddedFont>
    <p:embeddedFont>
      <p:font typeface="Palanquin Dark" panose="020B0604020202020204" charset="0"/>
      <p:regular r:id="rId15"/>
      <p:bold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Black" panose="00000A00000000000000" pitchFamily="2" charset="0"/>
      <p:bold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DAD766-F43F-4259-A5FC-E3078B3BF742}">
  <a:tblStyle styleId="{04DAD766-F43F-4259-A5FC-E3078B3BF7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48" autoAdjust="0"/>
  </p:normalViewPr>
  <p:slideViewPr>
    <p:cSldViewPr snapToGrid="0">
      <p:cViewPr varScale="1">
        <p:scale>
          <a:sx n="117" d="100"/>
          <a:sy n="117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3" name="Google Shape;3333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0" name="Google Shape;3750;g85cf8b5f36_0_6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1" name="Google Shape;3751;g85cf8b5f36_0_6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6" name="Google Shape;3756;g8794a74c9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7" name="Google Shape;3757;g8794a74c9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" name="Google Shape;4034;g877b642fd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5" name="Google Shape;4035;g877b642fd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8" name="Google Shape;3798;ga5c36c564f_1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9" name="Google Shape;3799;ga5c36c564f_1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7" name="Google Shape;3877;ga5c36c564f_1_2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8" name="Google Shape;3878;ga5c36c564f_1_2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" name="Google Shape;4925;g8d60850914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6" name="Google Shape;4926;g8d60850914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0" name="Google Shape;4040;ga5c36c564f_1_3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1" name="Google Shape;4041;ga5c36c564f_1_3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8" name="Google Shape;6848;ga7eb06f576_0_2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9" name="Google Shape;6849;ga7eb06f576_0_2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7" name="Google Shape;4607;gb131116728_0_20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8" name="Google Shape;4608;gb131116728_0_20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1" name="Google Shape;4131;ga5c36c564f_1_3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2" name="Google Shape;4132;ga5c36c564f_1_3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90339" y="3729082"/>
            <a:ext cx="2157360" cy="1618814"/>
            <a:chOff x="1536645" y="1457564"/>
            <a:chExt cx="1782943" cy="1337973"/>
          </a:xfrm>
        </p:grpSpPr>
        <p:sp>
          <p:nvSpPr>
            <p:cNvPr id="10" name="Google Shape;10;p2"/>
            <p:cNvSpPr/>
            <p:nvPr/>
          </p:nvSpPr>
          <p:spPr>
            <a:xfrm>
              <a:off x="2157696" y="2388210"/>
              <a:ext cx="1127282" cy="407328"/>
            </a:xfrm>
            <a:custGeom>
              <a:avLst/>
              <a:gdLst/>
              <a:ahLst/>
              <a:cxnLst/>
              <a:rect l="l" t="t" r="r" b="b"/>
              <a:pathLst>
                <a:path w="4821" h="1742" extrusionOk="0">
                  <a:moveTo>
                    <a:pt x="1402" y="119"/>
                  </a:moveTo>
                  <a:cubicBezTo>
                    <a:pt x="1408" y="119"/>
                    <a:pt x="1414" y="120"/>
                    <a:pt x="1421" y="121"/>
                  </a:cubicBezTo>
                  <a:cubicBezTo>
                    <a:pt x="1469" y="121"/>
                    <a:pt x="1521" y="125"/>
                    <a:pt x="1569" y="137"/>
                  </a:cubicBezTo>
                  <a:cubicBezTo>
                    <a:pt x="1677" y="165"/>
                    <a:pt x="1781" y="197"/>
                    <a:pt x="1881" y="237"/>
                  </a:cubicBezTo>
                  <a:cubicBezTo>
                    <a:pt x="1985" y="273"/>
                    <a:pt x="2089" y="313"/>
                    <a:pt x="2193" y="357"/>
                  </a:cubicBezTo>
                  <a:cubicBezTo>
                    <a:pt x="2401" y="437"/>
                    <a:pt x="2605" y="529"/>
                    <a:pt x="2813" y="613"/>
                  </a:cubicBezTo>
                  <a:cubicBezTo>
                    <a:pt x="2913" y="657"/>
                    <a:pt x="3017" y="701"/>
                    <a:pt x="3125" y="741"/>
                  </a:cubicBezTo>
                  <a:cubicBezTo>
                    <a:pt x="3229" y="785"/>
                    <a:pt x="3337" y="821"/>
                    <a:pt x="3449" y="845"/>
                  </a:cubicBezTo>
                  <a:lnTo>
                    <a:pt x="3613" y="869"/>
                  </a:lnTo>
                  <a:lnTo>
                    <a:pt x="3781" y="885"/>
                  </a:lnTo>
                  <a:cubicBezTo>
                    <a:pt x="3897" y="893"/>
                    <a:pt x="4009" y="893"/>
                    <a:pt x="4121" y="893"/>
                  </a:cubicBezTo>
                  <a:cubicBezTo>
                    <a:pt x="4233" y="885"/>
                    <a:pt x="4349" y="873"/>
                    <a:pt x="4461" y="857"/>
                  </a:cubicBezTo>
                  <a:cubicBezTo>
                    <a:pt x="4545" y="842"/>
                    <a:pt x="4630" y="820"/>
                    <a:pt x="4711" y="789"/>
                  </a:cubicBezTo>
                  <a:lnTo>
                    <a:pt x="4711" y="789"/>
                  </a:lnTo>
                  <a:cubicBezTo>
                    <a:pt x="4692" y="842"/>
                    <a:pt x="4667" y="891"/>
                    <a:pt x="4637" y="941"/>
                  </a:cubicBezTo>
                  <a:cubicBezTo>
                    <a:pt x="4597" y="1009"/>
                    <a:pt x="4545" y="1073"/>
                    <a:pt x="4485" y="1129"/>
                  </a:cubicBezTo>
                  <a:cubicBezTo>
                    <a:pt x="4425" y="1181"/>
                    <a:pt x="4357" y="1221"/>
                    <a:pt x="4281" y="1249"/>
                  </a:cubicBezTo>
                  <a:cubicBezTo>
                    <a:pt x="4241" y="1261"/>
                    <a:pt x="4201" y="1273"/>
                    <a:pt x="4161" y="1281"/>
                  </a:cubicBezTo>
                  <a:lnTo>
                    <a:pt x="4037" y="1313"/>
                  </a:lnTo>
                  <a:cubicBezTo>
                    <a:pt x="3705" y="1393"/>
                    <a:pt x="3365" y="1461"/>
                    <a:pt x="3029" y="1541"/>
                  </a:cubicBezTo>
                  <a:cubicBezTo>
                    <a:pt x="2985" y="1549"/>
                    <a:pt x="2945" y="1561"/>
                    <a:pt x="2901" y="1573"/>
                  </a:cubicBezTo>
                  <a:lnTo>
                    <a:pt x="2873" y="1581"/>
                  </a:lnTo>
                  <a:lnTo>
                    <a:pt x="2853" y="1585"/>
                  </a:lnTo>
                  <a:lnTo>
                    <a:pt x="2845" y="1585"/>
                  </a:lnTo>
                  <a:cubicBezTo>
                    <a:pt x="2825" y="1589"/>
                    <a:pt x="2809" y="1593"/>
                    <a:pt x="2789" y="1593"/>
                  </a:cubicBezTo>
                  <a:cubicBezTo>
                    <a:pt x="2775" y="1593"/>
                    <a:pt x="2760" y="1594"/>
                    <a:pt x="2746" y="1594"/>
                  </a:cubicBezTo>
                  <a:cubicBezTo>
                    <a:pt x="2679" y="1594"/>
                    <a:pt x="2611" y="1587"/>
                    <a:pt x="2545" y="1577"/>
                  </a:cubicBezTo>
                  <a:cubicBezTo>
                    <a:pt x="2377" y="1557"/>
                    <a:pt x="2213" y="1525"/>
                    <a:pt x="2045" y="1485"/>
                  </a:cubicBezTo>
                  <a:cubicBezTo>
                    <a:pt x="1877" y="1445"/>
                    <a:pt x="1713" y="1401"/>
                    <a:pt x="1545" y="1357"/>
                  </a:cubicBezTo>
                  <a:cubicBezTo>
                    <a:pt x="1381" y="1313"/>
                    <a:pt x="1217" y="1265"/>
                    <a:pt x="1053" y="1213"/>
                  </a:cubicBezTo>
                  <a:lnTo>
                    <a:pt x="1041" y="1209"/>
                  </a:lnTo>
                  <a:lnTo>
                    <a:pt x="1029" y="1209"/>
                  </a:lnTo>
                  <a:cubicBezTo>
                    <a:pt x="1009" y="1213"/>
                    <a:pt x="985" y="1217"/>
                    <a:pt x="965" y="1217"/>
                  </a:cubicBezTo>
                  <a:lnTo>
                    <a:pt x="893" y="1217"/>
                  </a:lnTo>
                  <a:cubicBezTo>
                    <a:pt x="845" y="1213"/>
                    <a:pt x="797" y="1205"/>
                    <a:pt x="753" y="1197"/>
                  </a:cubicBezTo>
                  <a:cubicBezTo>
                    <a:pt x="661" y="1173"/>
                    <a:pt x="569" y="1141"/>
                    <a:pt x="485" y="1097"/>
                  </a:cubicBezTo>
                  <a:cubicBezTo>
                    <a:pt x="401" y="1049"/>
                    <a:pt x="321" y="993"/>
                    <a:pt x="249" y="929"/>
                  </a:cubicBezTo>
                  <a:cubicBezTo>
                    <a:pt x="177" y="865"/>
                    <a:pt x="109" y="793"/>
                    <a:pt x="49" y="717"/>
                  </a:cubicBezTo>
                  <a:cubicBezTo>
                    <a:pt x="29" y="609"/>
                    <a:pt x="41" y="497"/>
                    <a:pt x="81" y="397"/>
                  </a:cubicBezTo>
                  <a:cubicBezTo>
                    <a:pt x="101" y="345"/>
                    <a:pt x="129" y="297"/>
                    <a:pt x="161" y="257"/>
                  </a:cubicBezTo>
                  <a:cubicBezTo>
                    <a:pt x="169" y="245"/>
                    <a:pt x="177" y="233"/>
                    <a:pt x="185" y="225"/>
                  </a:cubicBezTo>
                  <a:cubicBezTo>
                    <a:pt x="193" y="213"/>
                    <a:pt x="201" y="205"/>
                    <a:pt x="209" y="197"/>
                  </a:cubicBezTo>
                  <a:cubicBezTo>
                    <a:pt x="229" y="181"/>
                    <a:pt x="249" y="169"/>
                    <a:pt x="273" y="161"/>
                  </a:cubicBezTo>
                  <a:cubicBezTo>
                    <a:pt x="343" y="138"/>
                    <a:pt x="417" y="126"/>
                    <a:pt x="491" y="126"/>
                  </a:cubicBezTo>
                  <a:cubicBezTo>
                    <a:pt x="522" y="126"/>
                    <a:pt x="554" y="128"/>
                    <a:pt x="585" y="133"/>
                  </a:cubicBezTo>
                  <a:cubicBezTo>
                    <a:pt x="693" y="141"/>
                    <a:pt x="805" y="157"/>
                    <a:pt x="917" y="165"/>
                  </a:cubicBezTo>
                  <a:cubicBezTo>
                    <a:pt x="962" y="169"/>
                    <a:pt x="1006" y="171"/>
                    <a:pt x="1050" y="171"/>
                  </a:cubicBezTo>
                  <a:cubicBezTo>
                    <a:pt x="1124" y="171"/>
                    <a:pt x="1196" y="165"/>
                    <a:pt x="1269" y="153"/>
                  </a:cubicBezTo>
                  <a:lnTo>
                    <a:pt x="1313" y="141"/>
                  </a:lnTo>
                  <a:lnTo>
                    <a:pt x="1353" y="129"/>
                  </a:lnTo>
                  <a:cubicBezTo>
                    <a:pt x="1370" y="123"/>
                    <a:pt x="1386" y="119"/>
                    <a:pt x="1402" y="119"/>
                  </a:cubicBezTo>
                  <a:close/>
                  <a:moveTo>
                    <a:pt x="1417" y="1"/>
                  </a:moveTo>
                  <a:cubicBezTo>
                    <a:pt x="1397" y="1"/>
                    <a:pt x="1381" y="1"/>
                    <a:pt x="1365" y="5"/>
                  </a:cubicBezTo>
                  <a:cubicBezTo>
                    <a:pt x="1349" y="5"/>
                    <a:pt x="1333" y="9"/>
                    <a:pt x="1317" y="13"/>
                  </a:cubicBezTo>
                  <a:lnTo>
                    <a:pt x="1277" y="29"/>
                  </a:lnTo>
                  <a:lnTo>
                    <a:pt x="1241" y="37"/>
                  </a:lnTo>
                  <a:cubicBezTo>
                    <a:pt x="1164" y="52"/>
                    <a:pt x="1084" y="60"/>
                    <a:pt x="1004" y="60"/>
                  </a:cubicBezTo>
                  <a:cubicBezTo>
                    <a:pt x="977" y="60"/>
                    <a:pt x="949" y="59"/>
                    <a:pt x="921" y="57"/>
                  </a:cubicBezTo>
                  <a:cubicBezTo>
                    <a:pt x="813" y="53"/>
                    <a:pt x="701" y="41"/>
                    <a:pt x="585" y="41"/>
                  </a:cubicBezTo>
                  <a:cubicBezTo>
                    <a:pt x="566" y="39"/>
                    <a:pt x="547" y="39"/>
                    <a:pt x="527" y="39"/>
                  </a:cubicBezTo>
                  <a:cubicBezTo>
                    <a:pt x="430" y="39"/>
                    <a:pt x="330" y="56"/>
                    <a:pt x="237" y="93"/>
                  </a:cubicBezTo>
                  <a:cubicBezTo>
                    <a:pt x="209" y="109"/>
                    <a:pt x="181" y="125"/>
                    <a:pt x="161" y="149"/>
                  </a:cubicBezTo>
                  <a:cubicBezTo>
                    <a:pt x="149" y="161"/>
                    <a:pt x="141" y="169"/>
                    <a:pt x="129" y="185"/>
                  </a:cubicBezTo>
                  <a:cubicBezTo>
                    <a:pt x="121" y="197"/>
                    <a:pt x="113" y="209"/>
                    <a:pt x="105" y="221"/>
                  </a:cubicBezTo>
                  <a:cubicBezTo>
                    <a:pt x="73" y="273"/>
                    <a:pt x="53" y="325"/>
                    <a:pt x="37" y="381"/>
                  </a:cubicBezTo>
                  <a:cubicBezTo>
                    <a:pt x="1" y="493"/>
                    <a:pt x="1" y="609"/>
                    <a:pt x="37" y="721"/>
                  </a:cubicBezTo>
                  <a:lnTo>
                    <a:pt x="33" y="721"/>
                  </a:lnTo>
                  <a:cubicBezTo>
                    <a:pt x="61" y="761"/>
                    <a:pt x="89" y="801"/>
                    <a:pt x="121" y="841"/>
                  </a:cubicBezTo>
                  <a:cubicBezTo>
                    <a:pt x="149" y="881"/>
                    <a:pt x="185" y="921"/>
                    <a:pt x="221" y="957"/>
                  </a:cubicBezTo>
                  <a:cubicBezTo>
                    <a:pt x="289" y="1029"/>
                    <a:pt x="369" y="1093"/>
                    <a:pt x="453" y="1149"/>
                  </a:cubicBezTo>
                  <a:cubicBezTo>
                    <a:pt x="541" y="1201"/>
                    <a:pt x="633" y="1245"/>
                    <a:pt x="733" y="1273"/>
                  </a:cubicBezTo>
                  <a:cubicBezTo>
                    <a:pt x="781" y="1285"/>
                    <a:pt x="833" y="1297"/>
                    <a:pt x="881" y="1305"/>
                  </a:cubicBezTo>
                  <a:cubicBezTo>
                    <a:pt x="909" y="1309"/>
                    <a:pt x="933" y="1309"/>
                    <a:pt x="961" y="1309"/>
                  </a:cubicBezTo>
                  <a:cubicBezTo>
                    <a:pt x="975" y="1311"/>
                    <a:pt x="988" y="1312"/>
                    <a:pt x="1001" y="1312"/>
                  </a:cubicBezTo>
                  <a:cubicBezTo>
                    <a:pt x="1008" y="1312"/>
                    <a:pt x="1015" y="1311"/>
                    <a:pt x="1023" y="1311"/>
                  </a:cubicBezTo>
                  <a:lnTo>
                    <a:pt x="1023" y="1311"/>
                  </a:lnTo>
                  <a:cubicBezTo>
                    <a:pt x="1185" y="1370"/>
                    <a:pt x="1347" y="1425"/>
                    <a:pt x="1513" y="1473"/>
                  </a:cubicBezTo>
                  <a:cubicBezTo>
                    <a:pt x="1677" y="1525"/>
                    <a:pt x="1841" y="1577"/>
                    <a:pt x="2013" y="1621"/>
                  </a:cubicBezTo>
                  <a:cubicBezTo>
                    <a:pt x="2181" y="1665"/>
                    <a:pt x="2353" y="1701"/>
                    <a:pt x="2525" y="1725"/>
                  </a:cubicBezTo>
                  <a:cubicBezTo>
                    <a:pt x="2601" y="1735"/>
                    <a:pt x="2674" y="1742"/>
                    <a:pt x="2748" y="1742"/>
                  </a:cubicBezTo>
                  <a:cubicBezTo>
                    <a:pt x="2764" y="1742"/>
                    <a:pt x="2781" y="1741"/>
                    <a:pt x="2797" y="1741"/>
                  </a:cubicBezTo>
                  <a:cubicBezTo>
                    <a:pt x="2821" y="1737"/>
                    <a:pt x="2849" y="1733"/>
                    <a:pt x="2873" y="1729"/>
                  </a:cubicBezTo>
                  <a:lnTo>
                    <a:pt x="2893" y="1725"/>
                  </a:lnTo>
                  <a:lnTo>
                    <a:pt x="2905" y="1721"/>
                  </a:lnTo>
                  <a:lnTo>
                    <a:pt x="2937" y="1713"/>
                  </a:lnTo>
                  <a:lnTo>
                    <a:pt x="3061" y="1681"/>
                  </a:lnTo>
                  <a:cubicBezTo>
                    <a:pt x="3393" y="1593"/>
                    <a:pt x="3729" y="1521"/>
                    <a:pt x="4065" y="1429"/>
                  </a:cubicBezTo>
                  <a:lnTo>
                    <a:pt x="4189" y="1393"/>
                  </a:lnTo>
                  <a:cubicBezTo>
                    <a:pt x="4233" y="1381"/>
                    <a:pt x="4277" y="1369"/>
                    <a:pt x="4317" y="1353"/>
                  </a:cubicBezTo>
                  <a:cubicBezTo>
                    <a:pt x="4405" y="1317"/>
                    <a:pt x="4485" y="1265"/>
                    <a:pt x="4553" y="1201"/>
                  </a:cubicBezTo>
                  <a:cubicBezTo>
                    <a:pt x="4617" y="1137"/>
                    <a:pt x="4673" y="1065"/>
                    <a:pt x="4713" y="981"/>
                  </a:cubicBezTo>
                  <a:cubicBezTo>
                    <a:pt x="4757" y="901"/>
                    <a:pt x="4789" y="817"/>
                    <a:pt x="4805" y="729"/>
                  </a:cubicBezTo>
                  <a:lnTo>
                    <a:pt x="4821" y="645"/>
                  </a:lnTo>
                  <a:lnTo>
                    <a:pt x="4749" y="689"/>
                  </a:lnTo>
                  <a:cubicBezTo>
                    <a:pt x="4653" y="737"/>
                    <a:pt x="4549" y="773"/>
                    <a:pt x="4445" y="797"/>
                  </a:cubicBezTo>
                  <a:cubicBezTo>
                    <a:pt x="4337" y="821"/>
                    <a:pt x="4225" y="837"/>
                    <a:pt x="4117" y="841"/>
                  </a:cubicBezTo>
                  <a:cubicBezTo>
                    <a:pt x="4061" y="845"/>
                    <a:pt x="4005" y="847"/>
                    <a:pt x="3949" y="847"/>
                  </a:cubicBezTo>
                  <a:cubicBezTo>
                    <a:pt x="3894" y="847"/>
                    <a:pt x="3839" y="845"/>
                    <a:pt x="3785" y="841"/>
                  </a:cubicBezTo>
                  <a:cubicBezTo>
                    <a:pt x="3729" y="837"/>
                    <a:pt x="3673" y="833"/>
                    <a:pt x="3617" y="825"/>
                  </a:cubicBezTo>
                  <a:lnTo>
                    <a:pt x="3453" y="801"/>
                  </a:lnTo>
                  <a:cubicBezTo>
                    <a:pt x="3345" y="777"/>
                    <a:pt x="3241" y="737"/>
                    <a:pt x="3141" y="693"/>
                  </a:cubicBezTo>
                  <a:cubicBezTo>
                    <a:pt x="3041" y="645"/>
                    <a:pt x="2941" y="597"/>
                    <a:pt x="2841" y="545"/>
                  </a:cubicBezTo>
                  <a:cubicBezTo>
                    <a:pt x="2641" y="449"/>
                    <a:pt x="2441" y="345"/>
                    <a:pt x="2237" y="253"/>
                  </a:cubicBezTo>
                  <a:cubicBezTo>
                    <a:pt x="2133" y="205"/>
                    <a:pt x="2033" y="161"/>
                    <a:pt x="1925" y="121"/>
                  </a:cubicBezTo>
                  <a:cubicBezTo>
                    <a:pt x="1817" y="77"/>
                    <a:pt x="1709" y="45"/>
                    <a:pt x="1597" y="21"/>
                  </a:cubicBezTo>
                  <a:cubicBezTo>
                    <a:pt x="1537" y="5"/>
                    <a:pt x="1477" y="1"/>
                    <a:pt x="14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716226" y="1738161"/>
              <a:ext cx="712940" cy="851366"/>
            </a:xfrm>
            <a:custGeom>
              <a:avLst/>
              <a:gdLst/>
              <a:ahLst/>
              <a:cxnLst/>
              <a:rect l="l" t="t" r="r" b="b"/>
              <a:pathLst>
                <a:path w="3049" h="3641" extrusionOk="0">
                  <a:moveTo>
                    <a:pt x="1909" y="1"/>
                  </a:moveTo>
                  <a:lnTo>
                    <a:pt x="1877" y="37"/>
                  </a:lnTo>
                  <a:cubicBezTo>
                    <a:pt x="1822" y="99"/>
                    <a:pt x="1745" y="161"/>
                    <a:pt x="1664" y="161"/>
                  </a:cubicBezTo>
                  <a:cubicBezTo>
                    <a:pt x="1662" y="161"/>
                    <a:pt x="1659" y="161"/>
                    <a:pt x="1657" y="161"/>
                  </a:cubicBezTo>
                  <a:cubicBezTo>
                    <a:pt x="1637" y="157"/>
                    <a:pt x="1617" y="153"/>
                    <a:pt x="1597" y="141"/>
                  </a:cubicBezTo>
                  <a:cubicBezTo>
                    <a:pt x="1573" y="137"/>
                    <a:pt x="1549" y="129"/>
                    <a:pt x="1525" y="121"/>
                  </a:cubicBezTo>
                  <a:cubicBezTo>
                    <a:pt x="1477" y="113"/>
                    <a:pt x="1433" y="105"/>
                    <a:pt x="1385" y="97"/>
                  </a:cubicBezTo>
                  <a:cubicBezTo>
                    <a:pt x="1273" y="77"/>
                    <a:pt x="1159" y="68"/>
                    <a:pt x="1045" y="68"/>
                  </a:cubicBezTo>
                  <a:cubicBezTo>
                    <a:pt x="968" y="68"/>
                    <a:pt x="890" y="73"/>
                    <a:pt x="813" y="81"/>
                  </a:cubicBezTo>
                  <a:cubicBezTo>
                    <a:pt x="765" y="89"/>
                    <a:pt x="717" y="97"/>
                    <a:pt x="669" y="109"/>
                  </a:cubicBezTo>
                  <a:cubicBezTo>
                    <a:pt x="621" y="121"/>
                    <a:pt x="577" y="141"/>
                    <a:pt x="533" y="157"/>
                  </a:cubicBezTo>
                  <a:cubicBezTo>
                    <a:pt x="437" y="189"/>
                    <a:pt x="349" y="241"/>
                    <a:pt x="273" y="309"/>
                  </a:cubicBezTo>
                  <a:cubicBezTo>
                    <a:pt x="205" y="385"/>
                    <a:pt x="153" y="473"/>
                    <a:pt x="121" y="569"/>
                  </a:cubicBezTo>
                  <a:cubicBezTo>
                    <a:pt x="85" y="661"/>
                    <a:pt x="57" y="753"/>
                    <a:pt x="33" y="845"/>
                  </a:cubicBezTo>
                  <a:cubicBezTo>
                    <a:pt x="13" y="945"/>
                    <a:pt x="1" y="1041"/>
                    <a:pt x="1" y="1141"/>
                  </a:cubicBezTo>
                  <a:cubicBezTo>
                    <a:pt x="1" y="1237"/>
                    <a:pt x="5" y="1337"/>
                    <a:pt x="17" y="1433"/>
                  </a:cubicBezTo>
                  <a:cubicBezTo>
                    <a:pt x="25" y="1529"/>
                    <a:pt x="41" y="1625"/>
                    <a:pt x="65" y="1717"/>
                  </a:cubicBezTo>
                  <a:cubicBezTo>
                    <a:pt x="85" y="1813"/>
                    <a:pt x="113" y="1909"/>
                    <a:pt x="149" y="1997"/>
                  </a:cubicBezTo>
                  <a:cubicBezTo>
                    <a:pt x="181" y="2093"/>
                    <a:pt x="229" y="2185"/>
                    <a:pt x="285" y="2265"/>
                  </a:cubicBezTo>
                  <a:cubicBezTo>
                    <a:pt x="301" y="2289"/>
                    <a:pt x="317" y="2309"/>
                    <a:pt x="337" y="2329"/>
                  </a:cubicBezTo>
                  <a:cubicBezTo>
                    <a:pt x="353" y="2349"/>
                    <a:pt x="369" y="2361"/>
                    <a:pt x="385" y="2377"/>
                  </a:cubicBezTo>
                  <a:lnTo>
                    <a:pt x="485" y="2477"/>
                  </a:lnTo>
                  <a:lnTo>
                    <a:pt x="891" y="2863"/>
                  </a:lnTo>
                  <a:lnTo>
                    <a:pt x="891" y="2863"/>
                  </a:lnTo>
                  <a:cubicBezTo>
                    <a:pt x="905" y="2887"/>
                    <a:pt x="918" y="2908"/>
                    <a:pt x="929" y="2929"/>
                  </a:cubicBezTo>
                  <a:cubicBezTo>
                    <a:pt x="945" y="2953"/>
                    <a:pt x="965" y="2981"/>
                    <a:pt x="981" y="3005"/>
                  </a:cubicBezTo>
                  <a:cubicBezTo>
                    <a:pt x="1017" y="3053"/>
                    <a:pt x="1053" y="3101"/>
                    <a:pt x="1093" y="3145"/>
                  </a:cubicBezTo>
                  <a:cubicBezTo>
                    <a:pt x="1133" y="3185"/>
                    <a:pt x="1173" y="3229"/>
                    <a:pt x="1217" y="3269"/>
                  </a:cubicBezTo>
                  <a:cubicBezTo>
                    <a:pt x="1241" y="3289"/>
                    <a:pt x="1265" y="3305"/>
                    <a:pt x="1285" y="3325"/>
                  </a:cubicBezTo>
                  <a:cubicBezTo>
                    <a:pt x="1305" y="3345"/>
                    <a:pt x="1333" y="3361"/>
                    <a:pt x="1357" y="3381"/>
                  </a:cubicBezTo>
                  <a:cubicBezTo>
                    <a:pt x="1381" y="3397"/>
                    <a:pt x="1405" y="3413"/>
                    <a:pt x="1429" y="3429"/>
                  </a:cubicBezTo>
                  <a:lnTo>
                    <a:pt x="1505" y="3477"/>
                  </a:lnTo>
                  <a:cubicBezTo>
                    <a:pt x="1557" y="3505"/>
                    <a:pt x="1609" y="3529"/>
                    <a:pt x="1665" y="3553"/>
                  </a:cubicBezTo>
                  <a:cubicBezTo>
                    <a:pt x="1689" y="3561"/>
                    <a:pt x="1717" y="3573"/>
                    <a:pt x="1745" y="3581"/>
                  </a:cubicBezTo>
                  <a:lnTo>
                    <a:pt x="1829" y="3609"/>
                  </a:lnTo>
                  <a:cubicBezTo>
                    <a:pt x="1885" y="3621"/>
                    <a:pt x="1945" y="3633"/>
                    <a:pt x="2001" y="3641"/>
                  </a:cubicBezTo>
                  <a:lnTo>
                    <a:pt x="2001" y="3629"/>
                  </a:lnTo>
                  <a:cubicBezTo>
                    <a:pt x="1949" y="3609"/>
                    <a:pt x="1893" y="3597"/>
                    <a:pt x="1841" y="3577"/>
                  </a:cubicBezTo>
                  <a:lnTo>
                    <a:pt x="1761" y="3545"/>
                  </a:lnTo>
                  <a:cubicBezTo>
                    <a:pt x="1733" y="3533"/>
                    <a:pt x="1709" y="3517"/>
                    <a:pt x="1685" y="3505"/>
                  </a:cubicBezTo>
                  <a:cubicBezTo>
                    <a:pt x="1661" y="3493"/>
                    <a:pt x="1633" y="3481"/>
                    <a:pt x="1609" y="3465"/>
                  </a:cubicBezTo>
                  <a:lnTo>
                    <a:pt x="1537" y="3421"/>
                  </a:lnTo>
                  <a:lnTo>
                    <a:pt x="1469" y="3369"/>
                  </a:lnTo>
                  <a:cubicBezTo>
                    <a:pt x="1449" y="3353"/>
                    <a:pt x="1425" y="3337"/>
                    <a:pt x="1405" y="3317"/>
                  </a:cubicBezTo>
                  <a:cubicBezTo>
                    <a:pt x="1385" y="3301"/>
                    <a:pt x="1361" y="3281"/>
                    <a:pt x="1341" y="3261"/>
                  </a:cubicBezTo>
                  <a:cubicBezTo>
                    <a:pt x="1321" y="3241"/>
                    <a:pt x="1301" y="3225"/>
                    <a:pt x="1281" y="3205"/>
                  </a:cubicBezTo>
                  <a:cubicBezTo>
                    <a:pt x="1241" y="3161"/>
                    <a:pt x="1209" y="3121"/>
                    <a:pt x="1173" y="3077"/>
                  </a:cubicBezTo>
                  <a:cubicBezTo>
                    <a:pt x="1133" y="3033"/>
                    <a:pt x="1101" y="2989"/>
                    <a:pt x="1073" y="2941"/>
                  </a:cubicBezTo>
                  <a:cubicBezTo>
                    <a:pt x="1057" y="2917"/>
                    <a:pt x="1041" y="2893"/>
                    <a:pt x="1029" y="2869"/>
                  </a:cubicBezTo>
                  <a:cubicBezTo>
                    <a:pt x="1013" y="2849"/>
                    <a:pt x="1001" y="2821"/>
                    <a:pt x="989" y="2801"/>
                  </a:cubicBezTo>
                  <a:lnTo>
                    <a:pt x="985" y="2789"/>
                  </a:lnTo>
                  <a:lnTo>
                    <a:pt x="977" y="2781"/>
                  </a:lnTo>
                  <a:lnTo>
                    <a:pt x="581" y="2377"/>
                  </a:lnTo>
                  <a:lnTo>
                    <a:pt x="481" y="2277"/>
                  </a:lnTo>
                  <a:cubicBezTo>
                    <a:pt x="465" y="2261"/>
                    <a:pt x="449" y="2245"/>
                    <a:pt x="437" y="2229"/>
                  </a:cubicBezTo>
                  <a:cubicBezTo>
                    <a:pt x="421" y="2209"/>
                    <a:pt x="409" y="2193"/>
                    <a:pt x="397" y="2177"/>
                  </a:cubicBezTo>
                  <a:cubicBezTo>
                    <a:pt x="349" y="2105"/>
                    <a:pt x="309" y="2025"/>
                    <a:pt x="277" y="1941"/>
                  </a:cubicBezTo>
                  <a:cubicBezTo>
                    <a:pt x="245" y="1857"/>
                    <a:pt x="217" y="1769"/>
                    <a:pt x="197" y="1681"/>
                  </a:cubicBezTo>
                  <a:cubicBezTo>
                    <a:pt x="177" y="1593"/>
                    <a:pt x="157" y="1501"/>
                    <a:pt x="145" y="1413"/>
                  </a:cubicBezTo>
                  <a:cubicBezTo>
                    <a:pt x="133" y="1321"/>
                    <a:pt x="129" y="1229"/>
                    <a:pt x="125" y="1137"/>
                  </a:cubicBezTo>
                  <a:cubicBezTo>
                    <a:pt x="125" y="1049"/>
                    <a:pt x="133" y="957"/>
                    <a:pt x="145" y="869"/>
                  </a:cubicBezTo>
                  <a:cubicBezTo>
                    <a:pt x="165" y="781"/>
                    <a:pt x="189" y="689"/>
                    <a:pt x="217" y="605"/>
                  </a:cubicBezTo>
                  <a:cubicBezTo>
                    <a:pt x="241" y="521"/>
                    <a:pt x="281" y="441"/>
                    <a:pt x="337" y="373"/>
                  </a:cubicBezTo>
                  <a:cubicBezTo>
                    <a:pt x="401" y="309"/>
                    <a:pt x="473" y="261"/>
                    <a:pt x="557" y="225"/>
                  </a:cubicBezTo>
                  <a:cubicBezTo>
                    <a:pt x="597" y="205"/>
                    <a:pt x="637" y="189"/>
                    <a:pt x="681" y="173"/>
                  </a:cubicBezTo>
                  <a:cubicBezTo>
                    <a:pt x="725" y="161"/>
                    <a:pt x="769" y="149"/>
                    <a:pt x="813" y="141"/>
                  </a:cubicBezTo>
                  <a:cubicBezTo>
                    <a:pt x="910" y="124"/>
                    <a:pt x="1006" y="116"/>
                    <a:pt x="1102" y="116"/>
                  </a:cubicBezTo>
                  <a:cubicBezTo>
                    <a:pt x="1192" y="116"/>
                    <a:pt x="1282" y="123"/>
                    <a:pt x="1373" y="137"/>
                  </a:cubicBezTo>
                  <a:cubicBezTo>
                    <a:pt x="1417" y="141"/>
                    <a:pt x="1465" y="149"/>
                    <a:pt x="1509" y="161"/>
                  </a:cubicBezTo>
                  <a:cubicBezTo>
                    <a:pt x="1529" y="165"/>
                    <a:pt x="1553" y="173"/>
                    <a:pt x="1573" y="181"/>
                  </a:cubicBezTo>
                  <a:cubicBezTo>
                    <a:pt x="1597" y="189"/>
                    <a:pt x="1621" y="197"/>
                    <a:pt x="1645" y="201"/>
                  </a:cubicBezTo>
                  <a:cubicBezTo>
                    <a:pt x="1650" y="201"/>
                    <a:pt x="1656" y="201"/>
                    <a:pt x="1662" y="201"/>
                  </a:cubicBezTo>
                  <a:cubicBezTo>
                    <a:pt x="1711" y="201"/>
                    <a:pt x="1757" y="186"/>
                    <a:pt x="1797" y="161"/>
                  </a:cubicBezTo>
                  <a:cubicBezTo>
                    <a:pt x="1826" y="145"/>
                    <a:pt x="1852" y="125"/>
                    <a:pt x="1876" y="104"/>
                  </a:cubicBezTo>
                  <a:lnTo>
                    <a:pt x="1876" y="104"/>
                  </a:lnTo>
                  <a:lnTo>
                    <a:pt x="1889" y="157"/>
                  </a:lnTo>
                  <a:lnTo>
                    <a:pt x="1921" y="253"/>
                  </a:lnTo>
                  <a:cubicBezTo>
                    <a:pt x="1945" y="317"/>
                    <a:pt x="1973" y="381"/>
                    <a:pt x="2001" y="441"/>
                  </a:cubicBezTo>
                  <a:cubicBezTo>
                    <a:pt x="2061" y="561"/>
                    <a:pt x="2133" y="677"/>
                    <a:pt x="2205" y="793"/>
                  </a:cubicBezTo>
                  <a:cubicBezTo>
                    <a:pt x="2281" y="905"/>
                    <a:pt x="2357" y="1013"/>
                    <a:pt x="2429" y="1121"/>
                  </a:cubicBezTo>
                  <a:cubicBezTo>
                    <a:pt x="2465" y="1169"/>
                    <a:pt x="2493" y="1221"/>
                    <a:pt x="2513" y="1277"/>
                  </a:cubicBezTo>
                  <a:lnTo>
                    <a:pt x="2517" y="1301"/>
                  </a:lnTo>
                  <a:lnTo>
                    <a:pt x="2517" y="1305"/>
                  </a:lnTo>
                  <a:lnTo>
                    <a:pt x="2521" y="1321"/>
                  </a:lnTo>
                  <a:cubicBezTo>
                    <a:pt x="2525" y="1341"/>
                    <a:pt x="2529" y="1357"/>
                    <a:pt x="2533" y="1377"/>
                  </a:cubicBezTo>
                  <a:cubicBezTo>
                    <a:pt x="2545" y="1413"/>
                    <a:pt x="2557" y="1445"/>
                    <a:pt x="2573" y="1477"/>
                  </a:cubicBezTo>
                  <a:cubicBezTo>
                    <a:pt x="2629" y="1605"/>
                    <a:pt x="2697" y="1721"/>
                    <a:pt x="2761" y="1837"/>
                  </a:cubicBezTo>
                  <a:cubicBezTo>
                    <a:pt x="2829" y="1949"/>
                    <a:pt x="2885" y="2065"/>
                    <a:pt x="2937" y="2185"/>
                  </a:cubicBezTo>
                  <a:lnTo>
                    <a:pt x="2949" y="2229"/>
                  </a:lnTo>
                  <a:cubicBezTo>
                    <a:pt x="2953" y="2241"/>
                    <a:pt x="2961" y="2269"/>
                    <a:pt x="2961" y="2277"/>
                  </a:cubicBezTo>
                  <a:lnTo>
                    <a:pt x="2961" y="2317"/>
                  </a:lnTo>
                  <a:lnTo>
                    <a:pt x="2953" y="2361"/>
                  </a:lnTo>
                  <a:cubicBezTo>
                    <a:pt x="2941" y="2425"/>
                    <a:pt x="2921" y="2485"/>
                    <a:pt x="2897" y="2545"/>
                  </a:cubicBezTo>
                  <a:cubicBezTo>
                    <a:pt x="2841" y="2665"/>
                    <a:pt x="2777" y="2781"/>
                    <a:pt x="2701" y="2889"/>
                  </a:cubicBezTo>
                  <a:lnTo>
                    <a:pt x="2721" y="2905"/>
                  </a:lnTo>
                  <a:cubicBezTo>
                    <a:pt x="2813" y="2805"/>
                    <a:pt x="2889" y="2693"/>
                    <a:pt x="2957" y="2577"/>
                  </a:cubicBezTo>
                  <a:cubicBezTo>
                    <a:pt x="2993" y="2517"/>
                    <a:pt x="3017" y="2453"/>
                    <a:pt x="3037" y="2385"/>
                  </a:cubicBezTo>
                  <a:lnTo>
                    <a:pt x="3045" y="2329"/>
                  </a:lnTo>
                  <a:cubicBezTo>
                    <a:pt x="3049" y="2309"/>
                    <a:pt x="3049" y="2293"/>
                    <a:pt x="3045" y="2273"/>
                  </a:cubicBezTo>
                  <a:cubicBezTo>
                    <a:pt x="3045" y="2253"/>
                    <a:pt x="3045" y="2237"/>
                    <a:pt x="3041" y="2221"/>
                  </a:cubicBezTo>
                  <a:cubicBezTo>
                    <a:pt x="3037" y="2205"/>
                    <a:pt x="3033" y="2185"/>
                    <a:pt x="3025" y="2165"/>
                  </a:cubicBezTo>
                  <a:cubicBezTo>
                    <a:pt x="2981" y="2037"/>
                    <a:pt x="2929" y="1913"/>
                    <a:pt x="2861" y="1793"/>
                  </a:cubicBezTo>
                  <a:cubicBezTo>
                    <a:pt x="2801" y="1673"/>
                    <a:pt x="2737" y="1557"/>
                    <a:pt x="2689" y="1437"/>
                  </a:cubicBezTo>
                  <a:cubicBezTo>
                    <a:pt x="2677" y="1409"/>
                    <a:pt x="2665" y="1381"/>
                    <a:pt x="2657" y="1353"/>
                  </a:cubicBezTo>
                  <a:cubicBezTo>
                    <a:pt x="2653" y="1337"/>
                    <a:pt x="2649" y="1325"/>
                    <a:pt x="2649" y="1313"/>
                  </a:cubicBezTo>
                  <a:lnTo>
                    <a:pt x="2645" y="1281"/>
                  </a:lnTo>
                  <a:lnTo>
                    <a:pt x="2637" y="1257"/>
                  </a:lnTo>
                  <a:cubicBezTo>
                    <a:pt x="2613" y="1185"/>
                    <a:pt x="2581" y="1121"/>
                    <a:pt x="2537" y="1057"/>
                  </a:cubicBezTo>
                  <a:cubicBezTo>
                    <a:pt x="2461" y="945"/>
                    <a:pt x="2377" y="841"/>
                    <a:pt x="2297" y="733"/>
                  </a:cubicBezTo>
                  <a:cubicBezTo>
                    <a:pt x="2217" y="629"/>
                    <a:pt x="2145" y="521"/>
                    <a:pt x="2077" y="409"/>
                  </a:cubicBezTo>
                  <a:cubicBezTo>
                    <a:pt x="2045" y="353"/>
                    <a:pt x="2017" y="293"/>
                    <a:pt x="1989" y="233"/>
                  </a:cubicBezTo>
                  <a:lnTo>
                    <a:pt x="1953" y="141"/>
                  </a:lnTo>
                  <a:lnTo>
                    <a:pt x="1921" y="49"/>
                  </a:lnTo>
                  <a:lnTo>
                    <a:pt x="1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536645" y="1457564"/>
              <a:ext cx="304210" cy="795247"/>
            </a:xfrm>
            <a:custGeom>
              <a:avLst/>
              <a:gdLst/>
              <a:ahLst/>
              <a:cxnLst/>
              <a:rect l="l" t="t" r="r" b="b"/>
              <a:pathLst>
                <a:path w="1301" h="3401" extrusionOk="0">
                  <a:moveTo>
                    <a:pt x="177" y="1"/>
                  </a:moveTo>
                  <a:lnTo>
                    <a:pt x="321" y="101"/>
                  </a:lnTo>
                  <a:cubicBezTo>
                    <a:pt x="381" y="141"/>
                    <a:pt x="425" y="201"/>
                    <a:pt x="441" y="273"/>
                  </a:cubicBezTo>
                  <a:cubicBezTo>
                    <a:pt x="449" y="305"/>
                    <a:pt x="449" y="345"/>
                    <a:pt x="441" y="381"/>
                  </a:cubicBezTo>
                  <a:cubicBezTo>
                    <a:pt x="429" y="417"/>
                    <a:pt x="417" y="453"/>
                    <a:pt x="401" y="485"/>
                  </a:cubicBezTo>
                  <a:cubicBezTo>
                    <a:pt x="369" y="557"/>
                    <a:pt x="337" y="629"/>
                    <a:pt x="301" y="701"/>
                  </a:cubicBezTo>
                  <a:lnTo>
                    <a:pt x="197" y="917"/>
                  </a:lnTo>
                  <a:cubicBezTo>
                    <a:pt x="125" y="1061"/>
                    <a:pt x="69" y="1213"/>
                    <a:pt x="29" y="1369"/>
                  </a:cubicBezTo>
                  <a:cubicBezTo>
                    <a:pt x="5" y="1453"/>
                    <a:pt x="1" y="1541"/>
                    <a:pt x="13" y="1629"/>
                  </a:cubicBezTo>
                  <a:cubicBezTo>
                    <a:pt x="17" y="1653"/>
                    <a:pt x="25" y="1677"/>
                    <a:pt x="37" y="1697"/>
                  </a:cubicBezTo>
                  <a:cubicBezTo>
                    <a:pt x="41" y="1709"/>
                    <a:pt x="45" y="1721"/>
                    <a:pt x="53" y="1733"/>
                  </a:cubicBezTo>
                  <a:lnTo>
                    <a:pt x="65" y="1757"/>
                  </a:lnTo>
                  <a:cubicBezTo>
                    <a:pt x="85" y="1789"/>
                    <a:pt x="101" y="1821"/>
                    <a:pt x="117" y="1857"/>
                  </a:cubicBezTo>
                  <a:cubicBezTo>
                    <a:pt x="145" y="1925"/>
                    <a:pt x="169" y="1997"/>
                    <a:pt x="193" y="2073"/>
                  </a:cubicBezTo>
                  <a:cubicBezTo>
                    <a:pt x="217" y="2145"/>
                    <a:pt x="241" y="2221"/>
                    <a:pt x="261" y="2297"/>
                  </a:cubicBezTo>
                  <a:cubicBezTo>
                    <a:pt x="309" y="2445"/>
                    <a:pt x="353" y="2601"/>
                    <a:pt x="401" y="2749"/>
                  </a:cubicBezTo>
                  <a:cubicBezTo>
                    <a:pt x="425" y="2829"/>
                    <a:pt x="457" y="2905"/>
                    <a:pt x="493" y="2977"/>
                  </a:cubicBezTo>
                  <a:cubicBezTo>
                    <a:pt x="533" y="3057"/>
                    <a:pt x="593" y="3121"/>
                    <a:pt x="665" y="3169"/>
                  </a:cubicBezTo>
                  <a:cubicBezTo>
                    <a:pt x="729" y="3217"/>
                    <a:pt x="797" y="3261"/>
                    <a:pt x="869" y="3297"/>
                  </a:cubicBezTo>
                  <a:cubicBezTo>
                    <a:pt x="941" y="3333"/>
                    <a:pt x="1013" y="3369"/>
                    <a:pt x="1085" y="3401"/>
                  </a:cubicBezTo>
                  <a:lnTo>
                    <a:pt x="1093" y="3389"/>
                  </a:lnTo>
                  <a:cubicBezTo>
                    <a:pt x="1025" y="3345"/>
                    <a:pt x="961" y="3301"/>
                    <a:pt x="901" y="3249"/>
                  </a:cubicBezTo>
                  <a:cubicBezTo>
                    <a:pt x="837" y="3201"/>
                    <a:pt x="773" y="3149"/>
                    <a:pt x="717" y="3101"/>
                  </a:cubicBezTo>
                  <a:cubicBezTo>
                    <a:pt x="665" y="3057"/>
                    <a:pt x="621" y="2997"/>
                    <a:pt x="593" y="2929"/>
                  </a:cubicBezTo>
                  <a:cubicBezTo>
                    <a:pt x="565" y="2857"/>
                    <a:pt x="541" y="2785"/>
                    <a:pt x="525" y="2713"/>
                  </a:cubicBezTo>
                  <a:cubicBezTo>
                    <a:pt x="485" y="2561"/>
                    <a:pt x="445" y="2405"/>
                    <a:pt x="405" y="2253"/>
                  </a:cubicBezTo>
                  <a:cubicBezTo>
                    <a:pt x="361" y="2097"/>
                    <a:pt x="309" y="1945"/>
                    <a:pt x="241" y="1797"/>
                  </a:cubicBezTo>
                  <a:cubicBezTo>
                    <a:pt x="225" y="1761"/>
                    <a:pt x="201" y="1721"/>
                    <a:pt x="181" y="1689"/>
                  </a:cubicBezTo>
                  <a:lnTo>
                    <a:pt x="165" y="1661"/>
                  </a:lnTo>
                  <a:cubicBezTo>
                    <a:pt x="161" y="1657"/>
                    <a:pt x="157" y="1649"/>
                    <a:pt x="153" y="1645"/>
                  </a:cubicBezTo>
                  <a:cubicBezTo>
                    <a:pt x="149" y="1629"/>
                    <a:pt x="141" y="1613"/>
                    <a:pt x="141" y="1601"/>
                  </a:cubicBezTo>
                  <a:cubicBezTo>
                    <a:pt x="125" y="1529"/>
                    <a:pt x="125" y="1457"/>
                    <a:pt x="141" y="1389"/>
                  </a:cubicBezTo>
                  <a:cubicBezTo>
                    <a:pt x="165" y="1237"/>
                    <a:pt x="205" y="1085"/>
                    <a:pt x="261" y="937"/>
                  </a:cubicBezTo>
                  <a:cubicBezTo>
                    <a:pt x="289" y="865"/>
                    <a:pt x="313" y="789"/>
                    <a:pt x="345" y="717"/>
                  </a:cubicBezTo>
                  <a:lnTo>
                    <a:pt x="441" y="501"/>
                  </a:lnTo>
                  <a:cubicBezTo>
                    <a:pt x="457" y="461"/>
                    <a:pt x="469" y="425"/>
                    <a:pt x="481" y="385"/>
                  </a:cubicBezTo>
                  <a:cubicBezTo>
                    <a:pt x="493" y="345"/>
                    <a:pt x="497" y="301"/>
                    <a:pt x="489" y="257"/>
                  </a:cubicBezTo>
                  <a:cubicBezTo>
                    <a:pt x="483" y="216"/>
                    <a:pt x="470" y="177"/>
                    <a:pt x="450" y="140"/>
                  </a:cubicBezTo>
                  <a:lnTo>
                    <a:pt x="450" y="140"/>
                  </a:lnTo>
                  <a:cubicBezTo>
                    <a:pt x="542" y="176"/>
                    <a:pt x="632" y="221"/>
                    <a:pt x="721" y="273"/>
                  </a:cubicBezTo>
                  <a:cubicBezTo>
                    <a:pt x="745" y="289"/>
                    <a:pt x="769" y="309"/>
                    <a:pt x="789" y="329"/>
                  </a:cubicBezTo>
                  <a:cubicBezTo>
                    <a:pt x="793" y="337"/>
                    <a:pt x="797" y="337"/>
                    <a:pt x="801" y="345"/>
                  </a:cubicBezTo>
                  <a:lnTo>
                    <a:pt x="817" y="369"/>
                  </a:lnTo>
                  <a:lnTo>
                    <a:pt x="837" y="409"/>
                  </a:lnTo>
                  <a:lnTo>
                    <a:pt x="929" y="609"/>
                  </a:lnTo>
                  <a:cubicBezTo>
                    <a:pt x="961" y="673"/>
                    <a:pt x="993" y="741"/>
                    <a:pt x="1029" y="805"/>
                  </a:cubicBezTo>
                  <a:cubicBezTo>
                    <a:pt x="1049" y="837"/>
                    <a:pt x="1069" y="869"/>
                    <a:pt x="1089" y="901"/>
                  </a:cubicBezTo>
                  <a:cubicBezTo>
                    <a:pt x="1097" y="921"/>
                    <a:pt x="1109" y="933"/>
                    <a:pt x="1121" y="949"/>
                  </a:cubicBezTo>
                  <a:cubicBezTo>
                    <a:pt x="1129" y="961"/>
                    <a:pt x="1137" y="977"/>
                    <a:pt x="1145" y="989"/>
                  </a:cubicBezTo>
                  <a:cubicBezTo>
                    <a:pt x="1173" y="1053"/>
                    <a:pt x="1201" y="1121"/>
                    <a:pt x="1221" y="1189"/>
                  </a:cubicBezTo>
                  <a:cubicBezTo>
                    <a:pt x="1245" y="1257"/>
                    <a:pt x="1265" y="1329"/>
                    <a:pt x="1289" y="1397"/>
                  </a:cubicBezTo>
                  <a:lnTo>
                    <a:pt x="1301" y="1397"/>
                  </a:lnTo>
                  <a:cubicBezTo>
                    <a:pt x="1293" y="1325"/>
                    <a:pt x="1285" y="1249"/>
                    <a:pt x="1273" y="1177"/>
                  </a:cubicBezTo>
                  <a:cubicBezTo>
                    <a:pt x="1261" y="1105"/>
                    <a:pt x="1245" y="1029"/>
                    <a:pt x="1221" y="957"/>
                  </a:cubicBezTo>
                  <a:cubicBezTo>
                    <a:pt x="1213" y="941"/>
                    <a:pt x="1205" y="921"/>
                    <a:pt x="1193" y="901"/>
                  </a:cubicBezTo>
                  <a:cubicBezTo>
                    <a:pt x="1185" y="885"/>
                    <a:pt x="1173" y="869"/>
                    <a:pt x="1169" y="857"/>
                  </a:cubicBezTo>
                  <a:cubicBezTo>
                    <a:pt x="1153" y="825"/>
                    <a:pt x="1137" y="793"/>
                    <a:pt x="1121" y="761"/>
                  </a:cubicBezTo>
                  <a:cubicBezTo>
                    <a:pt x="1093" y="693"/>
                    <a:pt x="1065" y="629"/>
                    <a:pt x="1033" y="561"/>
                  </a:cubicBezTo>
                  <a:lnTo>
                    <a:pt x="945" y="361"/>
                  </a:lnTo>
                  <a:lnTo>
                    <a:pt x="933" y="337"/>
                  </a:lnTo>
                  <a:lnTo>
                    <a:pt x="929" y="325"/>
                  </a:lnTo>
                  <a:lnTo>
                    <a:pt x="925" y="317"/>
                  </a:lnTo>
                  <a:lnTo>
                    <a:pt x="921" y="309"/>
                  </a:lnTo>
                  <a:lnTo>
                    <a:pt x="921" y="305"/>
                  </a:lnTo>
                  <a:lnTo>
                    <a:pt x="905" y="281"/>
                  </a:lnTo>
                  <a:cubicBezTo>
                    <a:pt x="897" y="273"/>
                    <a:pt x="889" y="265"/>
                    <a:pt x="881" y="253"/>
                  </a:cubicBezTo>
                  <a:cubicBezTo>
                    <a:pt x="853" y="221"/>
                    <a:pt x="821" y="197"/>
                    <a:pt x="781" y="177"/>
                  </a:cubicBezTo>
                  <a:cubicBezTo>
                    <a:pt x="717" y="137"/>
                    <a:pt x="645" y="109"/>
                    <a:pt x="569" y="85"/>
                  </a:cubicBezTo>
                  <a:cubicBezTo>
                    <a:pt x="502" y="66"/>
                    <a:pt x="435" y="47"/>
                    <a:pt x="368" y="35"/>
                  </a:cubicBezTo>
                  <a:lnTo>
                    <a:pt x="368" y="35"/>
                  </a:lnTo>
                  <a:cubicBezTo>
                    <a:pt x="367" y="34"/>
                    <a:pt x="366" y="33"/>
                    <a:pt x="365" y="33"/>
                  </a:cubicBezTo>
                  <a:lnTo>
                    <a:pt x="364" y="34"/>
                  </a:lnTo>
                  <a:lnTo>
                    <a:pt x="364" y="34"/>
                  </a:lnTo>
                  <a:cubicBezTo>
                    <a:pt x="360" y="34"/>
                    <a:pt x="356" y="33"/>
                    <a:pt x="353" y="33"/>
                  </a:cubicBezTo>
                  <a:lnTo>
                    <a:pt x="1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976244" y="1611892"/>
              <a:ext cx="539908" cy="601638"/>
            </a:xfrm>
            <a:custGeom>
              <a:avLst/>
              <a:gdLst/>
              <a:ahLst/>
              <a:cxnLst/>
              <a:rect l="l" t="t" r="r" b="b"/>
              <a:pathLst>
                <a:path w="2309" h="2573" extrusionOk="0">
                  <a:moveTo>
                    <a:pt x="1097" y="1"/>
                  </a:moveTo>
                  <a:cubicBezTo>
                    <a:pt x="1077" y="1"/>
                    <a:pt x="1065" y="5"/>
                    <a:pt x="1049" y="17"/>
                  </a:cubicBezTo>
                  <a:cubicBezTo>
                    <a:pt x="1041" y="21"/>
                    <a:pt x="1033" y="29"/>
                    <a:pt x="1029" y="41"/>
                  </a:cubicBezTo>
                  <a:cubicBezTo>
                    <a:pt x="1029" y="45"/>
                    <a:pt x="1025" y="53"/>
                    <a:pt x="1025" y="57"/>
                  </a:cubicBezTo>
                  <a:lnTo>
                    <a:pt x="1025" y="65"/>
                  </a:lnTo>
                  <a:cubicBezTo>
                    <a:pt x="1025" y="69"/>
                    <a:pt x="1025" y="69"/>
                    <a:pt x="1025" y="73"/>
                  </a:cubicBezTo>
                  <a:cubicBezTo>
                    <a:pt x="1021" y="77"/>
                    <a:pt x="1017" y="77"/>
                    <a:pt x="1017" y="81"/>
                  </a:cubicBezTo>
                  <a:cubicBezTo>
                    <a:pt x="997" y="101"/>
                    <a:pt x="977" y="117"/>
                    <a:pt x="957" y="125"/>
                  </a:cubicBezTo>
                  <a:cubicBezTo>
                    <a:pt x="909" y="153"/>
                    <a:pt x="857" y="173"/>
                    <a:pt x="805" y="189"/>
                  </a:cubicBezTo>
                  <a:cubicBezTo>
                    <a:pt x="701" y="217"/>
                    <a:pt x="601" y="241"/>
                    <a:pt x="497" y="253"/>
                  </a:cubicBezTo>
                  <a:cubicBezTo>
                    <a:pt x="449" y="257"/>
                    <a:pt x="405" y="265"/>
                    <a:pt x="357" y="265"/>
                  </a:cubicBezTo>
                  <a:cubicBezTo>
                    <a:pt x="333" y="265"/>
                    <a:pt x="305" y="269"/>
                    <a:pt x="285" y="269"/>
                  </a:cubicBezTo>
                  <a:cubicBezTo>
                    <a:pt x="261" y="277"/>
                    <a:pt x="237" y="281"/>
                    <a:pt x="213" y="289"/>
                  </a:cubicBezTo>
                  <a:cubicBezTo>
                    <a:pt x="137" y="313"/>
                    <a:pt x="69" y="369"/>
                    <a:pt x="33" y="441"/>
                  </a:cubicBezTo>
                  <a:cubicBezTo>
                    <a:pt x="13" y="485"/>
                    <a:pt x="1" y="537"/>
                    <a:pt x="1" y="585"/>
                  </a:cubicBezTo>
                  <a:cubicBezTo>
                    <a:pt x="1" y="601"/>
                    <a:pt x="5" y="617"/>
                    <a:pt x="9" y="637"/>
                  </a:cubicBezTo>
                  <a:lnTo>
                    <a:pt x="17" y="641"/>
                  </a:lnTo>
                  <a:cubicBezTo>
                    <a:pt x="21" y="625"/>
                    <a:pt x="21" y="609"/>
                    <a:pt x="29" y="593"/>
                  </a:cubicBezTo>
                  <a:cubicBezTo>
                    <a:pt x="37" y="553"/>
                    <a:pt x="57" y="513"/>
                    <a:pt x="81" y="477"/>
                  </a:cubicBezTo>
                  <a:cubicBezTo>
                    <a:pt x="117" y="429"/>
                    <a:pt x="173" y="393"/>
                    <a:pt x="237" y="385"/>
                  </a:cubicBezTo>
                  <a:cubicBezTo>
                    <a:pt x="253" y="381"/>
                    <a:pt x="273" y="377"/>
                    <a:pt x="293" y="377"/>
                  </a:cubicBezTo>
                  <a:lnTo>
                    <a:pt x="353" y="377"/>
                  </a:lnTo>
                  <a:cubicBezTo>
                    <a:pt x="377" y="379"/>
                    <a:pt x="401" y="380"/>
                    <a:pt x="426" y="380"/>
                  </a:cubicBezTo>
                  <a:cubicBezTo>
                    <a:pt x="451" y="380"/>
                    <a:pt x="477" y="379"/>
                    <a:pt x="505" y="377"/>
                  </a:cubicBezTo>
                  <a:cubicBezTo>
                    <a:pt x="617" y="369"/>
                    <a:pt x="729" y="345"/>
                    <a:pt x="837" y="309"/>
                  </a:cubicBezTo>
                  <a:cubicBezTo>
                    <a:pt x="897" y="289"/>
                    <a:pt x="957" y="257"/>
                    <a:pt x="1009" y="221"/>
                  </a:cubicBezTo>
                  <a:cubicBezTo>
                    <a:pt x="1041" y="197"/>
                    <a:pt x="1065" y="169"/>
                    <a:pt x="1085" y="141"/>
                  </a:cubicBezTo>
                  <a:cubicBezTo>
                    <a:pt x="1089" y="129"/>
                    <a:pt x="1097" y="121"/>
                    <a:pt x="1101" y="109"/>
                  </a:cubicBezTo>
                  <a:lnTo>
                    <a:pt x="1105" y="93"/>
                  </a:lnTo>
                  <a:lnTo>
                    <a:pt x="1105" y="85"/>
                  </a:lnTo>
                  <a:lnTo>
                    <a:pt x="1105" y="85"/>
                  </a:lnTo>
                  <a:cubicBezTo>
                    <a:pt x="1129" y="85"/>
                    <a:pt x="1151" y="90"/>
                    <a:pt x="1173" y="101"/>
                  </a:cubicBezTo>
                  <a:cubicBezTo>
                    <a:pt x="1201" y="117"/>
                    <a:pt x="1229" y="129"/>
                    <a:pt x="1253" y="149"/>
                  </a:cubicBezTo>
                  <a:cubicBezTo>
                    <a:pt x="1305" y="185"/>
                    <a:pt x="1357" y="229"/>
                    <a:pt x="1397" y="277"/>
                  </a:cubicBezTo>
                  <a:cubicBezTo>
                    <a:pt x="1441" y="325"/>
                    <a:pt x="1481" y="381"/>
                    <a:pt x="1509" y="437"/>
                  </a:cubicBezTo>
                  <a:cubicBezTo>
                    <a:pt x="1525" y="469"/>
                    <a:pt x="1537" y="497"/>
                    <a:pt x="1549" y="529"/>
                  </a:cubicBezTo>
                  <a:cubicBezTo>
                    <a:pt x="1557" y="557"/>
                    <a:pt x="1565" y="593"/>
                    <a:pt x="1577" y="625"/>
                  </a:cubicBezTo>
                  <a:cubicBezTo>
                    <a:pt x="1609" y="757"/>
                    <a:pt x="1661" y="885"/>
                    <a:pt x="1725" y="1009"/>
                  </a:cubicBezTo>
                  <a:cubicBezTo>
                    <a:pt x="1789" y="1129"/>
                    <a:pt x="1857" y="1241"/>
                    <a:pt x="1941" y="1349"/>
                  </a:cubicBezTo>
                  <a:cubicBezTo>
                    <a:pt x="1961" y="1377"/>
                    <a:pt x="1981" y="1401"/>
                    <a:pt x="2005" y="1425"/>
                  </a:cubicBezTo>
                  <a:cubicBezTo>
                    <a:pt x="2013" y="1433"/>
                    <a:pt x="2021" y="1441"/>
                    <a:pt x="2029" y="1445"/>
                  </a:cubicBezTo>
                  <a:lnTo>
                    <a:pt x="2033" y="1453"/>
                  </a:lnTo>
                  <a:lnTo>
                    <a:pt x="2037" y="1453"/>
                  </a:lnTo>
                  <a:cubicBezTo>
                    <a:pt x="2045" y="1461"/>
                    <a:pt x="2049" y="1469"/>
                    <a:pt x="2053" y="1481"/>
                  </a:cubicBezTo>
                  <a:cubicBezTo>
                    <a:pt x="2061" y="1489"/>
                    <a:pt x="2065" y="1501"/>
                    <a:pt x="2069" y="1513"/>
                  </a:cubicBezTo>
                  <a:cubicBezTo>
                    <a:pt x="2077" y="1525"/>
                    <a:pt x="2081" y="1537"/>
                    <a:pt x="2085" y="1549"/>
                  </a:cubicBezTo>
                  <a:cubicBezTo>
                    <a:pt x="2097" y="1577"/>
                    <a:pt x="2105" y="1601"/>
                    <a:pt x="2113" y="1625"/>
                  </a:cubicBezTo>
                  <a:cubicBezTo>
                    <a:pt x="2145" y="1725"/>
                    <a:pt x="2169" y="1829"/>
                    <a:pt x="2181" y="1933"/>
                  </a:cubicBezTo>
                  <a:cubicBezTo>
                    <a:pt x="2193" y="2021"/>
                    <a:pt x="2197" y="2109"/>
                    <a:pt x="2189" y="2197"/>
                  </a:cubicBezTo>
                  <a:cubicBezTo>
                    <a:pt x="2189" y="2237"/>
                    <a:pt x="2181" y="2273"/>
                    <a:pt x="2173" y="2305"/>
                  </a:cubicBezTo>
                  <a:cubicBezTo>
                    <a:pt x="2169" y="2341"/>
                    <a:pt x="2157" y="2369"/>
                    <a:pt x="2153" y="2397"/>
                  </a:cubicBezTo>
                  <a:cubicBezTo>
                    <a:pt x="2137" y="2441"/>
                    <a:pt x="2121" y="2481"/>
                    <a:pt x="2097" y="2521"/>
                  </a:cubicBezTo>
                  <a:lnTo>
                    <a:pt x="2077" y="2565"/>
                  </a:lnTo>
                  <a:lnTo>
                    <a:pt x="2085" y="2573"/>
                  </a:lnTo>
                  <a:lnTo>
                    <a:pt x="2121" y="2537"/>
                  </a:lnTo>
                  <a:cubicBezTo>
                    <a:pt x="2153" y="2501"/>
                    <a:pt x="2177" y="2461"/>
                    <a:pt x="2201" y="2421"/>
                  </a:cubicBezTo>
                  <a:cubicBezTo>
                    <a:pt x="2217" y="2393"/>
                    <a:pt x="2229" y="2361"/>
                    <a:pt x="2245" y="2325"/>
                  </a:cubicBezTo>
                  <a:cubicBezTo>
                    <a:pt x="2257" y="2289"/>
                    <a:pt x="2269" y="2249"/>
                    <a:pt x="2277" y="2209"/>
                  </a:cubicBezTo>
                  <a:cubicBezTo>
                    <a:pt x="2297" y="2117"/>
                    <a:pt x="2309" y="2021"/>
                    <a:pt x="2305" y="1921"/>
                  </a:cubicBezTo>
                  <a:cubicBezTo>
                    <a:pt x="2301" y="1809"/>
                    <a:pt x="2285" y="1697"/>
                    <a:pt x="2253" y="1585"/>
                  </a:cubicBezTo>
                  <a:cubicBezTo>
                    <a:pt x="2245" y="1553"/>
                    <a:pt x="2237" y="1525"/>
                    <a:pt x="2225" y="1493"/>
                  </a:cubicBezTo>
                  <a:cubicBezTo>
                    <a:pt x="2221" y="1481"/>
                    <a:pt x="2213" y="1465"/>
                    <a:pt x="2205" y="1449"/>
                  </a:cubicBezTo>
                  <a:cubicBezTo>
                    <a:pt x="2197" y="1433"/>
                    <a:pt x="2189" y="1417"/>
                    <a:pt x="2181" y="1401"/>
                  </a:cubicBezTo>
                  <a:cubicBezTo>
                    <a:pt x="2169" y="1381"/>
                    <a:pt x="2157" y="1365"/>
                    <a:pt x="2145" y="1349"/>
                  </a:cubicBezTo>
                  <a:lnTo>
                    <a:pt x="2137" y="1341"/>
                  </a:lnTo>
                  <a:lnTo>
                    <a:pt x="2121" y="1329"/>
                  </a:lnTo>
                  <a:cubicBezTo>
                    <a:pt x="2117" y="1325"/>
                    <a:pt x="2113" y="1321"/>
                    <a:pt x="2109" y="1317"/>
                  </a:cubicBezTo>
                  <a:cubicBezTo>
                    <a:pt x="2093" y="1297"/>
                    <a:pt x="2069" y="1277"/>
                    <a:pt x="2049" y="1253"/>
                  </a:cubicBezTo>
                  <a:cubicBezTo>
                    <a:pt x="1969" y="1153"/>
                    <a:pt x="1897" y="1049"/>
                    <a:pt x="1833" y="941"/>
                  </a:cubicBezTo>
                  <a:cubicBezTo>
                    <a:pt x="1761" y="829"/>
                    <a:pt x="1701" y="713"/>
                    <a:pt x="1645" y="593"/>
                  </a:cubicBezTo>
                  <a:cubicBezTo>
                    <a:pt x="1597" y="461"/>
                    <a:pt x="1525" y="345"/>
                    <a:pt x="1429" y="241"/>
                  </a:cubicBezTo>
                  <a:cubicBezTo>
                    <a:pt x="1385" y="193"/>
                    <a:pt x="1333" y="145"/>
                    <a:pt x="1281" y="101"/>
                  </a:cubicBezTo>
                  <a:cubicBezTo>
                    <a:pt x="1257" y="81"/>
                    <a:pt x="1229" y="61"/>
                    <a:pt x="1201" y="41"/>
                  </a:cubicBezTo>
                  <a:cubicBezTo>
                    <a:pt x="1169" y="21"/>
                    <a:pt x="1133" y="5"/>
                    <a:pt x="1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409297" y="2200210"/>
              <a:ext cx="910290" cy="384646"/>
            </a:xfrm>
            <a:custGeom>
              <a:avLst/>
              <a:gdLst/>
              <a:ahLst/>
              <a:cxnLst/>
              <a:rect l="l" t="t" r="r" b="b"/>
              <a:pathLst>
                <a:path w="3893" h="1645" extrusionOk="0">
                  <a:moveTo>
                    <a:pt x="449" y="1"/>
                  </a:moveTo>
                  <a:cubicBezTo>
                    <a:pt x="365" y="1"/>
                    <a:pt x="281" y="13"/>
                    <a:pt x="201" y="37"/>
                  </a:cubicBezTo>
                  <a:cubicBezTo>
                    <a:pt x="161" y="49"/>
                    <a:pt x="121" y="65"/>
                    <a:pt x="85" y="85"/>
                  </a:cubicBezTo>
                  <a:cubicBezTo>
                    <a:pt x="49" y="109"/>
                    <a:pt x="17" y="141"/>
                    <a:pt x="1" y="181"/>
                  </a:cubicBezTo>
                  <a:lnTo>
                    <a:pt x="17" y="185"/>
                  </a:lnTo>
                  <a:cubicBezTo>
                    <a:pt x="69" y="129"/>
                    <a:pt x="141" y="97"/>
                    <a:pt x="217" y="93"/>
                  </a:cubicBezTo>
                  <a:cubicBezTo>
                    <a:pt x="243" y="87"/>
                    <a:pt x="272" y="83"/>
                    <a:pt x="299" y="83"/>
                  </a:cubicBezTo>
                  <a:cubicBezTo>
                    <a:pt x="309" y="83"/>
                    <a:pt x="319" y="84"/>
                    <a:pt x="329" y="85"/>
                  </a:cubicBezTo>
                  <a:cubicBezTo>
                    <a:pt x="369" y="85"/>
                    <a:pt x="409" y="85"/>
                    <a:pt x="449" y="89"/>
                  </a:cubicBezTo>
                  <a:cubicBezTo>
                    <a:pt x="525" y="93"/>
                    <a:pt x="601" y="105"/>
                    <a:pt x="681" y="121"/>
                  </a:cubicBezTo>
                  <a:cubicBezTo>
                    <a:pt x="757" y="133"/>
                    <a:pt x="833" y="153"/>
                    <a:pt x="909" y="169"/>
                  </a:cubicBezTo>
                  <a:cubicBezTo>
                    <a:pt x="989" y="189"/>
                    <a:pt x="1065" y="209"/>
                    <a:pt x="1141" y="229"/>
                  </a:cubicBezTo>
                  <a:cubicBezTo>
                    <a:pt x="1221" y="249"/>
                    <a:pt x="1297" y="265"/>
                    <a:pt x="1377" y="281"/>
                  </a:cubicBezTo>
                  <a:cubicBezTo>
                    <a:pt x="1457" y="297"/>
                    <a:pt x="1537" y="309"/>
                    <a:pt x="1613" y="325"/>
                  </a:cubicBezTo>
                  <a:cubicBezTo>
                    <a:pt x="1693" y="341"/>
                    <a:pt x="1773" y="349"/>
                    <a:pt x="1853" y="365"/>
                  </a:cubicBezTo>
                  <a:cubicBezTo>
                    <a:pt x="2013" y="389"/>
                    <a:pt x="2169" y="421"/>
                    <a:pt x="2329" y="445"/>
                  </a:cubicBezTo>
                  <a:cubicBezTo>
                    <a:pt x="2485" y="473"/>
                    <a:pt x="2645" y="505"/>
                    <a:pt x="2805" y="525"/>
                  </a:cubicBezTo>
                  <a:cubicBezTo>
                    <a:pt x="2885" y="537"/>
                    <a:pt x="2969" y="541"/>
                    <a:pt x="3049" y="541"/>
                  </a:cubicBezTo>
                  <a:cubicBezTo>
                    <a:pt x="3057" y="542"/>
                    <a:pt x="3065" y="542"/>
                    <a:pt x="3072" y="542"/>
                  </a:cubicBezTo>
                  <a:cubicBezTo>
                    <a:pt x="3086" y="542"/>
                    <a:pt x="3100" y="541"/>
                    <a:pt x="3113" y="541"/>
                  </a:cubicBezTo>
                  <a:lnTo>
                    <a:pt x="3169" y="541"/>
                  </a:lnTo>
                  <a:cubicBezTo>
                    <a:pt x="3201" y="545"/>
                    <a:pt x="3237" y="557"/>
                    <a:pt x="3269" y="565"/>
                  </a:cubicBezTo>
                  <a:cubicBezTo>
                    <a:pt x="3337" y="593"/>
                    <a:pt x="3405" y="625"/>
                    <a:pt x="3469" y="665"/>
                  </a:cubicBezTo>
                  <a:cubicBezTo>
                    <a:pt x="3483" y="674"/>
                    <a:pt x="3496" y="683"/>
                    <a:pt x="3509" y="693"/>
                  </a:cubicBezTo>
                  <a:lnTo>
                    <a:pt x="3509" y="693"/>
                  </a:lnTo>
                  <a:cubicBezTo>
                    <a:pt x="3500" y="694"/>
                    <a:pt x="3490" y="696"/>
                    <a:pt x="3481" y="697"/>
                  </a:cubicBezTo>
                  <a:cubicBezTo>
                    <a:pt x="3445" y="705"/>
                    <a:pt x="3409" y="717"/>
                    <a:pt x="3373" y="729"/>
                  </a:cubicBezTo>
                  <a:cubicBezTo>
                    <a:pt x="3333" y="745"/>
                    <a:pt x="3297" y="765"/>
                    <a:pt x="3265" y="793"/>
                  </a:cubicBezTo>
                  <a:cubicBezTo>
                    <a:pt x="3253" y="801"/>
                    <a:pt x="3245" y="809"/>
                    <a:pt x="3237" y="821"/>
                  </a:cubicBezTo>
                  <a:lnTo>
                    <a:pt x="3221" y="841"/>
                  </a:lnTo>
                  <a:cubicBezTo>
                    <a:pt x="3209" y="857"/>
                    <a:pt x="3197" y="881"/>
                    <a:pt x="3189" y="893"/>
                  </a:cubicBezTo>
                  <a:cubicBezTo>
                    <a:pt x="3173" y="925"/>
                    <a:pt x="3161" y="957"/>
                    <a:pt x="3145" y="985"/>
                  </a:cubicBezTo>
                  <a:cubicBezTo>
                    <a:pt x="3113" y="1045"/>
                    <a:pt x="3081" y="1105"/>
                    <a:pt x="3049" y="1161"/>
                  </a:cubicBezTo>
                  <a:cubicBezTo>
                    <a:pt x="3033" y="1189"/>
                    <a:pt x="3017" y="1217"/>
                    <a:pt x="2997" y="1241"/>
                  </a:cubicBezTo>
                  <a:cubicBezTo>
                    <a:pt x="2977" y="1269"/>
                    <a:pt x="2957" y="1297"/>
                    <a:pt x="2937" y="1321"/>
                  </a:cubicBezTo>
                  <a:cubicBezTo>
                    <a:pt x="2917" y="1345"/>
                    <a:pt x="2897" y="1369"/>
                    <a:pt x="2873" y="1393"/>
                  </a:cubicBezTo>
                  <a:cubicBezTo>
                    <a:pt x="2849" y="1417"/>
                    <a:pt x="2825" y="1437"/>
                    <a:pt x="2801" y="1461"/>
                  </a:cubicBezTo>
                  <a:cubicBezTo>
                    <a:pt x="2777" y="1481"/>
                    <a:pt x="2749" y="1497"/>
                    <a:pt x="2721" y="1517"/>
                  </a:cubicBezTo>
                  <a:lnTo>
                    <a:pt x="2637" y="1565"/>
                  </a:lnTo>
                  <a:lnTo>
                    <a:pt x="2545" y="1605"/>
                  </a:lnTo>
                  <a:lnTo>
                    <a:pt x="2449" y="1633"/>
                  </a:lnTo>
                  <a:lnTo>
                    <a:pt x="2449" y="1645"/>
                  </a:lnTo>
                  <a:cubicBezTo>
                    <a:pt x="2481" y="1641"/>
                    <a:pt x="2517" y="1641"/>
                    <a:pt x="2549" y="1637"/>
                  </a:cubicBezTo>
                  <a:lnTo>
                    <a:pt x="2649" y="1613"/>
                  </a:lnTo>
                  <a:cubicBezTo>
                    <a:pt x="2685" y="1601"/>
                    <a:pt x="2721" y="1593"/>
                    <a:pt x="2749" y="1577"/>
                  </a:cubicBezTo>
                  <a:cubicBezTo>
                    <a:pt x="2781" y="1561"/>
                    <a:pt x="2813" y="1545"/>
                    <a:pt x="2845" y="1525"/>
                  </a:cubicBezTo>
                  <a:cubicBezTo>
                    <a:pt x="2873" y="1509"/>
                    <a:pt x="2901" y="1485"/>
                    <a:pt x="2929" y="1465"/>
                  </a:cubicBezTo>
                  <a:cubicBezTo>
                    <a:pt x="2957" y="1441"/>
                    <a:pt x="2985" y="1417"/>
                    <a:pt x="3009" y="1393"/>
                  </a:cubicBezTo>
                  <a:cubicBezTo>
                    <a:pt x="3033" y="1369"/>
                    <a:pt x="3057" y="1341"/>
                    <a:pt x="3081" y="1313"/>
                  </a:cubicBezTo>
                  <a:cubicBezTo>
                    <a:pt x="3105" y="1289"/>
                    <a:pt x="3125" y="1257"/>
                    <a:pt x="3145" y="1229"/>
                  </a:cubicBezTo>
                  <a:cubicBezTo>
                    <a:pt x="3185" y="1173"/>
                    <a:pt x="3225" y="1113"/>
                    <a:pt x="3257" y="1053"/>
                  </a:cubicBezTo>
                  <a:lnTo>
                    <a:pt x="3309" y="965"/>
                  </a:lnTo>
                  <a:lnTo>
                    <a:pt x="3329" y="929"/>
                  </a:lnTo>
                  <a:lnTo>
                    <a:pt x="3345" y="909"/>
                  </a:lnTo>
                  <a:lnTo>
                    <a:pt x="3353" y="905"/>
                  </a:lnTo>
                  <a:cubicBezTo>
                    <a:pt x="3373" y="889"/>
                    <a:pt x="3397" y="877"/>
                    <a:pt x="3421" y="869"/>
                  </a:cubicBezTo>
                  <a:cubicBezTo>
                    <a:pt x="3449" y="861"/>
                    <a:pt x="3477" y="853"/>
                    <a:pt x="3509" y="845"/>
                  </a:cubicBezTo>
                  <a:cubicBezTo>
                    <a:pt x="3541" y="841"/>
                    <a:pt x="3573" y="837"/>
                    <a:pt x="3601" y="833"/>
                  </a:cubicBezTo>
                  <a:cubicBezTo>
                    <a:pt x="3633" y="829"/>
                    <a:pt x="3669" y="825"/>
                    <a:pt x="3697" y="825"/>
                  </a:cubicBezTo>
                  <a:lnTo>
                    <a:pt x="3893" y="813"/>
                  </a:lnTo>
                  <a:lnTo>
                    <a:pt x="3745" y="693"/>
                  </a:lnTo>
                  <a:cubicBezTo>
                    <a:pt x="3677" y="641"/>
                    <a:pt x="3609" y="593"/>
                    <a:pt x="3537" y="553"/>
                  </a:cubicBezTo>
                  <a:cubicBezTo>
                    <a:pt x="3461" y="509"/>
                    <a:pt x="3385" y="473"/>
                    <a:pt x="3305" y="449"/>
                  </a:cubicBezTo>
                  <a:cubicBezTo>
                    <a:pt x="3261" y="433"/>
                    <a:pt x="3213" y="425"/>
                    <a:pt x="3169" y="421"/>
                  </a:cubicBezTo>
                  <a:lnTo>
                    <a:pt x="3101" y="421"/>
                  </a:lnTo>
                  <a:cubicBezTo>
                    <a:pt x="3081" y="425"/>
                    <a:pt x="3065" y="429"/>
                    <a:pt x="3045" y="429"/>
                  </a:cubicBezTo>
                  <a:cubicBezTo>
                    <a:pt x="2969" y="433"/>
                    <a:pt x="2889" y="433"/>
                    <a:pt x="2809" y="433"/>
                  </a:cubicBezTo>
                  <a:cubicBezTo>
                    <a:pt x="2649" y="429"/>
                    <a:pt x="2493" y="421"/>
                    <a:pt x="2333" y="401"/>
                  </a:cubicBezTo>
                  <a:cubicBezTo>
                    <a:pt x="2253" y="389"/>
                    <a:pt x="2173" y="377"/>
                    <a:pt x="2097" y="361"/>
                  </a:cubicBezTo>
                  <a:cubicBezTo>
                    <a:pt x="2017" y="349"/>
                    <a:pt x="1941" y="333"/>
                    <a:pt x="1861" y="313"/>
                  </a:cubicBezTo>
                  <a:cubicBezTo>
                    <a:pt x="1709" y="273"/>
                    <a:pt x="1553" y="225"/>
                    <a:pt x="1401" y="177"/>
                  </a:cubicBezTo>
                  <a:cubicBezTo>
                    <a:pt x="1249" y="133"/>
                    <a:pt x="1097" y="85"/>
                    <a:pt x="937" y="53"/>
                  </a:cubicBezTo>
                  <a:lnTo>
                    <a:pt x="817" y="29"/>
                  </a:lnTo>
                  <a:lnTo>
                    <a:pt x="693" y="13"/>
                  </a:lnTo>
                  <a:cubicBezTo>
                    <a:pt x="613" y="5"/>
                    <a:pt x="529" y="1"/>
                    <a:pt x="4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369078" y="2368802"/>
              <a:ext cx="769059" cy="127904"/>
            </a:xfrm>
            <a:custGeom>
              <a:avLst/>
              <a:gdLst/>
              <a:ahLst/>
              <a:cxnLst/>
              <a:rect l="l" t="t" r="r" b="b"/>
              <a:pathLst>
                <a:path w="3289" h="547" extrusionOk="0">
                  <a:moveTo>
                    <a:pt x="718" y="1"/>
                  </a:moveTo>
                  <a:cubicBezTo>
                    <a:pt x="658" y="1"/>
                    <a:pt x="597" y="4"/>
                    <a:pt x="537" y="12"/>
                  </a:cubicBezTo>
                  <a:cubicBezTo>
                    <a:pt x="493" y="16"/>
                    <a:pt x="453" y="20"/>
                    <a:pt x="417" y="28"/>
                  </a:cubicBezTo>
                  <a:cubicBezTo>
                    <a:pt x="377" y="36"/>
                    <a:pt x="341" y="44"/>
                    <a:pt x="309" y="52"/>
                  </a:cubicBezTo>
                  <a:cubicBezTo>
                    <a:pt x="253" y="68"/>
                    <a:pt x="197" y="88"/>
                    <a:pt x="141" y="108"/>
                  </a:cubicBezTo>
                  <a:cubicBezTo>
                    <a:pt x="97" y="124"/>
                    <a:pt x="61" y="140"/>
                    <a:pt x="37" y="152"/>
                  </a:cubicBezTo>
                  <a:lnTo>
                    <a:pt x="1" y="168"/>
                  </a:lnTo>
                  <a:lnTo>
                    <a:pt x="5" y="176"/>
                  </a:lnTo>
                  <a:lnTo>
                    <a:pt x="45" y="164"/>
                  </a:lnTo>
                  <a:cubicBezTo>
                    <a:pt x="69" y="160"/>
                    <a:pt x="105" y="144"/>
                    <a:pt x="149" y="132"/>
                  </a:cubicBezTo>
                  <a:lnTo>
                    <a:pt x="229" y="116"/>
                  </a:lnTo>
                  <a:lnTo>
                    <a:pt x="321" y="96"/>
                  </a:lnTo>
                  <a:lnTo>
                    <a:pt x="425" y="80"/>
                  </a:lnTo>
                  <a:cubicBezTo>
                    <a:pt x="461" y="76"/>
                    <a:pt x="501" y="72"/>
                    <a:pt x="541" y="72"/>
                  </a:cubicBezTo>
                  <a:cubicBezTo>
                    <a:pt x="577" y="70"/>
                    <a:pt x="614" y="69"/>
                    <a:pt x="650" y="69"/>
                  </a:cubicBezTo>
                  <a:cubicBezTo>
                    <a:pt x="702" y="69"/>
                    <a:pt x="753" y="71"/>
                    <a:pt x="805" y="76"/>
                  </a:cubicBezTo>
                  <a:cubicBezTo>
                    <a:pt x="901" y="84"/>
                    <a:pt x="997" y="100"/>
                    <a:pt x="1093" y="120"/>
                  </a:cubicBezTo>
                  <a:cubicBezTo>
                    <a:pt x="1301" y="172"/>
                    <a:pt x="1505" y="236"/>
                    <a:pt x="1705" y="320"/>
                  </a:cubicBezTo>
                  <a:lnTo>
                    <a:pt x="2009" y="444"/>
                  </a:lnTo>
                  <a:cubicBezTo>
                    <a:pt x="2109" y="484"/>
                    <a:pt x="2213" y="516"/>
                    <a:pt x="2317" y="540"/>
                  </a:cubicBezTo>
                  <a:cubicBezTo>
                    <a:pt x="2347" y="544"/>
                    <a:pt x="2379" y="546"/>
                    <a:pt x="2411" y="546"/>
                  </a:cubicBezTo>
                  <a:cubicBezTo>
                    <a:pt x="2433" y="546"/>
                    <a:pt x="2455" y="545"/>
                    <a:pt x="2477" y="544"/>
                  </a:cubicBezTo>
                  <a:cubicBezTo>
                    <a:pt x="2525" y="536"/>
                    <a:pt x="2573" y="524"/>
                    <a:pt x="2621" y="512"/>
                  </a:cubicBezTo>
                  <a:cubicBezTo>
                    <a:pt x="2709" y="488"/>
                    <a:pt x="2797" y="452"/>
                    <a:pt x="2877" y="408"/>
                  </a:cubicBezTo>
                  <a:cubicBezTo>
                    <a:pt x="2941" y="372"/>
                    <a:pt x="3005" y="328"/>
                    <a:pt x="3065" y="276"/>
                  </a:cubicBezTo>
                  <a:cubicBezTo>
                    <a:pt x="3109" y="240"/>
                    <a:pt x="3153" y="200"/>
                    <a:pt x="3193" y="156"/>
                  </a:cubicBezTo>
                  <a:cubicBezTo>
                    <a:pt x="3229" y="120"/>
                    <a:pt x="3261" y="76"/>
                    <a:pt x="3289" y="36"/>
                  </a:cubicBezTo>
                  <a:lnTo>
                    <a:pt x="3281" y="32"/>
                  </a:lnTo>
                  <a:cubicBezTo>
                    <a:pt x="3249" y="68"/>
                    <a:pt x="3213" y="104"/>
                    <a:pt x="3173" y="136"/>
                  </a:cubicBezTo>
                  <a:cubicBezTo>
                    <a:pt x="3129" y="172"/>
                    <a:pt x="3085" y="208"/>
                    <a:pt x="3037" y="240"/>
                  </a:cubicBezTo>
                  <a:cubicBezTo>
                    <a:pt x="2977" y="284"/>
                    <a:pt x="2913" y="324"/>
                    <a:pt x="2845" y="356"/>
                  </a:cubicBezTo>
                  <a:cubicBezTo>
                    <a:pt x="2769" y="396"/>
                    <a:pt x="2689" y="428"/>
                    <a:pt x="2605" y="456"/>
                  </a:cubicBezTo>
                  <a:cubicBezTo>
                    <a:pt x="2561" y="472"/>
                    <a:pt x="2513" y="480"/>
                    <a:pt x="2469" y="496"/>
                  </a:cubicBezTo>
                  <a:cubicBezTo>
                    <a:pt x="2434" y="502"/>
                    <a:pt x="2396" y="505"/>
                    <a:pt x="2360" y="505"/>
                  </a:cubicBezTo>
                  <a:cubicBezTo>
                    <a:pt x="2347" y="505"/>
                    <a:pt x="2334" y="505"/>
                    <a:pt x="2321" y="504"/>
                  </a:cubicBezTo>
                  <a:cubicBezTo>
                    <a:pt x="2217" y="496"/>
                    <a:pt x="2113" y="468"/>
                    <a:pt x="2017" y="424"/>
                  </a:cubicBezTo>
                  <a:cubicBezTo>
                    <a:pt x="1917" y="388"/>
                    <a:pt x="1813" y="336"/>
                    <a:pt x="1717" y="288"/>
                  </a:cubicBezTo>
                  <a:cubicBezTo>
                    <a:pt x="1621" y="236"/>
                    <a:pt x="1521" y="192"/>
                    <a:pt x="1417" y="148"/>
                  </a:cubicBezTo>
                  <a:cubicBezTo>
                    <a:pt x="1317" y="112"/>
                    <a:pt x="1213" y="76"/>
                    <a:pt x="1109" y="48"/>
                  </a:cubicBezTo>
                  <a:cubicBezTo>
                    <a:pt x="980" y="18"/>
                    <a:pt x="849" y="1"/>
                    <a:pt x="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412103" y="2261707"/>
              <a:ext cx="576385" cy="68278"/>
            </a:xfrm>
            <a:custGeom>
              <a:avLst/>
              <a:gdLst/>
              <a:ahLst/>
              <a:cxnLst/>
              <a:rect l="l" t="t" r="r" b="b"/>
              <a:pathLst>
                <a:path w="2465" h="292" extrusionOk="0">
                  <a:moveTo>
                    <a:pt x="540" y="0"/>
                  </a:moveTo>
                  <a:cubicBezTo>
                    <a:pt x="486" y="0"/>
                    <a:pt x="431" y="3"/>
                    <a:pt x="377" y="10"/>
                  </a:cubicBezTo>
                  <a:cubicBezTo>
                    <a:pt x="321" y="14"/>
                    <a:pt x="269" y="26"/>
                    <a:pt x="217" y="38"/>
                  </a:cubicBezTo>
                  <a:cubicBezTo>
                    <a:pt x="177" y="50"/>
                    <a:pt x="137" y="66"/>
                    <a:pt x="97" y="82"/>
                  </a:cubicBezTo>
                  <a:cubicBezTo>
                    <a:pt x="73" y="94"/>
                    <a:pt x="49" y="106"/>
                    <a:pt x="25" y="118"/>
                  </a:cubicBezTo>
                  <a:lnTo>
                    <a:pt x="1" y="134"/>
                  </a:lnTo>
                  <a:lnTo>
                    <a:pt x="5" y="138"/>
                  </a:lnTo>
                  <a:lnTo>
                    <a:pt x="33" y="130"/>
                  </a:lnTo>
                  <a:cubicBezTo>
                    <a:pt x="49" y="126"/>
                    <a:pt x="73" y="114"/>
                    <a:pt x="105" y="106"/>
                  </a:cubicBezTo>
                  <a:cubicBezTo>
                    <a:pt x="145" y="98"/>
                    <a:pt x="185" y="90"/>
                    <a:pt x="225" y="82"/>
                  </a:cubicBezTo>
                  <a:cubicBezTo>
                    <a:pt x="273" y="78"/>
                    <a:pt x="325" y="70"/>
                    <a:pt x="381" y="70"/>
                  </a:cubicBezTo>
                  <a:cubicBezTo>
                    <a:pt x="397" y="69"/>
                    <a:pt x="414" y="68"/>
                    <a:pt x="432" y="68"/>
                  </a:cubicBezTo>
                  <a:cubicBezTo>
                    <a:pt x="474" y="68"/>
                    <a:pt x="520" y="71"/>
                    <a:pt x="565" y="74"/>
                  </a:cubicBezTo>
                  <a:cubicBezTo>
                    <a:pt x="633" y="78"/>
                    <a:pt x="701" y="86"/>
                    <a:pt x="773" y="94"/>
                  </a:cubicBezTo>
                  <a:cubicBezTo>
                    <a:pt x="917" y="110"/>
                    <a:pt x="1069" y="138"/>
                    <a:pt x="1225" y="158"/>
                  </a:cubicBezTo>
                  <a:cubicBezTo>
                    <a:pt x="1301" y="166"/>
                    <a:pt x="1381" y="178"/>
                    <a:pt x="1457" y="190"/>
                  </a:cubicBezTo>
                  <a:cubicBezTo>
                    <a:pt x="1533" y="198"/>
                    <a:pt x="1605" y="214"/>
                    <a:pt x="1677" y="230"/>
                  </a:cubicBezTo>
                  <a:cubicBezTo>
                    <a:pt x="1749" y="242"/>
                    <a:pt x="1821" y="258"/>
                    <a:pt x="1885" y="266"/>
                  </a:cubicBezTo>
                  <a:cubicBezTo>
                    <a:pt x="1953" y="274"/>
                    <a:pt x="2017" y="282"/>
                    <a:pt x="2073" y="286"/>
                  </a:cubicBezTo>
                  <a:cubicBezTo>
                    <a:pt x="2158" y="289"/>
                    <a:pt x="2231" y="291"/>
                    <a:pt x="2290" y="291"/>
                  </a:cubicBezTo>
                  <a:cubicBezTo>
                    <a:pt x="2315" y="291"/>
                    <a:pt x="2337" y="291"/>
                    <a:pt x="2357" y="290"/>
                  </a:cubicBezTo>
                  <a:cubicBezTo>
                    <a:pt x="2429" y="290"/>
                    <a:pt x="2465" y="286"/>
                    <a:pt x="2465" y="286"/>
                  </a:cubicBezTo>
                  <a:lnTo>
                    <a:pt x="2465" y="282"/>
                  </a:lnTo>
                  <a:cubicBezTo>
                    <a:pt x="2465" y="282"/>
                    <a:pt x="2429" y="274"/>
                    <a:pt x="2361" y="266"/>
                  </a:cubicBezTo>
                  <a:cubicBezTo>
                    <a:pt x="2325" y="258"/>
                    <a:pt x="2285" y="254"/>
                    <a:pt x="2237" y="250"/>
                  </a:cubicBezTo>
                  <a:lnTo>
                    <a:pt x="2081" y="230"/>
                  </a:lnTo>
                  <a:cubicBezTo>
                    <a:pt x="2021" y="222"/>
                    <a:pt x="1961" y="214"/>
                    <a:pt x="1893" y="210"/>
                  </a:cubicBezTo>
                  <a:cubicBezTo>
                    <a:pt x="1825" y="202"/>
                    <a:pt x="1757" y="202"/>
                    <a:pt x="1681" y="194"/>
                  </a:cubicBezTo>
                  <a:cubicBezTo>
                    <a:pt x="1609" y="190"/>
                    <a:pt x="1533" y="182"/>
                    <a:pt x="1461" y="170"/>
                  </a:cubicBezTo>
                  <a:cubicBezTo>
                    <a:pt x="1381" y="154"/>
                    <a:pt x="1309" y="138"/>
                    <a:pt x="1233" y="118"/>
                  </a:cubicBezTo>
                  <a:cubicBezTo>
                    <a:pt x="1153" y="102"/>
                    <a:pt x="1077" y="82"/>
                    <a:pt x="1005" y="66"/>
                  </a:cubicBezTo>
                  <a:cubicBezTo>
                    <a:pt x="933" y="50"/>
                    <a:pt x="853" y="34"/>
                    <a:pt x="781" y="22"/>
                  </a:cubicBezTo>
                  <a:cubicBezTo>
                    <a:pt x="702" y="7"/>
                    <a:pt x="621" y="0"/>
                    <a:pt x="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381237" y="2334663"/>
              <a:ext cx="504366" cy="96805"/>
            </a:xfrm>
            <a:custGeom>
              <a:avLst/>
              <a:gdLst/>
              <a:ahLst/>
              <a:cxnLst/>
              <a:rect l="l" t="t" r="r" b="b"/>
              <a:pathLst>
                <a:path w="2157" h="414" extrusionOk="0">
                  <a:moveTo>
                    <a:pt x="638" y="1"/>
                  </a:moveTo>
                  <a:cubicBezTo>
                    <a:pt x="538" y="1"/>
                    <a:pt x="437" y="10"/>
                    <a:pt x="337" y="30"/>
                  </a:cubicBezTo>
                  <a:cubicBezTo>
                    <a:pt x="289" y="38"/>
                    <a:pt x="241" y="46"/>
                    <a:pt x="193" y="62"/>
                  </a:cubicBezTo>
                  <a:cubicBezTo>
                    <a:pt x="157" y="74"/>
                    <a:pt x="125" y="86"/>
                    <a:pt x="89" y="98"/>
                  </a:cubicBezTo>
                  <a:cubicBezTo>
                    <a:pt x="57" y="110"/>
                    <a:pt x="29" y="126"/>
                    <a:pt x="1" y="138"/>
                  </a:cubicBezTo>
                  <a:lnTo>
                    <a:pt x="1" y="146"/>
                  </a:lnTo>
                  <a:lnTo>
                    <a:pt x="25" y="142"/>
                  </a:lnTo>
                  <a:cubicBezTo>
                    <a:pt x="41" y="138"/>
                    <a:pt x="65" y="130"/>
                    <a:pt x="93" y="126"/>
                  </a:cubicBezTo>
                  <a:cubicBezTo>
                    <a:pt x="125" y="118"/>
                    <a:pt x="161" y="110"/>
                    <a:pt x="201" y="106"/>
                  </a:cubicBezTo>
                  <a:cubicBezTo>
                    <a:pt x="241" y="98"/>
                    <a:pt x="289" y="94"/>
                    <a:pt x="341" y="86"/>
                  </a:cubicBezTo>
                  <a:cubicBezTo>
                    <a:pt x="393" y="82"/>
                    <a:pt x="449" y="78"/>
                    <a:pt x="509" y="78"/>
                  </a:cubicBezTo>
                  <a:cubicBezTo>
                    <a:pt x="569" y="74"/>
                    <a:pt x="633" y="74"/>
                    <a:pt x="697" y="74"/>
                  </a:cubicBezTo>
                  <a:cubicBezTo>
                    <a:pt x="718" y="72"/>
                    <a:pt x="740" y="72"/>
                    <a:pt x="762" y="72"/>
                  </a:cubicBezTo>
                  <a:cubicBezTo>
                    <a:pt x="806" y="72"/>
                    <a:pt x="852" y="74"/>
                    <a:pt x="897" y="74"/>
                  </a:cubicBezTo>
                  <a:lnTo>
                    <a:pt x="1105" y="78"/>
                  </a:lnTo>
                  <a:cubicBezTo>
                    <a:pt x="1173" y="82"/>
                    <a:pt x="1245" y="86"/>
                    <a:pt x="1313" y="98"/>
                  </a:cubicBezTo>
                  <a:cubicBezTo>
                    <a:pt x="1377" y="102"/>
                    <a:pt x="1445" y="118"/>
                    <a:pt x="1509" y="138"/>
                  </a:cubicBezTo>
                  <a:cubicBezTo>
                    <a:pt x="1573" y="154"/>
                    <a:pt x="1629" y="178"/>
                    <a:pt x="1685" y="198"/>
                  </a:cubicBezTo>
                  <a:cubicBezTo>
                    <a:pt x="1741" y="222"/>
                    <a:pt x="1793" y="238"/>
                    <a:pt x="1841" y="262"/>
                  </a:cubicBezTo>
                  <a:cubicBezTo>
                    <a:pt x="1933" y="302"/>
                    <a:pt x="2013" y="342"/>
                    <a:pt x="2065" y="370"/>
                  </a:cubicBezTo>
                  <a:lnTo>
                    <a:pt x="2153" y="414"/>
                  </a:lnTo>
                  <a:lnTo>
                    <a:pt x="2157" y="410"/>
                  </a:lnTo>
                  <a:cubicBezTo>
                    <a:pt x="2137" y="386"/>
                    <a:pt x="2109" y="366"/>
                    <a:pt x="2085" y="346"/>
                  </a:cubicBezTo>
                  <a:cubicBezTo>
                    <a:pt x="1973" y="254"/>
                    <a:pt x="1845" y="186"/>
                    <a:pt x="1709" y="142"/>
                  </a:cubicBezTo>
                  <a:cubicBezTo>
                    <a:pt x="1649" y="122"/>
                    <a:pt x="1585" y="110"/>
                    <a:pt x="1521" y="98"/>
                  </a:cubicBezTo>
                  <a:cubicBezTo>
                    <a:pt x="1457" y="90"/>
                    <a:pt x="1385" y="82"/>
                    <a:pt x="1317" y="74"/>
                  </a:cubicBezTo>
                  <a:cubicBezTo>
                    <a:pt x="1249" y="66"/>
                    <a:pt x="1181" y="54"/>
                    <a:pt x="1113" y="42"/>
                  </a:cubicBezTo>
                  <a:cubicBezTo>
                    <a:pt x="1041" y="30"/>
                    <a:pt x="973" y="22"/>
                    <a:pt x="901" y="14"/>
                  </a:cubicBezTo>
                  <a:cubicBezTo>
                    <a:pt x="833" y="6"/>
                    <a:pt x="765" y="2"/>
                    <a:pt x="697" y="2"/>
                  </a:cubicBezTo>
                  <a:cubicBezTo>
                    <a:pt x="677" y="1"/>
                    <a:pt x="658" y="1"/>
                    <a:pt x="6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081000" y="1669882"/>
              <a:ext cx="160172" cy="104053"/>
            </a:xfrm>
            <a:custGeom>
              <a:avLst/>
              <a:gdLst/>
              <a:ahLst/>
              <a:cxnLst/>
              <a:rect l="l" t="t" r="r" b="b"/>
              <a:pathLst>
                <a:path w="685" h="445" extrusionOk="0">
                  <a:moveTo>
                    <a:pt x="649" y="1"/>
                  </a:moveTo>
                  <a:lnTo>
                    <a:pt x="645" y="5"/>
                  </a:lnTo>
                  <a:cubicBezTo>
                    <a:pt x="649" y="13"/>
                    <a:pt x="649" y="25"/>
                    <a:pt x="649" y="37"/>
                  </a:cubicBezTo>
                  <a:cubicBezTo>
                    <a:pt x="645" y="61"/>
                    <a:pt x="633" y="85"/>
                    <a:pt x="613" y="101"/>
                  </a:cubicBezTo>
                  <a:cubicBezTo>
                    <a:pt x="597" y="113"/>
                    <a:pt x="585" y="121"/>
                    <a:pt x="569" y="129"/>
                  </a:cubicBezTo>
                  <a:lnTo>
                    <a:pt x="509" y="165"/>
                  </a:lnTo>
                  <a:cubicBezTo>
                    <a:pt x="485" y="181"/>
                    <a:pt x="461" y="193"/>
                    <a:pt x="437" y="201"/>
                  </a:cubicBezTo>
                  <a:cubicBezTo>
                    <a:pt x="413" y="209"/>
                    <a:pt x="385" y="213"/>
                    <a:pt x="361" y="217"/>
                  </a:cubicBezTo>
                  <a:cubicBezTo>
                    <a:pt x="309" y="225"/>
                    <a:pt x="257" y="237"/>
                    <a:pt x="205" y="257"/>
                  </a:cubicBezTo>
                  <a:cubicBezTo>
                    <a:pt x="161" y="273"/>
                    <a:pt x="117" y="297"/>
                    <a:pt x="81" y="325"/>
                  </a:cubicBezTo>
                  <a:cubicBezTo>
                    <a:pt x="53" y="349"/>
                    <a:pt x="33" y="377"/>
                    <a:pt x="17" y="405"/>
                  </a:cubicBezTo>
                  <a:cubicBezTo>
                    <a:pt x="9" y="417"/>
                    <a:pt x="5" y="429"/>
                    <a:pt x="1" y="441"/>
                  </a:cubicBezTo>
                  <a:lnTo>
                    <a:pt x="9" y="445"/>
                  </a:lnTo>
                  <a:lnTo>
                    <a:pt x="17" y="441"/>
                  </a:lnTo>
                  <a:cubicBezTo>
                    <a:pt x="21" y="437"/>
                    <a:pt x="29" y="429"/>
                    <a:pt x="37" y="425"/>
                  </a:cubicBezTo>
                  <a:cubicBezTo>
                    <a:pt x="61" y="405"/>
                    <a:pt x="89" y="389"/>
                    <a:pt x="117" y="377"/>
                  </a:cubicBezTo>
                  <a:cubicBezTo>
                    <a:pt x="149" y="361"/>
                    <a:pt x="189" y="345"/>
                    <a:pt x="233" y="321"/>
                  </a:cubicBezTo>
                  <a:lnTo>
                    <a:pt x="301" y="293"/>
                  </a:lnTo>
                  <a:cubicBezTo>
                    <a:pt x="325" y="281"/>
                    <a:pt x="349" y="269"/>
                    <a:pt x="373" y="253"/>
                  </a:cubicBezTo>
                  <a:cubicBezTo>
                    <a:pt x="397" y="241"/>
                    <a:pt x="421" y="229"/>
                    <a:pt x="445" y="221"/>
                  </a:cubicBezTo>
                  <a:cubicBezTo>
                    <a:pt x="469" y="209"/>
                    <a:pt x="493" y="205"/>
                    <a:pt x="521" y="201"/>
                  </a:cubicBezTo>
                  <a:cubicBezTo>
                    <a:pt x="545" y="197"/>
                    <a:pt x="569" y="193"/>
                    <a:pt x="593" y="185"/>
                  </a:cubicBezTo>
                  <a:cubicBezTo>
                    <a:pt x="617" y="177"/>
                    <a:pt x="637" y="161"/>
                    <a:pt x="653" y="141"/>
                  </a:cubicBezTo>
                  <a:cubicBezTo>
                    <a:pt x="669" y="125"/>
                    <a:pt x="681" y="105"/>
                    <a:pt x="685" y="81"/>
                  </a:cubicBezTo>
                  <a:cubicBezTo>
                    <a:pt x="685" y="65"/>
                    <a:pt x="685" y="49"/>
                    <a:pt x="677" y="33"/>
                  </a:cubicBezTo>
                  <a:cubicBezTo>
                    <a:pt x="673" y="17"/>
                    <a:pt x="665" y="5"/>
                    <a:pt x="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306412" y="1723196"/>
              <a:ext cx="147077" cy="495948"/>
            </a:xfrm>
            <a:custGeom>
              <a:avLst/>
              <a:gdLst/>
              <a:ahLst/>
              <a:cxnLst/>
              <a:rect l="l" t="t" r="r" b="b"/>
              <a:pathLst>
                <a:path w="629" h="2121" extrusionOk="0">
                  <a:moveTo>
                    <a:pt x="5" y="1"/>
                  </a:moveTo>
                  <a:lnTo>
                    <a:pt x="1" y="5"/>
                  </a:lnTo>
                  <a:lnTo>
                    <a:pt x="1" y="33"/>
                  </a:lnTo>
                  <a:cubicBezTo>
                    <a:pt x="1" y="57"/>
                    <a:pt x="5" y="81"/>
                    <a:pt x="9" y="105"/>
                  </a:cubicBezTo>
                  <a:cubicBezTo>
                    <a:pt x="25" y="189"/>
                    <a:pt x="61" y="273"/>
                    <a:pt x="109" y="345"/>
                  </a:cubicBezTo>
                  <a:cubicBezTo>
                    <a:pt x="137" y="393"/>
                    <a:pt x="169" y="441"/>
                    <a:pt x="201" y="489"/>
                  </a:cubicBezTo>
                  <a:cubicBezTo>
                    <a:pt x="237" y="537"/>
                    <a:pt x="277" y="589"/>
                    <a:pt x="309" y="645"/>
                  </a:cubicBezTo>
                  <a:cubicBezTo>
                    <a:pt x="345" y="701"/>
                    <a:pt x="373" y="761"/>
                    <a:pt x="397" y="825"/>
                  </a:cubicBezTo>
                  <a:cubicBezTo>
                    <a:pt x="417" y="893"/>
                    <a:pt x="437" y="957"/>
                    <a:pt x="453" y="1025"/>
                  </a:cubicBezTo>
                  <a:cubicBezTo>
                    <a:pt x="485" y="1165"/>
                    <a:pt x="517" y="1301"/>
                    <a:pt x="537" y="1429"/>
                  </a:cubicBezTo>
                  <a:cubicBezTo>
                    <a:pt x="553" y="1545"/>
                    <a:pt x="561" y="1661"/>
                    <a:pt x="561" y="1781"/>
                  </a:cubicBezTo>
                  <a:cubicBezTo>
                    <a:pt x="557" y="1829"/>
                    <a:pt x="553" y="1877"/>
                    <a:pt x="545" y="1921"/>
                  </a:cubicBezTo>
                  <a:cubicBezTo>
                    <a:pt x="541" y="1957"/>
                    <a:pt x="533" y="1993"/>
                    <a:pt x="525" y="2025"/>
                  </a:cubicBezTo>
                  <a:cubicBezTo>
                    <a:pt x="521" y="2049"/>
                    <a:pt x="513" y="2073"/>
                    <a:pt x="505" y="2093"/>
                  </a:cubicBezTo>
                  <a:cubicBezTo>
                    <a:pt x="501" y="2109"/>
                    <a:pt x="497" y="2121"/>
                    <a:pt x="497" y="2121"/>
                  </a:cubicBezTo>
                  <a:lnTo>
                    <a:pt x="505" y="2121"/>
                  </a:lnTo>
                  <a:lnTo>
                    <a:pt x="517" y="2101"/>
                  </a:lnTo>
                  <a:cubicBezTo>
                    <a:pt x="525" y="2085"/>
                    <a:pt x="537" y="2065"/>
                    <a:pt x="549" y="2037"/>
                  </a:cubicBezTo>
                  <a:cubicBezTo>
                    <a:pt x="565" y="2001"/>
                    <a:pt x="581" y="1965"/>
                    <a:pt x="589" y="1929"/>
                  </a:cubicBezTo>
                  <a:cubicBezTo>
                    <a:pt x="605" y="1881"/>
                    <a:pt x="613" y="1833"/>
                    <a:pt x="621" y="1785"/>
                  </a:cubicBezTo>
                  <a:cubicBezTo>
                    <a:pt x="629" y="1725"/>
                    <a:pt x="629" y="1665"/>
                    <a:pt x="629" y="1609"/>
                  </a:cubicBezTo>
                  <a:cubicBezTo>
                    <a:pt x="625" y="1545"/>
                    <a:pt x="617" y="1477"/>
                    <a:pt x="605" y="1417"/>
                  </a:cubicBezTo>
                  <a:cubicBezTo>
                    <a:pt x="589" y="1349"/>
                    <a:pt x="573" y="1281"/>
                    <a:pt x="557" y="1217"/>
                  </a:cubicBezTo>
                  <a:cubicBezTo>
                    <a:pt x="537" y="1149"/>
                    <a:pt x="513" y="1081"/>
                    <a:pt x="489" y="1017"/>
                  </a:cubicBezTo>
                  <a:lnTo>
                    <a:pt x="413" y="817"/>
                  </a:lnTo>
                  <a:cubicBezTo>
                    <a:pt x="389" y="749"/>
                    <a:pt x="365" y="685"/>
                    <a:pt x="341" y="621"/>
                  </a:cubicBezTo>
                  <a:cubicBezTo>
                    <a:pt x="317" y="561"/>
                    <a:pt x="285" y="505"/>
                    <a:pt x="253" y="449"/>
                  </a:cubicBezTo>
                  <a:cubicBezTo>
                    <a:pt x="217" y="397"/>
                    <a:pt x="185" y="353"/>
                    <a:pt x="157" y="309"/>
                  </a:cubicBezTo>
                  <a:cubicBezTo>
                    <a:pt x="105" y="241"/>
                    <a:pt x="65" y="169"/>
                    <a:pt x="33" y="93"/>
                  </a:cubicBezTo>
                  <a:cubicBezTo>
                    <a:pt x="25" y="69"/>
                    <a:pt x="17" y="49"/>
                    <a:pt x="9" y="2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273676" y="1837305"/>
              <a:ext cx="79735" cy="248091"/>
            </a:xfrm>
            <a:custGeom>
              <a:avLst/>
              <a:gdLst/>
              <a:ahLst/>
              <a:cxnLst/>
              <a:rect l="l" t="t" r="r" b="b"/>
              <a:pathLst>
                <a:path w="341" h="1061" extrusionOk="0">
                  <a:moveTo>
                    <a:pt x="5" y="1"/>
                  </a:moveTo>
                  <a:lnTo>
                    <a:pt x="1" y="5"/>
                  </a:lnTo>
                  <a:lnTo>
                    <a:pt x="13" y="13"/>
                  </a:lnTo>
                  <a:cubicBezTo>
                    <a:pt x="21" y="17"/>
                    <a:pt x="29" y="25"/>
                    <a:pt x="37" y="33"/>
                  </a:cubicBezTo>
                  <a:cubicBezTo>
                    <a:pt x="65" y="61"/>
                    <a:pt x="85" y="97"/>
                    <a:pt x="97" y="133"/>
                  </a:cubicBezTo>
                  <a:cubicBezTo>
                    <a:pt x="109" y="157"/>
                    <a:pt x="117" y="185"/>
                    <a:pt x="129" y="213"/>
                  </a:cubicBezTo>
                  <a:cubicBezTo>
                    <a:pt x="141" y="241"/>
                    <a:pt x="157" y="269"/>
                    <a:pt x="173" y="297"/>
                  </a:cubicBezTo>
                  <a:cubicBezTo>
                    <a:pt x="189" y="329"/>
                    <a:pt x="201" y="361"/>
                    <a:pt x="209" y="393"/>
                  </a:cubicBezTo>
                  <a:cubicBezTo>
                    <a:pt x="221" y="429"/>
                    <a:pt x="225" y="465"/>
                    <a:pt x="229" y="497"/>
                  </a:cubicBezTo>
                  <a:cubicBezTo>
                    <a:pt x="233" y="569"/>
                    <a:pt x="245" y="641"/>
                    <a:pt x="253" y="705"/>
                  </a:cubicBezTo>
                  <a:cubicBezTo>
                    <a:pt x="261" y="773"/>
                    <a:pt x="269" y="833"/>
                    <a:pt x="277" y="885"/>
                  </a:cubicBezTo>
                  <a:cubicBezTo>
                    <a:pt x="285" y="937"/>
                    <a:pt x="293" y="981"/>
                    <a:pt x="301" y="1013"/>
                  </a:cubicBezTo>
                  <a:cubicBezTo>
                    <a:pt x="305" y="1045"/>
                    <a:pt x="313" y="1061"/>
                    <a:pt x="313" y="1061"/>
                  </a:cubicBezTo>
                  <a:lnTo>
                    <a:pt x="321" y="1061"/>
                  </a:lnTo>
                  <a:cubicBezTo>
                    <a:pt x="333" y="1001"/>
                    <a:pt x="341" y="941"/>
                    <a:pt x="341" y="881"/>
                  </a:cubicBezTo>
                  <a:cubicBezTo>
                    <a:pt x="341" y="853"/>
                    <a:pt x="341" y="825"/>
                    <a:pt x="337" y="793"/>
                  </a:cubicBezTo>
                  <a:cubicBezTo>
                    <a:pt x="337" y="761"/>
                    <a:pt x="333" y="729"/>
                    <a:pt x="325" y="697"/>
                  </a:cubicBezTo>
                  <a:cubicBezTo>
                    <a:pt x="317" y="661"/>
                    <a:pt x="313" y="629"/>
                    <a:pt x="301" y="593"/>
                  </a:cubicBezTo>
                  <a:cubicBezTo>
                    <a:pt x="293" y="557"/>
                    <a:pt x="281" y="525"/>
                    <a:pt x="269" y="489"/>
                  </a:cubicBezTo>
                  <a:cubicBezTo>
                    <a:pt x="257" y="457"/>
                    <a:pt x="241" y="425"/>
                    <a:pt x="233" y="389"/>
                  </a:cubicBezTo>
                  <a:cubicBezTo>
                    <a:pt x="221" y="357"/>
                    <a:pt x="217" y="325"/>
                    <a:pt x="209" y="289"/>
                  </a:cubicBezTo>
                  <a:cubicBezTo>
                    <a:pt x="205" y="257"/>
                    <a:pt x="197" y="225"/>
                    <a:pt x="189" y="193"/>
                  </a:cubicBezTo>
                  <a:cubicBezTo>
                    <a:pt x="177" y="165"/>
                    <a:pt x="165" y="137"/>
                    <a:pt x="153" y="113"/>
                  </a:cubicBezTo>
                  <a:cubicBezTo>
                    <a:pt x="133" y="69"/>
                    <a:pt x="97" y="33"/>
                    <a:pt x="57" y="13"/>
                  </a:cubicBezTo>
                  <a:cubicBezTo>
                    <a:pt x="45" y="9"/>
                    <a:pt x="29" y="5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786375" y="1983215"/>
              <a:ext cx="90024" cy="363134"/>
            </a:xfrm>
            <a:custGeom>
              <a:avLst/>
              <a:gdLst/>
              <a:ahLst/>
              <a:cxnLst/>
              <a:rect l="l" t="t" r="r" b="b"/>
              <a:pathLst>
                <a:path w="385" h="1553" extrusionOk="0">
                  <a:moveTo>
                    <a:pt x="97" y="1"/>
                  </a:moveTo>
                  <a:cubicBezTo>
                    <a:pt x="81" y="17"/>
                    <a:pt x="69" y="41"/>
                    <a:pt x="57" y="61"/>
                  </a:cubicBezTo>
                  <a:cubicBezTo>
                    <a:pt x="29" y="117"/>
                    <a:pt x="13" y="181"/>
                    <a:pt x="9" y="245"/>
                  </a:cubicBezTo>
                  <a:cubicBezTo>
                    <a:pt x="1" y="285"/>
                    <a:pt x="1" y="329"/>
                    <a:pt x="1" y="369"/>
                  </a:cubicBezTo>
                  <a:cubicBezTo>
                    <a:pt x="1" y="417"/>
                    <a:pt x="9" y="461"/>
                    <a:pt x="17" y="509"/>
                  </a:cubicBezTo>
                  <a:cubicBezTo>
                    <a:pt x="33" y="609"/>
                    <a:pt x="41" y="709"/>
                    <a:pt x="45" y="809"/>
                  </a:cubicBezTo>
                  <a:cubicBezTo>
                    <a:pt x="49" y="861"/>
                    <a:pt x="57" y="913"/>
                    <a:pt x="65" y="965"/>
                  </a:cubicBezTo>
                  <a:cubicBezTo>
                    <a:pt x="73" y="1013"/>
                    <a:pt x="85" y="1061"/>
                    <a:pt x="101" y="1109"/>
                  </a:cubicBezTo>
                  <a:cubicBezTo>
                    <a:pt x="125" y="1193"/>
                    <a:pt x="161" y="1277"/>
                    <a:pt x="209" y="1353"/>
                  </a:cubicBezTo>
                  <a:cubicBezTo>
                    <a:pt x="245" y="1409"/>
                    <a:pt x="281" y="1457"/>
                    <a:pt x="325" y="1505"/>
                  </a:cubicBezTo>
                  <a:cubicBezTo>
                    <a:pt x="361" y="1537"/>
                    <a:pt x="381" y="1553"/>
                    <a:pt x="381" y="1553"/>
                  </a:cubicBezTo>
                  <a:lnTo>
                    <a:pt x="385" y="1549"/>
                  </a:lnTo>
                  <a:cubicBezTo>
                    <a:pt x="385" y="1549"/>
                    <a:pt x="373" y="1525"/>
                    <a:pt x="349" y="1489"/>
                  </a:cubicBezTo>
                  <a:lnTo>
                    <a:pt x="309" y="1417"/>
                  </a:lnTo>
                  <a:cubicBezTo>
                    <a:pt x="297" y="1389"/>
                    <a:pt x="281" y="1361"/>
                    <a:pt x="265" y="1325"/>
                  </a:cubicBezTo>
                  <a:cubicBezTo>
                    <a:pt x="245" y="1293"/>
                    <a:pt x="233" y="1253"/>
                    <a:pt x="213" y="1217"/>
                  </a:cubicBezTo>
                  <a:cubicBezTo>
                    <a:pt x="209" y="1197"/>
                    <a:pt x="197" y="1173"/>
                    <a:pt x="189" y="1153"/>
                  </a:cubicBezTo>
                  <a:cubicBezTo>
                    <a:pt x="181" y="1133"/>
                    <a:pt x="177" y="1109"/>
                    <a:pt x="165" y="1089"/>
                  </a:cubicBezTo>
                  <a:cubicBezTo>
                    <a:pt x="133" y="1001"/>
                    <a:pt x="109" y="905"/>
                    <a:pt x="81" y="805"/>
                  </a:cubicBezTo>
                  <a:cubicBezTo>
                    <a:pt x="69" y="757"/>
                    <a:pt x="61" y="705"/>
                    <a:pt x="53" y="657"/>
                  </a:cubicBezTo>
                  <a:cubicBezTo>
                    <a:pt x="49" y="605"/>
                    <a:pt x="49" y="557"/>
                    <a:pt x="53" y="509"/>
                  </a:cubicBezTo>
                  <a:cubicBezTo>
                    <a:pt x="57" y="461"/>
                    <a:pt x="61" y="413"/>
                    <a:pt x="61" y="369"/>
                  </a:cubicBezTo>
                  <a:cubicBezTo>
                    <a:pt x="65" y="329"/>
                    <a:pt x="65" y="285"/>
                    <a:pt x="65" y="249"/>
                  </a:cubicBezTo>
                  <a:cubicBezTo>
                    <a:pt x="69" y="189"/>
                    <a:pt x="73" y="129"/>
                    <a:pt x="89" y="69"/>
                  </a:cubicBezTo>
                  <a:cubicBezTo>
                    <a:pt x="89" y="53"/>
                    <a:pt x="93" y="37"/>
                    <a:pt x="101" y="21"/>
                  </a:cubicBezTo>
                  <a:cubicBezTo>
                    <a:pt x="105" y="9"/>
                    <a:pt x="105" y="1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922931" y="2076747"/>
              <a:ext cx="42323" cy="369681"/>
            </a:xfrm>
            <a:custGeom>
              <a:avLst/>
              <a:gdLst/>
              <a:ahLst/>
              <a:cxnLst/>
              <a:rect l="l" t="t" r="r" b="b"/>
              <a:pathLst>
                <a:path w="181" h="1581" extrusionOk="0">
                  <a:moveTo>
                    <a:pt x="69" y="1"/>
                  </a:moveTo>
                  <a:cubicBezTo>
                    <a:pt x="69" y="1"/>
                    <a:pt x="61" y="25"/>
                    <a:pt x="45" y="65"/>
                  </a:cubicBezTo>
                  <a:cubicBezTo>
                    <a:pt x="29" y="125"/>
                    <a:pt x="17" y="185"/>
                    <a:pt x="9" y="245"/>
                  </a:cubicBezTo>
                  <a:cubicBezTo>
                    <a:pt x="5" y="281"/>
                    <a:pt x="1" y="321"/>
                    <a:pt x="1" y="365"/>
                  </a:cubicBezTo>
                  <a:cubicBezTo>
                    <a:pt x="1" y="413"/>
                    <a:pt x="1" y="457"/>
                    <a:pt x="9" y="501"/>
                  </a:cubicBezTo>
                  <a:cubicBezTo>
                    <a:pt x="13" y="549"/>
                    <a:pt x="17" y="597"/>
                    <a:pt x="21" y="645"/>
                  </a:cubicBezTo>
                  <a:cubicBezTo>
                    <a:pt x="25" y="697"/>
                    <a:pt x="25" y="745"/>
                    <a:pt x="29" y="797"/>
                  </a:cubicBezTo>
                  <a:cubicBezTo>
                    <a:pt x="29" y="845"/>
                    <a:pt x="33" y="897"/>
                    <a:pt x="41" y="945"/>
                  </a:cubicBezTo>
                  <a:cubicBezTo>
                    <a:pt x="45" y="993"/>
                    <a:pt x="53" y="1041"/>
                    <a:pt x="61" y="1089"/>
                  </a:cubicBezTo>
                  <a:cubicBezTo>
                    <a:pt x="73" y="1181"/>
                    <a:pt x="93" y="1265"/>
                    <a:pt x="109" y="1337"/>
                  </a:cubicBezTo>
                  <a:lnTo>
                    <a:pt x="165" y="1581"/>
                  </a:lnTo>
                  <a:lnTo>
                    <a:pt x="173" y="1581"/>
                  </a:lnTo>
                  <a:cubicBezTo>
                    <a:pt x="181" y="1497"/>
                    <a:pt x="181" y="1413"/>
                    <a:pt x="173" y="1333"/>
                  </a:cubicBezTo>
                  <a:cubicBezTo>
                    <a:pt x="165" y="1245"/>
                    <a:pt x="149" y="1165"/>
                    <a:pt x="129" y="1081"/>
                  </a:cubicBezTo>
                  <a:cubicBezTo>
                    <a:pt x="121" y="1037"/>
                    <a:pt x="109" y="989"/>
                    <a:pt x="101" y="941"/>
                  </a:cubicBezTo>
                  <a:cubicBezTo>
                    <a:pt x="89" y="893"/>
                    <a:pt x="77" y="849"/>
                    <a:pt x="65" y="797"/>
                  </a:cubicBezTo>
                  <a:cubicBezTo>
                    <a:pt x="53" y="749"/>
                    <a:pt x="45" y="701"/>
                    <a:pt x="45" y="653"/>
                  </a:cubicBezTo>
                  <a:cubicBezTo>
                    <a:pt x="41" y="605"/>
                    <a:pt x="41" y="557"/>
                    <a:pt x="45" y="509"/>
                  </a:cubicBezTo>
                  <a:cubicBezTo>
                    <a:pt x="49" y="465"/>
                    <a:pt x="57" y="421"/>
                    <a:pt x="61" y="377"/>
                  </a:cubicBezTo>
                  <a:cubicBezTo>
                    <a:pt x="61" y="337"/>
                    <a:pt x="65" y="297"/>
                    <a:pt x="65" y="257"/>
                  </a:cubicBezTo>
                  <a:cubicBezTo>
                    <a:pt x="69" y="185"/>
                    <a:pt x="77" y="125"/>
                    <a:pt x="77" y="81"/>
                  </a:cubicBezTo>
                  <a:lnTo>
                    <a:pt x="77" y="9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95030" y="2227334"/>
              <a:ext cx="218161" cy="313563"/>
            </a:xfrm>
            <a:custGeom>
              <a:avLst/>
              <a:gdLst/>
              <a:ahLst/>
              <a:cxnLst/>
              <a:rect l="l" t="t" r="r" b="b"/>
              <a:pathLst>
                <a:path w="933" h="1341" extrusionOk="0">
                  <a:moveTo>
                    <a:pt x="921" y="1"/>
                  </a:moveTo>
                  <a:cubicBezTo>
                    <a:pt x="921" y="1"/>
                    <a:pt x="913" y="25"/>
                    <a:pt x="893" y="69"/>
                  </a:cubicBezTo>
                  <a:cubicBezTo>
                    <a:pt x="873" y="113"/>
                    <a:pt x="849" y="173"/>
                    <a:pt x="817" y="245"/>
                  </a:cubicBezTo>
                  <a:cubicBezTo>
                    <a:pt x="805" y="281"/>
                    <a:pt x="785" y="317"/>
                    <a:pt x="769" y="357"/>
                  </a:cubicBezTo>
                  <a:cubicBezTo>
                    <a:pt x="749" y="401"/>
                    <a:pt x="733" y="441"/>
                    <a:pt x="709" y="485"/>
                  </a:cubicBezTo>
                  <a:cubicBezTo>
                    <a:pt x="661" y="577"/>
                    <a:pt x="581" y="645"/>
                    <a:pt x="485" y="685"/>
                  </a:cubicBezTo>
                  <a:cubicBezTo>
                    <a:pt x="437" y="705"/>
                    <a:pt x="389" y="725"/>
                    <a:pt x="341" y="753"/>
                  </a:cubicBezTo>
                  <a:cubicBezTo>
                    <a:pt x="297" y="781"/>
                    <a:pt x="253" y="813"/>
                    <a:pt x="217" y="853"/>
                  </a:cubicBezTo>
                  <a:cubicBezTo>
                    <a:pt x="149" y="921"/>
                    <a:pt x="105" y="1009"/>
                    <a:pt x="81" y="1101"/>
                  </a:cubicBezTo>
                  <a:cubicBezTo>
                    <a:pt x="73" y="1137"/>
                    <a:pt x="69" y="1177"/>
                    <a:pt x="65" y="1213"/>
                  </a:cubicBezTo>
                  <a:cubicBezTo>
                    <a:pt x="65" y="1237"/>
                    <a:pt x="57" y="1265"/>
                    <a:pt x="49" y="1289"/>
                  </a:cubicBezTo>
                  <a:cubicBezTo>
                    <a:pt x="41" y="1309"/>
                    <a:pt x="25" y="1325"/>
                    <a:pt x="1" y="1333"/>
                  </a:cubicBezTo>
                  <a:lnTo>
                    <a:pt x="1" y="1341"/>
                  </a:lnTo>
                  <a:cubicBezTo>
                    <a:pt x="9" y="1341"/>
                    <a:pt x="17" y="1337"/>
                    <a:pt x="25" y="1337"/>
                  </a:cubicBezTo>
                  <a:cubicBezTo>
                    <a:pt x="45" y="1333"/>
                    <a:pt x="61" y="1317"/>
                    <a:pt x="73" y="1301"/>
                  </a:cubicBezTo>
                  <a:cubicBezTo>
                    <a:pt x="89" y="1277"/>
                    <a:pt x="101" y="1249"/>
                    <a:pt x="109" y="1221"/>
                  </a:cubicBezTo>
                  <a:cubicBezTo>
                    <a:pt x="121" y="1189"/>
                    <a:pt x="129" y="1157"/>
                    <a:pt x="141" y="1121"/>
                  </a:cubicBezTo>
                  <a:cubicBezTo>
                    <a:pt x="173" y="1041"/>
                    <a:pt x="217" y="965"/>
                    <a:pt x="273" y="901"/>
                  </a:cubicBezTo>
                  <a:cubicBezTo>
                    <a:pt x="301" y="865"/>
                    <a:pt x="337" y="829"/>
                    <a:pt x="377" y="801"/>
                  </a:cubicBezTo>
                  <a:cubicBezTo>
                    <a:pt x="417" y="773"/>
                    <a:pt x="461" y="745"/>
                    <a:pt x="505" y="717"/>
                  </a:cubicBezTo>
                  <a:cubicBezTo>
                    <a:pt x="593" y="657"/>
                    <a:pt x="673" y="585"/>
                    <a:pt x="741" y="505"/>
                  </a:cubicBezTo>
                  <a:cubicBezTo>
                    <a:pt x="773" y="469"/>
                    <a:pt x="801" y="425"/>
                    <a:pt x="825" y="385"/>
                  </a:cubicBezTo>
                  <a:cubicBezTo>
                    <a:pt x="845" y="345"/>
                    <a:pt x="861" y="305"/>
                    <a:pt x="873" y="265"/>
                  </a:cubicBezTo>
                  <a:cubicBezTo>
                    <a:pt x="893" y="201"/>
                    <a:pt x="909" y="141"/>
                    <a:pt x="921" y="77"/>
                  </a:cubicBezTo>
                  <a:cubicBezTo>
                    <a:pt x="933" y="29"/>
                    <a:pt x="933" y="5"/>
                    <a:pt x="933" y="5"/>
                  </a:cubicBezTo>
                  <a:lnTo>
                    <a:pt x="9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177338" y="2562180"/>
              <a:ext cx="921514" cy="118083"/>
            </a:xfrm>
            <a:custGeom>
              <a:avLst/>
              <a:gdLst/>
              <a:ahLst/>
              <a:cxnLst/>
              <a:rect l="l" t="t" r="r" b="b"/>
              <a:pathLst>
                <a:path w="3941" h="505" extrusionOk="0">
                  <a:moveTo>
                    <a:pt x="9" y="1"/>
                  </a:moveTo>
                  <a:lnTo>
                    <a:pt x="1" y="5"/>
                  </a:lnTo>
                  <a:cubicBezTo>
                    <a:pt x="9" y="17"/>
                    <a:pt x="17" y="33"/>
                    <a:pt x="29" y="45"/>
                  </a:cubicBezTo>
                  <a:cubicBezTo>
                    <a:pt x="57" y="77"/>
                    <a:pt x="93" y="105"/>
                    <a:pt x="133" y="125"/>
                  </a:cubicBezTo>
                  <a:cubicBezTo>
                    <a:pt x="193" y="157"/>
                    <a:pt x="261" y="173"/>
                    <a:pt x="333" y="173"/>
                  </a:cubicBezTo>
                  <a:cubicBezTo>
                    <a:pt x="348" y="173"/>
                    <a:pt x="364" y="174"/>
                    <a:pt x="379" y="174"/>
                  </a:cubicBezTo>
                  <a:cubicBezTo>
                    <a:pt x="449" y="174"/>
                    <a:pt x="521" y="167"/>
                    <a:pt x="593" y="161"/>
                  </a:cubicBezTo>
                  <a:cubicBezTo>
                    <a:pt x="721" y="151"/>
                    <a:pt x="851" y="146"/>
                    <a:pt x="981" y="146"/>
                  </a:cubicBezTo>
                  <a:cubicBezTo>
                    <a:pt x="1065" y="146"/>
                    <a:pt x="1149" y="148"/>
                    <a:pt x="1233" y="153"/>
                  </a:cubicBezTo>
                  <a:cubicBezTo>
                    <a:pt x="1353" y="157"/>
                    <a:pt x="1473" y="169"/>
                    <a:pt x="1593" y="185"/>
                  </a:cubicBezTo>
                  <a:cubicBezTo>
                    <a:pt x="1717" y="201"/>
                    <a:pt x="1841" y="225"/>
                    <a:pt x="1961" y="253"/>
                  </a:cubicBezTo>
                  <a:cubicBezTo>
                    <a:pt x="2085" y="281"/>
                    <a:pt x="2205" y="317"/>
                    <a:pt x="2325" y="357"/>
                  </a:cubicBezTo>
                  <a:cubicBezTo>
                    <a:pt x="2437" y="405"/>
                    <a:pt x="2553" y="445"/>
                    <a:pt x="2673" y="473"/>
                  </a:cubicBezTo>
                  <a:cubicBezTo>
                    <a:pt x="2785" y="493"/>
                    <a:pt x="2901" y="501"/>
                    <a:pt x="3017" y="505"/>
                  </a:cubicBezTo>
                  <a:cubicBezTo>
                    <a:pt x="3121" y="505"/>
                    <a:pt x="3229" y="505"/>
                    <a:pt x="3321" y="501"/>
                  </a:cubicBezTo>
                  <a:cubicBezTo>
                    <a:pt x="3409" y="497"/>
                    <a:pt x="3497" y="489"/>
                    <a:pt x="3581" y="477"/>
                  </a:cubicBezTo>
                  <a:cubicBezTo>
                    <a:pt x="3649" y="465"/>
                    <a:pt x="3713" y="449"/>
                    <a:pt x="3781" y="433"/>
                  </a:cubicBezTo>
                  <a:cubicBezTo>
                    <a:pt x="3833" y="413"/>
                    <a:pt x="3873" y="397"/>
                    <a:pt x="3901" y="389"/>
                  </a:cubicBezTo>
                  <a:lnTo>
                    <a:pt x="3941" y="369"/>
                  </a:lnTo>
                  <a:lnTo>
                    <a:pt x="3941" y="357"/>
                  </a:lnTo>
                  <a:lnTo>
                    <a:pt x="3897" y="373"/>
                  </a:lnTo>
                  <a:cubicBezTo>
                    <a:pt x="3869" y="381"/>
                    <a:pt x="3825" y="389"/>
                    <a:pt x="3773" y="401"/>
                  </a:cubicBezTo>
                  <a:cubicBezTo>
                    <a:pt x="3717" y="409"/>
                    <a:pt x="3653" y="421"/>
                    <a:pt x="3577" y="429"/>
                  </a:cubicBezTo>
                  <a:cubicBezTo>
                    <a:pt x="3501" y="433"/>
                    <a:pt x="3417" y="441"/>
                    <a:pt x="3321" y="441"/>
                  </a:cubicBezTo>
                  <a:lnTo>
                    <a:pt x="3017" y="441"/>
                  </a:lnTo>
                  <a:cubicBezTo>
                    <a:pt x="2987" y="442"/>
                    <a:pt x="2957" y="442"/>
                    <a:pt x="2926" y="442"/>
                  </a:cubicBezTo>
                  <a:cubicBezTo>
                    <a:pt x="2843" y="442"/>
                    <a:pt x="2759" y="439"/>
                    <a:pt x="2677" y="433"/>
                  </a:cubicBezTo>
                  <a:cubicBezTo>
                    <a:pt x="2557" y="417"/>
                    <a:pt x="2441" y="385"/>
                    <a:pt x="2329" y="337"/>
                  </a:cubicBezTo>
                  <a:cubicBezTo>
                    <a:pt x="2213" y="293"/>
                    <a:pt x="2089" y="253"/>
                    <a:pt x="1969" y="213"/>
                  </a:cubicBezTo>
                  <a:cubicBezTo>
                    <a:pt x="1729" y="141"/>
                    <a:pt x="1485" y="97"/>
                    <a:pt x="1237" y="77"/>
                  </a:cubicBezTo>
                  <a:cubicBezTo>
                    <a:pt x="1161" y="71"/>
                    <a:pt x="1086" y="69"/>
                    <a:pt x="1012" y="69"/>
                  </a:cubicBezTo>
                  <a:cubicBezTo>
                    <a:pt x="869" y="69"/>
                    <a:pt x="727" y="78"/>
                    <a:pt x="585" y="97"/>
                  </a:cubicBezTo>
                  <a:cubicBezTo>
                    <a:pt x="489" y="109"/>
                    <a:pt x="405" y="129"/>
                    <a:pt x="333" y="129"/>
                  </a:cubicBezTo>
                  <a:cubicBezTo>
                    <a:pt x="325" y="129"/>
                    <a:pt x="316" y="130"/>
                    <a:pt x="308" y="130"/>
                  </a:cubicBezTo>
                  <a:cubicBezTo>
                    <a:pt x="252" y="130"/>
                    <a:pt x="197" y="118"/>
                    <a:pt x="145" y="101"/>
                  </a:cubicBezTo>
                  <a:cubicBezTo>
                    <a:pt x="105" y="85"/>
                    <a:pt x="69" y="65"/>
                    <a:pt x="37" y="33"/>
                  </a:cubicBezTo>
                  <a:cubicBezTo>
                    <a:pt x="29" y="25"/>
                    <a:pt x="17" y="13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419585" y="2674418"/>
              <a:ext cx="256509" cy="34840"/>
            </a:xfrm>
            <a:custGeom>
              <a:avLst/>
              <a:gdLst/>
              <a:ahLst/>
              <a:cxnLst/>
              <a:rect l="l" t="t" r="r" b="b"/>
              <a:pathLst>
                <a:path w="1097" h="149" extrusionOk="0">
                  <a:moveTo>
                    <a:pt x="257" y="1"/>
                  </a:moveTo>
                  <a:cubicBezTo>
                    <a:pt x="225" y="1"/>
                    <a:pt x="197" y="5"/>
                    <a:pt x="173" y="9"/>
                  </a:cubicBezTo>
                  <a:cubicBezTo>
                    <a:pt x="113" y="17"/>
                    <a:pt x="57" y="29"/>
                    <a:pt x="1" y="49"/>
                  </a:cubicBezTo>
                  <a:lnTo>
                    <a:pt x="1" y="53"/>
                  </a:lnTo>
                  <a:cubicBezTo>
                    <a:pt x="1" y="53"/>
                    <a:pt x="21" y="57"/>
                    <a:pt x="53" y="61"/>
                  </a:cubicBezTo>
                  <a:cubicBezTo>
                    <a:pt x="81" y="65"/>
                    <a:pt x="125" y="65"/>
                    <a:pt x="177" y="69"/>
                  </a:cubicBezTo>
                  <a:cubicBezTo>
                    <a:pt x="211" y="72"/>
                    <a:pt x="251" y="74"/>
                    <a:pt x="294" y="74"/>
                  </a:cubicBezTo>
                  <a:cubicBezTo>
                    <a:pt x="312" y="74"/>
                    <a:pt x="330" y="74"/>
                    <a:pt x="349" y="73"/>
                  </a:cubicBezTo>
                  <a:cubicBezTo>
                    <a:pt x="381" y="71"/>
                    <a:pt x="414" y="71"/>
                    <a:pt x="447" y="71"/>
                  </a:cubicBezTo>
                  <a:cubicBezTo>
                    <a:pt x="481" y="71"/>
                    <a:pt x="515" y="71"/>
                    <a:pt x="549" y="69"/>
                  </a:cubicBezTo>
                  <a:cubicBezTo>
                    <a:pt x="585" y="69"/>
                    <a:pt x="617" y="69"/>
                    <a:pt x="653" y="73"/>
                  </a:cubicBezTo>
                  <a:cubicBezTo>
                    <a:pt x="685" y="77"/>
                    <a:pt x="717" y="85"/>
                    <a:pt x="749" y="97"/>
                  </a:cubicBezTo>
                  <a:cubicBezTo>
                    <a:pt x="781" y="105"/>
                    <a:pt x="805" y="117"/>
                    <a:pt x="837" y="125"/>
                  </a:cubicBezTo>
                  <a:cubicBezTo>
                    <a:pt x="869" y="133"/>
                    <a:pt x="893" y="137"/>
                    <a:pt x="917" y="141"/>
                  </a:cubicBezTo>
                  <a:cubicBezTo>
                    <a:pt x="961" y="149"/>
                    <a:pt x="1005" y="149"/>
                    <a:pt x="1045" y="149"/>
                  </a:cubicBezTo>
                  <a:cubicBezTo>
                    <a:pt x="1065" y="145"/>
                    <a:pt x="1081" y="141"/>
                    <a:pt x="1097" y="137"/>
                  </a:cubicBezTo>
                  <a:lnTo>
                    <a:pt x="1093" y="129"/>
                  </a:lnTo>
                  <a:lnTo>
                    <a:pt x="1045" y="117"/>
                  </a:lnTo>
                  <a:lnTo>
                    <a:pt x="929" y="81"/>
                  </a:lnTo>
                  <a:cubicBezTo>
                    <a:pt x="901" y="77"/>
                    <a:pt x="873" y="69"/>
                    <a:pt x="849" y="65"/>
                  </a:cubicBezTo>
                  <a:cubicBezTo>
                    <a:pt x="817" y="61"/>
                    <a:pt x="785" y="57"/>
                    <a:pt x="753" y="57"/>
                  </a:cubicBezTo>
                  <a:cubicBezTo>
                    <a:pt x="685" y="57"/>
                    <a:pt x="617" y="49"/>
                    <a:pt x="553" y="29"/>
                  </a:cubicBezTo>
                  <a:cubicBezTo>
                    <a:pt x="517" y="21"/>
                    <a:pt x="485" y="17"/>
                    <a:pt x="449" y="13"/>
                  </a:cubicBezTo>
                  <a:cubicBezTo>
                    <a:pt x="417" y="9"/>
                    <a:pt x="381" y="1"/>
                    <a:pt x="3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668525" y="1545484"/>
              <a:ext cx="69447" cy="377164"/>
            </a:xfrm>
            <a:custGeom>
              <a:avLst/>
              <a:gdLst/>
              <a:ahLst/>
              <a:cxnLst/>
              <a:rect l="l" t="t" r="r" b="b"/>
              <a:pathLst>
                <a:path w="297" h="1613" extrusionOk="0">
                  <a:moveTo>
                    <a:pt x="1" y="1"/>
                  </a:moveTo>
                  <a:lnTo>
                    <a:pt x="1" y="5"/>
                  </a:lnTo>
                  <a:lnTo>
                    <a:pt x="9" y="21"/>
                  </a:lnTo>
                  <a:cubicBezTo>
                    <a:pt x="17" y="33"/>
                    <a:pt x="21" y="49"/>
                    <a:pt x="29" y="69"/>
                  </a:cubicBezTo>
                  <a:cubicBezTo>
                    <a:pt x="53" y="125"/>
                    <a:pt x="69" y="185"/>
                    <a:pt x="81" y="245"/>
                  </a:cubicBezTo>
                  <a:cubicBezTo>
                    <a:pt x="89" y="281"/>
                    <a:pt x="93" y="321"/>
                    <a:pt x="101" y="365"/>
                  </a:cubicBezTo>
                  <a:cubicBezTo>
                    <a:pt x="109" y="405"/>
                    <a:pt x="117" y="449"/>
                    <a:pt x="121" y="501"/>
                  </a:cubicBezTo>
                  <a:cubicBezTo>
                    <a:pt x="129" y="549"/>
                    <a:pt x="133" y="601"/>
                    <a:pt x="129" y="649"/>
                  </a:cubicBezTo>
                  <a:cubicBezTo>
                    <a:pt x="129" y="701"/>
                    <a:pt x="125" y="753"/>
                    <a:pt x="121" y="805"/>
                  </a:cubicBezTo>
                  <a:cubicBezTo>
                    <a:pt x="117" y="857"/>
                    <a:pt x="113" y="909"/>
                    <a:pt x="117" y="961"/>
                  </a:cubicBezTo>
                  <a:cubicBezTo>
                    <a:pt x="121" y="1013"/>
                    <a:pt x="125" y="1061"/>
                    <a:pt x="137" y="1113"/>
                  </a:cubicBezTo>
                  <a:cubicBezTo>
                    <a:pt x="153" y="1197"/>
                    <a:pt x="181" y="1285"/>
                    <a:pt x="209" y="1369"/>
                  </a:cubicBezTo>
                  <a:cubicBezTo>
                    <a:pt x="237" y="1441"/>
                    <a:pt x="257" y="1501"/>
                    <a:pt x="269" y="1545"/>
                  </a:cubicBezTo>
                  <a:lnTo>
                    <a:pt x="289" y="1613"/>
                  </a:lnTo>
                  <a:lnTo>
                    <a:pt x="297" y="1613"/>
                  </a:lnTo>
                  <a:cubicBezTo>
                    <a:pt x="297" y="1589"/>
                    <a:pt x="297" y="1565"/>
                    <a:pt x="297" y="1541"/>
                  </a:cubicBezTo>
                  <a:cubicBezTo>
                    <a:pt x="293" y="1477"/>
                    <a:pt x="285" y="1413"/>
                    <a:pt x="269" y="1353"/>
                  </a:cubicBezTo>
                  <a:cubicBezTo>
                    <a:pt x="257" y="1277"/>
                    <a:pt x="229" y="1189"/>
                    <a:pt x="205" y="1097"/>
                  </a:cubicBezTo>
                  <a:cubicBezTo>
                    <a:pt x="185" y="1001"/>
                    <a:pt x="169" y="901"/>
                    <a:pt x="157" y="805"/>
                  </a:cubicBezTo>
                  <a:cubicBezTo>
                    <a:pt x="153" y="753"/>
                    <a:pt x="153" y="701"/>
                    <a:pt x="153" y="649"/>
                  </a:cubicBezTo>
                  <a:cubicBezTo>
                    <a:pt x="153" y="601"/>
                    <a:pt x="157" y="549"/>
                    <a:pt x="161" y="501"/>
                  </a:cubicBezTo>
                  <a:cubicBezTo>
                    <a:pt x="165" y="453"/>
                    <a:pt x="165" y="405"/>
                    <a:pt x="161" y="357"/>
                  </a:cubicBezTo>
                  <a:cubicBezTo>
                    <a:pt x="157" y="313"/>
                    <a:pt x="149" y="269"/>
                    <a:pt x="137" y="229"/>
                  </a:cubicBezTo>
                  <a:cubicBezTo>
                    <a:pt x="117" y="165"/>
                    <a:pt x="89" y="109"/>
                    <a:pt x="53" y="57"/>
                  </a:cubicBezTo>
                  <a:cubicBezTo>
                    <a:pt x="37" y="37"/>
                    <a:pt x="21" y="1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595570" y="1849464"/>
              <a:ext cx="179813" cy="385582"/>
            </a:xfrm>
            <a:custGeom>
              <a:avLst/>
              <a:gdLst/>
              <a:ahLst/>
              <a:cxnLst/>
              <a:rect l="l" t="t" r="r" b="b"/>
              <a:pathLst>
                <a:path w="769" h="1649" extrusionOk="0">
                  <a:moveTo>
                    <a:pt x="1" y="1"/>
                  </a:moveTo>
                  <a:cubicBezTo>
                    <a:pt x="1" y="1"/>
                    <a:pt x="1" y="5"/>
                    <a:pt x="5" y="21"/>
                  </a:cubicBezTo>
                  <a:cubicBezTo>
                    <a:pt x="9" y="33"/>
                    <a:pt x="17" y="53"/>
                    <a:pt x="25" y="77"/>
                  </a:cubicBezTo>
                  <a:cubicBezTo>
                    <a:pt x="33" y="101"/>
                    <a:pt x="41" y="129"/>
                    <a:pt x="53" y="165"/>
                  </a:cubicBezTo>
                  <a:lnTo>
                    <a:pt x="85" y="277"/>
                  </a:lnTo>
                  <a:cubicBezTo>
                    <a:pt x="97" y="317"/>
                    <a:pt x="109" y="361"/>
                    <a:pt x="121" y="413"/>
                  </a:cubicBezTo>
                  <a:cubicBezTo>
                    <a:pt x="137" y="461"/>
                    <a:pt x="153" y="513"/>
                    <a:pt x="169" y="561"/>
                  </a:cubicBezTo>
                  <a:cubicBezTo>
                    <a:pt x="185" y="617"/>
                    <a:pt x="201" y="669"/>
                    <a:pt x="213" y="725"/>
                  </a:cubicBezTo>
                  <a:cubicBezTo>
                    <a:pt x="225" y="781"/>
                    <a:pt x="233" y="841"/>
                    <a:pt x="245" y="897"/>
                  </a:cubicBezTo>
                  <a:cubicBezTo>
                    <a:pt x="253" y="957"/>
                    <a:pt x="269" y="1013"/>
                    <a:pt x="285" y="1069"/>
                  </a:cubicBezTo>
                  <a:cubicBezTo>
                    <a:pt x="301" y="1125"/>
                    <a:pt x="321" y="1177"/>
                    <a:pt x="345" y="1233"/>
                  </a:cubicBezTo>
                  <a:cubicBezTo>
                    <a:pt x="385" y="1325"/>
                    <a:pt x="445" y="1413"/>
                    <a:pt x="517" y="1485"/>
                  </a:cubicBezTo>
                  <a:lnTo>
                    <a:pt x="565" y="1533"/>
                  </a:lnTo>
                  <a:cubicBezTo>
                    <a:pt x="577" y="1545"/>
                    <a:pt x="597" y="1557"/>
                    <a:pt x="609" y="1569"/>
                  </a:cubicBezTo>
                  <a:cubicBezTo>
                    <a:pt x="637" y="1585"/>
                    <a:pt x="661" y="1601"/>
                    <a:pt x="693" y="1617"/>
                  </a:cubicBezTo>
                  <a:cubicBezTo>
                    <a:pt x="709" y="1625"/>
                    <a:pt x="729" y="1633"/>
                    <a:pt x="745" y="1641"/>
                  </a:cubicBezTo>
                  <a:lnTo>
                    <a:pt x="765" y="1649"/>
                  </a:lnTo>
                  <a:lnTo>
                    <a:pt x="769" y="1641"/>
                  </a:lnTo>
                  <a:lnTo>
                    <a:pt x="753" y="1629"/>
                  </a:lnTo>
                  <a:cubicBezTo>
                    <a:pt x="737" y="1617"/>
                    <a:pt x="721" y="1605"/>
                    <a:pt x="705" y="1593"/>
                  </a:cubicBezTo>
                  <a:cubicBezTo>
                    <a:pt x="689" y="1577"/>
                    <a:pt x="661" y="1561"/>
                    <a:pt x="637" y="1533"/>
                  </a:cubicBezTo>
                  <a:cubicBezTo>
                    <a:pt x="613" y="1509"/>
                    <a:pt x="589" y="1481"/>
                    <a:pt x="561" y="1449"/>
                  </a:cubicBezTo>
                  <a:cubicBezTo>
                    <a:pt x="533" y="1413"/>
                    <a:pt x="509" y="1373"/>
                    <a:pt x="485" y="1337"/>
                  </a:cubicBezTo>
                  <a:cubicBezTo>
                    <a:pt x="461" y="1293"/>
                    <a:pt x="433" y="1253"/>
                    <a:pt x="409" y="1201"/>
                  </a:cubicBezTo>
                  <a:cubicBezTo>
                    <a:pt x="361" y="1101"/>
                    <a:pt x="317" y="997"/>
                    <a:pt x="281" y="889"/>
                  </a:cubicBezTo>
                  <a:cubicBezTo>
                    <a:pt x="241" y="781"/>
                    <a:pt x="217" y="669"/>
                    <a:pt x="205" y="557"/>
                  </a:cubicBezTo>
                  <a:cubicBezTo>
                    <a:pt x="197" y="497"/>
                    <a:pt x="193" y="449"/>
                    <a:pt x="181" y="397"/>
                  </a:cubicBezTo>
                  <a:cubicBezTo>
                    <a:pt x="169" y="353"/>
                    <a:pt x="157" y="305"/>
                    <a:pt x="141" y="261"/>
                  </a:cubicBezTo>
                  <a:cubicBezTo>
                    <a:pt x="117" y="193"/>
                    <a:pt x="89" y="129"/>
                    <a:pt x="53" y="65"/>
                  </a:cubicBezTo>
                  <a:cubicBezTo>
                    <a:pt x="37" y="41"/>
                    <a:pt x="21" y="21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764862" y="1681106"/>
              <a:ext cx="44193" cy="123695"/>
            </a:xfrm>
            <a:custGeom>
              <a:avLst/>
              <a:gdLst/>
              <a:ahLst/>
              <a:cxnLst/>
              <a:rect l="l" t="t" r="r" b="b"/>
              <a:pathLst>
                <a:path w="189" h="529" extrusionOk="0">
                  <a:moveTo>
                    <a:pt x="5" y="1"/>
                  </a:moveTo>
                  <a:lnTo>
                    <a:pt x="1" y="9"/>
                  </a:lnTo>
                  <a:cubicBezTo>
                    <a:pt x="1" y="17"/>
                    <a:pt x="1" y="29"/>
                    <a:pt x="5" y="37"/>
                  </a:cubicBezTo>
                  <a:cubicBezTo>
                    <a:pt x="9" y="57"/>
                    <a:pt x="13" y="77"/>
                    <a:pt x="21" y="97"/>
                  </a:cubicBezTo>
                  <a:cubicBezTo>
                    <a:pt x="25" y="109"/>
                    <a:pt x="33" y="121"/>
                    <a:pt x="41" y="133"/>
                  </a:cubicBezTo>
                  <a:cubicBezTo>
                    <a:pt x="49" y="145"/>
                    <a:pt x="57" y="157"/>
                    <a:pt x="69" y="169"/>
                  </a:cubicBezTo>
                  <a:cubicBezTo>
                    <a:pt x="81" y="181"/>
                    <a:pt x="89" y="197"/>
                    <a:pt x="93" y="213"/>
                  </a:cubicBezTo>
                  <a:cubicBezTo>
                    <a:pt x="97" y="229"/>
                    <a:pt x="101" y="245"/>
                    <a:pt x="101" y="261"/>
                  </a:cubicBezTo>
                  <a:cubicBezTo>
                    <a:pt x="101" y="293"/>
                    <a:pt x="105" y="329"/>
                    <a:pt x="109" y="361"/>
                  </a:cubicBezTo>
                  <a:cubicBezTo>
                    <a:pt x="113" y="389"/>
                    <a:pt x="117" y="417"/>
                    <a:pt x="125" y="445"/>
                  </a:cubicBezTo>
                  <a:cubicBezTo>
                    <a:pt x="133" y="473"/>
                    <a:pt x="145" y="501"/>
                    <a:pt x="157" y="529"/>
                  </a:cubicBezTo>
                  <a:lnTo>
                    <a:pt x="165" y="529"/>
                  </a:lnTo>
                  <a:cubicBezTo>
                    <a:pt x="181" y="485"/>
                    <a:pt x="189" y="441"/>
                    <a:pt x="189" y="397"/>
                  </a:cubicBezTo>
                  <a:cubicBezTo>
                    <a:pt x="185" y="381"/>
                    <a:pt x="185" y="365"/>
                    <a:pt x="181" y="349"/>
                  </a:cubicBezTo>
                  <a:cubicBezTo>
                    <a:pt x="173" y="333"/>
                    <a:pt x="169" y="313"/>
                    <a:pt x="165" y="297"/>
                  </a:cubicBezTo>
                  <a:cubicBezTo>
                    <a:pt x="157" y="281"/>
                    <a:pt x="149" y="265"/>
                    <a:pt x="137" y="249"/>
                  </a:cubicBezTo>
                  <a:cubicBezTo>
                    <a:pt x="129" y="233"/>
                    <a:pt x="121" y="217"/>
                    <a:pt x="113" y="201"/>
                  </a:cubicBezTo>
                  <a:cubicBezTo>
                    <a:pt x="109" y="185"/>
                    <a:pt x="105" y="169"/>
                    <a:pt x="105" y="153"/>
                  </a:cubicBezTo>
                  <a:cubicBezTo>
                    <a:pt x="101" y="133"/>
                    <a:pt x="97" y="117"/>
                    <a:pt x="93" y="101"/>
                  </a:cubicBezTo>
                  <a:cubicBezTo>
                    <a:pt x="89" y="89"/>
                    <a:pt x="81" y="77"/>
                    <a:pt x="73" y="65"/>
                  </a:cubicBezTo>
                  <a:cubicBezTo>
                    <a:pt x="57" y="37"/>
                    <a:pt x="33" y="17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752703" y="2316190"/>
              <a:ext cx="683010" cy="466018"/>
            </a:xfrm>
            <a:custGeom>
              <a:avLst/>
              <a:gdLst/>
              <a:ahLst/>
              <a:cxnLst/>
              <a:rect l="l" t="t" r="r" b="b"/>
              <a:pathLst>
                <a:path w="2921" h="1993" extrusionOk="0">
                  <a:moveTo>
                    <a:pt x="2397" y="1637"/>
                  </a:moveTo>
                  <a:cubicBezTo>
                    <a:pt x="2397" y="1637"/>
                    <a:pt x="2398" y="1637"/>
                    <a:pt x="2398" y="1637"/>
                  </a:cubicBezTo>
                  <a:cubicBezTo>
                    <a:pt x="2398" y="1637"/>
                    <a:pt x="2398" y="1637"/>
                    <a:pt x="2398" y="1637"/>
                  </a:cubicBezTo>
                  <a:lnTo>
                    <a:pt x="2398" y="1637"/>
                  </a:lnTo>
                  <a:cubicBezTo>
                    <a:pt x="2398" y="1638"/>
                    <a:pt x="2398" y="1639"/>
                    <a:pt x="2399" y="1640"/>
                  </a:cubicBezTo>
                  <a:lnTo>
                    <a:pt x="2399" y="1640"/>
                  </a:lnTo>
                  <a:lnTo>
                    <a:pt x="2397" y="1637"/>
                  </a:lnTo>
                  <a:close/>
                  <a:moveTo>
                    <a:pt x="2005" y="1825"/>
                  </a:moveTo>
                  <a:cubicBezTo>
                    <a:pt x="2005" y="1827"/>
                    <a:pt x="2004" y="1828"/>
                    <a:pt x="2003" y="1828"/>
                  </a:cubicBezTo>
                  <a:lnTo>
                    <a:pt x="2003" y="1828"/>
                  </a:lnTo>
                  <a:cubicBezTo>
                    <a:pt x="2004" y="1827"/>
                    <a:pt x="2005" y="1825"/>
                    <a:pt x="2005" y="1825"/>
                  </a:cubicBezTo>
                  <a:close/>
                  <a:moveTo>
                    <a:pt x="249" y="1"/>
                  </a:moveTo>
                  <a:cubicBezTo>
                    <a:pt x="205" y="1"/>
                    <a:pt x="165" y="9"/>
                    <a:pt x="129" y="21"/>
                  </a:cubicBezTo>
                  <a:cubicBezTo>
                    <a:pt x="109" y="29"/>
                    <a:pt x="89" y="37"/>
                    <a:pt x="73" y="49"/>
                  </a:cubicBezTo>
                  <a:cubicBezTo>
                    <a:pt x="53" y="57"/>
                    <a:pt x="37" y="69"/>
                    <a:pt x="21" y="81"/>
                  </a:cubicBezTo>
                  <a:lnTo>
                    <a:pt x="1" y="97"/>
                  </a:lnTo>
                  <a:lnTo>
                    <a:pt x="9" y="129"/>
                  </a:lnTo>
                  <a:cubicBezTo>
                    <a:pt x="25" y="169"/>
                    <a:pt x="41" y="205"/>
                    <a:pt x="57" y="241"/>
                  </a:cubicBezTo>
                  <a:cubicBezTo>
                    <a:pt x="73" y="281"/>
                    <a:pt x="93" y="317"/>
                    <a:pt x="113" y="353"/>
                  </a:cubicBezTo>
                  <a:cubicBezTo>
                    <a:pt x="133" y="389"/>
                    <a:pt x="157" y="421"/>
                    <a:pt x="181" y="457"/>
                  </a:cubicBezTo>
                  <a:cubicBezTo>
                    <a:pt x="193" y="473"/>
                    <a:pt x="205" y="485"/>
                    <a:pt x="221" y="505"/>
                  </a:cubicBezTo>
                  <a:lnTo>
                    <a:pt x="241" y="525"/>
                  </a:lnTo>
                  <a:cubicBezTo>
                    <a:pt x="249" y="533"/>
                    <a:pt x="261" y="541"/>
                    <a:pt x="269" y="549"/>
                  </a:cubicBezTo>
                  <a:cubicBezTo>
                    <a:pt x="289" y="565"/>
                    <a:pt x="309" y="577"/>
                    <a:pt x="329" y="589"/>
                  </a:cubicBezTo>
                  <a:cubicBezTo>
                    <a:pt x="345" y="601"/>
                    <a:pt x="365" y="609"/>
                    <a:pt x="385" y="617"/>
                  </a:cubicBezTo>
                  <a:cubicBezTo>
                    <a:pt x="421" y="637"/>
                    <a:pt x="461" y="649"/>
                    <a:pt x="501" y="661"/>
                  </a:cubicBezTo>
                  <a:cubicBezTo>
                    <a:pt x="541" y="673"/>
                    <a:pt x="581" y="685"/>
                    <a:pt x="621" y="693"/>
                  </a:cubicBezTo>
                  <a:lnTo>
                    <a:pt x="625" y="694"/>
                  </a:lnTo>
                  <a:lnTo>
                    <a:pt x="625" y="694"/>
                  </a:lnTo>
                  <a:cubicBezTo>
                    <a:pt x="606" y="711"/>
                    <a:pt x="588" y="730"/>
                    <a:pt x="569" y="749"/>
                  </a:cubicBezTo>
                  <a:cubicBezTo>
                    <a:pt x="545" y="773"/>
                    <a:pt x="525" y="797"/>
                    <a:pt x="509" y="825"/>
                  </a:cubicBezTo>
                  <a:cubicBezTo>
                    <a:pt x="497" y="841"/>
                    <a:pt x="489" y="853"/>
                    <a:pt x="481" y="869"/>
                  </a:cubicBezTo>
                  <a:cubicBezTo>
                    <a:pt x="477" y="877"/>
                    <a:pt x="473" y="885"/>
                    <a:pt x="469" y="893"/>
                  </a:cubicBezTo>
                  <a:lnTo>
                    <a:pt x="461" y="925"/>
                  </a:lnTo>
                  <a:cubicBezTo>
                    <a:pt x="457" y="941"/>
                    <a:pt x="457" y="961"/>
                    <a:pt x="457" y="977"/>
                  </a:cubicBezTo>
                  <a:cubicBezTo>
                    <a:pt x="457" y="993"/>
                    <a:pt x="457" y="1009"/>
                    <a:pt x="461" y="1025"/>
                  </a:cubicBezTo>
                  <a:cubicBezTo>
                    <a:pt x="461" y="1061"/>
                    <a:pt x="469" y="1093"/>
                    <a:pt x="477" y="1121"/>
                  </a:cubicBezTo>
                  <a:cubicBezTo>
                    <a:pt x="497" y="1185"/>
                    <a:pt x="517" y="1241"/>
                    <a:pt x="545" y="1301"/>
                  </a:cubicBezTo>
                  <a:lnTo>
                    <a:pt x="545" y="1305"/>
                  </a:lnTo>
                  <a:lnTo>
                    <a:pt x="549" y="1305"/>
                  </a:lnTo>
                  <a:cubicBezTo>
                    <a:pt x="581" y="1329"/>
                    <a:pt x="617" y="1353"/>
                    <a:pt x="657" y="1373"/>
                  </a:cubicBezTo>
                  <a:cubicBezTo>
                    <a:pt x="693" y="1389"/>
                    <a:pt x="733" y="1405"/>
                    <a:pt x="773" y="1417"/>
                  </a:cubicBezTo>
                  <a:cubicBezTo>
                    <a:pt x="813" y="1433"/>
                    <a:pt x="853" y="1441"/>
                    <a:pt x="897" y="1441"/>
                  </a:cubicBezTo>
                  <a:cubicBezTo>
                    <a:pt x="907" y="1443"/>
                    <a:pt x="918" y="1444"/>
                    <a:pt x="929" y="1444"/>
                  </a:cubicBezTo>
                  <a:cubicBezTo>
                    <a:pt x="940" y="1444"/>
                    <a:pt x="951" y="1443"/>
                    <a:pt x="961" y="1441"/>
                  </a:cubicBezTo>
                  <a:cubicBezTo>
                    <a:pt x="981" y="1441"/>
                    <a:pt x="1005" y="1433"/>
                    <a:pt x="1025" y="1429"/>
                  </a:cubicBezTo>
                  <a:cubicBezTo>
                    <a:pt x="1065" y="1417"/>
                    <a:pt x="1105" y="1397"/>
                    <a:pt x="1141" y="1373"/>
                  </a:cubicBezTo>
                  <a:cubicBezTo>
                    <a:pt x="1177" y="1349"/>
                    <a:pt x="1209" y="1325"/>
                    <a:pt x="1241" y="1297"/>
                  </a:cubicBezTo>
                  <a:cubicBezTo>
                    <a:pt x="1273" y="1273"/>
                    <a:pt x="1301" y="1249"/>
                    <a:pt x="1337" y="1225"/>
                  </a:cubicBezTo>
                  <a:cubicBezTo>
                    <a:pt x="1349" y="1217"/>
                    <a:pt x="1365" y="1209"/>
                    <a:pt x="1381" y="1205"/>
                  </a:cubicBezTo>
                  <a:cubicBezTo>
                    <a:pt x="1387" y="1203"/>
                    <a:pt x="1394" y="1200"/>
                    <a:pt x="1402" y="1199"/>
                  </a:cubicBezTo>
                  <a:lnTo>
                    <a:pt x="1402" y="1199"/>
                  </a:lnTo>
                  <a:cubicBezTo>
                    <a:pt x="1420" y="1221"/>
                    <a:pt x="1440" y="1244"/>
                    <a:pt x="1457" y="1265"/>
                  </a:cubicBezTo>
                  <a:cubicBezTo>
                    <a:pt x="1477" y="1293"/>
                    <a:pt x="1497" y="1321"/>
                    <a:pt x="1509" y="1353"/>
                  </a:cubicBezTo>
                  <a:cubicBezTo>
                    <a:pt x="1517" y="1365"/>
                    <a:pt x="1525" y="1381"/>
                    <a:pt x="1529" y="1393"/>
                  </a:cubicBezTo>
                  <a:cubicBezTo>
                    <a:pt x="1533" y="1409"/>
                    <a:pt x="1541" y="1429"/>
                    <a:pt x="1541" y="1445"/>
                  </a:cubicBezTo>
                  <a:lnTo>
                    <a:pt x="1569" y="1553"/>
                  </a:lnTo>
                  <a:cubicBezTo>
                    <a:pt x="1589" y="1629"/>
                    <a:pt x="1617" y="1701"/>
                    <a:pt x="1653" y="1773"/>
                  </a:cubicBezTo>
                  <a:cubicBezTo>
                    <a:pt x="1669" y="1809"/>
                    <a:pt x="1693" y="1845"/>
                    <a:pt x="1721" y="1877"/>
                  </a:cubicBezTo>
                  <a:cubicBezTo>
                    <a:pt x="1745" y="1909"/>
                    <a:pt x="1777" y="1937"/>
                    <a:pt x="1809" y="1965"/>
                  </a:cubicBezTo>
                  <a:lnTo>
                    <a:pt x="1817" y="1973"/>
                  </a:lnTo>
                  <a:lnTo>
                    <a:pt x="1833" y="1977"/>
                  </a:lnTo>
                  <a:cubicBezTo>
                    <a:pt x="1849" y="1981"/>
                    <a:pt x="1865" y="1985"/>
                    <a:pt x="1881" y="1989"/>
                  </a:cubicBezTo>
                  <a:cubicBezTo>
                    <a:pt x="1897" y="1989"/>
                    <a:pt x="1913" y="1993"/>
                    <a:pt x="1933" y="1993"/>
                  </a:cubicBezTo>
                  <a:cubicBezTo>
                    <a:pt x="1969" y="1993"/>
                    <a:pt x="2005" y="1989"/>
                    <a:pt x="2037" y="1977"/>
                  </a:cubicBezTo>
                  <a:cubicBezTo>
                    <a:pt x="2057" y="1969"/>
                    <a:pt x="2077" y="1957"/>
                    <a:pt x="2093" y="1941"/>
                  </a:cubicBezTo>
                  <a:cubicBezTo>
                    <a:pt x="2101" y="1933"/>
                    <a:pt x="2109" y="1925"/>
                    <a:pt x="2117" y="1917"/>
                  </a:cubicBezTo>
                  <a:lnTo>
                    <a:pt x="2125" y="1905"/>
                  </a:lnTo>
                  <a:lnTo>
                    <a:pt x="2129" y="1897"/>
                  </a:lnTo>
                  <a:lnTo>
                    <a:pt x="2133" y="1889"/>
                  </a:lnTo>
                  <a:lnTo>
                    <a:pt x="2141" y="1869"/>
                  </a:lnTo>
                  <a:lnTo>
                    <a:pt x="2149" y="1841"/>
                  </a:lnTo>
                  <a:cubicBezTo>
                    <a:pt x="2153" y="1825"/>
                    <a:pt x="2157" y="1809"/>
                    <a:pt x="2157" y="1789"/>
                  </a:cubicBezTo>
                  <a:cubicBezTo>
                    <a:pt x="2161" y="1733"/>
                    <a:pt x="2161" y="1677"/>
                    <a:pt x="2157" y="1621"/>
                  </a:cubicBezTo>
                  <a:cubicBezTo>
                    <a:pt x="2156" y="1607"/>
                    <a:pt x="2155" y="1593"/>
                    <a:pt x="2153" y="1580"/>
                  </a:cubicBezTo>
                  <a:lnTo>
                    <a:pt x="2153" y="1580"/>
                  </a:lnTo>
                  <a:cubicBezTo>
                    <a:pt x="2178" y="1593"/>
                    <a:pt x="2205" y="1608"/>
                    <a:pt x="2229" y="1625"/>
                  </a:cubicBezTo>
                  <a:cubicBezTo>
                    <a:pt x="2241" y="1633"/>
                    <a:pt x="2253" y="1645"/>
                    <a:pt x="2265" y="1653"/>
                  </a:cubicBezTo>
                  <a:cubicBezTo>
                    <a:pt x="2273" y="1665"/>
                    <a:pt x="2281" y="1673"/>
                    <a:pt x="2289" y="1685"/>
                  </a:cubicBezTo>
                  <a:lnTo>
                    <a:pt x="2289" y="1689"/>
                  </a:lnTo>
                  <a:lnTo>
                    <a:pt x="2297" y="1697"/>
                  </a:lnTo>
                  <a:lnTo>
                    <a:pt x="2305" y="1709"/>
                  </a:lnTo>
                  <a:lnTo>
                    <a:pt x="2309" y="1717"/>
                  </a:lnTo>
                  <a:lnTo>
                    <a:pt x="2317" y="1725"/>
                  </a:lnTo>
                  <a:cubicBezTo>
                    <a:pt x="2325" y="1733"/>
                    <a:pt x="2329" y="1737"/>
                    <a:pt x="2337" y="1741"/>
                  </a:cubicBezTo>
                  <a:cubicBezTo>
                    <a:pt x="2341" y="1749"/>
                    <a:pt x="2349" y="1753"/>
                    <a:pt x="2357" y="1757"/>
                  </a:cubicBezTo>
                  <a:lnTo>
                    <a:pt x="2369" y="1765"/>
                  </a:lnTo>
                  <a:cubicBezTo>
                    <a:pt x="2381" y="1769"/>
                    <a:pt x="2389" y="1773"/>
                    <a:pt x="2401" y="1777"/>
                  </a:cubicBezTo>
                  <a:cubicBezTo>
                    <a:pt x="2441" y="1789"/>
                    <a:pt x="2481" y="1801"/>
                    <a:pt x="2521" y="1809"/>
                  </a:cubicBezTo>
                  <a:cubicBezTo>
                    <a:pt x="2561" y="1813"/>
                    <a:pt x="2597" y="1821"/>
                    <a:pt x="2637" y="1825"/>
                  </a:cubicBezTo>
                  <a:cubicBezTo>
                    <a:pt x="2717" y="1829"/>
                    <a:pt x="2793" y="1837"/>
                    <a:pt x="2869" y="1837"/>
                  </a:cubicBezTo>
                  <a:lnTo>
                    <a:pt x="2921" y="1837"/>
                  </a:lnTo>
                  <a:lnTo>
                    <a:pt x="2901" y="1793"/>
                  </a:lnTo>
                  <a:cubicBezTo>
                    <a:pt x="2881" y="1749"/>
                    <a:pt x="2853" y="1705"/>
                    <a:pt x="2825" y="1665"/>
                  </a:cubicBezTo>
                  <a:cubicBezTo>
                    <a:pt x="2797" y="1625"/>
                    <a:pt x="2757" y="1589"/>
                    <a:pt x="2713" y="1565"/>
                  </a:cubicBezTo>
                  <a:lnTo>
                    <a:pt x="2709" y="1577"/>
                  </a:lnTo>
                  <a:cubicBezTo>
                    <a:pt x="2741" y="1609"/>
                    <a:pt x="2773" y="1645"/>
                    <a:pt x="2793" y="1685"/>
                  </a:cubicBezTo>
                  <a:cubicBezTo>
                    <a:pt x="2805" y="1712"/>
                    <a:pt x="2816" y="1740"/>
                    <a:pt x="2826" y="1767"/>
                  </a:cubicBezTo>
                  <a:lnTo>
                    <a:pt x="2826" y="1767"/>
                  </a:lnTo>
                  <a:cubicBezTo>
                    <a:pt x="2767" y="1759"/>
                    <a:pt x="2705" y="1749"/>
                    <a:pt x="2649" y="1737"/>
                  </a:cubicBezTo>
                  <a:cubicBezTo>
                    <a:pt x="2613" y="1729"/>
                    <a:pt x="2577" y="1721"/>
                    <a:pt x="2541" y="1713"/>
                  </a:cubicBezTo>
                  <a:cubicBezTo>
                    <a:pt x="2509" y="1701"/>
                    <a:pt x="2473" y="1689"/>
                    <a:pt x="2441" y="1677"/>
                  </a:cubicBezTo>
                  <a:cubicBezTo>
                    <a:pt x="2437" y="1673"/>
                    <a:pt x="2429" y="1669"/>
                    <a:pt x="2421" y="1665"/>
                  </a:cubicBezTo>
                  <a:cubicBezTo>
                    <a:pt x="2417" y="1661"/>
                    <a:pt x="2409" y="1653"/>
                    <a:pt x="2409" y="1653"/>
                  </a:cubicBezTo>
                  <a:lnTo>
                    <a:pt x="2405" y="1649"/>
                  </a:lnTo>
                  <a:lnTo>
                    <a:pt x="2401" y="1643"/>
                  </a:lnTo>
                  <a:lnTo>
                    <a:pt x="2401" y="1641"/>
                  </a:lnTo>
                  <a:lnTo>
                    <a:pt x="2397" y="1633"/>
                  </a:lnTo>
                  <a:cubicBezTo>
                    <a:pt x="2389" y="1609"/>
                    <a:pt x="2373" y="1589"/>
                    <a:pt x="2357" y="1569"/>
                  </a:cubicBezTo>
                  <a:cubicBezTo>
                    <a:pt x="2341" y="1553"/>
                    <a:pt x="2325" y="1537"/>
                    <a:pt x="2305" y="1525"/>
                  </a:cubicBezTo>
                  <a:cubicBezTo>
                    <a:pt x="2273" y="1497"/>
                    <a:pt x="2237" y="1477"/>
                    <a:pt x="2201" y="1457"/>
                  </a:cubicBezTo>
                  <a:cubicBezTo>
                    <a:pt x="2165" y="1437"/>
                    <a:pt x="2129" y="1421"/>
                    <a:pt x="2089" y="1405"/>
                  </a:cubicBezTo>
                  <a:lnTo>
                    <a:pt x="1981" y="1361"/>
                  </a:lnTo>
                  <a:lnTo>
                    <a:pt x="1997" y="1485"/>
                  </a:lnTo>
                  <a:cubicBezTo>
                    <a:pt x="2005" y="1533"/>
                    <a:pt x="2013" y="1585"/>
                    <a:pt x="2013" y="1633"/>
                  </a:cubicBezTo>
                  <a:cubicBezTo>
                    <a:pt x="2017" y="1681"/>
                    <a:pt x="2017" y="1729"/>
                    <a:pt x="2013" y="1777"/>
                  </a:cubicBezTo>
                  <a:cubicBezTo>
                    <a:pt x="2013" y="1785"/>
                    <a:pt x="2013" y="1797"/>
                    <a:pt x="2009" y="1805"/>
                  </a:cubicBezTo>
                  <a:cubicBezTo>
                    <a:pt x="2009" y="1809"/>
                    <a:pt x="2009" y="1809"/>
                    <a:pt x="2009" y="1813"/>
                  </a:cubicBezTo>
                  <a:lnTo>
                    <a:pt x="2001" y="1829"/>
                  </a:lnTo>
                  <a:cubicBezTo>
                    <a:pt x="1997" y="1833"/>
                    <a:pt x="1993" y="1837"/>
                    <a:pt x="1989" y="1837"/>
                  </a:cubicBezTo>
                  <a:cubicBezTo>
                    <a:pt x="1973" y="1845"/>
                    <a:pt x="1957" y="1845"/>
                    <a:pt x="1941" y="1845"/>
                  </a:cubicBezTo>
                  <a:lnTo>
                    <a:pt x="1913" y="1845"/>
                  </a:lnTo>
                  <a:cubicBezTo>
                    <a:pt x="1908" y="1845"/>
                    <a:pt x="1901" y="1843"/>
                    <a:pt x="1895" y="1842"/>
                  </a:cubicBezTo>
                  <a:lnTo>
                    <a:pt x="1895" y="1842"/>
                  </a:lnTo>
                  <a:cubicBezTo>
                    <a:pt x="1874" y="1827"/>
                    <a:pt x="1854" y="1810"/>
                    <a:pt x="1837" y="1789"/>
                  </a:cubicBezTo>
                  <a:cubicBezTo>
                    <a:pt x="1817" y="1765"/>
                    <a:pt x="1797" y="1737"/>
                    <a:pt x="1781" y="1709"/>
                  </a:cubicBezTo>
                  <a:cubicBezTo>
                    <a:pt x="1745" y="1649"/>
                    <a:pt x="1721" y="1585"/>
                    <a:pt x="1701" y="1517"/>
                  </a:cubicBezTo>
                  <a:lnTo>
                    <a:pt x="1669" y="1413"/>
                  </a:lnTo>
                  <a:cubicBezTo>
                    <a:pt x="1665" y="1393"/>
                    <a:pt x="1657" y="1373"/>
                    <a:pt x="1649" y="1357"/>
                  </a:cubicBezTo>
                  <a:cubicBezTo>
                    <a:pt x="1641" y="1337"/>
                    <a:pt x="1633" y="1317"/>
                    <a:pt x="1621" y="1297"/>
                  </a:cubicBezTo>
                  <a:cubicBezTo>
                    <a:pt x="1601" y="1265"/>
                    <a:pt x="1577" y="1233"/>
                    <a:pt x="1549" y="1201"/>
                  </a:cubicBezTo>
                  <a:cubicBezTo>
                    <a:pt x="1525" y="1173"/>
                    <a:pt x="1497" y="1145"/>
                    <a:pt x="1465" y="1121"/>
                  </a:cubicBezTo>
                  <a:lnTo>
                    <a:pt x="1453" y="1109"/>
                  </a:lnTo>
                  <a:lnTo>
                    <a:pt x="1437" y="1109"/>
                  </a:lnTo>
                  <a:cubicBezTo>
                    <a:pt x="1432" y="1108"/>
                    <a:pt x="1427" y="1108"/>
                    <a:pt x="1422" y="1108"/>
                  </a:cubicBezTo>
                  <a:cubicBezTo>
                    <a:pt x="1399" y="1108"/>
                    <a:pt x="1376" y="1115"/>
                    <a:pt x="1357" y="1125"/>
                  </a:cubicBezTo>
                  <a:cubicBezTo>
                    <a:pt x="1337" y="1133"/>
                    <a:pt x="1317" y="1145"/>
                    <a:pt x="1297" y="1161"/>
                  </a:cubicBezTo>
                  <a:cubicBezTo>
                    <a:pt x="1265" y="1189"/>
                    <a:pt x="1233" y="1217"/>
                    <a:pt x="1205" y="1245"/>
                  </a:cubicBezTo>
                  <a:cubicBezTo>
                    <a:pt x="1177" y="1273"/>
                    <a:pt x="1149" y="1301"/>
                    <a:pt x="1117" y="1325"/>
                  </a:cubicBezTo>
                  <a:cubicBezTo>
                    <a:pt x="1089" y="1349"/>
                    <a:pt x="1057" y="1369"/>
                    <a:pt x="1021" y="1381"/>
                  </a:cubicBezTo>
                  <a:cubicBezTo>
                    <a:pt x="1001" y="1389"/>
                    <a:pt x="985" y="1393"/>
                    <a:pt x="965" y="1397"/>
                  </a:cubicBezTo>
                  <a:cubicBezTo>
                    <a:pt x="945" y="1401"/>
                    <a:pt x="929" y="1401"/>
                    <a:pt x="909" y="1401"/>
                  </a:cubicBezTo>
                  <a:cubicBezTo>
                    <a:pt x="869" y="1401"/>
                    <a:pt x="833" y="1393"/>
                    <a:pt x="793" y="1381"/>
                  </a:cubicBezTo>
                  <a:cubicBezTo>
                    <a:pt x="757" y="1373"/>
                    <a:pt x="721" y="1357"/>
                    <a:pt x="685" y="1337"/>
                  </a:cubicBezTo>
                  <a:cubicBezTo>
                    <a:pt x="655" y="1322"/>
                    <a:pt x="625" y="1300"/>
                    <a:pt x="595" y="1278"/>
                  </a:cubicBezTo>
                  <a:lnTo>
                    <a:pt x="595" y="1278"/>
                  </a:lnTo>
                  <a:cubicBezTo>
                    <a:pt x="572" y="1223"/>
                    <a:pt x="556" y="1168"/>
                    <a:pt x="545" y="1109"/>
                  </a:cubicBezTo>
                  <a:cubicBezTo>
                    <a:pt x="541" y="1081"/>
                    <a:pt x="537" y="1053"/>
                    <a:pt x="537" y="1025"/>
                  </a:cubicBezTo>
                  <a:cubicBezTo>
                    <a:pt x="537" y="1009"/>
                    <a:pt x="537" y="997"/>
                    <a:pt x="537" y="981"/>
                  </a:cubicBezTo>
                  <a:cubicBezTo>
                    <a:pt x="541" y="969"/>
                    <a:pt x="541" y="957"/>
                    <a:pt x="545" y="945"/>
                  </a:cubicBezTo>
                  <a:cubicBezTo>
                    <a:pt x="549" y="941"/>
                    <a:pt x="549" y="937"/>
                    <a:pt x="549" y="933"/>
                  </a:cubicBezTo>
                  <a:cubicBezTo>
                    <a:pt x="553" y="929"/>
                    <a:pt x="557" y="917"/>
                    <a:pt x="561" y="913"/>
                  </a:cubicBezTo>
                  <a:cubicBezTo>
                    <a:pt x="565" y="909"/>
                    <a:pt x="577" y="893"/>
                    <a:pt x="585" y="881"/>
                  </a:cubicBezTo>
                  <a:cubicBezTo>
                    <a:pt x="605" y="861"/>
                    <a:pt x="625" y="841"/>
                    <a:pt x="645" y="821"/>
                  </a:cubicBezTo>
                  <a:cubicBezTo>
                    <a:pt x="669" y="805"/>
                    <a:pt x="689" y="785"/>
                    <a:pt x="713" y="769"/>
                  </a:cubicBezTo>
                  <a:cubicBezTo>
                    <a:pt x="737" y="753"/>
                    <a:pt x="761" y="737"/>
                    <a:pt x="785" y="725"/>
                  </a:cubicBezTo>
                  <a:lnTo>
                    <a:pt x="877" y="673"/>
                  </a:lnTo>
                  <a:lnTo>
                    <a:pt x="785" y="625"/>
                  </a:lnTo>
                  <a:cubicBezTo>
                    <a:pt x="761" y="613"/>
                    <a:pt x="741" y="605"/>
                    <a:pt x="717" y="597"/>
                  </a:cubicBezTo>
                  <a:lnTo>
                    <a:pt x="657" y="581"/>
                  </a:lnTo>
                  <a:cubicBezTo>
                    <a:pt x="621" y="573"/>
                    <a:pt x="581" y="561"/>
                    <a:pt x="545" y="549"/>
                  </a:cubicBezTo>
                  <a:cubicBezTo>
                    <a:pt x="509" y="541"/>
                    <a:pt x="477" y="529"/>
                    <a:pt x="441" y="513"/>
                  </a:cubicBezTo>
                  <a:cubicBezTo>
                    <a:pt x="425" y="509"/>
                    <a:pt x="409" y="501"/>
                    <a:pt x="393" y="489"/>
                  </a:cubicBezTo>
                  <a:cubicBezTo>
                    <a:pt x="377" y="485"/>
                    <a:pt x="361" y="473"/>
                    <a:pt x="349" y="465"/>
                  </a:cubicBezTo>
                  <a:lnTo>
                    <a:pt x="329" y="449"/>
                  </a:lnTo>
                  <a:lnTo>
                    <a:pt x="309" y="429"/>
                  </a:lnTo>
                  <a:cubicBezTo>
                    <a:pt x="301" y="421"/>
                    <a:pt x="285" y="405"/>
                    <a:pt x="273" y="393"/>
                  </a:cubicBezTo>
                  <a:cubicBezTo>
                    <a:pt x="249" y="361"/>
                    <a:pt x="229" y="333"/>
                    <a:pt x="209" y="301"/>
                  </a:cubicBezTo>
                  <a:cubicBezTo>
                    <a:pt x="170" y="245"/>
                    <a:pt x="135" y="187"/>
                    <a:pt x="106" y="128"/>
                  </a:cubicBezTo>
                  <a:lnTo>
                    <a:pt x="106" y="128"/>
                  </a:lnTo>
                  <a:cubicBezTo>
                    <a:pt x="111" y="123"/>
                    <a:pt x="116" y="118"/>
                    <a:pt x="121" y="113"/>
                  </a:cubicBezTo>
                  <a:cubicBezTo>
                    <a:pt x="133" y="105"/>
                    <a:pt x="149" y="97"/>
                    <a:pt x="165" y="89"/>
                  </a:cubicBezTo>
                  <a:cubicBezTo>
                    <a:pt x="169" y="85"/>
                    <a:pt x="177" y="81"/>
                    <a:pt x="185" y="77"/>
                  </a:cubicBezTo>
                  <a:cubicBezTo>
                    <a:pt x="193" y="77"/>
                    <a:pt x="201" y="69"/>
                    <a:pt x="209" y="69"/>
                  </a:cubicBezTo>
                  <a:cubicBezTo>
                    <a:pt x="225" y="65"/>
                    <a:pt x="241" y="61"/>
                    <a:pt x="261" y="57"/>
                  </a:cubicBezTo>
                  <a:cubicBezTo>
                    <a:pt x="282" y="53"/>
                    <a:pt x="305" y="51"/>
                    <a:pt x="328" y="51"/>
                  </a:cubicBezTo>
                  <a:cubicBezTo>
                    <a:pt x="377" y="51"/>
                    <a:pt x="426" y="59"/>
                    <a:pt x="473" y="73"/>
                  </a:cubicBezTo>
                  <a:lnTo>
                    <a:pt x="473" y="57"/>
                  </a:lnTo>
                  <a:cubicBezTo>
                    <a:pt x="437" y="37"/>
                    <a:pt x="401" y="25"/>
                    <a:pt x="365" y="13"/>
                  </a:cubicBezTo>
                  <a:cubicBezTo>
                    <a:pt x="325" y="5"/>
                    <a:pt x="285" y="1"/>
                    <a:pt x="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341019" y="1674793"/>
              <a:ext cx="223773" cy="422760"/>
            </a:xfrm>
            <a:custGeom>
              <a:avLst/>
              <a:gdLst/>
              <a:ahLst/>
              <a:cxnLst/>
              <a:rect l="l" t="t" r="r" b="b"/>
              <a:pathLst>
                <a:path w="957" h="1808" extrusionOk="0">
                  <a:moveTo>
                    <a:pt x="857" y="1"/>
                  </a:moveTo>
                  <a:cubicBezTo>
                    <a:pt x="846" y="1"/>
                    <a:pt x="835" y="3"/>
                    <a:pt x="825" y="8"/>
                  </a:cubicBezTo>
                  <a:cubicBezTo>
                    <a:pt x="805" y="16"/>
                    <a:pt x="789" y="28"/>
                    <a:pt x="773" y="44"/>
                  </a:cubicBezTo>
                  <a:cubicBezTo>
                    <a:pt x="669" y="124"/>
                    <a:pt x="605" y="248"/>
                    <a:pt x="613" y="384"/>
                  </a:cubicBezTo>
                  <a:cubicBezTo>
                    <a:pt x="609" y="400"/>
                    <a:pt x="609" y="412"/>
                    <a:pt x="609" y="428"/>
                  </a:cubicBezTo>
                  <a:cubicBezTo>
                    <a:pt x="589" y="672"/>
                    <a:pt x="441" y="884"/>
                    <a:pt x="297" y="1088"/>
                  </a:cubicBezTo>
                  <a:lnTo>
                    <a:pt x="261" y="1148"/>
                  </a:lnTo>
                  <a:cubicBezTo>
                    <a:pt x="149" y="1308"/>
                    <a:pt x="41" y="1492"/>
                    <a:pt x="1" y="1684"/>
                  </a:cubicBezTo>
                  <a:cubicBezTo>
                    <a:pt x="5" y="1692"/>
                    <a:pt x="9" y="1696"/>
                    <a:pt x="9" y="1704"/>
                  </a:cubicBezTo>
                  <a:cubicBezTo>
                    <a:pt x="25" y="1740"/>
                    <a:pt x="41" y="1776"/>
                    <a:pt x="61" y="1808"/>
                  </a:cubicBezTo>
                  <a:cubicBezTo>
                    <a:pt x="65" y="1584"/>
                    <a:pt x="189" y="1372"/>
                    <a:pt x="317" y="1184"/>
                  </a:cubicBezTo>
                  <a:lnTo>
                    <a:pt x="357" y="1128"/>
                  </a:lnTo>
                  <a:cubicBezTo>
                    <a:pt x="505" y="916"/>
                    <a:pt x="657" y="696"/>
                    <a:pt x="677" y="432"/>
                  </a:cubicBezTo>
                  <a:cubicBezTo>
                    <a:pt x="681" y="416"/>
                    <a:pt x="681" y="400"/>
                    <a:pt x="681" y="384"/>
                  </a:cubicBezTo>
                  <a:cubicBezTo>
                    <a:pt x="681" y="368"/>
                    <a:pt x="685" y="352"/>
                    <a:pt x="685" y="332"/>
                  </a:cubicBezTo>
                  <a:cubicBezTo>
                    <a:pt x="753" y="320"/>
                    <a:pt x="817" y="292"/>
                    <a:pt x="873" y="248"/>
                  </a:cubicBezTo>
                  <a:cubicBezTo>
                    <a:pt x="921" y="216"/>
                    <a:pt x="949" y="168"/>
                    <a:pt x="957" y="112"/>
                  </a:cubicBezTo>
                  <a:cubicBezTo>
                    <a:pt x="957" y="76"/>
                    <a:pt x="937" y="40"/>
                    <a:pt x="909" y="20"/>
                  </a:cubicBezTo>
                  <a:cubicBezTo>
                    <a:pt x="894" y="7"/>
                    <a:pt x="876" y="1"/>
                    <a:pt x="8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399008" y="1896230"/>
              <a:ext cx="236867" cy="304210"/>
            </a:xfrm>
            <a:custGeom>
              <a:avLst/>
              <a:gdLst/>
              <a:ahLst/>
              <a:cxnLst/>
              <a:rect l="l" t="t" r="r" b="b"/>
              <a:pathLst>
                <a:path w="1013" h="1301" extrusionOk="0">
                  <a:moveTo>
                    <a:pt x="901" y="0"/>
                  </a:moveTo>
                  <a:cubicBezTo>
                    <a:pt x="861" y="0"/>
                    <a:pt x="823" y="19"/>
                    <a:pt x="797" y="53"/>
                  </a:cubicBezTo>
                  <a:cubicBezTo>
                    <a:pt x="773" y="101"/>
                    <a:pt x="765" y="153"/>
                    <a:pt x="769" y="205"/>
                  </a:cubicBezTo>
                  <a:lnTo>
                    <a:pt x="769" y="237"/>
                  </a:lnTo>
                  <a:cubicBezTo>
                    <a:pt x="641" y="277"/>
                    <a:pt x="517" y="341"/>
                    <a:pt x="409" y="425"/>
                  </a:cubicBezTo>
                  <a:cubicBezTo>
                    <a:pt x="293" y="525"/>
                    <a:pt x="213" y="669"/>
                    <a:pt x="193" y="825"/>
                  </a:cubicBezTo>
                  <a:cubicBezTo>
                    <a:pt x="189" y="845"/>
                    <a:pt x="185" y="861"/>
                    <a:pt x="185" y="881"/>
                  </a:cubicBezTo>
                  <a:cubicBezTo>
                    <a:pt x="181" y="913"/>
                    <a:pt x="177" y="945"/>
                    <a:pt x="173" y="973"/>
                  </a:cubicBezTo>
                  <a:cubicBezTo>
                    <a:pt x="141" y="1077"/>
                    <a:pt x="81" y="1169"/>
                    <a:pt x="1" y="1237"/>
                  </a:cubicBezTo>
                  <a:cubicBezTo>
                    <a:pt x="9" y="1257"/>
                    <a:pt x="21" y="1281"/>
                    <a:pt x="29" y="1301"/>
                  </a:cubicBezTo>
                  <a:cubicBezTo>
                    <a:pt x="117" y="1221"/>
                    <a:pt x="209" y="1117"/>
                    <a:pt x="241" y="989"/>
                  </a:cubicBezTo>
                  <a:cubicBezTo>
                    <a:pt x="245" y="957"/>
                    <a:pt x="253" y="921"/>
                    <a:pt x="253" y="889"/>
                  </a:cubicBezTo>
                  <a:cubicBezTo>
                    <a:pt x="257" y="869"/>
                    <a:pt x="257" y="849"/>
                    <a:pt x="261" y="833"/>
                  </a:cubicBezTo>
                  <a:cubicBezTo>
                    <a:pt x="281" y="693"/>
                    <a:pt x="349" y="569"/>
                    <a:pt x="457" y="477"/>
                  </a:cubicBezTo>
                  <a:cubicBezTo>
                    <a:pt x="561" y="385"/>
                    <a:pt x="701" y="337"/>
                    <a:pt x="841" y="285"/>
                  </a:cubicBezTo>
                  <a:cubicBezTo>
                    <a:pt x="893" y="269"/>
                    <a:pt x="941" y="241"/>
                    <a:pt x="981" y="197"/>
                  </a:cubicBezTo>
                  <a:cubicBezTo>
                    <a:pt x="1005" y="169"/>
                    <a:pt x="1013" y="129"/>
                    <a:pt x="1009" y="89"/>
                  </a:cubicBezTo>
                  <a:cubicBezTo>
                    <a:pt x="1005" y="61"/>
                    <a:pt x="989" y="33"/>
                    <a:pt x="965" y="17"/>
                  </a:cubicBezTo>
                  <a:cubicBezTo>
                    <a:pt x="944" y="5"/>
                    <a:pt x="922" y="0"/>
                    <a:pt x="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421456" y="2014081"/>
              <a:ext cx="298598" cy="288309"/>
            </a:xfrm>
            <a:custGeom>
              <a:avLst/>
              <a:gdLst/>
              <a:ahLst/>
              <a:cxnLst/>
              <a:rect l="l" t="t" r="r" b="b"/>
              <a:pathLst>
                <a:path w="1277" h="1233" extrusionOk="0">
                  <a:moveTo>
                    <a:pt x="1165" y="1"/>
                  </a:moveTo>
                  <a:cubicBezTo>
                    <a:pt x="1105" y="9"/>
                    <a:pt x="1053" y="53"/>
                    <a:pt x="1037" y="117"/>
                  </a:cubicBezTo>
                  <a:cubicBezTo>
                    <a:pt x="1029" y="149"/>
                    <a:pt x="1021" y="185"/>
                    <a:pt x="1021" y="217"/>
                  </a:cubicBezTo>
                  <a:cubicBezTo>
                    <a:pt x="1021" y="221"/>
                    <a:pt x="1021" y="229"/>
                    <a:pt x="1021" y="233"/>
                  </a:cubicBezTo>
                  <a:cubicBezTo>
                    <a:pt x="1021" y="241"/>
                    <a:pt x="1021" y="249"/>
                    <a:pt x="1021" y="261"/>
                  </a:cubicBezTo>
                  <a:cubicBezTo>
                    <a:pt x="997" y="445"/>
                    <a:pt x="845" y="589"/>
                    <a:pt x="721" y="681"/>
                  </a:cubicBezTo>
                  <a:cubicBezTo>
                    <a:pt x="665" y="721"/>
                    <a:pt x="605" y="757"/>
                    <a:pt x="545" y="793"/>
                  </a:cubicBezTo>
                  <a:cubicBezTo>
                    <a:pt x="441" y="849"/>
                    <a:pt x="345" y="917"/>
                    <a:pt x="253" y="997"/>
                  </a:cubicBezTo>
                  <a:lnTo>
                    <a:pt x="221" y="1029"/>
                  </a:lnTo>
                  <a:cubicBezTo>
                    <a:pt x="157" y="1085"/>
                    <a:pt x="93" y="1149"/>
                    <a:pt x="21" y="1161"/>
                  </a:cubicBezTo>
                  <a:lnTo>
                    <a:pt x="13" y="1197"/>
                  </a:lnTo>
                  <a:cubicBezTo>
                    <a:pt x="9" y="1209"/>
                    <a:pt x="5" y="1221"/>
                    <a:pt x="1" y="1233"/>
                  </a:cubicBezTo>
                  <a:cubicBezTo>
                    <a:pt x="105" y="1229"/>
                    <a:pt x="193" y="1149"/>
                    <a:pt x="269" y="1077"/>
                  </a:cubicBezTo>
                  <a:cubicBezTo>
                    <a:pt x="281" y="1065"/>
                    <a:pt x="289" y="1057"/>
                    <a:pt x="301" y="1045"/>
                  </a:cubicBezTo>
                  <a:cubicBezTo>
                    <a:pt x="389" y="973"/>
                    <a:pt x="481" y="909"/>
                    <a:pt x="581" y="849"/>
                  </a:cubicBezTo>
                  <a:cubicBezTo>
                    <a:pt x="641" y="813"/>
                    <a:pt x="701" y="777"/>
                    <a:pt x="761" y="737"/>
                  </a:cubicBezTo>
                  <a:cubicBezTo>
                    <a:pt x="897" y="641"/>
                    <a:pt x="1065" y="481"/>
                    <a:pt x="1089" y="269"/>
                  </a:cubicBezTo>
                  <a:cubicBezTo>
                    <a:pt x="1089" y="261"/>
                    <a:pt x="1089" y="253"/>
                    <a:pt x="1089" y="245"/>
                  </a:cubicBezTo>
                  <a:cubicBezTo>
                    <a:pt x="1113" y="229"/>
                    <a:pt x="1141" y="213"/>
                    <a:pt x="1165" y="205"/>
                  </a:cubicBezTo>
                  <a:cubicBezTo>
                    <a:pt x="1201" y="193"/>
                    <a:pt x="1229" y="177"/>
                    <a:pt x="1253" y="153"/>
                  </a:cubicBezTo>
                  <a:cubicBezTo>
                    <a:pt x="1277" y="129"/>
                    <a:pt x="1277" y="89"/>
                    <a:pt x="1261" y="61"/>
                  </a:cubicBezTo>
                  <a:cubicBezTo>
                    <a:pt x="1241" y="25"/>
                    <a:pt x="1205" y="1"/>
                    <a:pt x="1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479446" y="2136608"/>
              <a:ext cx="337881" cy="252768"/>
            </a:xfrm>
            <a:custGeom>
              <a:avLst/>
              <a:gdLst/>
              <a:ahLst/>
              <a:cxnLst/>
              <a:rect l="l" t="t" r="r" b="b"/>
              <a:pathLst>
                <a:path w="1445" h="1081" extrusionOk="0">
                  <a:moveTo>
                    <a:pt x="1292" y="0"/>
                  </a:moveTo>
                  <a:cubicBezTo>
                    <a:pt x="1237" y="0"/>
                    <a:pt x="1186" y="24"/>
                    <a:pt x="1149" y="61"/>
                  </a:cubicBezTo>
                  <a:cubicBezTo>
                    <a:pt x="1113" y="101"/>
                    <a:pt x="1081" y="145"/>
                    <a:pt x="1057" y="193"/>
                  </a:cubicBezTo>
                  <a:cubicBezTo>
                    <a:pt x="1041" y="225"/>
                    <a:pt x="1025" y="253"/>
                    <a:pt x="1005" y="277"/>
                  </a:cubicBezTo>
                  <a:cubicBezTo>
                    <a:pt x="973" y="317"/>
                    <a:pt x="941" y="349"/>
                    <a:pt x="901" y="381"/>
                  </a:cubicBezTo>
                  <a:lnTo>
                    <a:pt x="737" y="525"/>
                  </a:lnTo>
                  <a:cubicBezTo>
                    <a:pt x="637" y="613"/>
                    <a:pt x="533" y="705"/>
                    <a:pt x="425" y="789"/>
                  </a:cubicBezTo>
                  <a:lnTo>
                    <a:pt x="361" y="841"/>
                  </a:lnTo>
                  <a:cubicBezTo>
                    <a:pt x="313" y="877"/>
                    <a:pt x="261" y="913"/>
                    <a:pt x="213" y="949"/>
                  </a:cubicBezTo>
                  <a:cubicBezTo>
                    <a:pt x="197" y="957"/>
                    <a:pt x="185" y="969"/>
                    <a:pt x="173" y="977"/>
                  </a:cubicBezTo>
                  <a:lnTo>
                    <a:pt x="149" y="989"/>
                  </a:lnTo>
                  <a:lnTo>
                    <a:pt x="101" y="1021"/>
                  </a:lnTo>
                  <a:cubicBezTo>
                    <a:pt x="69" y="1041"/>
                    <a:pt x="33" y="1057"/>
                    <a:pt x="1" y="1077"/>
                  </a:cubicBezTo>
                  <a:cubicBezTo>
                    <a:pt x="7" y="1075"/>
                    <a:pt x="13" y="1074"/>
                    <a:pt x="19" y="1074"/>
                  </a:cubicBezTo>
                  <a:cubicBezTo>
                    <a:pt x="25" y="1074"/>
                    <a:pt x="31" y="1075"/>
                    <a:pt x="37" y="1077"/>
                  </a:cubicBezTo>
                  <a:cubicBezTo>
                    <a:pt x="46" y="1076"/>
                    <a:pt x="56" y="1075"/>
                    <a:pt x="65" y="1075"/>
                  </a:cubicBezTo>
                  <a:cubicBezTo>
                    <a:pt x="88" y="1075"/>
                    <a:pt x="111" y="1078"/>
                    <a:pt x="137" y="1081"/>
                  </a:cubicBezTo>
                  <a:cubicBezTo>
                    <a:pt x="165" y="1065"/>
                    <a:pt x="193" y="1045"/>
                    <a:pt x="225" y="1029"/>
                  </a:cubicBezTo>
                  <a:cubicBezTo>
                    <a:pt x="253" y="1009"/>
                    <a:pt x="281" y="989"/>
                    <a:pt x="309" y="969"/>
                  </a:cubicBezTo>
                  <a:cubicBezTo>
                    <a:pt x="337" y="949"/>
                    <a:pt x="369" y="929"/>
                    <a:pt x="393" y="909"/>
                  </a:cubicBezTo>
                  <a:cubicBezTo>
                    <a:pt x="417" y="889"/>
                    <a:pt x="445" y="873"/>
                    <a:pt x="469" y="853"/>
                  </a:cubicBezTo>
                  <a:cubicBezTo>
                    <a:pt x="469" y="849"/>
                    <a:pt x="473" y="845"/>
                    <a:pt x="477" y="845"/>
                  </a:cubicBezTo>
                  <a:cubicBezTo>
                    <a:pt x="505" y="825"/>
                    <a:pt x="529" y="801"/>
                    <a:pt x="553" y="781"/>
                  </a:cubicBezTo>
                  <a:cubicBezTo>
                    <a:pt x="633" y="717"/>
                    <a:pt x="709" y="649"/>
                    <a:pt x="785" y="581"/>
                  </a:cubicBezTo>
                  <a:lnTo>
                    <a:pt x="949" y="437"/>
                  </a:lnTo>
                  <a:cubicBezTo>
                    <a:pt x="993" y="401"/>
                    <a:pt x="1029" y="365"/>
                    <a:pt x="1065" y="321"/>
                  </a:cubicBezTo>
                  <a:cubicBezTo>
                    <a:pt x="1081" y="293"/>
                    <a:pt x="1101" y="265"/>
                    <a:pt x="1117" y="233"/>
                  </a:cubicBezTo>
                  <a:cubicBezTo>
                    <a:pt x="1141" y="237"/>
                    <a:pt x="1165" y="241"/>
                    <a:pt x="1185" y="245"/>
                  </a:cubicBezTo>
                  <a:cubicBezTo>
                    <a:pt x="1221" y="257"/>
                    <a:pt x="1257" y="261"/>
                    <a:pt x="1293" y="261"/>
                  </a:cubicBezTo>
                  <a:cubicBezTo>
                    <a:pt x="1345" y="245"/>
                    <a:pt x="1389" y="221"/>
                    <a:pt x="1425" y="181"/>
                  </a:cubicBezTo>
                  <a:cubicBezTo>
                    <a:pt x="1437" y="161"/>
                    <a:pt x="1445" y="137"/>
                    <a:pt x="1437" y="117"/>
                  </a:cubicBezTo>
                  <a:cubicBezTo>
                    <a:pt x="1421" y="53"/>
                    <a:pt x="1369" y="5"/>
                    <a:pt x="1305" y="1"/>
                  </a:cubicBezTo>
                  <a:cubicBezTo>
                    <a:pt x="1301" y="0"/>
                    <a:pt x="1296" y="0"/>
                    <a:pt x="1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291447" y="1771832"/>
              <a:ext cx="76929" cy="233126"/>
            </a:xfrm>
            <a:custGeom>
              <a:avLst/>
              <a:gdLst/>
              <a:ahLst/>
              <a:cxnLst/>
              <a:rect l="l" t="t" r="r" b="b"/>
              <a:pathLst>
                <a:path w="329" h="997" extrusionOk="0">
                  <a:moveTo>
                    <a:pt x="89" y="1"/>
                  </a:moveTo>
                  <a:cubicBezTo>
                    <a:pt x="77" y="1"/>
                    <a:pt x="65" y="2"/>
                    <a:pt x="53" y="5"/>
                  </a:cubicBezTo>
                  <a:lnTo>
                    <a:pt x="41" y="9"/>
                  </a:lnTo>
                  <a:cubicBezTo>
                    <a:pt x="17" y="33"/>
                    <a:pt x="1" y="61"/>
                    <a:pt x="5" y="93"/>
                  </a:cubicBezTo>
                  <a:cubicBezTo>
                    <a:pt x="9" y="145"/>
                    <a:pt x="33" y="189"/>
                    <a:pt x="77" y="217"/>
                  </a:cubicBezTo>
                  <a:cubicBezTo>
                    <a:pt x="101" y="233"/>
                    <a:pt x="129" y="249"/>
                    <a:pt x="157" y="261"/>
                  </a:cubicBezTo>
                  <a:cubicBezTo>
                    <a:pt x="181" y="269"/>
                    <a:pt x="209" y="285"/>
                    <a:pt x="233" y="301"/>
                  </a:cubicBezTo>
                  <a:lnTo>
                    <a:pt x="237" y="293"/>
                  </a:lnTo>
                  <a:lnTo>
                    <a:pt x="237" y="293"/>
                  </a:lnTo>
                  <a:cubicBezTo>
                    <a:pt x="257" y="405"/>
                    <a:pt x="249" y="521"/>
                    <a:pt x="217" y="633"/>
                  </a:cubicBezTo>
                  <a:cubicBezTo>
                    <a:pt x="189" y="737"/>
                    <a:pt x="145" y="841"/>
                    <a:pt x="85" y="933"/>
                  </a:cubicBezTo>
                  <a:cubicBezTo>
                    <a:pt x="97" y="953"/>
                    <a:pt x="113" y="977"/>
                    <a:pt x="125" y="997"/>
                  </a:cubicBezTo>
                  <a:cubicBezTo>
                    <a:pt x="197" y="893"/>
                    <a:pt x="249" y="773"/>
                    <a:pt x="285" y="653"/>
                  </a:cubicBezTo>
                  <a:cubicBezTo>
                    <a:pt x="329" y="497"/>
                    <a:pt x="329" y="329"/>
                    <a:pt x="277" y="177"/>
                  </a:cubicBezTo>
                  <a:cubicBezTo>
                    <a:pt x="265" y="129"/>
                    <a:pt x="237" y="85"/>
                    <a:pt x="205" y="49"/>
                  </a:cubicBezTo>
                  <a:cubicBezTo>
                    <a:pt x="173" y="17"/>
                    <a:pt x="132" y="1"/>
                    <a:pt x="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241875" y="1710101"/>
              <a:ext cx="42323" cy="212549"/>
            </a:xfrm>
            <a:custGeom>
              <a:avLst/>
              <a:gdLst/>
              <a:ahLst/>
              <a:cxnLst/>
              <a:rect l="l" t="t" r="r" b="b"/>
              <a:pathLst>
                <a:path w="181" h="909" extrusionOk="0">
                  <a:moveTo>
                    <a:pt x="73" y="1"/>
                  </a:moveTo>
                  <a:cubicBezTo>
                    <a:pt x="45" y="1"/>
                    <a:pt x="13" y="21"/>
                    <a:pt x="5" y="73"/>
                  </a:cubicBezTo>
                  <a:cubicBezTo>
                    <a:pt x="1" y="129"/>
                    <a:pt x="5" y="185"/>
                    <a:pt x="13" y="237"/>
                  </a:cubicBezTo>
                  <a:cubicBezTo>
                    <a:pt x="17" y="257"/>
                    <a:pt x="21" y="277"/>
                    <a:pt x="21" y="297"/>
                  </a:cubicBezTo>
                  <a:cubicBezTo>
                    <a:pt x="29" y="401"/>
                    <a:pt x="49" y="501"/>
                    <a:pt x="73" y="601"/>
                  </a:cubicBezTo>
                  <a:cubicBezTo>
                    <a:pt x="69" y="621"/>
                    <a:pt x="69" y="645"/>
                    <a:pt x="77" y="665"/>
                  </a:cubicBezTo>
                  <a:cubicBezTo>
                    <a:pt x="81" y="673"/>
                    <a:pt x="85" y="681"/>
                    <a:pt x="85" y="693"/>
                  </a:cubicBezTo>
                  <a:cubicBezTo>
                    <a:pt x="85" y="705"/>
                    <a:pt x="77" y="721"/>
                    <a:pt x="69" y="733"/>
                  </a:cubicBezTo>
                  <a:cubicBezTo>
                    <a:pt x="61" y="745"/>
                    <a:pt x="57" y="757"/>
                    <a:pt x="53" y="769"/>
                  </a:cubicBezTo>
                  <a:cubicBezTo>
                    <a:pt x="45" y="785"/>
                    <a:pt x="41" y="805"/>
                    <a:pt x="37" y="821"/>
                  </a:cubicBezTo>
                  <a:lnTo>
                    <a:pt x="37" y="833"/>
                  </a:lnTo>
                  <a:cubicBezTo>
                    <a:pt x="37" y="837"/>
                    <a:pt x="37" y="837"/>
                    <a:pt x="37" y="841"/>
                  </a:cubicBezTo>
                  <a:cubicBezTo>
                    <a:pt x="41" y="841"/>
                    <a:pt x="45" y="845"/>
                    <a:pt x="45" y="849"/>
                  </a:cubicBezTo>
                  <a:lnTo>
                    <a:pt x="89" y="909"/>
                  </a:lnTo>
                  <a:cubicBezTo>
                    <a:pt x="97" y="889"/>
                    <a:pt x="105" y="869"/>
                    <a:pt x="109" y="845"/>
                  </a:cubicBezTo>
                  <a:lnTo>
                    <a:pt x="109" y="833"/>
                  </a:lnTo>
                  <a:cubicBezTo>
                    <a:pt x="113" y="817"/>
                    <a:pt x="113" y="805"/>
                    <a:pt x="121" y="793"/>
                  </a:cubicBezTo>
                  <a:cubicBezTo>
                    <a:pt x="125" y="781"/>
                    <a:pt x="129" y="773"/>
                    <a:pt x="133" y="765"/>
                  </a:cubicBezTo>
                  <a:cubicBezTo>
                    <a:pt x="149" y="741"/>
                    <a:pt x="157" y="717"/>
                    <a:pt x="157" y="689"/>
                  </a:cubicBezTo>
                  <a:cubicBezTo>
                    <a:pt x="157" y="673"/>
                    <a:pt x="153" y="653"/>
                    <a:pt x="149" y="641"/>
                  </a:cubicBezTo>
                  <a:cubicBezTo>
                    <a:pt x="141" y="625"/>
                    <a:pt x="141" y="621"/>
                    <a:pt x="137" y="617"/>
                  </a:cubicBezTo>
                  <a:lnTo>
                    <a:pt x="145" y="605"/>
                  </a:lnTo>
                  <a:lnTo>
                    <a:pt x="141" y="593"/>
                  </a:lnTo>
                  <a:cubicBezTo>
                    <a:pt x="117" y="493"/>
                    <a:pt x="97" y="393"/>
                    <a:pt x="89" y="293"/>
                  </a:cubicBezTo>
                  <a:cubicBezTo>
                    <a:pt x="89" y="281"/>
                    <a:pt x="89" y="273"/>
                    <a:pt x="89" y="265"/>
                  </a:cubicBezTo>
                  <a:cubicBezTo>
                    <a:pt x="145" y="241"/>
                    <a:pt x="181" y="181"/>
                    <a:pt x="181" y="121"/>
                  </a:cubicBezTo>
                  <a:cubicBezTo>
                    <a:pt x="177" y="61"/>
                    <a:pt x="133" y="13"/>
                    <a:pt x="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6;p2"/>
          <p:cNvGrpSpPr/>
          <p:nvPr/>
        </p:nvGrpSpPr>
        <p:grpSpPr>
          <a:xfrm>
            <a:off x="4917519" y="196078"/>
            <a:ext cx="2620102" cy="2063165"/>
            <a:chOff x="2199201" y="1155985"/>
            <a:chExt cx="1943696" cy="1530538"/>
          </a:xfrm>
        </p:grpSpPr>
        <p:sp>
          <p:nvSpPr>
            <p:cNvPr id="37" name="Google Shape;37;p2"/>
            <p:cNvSpPr/>
            <p:nvPr/>
          </p:nvSpPr>
          <p:spPr>
            <a:xfrm>
              <a:off x="2229590" y="1809344"/>
              <a:ext cx="841720" cy="593938"/>
            </a:xfrm>
            <a:custGeom>
              <a:avLst/>
              <a:gdLst/>
              <a:ahLst/>
              <a:cxnLst/>
              <a:rect l="l" t="t" r="r" b="b"/>
              <a:pathLst>
                <a:path w="4321" h="3049" extrusionOk="0">
                  <a:moveTo>
                    <a:pt x="2588" y="117"/>
                  </a:moveTo>
                  <a:cubicBezTo>
                    <a:pt x="2662" y="117"/>
                    <a:pt x="2736" y="131"/>
                    <a:pt x="2805" y="158"/>
                  </a:cubicBezTo>
                  <a:cubicBezTo>
                    <a:pt x="2889" y="194"/>
                    <a:pt x="2945" y="274"/>
                    <a:pt x="3005" y="366"/>
                  </a:cubicBezTo>
                  <a:cubicBezTo>
                    <a:pt x="3037" y="418"/>
                    <a:pt x="3069" y="462"/>
                    <a:pt x="3109" y="506"/>
                  </a:cubicBezTo>
                  <a:cubicBezTo>
                    <a:pt x="3149" y="550"/>
                    <a:pt x="3193" y="586"/>
                    <a:pt x="3245" y="618"/>
                  </a:cubicBezTo>
                  <a:cubicBezTo>
                    <a:pt x="3273" y="630"/>
                    <a:pt x="3297" y="642"/>
                    <a:pt x="3325" y="654"/>
                  </a:cubicBezTo>
                  <a:cubicBezTo>
                    <a:pt x="3353" y="666"/>
                    <a:pt x="3381" y="670"/>
                    <a:pt x="3409" y="682"/>
                  </a:cubicBezTo>
                  <a:lnTo>
                    <a:pt x="3445" y="694"/>
                  </a:lnTo>
                  <a:cubicBezTo>
                    <a:pt x="3457" y="698"/>
                    <a:pt x="3465" y="702"/>
                    <a:pt x="3477" y="706"/>
                  </a:cubicBezTo>
                  <a:cubicBezTo>
                    <a:pt x="3497" y="718"/>
                    <a:pt x="3517" y="730"/>
                    <a:pt x="3537" y="746"/>
                  </a:cubicBezTo>
                  <a:cubicBezTo>
                    <a:pt x="3613" y="818"/>
                    <a:pt x="3669" y="906"/>
                    <a:pt x="3697" y="1006"/>
                  </a:cubicBezTo>
                  <a:cubicBezTo>
                    <a:pt x="3733" y="1110"/>
                    <a:pt x="3761" y="1214"/>
                    <a:pt x="3781" y="1318"/>
                  </a:cubicBezTo>
                  <a:cubicBezTo>
                    <a:pt x="3801" y="1426"/>
                    <a:pt x="3817" y="1534"/>
                    <a:pt x="3841" y="1642"/>
                  </a:cubicBezTo>
                  <a:cubicBezTo>
                    <a:pt x="3857" y="1754"/>
                    <a:pt x="3897" y="1858"/>
                    <a:pt x="3957" y="1954"/>
                  </a:cubicBezTo>
                  <a:cubicBezTo>
                    <a:pt x="4081" y="2130"/>
                    <a:pt x="4197" y="2318"/>
                    <a:pt x="4245" y="2526"/>
                  </a:cubicBezTo>
                  <a:cubicBezTo>
                    <a:pt x="4261" y="2626"/>
                    <a:pt x="4261" y="2738"/>
                    <a:pt x="4205" y="2814"/>
                  </a:cubicBezTo>
                  <a:lnTo>
                    <a:pt x="4181" y="2838"/>
                  </a:lnTo>
                  <a:cubicBezTo>
                    <a:pt x="4173" y="2846"/>
                    <a:pt x="4161" y="2854"/>
                    <a:pt x="4153" y="2862"/>
                  </a:cubicBezTo>
                  <a:lnTo>
                    <a:pt x="4141" y="2874"/>
                  </a:lnTo>
                  <a:lnTo>
                    <a:pt x="4137" y="2878"/>
                  </a:lnTo>
                  <a:lnTo>
                    <a:pt x="4125" y="2882"/>
                  </a:lnTo>
                  <a:cubicBezTo>
                    <a:pt x="4117" y="2886"/>
                    <a:pt x="4105" y="2890"/>
                    <a:pt x="4093" y="2894"/>
                  </a:cubicBezTo>
                  <a:cubicBezTo>
                    <a:pt x="4041" y="2906"/>
                    <a:pt x="3993" y="2918"/>
                    <a:pt x="3941" y="2922"/>
                  </a:cubicBezTo>
                  <a:cubicBezTo>
                    <a:pt x="3815" y="2929"/>
                    <a:pt x="3690" y="2933"/>
                    <a:pt x="3565" y="2933"/>
                  </a:cubicBezTo>
                  <a:cubicBezTo>
                    <a:pt x="3475" y="2933"/>
                    <a:pt x="3386" y="2931"/>
                    <a:pt x="3297" y="2926"/>
                  </a:cubicBezTo>
                  <a:cubicBezTo>
                    <a:pt x="3077" y="2914"/>
                    <a:pt x="2861" y="2898"/>
                    <a:pt x="2645" y="2878"/>
                  </a:cubicBezTo>
                  <a:cubicBezTo>
                    <a:pt x="2429" y="2854"/>
                    <a:pt x="2213" y="2830"/>
                    <a:pt x="2001" y="2798"/>
                  </a:cubicBezTo>
                  <a:cubicBezTo>
                    <a:pt x="1785" y="2762"/>
                    <a:pt x="1569" y="2730"/>
                    <a:pt x="1361" y="2678"/>
                  </a:cubicBezTo>
                  <a:cubicBezTo>
                    <a:pt x="1261" y="2658"/>
                    <a:pt x="1157" y="2626"/>
                    <a:pt x="1061" y="2590"/>
                  </a:cubicBezTo>
                  <a:cubicBezTo>
                    <a:pt x="1037" y="2582"/>
                    <a:pt x="1017" y="2570"/>
                    <a:pt x="993" y="2558"/>
                  </a:cubicBezTo>
                  <a:cubicBezTo>
                    <a:pt x="985" y="2554"/>
                    <a:pt x="973" y="2550"/>
                    <a:pt x="965" y="2542"/>
                  </a:cubicBezTo>
                  <a:lnTo>
                    <a:pt x="953" y="2534"/>
                  </a:lnTo>
                  <a:lnTo>
                    <a:pt x="945" y="2526"/>
                  </a:lnTo>
                  <a:lnTo>
                    <a:pt x="937" y="2522"/>
                  </a:lnTo>
                  <a:cubicBezTo>
                    <a:pt x="917" y="2506"/>
                    <a:pt x="897" y="2486"/>
                    <a:pt x="873" y="2470"/>
                  </a:cubicBezTo>
                  <a:cubicBezTo>
                    <a:pt x="849" y="2450"/>
                    <a:pt x="825" y="2434"/>
                    <a:pt x="797" y="2422"/>
                  </a:cubicBezTo>
                  <a:cubicBezTo>
                    <a:pt x="693" y="2362"/>
                    <a:pt x="585" y="2322"/>
                    <a:pt x="469" y="2302"/>
                  </a:cubicBezTo>
                  <a:cubicBezTo>
                    <a:pt x="396" y="2289"/>
                    <a:pt x="324" y="2283"/>
                    <a:pt x="251" y="2283"/>
                  </a:cubicBezTo>
                  <a:cubicBezTo>
                    <a:pt x="238" y="2283"/>
                    <a:pt x="226" y="2283"/>
                    <a:pt x="213" y="2284"/>
                  </a:cubicBezTo>
                  <a:lnTo>
                    <a:pt x="213" y="2284"/>
                  </a:lnTo>
                  <a:cubicBezTo>
                    <a:pt x="216" y="2273"/>
                    <a:pt x="218" y="2261"/>
                    <a:pt x="221" y="2250"/>
                  </a:cubicBezTo>
                  <a:cubicBezTo>
                    <a:pt x="233" y="2210"/>
                    <a:pt x="241" y="2170"/>
                    <a:pt x="249" y="2126"/>
                  </a:cubicBezTo>
                  <a:cubicBezTo>
                    <a:pt x="265" y="2046"/>
                    <a:pt x="273" y="1962"/>
                    <a:pt x="273" y="1878"/>
                  </a:cubicBezTo>
                  <a:cubicBezTo>
                    <a:pt x="277" y="1834"/>
                    <a:pt x="273" y="1794"/>
                    <a:pt x="269" y="1750"/>
                  </a:cubicBezTo>
                  <a:cubicBezTo>
                    <a:pt x="265" y="1710"/>
                    <a:pt x="257" y="1666"/>
                    <a:pt x="245" y="1626"/>
                  </a:cubicBezTo>
                  <a:cubicBezTo>
                    <a:pt x="237" y="1606"/>
                    <a:pt x="233" y="1586"/>
                    <a:pt x="221" y="1566"/>
                  </a:cubicBezTo>
                  <a:lnTo>
                    <a:pt x="197" y="1506"/>
                  </a:lnTo>
                  <a:lnTo>
                    <a:pt x="169" y="1454"/>
                  </a:lnTo>
                  <a:cubicBezTo>
                    <a:pt x="161" y="1438"/>
                    <a:pt x="157" y="1418"/>
                    <a:pt x="149" y="1402"/>
                  </a:cubicBezTo>
                  <a:cubicBezTo>
                    <a:pt x="137" y="1366"/>
                    <a:pt x="125" y="1330"/>
                    <a:pt x="117" y="1290"/>
                  </a:cubicBezTo>
                  <a:cubicBezTo>
                    <a:pt x="109" y="1254"/>
                    <a:pt x="97" y="1214"/>
                    <a:pt x="93" y="1174"/>
                  </a:cubicBezTo>
                  <a:cubicBezTo>
                    <a:pt x="77" y="1098"/>
                    <a:pt x="65" y="1018"/>
                    <a:pt x="57" y="938"/>
                  </a:cubicBezTo>
                  <a:cubicBezTo>
                    <a:pt x="37" y="782"/>
                    <a:pt x="29" y="622"/>
                    <a:pt x="21" y="462"/>
                  </a:cubicBezTo>
                  <a:cubicBezTo>
                    <a:pt x="145" y="278"/>
                    <a:pt x="353" y="194"/>
                    <a:pt x="565" y="170"/>
                  </a:cubicBezTo>
                  <a:cubicBezTo>
                    <a:pt x="644" y="163"/>
                    <a:pt x="723" y="159"/>
                    <a:pt x="802" y="159"/>
                  </a:cubicBezTo>
                  <a:cubicBezTo>
                    <a:pt x="939" y="159"/>
                    <a:pt x="1074" y="170"/>
                    <a:pt x="1209" y="190"/>
                  </a:cubicBezTo>
                  <a:lnTo>
                    <a:pt x="1533" y="234"/>
                  </a:lnTo>
                  <a:lnTo>
                    <a:pt x="1617" y="242"/>
                  </a:lnTo>
                  <a:lnTo>
                    <a:pt x="1701" y="246"/>
                  </a:lnTo>
                  <a:cubicBezTo>
                    <a:pt x="1757" y="246"/>
                    <a:pt x="1817" y="242"/>
                    <a:pt x="1873" y="238"/>
                  </a:cubicBezTo>
                  <a:cubicBezTo>
                    <a:pt x="2097" y="214"/>
                    <a:pt x="2309" y="142"/>
                    <a:pt x="2513" y="122"/>
                  </a:cubicBezTo>
                  <a:cubicBezTo>
                    <a:pt x="2538" y="119"/>
                    <a:pt x="2563" y="117"/>
                    <a:pt x="2588" y="117"/>
                  </a:cubicBezTo>
                  <a:close/>
                  <a:moveTo>
                    <a:pt x="2616" y="0"/>
                  </a:moveTo>
                  <a:cubicBezTo>
                    <a:pt x="2607" y="0"/>
                    <a:pt x="2598" y="1"/>
                    <a:pt x="2589" y="2"/>
                  </a:cubicBezTo>
                  <a:cubicBezTo>
                    <a:pt x="2561" y="2"/>
                    <a:pt x="2533" y="2"/>
                    <a:pt x="2505" y="6"/>
                  </a:cubicBezTo>
                  <a:cubicBezTo>
                    <a:pt x="2273" y="22"/>
                    <a:pt x="2069" y="98"/>
                    <a:pt x="1857" y="122"/>
                  </a:cubicBezTo>
                  <a:cubicBezTo>
                    <a:pt x="1805" y="130"/>
                    <a:pt x="1753" y="138"/>
                    <a:pt x="1701" y="138"/>
                  </a:cubicBezTo>
                  <a:lnTo>
                    <a:pt x="1625" y="138"/>
                  </a:lnTo>
                  <a:lnTo>
                    <a:pt x="1541" y="130"/>
                  </a:lnTo>
                  <a:cubicBezTo>
                    <a:pt x="1437" y="118"/>
                    <a:pt x="1325" y="106"/>
                    <a:pt x="1217" y="98"/>
                  </a:cubicBezTo>
                  <a:cubicBezTo>
                    <a:pt x="1115" y="87"/>
                    <a:pt x="1012" y="81"/>
                    <a:pt x="909" y="81"/>
                  </a:cubicBezTo>
                  <a:cubicBezTo>
                    <a:pt x="790" y="81"/>
                    <a:pt x="672" y="89"/>
                    <a:pt x="557" y="106"/>
                  </a:cubicBezTo>
                  <a:cubicBezTo>
                    <a:pt x="445" y="126"/>
                    <a:pt x="337" y="162"/>
                    <a:pt x="241" y="218"/>
                  </a:cubicBezTo>
                  <a:cubicBezTo>
                    <a:pt x="145" y="274"/>
                    <a:pt x="65" y="358"/>
                    <a:pt x="9" y="454"/>
                  </a:cubicBezTo>
                  <a:lnTo>
                    <a:pt x="13" y="462"/>
                  </a:lnTo>
                  <a:cubicBezTo>
                    <a:pt x="1" y="626"/>
                    <a:pt x="1" y="786"/>
                    <a:pt x="9" y="946"/>
                  </a:cubicBezTo>
                  <a:cubicBezTo>
                    <a:pt x="13" y="1030"/>
                    <a:pt x="17" y="1110"/>
                    <a:pt x="29" y="1190"/>
                  </a:cubicBezTo>
                  <a:cubicBezTo>
                    <a:pt x="33" y="1230"/>
                    <a:pt x="41" y="1270"/>
                    <a:pt x="49" y="1310"/>
                  </a:cubicBezTo>
                  <a:cubicBezTo>
                    <a:pt x="57" y="1350"/>
                    <a:pt x="65" y="1390"/>
                    <a:pt x="77" y="1434"/>
                  </a:cubicBezTo>
                  <a:cubicBezTo>
                    <a:pt x="85" y="1454"/>
                    <a:pt x="89" y="1474"/>
                    <a:pt x="97" y="1494"/>
                  </a:cubicBezTo>
                  <a:lnTo>
                    <a:pt x="121" y="1550"/>
                  </a:lnTo>
                  <a:lnTo>
                    <a:pt x="141" y="1602"/>
                  </a:lnTo>
                  <a:cubicBezTo>
                    <a:pt x="149" y="1618"/>
                    <a:pt x="153" y="1634"/>
                    <a:pt x="157" y="1654"/>
                  </a:cubicBezTo>
                  <a:cubicBezTo>
                    <a:pt x="165" y="1690"/>
                    <a:pt x="173" y="1726"/>
                    <a:pt x="173" y="1766"/>
                  </a:cubicBezTo>
                  <a:cubicBezTo>
                    <a:pt x="177" y="1802"/>
                    <a:pt x="177" y="1842"/>
                    <a:pt x="173" y="1878"/>
                  </a:cubicBezTo>
                  <a:cubicBezTo>
                    <a:pt x="169" y="1958"/>
                    <a:pt x="157" y="2034"/>
                    <a:pt x="141" y="2110"/>
                  </a:cubicBezTo>
                  <a:cubicBezTo>
                    <a:pt x="133" y="2146"/>
                    <a:pt x="125" y="2186"/>
                    <a:pt x="113" y="2222"/>
                  </a:cubicBezTo>
                  <a:cubicBezTo>
                    <a:pt x="101" y="2258"/>
                    <a:pt x="89" y="2298"/>
                    <a:pt x="77" y="2330"/>
                  </a:cubicBezTo>
                  <a:lnTo>
                    <a:pt x="45" y="2418"/>
                  </a:lnTo>
                  <a:lnTo>
                    <a:pt x="141" y="2410"/>
                  </a:lnTo>
                  <a:cubicBezTo>
                    <a:pt x="166" y="2408"/>
                    <a:pt x="192" y="2407"/>
                    <a:pt x="218" y="2407"/>
                  </a:cubicBezTo>
                  <a:cubicBezTo>
                    <a:pt x="396" y="2407"/>
                    <a:pt x="571" y="2455"/>
                    <a:pt x="729" y="2542"/>
                  </a:cubicBezTo>
                  <a:cubicBezTo>
                    <a:pt x="749" y="2554"/>
                    <a:pt x="769" y="2570"/>
                    <a:pt x="789" y="2582"/>
                  </a:cubicBezTo>
                  <a:cubicBezTo>
                    <a:pt x="809" y="2594"/>
                    <a:pt x="829" y="2614"/>
                    <a:pt x="849" y="2634"/>
                  </a:cubicBezTo>
                  <a:lnTo>
                    <a:pt x="857" y="2638"/>
                  </a:lnTo>
                  <a:lnTo>
                    <a:pt x="865" y="2646"/>
                  </a:lnTo>
                  <a:lnTo>
                    <a:pt x="885" y="2662"/>
                  </a:lnTo>
                  <a:cubicBezTo>
                    <a:pt x="897" y="2670"/>
                    <a:pt x="913" y="2682"/>
                    <a:pt x="925" y="2690"/>
                  </a:cubicBezTo>
                  <a:cubicBezTo>
                    <a:pt x="953" y="2702"/>
                    <a:pt x="981" y="2718"/>
                    <a:pt x="1009" y="2726"/>
                  </a:cubicBezTo>
                  <a:cubicBezTo>
                    <a:pt x="1113" y="2770"/>
                    <a:pt x="1221" y="2802"/>
                    <a:pt x="1333" y="2826"/>
                  </a:cubicBezTo>
                  <a:cubicBezTo>
                    <a:pt x="1545" y="2878"/>
                    <a:pt x="1765" y="2914"/>
                    <a:pt x="1981" y="2946"/>
                  </a:cubicBezTo>
                  <a:cubicBezTo>
                    <a:pt x="2201" y="2974"/>
                    <a:pt x="2417" y="2994"/>
                    <a:pt x="2637" y="3014"/>
                  </a:cubicBezTo>
                  <a:cubicBezTo>
                    <a:pt x="2853" y="3030"/>
                    <a:pt x="3073" y="3042"/>
                    <a:pt x="3293" y="3046"/>
                  </a:cubicBezTo>
                  <a:cubicBezTo>
                    <a:pt x="3339" y="3048"/>
                    <a:pt x="3385" y="3048"/>
                    <a:pt x="3431" y="3048"/>
                  </a:cubicBezTo>
                  <a:cubicBezTo>
                    <a:pt x="3605" y="3048"/>
                    <a:pt x="3779" y="3037"/>
                    <a:pt x="3953" y="3018"/>
                  </a:cubicBezTo>
                  <a:cubicBezTo>
                    <a:pt x="4013" y="3010"/>
                    <a:pt x="4069" y="2994"/>
                    <a:pt x="4125" y="2978"/>
                  </a:cubicBezTo>
                  <a:cubicBezTo>
                    <a:pt x="4141" y="2970"/>
                    <a:pt x="4153" y="2966"/>
                    <a:pt x="4165" y="2958"/>
                  </a:cubicBezTo>
                  <a:lnTo>
                    <a:pt x="4173" y="2954"/>
                  </a:lnTo>
                  <a:lnTo>
                    <a:pt x="4181" y="2950"/>
                  </a:lnTo>
                  <a:lnTo>
                    <a:pt x="4185" y="2946"/>
                  </a:lnTo>
                  <a:lnTo>
                    <a:pt x="4201" y="2930"/>
                  </a:lnTo>
                  <a:cubicBezTo>
                    <a:pt x="4213" y="2918"/>
                    <a:pt x="4225" y="2910"/>
                    <a:pt x="4237" y="2898"/>
                  </a:cubicBezTo>
                  <a:lnTo>
                    <a:pt x="4265" y="2862"/>
                  </a:lnTo>
                  <a:cubicBezTo>
                    <a:pt x="4297" y="2810"/>
                    <a:pt x="4317" y="2750"/>
                    <a:pt x="4321" y="2690"/>
                  </a:cubicBezTo>
                  <a:cubicBezTo>
                    <a:pt x="4321" y="2630"/>
                    <a:pt x="4317" y="2574"/>
                    <a:pt x="4301" y="2518"/>
                  </a:cubicBezTo>
                  <a:cubicBezTo>
                    <a:pt x="4273" y="2410"/>
                    <a:pt x="4229" y="2306"/>
                    <a:pt x="4173" y="2210"/>
                  </a:cubicBezTo>
                  <a:cubicBezTo>
                    <a:pt x="4117" y="2114"/>
                    <a:pt x="4057" y="2022"/>
                    <a:pt x="3989" y="1934"/>
                  </a:cubicBezTo>
                  <a:cubicBezTo>
                    <a:pt x="3933" y="1842"/>
                    <a:pt x="3897" y="1742"/>
                    <a:pt x="3881" y="1638"/>
                  </a:cubicBezTo>
                  <a:cubicBezTo>
                    <a:pt x="3857" y="1534"/>
                    <a:pt x="3841" y="1426"/>
                    <a:pt x="3821" y="1318"/>
                  </a:cubicBezTo>
                  <a:cubicBezTo>
                    <a:pt x="3805" y="1206"/>
                    <a:pt x="3781" y="1098"/>
                    <a:pt x="3749" y="994"/>
                  </a:cubicBezTo>
                  <a:cubicBezTo>
                    <a:pt x="3721" y="882"/>
                    <a:pt x="3665" y="778"/>
                    <a:pt x="3585" y="694"/>
                  </a:cubicBezTo>
                  <a:cubicBezTo>
                    <a:pt x="3553" y="662"/>
                    <a:pt x="3513" y="638"/>
                    <a:pt x="3469" y="618"/>
                  </a:cubicBezTo>
                  <a:lnTo>
                    <a:pt x="3429" y="606"/>
                  </a:lnTo>
                  <a:cubicBezTo>
                    <a:pt x="3409" y="594"/>
                    <a:pt x="3381" y="586"/>
                    <a:pt x="3357" y="578"/>
                  </a:cubicBezTo>
                  <a:cubicBezTo>
                    <a:pt x="3333" y="566"/>
                    <a:pt x="3313" y="554"/>
                    <a:pt x="3289" y="542"/>
                  </a:cubicBezTo>
                  <a:cubicBezTo>
                    <a:pt x="3249" y="514"/>
                    <a:pt x="3213" y="482"/>
                    <a:pt x="3181" y="446"/>
                  </a:cubicBezTo>
                  <a:cubicBezTo>
                    <a:pt x="3149" y="402"/>
                    <a:pt x="3121" y="358"/>
                    <a:pt x="3093" y="314"/>
                  </a:cubicBezTo>
                  <a:cubicBezTo>
                    <a:pt x="3065" y="266"/>
                    <a:pt x="3037" y="218"/>
                    <a:pt x="3001" y="170"/>
                  </a:cubicBezTo>
                  <a:cubicBezTo>
                    <a:pt x="2961" y="122"/>
                    <a:pt x="2909" y="82"/>
                    <a:pt x="2853" y="54"/>
                  </a:cubicBezTo>
                  <a:lnTo>
                    <a:pt x="2809" y="34"/>
                  </a:lnTo>
                  <a:lnTo>
                    <a:pt x="2769" y="22"/>
                  </a:lnTo>
                  <a:lnTo>
                    <a:pt x="2749" y="18"/>
                  </a:lnTo>
                  <a:cubicBezTo>
                    <a:pt x="2741" y="14"/>
                    <a:pt x="2729" y="14"/>
                    <a:pt x="2721" y="14"/>
                  </a:cubicBezTo>
                  <a:lnTo>
                    <a:pt x="2677" y="6"/>
                  </a:lnTo>
                  <a:cubicBezTo>
                    <a:pt x="2657" y="3"/>
                    <a:pt x="2637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062550" y="2308421"/>
              <a:ext cx="502772" cy="378102"/>
            </a:xfrm>
            <a:custGeom>
              <a:avLst/>
              <a:gdLst/>
              <a:ahLst/>
              <a:cxnLst/>
              <a:rect l="l" t="t" r="r" b="b"/>
              <a:pathLst>
                <a:path w="2581" h="1941" extrusionOk="0">
                  <a:moveTo>
                    <a:pt x="9" y="0"/>
                  </a:moveTo>
                  <a:lnTo>
                    <a:pt x="1" y="12"/>
                  </a:lnTo>
                  <a:cubicBezTo>
                    <a:pt x="1" y="12"/>
                    <a:pt x="37" y="36"/>
                    <a:pt x="97" y="80"/>
                  </a:cubicBezTo>
                  <a:cubicBezTo>
                    <a:pt x="181" y="148"/>
                    <a:pt x="261" y="224"/>
                    <a:pt x="333" y="308"/>
                  </a:cubicBezTo>
                  <a:cubicBezTo>
                    <a:pt x="357" y="336"/>
                    <a:pt x="377" y="364"/>
                    <a:pt x="397" y="396"/>
                  </a:cubicBezTo>
                  <a:cubicBezTo>
                    <a:pt x="405" y="412"/>
                    <a:pt x="417" y="432"/>
                    <a:pt x="425" y="444"/>
                  </a:cubicBezTo>
                  <a:cubicBezTo>
                    <a:pt x="433" y="464"/>
                    <a:pt x="441" y="480"/>
                    <a:pt x="449" y="500"/>
                  </a:cubicBezTo>
                  <a:cubicBezTo>
                    <a:pt x="469" y="584"/>
                    <a:pt x="481" y="676"/>
                    <a:pt x="481" y="764"/>
                  </a:cubicBezTo>
                  <a:cubicBezTo>
                    <a:pt x="481" y="872"/>
                    <a:pt x="493" y="984"/>
                    <a:pt x="513" y="1088"/>
                  </a:cubicBezTo>
                  <a:cubicBezTo>
                    <a:pt x="529" y="1152"/>
                    <a:pt x="553" y="1212"/>
                    <a:pt x="593" y="1264"/>
                  </a:cubicBezTo>
                  <a:cubicBezTo>
                    <a:pt x="637" y="1324"/>
                    <a:pt x="697" y="1364"/>
                    <a:pt x="769" y="1384"/>
                  </a:cubicBezTo>
                  <a:cubicBezTo>
                    <a:pt x="893" y="1420"/>
                    <a:pt x="1021" y="1440"/>
                    <a:pt x="1149" y="1464"/>
                  </a:cubicBezTo>
                  <a:cubicBezTo>
                    <a:pt x="1277" y="1484"/>
                    <a:pt x="1413" y="1508"/>
                    <a:pt x="1549" y="1536"/>
                  </a:cubicBezTo>
                  <a:cubicBezTo>
                    <a:pt x="1685" y="1560"/>
                    <a:pt x="1825" y="1592"/>
                    <a:pt x="1965" y="1632"/>
                  </a:cubicBezTo>
                  <a:cubicBezTo>
                    <a:pt x="2105" y="1668"/>
                    <a:pt x="2241" y="1724"/>
                    <a:pt x="2369" y="1796"/>
                  </a:cubicBezTo>
                  <a:cubicBezTo>
                    <a:pt x="2433" y="1836"/>
                    <a:pt x="2489" y="1884"/>
                    <a:pt x="2533" y="1940"/>
                  </a:cubicBezTo>
                  <a:lnTo>
                    <a:pt x="2581" y="1904"/>
                  </a:lnTo>
                  <a:cubicBezTo>
                    <a:pt x="2537" y="1836"/>
                    <a:pt x="2477" y="1776"/>
                    <a:pt x="2409" y="1732"/>
                  </a:cubicBezTo>
                  <a:cubicBezTo>
                    <a:pt x="2281" y="1644"/>
                    <a:pt x="2141" y="1576"/>
                    <a:pt x="1993" y="1532"/>
                  </a:cubicBezTo>
                  <a:cubicBezTo>
                    <a:pt x="1857" y="1484"/>
                    <a:pt x="1713" y="1444"/>
                    <a:pt x="1573" y="1416"/>
                  </a:cubicBezTo>
                  <a:cubicBezTo>
                    <a:pt x="1433" y="1384"/>
                    <a:pt x="1297" y="1360"/>
                    <a:pt x="1169" y="1340"/>
                  </a:cubicBezTo>
                  <a:cubicBezTo>
                    <a:pt x="1037" y="1320"/>
                    <a:pt x="909" y="1300"/>
                    <a:pt x="797" y="1268"/>
                  </a:cubicBezTo>
                  <a:cubicBezTo>
                    <a:pt x="749" y="1260"/>
                    <a:pt x="709" y="1232"/>
                    <a:pt x="677" y="1196"/>
                  </a:cubicBezTo>
                  <a:cubicBezTo>
                    <a:pt x="649" y="1156"/>
                    <a:pt x="625" y="1108"/>
                    <a:pt x="613" y="1060"/>
                  </a:cubicBezTo>
                  <a:cubicBezTo>
                    <a:pt x="593" y="960"/>
                    <a:pt x="577" y="860"/>
                    <a:pt x="569" y="756"/>
                  </a:cubicBezTo>
                  <a:cubicBezTo>
                    <a:pt x="561" y="660"/>
                    <a:pt x="545" y="564"/>
                    <a:pt x="517" y="472"/>
                  </a:cubicBezTo>
                  <a:cubicBezTo>
                    <a:pt x="505" y="452"/>
                    <a:pt x="497" y="432"/>
                    <a:pt x="485" y="412"/>
                  </a:cubicBezTo>
                  <a:cubicBezTo>
                    <a:pt x="473" y="392"/>
                    <a:pt x="461" y="372"/>
                    <a:pt x="449" y="356"/>
                  </a:cubicBezTo>
                  <a:cubicBezTo>
                    <a:pt x="425" y="324"/>
                    <a:pt x="401" y="296"/>
                    <a:pt x="373" y="268"/>
                  </a:cubicBezTo>
                  <a:cubicBezTo>
                    <a:pt x="293" y="188"/>
                    <a:pt x="205" y="120"/>
                    <a:pt x="109" y="60"/>
                  </a:cubicBezTo>
                  <a:cubicBezTo>
                    <a:pt x="45" y="20"/>
                    <a:pt x="9" y="0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955800" y="1941418"/>
              <a:ext cx="732633" cy="738867"/>
            </a:xfrm>
            <a:custGeom>
              <a:avLst/>
              <a:gdLst/>
              <a:ahLst/>
              <a:cxnLst/>
              <a:rect l="l" t="t" r="r" b="b"/>
              <a:pathLst>
                <a:path w="3761" h="3793" extrusionOk="0">
                  <a:moveTo>
                    <a:pt x="1624" y="0"/>
                  </a:moveTo>
                  <a:cubicBezTo>
                    <a:pt x="1602" y="0"/>
                    <a:pt x="1579" y="1"/>
                    <a:pt x="1557" y="4"/>
                  </a:cubicBezTo>
                  <a:cubicBezTo>
                    <a:pt x="1433" y="20"/>
                    <a:pt x="1313" y="64"/>
                    <a:pt x="1205" y="124"/>
                  </a:cubicBezTo>
                  <a:cubicBezTo>
                    <a:pt x="1153" y="152"/>
                    <a:pt x="1105" y="180"/>
                    <a:pt x="1061" y="208"/>
                  </a:cubicBezTo>
                  <a:cubicBezTo>
                    <a:pt x="1041" y="220"/>
                    <a:pt x="1013" y="236"/>
                    <a:pt x="1001" y="244"/>
                  </a:cubicBezTo>
                  <a:cubicBezTo>
                    <a:pt x="989" y="248"/>
                    <a:pt x="981" y="252"/>
                    <a:pt x="973" y="252"/>
                  </a:cubicBezTo>
                  <a:cubicBezTo>
                    <a:pt x="961" y="256"/>
                    <a:pt x="953" y="256"/>
                    <a:pt x="941" y="260"/>
                  </a:cubicBezTo>
                  <a:cubicBezTo>
                    <a:pt x="853" y="256"/>
                    <a:pt x="765" y="248"/>
                    <a:pt x="673" y="228"/>
                  </a:cubicBezTo>
                  <a:cubicBezTo>
                    <a:pt x="597" y="216"/>
                    <a:pt x="513" y="212"/>
                    <a:pt x="433" y="212"/>
                  </a:cubicBezTo>
                  <a:cubicBezTo>
                    <a:pt x="321" y="216"/>
                    <a:pt x="209" y="240"/>
                    <a:pt x="105" y="288"/>
                  </a:cubicBezTo>
                  <a:cubicBezTo>
                    <a:pt x="77" y="304"/>
                    <a:pt x="53" y="316"/>
                    <a:pt x="25" y="332"/>
                  </a:cubicBezTo>
                  <a:lnTo>
                    <a:pt x="1" y="348"/>
                  </a:lnTo>
                  <a:lnTo>
                    <a:pt x="9" y="360"/>
                  </a:lnTo>
                  <a:lnTo>
                    <a:pt x="33" y="348"/>
                  </a:lnTo>
                  <a:cubicBezTo>
                    <a:pt x="61" y="336"/>
                    <a:pt x="85" y="324"/>
                    <a:pt x="113" y="316"/>
                  </a:cubicBezTo>
                  <a:cubicBezTo>
                    <a:pt x="204" y="281"/>
                    <a:pt x="299" y="267"/>
                    <a:pt x="394" y="267"/>
                  </a:cubicBezTo>
                  <a:cubicBezTo>
                    <a:pt x="407" y="267"/>
                    <a:pt x="420" y="267"/>
                    <a:pt x="433" y="268"/>
                  </a:cubicBezTo>
                  <a:cubicBezTo>
                    <a:pt x="509" y="276"/>
                    <a:pt x="585" y="288"/>
                    <a:pt x="661" y="304"/>
                  </a:cubicBezTo>
                  <a:cubicBezTo>
                    <a:pt x="753" y="328"/>
                    <a:pt x="849" y="344"/>
                    <a:pt x="945" y="352"/>
                  </a:cubicBezTo>
                  <a:cubicBezTo>
                    <a:pt x="961" y="352"/>
                    <a:pt x="977" y="352"/>
                    <a:pt x="989" y="348"/>
                  </a:cubicBezTo>
                  <a:cubicBezTo>
                    <a:pt x="1005" y="348"/>
                    <a:pt x="1021" y="344"/>
                    <a:pt x="1037" y="336"/>
                  </a:cubicBezTo>
                  <a:cubicBezTo>
                    <a:pt x="1069" y="324"/>
                    <a:pt x="1089" y="312"/>
                    <a:pt x="1113" y="296"/>
                  </a:cubicBezTo>
                  <a:cubicBezTo>
                    <a:pt x="1161" y="272"/>
                    <a:pt x="1205" y="248"/>
                    <a:pt x="1253" y="224"/>
                  </a:cubicBezTo>
                  <a:cubicBezTo>
                    <a:pt x="1353" y="172"/>
                    <a:pt x="1457" y="140"/>
                    <a:pt x="1569" y="128"/>
                  </a:cubicBezTo>
                  <a:cubicBezTo>
                    <a:pt x="1580" y="127"/>
                    <a:pt x="1591" y="127"/>
                    <a:pt x="1603" y="127"/>
                  </a:cubicBezTo>
                  <a:cubicBezTo>
                    <a:pt x="1703" y="127"/>
                    <a:pt x="1802" y="159"/>
                    <a:pt x="1885" y="220"/>
                  </a:cubicBezTo>
                  <a:cubicBezTo>
                    <a:pt x="1937" y="256"/>
                    <a:pt x="1981" y="296"/>
                    <a:pt x="2017" y="344"/>
                  </a:cubicBezTo>
                  <a:cubicBezTo>
                    <a:pt x="2037" y="364"/>
                    <a:pt x="2057" y="392"/>
                    <a:pt x="2077" y="424"/>
                  </a:cubicBezTo>
                  <a:cubicBezTo>
                    <a:pt x="2097" y="452"/>
                    <a:pt x="2121" y="480"/>
                    <a:pt x="2145" y="508"/>
                  </a:cubicBezTo>
                  <a:cubicBezTo>
                    <a:pt x="2241" y="624"/>
                    <a:pt x="2345" y="728"/>
                    <a:pt x="2461" y="820"/>
                  </a:cubicBezTo>
                  <a:cubicBezTo>
                    <a:pt x="2577" y="916"/>
                    <a:pt x="2705" y="1008"/>
                    <a:pt x="2829" y="1096"/>
                  </a:cubicBezTo>
                  <a:cubicBezTo>
                    <a:pt x="2953" y="1184"/>
                    <a:pt x="3081" y="1272"/>
                    <a:pt x="3201" y="1368"/>
                  </a:cubicBezTo>
                  <a:cubicBezTo>
                    <a:pt x="3325" y="1460"/>
                    <a:pt x="3433" y="1568"/>
                    <a:pt x="3521" y="1692"/>
                  </a:cubicBezTo>
                  <a:cubicBezTo>
                    <a:pt x="3609" y="1820"/>
                    <a:pt x="3653" y="1968"/>
                    <a:pt x="3649" y="2120"/>
                  </a:cubicBezTo>
                  <a:cubicBezTo>
                    <a:pt x="3645" y="2280"/>
                    <a:pt x="3617" y="2436"/>
                    <a:pt x="3565" y="2588"/>
                  </a:cubicBezTo>
                  <a:cubicBezTo>
                    <a:pt x="3509" y="2740"/>
                    <a:pt x="3465" y="2900"/>
                    <a:pt x="3433" y="3060"/>
                  </a:cubicBezTo>
                  <a:cubicBezTo>
                    <a:pt x="3425" y="3104"/>
                    <a:pt x="3417" y="3144"/>
                    <a:pt x="3413" y="3184"/>
                  </a:cubicBezTo>
                  <a:cubicBezTo>
                    <a:pt x="3413" y="3228"/>
                    <a:pt x="3413" y="3268"/>
                    <a:pt x="3413" y="3308"/>
                  </a:cubicBezTo>
                  <a:cubicBezTo>
                    <a:pt x="3409" y="3388"/>
                    <a:pt x="3405" y="3468"/>
                    <a:pt x="3401" y="3548"/>
                  </a:cubicBezTo>
                  <a:cubicBezTo>
                    <a:pt x="3397" y="3628"/>
                    <a:pt x="3389" y="3708"/>
                    <a:pt x="3373" y="3784"/>
                  </a:cubicBezTo>
                  <a:lnTo>
                    <a:pt x="3417" y="3792"/>
                  </a:lnTo>
                  <a:cubicBezTo>
                    <a:pt x="3429" y="3712"/>
                    <a:pt x="3437" y="3632"/>
                    <a:pt x="3445" y="3552"/>
                  </a:cubicBezTo>
                  <a:cubicBezTo>
                    <a:pt x="3449" y="3472"/>
                    <a:pt x="3453" y="3388"/>
                    <a:pt x="3457" y="3308"/>
                  </a:cubicBezTo>
                  <a:cubicBezTo>
                    <a:pt x="3457" y="3268"/>
                    <a:pt x="3461" y="3228"/>
                    <a:pt x="3465" y="3188"/>
                  </a:cubicBezTo>
                  <a:cubicBezTo>
                    <a:pt x="3469" y="3148"/>
                    <a:pt x="3473" y="3108"/>
                    <a:pt x="3481" y="3072"/>
                  </a:cubicBezTo>
                  <a:cubicBezTo>
                    <a:pt x="3521" y="2916"/>
                    <a:pt x="3573" y="2760"/>
                    <a:pt x="3633" y="2608"/>
                  </a:cubicBezTo>
                  <a:cubicBezTo>
                    <a:pt x="3697" y="2456"/>
                    <a:pt x="3737" y="2288"/>
                    <a:pt x="3753" y="2120"/>
                  </a:cubicBezTo>
                  <a:cubicBezTo>
                    <a:pt x="3761" y="1948"/>
                    <a:pt x="3713" y="1776"/>
                    <a:pt x="3621" y="1628"/>
                  </a:cubicBezTo>
                  <a:cubicBezTo>
                    <a:pt x="3529" y="1492"/>
                    <a:pt x="3417" y="1368"/>
                    <a:pt x="3285" y="1264"/>
                  </a:cubicBezTo>
                  <a:cubicBezTo>
                    <a:pt x="3161" y="1160"/>
                    <a:pt x="3033" y="1068"/>
                    <a:pt x="2909" y="980"/>
                  </a:cubicBezTo>
                  <a:cubicBezTo>
                    <a:pt x="2785" y="888"/>
                    <a:pt x="2665" y="800"/>
                    <a:pt x="2557" y="708"/>
                  </a:cubicBezTo>
                  <a:cubicBezTo>
                    <a:pt x="2449" y="620"/>
                    <a:pt x="2349" y="524"/>
                    <a:pt x="2257" y="416"/>
                  </a:cubicBezTo>
                  <a:cubicBezTo>
                    <a:pt x="2233" y="392"/>
                    <a:pt x="2217" y="368"/>
                    <a:pt x="2193" y="340"/>
                  </a:cubicBezTo>
                  <a:cubicBezTo>
                    <a:pt x="2169" y="308"/>
                    <a:pt x="2153" y="284"/>
                    <a:pt x="2125" y="256"/>
                  </a:cubicBezTo>
                  <a:cubicBezTo>
                    <a:pt x="2081" y="196"/>
                    <a:pt x="2025" y="148"/>
                    <a:pt x="1965" y="104"/>
                  </a:cubicBezTo>
                  <a:cubicBezTo>
                    <a:pt x="1864" y="36"/>
                    <a:pt x="1745" y="0"/>
                    <a:pt x="16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134236" y="1639478"/>
              <a:ext cx="1008661" cy="557316"/>
            </a:xfrm>
            <a:custGeom>
              <a:avLst/>
              <a:gdLst/>
              <a:ahLst/>
              <a:cxnLst/>
              <a:rect l="l" t="t" r="r" b="b"/>
              <a:pathLst>
                <a:path w="5178" h="2861" extrusionOk="0">
                  <a:moveTo>
                    <a:pt x="3350" y="0"/>
                  </a:moveTo>
                  <a:cubicBezTo>
                    <a:pt x="3334" y="0"/>
                    <a:pt x="3317" y="1"/>
                    <a:pt x="3301" y="2"/>
                  </a:cubicBezTo>
                  <a:cubicBezTo>
                    <a:pt x="3173" y="6"/>
                    <a:pt x="3049" y="26"/>
                    <a:pt x="2929" y="62"/>
                  </a:cubicBezTo>
                  <a:cubicBezTo>
                    <a:pt x="2809" y="94"/>
                    <a:pt x="2689" y="138"/>
                    <a:pt x="2573" y="182"/>
                  </a:cubicBezTo>
                  <a:cubicBezTo>
                    <a:pt x="2457" y="226"/>
                    <a:pt x="2341" y="274"/>
                    <a:pt x="2225" y="310"/>
                  </a:cubicBezTo>
                  <a:cubicBezTo>
                    <a:pt x="2113" y="350"/>
                    <a:pt x="1993" y="374"/>
                    <a:pt x="1877" y="378"/>
                  </a:cubicBezTo>
                  <a:cubicBezTo>
                    <a:pt x="1757" y="378"/>
                    <a:pt x="1641" y="362"/>
                    <a:pt x="1525" y="330"/>
                  </a:cubicBezTo>
                  <a:cubicBezTo>
                    <a:pt x="1409" y="302"/>
                    <a:pt x="1289" y="266"/>
                    <a:pt x="1169" y="230"/>
                  </a:cubicBezTo>
                  <a:cubicBezTo>
                    <a:pt x="1109" y="210"/>
                    <a:pt x="1045" y="194"/>
                    <a:pt x="981" y="182"/>
                  </a:cubicBezTo>
                  <a:cubicBezTo>
                    <a:pt x="949" y="178"/>
                    <a:pt x="917" y="174"/>
                    <a:pt x="881" y="174"/>
                  </a:cubicBezTo>
                  <a:lnTo>
                    <a:pt x="833" y="174"/>
                  </a:lnTo>
                  <a:cubicBezTo>
                    <a:pt x="817" y="174"/>
                    <a:pt x="797" y="178"/>
                    <a:pt x="781" y="182"/>
                  </a:cubicBezTo>
                  <a:cubicBezTo>
                    <a:pt x="749" y="186"/>
                    <a:pt x="713" y="190"/>
                    <a:pt x="681" y="198"/>
                  </a:cubicBezTo>
                  <a:lnTo>
                    <a:pt x="589" y="234"/>
                  </a:lnTo>
                  <a:lnTo>
                    <a:pt x="501" y="278"/>
                  </a:lnTo>
                  <a:cubicBezTo>
                    <a:pt x="469" y="294"/>
                    <a:pt x="445" y="314"/>
                    <a:pt x="421" y="334"/>
                  </a:cubicBezTo>
                  <a:cubicBezTo>
                    <a:pt x="317" y="414"/>
                    <a:pt x="233" y="510"/>
                    <a:pt x="165" y="618"/>
                  </a:cubicBezTo>
                  <a:cubicBezTo>
                    <a:pt x="97" y="726"/>
                    <a:pt x="41" y="838"/>
                    <a:pt x="1" y="958"/>
                  </a:cubicBezTo>
                  <a:lnTo>
                    <a:pt x="21" y="962"/>
                  </a:lnTo>
                  <a:cubicBezTo>
                    <a:pt x="77" y="854"/>
                    <a:pt x="141" y="750"/>
                    <a:pt x="217" y="650"/>
                  </a:cubicBezTo>
                  <a:cubicBezTo>
                    <a:pt x="289" y="554"/>
                    <a:pt x="377" y="470"/>
                    <a:pt x="477" y="402"/>
                  </a:cubicBezTo>
                  <a:cubicBezTo>
                    <a:pt x="501" y="386"/>
                    <a:pt x="525" y="366"/>
                    <a:pt x="553" y="354"/>
                  </a:cubicBezTo>
                  <a:lnTo>
                    <a:pt x="629" y="318"/>
                  </a:lnTo>
                  <a:lnTo>
                    <a:pt x="713" y="294"/>
                  </a:lnTo>
                  <a:cubicBezTo>
                    <a:pt x="741" y="290"/>
                    <a:pt x="769" y="286"/>
                    <a:pt x="797" y="282"/>
                  </a:cubicBezTo>
                  <a:cubicBezTo>
                    <a:pt x="813" y="282"/>
                    <a:pt x="825" y="282"/>
                    <a:pt x="841" y="278"/>
                  </a:cubicBezTo>
                  <a:lnTo>
                    <a:pt x="885" y="282"/>
                  </a:lnTo>
                  <a:cubicBezTo>
                    <a:pt x="913" y="282"/>
                    <a:pt x="941" y="286"/>
                    <a:pt x="969" y="294"/>
                  </a:cubicBezTo>
                  <a:lnTo>
                    <a:pt x="1053" y="314"/>
                  </a:lnTo>
                  <a:cubicBezTo>
                    <a:pt x="1081" y="318"/>
                    <a:pt x="1113" y="330"/>
                    <a:pt x="1141" y="342"/>
                  </a:cubicBezTo>
                  <a:cubicBezTo>
                    <a:pt x="1257" y="378"/>
                    <a:pt x="1377" y="418"/>
                    <a:pt x="1501" y="450"/>
                  </a:cubicBezTo>
                  <a:cubicBezTo>
                    <a:pt x="1604" y="480"/>
                    <a:pt x="1713" y="496"/>
                    <a:pt x="1820" y="496"/>
                  </a:cubicBezTo>
                  <a:cubicBezTo>
                    <a:pt x="1842" y="496"/>
                    <a:pt x="1863" y="495"/>
                    <a:pt x="1885" y="494"/>
                  </a:cubicBezTo>
                  <a:cubicBezTo>
                    <a:pt x="2017" y="486"/>
                    <a:pt x="2141" y="454"/>
                    <a:pt x="2261" y="402"/>
                  </a:cubicBezTo>
                  <a:cubicBezTo>
                    <a:pt x="2377" y="354"/>
                    <a:pt x="2493" y="302"/>
                    <a:pt x="2605" y="246"/>
                  </a:cubicBezTo>
                  <a:cubicBezTo>
                    <a:pt x="2713" y="194"/>
                    <a:pt x="2829" y="146"/>
                    <a:pt x="2945" y="110"/>
                  </a:cubicBezTo>
                  <a:cubicBezTo>
                    <a:pt x="3061" y="70"/>
                    <a:pt x="3181" y="50"/>
                    <a:pt x="3305" y="42"/>
                  </a:cubicBezTo>
                  <a:cubicBezTo>
                    <a:pt x="3315" y="42"/>
                    <a:pt x="3325" y="41"/>
                    <a:pt x="3335" y="41"/>
                  </a:cubicBezTo>
                  <a:cubicBezTo>
                    <a:pt x="3445" y="41"/>
                    <a:pt x="3558" y="62"/>
                    <a:pt x="3661" y="106"/>
                  </a:cubicBezTo>
                  <a:cubicBezTo>
                    <a:pt x="3769" y="154"/>
                    <a:pt x="3869" y="226"/>
                    <a:pt x="3953" y="314"/>
                  </a:cubicBezTo>
                  <a:lnTo>
                    <a:pt x="4013" y="382"/>
                  </a:lnTo>
                  <a:lnTo>
                    <a:pt x="4069" y="454"/>
                  </a:lnTo>
                  <a:cubicBezTo>
                    <a:pt x="4105" y="502"/>
                    <a:pt x="4141" y="554"/>
                    <a:pt x="4181" y="602"/>
                  </a:cubicBezTo>
                  <a:cubicBezTo>
                    <a:pt x="4261" y="702"/>
                    <a:pt x="4345" y="794"/>
                    <a:pt x="4441" y="882"/>
                  </a:cubicBezTo>
                  <a:cubicBezTo>
                    <a:pt x="4533" y="966"/>
                    <a:pt x="4629" y="1046"/>
                    <a:pt x="4729" y="1122"/>
                  </a:cubicBezTo>
                  <a:cubicBezTo>
                    <a:pt x="4811" y="1185"/>
                    <a:pt x="4893" y="1240"/>
                    <a:pt x="4978" y="1292"/>
                  </a:cubicBezTo>
                  <a:lnTo>
                    <a:pt x="4978" y="1292"/>
                  </a:lnTo>
                  <a:cubicBezTo>
                    <a:pt x="4951" y="1325"/>
                    <a:pt x="4922" y="1357"/>
                    <a:pt x="4889" y="1390"/>
                  </a:cubicBezTo>
                  <a:cubicBezTo>
                    <a:pt x="4841" y="1438"/>
                    <a:pt x="4789" y="1490"/>
                    <a:pt x="4741" y="1534"/>
                  </a:cubicBezTo>
                  <a:cubicBezTo>
                    <a:pt x="4641" y="1626"/>
                    <a:pt x="4529" y="1706"/>
                    <a:pt x="4409" y="1766"/>
                  </a:cubicBezTo>
                  <a:lnTo>
                    <a:pt x="4313" y="1810"/>
                  </a:lnTo>
                  <a:cubicBezTo>
                    <a:pt x="4281" y="1822"/>
                    <a:pt x="4249" y="1842"/>
                    <a:pt x="4213" y="1858"/>
                  </a:cubicBezTo>
                  <a:cubicBezTo>
                    <a:pt x="4149" y="1894"/>
                    <a:pt x="4089" y="1930"/>
                    <a:pt x="4025" y="1970"/>
                  </a:cubicBezTo>
                  <a:cubicBezTo>
                    <a:pt x="3905" y="2042"/>
                    <a:pt x="3785" y="2122"/>
                    <a:pt x="3665" y="2198"/>
                  </a:cubicBezTo>
                  <a:cubicBezTo>
                    <a:pt x="3425" y="2358"/>
                    <a:pt x="3193" y="2518"/>
                    <a:pt x="2953" y="2670"/>
                  </a:cubicBezTo>
                  <a:cubicBezTo>
                    <a:pt x="2897" y="2706"/>
                    <a:pt x="2837" y="2742"/>
                    <a:pt x="2773" y="2770"/>
                  </a:cubicBezTo>
                  <a:cubicBezTo>
                    <a:pt x="2757" y="2774"/>
                    <a:pt x="2745" y="2782"/>
                    <a:pt x="2729" y="2782"/>
                  </a:cubicBezTo>
                  <a:cubicBezTo>
                    <a:pt x="2709" y="2786"/>
                    <a:pt x="2693" y="2790"/>
                    <a:pt x="2677" y="2794"/>
                  </a:cubicBezTo>
                  <a:cubicBezTo>
                    <a:pt x="2645" y="2798"/>
                    <a:pt x="2609" y="2802"/>
                    <a:pt x="2573" y="2802"/>
                  </a:cubicBezTo>
                  <a:cubicBezTo>
                    <a:pt x="2555" y="2802"/>
                    <a:pt x="2537" y="2803"/>
                    <a:pt x="2520" y="2803"/>
                  </a:cubicBezTo>
                  <a:cubicBezTo>
                    <a:pt x="2397" y="2803"/>
                    <a:pt x="2275" y="2791"/>
                    <a:pt x="2153" y="2770"/>
                  </a:cubicBezTo>
                  <a:lnTo>
                    <a:pt x="2149" y="2786"/>
                  </a:lnTo>
                  <a:cubicBezTo>
                    <a:pt x="2289" y="2826"/>
                    <a:pt x="2429" y="2850"/>
                    <a:pt x="2573" y="2858"/>
                  </a:cubicBezTo>
                  <a:cubicBezTo>
                    <a:pt x="2591" y="2860"/>
                    <a:pt x="2610" y="2861"/>
                    <a:pt x="2629" y="2861"/>
                  </a:cubicBezTo>
                  <a:cubicBezTo>
                    <a:pt x="2648" y="2861"/>
                    <a:pt x="2667" y="2860"/>
                    <a:pt x="2685" y="2858"/>
                  </a:cubicBezTo>
                  <a:cubicBezTo>
                    <a:pt x="2705" y="2858"/>
                    <a:pt x="2721" y="2854"/>
                    <a:pt x="2741" y="2854"/>
                  </a:cubicBezTo>
                  <a:cubicBezTo>
                    <a:pt x="2761" y="2850"/>
                    <a:pt x="2777" y="2846"/>
                    <a:pt x="2797" y="2838"/>
                  </a:cubicBezTo>
                  <a:cubicBezTo>
                    <a:pt x="2865" y="2814"/>
                    <a:pt x="2933" y="2782"/>
                    <a:pt x="2997" y="2746"/>
                  </a:cubicBezTo>
                  <a:cubicBezTo>
                    <a:pt x="3125" y="2682"/>
                    <a:pt x="3249" y="2610"/>
                    <a:pt x="3369" y="2534"/>
                  </a:cubicBezTo>
                  <a:lnTo>
                    <a:pt x="3733" y="2314"/>
                  </a:lnTo>
                  <a:cubicBezTo>
                    <a:pt x="3857" y="2238"/>
                    <a:pt x="3977" y="2166"/>
                    <a:pt x="4097" y="2094"/>
                  </a:cubicBezTo>
                  <a:cubicBezTo>
                    <a:pt x="4161" y="2058"/>
                    <a:pt x="4221" y="2022"/>
                    <a:pt x="4281" y="1990"/>
                  </a:cubicBezTo>
                  <a:cubicBezTo>
                    <a:pt x="4313" y="1978"/>
                    <a:pt x="4337" y="1958"/>
                    <a:pt x="4373" y="1946"/>
                  </a:cubicBezTo>
                  <a:lnTo>
                    <a:pt x="4473" y="1902"/>
                  </a:lnTo>
                  <a:cubicBezTo>
                    <a:pt x="4605" y="1834"/>
                    <a:pt x="4729" y="1746"/>
                    <a:pt x="4837" y="1642"/>
                  </a:cubicBezTo>
                  <a:cubicBezTo>
                    <a:pt x="4889" y="1590"/>
                    <a:pt x="4941" y="1538"/>
                    <a:pt x="4989" y="1482"/>
                  </a:cubicBezTo>
                  <a:cubicBezTo>
                    <a:pt x="5037" y="1430"/>
                    <a:pt x="5085" y="1374"/>
                    <a:pt x="5129" y="1314"/>
                  </a:cubicBezTo>
                  <a:lnTo>
                    <a:pt x="5177" y="1250"/>
                  </a:lnTo>
                  <a:lnTo>
                    <a:pt x="5105" y="1214"/>
                  </a:lnTo>
                  <a:cubicBezTo>
                    <a:pt x="5001" y="1158"/>
                    <a:pt x="4897" y="1094"/>
                    <a:pt x="4797" y="1022"/>
                  </a:cubicBezTo>
                  <a:cubicBezTo>
                    <a:pt x="4697" y="954"/>
                    <a:pt x="4601" y="882"/>
                    <a:pt x="4509" y="802"/>
                  </a:cubicBezTo>
                  <a:cubicBezTo>
                    <a:pt x="4417" y="722"/>
                    <a:pt x="4329" y="638"/>
                    <a:pt x="4245" y="546"/>
                  </a:cubicBezTo>
                  <a:cubicBezTo>
                    <a:pt x="4201" y="506"/>
                    <a:pt x="4165" y="454"/>
                    <a:pt x="4121" y="410"/>
                  </a:cubicBezTo>
                  <a:lnTo>
                    <a:pt x="4061" y="334"/>
                  </a:lnTo>
                  <a:lnTo>
                    <a:pt x="3993" y="270"/>
                  </a:lnTo>
                  <a:cubicBezTo>
                    <a:pt x="3901" y="182"/>
                    <a:pt x="3793" y="110"/>
                    <a:pt x="3673" y="62"/>
                  </a:cubicBezTo>
                  <a:cubicBezTo>
                    <a:pt x="3568" y="23"/>
                    <a:pt x="3461" y="0"/>
                    <a:pt x="3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852946" y="1190854"/>
              <a:ext cx="726400" cy="601729"/>
            </a:xfrm>
            <a:custGeom>
              <a:avLst/>
              <a:gdLst/>
              <a:ahLst/>
              <a:cxnLst/>
              <a:rect l="l" t="t" r="r" b="b"/>
              <a:pathLst>
                <a:path w="3729" h="3089" extrusionOk="0">
                  <a:moveTo>
                    <a:pt x="1601" y="1"/>
                  </a:moveTo>
                  <a:lnTo>
                    <a:pt x="1597" y="45"/>
                  </a:lnTo>
                  <a:cubicBezTo>
                    <a:pt x="1593" y="61"/>
                    <a:pt x="1589" y="77"/>
                    <a:pt x="1581" y="89"/>
                  </a:cubicBezTo>
                  <a:cubicBezTo>
                    <a:pt x="1569" y="101"/>
                    <a:pt x="1557" y="113"/>
                    <a:pt x="1545" y="125"/>
                  </a:cubicBezTo>
                  <a:cubicBezTo>
                    <a:pt x="1509" y="145"/>
                    <a:pt x="1473" y="157"/>
                    <a:pt x="1433" y="161"/>
                  </a:cubicBezTo>
                  <a:cubicBezTo>
                    <a:pt x="1393" y="165"/>
                    <a:pt x="1349" y="165"/>
                    <a:pt x="1309" y="165"/>
                  </a:cubicBezTo>
                  <a:cubicBezTo>
                    <a:pt x="1265" y="161"/>
                    <a:pt x="1221" y="153"/>
                    <a:pt x="1173" y="153"/>
                  </a:cubicBezTo>
                  <a:cubicBezTo>
                    <a:pt x="1156" y="152"/>
                    <a:pt x="1140" y="152"/>
                    <a:pt x="1124" y="152"/>
                  </a:cubicBezTo>
                  <a:cubicBezTo>
                    <a:pt x="1045" y="152"/>
                    <a:pt x="968" y="159"/>
                    <a:pt x="889" y="173"/>
                  </a:cubicBezTo>
                  <a:cubicBezTo>
                    <a:pt x="797" y="189"/>
                    <a:pt x="709" y="209"/>
                    <a:pt x="617" y="241"/>
                  </a:cubicBezTo>
                  <a:cubicBezTo>
                    <a:pt x="529" y="265"/>
                    <a:pt x="441" y="301"/>
                    <a:pt x="357" y="341"/>
                  </a:cubicBezTo>
                  <a:cubicBezTo>
                    <a:pt x="269" y="385"/>
                    <a:pt x="185" y="437"/>
                    <a:pt x="113" y="501"/>
                  </a:cubicBezTo>
                  <a:cubicBezTo>
                    <a:pt x="73" y="541"/>
                    <a:pt x="37" y="585"/>
                    <a:pt x="17" y="641"/>
                  </a:cubicBezTo>
                  <a:cubicBezTo>
                    <a:pt x="5" y="673"/>
                    <a:pt x="1" y="705"/>
                    <a:pt x="5" y="741"/>
                  </a:cubicBezTo>
                  <a:lnTo>
                    <a:pt x="13" y="809"/>
                  </a:lnTo>
                  <a:cubicBezTo>
                    <a:pt x="25" y="901"/>
                    <a:pt x="37" y="989"/>
                    <a:pt x="53" y="1081"/>
                  </a:cubicBezTo>
                  <a:lnTo>
                    <a:pt x="145" y="1621"/>
                  </a:lnTo>
                  <a:cubicBezTo>
                    <a:pt x="157" y="1709"/>
                    <a:pt x="173" y="1801"/>
                    <a:pt x="181" y="1881"/>
                  </a:cubicBezTo>
                  <a:cubicBezTo>
                    <a:pt x="185" y="1901"/>
                    <a:pt x="185" y="1925"/>
                    <a:pt x="181" y="1945"/>
                  </a:cubicBezTo>
                  <a:cubicBezTo>
                    <a:pt x="181" y="1965"/>
                    <a:pt x="177" y="1985"/>
                    <a:pt x="177" y="2009"/>
                  </a:cubicBezTo>
                  <a:cubicBezTo>
                    <a:pt x="173" y="2053"/>
                    <a:pt x="169" y="2097"/>
                    <a:pt x="165" y="2141"/>
                  </a:cubicBezTo>
                  <a:cubicBezTo>
                    <a:pt x="153" y="2233"/>
                    <a:pt x="145" y="2325"/>
                    <a:pt x="149" y="2417"/>
                  </a:cubicBezTo>
                  <a:cubicBezTo>
                    <a:pt x="149" y="2513"/>
                    <a:pt x="165" y="2609"/>
                    <a:pt x="197" y="2697"/>
                  </a:cubicBezTo>
                  <a:cubicBezTo>
                    <a:pt x="229" y="2785"/>
                    <a:pt x="281" y="2869"/>
                    <a:pt x="353" y="2933"/>
                  </a:cubicBezTo>
                  <a:cubicBezTo>
                    <a:pt x="385" y="2965"/>
                    <a:pt x="421" y="2993"/>
                    <a:pt x="461" y="3021"/>
                  </a:cubicBezTo>
                  <a:cubicBezTo>
                    <a:pt x="497" y="3045"/>
                    <a:pt x="541" y="3065"/>
                    <a:pt x="581" y="3089"/>
                  </a:cubicBezTo>
                  <a:lnTo>
                    <a:pt x="585" y="3073"/>
                  </a:lnTo>
                  <a:cubicBezTo>
                    <a:pt x="549" y="3045"/>
                    <a:pt x="513" y="3025"/>
                    <a:pt x="477" y="2997"/>
                  </a:cubicBezTo>
                  <a:cubicBezTo>
                    <a:pt x="445" y="2969"/>
                    <a:pt x="413" y="2937"/>
                    <a:pt x="385" y="2901"/>
                  </a:cubicBezTo>
                  <a:cubicBezTo>
                    <a:pt x="329" y="2837"/>
                    <a:pt x="289" y="2757"/>
                    <a:pt x="265" y="2677"/>
                  </a:cubicBezTo>
                  <a:cubicBezTo>
                    <a:pt x="241" y="2593"/>
                    <a:pt x="233" y="2505"/>
                    <a:pt x="241" y="2421"/>
                  </a:cubicBezTo>
                  <a:cubicBezTo>
                    <a:pt x="245" y="2329"/>
                    <a:pt x="257" y="2241"/>
                    <a:pt x="273" y="2157"/>
                  </a:cubicBezTo>
                  <a:cubicBezTo>
                    <a:pt x="281" y="2113"/>
                    <a:pt x="289" y="2069"/>
                    <a:pt x="297" y="2021"/>
                  </a:cubicBezTo>
                  <a:cubicBezTo>
                    <a:pt x="305" y="1973"/>
                    <a:pt x="305" y="1925"/>
                    <a:pt x="305" y="1877"/>
                  </a:cubicBezTo>
                  <a:cubicBezTo>
                    <a:pt x="301" y="1777"/>
                    <a:pt x="289" y="1693"/>
                    <a:pt x="277" y="1601"/>
                  </a:cubicBezTo>
                  <a:cubicBezTo>
                    <a:pt x="253" y="1421"/>
                    <a:pt x="221" y="1241"/>
                    <a:pt x="197" y="1061"/>
                  </a:cubicBezTo>
                  <a:cubicBezTo>
                    <a:pt x="181" y="973"/>
                    <a:pt x="169" y="885"/>
                    <a:pt x="157" y="797"/>
                  </a:cubicBezTo>
                  <a:lnTo>
                    <a:pt x="149" y="733"/>
                  </a:lnTo>
                  <a:cubicBezTo>
                    <a:pt x="149" y="721"/>
                    <a:pt x="153" y="709"/>
                    <a:pt x="157" y="697"/>
                  </a:cubicBezTo>
                  <a:cubicBezTo>
                    <a:pt x="169" y="665"/>
                    <a:pt x="189" y="637"/>
                    <a:pt x="213" y="613"/>
                  </a:cubicBezTo>
                  <a:cubicBezTo>
                    <a:pt x="273" y="557"/>
                    <a:pt x="345" y="509"/>
                    <a:pt x="417" y="473"/>
                  </a:cubicBezTo>
                  <a:cubicBezTo>
                    <a:pt x="497" y="429"/>
                    <a:pt x="577" y="397"/>
                    <a:pt x="657" y="369"/>
                  </a:cubicBezTo>
                  <a:cubicBezTo>
                    <a:pt x="741" y="341"/>
                    <a:pt x="825" y="317"/>
                    <a:pt x="913" y="301"/>
                  </a:cubicBezTo>
                  <a:cubicBezTo>
                    <a:pt x="997" y="281"/>
                    <a:pt x="1081" y="269"/>
                    <a:pt x="1169" y="269"/>
                  </a:cubicBezTo>
                  <a:cubicBezTo>
                    <a:pt x="1209" y="269"/>
                    <a:pt x="1257" y="273"/>
                    <a:pt x="1305" y="273"/>
                  </a:cubicBezTo>
                  <a:cubicBezTo>
                    <a:pt x="1353" y="273"/>
                    <a:pt x="1401" y="265"/>
                    <a:pt x="1449" y="257"/>
                  </a:cubicBezTo>
                  <a:cubicBezTo>
                    <a:pt x="1501" y="249"/>
                    <a:pt x="1549" y="229"/>
                    <a:pt x="1589" y="197"/>
                  </a:cubicBezTo>
                  <a:cubicBezTo>
                    <a:pt x="1629" y="172"/>
                    <a:pt x="1655" y="133"/>
                    <a:pt x="1665" y="88"/>
                  </a:cubicBezTo>
                  <a:lnTo>
                    <a:pt x="1665" y="88"/>
                  </a:lnTo>
                  <a:cubicBezTo>
                    <a:pt x="1740" y="96"/>
                    <a:pt x="1812" y="108"/>
                    <a:pt x="1885" y="129"/>
                  </a:cubicBezTo>
                  <a:cubicBezTo>
                    <a:pt x="1969" y="149"/>
                    <a:pt x="2049" y="185"/>
                    <a:pt x="2125" y="229"/>
                  </a:cubicBezTo>
                  <a:cubicBezTo>
                    <a:pt x="2197" y="273"/>
                    <a:pt x="2265" y="329"/>
                    <a:pt x="2325" y="393"/>
                  </a:cubicBezTo>
                  <a:cubicBezTo>
                    <a:pt x="2381" y="457"/>
                    <a:pt x="2433" y="529"/>
                    <a:pt x="2481" y="601"/>
                  </a:cubicBezTo>
                  <a:lnTo>
                    <a:pt x="2549" y="717"/>
                  </a:lnTo>
                  <a:cubicBezTo>
                    <a:pt x="2561" y="737"/>
                    <a:pt x="2577" y="753"/>
                    <a:pt x="2593" y="773"/>
                  </a:cubicBezTo>
                  <a:lnTo>
                    <a:pt x="2637" y="825"/>
                  </a:lnTo>
                  <a:cubicBezTo>
                    <a:pt x="2701" y="885"/>
                    <a:pt x="2773" y="945"/>
                    <a:pt x="2845" y="997"/>
                  </a:cubicBezTo>
                  <a:cubicBezTo>
                    <a:pt x="2917" y="1049"/>
                    <a:pt x="2989" y="1101"/>
                    <a:pt x="3061" y="1153"/>
                  </a:cubicBezTo>
                  <a:cubicBezTo>
                    <a:pt x="3133" y="1205"/>
                    <a:pt x="3205" y="1257"/>
                    <a:pt x="3273" y="1309"/>
                  </a:cubicBezTo>
                  <a:cubicBezTo>
                    <a:pt x="3337" y="1361"/>
                    <a:pt x="3401" y="1421"/>
                    <a:pt x="3461" y="1481"/>
                  </a:cubicBezTo>
                  <a:cubicBezTo>
                    <a:pt x="3473" y="1497"/>
                    <a:pt x="3485" y="1509"/>
                    <a:pt x="3501" y="1525"/>
                  </a:cubicBezTo>
                  <a:lnTo>
                    <a:pt x="3517" y="1553"/>
                  </a:lnTo>
                  <a:lnTo>
                    <a:pt x="3529" y="1569"/>
                  </a:lnTo>
                  <a:lnTo>
                    <a:pt x="3533" y="1573"/>
                  </a:lnTo>
                  <a:cubicBezTo>
                    <a:pt x="3532" y="1572"/>
                    <a:pt x="3532" y="1572"/>
                    <a:pt x="3531" y="1572"/>
                  </a:cubicBezTo>
                  <a:lnTo>
                    <a:pt x="3531" y="1572"/>
                  </a:lnTo>
                  <a:cubicBezTo>
                    <a:pt x="3530" y="1572"/>
                    <a:pt x="3533" y="1577"/>
                    <a:pt x="3533" y="1577"/>
                  </a:cubicBezTo>
                  <a:cubicBezTo>
                    <a:pt x="3541" y="1593"/>
                    <a:pt x="3557" y="1609"/>
                    <a:pt x="3561" y="1629"/>
                  </a:cubicBezTo>
                  <a:cubicBezTo>
                    <a:pt x="3569" y="1645"/>
                    <a:pt x="3577" y="1665"/>
                    <a:pt x="3585" y="1681"/>
                  </a:cubicBezTo>
                  <a:cubicBezTo>
                    <a:pt x="3609" y="1753"/>
                    <a:pt x="3605" y="1829"/>
                    <a:pt x="3577" y="1901"/>
                  </a:cubicBezTo>
                  <a:cubicBezTo>
                    <a:pt x="3545" y="1969"/>
                    <a:pt x="3493" y="2029"/>
                    <a:pt x="3425" y="2065"/>
                  </a:cubicBezTo>
                  <a:cubicBezTo>
                    <a:pt x="3409" y="2073"/>
                    <a:pt x="3389" y="2081"/>
                    <a:pt x="3373" y="2093"/>
                  </a:cubicBezTo>
                  <a:lnTo>
                    <a:pt x="3317" y="2109"/>
                  </a:lnTo>
                  <a:cubicBezTo>
                    <a:pt x="3297" y="2113"/>
                    <a:pt x="3277" y="2121"/>
                    <a:pt x="3257" y="2125"/>
                  </a:cubicBezTo>
                  <a:lnTo>
                    <a:pt x="3193" y="2133"/>
                  </a:lnTo>
                  <a:cubicBezTo>
                    <a:pt x="3097" y="2141"/>
                    <a:pt x="3009" y="2169"/>
                    <a:pt x="2925" y="2213"/>
                  </a:cubicBezTo>
                  <a:cubicBezTo>
                    <a:pt x="2845" y="2257"/>
                    <a:pt x="2769" y="2309"/>
                    <a:pt x="2701" y="2369"/>
                  </a:cubicBezTo>
                  <a:cubicBezTo>
                    <a:pt x="2633" y="2429"/>
                    <a:pt x="2573" y="2493"/>
                    <a:pt x="2517" y="2561"/>
                  </a:cubicBezTo>
                  <a:lnTo>
                    <a:pt x="2525" y="2569"/>
                  </a:lnTo>
                  <a:cubicBezTo>
                    <a:pt x="2649" y="2445"/>
                    <a:pt x="2797" y="2345"/>
                    <a:pt x="2957" y="2273"/>
                  </a:cubicBezTo>
                  <a:cubicBezTo>
                    <a:pt x="3033" y="2241"/>
                    <a:pt x="3113" y="2221"/>
                    <a:pt x="3197" y="2217"/>
                  </a:cubicBezTo>
                  <a:lnTo>
                    <a:pt x="3265" y="2213"/>
                  </a:lnTo>
                  <a:cubicBezTo>
                    <a:pt x="3289" y="2213"/>
                    <a:pt x="3317" y="2209"/>
                    <a:pt x="3337" y="2201"/>
                  </a:cubicBezTo>
                  <a:cubicBezTo>
                    <a:pt x="3361" y="2197"/>
                    <a:pt x="3385" y="2193"/>
                    <a:pt x="3409" y="2185"/>
                  </a:cubicBezTo>
                  <a:cubicBezTo>
                    <a:pt x="3433" y="2173"/>
                    <a:pt x="3453" y="2165"/>
                    <a:pt x="3477" y="2153"/>
                  </a:cubicBezTo>
                  <a:cubicBezTo>
                    <a:pt x="3565" y="2109"/>
                    <a:pt x="3641" y="2033"/>
                    <a:pt x="3685" y="1941"/>
                  </a:cubicBezTo>
                  <a:cubicBezTo>
                    <a:pt x="3725" y="1845"/>
                    <a:pt x="3729" y="1741"/>
                    <a:pt x="3701" y="1641"/>
                  </a:cubicBezTo>
                  <a:cubicBezTo>
                    <a:pt x="3693" y="1617"/>
                    <a:pt x="3685" y="1593"/>
                    <a:pt x="3673" y="1573"/>
                  </a:cubicBezTo>
                  <a:cubicBezTo>
                    <a:pt x="3661" y="1549"/>
                    <a:pt x="3649" y="1529"/>
                    <a:pt x="3637" y="1509"/>
                  </a:cubicBezTo>
                  <a:cubicBezTo>
                    <a:pt x="3637" y="1505"/>
                    <a:pt x="3633" y="1501"/>
                    <a:pt x="3633" y="1497"/>
                  </a:cubicBezTo>
                  <a:lnTo>
                    <a:pt x="3625" y="1489"/>
                  </a:lnTo>
                  <a:lnTo>
                    <a:pt x="3617" y="1477"/>
                  </a:lnTo>
                  <a:lnTo>
                    <a:pt x="3597" y="1449"/>
                  </a:lnTo>
                  <a:cubicBezTo>
                    <a:pt x="3581" y="1429"/>
                    <a:pt x="3565" y="1413"/>
                    <a:pt x="3549" y="1393"/>
                  </a:cubicBezTo>
                  <a:cubicBezTo>
                    <a:pt x="3485" y="1329"/>
                    <a:pt x="3417" y="1265"/>
                    <a:pt x="3341" y="1213"/>
                  </a:cubicBezTo>
                  <a:cubicBezTo>
                    <a:pt x="3193" y="1109"/>
                    <a:pt x="3041" y="1021"/>
                    <a:pt x="2889" y="929"/>
                  </a:cubicBezTo>
                  <a:cubicBezTo>
                    <a:pt x="2817" y="881"/>
                    <a:pt x="2745" y="833"/>
                    <a:pt x="2677" y="777"/>
                  </a:cubicBezTo>
                  <a:lnTo>
                    <a:pt x="2633" y="733"/>
                  </a:lnTo>
                  <a:cubicBezTo>
                    <a:pt x="2617" y="717"/>
                    <a:pt x="2605" y="701"/>
                    <a:pt x="2593" y="685"/>
                  </a:cubicBezTo>
                  <a:lnTo>
                    <a:pt x="2517" y="573"/>
                  </a:lnTo>
                  <a:cubicBezTo>
                    <a:pt x="2469" y="497"/>
                    <a:pt x="2413" y="425"/>
                    <a:pt x="2353" y="361"/>
                  </a:cubicBezTo>
                  <a:cubicBezTo>
                    <a:pt x="2293" y="293"/>
                    <a:pt x="2225" y="233"/>
                    <a:pt x="2149" y="185"/>
                  </a:cubicBezTo>
                  <a:cubicBezTo>
                    <a:pt x="2069" y="137"/>
                    <a:pt x="1989" y="97"/>
                    <a:pt x="1901" y="69"/>
                  </a:cubicBezTo>
                  <a:cubicBezTo>
                    <a:pt x="1813" y="41"/>
                    <a:pt x="1725" y="21"/>
                    <a:pt x="1637" y="9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199201" y="1155985"/>
              <a:ext cx="699907" cy="667766"/>
            </a:xfrm>
            <a:custGeom>
              <a:avLst/>
              <a:gdLst/>
              <a:ahLst/>
              <a:cxnLst/>
              <a:rect l="l" t="t" r="r" b="b"/>
              <a:pathLst>
                <a:path w="3593" h="3428" extrusionOk="0">
                  <a:moveTo>
                    <a:pt x="993" y="1"/>
                  </a:moveTo>
                  <a:cubicBezTo>
                    <a:pt x="893" y="1"/>
                    <a:pt x="793" y="2"/>
                    <a:pt x="693" y="4"/>
                  </a:cubicBezTo>
                  <a:cubicBezTo>
                    <a:pt x="493" y="8"/>
                    <a:pt x="293" y="12"/>
                    <a:pt x="93" y="28"/>
                  </a:cubicBezTo>
                  <a:lnTo>
                    <a:pt x="1" y="32"/>
                  </a:lnTo>
                  <a:lnTo>
                    <a:pt x="77" y="92"/>
                  </a:lnTo>
                  <a:cubicBezTo>
                    <a:pt x="149" y="148"/>
                    <a:pt x="209" y="236"/>
                    <a:pt x="197" y="316"/>
                  </a:cubicBezTo>
                  <a:cubicBezTo>
                    <a:pt x="193" y="356"/>
                    <a:pt x="173" y="392"/>
                    <a:pt x="141" y="424"/>
                  </a:cubicBezTo>
                  <a:lnTo>
                    <a:pt x="137" y="428"/>
                  </a:lnTo>
                  <a:lnTo>
                    <a:pt x="129" y="440"/>
                  </a:lnTo>
                  <a:lnTo>
                    <a:pt x="117" y="452"/>
                  </a:lnTo>
                  <a:cubicBezTo>
                    <a:pt x="109" y="464"/>
                    <a:pt x="97" y="484"/>
                    <a:pt x="89" y="496"/>
                  </a:cubicBezTo>
                  <a:cubicBezTo>
                    <a:pt x="77" y="520"/>
                    <a:pt x="65" y="548"/>
                    <a:pt x="57" y="576"/>
                  </a:cubicBezTo>
                  <a:cubicBezTo>
                    <a:pt x="29" y="680"/>
                    <a:pt x="13" y="784"/>
                    <a:pt x="9" y="892"/>
                  </a:cubicBezTo>
                  <a:cubicBezTo>
                    <a:pt x="1" y="996"/>
                    <a:pt x="1" y="1104"/>
                    <a:pt x="9" y="1208"/>
                  </a:cubicBezTo>
                  <a:cubicBezTo>
                    <a:pt x="17" y="1416"/>
                    <a:pt x="53" y="1624"/>
                    <a:pt x="109" y="1828"/>
                  </a:cubicBezTo>
                  <a:cubicBezTo>
                    <a:pt x="137" y="1936"/>
                    <a:pt x="181" y="2036"/>
                    <a:pt x="237" y="2128"/>
                  </a:cubicBezTo>
                  <a:cubicBezTo>
                    <a:pt x="249" y="2152"/>
                    <a:pt x="269" y="2176"/>
                    <a:pt x="285" y="2200"/>
                  </a:cubicBezTo>
                  <a:cubicBezTo>
                    <a:pt x="305" y="2224"/>
                    <a:pt x="325" y="2244"/>
                    <a:pt x="345" y="2260"/>
                  </a:cubicBezTo>
                  <a:cubicBezTo>
                    <a:pt x="381" y="2296"/>
                    <a:pt x="421" y="2332"/>
                    <a:pt x="461" y="2368"/>
                  </a:cubicBezTo>
                  <a:cubicBezTo>
                    <a:pt x="621" y="2504"/>
                    <a:pt x="789" y="2624"/>
                    <a:pt x="969" y="2736"/>
                  </a:cubicBezTo>
                  <a:cubicBezTo>
                    <a:pt x="1145" y="2848"/>
                    <a:pt x="1341" y="2936"/>
                    <a:pt x="1545" y="2992"/>
                  </a:cubicBezTo>
                  <a:cubicBezTo>
                    <a:pt x="1597" y="3008"/>
                    <a:pt x="1653" y="3012"/>
                    <a:pt x="1709" y="3012"/>
                  </a:cubicBezTo>
                  <a:cubicBezTo>
                    <a:pt x="1757" y="3012"/>
                    <a:pt x="1809" y="3016"/>
                    <a:pt x="1857" y="3024"/>
                  </a:cubicBezTo>
                  <a:cubicBezTo>
                    <a:pt x="1957" y="3032"/>
                    <a:pt x="2053" y="3056"/>
                    <a:pt x="2149" y="3088"/>
                  </a:cubicBezTo>
                  <a:cubicBezTo>
                    <a:pt x="2241" y="3120"/>
                    <a:pt x="2333" y="3168"/>
                    <a:pt x="2417" y="3224"/>
                  </a:cubicBezTo>
                  <a:cubicBezTo>
                    <a:pt x="2497" y="3280"/>
                    <a:pt x="2573" y="3348"/>
                    <a:pt x="2641" y="3428"/>
                  </a:cubicBezTo>
                  <a:lnTo>
                    <a:pt x="2649" y="3420"/>
                  </a:lnTo>
                  <a:cubicBezTo>
                    <a:pt x="2533" y="3244"/>
                    <a:pt x="2369" y="3104"/>
                    <a:pt x="2173" y="3020"/>
                  </a:cubicBezTo>
                  <a:cubicBezTo>
                    <a:pt x="2077" y="2980"/>
                    <a:pt x="1973" y="2952"/>
                    <a:pt x="1869" y="2932"/>
                  </a:cubicBezTo>
                  <a:cubicBezTo>
                    <a:pt x="1821" y="2924"/>
                    <a:pt x="1765" y="2916"/>
                    <a:pt x="1713" y="2912"/>
                  </a:cubicBezTo>
                  <a:cubicBezTo>
                    <a:pt x="1665" y="2908"/>
                    <a:pt x="1617" y="2900"/>
                    <a:pt x="1573" y="2888"/>
                  </a:cubicBezTo>
                  <a:cubicBezTo>
                    <a:pt x="1477" y="2860"/>
                    <a:pt x="1385" y="2820"/>
                    <a:pt x="1301" y="2776"/>
                  </a:cubicBezTo>
                  <a:cubicBezTo>
                    <a:pt x="1209" y="2728"/>
                    <a:pt x="1125" y="2676"/>
                    <a:pt x="1041" y="2620"/>
                  </a:cubicBezTo>
                  <a:cubicBezTo>
                    <a:pt x="869" y="2512"/>
                    <a:pt x="709" y="2388"/>
                    <a:pt x="557" y="2256"/>
                  </a:cubicBezTo>
                  <a:cubicBezTo>
                    <a:pt x="521" y="2224"/>
                    <a:pt x="485" y="2192"/>
                    <a:pt x="449" y="2156"/>
                  </a:cubicBezTo>
                  <a:cubicBezTo>
                    <a:pt x="429" y="2140"/>
                    <a:pt x="413" y="2124"/>
                    <a:pt x="397" y="2104"/>
                  </a:cubicBezTo>
                  <a:cubicBezTo>
                    <a:pt x="385" y="2088"/>
                    <a:pt x="369" y="2072"/>
                    <a:pt x="361" y="2052"/>
                  </a:cubicBezTo>
                  <a:cubicBezTo>
                    <a:pt x="309" y="1968"/>
                    <a:pt x="273" y="1880"/>
                    <a:pt x="245" y="1788"/>
                  </a:cubicBezTo>
                  <a:cubicBezTo>
                    <a:pt x="185" y="1596"/>
                    <a:pt x="149" y="1400"/>
                    <a:pt x="133" y="1200"/>
                  </a:cubicBezTo>
                  <a:cubicBezTo>
                    <a:pt x="125" y="1100"/>
                    <a:pt x="125" y="1000"/>
                    <a:pt x="125" y="900"/>
                  </a:cubicBezTo>
                  <a:cubicBezTo>
                    <a:pt x="125" y="800"/>
                    <a:pt x="137" y="704"/>
                    <a:pt x="161" y="608"/>
                  </a:cubicBezTo>
                  <a:cubicBezTo>
                    <a:pt x="165" y="584"/>
                    <a:pt x="173" y="564"/>
                    <a:pt x="185" y="544"/>
                  </a:cubicBezTo>
                  <a:cubicBezTo>
                    <a:pt x="189" y="536"/>
                    <a:pt x="189" y="528"/>
                    <a:pt x="197" y="520"/>
                  </a:cubicBezTo>
                  <a:lnTo>
                    <a:pt x="209" y="504"/>
                  </a:lnTo>
                  <a:lnTo>
                    <a:pt x="209" y="500"/>
                  </a:lnTo>
                  <a:lnTo>
                    <a:pt x="217" y="492"/>
                  </a:lnTo>
                  <a:cubicBezTo>
                    <a:pt x="257" y="444"/>
                    <a:pt x="285" y="388"/>
                    <a:pt x="289" y="324"/>
                  </a:cubicBezTo>
                  <a:cubicBezTo>
                    <a:pt x="293" y="264"/>
                    <a:pt x="273" y="204"/>
                    <a:pt x="237" y="152"/>
                  </a:cubicBezTo>
                  <a:cubicBezTo>
                    <a:pt x="221" y="130"/>
                    <a:pt x="203" y="109"/>
                    <a:pt x="183" y="90"/>
                  </a:cubicBezTo>
                  <a:lnTo>
                    <a:pt x="183" y="90"/>
                  </a:lnTo>
                  <a:cubicBezTo>
                    <a:pt x="353" y="71"/>
                    <a:pt x="524" y="59"/>
                    <a:pt x="693" y="52"/>
                  </a:cubicBezTo>
                  <a:cubicBezTo>
                    <a:pt x="793" y="48"/>
                    <a:pt x="892" y="46"/>
                    <a:pt x="991" y="46"/>
                  </a:cubicBezTo>
                  <a:cubicBezTo>
                    <a:pt x="1090" y="46"/>
                    <a:pt x="1189" y="48"/>
                    <a:pt x="1289" y="52"/>
                  </a:cubicBezTo>
                  <a:cubicBezTo>
                    <a:pt x="1489" y="60"/>
                    <a:pt x="1685" y="84"/>
                    <a:pt x="1881" y="120"/>
                  </a:cubicBezTo>
                  <a:cubicBezTo>
                    <a:pt x="1977" y="136"/>
                    <a:pt x="2069" y="160"/>
                    <a:pt x="2165" y="188"/>
                  </a:cubicBezTo>
                  <a:cubicBezTo>
                    <a:pt x="2209" y="204"/>
                    <a:pt x="2257" y="220"/>
                    <a:pt x="2297" y="240"/>
                  </a:cubicBezTo>
                  <a:cubicBezTo>
                    <a:pt x="2321" y="248"/>
                    <a:pt x="2345" y="260"/>
                    <a:pt x="2365" y="272"/>
                  </a:cubicBezTo>
                  <a:lnTo>
                    <a:pt x="2429" y="304"/>
                  </a:lnTo>
                  <a:cubicBezTo>
                    <a:pt x="2509" y="352"/>
                    <a:pt x="2589" y="404"/>
                    <a:pt x="2661" y="464"/>
                  </a:cubicBezTo>
                  <a:cubicBezTo>
                    <a:pt x="2733" y="528"/>
                    <a:pt x="2797" y="596"/>
                    <a:pt x="2849" y="676"/>
                  </a:cubicBezTo>
                  <a:cubicBezTo>
                    <a:pt x="2953" y="832"/>
                    <a:pt x="3009" y="1016"/>
                    <a:pt x="3053" y="1208"/>
                  </a:cubicBezTo>
                  <a:cubicBezTo>
                    <a:pt x="3077" y="1304"/>
                    <a:pt x="3097" y="1400"/>
                    <a:pt x="3121" y="1500"/>
                  </a:cubicBezTo>
                  <a:cubicBezTo>
                    <a:pt x="3145" y="1600"/>
                    <a:pt x="3177" y="1696"/>
                    <a:pt x="3221" y="1788"/>
                  </a:cubicBezTo>
                  <a:cubicBezTo>
                    <a:pt x="3265" y="1880"/>
                    <a:pt x="3317" y="1968"/>
                    <a:pt x="3377" y="2052"/>
                  </a:cubicBezTo>
                  <a:cubicBezTo>
                    <a:pt x="3433" y="2132"/>
                    <a:pt x="3501" y="2208"/>
                    <a:pt x="3577" y="2276"/>
                  </a:cubicBezTo>
                  <a:lnTo>
                    <a:pt x="3593" y="2260"/>
                  </a:lnTo>
                  <a:cubicBezTo>
                    <a:pt x="3465" y="2112"/>
                    <a:pt x="3365" y="1940"/>
                    <a:pt x="3297" y="1756"/>
                  </a:cubicBezTo>
                  <a:cubicBezTo>
                    <a:pt x="3265" y="1664"/>
                    <a:pt x="3237" y="1572"/>
                    <a:pt x="3221" y="1476"/>
                  </a:cubicBezTo>
                  <a:lnTo>
                    <a:pt x="3165" y="1184"/>
                  </a:lnTo>
                  <a:cubicBezTo>
                    <a:pt x="3149" y="1084"/>
                    <a:pt x="3121" y="984"/>
                    <a:pt x="3093" y="888"/>
                  </a:cubicBezTo>
                  <a:cubicBezTo>
                    <a:pt x="3057" y="788"/>
                    <a:pt x="3013" y="692"/>
                    <a:pt x="2957" y="604"/>
                  </a:cubicBezTo>
                  <a:cubicBezTo>
                    <a:pt x="2897" y="516"/>
                    <a:pt x="2829" y="436"/>
                    <a:pt x="2749" y="368"/>
                  </a:cubicBezTo>
                  <a:cubicBezTo>
                    <a:pt x="2665" y="304"/>
                    <a:pt x="2577" y="248"/>
                    <a:pt x="2485" y="200"/>
                  </a:cubicBezTo>
                  <a:cubicBezTo>
                    <a:pt x="2461" y="188"/>
                    <a:pt x="2437" y="176"/>
                    <a:pt x="2413" y="168"/>
                  </a:cubicBezTo>
                  <a:cubicBezTo>
                    <a:pt x="2393" y="160"/>
                    <a:pt x="2369" y="148"/>
                    <a:pt x="2345" y="140"/>
                  </a:cubicBezTo>
                  <a:cubicBezTo>
                    <a:pt x="2293" y="120"/>
                    <a:pt x="2245" y="108"/>
                    <a:pt x="2193" y="96"/>
                  </a:cubicBezTo>
                  <a:cubicBezTo>
                    <a:pt x="2097" y="72"/>
                    <a:pt x="1997" y="52"/>
                    <a:pt x="1893" y="44"/>
                  </a:cubicBezTo>
                  <a:cubicBezTo>
                    <a:pt x="1693" y="20"/>
                    <a:pt x="1493" y="8"/>
                    <a:pt x="1293" y="4"/>
                  </a:cubicBezTo>
                  <a:cubicBezTo>
                    <a:pt x="1193" y="2"/>
                    <a:pt x="1093" y="1"/>
                    <a:pt x="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128002" y="2007455"/>
              <a:ext cx="299404" cy="269795"/>
            </a:xfrm>
            <a:custGeom>
              <a:avLst/>
              <a:gdLst/>
              <a:ahLst/>
              <a:cxnLst/>
              <a:rect l="l" t="t" r="r" b="b"/>
              <a:pathLst>
                <a:path w="1537" h="1385" extrusionOk="0">
                  <a:moveTo>
                    <a:pt x="5" y="1"/>
                  </a:moveTo>
                  <a:lnTo>
                    <a:pt x="1" y="5"/>
                  </a:lnTo>
                  <a:lnTo>
                    <a:pt x="25" y="17"/>
                  </a:lnTo>
                  <a:cubicBezTo>
                    <a:pt x="37" y="21"/>
                    <a:pt x="61" y="29"/>
                    <a:pt x="85" y="41"/>
                  </a:cubicBezTo>
                  <a:cubicBezTo>
                    <a:pt x="157" y="77"/>
                    <a:pt x="229" y="113"/>
                    <a:pt x="293" y="153"/>
                  </a:cubicBezTo>
                  <a:cubicBezTo>
                    <a:pt x="333" y="181"/>
                    <a:pt x="377" y="213"/>
                    <a:pt x="421" y="245"/>
                  </a:cubicBezTo>
                  <a:cubicBezTo>
                    <a:pt x="469" y="281"/>
                    <a:pt x="513" y="317"/>
                    <a:pt x="557" y="357"/>
                  </a:cubicBezTo>
                  <a:cubicBezTo>
                    <a:pt x="605" y="401"/>
                    <a:pt x="645" y="449"/>
                    <a:pt x="681" y="501"/>
                  </a:cubicBezTo>
                  <a:cubicBezTo>
                    <a:pt x="713" y="557"/>
                    <a:pt x="741" y="617"/>
                    <a:pt x="777" y="673"/>
                  </a:cubicBezTo>
                  <a:cubicBezTo>
                    <a:pt x="809" y="737"/>
                    <a:pt x="853" y="789"/>
                    <a:pt x="909" y="833"/>
                  </a:cubicBezTo>
                  <a:cubicBezTo>
                    <a:pt x="961" y="873"/>
                    <a:pt x="1017" y="905"/>
                    <a:pt x="1077" y="933"/>
                  </a:cubicBezTo>
                  <a:cubicBezTo>
                    <a:pt x="1129" y="961"/>
                    <a:pt x="1181" y="989"/>
                    <a:pt x="1229" y="1021"/>
                  </a:cubicBezTo>
                  <a:cubicBezTo>
                    <a:pt x="1269" y="1049"/>
                    <a:pt x="1309" y="1085"/>
                    <a:pt x="1345" y="1121"/>
                  </a:cubicBezTo>
                  <a:cubicBezTo>
                    <a:pt x="1401" y="1177"/>
                    <a:pt x="1449" y="1237"/>
                    <a:pt x="1485" y="1305"/>
                  </a:cubicBezTo>
                  <a:cubicBezTo>
                    <a:pt x="1497" y="1325"/>
                    <a:pt x="1509" y="1345"/>
                    <a:pt x="1517" y="1365"/>
                  </a:cubicBezTo>
                  <a:lnTo>
                    <a:pt x="1529" y="1385"/>
                  </a:lnTo>
                  <a:lnTo>
                    <a:pt x="1537" y="1385"/>
                  </a:lnTo>
                  <a:cubicBezTo>
                    <a:pt x="1529" y="1357"/>
                    <a:pt x="1521" y="1325"/>
                    <a:pt x="1513" y="1297"/>
                  </a:cubicBezTo>
                  <a:cubicBezTo>
                    <a:pt x="1485" y="1217"/>
                    <a:pt x="1445" y="1145"/>
                    <a:pt x="1389" y="1081"/>
                  </a:cubicBezTo>
                  <a:cubicBezTo>
                    <a:pt x="1353" y="1037"/>
                    <a:pt x="1313" y="1001"/>
                    <a:pt x="1269" y="965"/>
                  </a:cubicBezTo>
                  <a:cubicBezTo>
                    <a:pt x="1221" y="929"/>
                    <a:pt x="1165" y="897"/>
                    <a:pt x="1109" y="873"/>
                  </a:cubicBezTo>
                  <a:cubicBezTo>
                    <a:pt x="1053" y="849"/>
                    <a:pt x="997" y="821"/>
                    <a:pt x="945" y="789"/>
                  </a:cubicBezTo>
                  <a:cubicBezTo>
                    <a:pt x="893" y="753"/>
                    <a:pt x="845" y="709"/>
                    <a:pt x="809" y="657"/>
                  </a:cubicBezTo>
                  <a:cubicBezTo>
                    <a:pt x="769" y="605"/>
                    <a:pt x="733" y="549"/>
                    <a:pt x="697" y="493"/>
                  </a:cubicBezTo>
                  <a:cubicBezTo>
                    <a:pt x="661" y="437"/>
                    <a:pt x="625" y="385"/>
                    <a:pt x="585" y="333"/>
                  </a:cubicBezTo>
                  <a:cubicBezTo>
                    <a:pt x="549" y="285"/>
                    <a:pt x="505" y="241"/>
                    <a:pt x="461" y="201"/>
                  </a:cubicBezTo>
                  <a:cubicBezTo>
                    <a:pt x="417" y="165"/>
                    <a:pt x="373" y="133"/>
                    <a:pt x="325" y="109"/>
                  </a:cubicBezTo>
                  <a:cubicBezTo>
                    <a:pt x="253" y="65"/>
                    <a:pt x="173" y="37"/>
                    <a:pt x="93" y="17"/>
                  </a:cubicBezTo>
                  <a:cubicBezTo>
                    <a:pt x="65" y="13"/>
                    <a:pt x="45" y="5"/>
                    <a:pt x="29" y="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166183" y="1980962"/>
              <a:ext cx="231614" cy="119411"/>
            </a:xfrm>
            <a:custGeom>
              <a:avLst/>
              <a:gdLst/>
              <a:ahLst/>
              <a:cxnLst/>
              <a:rect l="l" t="t" r="r" b="b"/>
              <a:pathLst>
                <a:path w="1189" h="613" extrusionOk="0">
                  <a:moveTo>
                    <a:pt x="221" y="1"/>
                  </a:moveTo>
                  <a:cubicBezTo>
                    <a:pt x="189" y="1"/>
                    <a:pt x="157" y="5"/>
                    <a:pt x="129" y="9"/>
                  </a:cubicBezTo>
                  <a:cubicBezTo>
                    <a:pt x="105" y="13"/>
                    <a:pt x="85" y="17"/>
                    <a:pt x="61" y="25"/>
                  </a:cubicBezTo>
                  <a:cubicBezTo>
                    <a:pt x="41" y="33"/>
                    <a:pt x="25" y="41"/>
                    <a:pt x="5" y="49"/>
                  </a:cubicBezTo>
                  <a:lnTo>
                    <a:pt x="1" y="57"/>
                  </a:lnTo>
                  <a:lnTo>
                    <a:pt x="61" y="57"/>
                  </a:lnTo>
                  <a:cubicBezTo>
                    <a:pt x="76" y="56"/>
                    <a:pt x="91" y="55"/>
                    <a:pt x="106" y="55"/>
                  </a:cubicBezTo>
                  <a:cubicBezTo>
                    <a:pt x="141" y="55"/>
                    <a:pt x="176" y="58"/>
                    <a:pt x="213" y="61"/>
                  </a:cubicBezTo>
                  <a:cubicBezTo>
                    <a:pt x="245" y="61"/>
                    <a:pt x="277" y="69"/>
                    <a:pt x="313" y="73"/>
                  </a:cubicBezTo>
                  <a:cubicBezTo>
                    <a:pt x="349" y="77"/>
                    <a:pt x="385" y="81"/>
                    <a:pt x="421" y="89"/>
                  </a:cubicBezTo>
                  <a:cubicBezTo>
                    <a:pt x="461" y="97"/>
                    <a:pt x="501" y="113"/>
                    <a:pt x="537" y="133"/>
                  </a:cubicBezTo>
                  <a:cubicBezTo>
                    <a:pt x="573" y="153"/>
                    <a:pt x="605" y="177"/>
                    <a:pt x="637" y="209"/>
                  </a:cubicBezTo>
                  <a:cubicBezTo>
                    <a:pt x="669" y="237"/>
                    <a:pt x="697" y="269"/>
                    <a:pt x="725" y="301"/>
                  </a:cubicBezTo>
                  <a:lnTo>
                    <a:pt x="817" y="385"/>
                  </a:lnTo>
                  <a:cubicBezTo>
                    <a:pt x="869" y="433"/>
                    <a:pt x="925" y="481"/>
                    <a:pt x="989" y="525"/>
                  </a:cubicBezTo>
                  <a:cubicBezTo>
                    <a:pt x="1033" y="553"/>
                    <a:pt x="1077" y="577"/>
                    <a:pt x="1129" y="597"/>
                  </a:cubicBezTo>
                  <a:cubicBezTo>
                    <a:pt x="1145" y="605"/>
                    <a:pt x="1165" y="609"/>
                    <a:pt x="1185" y="613"/>
                  </a:cubicBezTo>
                  <a:lnTo>
                    <a:pt x="1189" y="609"/>
                  </a:lnTo>
                  <a:cubicBezTo>
                    <a:pt x="1189" y="609"/>
                    <a:pt x="1173" y="597"/>
                    <a:pt x="1141" y="573"/>
                  </a:cubicBezTo>
                  <a:cubicBezTo>
                    <a:pt x="1113" y="549"/>
                    <a:pt x="1073" y="517"/>
                    <a:pt x="1025" y="473"/>
                  </a:cubicBezTo>
                  <a:cubicBezTo>
                    <a:pt x="977" y="429"/>
                    <a:pt x="925" y="381"/>
                    <a:pt x="861" y="329"/>
                  </a:cubicBezTo>
                  <a:cubicBezTo>
                    <a:pt x="797" y="273"/>
                    <a:pt x="733" y="225"/>
                    <a:pt x="661" y="181"/>
                  </a:cubicBezTo>
                  <a:cubicBezTo>
                    <a:pt x="589" y="133"/>
                    <a:pt x="513" y="93"/>
                    <a:pt x="437" y="53"/>
                  </a:cubicBezTo>
                  <a:cubicBezTo>
                    <a:pt x="373" y="17"/>
                    <a:pt x="297" y="1"/>
                    <a:pt x="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014239" y="1996546"/>
              <a:ext cx="177850" cy="240965"/>
            </a:xfrm>
            <a:custGeom>
              <a:avLst/>
              <a:gdLst/>
              <a:ahLst/>
              <a:cxnLst/>
              <a:rect l="l" t="t" r="r" b="b"/>
              <a:pathLst>
                <a:path w="913" h="1237" extrusionOk="0">
                  <a:moveTo>
                    <a:pt x="69" y="1"/>
                  </a:moveTo>
                  <a:cubicBezTo>
                    <a:pt x="45" y="1"/>
                    <a:pt x="21" y="5"/>
                    <a:pt x="1" y="17"/>
                  </a:cubicBezTo>
                  <a:lnTo>
                    <a:pt x="5" y="25"/>
                  </a:lnTo>
                  <a:lnTo>
                    <a:pt x="21" y="25"/>
                  </a:lnTo>
                  <a:cubicBezTo>
                    <a:pt x="37" y="25"/>
                    <a:pt x="53" y="29"/>
                    <a:pt x="69" y="33"/>
                  </a:cubicBezTo>
                  <a:cubicBezTo>
                    <a:pt x="93" y="41"/>
                    <a:pt x="113" y="53"/>
                    <a:pt x="133" y="65"/>
                  </a:cubicBezTo>
                  <a:cubicBezTo>
                    <a:pt x="157" y="85"/>
                    <a:pt x="177" y="109"/>
                    <a:pt x="193" y="133"/>
                  </a:cubicBezTo>
                  <a:cubicBezTo>
                    <a:pt x="213" y="169"/>
                    <a:pt x="229" y="201"/>
                    <a:pt x="245" y="233"/>
                  </a:cubicBezTo>
                  <a:cubicBezTo>
                    <a:pt x="261" y="273"/>
                    <a:pt x="281" y="313"/>
                    <a:pt x="305" y="357"/>
                  </a:cubicBezTo>
                  <a:cubicBezTo>
                    <a:pt x="325" y="397"/>
                    <a:pt x="345" y="441"/>
                    <a:pt x="365" y="489"/>
                  </a:cubicBezTo>
                  <a:cubicBezTo>
                    <a:pt x="381" y="533"/>
                    <a:pt x="397" y="581"/>
                    <a:pt x="409" y="629"/>
                  </a:cubicBezTo>
                  <a:cubicBezTo>
                    <a:pt x="425" y="677"/>
                    <a:pt x="437" y="729"/>
                    <a:pt x="453" y="773"/>
                  </a:cubicBezTo>
                  <a:cubicBezTo>
                    <a:pt x="469" y="821"/>
                    <a:pt x="489" y="869"/>
                    <a:pt x="513" y="913"/>
                  </a:cubicBezTo>
                  <a:cubicBezTo>
                    <a:pt x="533" y="953"/>
                    <a:pt x="561" y="993"/>
                    <a:pt x="597" y="1029"/>
                  </a:cubicBezTo>
                  <a:cubicBezTo>
                    <a:pt x="625" y="1061"/>
                    <a:pt x="657" y="1085"/>
                    <a:pt x="697" y="1109"/>
                  </a:cubicBezTo>
                  <a:cubicBezTo>
                    <a:pt x="729" y="1129"/>
                    <a:pt x="757" y="1145"/>
                    <a:pt x="785" y="1157"/>
                  </a:cubicBezTo>
                  <a:cubicBezTo>
                    <a:pt x="813" y="1173"/>
                    <a:pt x="833" y="1185"/>
                    <a:pt x="853" y="1197"/>
                  </a:cubicBezTo>
                  <a:cubicBezTo>
                    <a:pt x="873" y="1209"/>
                    <a:pt x="889" y="1225"/>
                    <a:pt x="909" y="1237"/>
                  </a:cubicBezTo>
                  <a:lnTo>
                    <a:pt x="913" y="1233"/>
                  </a:lnTo>
                  <a:cubicBezTo>
                    <a:pt x="901" y="1213"/>
                    <a:pt x="885" y="1193"/>
                    <a:pt x="869" y="1177"/>
                  </a:cubicBezTo>
                  <a:cubicBezTo>
                    <a:pt x="825" y="1133"/>
                    <a:pt x="781" y="1093"/>
                    <a:pt x="729" y="1057"/>
                  </a:cubicBezTo>
                  <a:cubicBezTo>
                    <a:pt x="701" y="1033"/>
                    <a:pt x="673" y="1009"/>
                    <a:pt x="649" y="981"/>
                  </a:cubicBezTo>
                  <a:cubicBezTo>
                    <a:pt x="621" y="949"/>
                    <a:pt x="597" y="913"/>
                    <a:pt x="573" y="877"/>
                  </a:cubicBezTo>
                  <a:cubicBezTo>
                    <a:pt x="549" y="837"/>
                    <a:pt x="529" y="793"/>
                    <a:pt x="509" y="753"/>
                  </a:cubicBezTo>
                  <a:cubicBezTo>
                    <a:pt x="489" y="705"/>
                    <a:pt x="465" y="661"/>
                    <a:pt x="445" y="617"/>
                  </a:cubicBezTo>
                  <a:cubicBezTo>
                    <a:pt x="421" y="573"/>
                    <a:pt x="401" y="525"/>
                    <a:pt x="381" y="481"/>
                  </a:cubicBezTo>
                  <a:cubicBezTo>
                    <a:pt x="365" y="433"/>
                    <a:pt x="349" y="389"/>
                    <a:pt x="337" y="341"/>
                  </a:cubicBezTo>
                  <a:cubicBezTo>
                    <a:pt x="325" y="297"/>
                    <a:pt x="313" y="253"/>
                    <a:pt x="297" y="213"/>
                  </a:cubicBezTo>
                  <a:cubicBezTo>
                    <a:pt x="285" y="169"/>
                    <a:pt x="265" y="133"/>
                    <a:pt x="237" y="97"/>
                  </a:cubicBezTo>
                  <a:cubicBezTo>
                    <a:pt x="217" y="69"/>
                    <a:pt x="185" y="41"/>
                    <a:pt x="153" y="25"/>
                  </a:cubicBezTo>
                  <a:cubicBezTo>
                    <a:pt x="129" y="13"/>
                    <a:pt x="101" y="5"/>
                    <a:pt x="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549060" y="1916289"/>
              <a:ext cx="307196" cy="103827"/>
            </a:xfrm>
            <a:custGeom>
              <a:avLst/>
              <a:gdLst/>
              <a:ahLst/>
              <a:cxnLst/>
              <a:rect l="l" t="t" r="r" b="b"/>
              <a:pathLst>
                <a:path w="1577" h="533" extrusionOk="0">
                  <a:moveTo>
                    <a:pt x="1569" y="1"/>
                  </a:moveTo>
                  <a:lnTo>
                    <a:pt x="1553" y="13"/>
                  </a:lnTo>
                  <a:cubicBezTo>
                    <a:pt x="1541" y="17"/>
                    <a:pt x="1525" y="29"/>
                    <a:pt x="1505" y="41"/>
                  </a:cubicBezTo>
                  <a:cubicBezTo>
                    <a:pt x="1469" y="69"/>
                    <a:pt x="1413" y="105"/>
                    <a:pt x="1349" y="141"/>
                  </a:cubicBezTo>
                  <a:cubicBezTo>
                    <a:pt x="1313" y="161"/>
                    <a:pt x="1277" y="181"/>
                    <a:pt x="1237" y="205"/>
                  </a:cubicBezTo>
                  <a:cubicBezTo>
                    <a:pt x="1201" y="225"/>
                    <a:pt x="1157" y="249"/>
                    <a:pt x="1113" y="273"/>
                  </a:cubicBezTo>
                  <a:cubicBezTo>
                    <a:pt x="1069" y="297"/>
                    <a:pt x="1021" y="313"/>
                    <a:pt x="973" y="329"/>
                  </a:cubicBezTo>
                  <a:cubicBezTo>
                    <a:pt x="921" y="341"/>
                    <a:pt x="873" y="349"/>
                    <a:pt x="817" y="349"/>
                  </a:cubicBezTo>
                  <a:cubicBezTo>
                    <a:pt x="765" y="353"/>
                    <a:pt x="713" y="353"/>
                    <a:pt x="661" y="353"/>
                  </a:cubicBezTo>
                  <a:lnTo>
                    <a:pt x="509" y="357"/>
                  </a:lnTo>
                  <a:cubicBezTo>
                    <a:pt x="417" y="361"/>
                    <a:pt x="325" y="373"/>
                    <a:pt x="237" y="397"/>
                  </a:cubicBezTo>
                  <a:cubicBezTo>
                    <a:pt x="173" y="413"/>
                    <a:pt x="113" y="441"/>
                    <a:pt x="57" y="481"/>
                  </a:cubicBezTo>
                  <a:cubicBezTo>
                    <a:pt x="41" y="489"/>
                    <a:pt x="29" y="501"/>
                    <a:pt x="17" y="513"/>
                  </a:cubicBezTo>
                  <a:lnTo>
                    <a:pt x="1" y="529"/>
                  </a:lnTo>
                  <a:lnTo>
                    <a:pt x="5" y="533"/>
                  </a:lnTo>
                  <a:lnTo>
                    <a:pt x="21" y="525"/>
                  </a:lnTo>
                  <a:cubicBezTo>
                    <a:pt x="37" y="517"/>
                    <a:pt x="53" y="509"/>
                    <a:pt x="73" y="505"/>
                  </a:cubicBezTo>
                  <a:cubicBezTo>
                    <a:pt x="129" y="481"/>
                    <a:pt x="189" y="465"/>
                    <a:pt x="253" y="453"/>
                  </a:cubicBezTo>
                  <a:cubicBezTo>
                    <a:pt x="289" y="449"/>
                    <a:pt x="329" y="445"/>
                    <a:pt x="377" y="441"/>
                  </a:cubicBezTo>
                  <a:lnTo>
                    <a:pt x="517" y="429"/>
                  </a:lnTo>
                  <a:lnTo>
                    <a:pt x="665" y="413"/>
                  </a:lnTo>
                  <a:cubicBezTo>
                    <a:pt x="717" y="409"/>
                    <a:pt x="773" y="397"/>
                    <a:pt x="825" y="385"/>
                  </a:cubicBezTo>
                  <a:cubicBezTo>
                    <a:pt x="877" y="373"/>
                    <a:pt x="929" y="357"/>
                    <a:pt x="977" y="345"/>
                  </a:cubicBezTo>
                  <a:lnTo>
                    <a:pt x="1129" y="305"/>
                  </a:lnTo>
                  <a:cubicBezTo>
                    <a:pt x="1173" y="293"/>
                    <a:pt x="1221" y="277"/>
                    <a:pt x="1265" y="257"/>
                  </a:cubicBezTo>
                  <a:cubicBezTo>
                    <a:pt x="1305" y="237"/>
                    <a:pt x="1341" y="213"/>
                    <a:pt x="1377" y="189"/>
                  </a:cubicBezTo>
                  <a:cubicBezTo>
                    <a:pt x="1433" y="153"/>
                    <a:pt x="1485" y="109"/>
                    <a:pt x="1529" y="61"/>
                  </a:cubicBezTo>
                  <a:cubicBezTo>
                    <a:pt x="1545" y="41"/>
                    <a:pt x="1561" y="25"/>
                    <a:pt x="1577" y="5"/>
                  </a:cubicBezTo>
                  <a:lnTo>
                    <a:pt x="15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906711" y="1943561"/>
              <a:ext cx="61751" cy="276028"/>
            </a:xfrm>
            <a:custGeom>
              <a:avLst/>
              <a:gdLst/>
              <a:ahLst/>
              <a:cxnLst/>
              <a:rect l="l" t="t" r="r" b="b"/>
              <a:pathLst>
                <a:path w="317" h="1417" extrusionOk="0">
                  <a:moveTo>
                    <a:pt x="9" y="1"/>
                  </a:moveTo>
                  <a:lnTo>
                    <a:pt x="1" y="5"/>
                  </a:lnTo>
                  <a:cubicBezTo>
                    <a:pt x="1" y="5"/>
                    <a:pt x="13" y="29"/>
                    <a:pt x="29" y="65"/>
                  </a:cubicBezTo>
                  <a:cubicBezTo>
                    <a:pt x="49" y="113"/>
                    <a:pt x="65" y="165"/>
                    <a:pt x="77" y="217"/>
                  </a:cubicBezTo>
                  <a:cubicBezTo>
                    <a:pt x="81" y="253"/>
                    <a:pt x="89" y="285"/>
                    <a:pt x="93" y="325"/>
                  </a:cubicBezTo>
                  <a:cubicBezTo>
                    <a:pt x="101" y="361"/>
                    <a:pt x="109" y="405"/>
                    <a:pt x="113" y="445"/>
                  </a:cubicBezTo>
                  <a:cubicBezTo>
                    <a:pt x="117" y="489"/>
                    <a:pt x="121" y="533"/>
                    <a:pt x="117" y="581"/>
                  </a:cubicBezTo>
                  <a:cubicBezTo>
                    <a:pt x="113" y="625"/>
                    <a:pt x="109" y="669"/>
                    <a:pt x="101" y="717"/>
                  </a:cubicBezTo>
                  <a:cubicBezTo>
                    <a:pt x="89" y="765"/>
                    <a:pt x="85" y="809"/>
                    <a:pt x="89" y="857"/>
                  </a:cubicBezTo>
                  <a:cubicBezTo>
                    <a:pt x="89" y="909"/>
                    <a:pt x="105" y="957"/>
                    <a:pt x="129" y="1001"/>
                  </a:cubicBezTo>
                  <a:cubicBezTo>
                    <a:pt x="153" y="1041"/>
                    <a:pt x="177" y="1073"/>
                    <a:pt x="197" y="1105"/>
                  </a:cubicBezTo>
                  <a:cubicBezTo>
                    <a:pt x="213" y="1133"/>
                    <a:pt x="229" y="1165"/>
                    <a:pt x="241" y="1197"/>
                  </a:cubicBezTo>
                  <a:cubicBezTo>
                    <a:pt x="257" y="1249"/>
                    <a:pt x="265" y="1301"/>
                    <a:pt x="265" y="1357"/>
                  </a:cubicBezTo>
                  <a:cubicBezTo>
                    <a:pt x="265" y="1377"/>
                    <a:pt x="261" y="1397"/>
                    <a:pt x="261" y="1417"/>
                  </a:cubicBezTo>
                  <a:lnTo>
                    <a:pt x="265" y="1417"/>
                  </a:lnTo>
                  <a:cubicBezTo>
                    <a:pt x="277" y="1397"/>
                    <a:pt x="285" y="1377"/>
                    <a:pt x="293" y="1357"/>
                  </a:cubicBezTo>
                  <a:cubicBezTo>
                    <a:pt x="317" y="1261"/>
                    <a:pt x="305" y="1157"/>
                    <a:pt x="257" y="1069"/>
                  </a:cubicBezTo>
                  <a:cubicBezTo>
                    <a:pt x="237" y="1029"/>
                    <a:pt x="213" y="997"/>
                    <a:pt x="193" y="961"/>
                  </a:cubicBezTo>
                  <a:cubicBezTo>
                    <a:pt x="169" y="929"/>
                    <a:pt x="153" y="889"/>
                    <a:pt x="149" y="849"/>
                  </a:cubicBezTo>
                  <a:cubicBezTo>
                    <a:pt x="141" y="805"/>
                    <a:pt x="137" y="761"/>
                    <a:pt x="137" y="717"/>
                  </a:cubicBezTo>
                  <a:cubicBezTo>
                    <a:pt x="137" y="669"/>
                    <a:pt x="137" y="625"/>
                    <a:pt x="137" y="577"/>
                  </a:cubicBezTo>
                  <a:cubicBezTo>
                    <a:pt x="141" y="533"/>
                    <a:pt x="145" y="489"/>
                    <a:pt x="149" y="445"/>
                  </a:cubicBezTo>
                  <a:cubicBezTo>
                    <a:pt x="153" y="401"/>
                    <a:pt x="157" y="357"/>
                    <a:pt x="153" y="317"/>
                  </a:cubicBezTo>
                  <a:cubicBezTo>
                    <a:pt x="149" y="277"/>
                    <a:pt x="145" y="237"/>
                    <a:pt x="133" y="201"/>
                  </a:cubicBezTo>
                  <a:cubicBezTo>
                    <a:pt x="117" y="145"/>
                    <a:pt x="89" y="93"/>
                    <a:pt x="53" y="45"/>
                  </a:cubicBezTo>
                  <a:cubicBezTo>
                    <a:pt x="41" y="29"/>
                    <a:pt x="25" y="13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590357" y="1842265"/>
              <a:ext cx="230835" cy="50647"/>
            </a:xfrm>
            <a:custGeom>
              <a:avLst/>
              <a:gdLst/>
              <a:ahLst/>
              <a:cxnLst/>
              <a:rect l="l" t="t" r="r" b="b"/>
              <a:pathLst>
                <a:path w="1185" h="260" extrusionOk="0">
                  <a:moveTo>
                    <a:pt x="891" y="1"/>
                  </a:moveTo>
                  <a:cubicBezTo>
                    <a:pt x="866" y="1"/>
                    <a:pt x="841" y="3"/>
                    <a:pt x="817" y="9"/>
                  </a:cubicBezTo>
                  <a:cubicBezTo>
                    <a:pt x="741" y="25"/>
                    <a:pt x="665" y="49"/>
                    <a:pt x="589" y="81"/>
                  </a:cubicBezTo>
                  <a:cubicBezTo>
                    <a:pt x="553" y="97"/>
                    <a:pt x="517" y="113"/>
                    <a:pt x="481" y="129"/>
                  </a:cubicBezTo>
                  <a:cubicBezTo>
                    <a:pt x="465" y="137"/>
                    <a:pt x="449" y="145"/>
                    <a:pt x="433" y="149"/>
                  </a:cubicBezTo>
                  <a:cubicBezTo>
                    <a:pt x="417" y="157"/>
                    <a:pt x="401" y="161"/>
                    <a:pt x="381" y="165"/>
                  </a:cubicBezTo>
                  <a:cubicBezTo>
                    <a:pt x="321" y="181"/>
                    <a:pt x="257" y="193"/>
                    <a:pt x="193" y="197"/>
                  </a:cubicBezTo>
                  <a:lnTo>
                    <a:pt x="117" y="197"/>
                  </a:lnTo>
                  <a:cubicBezTo>
                    <a:pt x="93" y="193"/>
                    <a:pt x="73" y="189"/>
                    <a:pt x="57" y="189"/>
                  </a:cubicBezTo>
                  <a:cubicBezTo>
                    <a:pt x="41" y="189"/>
                    <a:pt x="29" y="189"/>
                    <a:pt x="17" y="185"/>
                  </a:cubicBezTo>
                  <a:lnTo>
                    <a:pt x="1" y="185"/>
                  </a:lnTo>
                  <a:lnTo>
                    <a:pt x="1" y="193"/>
                  </a:lnTo>
                  <a:cubicBezTo>
                    <a:pt x="17" y="201"/>
                    <a:pt x="33" y="209"/>
                    <a:pt x="49" y="217"/>
                  </a:cubicBezTo>
                  <a:cubicBezTo>
                    <a:pt x="97" y="237"/>
                    <a:pt x="145" y="253"/>
                    <a:pt x="193" y="257"/>
                  </a:cubicBezTo>
                  <a:cubicBezTo>
                    <a:pt x="209" y="259"/>
                    <a:pt x="226" y="260"/>
                    <a:pt x="243" y="260"/>
                  </a:cubicBezTo>
                  <a:cubicBezTo>
                    <a:pt x="260" y="260"/>
                    <a:pt x="277" y="259"/>
                    <a:pt x="293" y="257"/>
                  </a:cubicBezTo>
                  <a:cubicBezTo>
                    <a:pt x="329" y="253"/>
                    <a:pt x="369" y="245"/>
                    <a:pt x="405" y="233"/>
                  </a:cubicBezTo>
                  <a:cubicBezTo>
                    <a:pt x="421" y="225"/>
                    <a:pt x="441" y="221"/>
                    <a:pt x="457" y="209"/>
                  </a:cubicBezTo>
                  <a:cubicBezTo>
                    <a:pt x="477" y="201"/>
                    <a:pt x="493" y="193"/>
                    <a:pt x="513" y="181"/>
                  </a:cubicBezTo>
                  <a:cubicBezTo>
                    <a:pt x="549" y="165"/>
                    <a:pt x="581" y="137"/>
                    <a:pt x="613" y="113"/>
                  </a:cubicBezTo>
                  <a:cubicBezTo>
                    <a:pt x="641" y="89"/>
                    <a:pt x="677" y="73"/>
                    <a:pt x="713" y="57"/>
                  </a:cubicBezTo>
                  <a:cubicBezTo>
                    <a:pt x="740" y="48"/>
                    <a:pt x="767" y="43"/>
                    <a:pt x="794" y="43"/>
                  </a:cubicBezTo>
                  <a:cubicBezTo>
                    <a:pt x="803" y="43"/>
                    <a:pt x="812" y="44"/>
                    <a:pt x="821" y="45"/>
                  </a:cubicBezTo>
                  <a:cubicBezTo>
                    <a:pt x="857" y="49"/>
                    <a:pt x="889" y="53"/>
                    <a:pt x="921" y="61"/>
                  </a:cubicBezTo>
                  <a:cubicBezTo>
                    <a:pt x="949" y="69"/>
                    <a:pt x="981" y="77"/>
                    <a:pt x="1009" y="85"/>
                  </a:cubicBezTo>
                  <a:cubicBezTo>
                    <a:pt x="1053" y="97"/>
                    <a:pt x="1093" y="117"/>
                    <a:pt x="1133" y="137"/>
                  </a:cubicBezTo>
                  <a:cubicBezTo>
                    <a:pt x="1145" y="145"/>
                    <a:pt x="1157" y="153"/>
                    <a:pt x="1169" y="161"/>
                  </a:cubicBezTo>
                  <a:lnTo>
                    <a:pt x="1181" y="165"/>
                  </a:lnTo>
                  <a:lnTo>
                    <a:pt x="1185" y="161"/>
                  </a:lnTo>
                  <a:lnTo>
                    <a:pt x="1177" y="149"/>
                  </a:lnTo>
                  <a:cubicBezTo>
                    <a:pt x="1169" y="137"/>
                    <a:pt x="1161" y="125"/>
                    <a:pt x="1153" y="117"/>
                  </a:cubicBezTo>
                  <a:cubicBezTo>
                    <a:pt x="1137" y="101"/>
                    <a:pt x="1121" y="85"/>
                    <a:pt x="1101" y="73"/>
                  </a:cubicBezTo>
                  <a:cubicBezTo>
                    <a:pt x="1077" y="57"/>
                    <a:pt x="1053" y="41"/>
                    <a:pt x="1029" y="29"/>
                  </a:cubicBezTo>
                  <a:cubicBezTo>
                    <a:pt x="984" y="11"/>
                    <a:pt x="938" y="1"/>
                    <a:pt x="8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429843" y="1549286"/>
              <a:ext cx="297845" cy="270574"/>
            </a:xfrm>
            <a:custGeom>
              <a:avLst/>
              <a:gdLst/>
              <a:ahLst/>
              <a:cxnLst/>
              <a:rect l="l" t="t" r="r" b="b"/>
              <a:pathLst>
                <a:path w="1529" h="1389" extrusionOk="0">
                  <a:moveTo>
                    <a:pt x="13" y="1"/>
                  </a:moveTo>
                  <a:lnTo>
                    <a:pt x="1" y="5"/>
                  </a:lnTo>
                  <a:lnTo>
                    <a:pt x="1" y="29"/>
                  </a:lnTo>
                  <a:cubicBezTo>
                    <a:pt x="1" y="53"/>
                    <a:pt x="5" y="77"/>
                    <a:pt x="5" y="101"/>
                  </a:cubicBezTo>
                  <a:cubicBezTo>
                    <a:pt x="17" y="181"/>
                    <a:pt x="45" y="261"/>
                    <a:pt x="89" y="333"/>
                  </a:cubicBezTo>
                  <a:cubicBezTo>
                    <a:pt x="117" y="377"/>
                    <a:pt x="153" y="421"/>
                    <a:pt x="189" y="465"/>
                  </a:cubicBezTo>
                  <a:cubicBezTo>
                    <a:pt x="233" y="505"/>
                    <a:pt x="281" y="545"/>
                    <a:pt x="333" y="581"/>
                  </a:cubicBezTo>
                  <a:cubicBezTo>
                    <a:pt x="385" y="613"/>
                    <a:pt x="441" y="649"/>
                    <a:pt x="497" y="681"/>
                  </a:cubicBezTo>
                  <a:lnTo>
                    <a:pt x="665" y="789"/>
                  </a:lnTo>
                  <a:cubicBezTo>
                    <a:pt x="721" y="821"/>
                    <a:pt x="777" y="857"/>
                    <a:pt x="837" y="889"/>
                  </a:cubicBezTo>
                  <a:cubicBezTo>
                    <a:pt x="893" y="921"/>
                    <a:pt x="949" y="949"/>
                    <a:pt x="1001" y="985"/>
                  </a:cubicBezTo>
                  <a:cubicBezTo>
                    <a:pt x="1093" y="1041"/>
                    <a:pt x="1185" y="1101"/>
                    <a:pt x="1277" y="1169"/>
                  </a:cubicBezTo>
                  <a:cubicBezTo>
                    <a:pt x="1353" y="1233"/>
                    <a:pt x="1413" y="1285"/>
                    <a:pt x="1457" y="1325"/>
                  </a:cubicBezTo>
                  <a:lnTo>
                    <a:pt x="1521" y="1389"/>
                  </a:lnTo>
                  <a:lnTo>
                    <a:pt x="1529" y="1385"/>
                  </a:lnTo>
                  <a:cubicBezTo>
                    <a:pt x="1529" y="1385"/>
                    <a:pt x="1513" y="1357"/>
                    <a:pt x="1477" y="1305"/>
                  </a:cubicBezTo>
                  <a:cubicBezTo>
                    <a:pt x="1429" y="1241"/>
                    <a:pt x="1377" y="1181"/>
                    <a:pt x="1317" y="1125"/>
                  </a:cubicBezTo>
                  <a:cubicBezTo>
                    <a:pt x="1277" y="1085"/>
                    <a:pt x="1233" y="1053"/>
                    <a:pt x="1189" y="1021"/>
                  </a:cubicBezTo>
                  <a:cubicBezTo>
                    <a:pt x="1141" y="981"/>
                    <a:pt x="1089" y="949"/>
                    <a:pt x="1037" y="921"/>
                  </a:cubicBezTo>
                  <a:cubicBezTo>
                    <a:pt x="981" y="889"/>
                    <a:pt x="925" y="861"/>
                    <a:pt x="865" y="833"/>
                  </a:cubicBezTo>
                  <a:cubicBezTo>
                    <a:pt x="805" y="805"/>
                    <a:pt x="745" y="777"/>
                    <a:pt x="685" y="749"/>
                  </a:cubicBezTo>
                  <a:cubicBezTo>
                    <a:pt x="625" y="725"/>
                    <a:pt x="565" y="693"/>
                    <a:pt x="509" y="661"/>
                  </a:cubicBezTo>
                  <a:cubicBezTo>
                    <a:pt x="453" y="629"/>
                    <a:pt x="405" y="589"/>
                    <a:pt x="357" y="545"/>
                  </a:cubicBezTo>
                  <a:cubicBezTo>
                    <a:pt x="317" y="505"/>
                    <a:pt x="277" y="465"/>
                    <a:pt x="237" y="417"/>
                  </a:cubicBezTo>
                  <a:cubicBezTo>
                    <a:pt x="205" y="381"/>
                    <a:pt x="173" y="337"/>
                    <a:pt x="141" y="297"/>
                  </a:cubicBezTo>
                  <a:cubicBezTo>
                    <a:pt x="117" y="261"/>
                    <a:pt x="93" y="221"/>
                    <a:pt x="77" y="185"/>
                  </a:cubicBezTo>
                  <a:cubicBezTo>
                    <a:pt x="57" y="149"/>
                    <a:pt x="45" y="117"/>
                    <a:pt x="37" y="89"/>
                  </a:cubicBezTo>
                  <a:cubicBezTo>
                    <a:pt x="29" y="69"/>
                    <a:pt x="21" y="49"/>
                    <a:pt x="17" y="25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714249" y="1331110"/>
              <a:ext cx="173175" cy="335246"/>
            </a:xfrm>
            <a:custGeom>
              <a:avLst/>
              <a:gdLst/>
              <a:ahLst/>
              <a:cxnLst/>
              <a:rect l="l" t="t" r="r" b="b"/>
              <a:pathLst>
                <a:path w="889" h="1721" extrusionOk="0">
                  <a:moveTo>
                    <a:pt x="9" y="1"/>
                  </a:moveTo>
                  <a:lnTo>
                    <a:pt x="1" y="9"/>
                  </a:lnTo>
                  <a:lnTo>
                    <a:pt x="13" y="29"/>
                  </a:lnTo>
                  <a:cubicBezTo>
                    <a:pt x="17" y="45"/>
                    <a:pt x="29" y="65"/>
                    <a:pt x="37" y="89"/>
                  </a:cubicBezTo>
                  <a:cubicBezTo>
                    <a:pt x="65" y="157"/>
                    <a:pt x="81" y="233"/>
                    <a:pt x="89" y="305"/>
                  </a:cubicBezTo>
                  <a:cubicBezTo>
                    <a:pt x="97" y="397"/>
                    <a:pt x="89" y="509"/>
                    <a:pt x="109" y="629"/>
                  </a:cubicBezTo>
                  <a:cubicBezTo>
                    <a:pt x="117" y="689"/>
                    <a:pt x="129" y="753"/>
                    <a:pt x="145" y="813"/>
                  </a:cubicBezTo>
                  <a:cubicBezTo>
                    <a:pt x="149" y="845"/>
                    <a:pt x="157" y="877"/>
                    <a:pt x="165" y="905"/>
                  </a:cubicBezTo>
                  <a:cubicBezTo>
                    <a:pt x="173" y="937"/>
                    <a:pt x="181" y="969"/>
                    <a:pt x="189" y="1001"/>
                  </a:cubicBezTo>
                  <a:cubicBezTo>
                    <a:pt x="225" y="1121"/>
                    <a:pt x="285" y="1237"/>
                    <a:pt x="357" y="1341"/>
                  </a:cubicBezTo>
                  <a:cubicBezTo>
                    <a:pt x="393" y="1389"/>
                    <a:pt x="433" y="1433"/>
                    <a:pt x="473" y="1477"/>
                  </a:cubicBezTo>
                  <a:cubicBezTo>
                    <a:pt x="513" y="1513"/>
                    <a:pt x="553" y="1545"/>
                    <a:pt x="597" y="1577"/>
                  </a:cubicBezTo>
                  <a:cubicBezTo>
                    <a:pt x="657" y="1621"/>
                    <a:pt x="729" y="1661"/>
                    <a:pt x="801" y="1693"/>
                  </a:cubicBezTo>
                  <a:cubicBezTo>
                    <a:pt x="853" y="1709"/>
                    <a:pt x="885" y="1721"/>
                    <a:pt x="885" y="1721"/>
                  </a:cubicBezTo>
                  <a:lnTo>
                    <a:pt x="889" y="1713"/>
                  </a:lnTo>
                  <a:cubicBezTo>
                    <a:pt x="889" y="1713"/>
                    <a:pt x="861" y="1697"/>
                    <a:pt x="813" y="1669"/>
                  </a:cubicBezTo>
                  <a:cubicBezTo>
                    <a:pt x="793" y="1649"/>
                    <a:pt x="765" y="1633"/>
                    <a:pt x="733" y="1609"/>
                  </a:cubicBezTo>
                  <a:cubicBezTo>
                    <a:pt x="701" y="1585"/>
                    <a:pt x="669" y="1561"/>
                    <a:pt x="633" y="1529"/>
                  </a:cubicBezTo>
                  <a:cubicBezTo>
                    <a:pt x="613" y="1513"/>
                    <a:pt x="597" y="1497"/>
                    <a:pt x="581" y="1481"/>
                  </a:cubicBezTo>
                  <a:cubicBezTo>
                    <a:pt x="561" y="1461"/>
                    <a:pt x="541" y="1445"/>
                    <a:pt x="525" y="1425"/>
                  </a:cubicBezTo>
                  <a:cubicBezTo>
                    <a:pt x="489" y="1385"/>
                    <a:pt x="453" y="1341"/>
                    <a:pt x="417" y="1297"/>
                  </a:cubicBezTo>
                  <a:cubicBezTo>
                    <a:pt x="381" y="1249"/>
                    <a:pt x="345" y="1197"/>
                    <a:pt x="317" y="1145"/>
                  </a:cubicBezTo>
                  <a:cubicBezTo>
                    <a:pt x="301" y="1121"/>
                    <a:pt x="285" y="1093"/>
                    <a:pt x="269" y="1065"/>
                  </a:cubicBezTo>
                  <a:cubicBezTo>
                    <a:pt x="257" y="1037"/>
                    <a:pt x="241" y="1013"/>
                    <a:pt x="229" y="981"/>
                  </a:cubicBezTo>
                  <a:cubicBezTo>
                    <a:pt x="201" y="925"/>
                    <a:pt x="181" y="865"/>
                    <a:pt x="165" y="805"/>
                  </a:cubicBezTo>
                  <a:cubicBezTo>
                    <a:pt x="153" y="745"/>
                    <a:pt x="145" y="685"/>
                    <a:pt x="149" y="625"/>
                  </a:cubicBezTo>
                  <a:cubicBezTo>
                    <a:pt x="149" y="565"/>
                    <a:pt x="157" y="509"/>
                    <a:pt x="157" y="453"/>
                  </a:cubicBezTo>
                  <a:cubicBezTo>
                    <a:pt x="157" y="401"/>
                    <a:pt x="157" y="345"/>
                    <a:pt x="149" y="293"/>
                  </a:cubicBezTo>
                  <a:cubicBezTo>
                    <a:pt x="137" y="213"/>
                    <a:pt x="105" y="137"/>
                    <a:pt x="65" y="73"/>
                  </a:cubicBezTo>
                  <a:cubicBezTo>
                    <a:pt x="45" y="45"/>
                    <a:pt x="29" y="25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33213" y="1459678"/>
              <a:ext cx="223043" cy="323559"/>
            </a:xfrm>
            <a:custGeom>
              <a:avLst/>
              <a:gdLst/>
              <a:ahLst/>
              <a:cxnLst/>
              <a:rect l="l" t="t" r="r" b="b"/>
              <a:pathLst>
                <a:path w="1145" h="1661" extrusionOk="0">
                  <a:moveTo>
                    <a:pt x="5" y="1"/>
                  </a:moveTo>
                  <a:lnTo>
                    <a:pt x="1" y="9"/>
                  </a:lnTo>
                  <a:lnTo>
                    <a:pt x="13" y="29"/>
                  </a:lnTo>
                  <a:cubicBezTo>
                    <a:pt x="29" y="45"/>
                    <a:pt x="41" y="61"/>
                    <a:pt x="53" y="77"/>
                  </a:cubicBezTo>
                  <a:cubicBezTo>
                    <a:pt x="69" y="101"/>
                    <a:pt x="89" y="129"/>
                    <a:pt x="109" y="161"/>
                  </a:cubicBezTo>
                  <a:cubicBezTo>
                    <a:pt x="125" y="197"/>
                    <a:pt x="145" y="237"/>
                    <a:pt x="165" y="277"/>
                  </a:cubicBezTo>
                  <a:cubicBezTo>
                    <a:pt x="185" y="321"/>
                    <a:pt x="205" y="369"/>
                    <a:pt x="225" y="421"/>
                  </a:cubicBezTo>
                  <a:lnTo>
                    <a:pt x="289" y="581"/>
                  </a:lnTo>
                  <a:cubicBezTo>
                    <a:pt x="313" y="637"/>
                    <a:pt x="333" y="697"/>
                    <a:pt x="353" y="761"/>
                  </a:cubicBezTo>
                  <a:cubicBezTo>
                    <a:pt x="373" y="821"/>
                    <a:pt x="393" y="881"/>
                    <a:pt x="413" y="945"/>
                  </a:cubicBezTo>
                  <a:cubicBezTo>
                    <a:pt x="437" y="1005"/>
                    <a:pt x="461" y="1069"/>
                    <a:pt x="493" y="1125"/>
                  </a:cubicBezTo>
                  <a:cubicBezTo>
                    <a:pt x="525" y="1181"/>
                    <a:pt x="561" y="1233"/>
                    <a:pt x="601" y="1285"/>
                  </a:cubicBezTo>
                  <a:cubicBezTo>
                    <a:pt x="637" y="1333"/>
                    <a:pt x="677" y="1377"/>
                    <a:pt x="721" y="1417"/>
                  </a:cubicBezTo>
                  <a:cubicBezTo>
                    <a:pt x="761" y="1453"/>
                    <a:pt x="801" y="1485"/>
                    <a:pt x="845" y="1517"/>
                  </a:cubicBezTo>
                  <a:cubicBezTo>
                    <a:pt x="885" y="1541"/>
                    <a:pt x="921" y="1565"/>
                    <a:pt x="961" y="1589"/>
                  </a:cubicBezTo>
                  <a:cubicBezTo>
                    <a:pt x="997" y="1605"/>
                    <a:pt x="1029" y="1621"/>
                    <a:pt x="1057" y="1633"/>
                  </a:cubicBezTo>
                  <a:cubicBezTo>
                    <a:pt x="1109" y="1653"/>
                    <a:pt x="1141" y="1661"/>
                    <a:pt x="1141" y="1661"/>
                  </a:cubicBezTo>
                  <a:lnTo>
                    <a:pt x="1145" y="1657"/>
                  </a:lnTo>
                  <a:lnTo>
                    <a:pt x="1125" y="1645"/>
                  </a:lnTo>
                  <a:cubicBezTo>
                    <a:pt x="1113" y="1637"/>
                    <a:pt x="1093" y="1625"/>
                    <a:pt x="1069" y="1609"/>
                  </a:cubicBezTo>
                  <a:cubicBezTo>
                    <a:pt x="1045" y="1593"/>
                    <a:pt x="1017" y="1573"/>
                    <a:pt x="985" y="1549"/>
                  </a:cubicBezTo>
                  <a:cubicBezTo>
                    <a:pt x="953" y="1525"/>
                    <a:pt x="921" y="1501"/>
                    <a:pt x="885" y="1469"/>
                  </a:cubicBezTo>
                  <a:cubicBezTo>
                    <a:pt x="801" y="1397"/>
                    <a:pt x="725" y="1321"/>
                    <a:pt x="657" y="1237"/>
                  </a:cubicBezTo>
                  <a:cubicBezTo>
                    <a:pt x="617" y="1193"/>
                    <a:pt x="581" y="1141"/>
                    <a:pt x="545" y="1093"/>
                  </a:cubicBezTo>
                  <a:cubicBezTo>
                    <a:pt x="509" y="1041"/>
                    <a:pt x="477" y="985"/>
                    <a:pt x="445" y="929"/>
                  </a:cubicBezTo>
                  <a:cubicBezTo>
                    <a:pt x="417" y="873"/>
                    <a:pt x="393" y="813"/>
                    <a:pt x="373" y="753"/>
                  </a:cubicBezTo>
                  <a:cubicBezTo>
                    <a:pt x="353" y="693"/>
                    <a:pt x="337" y="633"/>
                    <a:pt x="321" y="569"/>
                  </a:cubicBezTo>
                  <a:cubicBezTo>
                    <a:pt x="309" y="509"/>
                    <a:pt x="297" y="453"/>
                    <a:pt x="277" y="401"/>
                  </a:cubicBezTo>
                  <a:cubicBezTo>
                    <a:pt x="261" y="349"/>
                    <a:pt x="241" y="297"/>
                    <a:pt x="217" y="253"/>
                  </a:cubicBezTo>
                  <a:cubicBezTo>
                    <a:pt x="193" y="213"/>
                    <a:pt x="169" y="173"/>
                    <a:pt x="145" y="137"/>
                  </a:cubicBezTo>
                  <a:cubicBezTo>
                    <a:pt x="121" y="109"/>
                    <a:pt x="97" y="81"/>
                    <a:pt x="73" y="57"/>
                  </a:cubicBezTo>
                  <a:cubicBezTo>
                    <a:pt x="57" y="41"/>
                    <a:pt x="41" y="29"/>
                    <a:pt x="21" y="17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961254" y="1349616"/>
              <a:ext cx="96035" cy="427386"/>
            </a:xfrm>
            <a:custGeom>
              <a:avLst/>
              <a:gdLst/>
              <a:ahLst/>
              <a:cxnLst/>
              <a:rect l="l" t="t" r="r" b="b"/>
              <a:pathLst>
                <a:path w="493" h="2194" extrusionOk="0">
                  <a:moveTo>
                    <a:pt x="362" y="1"/>
                  </a:moveTo>
                  <a:cubicBezTo>
                    <a:pt x="325" y="1"/>
                    <a:pt x="286" y="9"/>
                    <a:pt x="253" y="22"/>
                  </a:cubicBezTo>
                  <a:cubicBezTo>
                    <a:pt x="225" y="34"/>
                    <a:pt x="201" y="54"/>
                    <a:pt x="185" y="78"/>
                  </a:cubicBezTo>
                  <a:cubicBezTo>
                    <a:pt x="169" y="106"/>
                    <a:pt x="157" y="134"/>
                    <a:pt x="149" y="162"/>
                  </a:cubicBezTo>
                  <a:cubicBezTo>
                    <a:pt x="137" y="222"/>
                    <a:pt x="121" y="282"/>
                    <a:pt x="105" y="350"/>
                  </a:cubicBezTo>
                  <a:cubicBezTo>
                    <a:pt x="93" y="414"/>
                    <a:pt x="81" y="486"/>
                    <a:pt x="77" y="562"/>
                  </a:cubicBezTo>
                  <a:cubicBezTo>
                    <a:pt x="69" y="634"/>
                    <a:pt x="65" y="710"/>
                    <a:pt x="57" y="790"/>
                  </a:cubicBezTo>
                  <a:cubicBezTo>
                    <a:pt x="53" y="870"/>
                    <a:pt x="53" y="946"/>
                    <a:pt x="57" y="1026"/>
                  </a:cubicBezTo>
                  <a:cubicBezTo>
                    <a:pt x="65" y="1186"/>
                    <a:pt x="93" y="1342"/>
                    <a:pt x="81" y="1482"/>
                  </a:cubicBezTo>
                  <a:cubicBezTo>
                    <a:pt x="73" y="1550"/>
                    <a:pt x="61" y="1618"/>
                    <a:pt x="45" y="1682"/>
                  </a:cubicBezTo>
                  <a:cubicBezTo>
                    <a:pt x="25" y="1746"/>
                    <a:pt x="13" y="1810"/>
                    <a:pt x="9" y="1874"/>
                  </a:cubicBezTo>
                  <a:cubicBezTo>
                    <a:pt x="1" y="1930"/>
                    <a:pt x="9" y="1990"/>
                    <a:pt x="33" y="2042"/>
                  </a:cubicBezTo>
                  <a:cubicBezTo>
                    <a:pt x="49" y="2082"/>
                    <a:pt x="73" y="2122"/>
                    <a:pt x="105" y="2150"/>
                  </a:cubicBezTo>
                  <a:cubicBezTo>
                    <a:pt x="129" y="2170"/>
                    <a:pt x="153" y="2182"/>
                    <a:pt x="181" y="2190"/>
                  </a:cubicBezTo>
                  <a:cubicBezTo>
                    <a:pt x="189" y="2190"/>
                    <a:pt x="201" y="2194"/>
                    <a:pt x="209" y="2194"/>
                  </a:cubicBezTo>
                  <a:lnTo>
                    <a:pt x="209" y="2186"/>
                  </a:lnTo>
                  <a:cubicBezTo>
                    <a:pt x="177" y="2174"/>
                    <a:pt x="145" y="2158"/>
                    <a:pt x="125" y="2130"/>
                  </a:cubicBezTo>
                  <a:cubicBezTo>
                    <a:pt x="101" y="2102"/>
                    <a:pt x="81" y="2066"/>
                    <a:pt x="73" y="2026"/>
                  </a:cubicBezTo>
                  <a:cubicBezTo>
                    <a:pt x="57" y="1978"/>
                    <a:pt x="57" y="1926"/>
                    <a:pt x="65" y="1878"/>
                  </a:cubicBezTo>
                  <a:cubicBezTo>
                    <a:pt x="77" y="1818"/>
                    <a:pt x="93" y="1758"/>
                    <a:pt x="113" y="1698"/>
                  </a:cubicBezTo>
                  <a:cubicBezTo>
                    <a:pt x="133" y="1630"/>
                    <a:pt x="145" y="1554"/>
                    <a:pt x="149" y="1482"/>
                  </a:cubicBezTo>
                  <a:cubicBezTo>
                    <a:pt x="153" y="1406"/>
                    <a:pt x="145" y="1326"/>
                    <a:pt x="133" y="1250"/>
                  </a:cubicBezTo>
                  <a:cubicBezTo>
                    <a:pt x="125" y="1174"/>
                    <a:pt x="109" y="1098"/>
                    <a:pt x="97" y="1018"/>
                  </a:cubicBezTo>
                  <a:cubicBezTo>
                    <a:pt x="81" y="942"/>
                    <a:pt x="77" y="866"/>
                    <a:pt x="81" y="786"/>
                  </a:cubicBezTo>
                  <a:cubicBezTo>
                    <a:pt x="85" y="714"/>
                    <a:pt x="93" y="638"/>
                    <a:pt x="113" y="566"/>
                  </a:cubicBezTo>
                  <a:cubicBezTo>
                    <a:pt x="125" y="494"/>
                    <a:pt x="145" y="426"/>
                    <a:pt x="161" y="358"/>
                  </a:cubicBezTo>
                  <a:cubicBezTo>
                    <a:pt x="177" y="294"/>
                    <a:pt x="193" y="234"/>
                    <a:pt x="205" y="174"/>
                  </a:cubicBezTo>
                  <a:cubicBezTo>
                    <a:pt x="209" y="126"/>
                    <a:pt x="233" y="86"/>
                    <a:pt x="273" y="58"/>
                  </a:cubicBezTo>
                  <a:cubicBezTo>
                    <a:pt x="305" y="42"/>
                    <a:pt x="345" y="30"/>
                    <a:pt x="381" y="26"/>
                  </a:cubicBezTo>
                  <a:lnTo>
                    <a:pt x="489" y="26"/>
                  </a:lnTo>
                  <a:lnTo>
                    <a:pt x="493" y="22"/>
                  </a:lnTo>
                  <a:lnTo>
                    <a:pt x="465" y="14"/>
                  </a:lnTo>
                  <a:cubicBezTo>
                    <a:pt x="437" y="6"/>
                    <a:pt x="409" y="2"/>
                    <a:pt x="385" y="2"/>
                  </a:cubicBezTo>
                  <a:cubicBezTo>
                    <a:pt x="377" y="1"/>
                    <a:pt x="370" y="1"/>
                    <a:pt x="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072679" y="1526105"/>
              <a:ext cx="288495" cy="261808"/>
            </a:xfrm>
            <a:custGeom>
              <a:avLst/>
              <a:gdLst/>
              <a:ahLst/>
              <a:cxnLst/>
              <a:rect l="l" t="t" r="r" b="b"/>
              <a:pathLst>
                <a:path w="1481" h="1344" extrusionOk="0">
                  <a:moveTo>
                    <a:pt x="1311" y="1"/>
                  </a:moveTo>
                  <a:cubicBezTo>
                    <a:pt x="1301" y="1"/>
                    <a:pt x="1291" y="2"/>
                    <a:pt x="1281" y="4"/>
                  </a:cubicBezTo>
                  <a:cubicBezTo>
                    <a:pt x="1233" y="4"/>
                    <a:pt x="1185" y="12"/>
                    <a:pt x="1141" y="20"/>
                  </a:cubicBezTo>
                  <a:cubicBezTo>
                    <a:pt x="1085" y="32"/>
                    <a:pt x="1029" y="48"/>
                    <a:pt x="981" y="72"/>
                  </a:cubicBezTo>
                  <a:cubicBezTo>
                    <a:pt x="921" y="96"/>
                    <a:pt x="869" y="124"/>
                    <a:pt x="817" y="156"/>
                  </a:cubicBezTo>
                  <a:cubicBezTo>
                    <a:pt x="761" y="188"/>
                    <a:pt x="705" y="224"/>
                    <a:pt x="645" y="256"/>
                  </a:cubicBezTo>
                  <a:cubicBezTo>
                    <a:pt x="617" y="276"/>
                    <a:pt x="589" y="288"/>
                    <a:pt x="557" y="308"/>
                  </a:cubicBezTo>
                  <a:cubicBezTo>
                    <a:pt x="525" y="324"/>
                    <a:pt x="497" y="348"/>
                    <a:pt x="477" y="380"/>
                  </a:cubicBezTo>
                  <a:cubicBezTo>
                    <a:pt x="449" y="444"/>
                    <a:pt x="425" y="508"/>
                    <a:pt x="405" y="572"/>
                  </a:cubicBezTo>
                  <a:cubicBezTo>
                    <a:pt x="385" y="636"/>
                    <a:pt x="361" y="696"/>
                    <a:pt x="333" y="752"/>
                  </a:cubicBezTo>
                  <a:cubicBezTo>
                    <a:pt x="281" y="868"/>
                    <a:pt x="229" y="972"/>
                    <a:pt x="181" y="1056"/>
                  </a:cubicBezTo>
                  <a:cubicBezTo>
                    <a:pt x="129" y="1144"/>
                    <a:pt x="85" y="1212"/>
                    <a:pt x="53" y="1264"/>
                  </a:cubicBezTo>
                  <a:lnTo>
                    <a:pt x="1" y="1340"/>
                  </a:lnTo>
                  <a:lnTo>
                    <a:pt x="9" y="1344"/>
                  </a:lnTo>
                  <a:cubicBezTo>
                    <a:pt x="9" y="1344"/>
                    <a:pt x="33" y="1324"/>
                    <a:pt x="77" y="1280"/>
                  </a:cubicBezTo>
                  <a:cubicBezTo>
                    <a:pt x="97" y="1260"/>
                    <a:pt x="121" y="1232"/>
                    <a:pt x="149" y="1200"/>
                  </a:cubicBezTo>
                  <a:cubicBezTo>
                    <a:pt x="181" y="1164"/>
                    <a:pt x="209" y="1128"/>
                    <a:pt x="233" y="1088"/>
                  </a:cubicBezTo>
                  <a:cubicBezTo>
                    <a:pt x="265" y="1044"/>
                    <a:pt x="297" y="996"/>
                    <a:pt x="325" y="948"/>
                  </a:cubicBezTo>
                  <a:cubicBezTo>
                    <a:pt x="353" y="896"/>
                    <a:pt x="381" y="840"/>
                    <a:pt x="405" y="784"/>
                  </a:cubicBezTo>
                  <a:cubicBezTo>
                    <a:pt x="429" y="720"/>
                    <a:pt x="449" y="656"/>
                    <a:pt x="465" y="592"/>
                  </a:cubicBezTo>
                  <a:cubicBezTo>
                    <a:pt x="477" y="560"/>
                    <a:pt x="481" y="528"/>
                    <a:pt x="489" y="492"/>
                  </a:cubicBezTo>
                  <a:cubicBezTo>
                    <a:pt x="493" y="460"/>
                    <a:pt x="501" y="432"/>
                    <a:pt x="517" y="400"/>
                  </a:cubicBezTo>
                  <a:cubicBezTo>
                    <a:pt x="541" y="344"/>
                    <a:pt x="605" y="312"/>
                    <a:pt x="661" y="276"/>
                  </a:cubicBezTo>
                  <a:cubicBezTo>
                    <a:pt x="717" y="244"/>
                    <a:pt x="773" y="216"/>
                    <a:pt x="837" y="192"/>
                  </a:cubicBezTo>
                  <a:cubicBezTo>
                    <a:pt x="893" y="164"/>
                    <a:pt x="953" y="148"/>
                    <a:pt x="1005" y="128"/>
                  </a:cubicBezTo>
                  <a:cubicBezTo>
                    <a:pt x="1053" y="108"/>
                    <a:pt x="1105" y="92"/>
                    <a:pt x="1153" y="76"/>
                  </a:cubicBezTo>
                  <a:cubicBezTo>
                    <a:pt x="1229" y="56"/>
                    <a:pt x="1309" y="40"/>
                    <a:pt x="1389" y="36"/>
                  </a:cubicBezTo>
                  <a:lnTo>
                    <a:pt x="1481" y="36"/>
                  </a:lnTo>
                  <a:lnTo>
                    <a:pt x="1481" y="28"/>
                  </a:lnTo>
                  <a:lnTo>
                    <a:pt x="1457" y="24"/>
                  </a:lnTo>
                  <a:cubicBezTo>
                    <a:pt x="1437" y="16"/>
                    <a:pt x="1413" y="12"/>
                    <a:pt x="1389" y="8"/>
                  </a:cubicBezTo>
                  <a:cubicBezTo>
                    <a:pt x="1373" y="4"/>
                    <a:pt x="1357" y="4"/>
                    <a:pt x="1341" y="4"/>
                  </a:cubicBezTo>
                  <a:cubicBezTo>
                    <a:pt x="1331" y="2"/>
                    <a:pt x="1321" y="1"/>
                    <a:pt x="1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008785" y="1559805"/>
              <a:ext cx="99931" cy="242912"/>
            </a:xfrm>
            <a:custGeom>
              <a:avLst/>
              <a:gdLst/>
              <a:ahLst/>
              <a:cxnLst/>
              <a:rect l="l" t="t" r="r" b="b"/>
              <a:pathLst>
                <a:path w="513" h="1247" extrusionOk="0">
                  <a:moveTo>
                    <a:pt x="479" y="0"/>
                  </a:moveTo>
                  <a:cubicBezTo>
                    <a:pt x="468" y="0"/>
                    <a:pt x="457" y="2"/>
                    <a:pt x="445" y="7"/>
                  </a:cubicBezTo>
                  <a:cubicBezTo>
                    <a:pt x="425" y="19"/>
                    <a:pt x="401" y="31"/>
                    <a:pt x="381" y="47"/>
                  </a:cubicBezTo>
                  <a:cubicBezTo>
                    <a:pt x="357" y="59"/>
                    <a:pt x="333" y="79"/>
                    <a:pt x="305" y="99"/>
                  </a:cubicBezTo>
                  <a:cubicBezTo>
                    <a:pt x="273" y="123"/>
                    <a:pt x="245" y="147"/>
                    <a:pt x="217" y="175"/>
                  </a:cubicBezTo>
                  <a:cubicBezTo>
                    <a:pt x="189" y="207"/>
                    <a:pt x="161" y="239"/>
                    <a:pt x="137" y="275"/>
                  </a:cubicBezTo>
                  <a:cubicBezTo>
                    <a:pt x="85" y="347"/>
                    <a:pt x="45" y="435"/>
                    <a:pt x="25" y="523"/>
                  </a:cubicBezTo>
                  <a:cubicBezTo>
                    <a:pt x="13" y="615"/>
                    <a:pt x="5" y="703"/>
                    <a:pt x="5" y="795"/>
                  </a:cubicBezTo>
                  <a:cubicBezTo>
                    <a:pt x="1" y="875"/>
                    <a:pt x="1" y="955"/>
                    <a:pt x="9" y="1035"/>
                  </a:cubicBezTo>
                  <a:cubicBezTo>
                    <a:pt x="13" y="1091"/>
                    <a:pt x="33" y="1147"/>
                    <a:pt x="57" y="1199"/>
                  </a:cubicBezTo>
                  <a:cubicBezTo>
                    <a:pt x="69" y="1219"/>
                    <a:pt x="85" y="1235"/>
                    <a:pt x="97" y="1247"/>
                  </a:cubicBezTo>
                  <a:lnTo>
                    <a:pt x="105" y="1247"/>
                  </a:lnTo>
                  <a:cubicBezTo>
                    <a:pt x="97" y="1227"/>
                    <a:pt x="89" y="1207"/>
                    <a:pt x="85" y="1187"/>
                  </a:cubicBezTo>
                  <a:cubicBezTo>
                    <a:pt x="77" y="1163"/>
                    <a:pt x="73" y="1143"/>
                    <a:pt x="73" y="1119"/>
                  </a:cubicBezTo>
                  <a:cubicBezTo>
                    <a:pt x="69" y="1091"/>
                    <a:pt x="69" y="1063"/>
                    <a:pt x="69" y="1027"/>
                  </a:cubicBezTo>
                  <a:cubicBezTo>
                    <a:pt x="69" y="959"/>
                    <a:pt x="77" y="879"/>
                    <a:pt x="73" y="795"/>
                  </a:cubicBezTo>
                  <a:cubicBezTo>
                    <a:pt x="73" y="751"/>
                    <a:pt x="69" y="707"/>
                    <a:pt x="69" y="663"/>
                  </a:cubicBezTo>
                  <a:cubicBezTo>
                    <a:pt x="69" y="615"/>
                    <a:pt x="61" y="571"/>
                    <a:pt x="61" y="527"/>
                  </a:cubicBezTo>
                  <a:cubicBezTo>
                    <a:pt x="61" y="483"/>
                    <a:pt x="69" y="439"/>
                    <a:pt x="89" y="399"/>
                  </a:cubicBezTo>
                  <a:cubicBezTo>
                    <a:pt x="105" y="359"/>
                    <a:pt x="133" y="323"/>
                    <a:pt x="165" y="295"/>
                  </a:cubicBezTo>
                  <a:cubicBezTo>
                    <a:pt x="197" y="267"/>
                    <a:pt x="229" y="243"/>
                    <a:pt x="261" y="215"/>
                  </a:cubicBezTo>
                  <a:lnTo>
                    <a:pt x="341" y="143"/>
                  </a:lnTo>
                  <a:lnTo>
                    <a:pt x="461" y="31"/>
                  </a:lnTo>
                  <a:cubicBezTo>
                    <a:pt x="469" y="19"/>
                    <a:pt x="481" y="15"/>
                    <a:pt x="497" y="15"/>
                  </a:cubicBezTo>
                  <a:cubicBezTo>
                    <a:pt x="501" y="15"/>
                    <a:pt x="505" y="15"/>
                    <a:pt x="509" y="19"/>
                  </a:cubicBezTo>
                  <a:lnTo>
                    <a:pt x="513" y="19"/>
                  </a:lnTo>
                  <a:cubicBezTo>
                    <a:pt x="513" y="19"/>
                    <a:pt x="513" y="11"/>
                    <a:pt x="501" y="3"/>
                  </a:cubicBezTo>
                  <a:cubicBezTo>
                    <a:pt x="494" y="1"/>
                    <a:pt x="487" y="0"/>
                    <a:pt x="4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106185" y="1719151"/>
              <a:ext cx="559653" cy="142007"/>
            </a:xfrm>
            <a:custGeom>
              <a:avLst/>
              <a:gdLst/>
              <a:ahLst/>
              <a:cxnLst/>
              <a:rect l="l" t="t" r="r" b="b"/>
              <a:pathLst>
                <a:path w="2873" h="729" extrusionOk="0">
                  <a:moveTo>
                    <a:pt x="2865" y="1"/>
                  </a:moveTo>
                  <a:lnTo>
                    <a:pt x="2749" y="61"/>
                  </a:lnTo>
                  <a:cubicBezTo>
                    <a:pt x="2645" y="117"/>
                    <a:pt x="2541" y="165"/>
                    <a:pt x="2437" y="209"/>
                  </a:cubicBezTo>
                  <a:cubicBezTo>
                    <a:pt x="2365" y="241"/>
                    <a:pt x="2293" y="261"/>
                    <a:pt x="2221" y="281"/>
                  </a:cubicBezTo>
                  <a:cubicBezTo>
                    <a:pt x="2137" y="301"/>
                    <a:pt x="2053" y="309"/>
                    <a:pt x="1969" y="309"/>
                  </a:cubicBezTo>
                  <a:cubicBezTo>
                    <a:pt x="1877" y="305"/>
                    <a:pt x="1785" y="293"/>
                    <a:pt x="1693" y="273"/>
                  </a:cubicBezTo>
                  <a:cubicBezTo>
                    <a:pt x="1601" y="257"/>
                    <a:pt x="1505" y="241"/>
                    <a:pt x="1409" y="229"/>
                  </a:cubicBezTo>
                  <a:cubicBezTo>
                    <a:pt x="1337" y="220"/>
                    <a:pt x="1265" y="215"/>
                    <a:pt x="1191" y="215"/>
                  </a:cubicBezTo>
                  <a:cubicBezTo>
                    <a:pt x="1167" y="215"/>
                    <a:pt x="1142" y="216"/>
                    <a:pt x="1117" y="217"/>
                  </a:cubicBezTo>
                  <a:cubicBezTo>
                    <a:pt x="1025" y="225"/>
                    <a:pt x="933" y="233"/>
                    <a:pt x="837" y="249"/>
                  </a:cubicBezTo>
                  <a:cubicBezTo>
                    <a:pt x="753" y="265"/>
                    <a:pt x="665" y="289"/>
                    <a:pt x="581" y="317"/>
                  </a:cubicBezTo>
                  <a:cubicBezTo>
                    <a:pt x="509" y="341"/>
                    <a:pt x="433" y="373"/>
                    <a:pt x="365" y="405"/>
                  </a:cubicBezTo>
                  <a:cubicBezTo>
                    <a:pt x="301" y="437"/>
                    <a:pt x="245" y="469"/>
                    <a:pt x="193" y="509"/>
                  </a:cubicBezTo>
                  <a:cubicBezTo>
                    <a:pt x="149" y="541"/>
                    <a:pt x="109" y="577"/>
                    <a:pt x="77" y="617"/>
                  </a:cubicBezTo>
                  <a:cubicBezTo>
                    <a:pt x="57" y="641"/>
                    <a:pt x="37" y="669"/>
                    <a:pt x="17" y="697"/>
                  </a:cubicBezTo>
                  <a:lnTo>
                    <a:pt x="1" y="725"/>
                  </a:lnTo>
                  <a:lnTo>
                    <a:pt x="5" y="729"/>
                  </a:lnTo>
                  <a:lnTo>
                    <a:pt x="29" y="705"/>
                  </a:lnTo>
                  <a:cubicBezTo>
                    <a:pt x="49" y="681"/>
                    <a:pt x="73" y="657"/>
                    <a:pt x="97" y="633"/>
                  </a:cubicBezTo>
                  <a:cubicBezTo>
                    <a:pt x="133" y="601"/>
                    <a:pt x="173" y="573"/>
                    <a:pt x="217" y="549"/>
                  </a:cubicBezTo>
                  <a:cubicBezTo>
                    <a:pt x="273" y="513"/>
                    <a:pt x="329" y="485"/>
                    <a:pt x="389" y="461"/>
                  </a:cubicBezTo>
                  <a:cubicBezTo>
                    <a:pt x="453" y="433"/>
                    <a:pt x="525" y="409"/>
                    <a:pt x="605" y="385"/>
                  </a:cubicBezTo>
                  <a:cubicBezTo>
                    <a:pt x="685" y="361"/>
                    <a:pt x="769" y="341"/>
                    <a:pt x="853" y="321"/>
                  </a:cubicBezTo>
                  <a:cubicBezTo>
                    <a:pt x="945" y="301"/>
                    <a:pt x="1033" y="289"/>
                    <a:pt x="1125" y="281"/>
                  </a:cubicBezTo>
                  <a:cubicBezTo>
                    <a:pt x="1197" y="272"/>
                    <a:pt x="1267" y="267"/>
                    <a:pt x="1338" y="267"/>
                  </a:cubicBezTo>
                  <a:cubicBezTo>
                    <a:pt x="1361" y="267"/>
                    <a:pt x="1385" y="268"/>
                    <a:pt x="1409" y="269"/>
                  </a:cubicBezTo>
                  <a:cubicBezTo>
                    <a:pt x="1505" y="269"/>
                    <a:pt x="1601" y="277"/>
                    <a:pt x="1693" y="297"/>
                  </a:cubicBezTo>
                  <a:cubicBezTo>
                    <a:pt x="1785" y="313"/>
                    <a:pt x="1877" y="333"/>
                    <a:pt x="1969" y="345"/>
                  </a:cubicBezTo>
                  <a:cubicBezTo>
                    <a:pt x="2010" y="350"/>
                    <a:pt x="2051" y="353"/>
                    <a:pt x="2093" y="353"/>
                  </a:cubicBezTo>
                  <a:cubicBezTo>
                    <a:pt x="2141" y="353"/>
                    <a:pt x="2190" y="349"/>
                    <a:pt x="2237" y="341"/>
                  </a:cubicBezTo>
                  <a:cubicBezTo>
                    <a:pt x="2313" y="325"/>
                    <a:pt x="2389" y="297"/>
                    <a:pt x="2461" y="265"/>
                  </a:cubicBezTo>
                  <a:cubicBezTo>
                    <a:pt x="2525" y="237"/>
                    <a:pt x="2581" y="205"/>
                    <a:pt x="2641" y="169"/>
                  </a:cubicBezTo>
                  <a:cubicBezTo>
                    <a:pt x="2689" y="141"/>
                    <a:pt x="2733" y="113"/>
                    <a:pt x="2765" y="85"/>
                  </a:cubicBezTo>
                  <a:cubicBezTo>
                    <a:pt x="2837" y="37"/>
                    <a:pt x="2873" y="9"/>
                    <a:pt x="2873" y="9"/>
                  </a:cubicBezTo>
                  <a:lnTo>
                    <a:pt x="28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157611" y="1892134"/>
              <a:ext cx="401478" cy="89607"/>
            </a:xfrm>
            <a:custGeom>
              <a:avLst/>
              <a:gdLst/>
              <a:ahLst/>
              <a:cxnLst/>
              <a:rect l="l" t="t" r="r" b="b"/>
              <a:pathLst>
                <a:path w="2061" h="460" extrusionOk="0">
                  <a:moveTo>
                    <a:pt x="857" y="1"/>
                  </a:moveTo>
                  <a:cubicBezTo>
                    <a:pt x="789" y="1"/>
                    <a:pt x="721" y="5"/>
                    <a:pt x="653" y="17"/>
                  </a:cubicBezTo>
                  <a:cubicBezTo>
                    <a:pt x="593" y="25"/>
                    <a:pt x="529" y="37"/>
                    <a:pt x="469" y="53"/>
                  </a:cubicBezTo>
                  <a:cubicBezTo>
                    <a:pt x="413" y="69"/>
                    <a:pt x="357" y="85"/>
                    <a:pt x="305" y="105"/>
                  </a:cubicBezTo>
                  <a:cubicBezTo>
                    <a:pt x="229" y="137"/>
                    <a:pt x="153" y="177"/>
                    <a:pt x="77" y="221"/>
                  </a:cubicBezTo>
                  <a:cubicBezTo>
                    <a:pt x="29" y="253"/>
                    <a:pt x="1" y="273"/>
                    <a:pt x="1" y="273"/>
                  </a:cubicBezTo>
                  <a:lnTo>
                    <a:pt x="5" y="281"/>
                  </a:lnTo>
                  <a:lnTo>
                    <a:pt x="25" y="273"/>
                  </a:lnTo>
                  <a:cubicBezTo>
                    <a:pt x="41" y="265"/>
                    <a:pt x="65" y="257"/>
                    <a:pt x="93" y="245"/>
                  </a:cubicBezTo>
                  <a:cubicBezTo>
                    <a:pt x="117" y="233"/>
                    <a:pt x="153" y="221"/>
                    <a:pt x="193" y="209"/>
                  </a:cubicBezTo>
                  <a:cubicBezTo>
                    <a:pt x="233" y="193"/>
                    <a:pt x="277" y="177"/>
                    <a:pt x="325" y="165"/>
                  </a:cubicBezTo>
                  <a:cubicBezTo>
                    <a:pt x="373" y="149"/>
                    <a:pt x="425" y="133"/>
                    <a:pt x="485" y="121"/>
                  </a:cubicBezTo>
                  <a:cubicBezTo>
                    <a:pt x="541" y="109"/>
                    <a:pt x="601" y="97"/>
                    <a:pt x="665" y="85"/>
                  </a:cubicBezTo>
                  <a:cubicBezTo>
                    <a:pt x="729" y="73"/>
                    <a:pt x="793" y="65"/>
                    <a:pt x="857" y="61"/>
                  </a:cubicBezTo>
                  <a:cubicBezTo>
                    <a:pt x="925" y="57"/>
                    <a:pt x="993" y="53"/>
                    <a:pt x="1061" y="53"/>
                  </a:cubicBezTo>
                  <a:cubicBezTo>
                    <a:pt x="1129" y="53"/>
                    <a:pt x="1197" y="57"/>
                    <a:pt x="1265" y="73"/>
                  </a:cubicBezTo>
                  <a:cubicBezTo>
                    <a:pt x="1329" y="85"/>
                    <a:pt x="1389" y="109"/>
                    <a:pt x="1445" y="145"/>
                  </a:cubicBezTo>
                  <a:cubicBezTo>
                    <a:pt x="1493" y="181"/>
                    <a:pt x="1541" y="221"/>
                    <a:pt x="1589" y="261"/>
                  </a:cubicBezTo>
                  <a:cubicBezTo>
                    <a:pt x="1629" y="297"/>
                    <a:pt x="1673" y="333"/>
                    <a:pt x="1721" y="365"/>
                  </a:cubicBezTo>
                  <a:cubicBezTo>
                    <a:pt x="1793" y="417"/>
                    <a:pt x="1873" y="449"/>
                    <a:pt x="1961" y="457"/>
                  </a:cubicBezTo>
                  <a:cubicBezTo>
                    <a:pt x="1973" y="459"/>
                    <a:pt x="1985" y="460"/>
                    <a:pt x="1997" y="460"/>
                  </a:cubicBezTo>
                  <a:cubicBezTo>
                    <a:pt x="2009" y="460"/>
                    <a:pt x="2021" y="459"/>
                    <a:pt x="2033" y="457"/>
                  </a:cubicBezTo>
                  <a:lnTo>
                    <a:pt x="2061" y="453"/>
                  </a:lnTo>
                  <a:lnTo>
                    <a:pt x="2061" y="441"/>
                  </a:lnTo>
                  <a:lnTo>
                    <a:pt x="2033" y="441"/>
                  </a:lnTo>
                  <a:cubicBezTo>
                    <a:pt x="2013" y="441"/>
                    <a:pt x="1989" y="437"/>
                    <a:pt x="1969" y="429"/>
                  </a:cubicBezTo>
                  <a:cubicBezTo>
                    <a:pt x="1893" y="405"/>
                    <a:pt x="1821" y="369"/>
                    <a:pt x="1757" y="317"/>
                  </a:cubicBezTo>
                  <a:cubicBezTo>
                    <a:pt x="1717" y="285"/>
                    <a:pt x="1677" y="249"/>
                    <a:pt x="1625" y="213"/>
                  </a:cubicBezTo>
                  <a:cubicBezTo>
                    <a:pt x="1577" y="173"/>
                    <a:pt x="1521" y="141"/>
                    <a:pt x="1465" y="113"/>
                  </a:cubicBezTo>
                  <a:cubicBezTo>
                    <a:pt x="1401" y="85"/>
                    <a:pt x="1337" y="65"/>
                    <a:pt x="1269" y="49"/>
                  </a:cubicBezTo>
                  <a:cubicBezTo>
                    <a:pt x="1205" y="37"/>
                    <a:pt x="1133" y="25"/>
                    <a:pt x="1065" y="13"/>
                  </a:cubicBezTo>
                  <a:cubicBezTo>
                    <a:pt x="997" y="5"/>
                    <a:pt x="925" y="1"/>
                    <a:pt x="8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108522" y="1827071"/>
              <a:ext cx="273690" cy="81620"/>
            </a:xfrm>
            <a:custGeom>
              <a:avLst/>
              <a:gdLst/>
              <a:ahLst/>
              <a:cxnLst/>
              <a:rect l="l" t="t" r="r" b="b"/>
              <a:pathLst>
                <a:path w="1405" h="419" extrusionOk="0">
                  <a:moveTo>
                    <a:pt x="1007" y="0"/>
                  </a:moveTo>
                  <a:cubicBezTo>
                    <a:pt x="988" y="0"/>
                    <a:pt x="969" y="1"/>
                    <a:pt x="949" y="3"/>
                  </a:cubicBezTo>
                  <a:cubicBezTo>
                    <a:pt x="905" y="7"/>
                    <a:pt x="857" y="7"/>
                    <a:pt x="809" y="11"/>
                  </a:cubicBezTo>
                  <a:lnTo>
                    <a:pt x="661" y="11"/>
                  </a:lnTo>
                  <a:cubicBezTo>
                    <a:pt x="652" y="10"/>
                    <a:pt x="643" y="10"/>
                    <a:pt x="634" y="10"/>
                  </a:cubicBezTo>
                  <a:cubicBezTo>
                    <a:pt x="592" y="10"/>
                    <a:pt x="552" y="17"/>
                    <a:pt x="513" y="27"/>
                  </a:cubicBezTo>
                  <a:cubicBezTo>
                    <a:pt x="465" y="39"/>
                    <a:pt x="417" y="59"/>
                    <a:pt x="373" y="83"/>
                  </a:cubicBezTo>
                  <a:cubicBezTo>
                    <a:pt x="337" y="107"/>
                    <a:pt x="297" y="135"/>
                    <a:pt x="265" y="163"/>
                  </a:cubicBezTo>
                  <a:cubicBezTo>
                    <a:pt x="233" y="191"/>
                    <a:pt x="201" y="215"/>
                    <a:pt x="173" y="243"/>
                  </a:cubicBezTo>
                  <a:cubicBezTo>
                    <a:pt x="121" y="291"/>
                    <a:pt x="77" y="331"/>
                    <a:pt x="45" y="363"/>
                  </a:cubicBezTo>
                  <a:cubicBezTo>
                    <a:pt x="17" y="395"/>
                    <a:pt x="1" y="415"/>
                    <a:pt x="1" y="415"/>
                  </a:cubicBezTo>
                  <a:lnTo>
                    <a:pt x="5" y="419"/>
                  </a:lnTo>
                  <a:cubicBezTo>
                    <a:pt x="5" y="419"/>
                    <a:pt x="25" y="407"/>
                    <a:pt x="61" y="387"/>
                  </a:cubicBezTo>
                  <a:cubicBezTo>
                    <a:pt x="101" y="363"/>
                    <a:pt x="153" y="331"/>
                    <a:pt x="213" y="291"/>
                  </a:cubicBezTo>
                  <a:cubicBezTo>
                    <a:pt x="273" y="251"/>
                    <a:pt x="341" y="195"/>
                    <a:pt x="413" y="147"/>
                  </a:cubicBezTo>
                  <a:cubicBezTo>
                    <a:pt x="449" y="119"/>
                    <a:pt x="489" y="99"/>
                    <a:pt x="529" y="87"/>
                  </a:cubicBezTo>
                  <a:cubicBezTo>
                    <a:pt x="573" y="71"/>
                    <a:pt x="621" y="59"/>
                    <a:pt x="665" y="47"/>
                  </a:cubicBezTo>
                  <a:cubicBezTo>
                    <a:pt x="723" y="37"/>
                    <a:pt x="781" y="32"/>
                    <a:pt x="838" y="32"/>
                  </a:cubicBezTo>
                  <a:cubicBezTo>
                    <a:pt x="876" y="32"/>
                    <a:pt x="913" y="34"/>
                    <a:pt x="949" y="39"/>
                  </a:cubicBezTo>
                  <a:cubicBezTo>
                    <a:pt x="993" y="47"/>
                    <a:pt x="1033" y="55"/>
                    <a:pt x="1077" y="67"/>
                  </a:cubicBezTo>
                  <a:cubicBezTo>
                    <a:pt x="1109" y="75"/>
                    <a:pt x="1145" y="87"/>
                    <a:pt x="1181" y="103"/>
                  </a:cubicBezTo>
                  <a:cubicBezTo>
                    <a:pt x="1209" y="115"/>
                    <a:pt x="1237" y="135"/>
                    <a:pt x="1265" y="147"/>
                  </a:cubicBezTo>
                  <a:cubicBezTo>
                    <a:pt x="1285" y="163"/>
                    <a:pt x="1309" y="175"/>
                    <a:pt x="1337" y="183"/>
                  </a:cubicBezTo>
                  <a:cubicBezTo>
                    <a:pt x="1357" y="191"/>
                    <a:pt x="1381" y="195"/>
                    <a:pt x="1405" y="199"/>
                  </a:cubicBezTo>
                  <a:lnTo>
                    <a:pt x="1405" y="187"/>
                  </a:lnTo>
                  <a:lnTo>
                    <a:pt x="1389" y="179"/>
                  </a:lnTo>
                  <a:cubicBezTo>
                    <a:pt x="1373" y="175"/>
                    <a:pt x="1361" y="167"/>
                    <a:pt x="1349" y="155"/>
                  </a:cubicBezTo>
                  <a:cubicBezTo>
                    <a:pt x="1333" y="143"/>
                    <a:pt x="1313" y="127"/>
                    <a:pt x="1289" y="107"/>
                  </a:cubicBezTo>
                  <a:cubicBezTo>
                    <a:pt x="1261" y="87"/>
                    <a:pt x="1233" y="67"/>
                    <a:pt x="1205" y="47"/>
                  </a:cubicBezTo>
                  <a:cubicBezTo>
                    <a:pt x="1169" y="27"/>
                    <a:pt x="1129" y="15"/>
                    <a:pt x="1085" y="7"/>
                  </a:cubicBezTo>
                  <a:cubicBezTo>
                    <a:pt x="1059" y="2"/>
                    <a:pt x="1033" y="0"/>
                    <a:pt x="10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003331" y="1514612"/>
              <a:ext cx="173954" cy="318299"/>
            </a:xfrm>
            <a:custGeom>
              <a:avLst/>
              <a:gdLst/>
              <a:ahLst/>
              <a:cxnLst/>
              <a:rect l="l" t="t" r="r" b="b"/>
              <a:pathLst>
                <a:path w="893" h="1634" extrusionOk="0">
                  <a:moveTo>
                    <a:pt x="756" y="0"/>
                  </a:moveTo>
                  <a:cubicBezTo>
                    <a:pt x="735" y="0"/>
                    <a:pt x="714" y="7"/>
                    <a:pt x="697" y="19"/>
                  </a:cubicBezTo>
                  <a:cubicBezTo>
                    <a:pt x="665" y="43"/>
                    <a:pt x="645" y="79"/>
                    <a:pt x="641" y="119"/>
                  </a:cubicBezTo>
                  <a:cubicBezTo>
                    <a:pt x="641" y="175"/>
                    <a:pt x="645" y="227"/>
                    <a:pt x="653" y="279"/>
                  </a:cubicBezTo>
                  <a:cubicBezTo>
                    <a:pt x="653" y="319"/>
                    <a:pt x="645" y="359"/>
                    <a:pt x="637" y="395"/>
                  </a:cubicBezTo>
                  <a:cubicBezTo>
                    <a:pt x="629" y="415"/>
                    <a:pt x="621" y="439"/>
                    <a:pt x="609" y="459"/>
                  </a:cubicBezTo>
                  <a:cubicBezTo>
                    <a:pt x="569" y="495"/>
                    <a:pt x="533" y="527"/>
                    <a:pt x="493" y="563"/>
                  </a:cubicBezTo>
                  <a:cubicBezTo>
                    <a:pt x="433" y="611"/>
                    <a:pt x="373" y="663"/>
                    <a:pt x="321" y="719"/>
                  </a:cubicBezTo>
                  <a:cubicBezTo>
                    <a:pt x="269" y="775"/>
                    <a:pt x="229" y="839"/>
                    <a:pt x="201" y="911"/>
                  </a:cubicBezTo>
                  <a:cubicBezTo>
                    <a:pt x="153" y="1055"/>
                    <a:pt x="165" y="1195"/>
                    <a:pt x="153" y="1307"/>
                  </a:cubicBezTo>
                  <a:cubicBezTo>
                    <a:pt x="149" y="1355"/>
                    <a:pt x="137" y="1403"/>
                    <a:pt x="125" y="1451"/>
                  </a:cubicBezTo>
                  <a:cubicBezTo>
                    <a:pt x="113" y="1491"/>
                    <a:pt x="97" y="1523"/>
                    <a:pt x="73" y="1555"/>
                  </a:cubicBezTo>
                  <a:cubicBezTo>
                    <a:pt x="61" y="1575"/>
                    <a:pt x="41" y="1595"/>
                    <a:pt x="25" y="1611"/>
                  </a:cubicBezTo>
                  <a:lnTo>
                    <a:pt x="1" y="1627"/>
                  </a:lnTo>
                  <a:cubicBezTo>
                    <a:pt x="1" y="1631"/>
                    <a:pt x="1" y="1631"/>
                    <a:pt x="1" y="1631"/>
                  </a:cubicBezTo>
                  <a:cubicBezTo>
                    <a:pt x="3" y="1633"/>
                    <a:pt x="4" y="1634"/>
                    <a:pt x="4" y="1634"/>
                  </a:cubicBezTo>
                  <a:cubicBezTo>
                    <a:pt x="5" y="1634"/>
                    <a:pt x="5" y="1633"/>
                    <a:pt x="5" y="1631"/>
                  </a:cubicBezTo>
                  <a:lnTo>
                    <a:pt x="33" y="1623"/>
                  </a:lnTo>
                  <a:cubicBezTo>
                    <a:pt x="57" y="1607"/>
                    <a:pt x="77" y="1591"/>
                    <a:pt x="97" y="1571"/>
                  </a:cubicBezTo>
                  <a:cubicBezTo>
                    <a:pt x="161" y="1499"/>
                    <a:pt x="201" y="1407"/>
                    <a:pt x="213" y="1307"/>
                  </a:cubicBezTo>
                  <a:cubicBezTo>
                    <a:pt x="221" y="1247"/>
                    <a:pt x="221" y="1183"/>
                    <a:pt x="225" y="1123"/>
                  </a:cubicBezTo>
                  <a:cubicBezTo>
                    <a:pt x="221" y="1055"/>
                    <a:pt x="225" y="987"/>
                    <a:pt x="237" y="923"/>
                  </a:cubicBezTo>
                  <a:cubicBezTo>
                    <a:pt x="253" y="851"/>
                    <a:pt x="285" y="783"/>
                    <a:pt x="337" y="731"/>
                  </a:cubicBezTo>
                  <a:cubicBezTo>
                    <a:pt x="389" y="679"/>
                    <a:pt x="449" y="631"/>
                    <a:pt x="513" y="591"/>
                  </a:cubicBezTo>
                  <a:cubicBezTo>
                    <a:pt x="581" y="551"/>
                    <a:pt x="641" y="503"/>
                    <a:pt x="701" y="455"/>
                  </a:cubicBezTo>
                  <a:cubicBezTo>
                    <a:pt x="761" y="403"/>
                    <a:pt x="809" y="339"/>
                    <a:pt x="845" y="267"/>
                  </a:cubicBezTo>
                  <a:cubicBezTo>
                    <a:pt x="873" y="199"/>
                    <a:pt x="893" y="103"/>
                    <a:pt x="829" y="31"/>
                  </a:cubicBezTo>
                  <a:cubicBezTo>
                    <a:pt x="809" y="11"/>
                    <a:pt x="782" y="0"/>
                    <a:pt x="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050082" y="1659543"/>
              <a:ext cx="230835" cy="217978"/>
            </a:xfrm>
            <a:custGeom>
              <a:avLst/>
              <a:gdLst/>
              <a:ahLst/>
              <a:cxnLst/>
              <a:rect l="l" t="t" r="r" b="b"/>
              <a:pathLst>
                <a:path w="1185" h="1119" extrusionOk="0">
                  <a:moveTo>
                    <a:pt x="1094" y="0"/>
                  </a:moveTo>
                  <a:cubicBezTo>
                    <a:pt x="1066" y="0"/>
                    <a:pt x="1039" y="12"/>
                    <a:pt x="1017" y="31"/>
                  </a:cubicBezTo>
                  <a:cubicBezTo>
                    <a:pt x="997" y="43"/>
                    <a:pt x="977" y="63"/>
                    <a:pt x="961" y="79"/>
                  </a:cubicBezTo>
                  <a:cubicBezTo>
                    <a:pt x="953" y="91"/>
                    <a:pt x="945" y="99"/>
                    <a:pt x="937" y="111"/>
                  </a:cubicBezTo>
                  <a:cubicBezTo>
                    <a:pt x="933" y="119"/>
                    <a:pt x="929" y="131"/>
                    <a:pt x="925" y="143"/>
                  </a:cubicBezTo>
                  <a:cubicBezTo>
                    <a:pt x="909" y="179"/>
                    <a:pt x="901" y="215"/>
                    <a:pt x="889" y="239"/>
                  </a:cubicBezTo>
                  <a:cubicBezTo>
                    <a:pt x="885" y="247"/>
                    <a:pt x="881" y="255"/>
                    <a:pt x="877" y="263"/>
                  </a:cubicBezTo>
                  <a:lnTo>
                    <a:pt x="841" y="275"/>
                  </a:lnTo>
                  <a:cubicBezTo>
                    <a:pt x="781" y="291"/>
                    <a:pt x="713" y="299"/>
                    <a:pt x="649" y="323"/>
                  </a:cubicBezTo>
                  <a:cubicBezTo>
                    <a:pt x="585" y="343"/>
                    <a:pt x="525" y="379"/>
                    <a:pt x="477" y="427"/>
                  </a:cubicBezTo>
                  <a:cubicBezTo>
                    <a:pt x="433" y="475"/>
                    <a:pt x="397" y="527"/>
                    <a:pt x="361" y="579"/>
                  </a:cubicBezTo>
                  <a:cubicBezTo>
                    <a:pt x="329" y="635"/>
                    <a:pt x="297" y="683"/>
                    <a:pt x="273" y="735"/>
                  </a:cubicBezTo>
                  <a:cubicBezTo>
                    <a:pt x="245" y="783"/>
                    <a:pt x="221" y="835"/>
                    <a:pt x="201" y="875"/>
                  </a:cubicBezTo>
                  <a:cubicBezTo>
                    <a:pt x="169" y="943"/>
                    <a:pt x="125" y="1007"/>
                    <a:pt x="73" y="1063"/>
                  </a:cubicBezTo>
                  <a:cubicBezTo>
                    <a:pt x="57" y="1079"/>
                    <a:pt x="41" y="1091"/>
                    <a:pt x="21" y="1103"/>
                  </a:cubicBezTo>
                  <a:lnTo>
                    <a:pt x="1" y="1111"/>
                  </a:lnTo>
                  <a:cubicBezTo>
                    <a:pt x="1" y="1115"/>
                    <a:pt x="1" y="1115"/>
                    <a:pt x="1" y="1115"/>
                  </a:cubicBezTo>
                  <a:cubicBezTo>
                    <a:pt x="1" y="1115"/>
                    <a:pt x="5" y="1119"/>
                    <a:pt x="5" y="1119"/>
                  </a:cubicBezTo>
                  <a:lnTo>
                    <a:pt x="29" y="1115"/>
                  </a:lnTo>
                  <a:cubicBezTo>
                    <a:pt x="53" y="1107"/>
                    <a:pt x="73" y="1099"/>
                    <a:pt x="93" y="1087"/>
                  </a:cubicBezTo>
                  <a:cubicBezTo>
                    <a:pt x="161" y="1039"/>
                    <a:pt x="217" y="975"/>
                    <a:pt x="253" y="903"/>
                  </a:cubicBezTo>
                  <a:cubicBezTo>
                    <a:pt x="277" y="859"/>
                    <a:pt x="305" y="811"/>
                    <a:pt x="329" y="759"/>
                  </a:cubicBezTo>
                  <a:cubicBezTo>
                    <a:pt x="353" y="711"/>
                    <a:pt x="373" y="655"/>
                    <a:pt x="397" y="599"/>
                  </a:cubicBezTo>
                  <a:cubicBezTo>
                    <a:pt x="421" y="539"/>
                    <a:pt x="453" y="487"/>
                    <a:pt x="497" y="443"/>
                  </a:cubicBezTo>
                  <a:cubicBezTo>
                    <a:pt x="545" y="399"/>
                    <a:pt x="601" y="371"/>
                    <a:pt x="665" y="359"/>
                  </a:cubicBezTo>
                  <a:cubicBezTo>
                    <a:pt x="729" y="347"/>
                    <a:pt x="793" y="347"/>
                    <a:pt x="857" y="335"/>
                  </a:cubicBezTo>
                  <a:cubicBezTo>
                    <a:pt x="925" y="327"/>
                    <a:pt x="989" y="303"/>
                    <a:pt x="1049" y="267"/>
                  </a:cubicBezTo>
                  <a:cubicBezTo>
                    <a:pt x="1077" y="247"/>
                    <a:pt x="1101" y="223"/>
                    <a:pt x="1121" y="199"/>
                  </a:cubicBezTo>
                  <a:cubicBezTo>
                    <a:pt x="1145" y="175"/>
                    <a:pt x="1161" y="143"/>
                    <a:pt x="1173" y="111"/>
                  </a:cubicBezTo>
                  <a:cubicBezTo>
                    <a:pt x="1185" y="67"/>
                    <a:pt x="1161" y="19"/>
                    <a:pt x="1117" y="3"/>
                  </a:cubicBezTo>
                  <a:cubicBezTo>
                    <a:pt x="1109" y="1"/>
                    <a:pt x="1102" y="0"/>
                    <a:pt x="10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029823" y="1796877"/>
              <a:ext cx="237069" cy="134800"/>
            </a:xfrm>
            <a:custGeom>
              <a:avLst/>
              <a:gdLst/>
              <a:ahLst/>
              <a:cxnLst/>
              <a:rect l="l" t="t" r="r" b="b"/>
              <a:pathLst>
                <a:path w="1217" h="692" extrusionOk="0">
                  <a:moveTo>
                    <a:pt x="1048" y="0"/>
                  </a:moveTo>
                  <a:cubicBezTo>
                    <a:pt x="1040" y="0"/>
                    <a:pt x="1032" y="1"/>
                    <a:pt x="1025" y="2"/>
                  </a:cubicBezTo>
                  <a:cubicBezTo>
                    <a:pt x="965" y="10"/>
                    <a:pt x="909" y="30"/>
                    <a:pt x="857" y="58"/>
                  </a:cubicBezTo>
                  <a:cubicBezTo>
                    <a:pt x="805" y="82"/>
                    <a:pt x="757" y="110"/>
                    <a:pt x="705" y="142"/>
                  </a:cubicBezTo>
                  <a:cubicBezTo>
                    <a:pt x="657" y="174"/>
                    <a:pt x="609" y="210"/>
                    <a:pt x="565" y="246"/>
                  </a:cubicBezTo>
                  <a:cubicBezTo>
                    <a:pt x="521" y="282"/>
                    <a:pt x="481" y="326"/>
                    <a:pt x="449" y="370"/>
                  </a:cubicBezTo>
                  <a:cubicBezTo>
                    <a:pt x="421" y="414"/>
                    <a:pt x="389" y="454"/>
                    <a:pt x="357" y="490"/>
                  </a:cubicBezTo>
                  <a:cubicBezTo>
                    <a:pt x="329" y="522"/>
                    <a:pt x="297" y="550"/>
                    <a:pt x="261" y="578"/>
                  </a:cubicBezTo>
                  <a:cubicBezTo>
                    <a:pt x="205" y="614"/>
                    <a:pt x="145" y="642"/>
                    <a:pt x="81" y="662"/>
                  </a:cubicBezTo>
                  <a:cubicBezTo>
                    <a:pt x="61" y="666"/>
                    <a:pt x="45" y="670"/>
                    <a:pt x="25" y="674"/>
                  </a:cubicBezTo>
                  <a:lnTo>
                    <a:pt x="5" y="678"/>
                  </a:lnTo>
                  <a:cubicBezTo>
                    <a:pt x="5" y="678"/>
                    <a:pt x="1" y="682"/>
                    <a:pt x="1" y="682"/>
                  </a:cubicBezTo>
                  <a:cubicBezTo>
                    <a:pt x="1" y="682"/>
                    <a:pt x="1" y="686"/>
                    <a:pt x="5" y="686"/>
                  </a:cubicBezTo>
                  <a:cubicBezTo>
                    <a:pt x="25" y="689"/>
                    <a:pt x="42" y="692"/>
                    <a:pt x="61" y="692"/>
                  </a:cubicBezTo>
                  <a:cubicBezTo>
                    <a:pt x="69" y="692"/>
                    <a:pt x="77" y="691"/>
                    <a:pt x="85" y="690"/>
                  </a:cubicBezTo>
                  <a:cubicBezTo>
                    <a:pt x="161" y="686"/>
                    <a:pt x="229" y="662"/>
                    <a:pt x="293" y="626"/>
                  </a:cubicBezTo>
                  <a:cubicBezTo>
                    <a:pt x="333" y="602"/>
                    <a:pt x="373" y="566"/>
                    <a:pt x="401" y="530"/>
                  </a:cubicBezTo>
                  <a:cubicBezTo>
                    <a:pt x="433" y="486"/>
                    <a:pt x="461" y="438"/>
                    <a:pt x="481" y="390"/>
                  </a:cubicBezTo>
                  <a:cubicBezTo>
                    <a:pt x="505" y="342"/>
                    <a:pt x="537" y="298"/>
                    <a:pt x="577" y="262"/>
                  </a:cubicBezTo>
                  <a:cubicBezTo>
                    <a:pt x="621" y="226"/>
                    <a:pt x="669" y="198"/>
                    <a:pt x="721" y="178"/>
                  </a:cubicBezTo>
                  <a:lnTo>
                    <a:pt x="881" y="110"/>
                  </a:lnTo>
                  <a:lnTo>
                    <a:pt x="917" y="98"/>
                  </a:lnTo>
                  <a:cubicBezTo>
                    <a:pt x="929" y="102"/>
                    <a:pt x="937" y="110"/>
                    <a:pt x="945" y="118"/>
                  </a:cubicBezTo>
                  <a:cubicBezTo>
                    <a:pt x="961" y="130"/>
                    <a:pt x="973" y="158"/>
                    <a:pt x="1001" y="190"/>
                  </a:cubicBezTo>
                  <a:cubicBezTo>
                    <a:pt x="1026" y="218"/>
                    <a:pt x="1060" y="234"/>
                    <a:pt x="1097" y="234"/>
                  </a:cubicBezTo>
                  <a:cubicBezTo>
                    <a:pt x="1108" y="234"/>
                    <a:pt x="1118" y="233"/>
                    <a:pt x="1129" y="230"/>
                  </a:cubicBezTo>
                  <a:cubicBezTo>
                    <a:pt x="1145" y="230"/>
                    <a:pt x="1161" y="222"/>
                    <a:pt x="1173" y="214"/>
                  </a:cubicBezTo>
                  <a:cubicBezTo>
                    <a:pt x="1181" y="206"/>
                    <a:pt x="1185" y="202"/>
                    <a:pt x="1189" y="194"/>
                  </a:cubicBezTo>
                  <a:lnTo>
                    <a:pt x="1193" y="190"/>
                  </a:lnTo>
                  <a:lnTo>
                    <a:pt x="1197" y="186"/>
                  </a:lnTo>
                  <a:cubicBezTo>
                    <a:pt x="1201" y="182"/>
                    <a:pt x="1201" y="178"/>
                    <a:pt x="1205" y="174"/>
                  </a:cubicBezTo>
                  <a:cubicBezTo>
                    <a:pt x="1217" y="142"/>
                    <a:pt x="1213" y="102"/>
                    <a:pt x="1197" y="74"/>
                  </a:cubicBezTo>
                  <a:cubicBezTo>
                    <a:pt x="1177" y="42"/>
                    <a:pt x="1149" y="22"/>
                    <a:pt x="1117" y="10"/>
                  </a:cubicBezTo>
                  <a:cubicBezTo>
                    <a:pt x="1093" y="4"/>
                    <a:pt x="1070" y="0"/>
                    <a:pt x="1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942554" y="1670841"/>
              <a:ext cx="183304" cy="260249"/>
            </a:xfrm>
            <a:custGeom>
              <a:avLst/>
              <a:gdLst/>
              <a:ahLst/>
              <a:cxnLst/>
              <a:rect l="l" t="t" r="r" b="b"/>
              <a:pathLst>
                <a:path w="941" h="1336" extrusionOk="0">
                  <a:moveTo>
                    <a:pt x="839" y="0"/>
                  </a:moveTo>
                  <a:cubicBezTo>
                    <a:pt x="808" y="0"/>
                    <a:pt x="777" y="11"/>
                    <a:pt x="753" y="29"/>
                  </a:cubicBezTo>
                  <a:cubicBezTo>
                    <a:pt x="705" y="77"/>
                    <a:pt x="681" y="141"/>
                    <a:pt x="681" y="205"/>
                  </a:cubicBezTo>
                  <a:cubicBezTo>
                    <a:pt x="665" y="325"/>
                    <a:pt x="637" y="441"/>
                    <a:pt x="593" y="553"/>
                  </a:cubicBezTo>
                  <a:cubicBezTo>
                    <a:pt x="573" y="609"/>
                    <a:pt x="549" y="665"/>
                    <a:pt x="521" y="721"/>
                  </a:cubicBezTo>
                  <a:cubicBezTo>
                    <a:pt x="497" y="777"/>
                    <a:pt x="465" y="825"/>
                    <a:pt x="429" y="873"/>
                  </a:cubicBezTo>
                  <a:cubicBezTo>
                    <a:pt x="393" y="917"/>
                    <a:pt x="353" y="957"/>
                    <a:pt x="313" y="993"/>
                  </a:cubicBezTo>
                  <a:lnTo>
                    <a:pt x="209" y="1101"/>
                  </a:lnTo>
                  <a:cubicBezTo>
                    <a:pt x="145" y="1165"/>
                    <a:pt x="93" y="1221"/>
                    <a:pt x="57" y="1265"/>
                  </a:cubicBezTo>
                  <a:cubicBezTo>
                    <a:pt x="21" y="1305"/>
                    <a:pt x="1" y="1329"/>
                    <a:pt x="1" y="1329"/>
                  </a:cubicBezTo>
                  <a:lnTo>
                    <a:pt x="1" y="1333"/>
                  </a:lnTo>
                  <a:cubicBezTo>
                    <a:pt x="1" y="1335"/>
                    <a:pt x="2" y="1336"/>
                    <a:pt x="3" y="1336"/>
                  </a:cubicBezTo>
                  <a:cubicBezTo>
                    <a:pt x="4" y="1336"/>
                    <a:pt x="5" y="1335"/>
                    <a:pt x="5" y="1333"/>
                  </a:cubicBezTo>
                  <a:cubicBezTo>
                    <a:pt x="89" y="1273"/>
                    <a:pt x="173" y="1209"/>
                    <a:pt x="253" y="1141"/>
                  </a:cubicBezTo>
                  <a:cubicBezTo>
                    <a:pt x="289" y="1109"/>
                    <a:pt x="325" y="1069"/>
                    <a:pt x="357" y="1033"/>
                  </a:cubicBezTo>
                  <a:cubicBezTo>
                    <a:pt x="397" y="989"/>
                    <a:pt x="429" y="941"/>
                    <a:pt x="457" y="893"/>
                  </a:cubicBezTo>
                  <a:cubicBezTo>
                    <a:pt x="493" y="841"/>
                    <a:pt x="509" y="785"/>
                    <a:pt x="541" y="733"/>
                  </a:cubicBezTo>
                  <a:cubicBezTo>
                    <a:pt x="569" y="677"/>
                    <a:pt x="601" y="621"/>
                    <a:pt x="629" y="565"/>
                  </a:cubicBezTo>
                  <a:cubicBezTo>
                    <a:pt x="661" y="509"/>
                    <a:pt x="685" y="453"/>
                    <a:pt x="709" y="393"/>
                  </a:cubicBezTo>
                  <a:cubicBezTo>
                    <a:pt x="717" y="365"/>
                    <a:pt x="729" y="333"/>
                    <a:pt x="737" y="301"/>
                  </a:cubicBezTo>
                  <a:cubicBezTo>
                    <a:pt x="737" y="301"/>
                    <a:pt x="737" y="297"/>
                    <a:pt x="741" y="293"/>
                  </a:cubicBezTo>
                  <a:cubicBezTo>
                    <a:pt x="753" y="277"/>
                    <a:pt x="769" y="265"/>
                    <a:pt x="785" y="253"/>
                  </a:cubicBezTo>
                  <a:cubicBezTo>
                    <a:pt x="809" y="241"/>
                    <a:pt x="833" y="229"/>
                    <a:pt x="873" y="205"/>
                  </a:cubicBezTo>
                  <a:cubicBezTo>
                    <a:pt x="889" y="193"/>
                    <a:pt x="905" y="173"/>
                    <a:pt x="917" y="153"/>
                  </a:cubicBezTo>
                  <a:cubicBezTo>
                    <a:pt x="937" y="129"/>
                    <a:pt x="941" y="97"/>
                    <a:pt x="933" y="69"/>
                  </a:cubicBezTo>
                  <a:cubicBezTo>
                    <a:pt x="921" y="33"/>
                    <a:pt x="889" y="5"/>
                    <a:pt x="853" y="1"/>
                  </a:cubicBezTo>
                  <a:cubicBezTo>
                    <a:pt x="848" y="0"/>
                    <a:pt x="844" y="0"/>
                    <a:pt x="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917619" y="1549481"/>
              <a:ext cx="61751" cy="288300"/>
            </a:xfrm>
            <a:custGeom>
              <a:avLst/>
              <a:gdLst/>
              <a:ahLst/>
              <a:cxnLst/>
              <a:rect l="l" t="t" r="r" b="b"/>
              <a:pathLst>
                <a:path w="317" h="1480" extrusionOk="0">
                  <a:moveTo>
                    <a:pt x="228" y="1"/>
                  </a:moveTo>
                  <a:cubicBezTo>
                    <a:pt x="221" y="1"/>
                    <a:pt x="213" y="2"/>
                    <a:pt x="205" y="4"/>
                  </a:cubicBezTo>
                  <a:cubicBezTo>
                    <a:pt x="177" y="12"/>
                    <a:pt x="153" y="24"/>
                    <a:pt x="137" y="48"/>
                  </a:cubicBezTo>
                  <a:cubicBezTo>
                    <a:pt x="129" y="60"/>
                    <a:pt x="121" y="72"/>
                    <a:pt x="121" y="84"/>
                  </a:cubicBezTo>
                  <a:cubicBezTo>
                    <a:pt x="121" y="88"/>
                    <a:pt x="121" y="92"/>
                    <a:pt x="121" y="96"/>
                  </a:cubicBezTo>
                  <a:lnTo>
                    <a:pt x="121" y="104"/>
                  </a:lnTo>
                  <a:lnTo>
                    <a:pt x="121" y="124"/>
                  </a:lnTo>
                  <a:cubicBezTo>
                    <a:pt x="121" y="144"/>
                    <a:pt x="125" y="168"/>
                    <a:pt x="137" y="188"/>
                  </a:cubicBezTo>
                  <a:cubicBezTo>
                    <a:pt x="153" y="228"/>
                    <a:pt x="181" y="256"/>
                    <a:pt x="193" y="288"/>
                  </a:cubicBezTo>
                  <a:cubicBezTo>
                    <a:pt x="205" y="308"/>
                    <a:pt x="213" y="328"/>
                    <a:pt x="213" y="348"/>
                  </a:cubicBezTo>
                  <a:cubicBezTo>
                    <a:pt x="209" y="372"/>
                    <a:pt x="201" y="396"/>
                    <a:pt x="193" y="416"/>
                  </a:cubicBezTo>
                  <a:cubicBezTo>
                    <a:pt x="153" y="536"/>
                    <a:pt x="105" y="656"/>
                    <a:pt x="65" y="776"/>
                  </a:cubicBezTo>
                  <a:cubicBezTo>
                    <a:pt x="45" y="840"/>
                    <a:pt x="29" y="900"/>
                    <a:pt x="17" y="964"/>
                  </a:cubicBezTo>
                  <a:cubicBezTo>
                    <a:pt x="5" y="1028"/>
                    <a:pt x="1" y="1096"/>
                    <a:pt x="13" y="1160"/>
                  </a:cubicBezTo>
                  <a:cubicBezTo>
                    <a:pt x="17" y="1192"/>
                    <a:pt x="25" y="1224"/>
                    <a:pt x="33" y="1256"/>
                  </a:cubicBezTo>
                  <a:cubicBezTo>
                    <a:pt x="45" y="1288"/>
                    <a:pt x="57" y="1320"/>
                    <a:pt x="73" y="1348"/>
                  </a:cubicBezTo>
                  <a:cubicBezTo>
                    <a:pt x="85" y="1380"/>
                    <a:pt x="105" y="1408"/>
                    <a:pt x="129" y="1432"/>
                  </a:cubicBezTo>
                  <a:cubicBezTo>
                    <a:pt x="149" y="1456"/>
                    <a:pt x="181" y="1476"/>
                    <a:pt x="213" y="1480"/>
                  </a:cubicBezTo>
                  <a:cubicBezTo>
                    <a:pt x="213" y="1476"/>
                    <a:pt x="213" y="1476"/>
                    <a:pt x="213" y="1472"/>
                  </a:cubicBezTo>
                  <a:cubicBezTo>
                    <a:pt x="185" y="1460"/>
                    <a:pt x="165" y="1436"/>
                    <a:pt x="149" y="1412"/>
                  </a:cubicBezTo>
                  <a:cubicBezTo>
                    <a:pt x="133" y="1384"/>
                    <a:pt x="121" y="1356"/>
                    <a:pt x="113" y="1328"/>
                  </a:cubicBezTo>
                  <a:cubicBezTo>
                    <a:pt x="101" y="1300"/>
                    <a:pt x="93" y="1268"/>
                    <a:pt x="85" y="1240"/>
                  </a:cubicBezTo>
                  <a:cubicBezTo>
                    <a:pt x="81" y="1212"/>
                    <a:pt x="73" y="1180"/>
                    <a:pt x="69" y="1152"/>
                  </a:cubicBezTo>
                  <a:cubicBezTo>
                    <a:pt x="65" y="1088"/>
                    <a:pt x="61" y="1028"/>
                    <a:pt x="61" y="968"/>
                  </a:cubicBezTo>
                  <a:cubicBezTo>
                    <a:pt x="61" y="904"/>
                    <a:pt x="69" y="840"/>
                    <a:pt x="85" y="780"/>
                  </a:cubicBezTo>
                  <a:cubicBezTo>
                    <a:pt x="101" y="720"/>
                    <a:pt x="125" y="660"/>
                    <a:pt x="153" y="604"/>
                  </a:cubicBezTo>
                  <a:cubicBezTo>
                    <a:pt x="185" y="548"/>
                    <a:pt x="217" y="496"/>
                    <a:pt x="241" y="436"/>
                  </a:cubicBezTo>
                  <a:cubicBezTo>
                    <a:pt x="269" y="376"/>
                    <a:pt x="293" y="312"/>
                    <a:pt x="305" y="248"/>
                  </a:cubicBezTo>
                  <a:cubicBezTo>
                    <a:pt x="317" y="180"/>
                    <a:pt x="313" y="112"/>
                    <a:pt x="297" y="44"/>
                  </a:cubicBezTo>
                  <a:cubicBezTo>
                    <a:pt x="297" y="40"/>
                    <a:pt x="293" y="40"/>
                    <a:pt x="293" y="36"/>
                  </a:cubicBezTo>
                  <a:cubicBezTo>
                    <a:pt x="281" y="20"/>
                    <a:pt x="269" y="8"/>
                    <a:pt x="249" y="4"/>
                  </a:cubicBezTo>
                  <a:cubicBezTo>
                    <a:pt x="243" y="2"/>
                    <a:pt x="236" y="1"/>
                    <a:pt x="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834245" y="1611232"/>
              <a:ext cx="91360" cy="293560"/>
            </a:xfrm>
            <a:custGeom>
              <a:avLst/>
              <a:gdLst/>
              <a:ahLst/>
              <a:cxnLst/>
              <a:rect l="l" t="t" r="r" b="b"/>
              <a:pathLst>
                <a:path w="469" h="1507" extrusionOk="0">
                  <a:moveTo>
                    <a:pt x="104" y="1"/>
                  </a:moveTo>
                  <a:cubicBezTo>
                    <a:pt x="90" y="1"/>
                    <a:pt x="75" y="4"/>
                    <a:pt x="61" y="11"/>
                  </a:cubicBezTo>
                  <a:cubicBezTo>
                    <a:pt x="53" y="15"/>
                    <a:pt x="49" y="19"/>
                    <a:pt x="45" y="23"/>
                  </a:cubicBezTo>
                  <a:cubicBezTo>
                    <a:pt x="37" y="27"/>
                    <a:pt x="29" y="35"/>
                    <a:pt x="25" y="43"/>
                  </a:cubicBezTo>
                  <a:cubicBezTo>
                    <a:pt x="13" y="55"/>
                    <a:pt x="9" y="71"/>
                    <a:pt x="5" y="83"/>
                  </a:cubicBezTo>
                  <a:cubicBezTo>
                    <a:pt x="1" y="127"/>
                    <a:pt x="9" y="175"/>
                    <a:pt x="33" y="211"/>
                  </a:cubicBezTo>
                  <a:cubicBezTo>
                    <a:pt x="49" y="239"/>
                    <a:pt x="65" y="263"/>
                    <a:pt x="85" y="287"/>
                  </a:cubicBezTo>
                  <a:cubicBezTo>
                    <a:pt x="97" y="307"/>
                    <a:pt x="117" y="323"/>
                    <a:pt x="133" y="339"/>
                  </a:cubicBezTo>
                  <a:cubicBezTo>
                    <a:pt x="129" y="395"/>
                    <a:pt x="125" y="451"/>
                    <a:pt x="121" y="507"/>
                  </a:cubicBezTo>
                  <a:cubicBezTo>
                    <a:pt x="117" y="563"/>
                    <a:pt x="117" y="619"/>
                    <a:pt x="109" y="675"/>
                  </a:cubicBezTo>
                  <a:cubicBezTo>
                    <a:pt x="101" y="731"/>
                    <a:pt x="97" y="787"/>
                    <a:pt x="101" y="839"/>
                  </a:cubicBezTo>
                  <a:cubicBezTo>
                    <a:pt x="105" y="891"/>
                    <a:pt x="113" y="947"/>
                    <a:pt x="125" y="995"/>
                  </a:cubicBezTo>
                  <a:cubicBezTo>
                    <a:pt x="141" y="1039"/>
                    <a:pt x="157" y="1083"/>
                    <a:pt x="181" y="1119"/>
                  </a:cubicBezTo>
                  <a:lnTo>
                    <a:pt x="181" y="1131"/>
                  </a:lnTo>
                  <a:cubicBezTo>
                    <a:pt x="177" y="1183"/>
                    <a:pt x="169" y="1231"/>
                    <a:pt x="169" y="1279"/>
                  </a:cubicBezTo>
                  <a:cubicBezTo>
                    <a:pt x="161" y="1327"/>
                    <a:pt x="173" y="1379"/>
                    <a:pt x="197" y="1419"/>
                  </a:cubicBezTo>
                  <a:cubicBezTo>
                    <a:pt x="225" y="1451"/>
                    <a:pt x="265" y="1475"/>
                    <a:pt x="305" y="1479"/>
                  </a:cubicBezTo>
                  <a:cubicBezTo>
                    <a:pt x="337" y="1487"/>
                    <a:pt x="365" y="1491"/>
                    <a:pt x="389" y="1495"/>
                  </a:cubicBezTo>
                  <a:cubicBezTo>
                    <a:pt x="437" y="1503"/>
                    <a:pt x="461" y="1507"/>
                    <a:pt x="461" y="1507"/>
                  </a:cubicBezTo>
                  <a:lnTo>
                    <a:pt x="465" y="1507"/>
                  </a:lnTo>
                  <a:cubicBezTo>
                    <a:pt x="469" y="1503"/>
                    <a:pt x="469" y="1503"/>
                    <a:pt x="465" y="1499"/>
                  </a:cubicBezTo>
                  <a:cubicBezTo>
                    <a:pt x="465" y="1499"/>
                    <a:pt x="445" y="1487"/>
                    <a:pt x="401" y="1467"/>
                  </a:cubicBezTo>
                  <a:cubicBezTo>
                    <a:pt x="381" y="1459"/>
                    <a:pt x="353" y="1447"/>
                    <a:pt x="325" y="1435"/>
                  </a:cubicBezTo>
                  <a:cubicBezTo>
                    <a:pt x="293" y="1427"/>
                    <a:pt x="265" y="1411"/>
                    <a:pt x="249" y="1387"/>
                  </a:cubicBezTo>
                  <a:cubicBezTo>
                    <a:pt x="233" y="1351"/>
                    <a:pt x="229" y="1315"/>
                    <a:pt x="233" y="1279"/>
                  </a:cubicBezTo>
                  <a:cubicBezTo>
                    <a:pt x="233" y="1247"/>
                    <a:pt x="229" y="1211"/>
                    <a:pt x="225" y="1179"/>
                  </a:cubicBezTo>
                  <a:lnTo>
                    <a:pt x="225" y="1179"/>
                  </a:lnTo>
                  <a:cubicBezTo>
                    <a:pt x="253" y="1215"/>
                    <a:pt x="289" y="1251"/>
                    <a:pt x="325" y="1283"/>
                  </a:cubicBezTo>
                  <a:cubicBezTo>
                    <a:pt x="341" y="1295"/>
                    <a:pt x="357" y="1307"/>
                    <a:pt x="377" y="1319"/>
                  </a:cubicBezTo>
                  <a:lnTo>
                    <a:pt x="393" y="1327"/>
                  </a:lnTo>
                  <a:cubicBezTo>
                    <a:pt x="393" y="1329"/>
                    <a:pt x="394" y="1330"/>
                    <a:pt x="395" y="1330"/>
                  </a:cubicBezTo>
                  <a:cubicBezTo>
                    <a:pt x="396" y="1330"/>
                    <a:pt x="397" y="1329"/>
                    <a:pt x="397" y="1327"/>
                  </a:cubicBezTo>
                  <a:cubicBezTo>
                    <a:pt x="397" y="1327"/>
                    <a:pt x="397" y="1323"/>
                    <a:pt x="397" y="1323"/>
                  </a:cubicBezTo>
                  <a:lnTo>
                    <a:pt x="385" y="1307"/>
                  </a:lnTo>
                  <a:cubicBezTo>
                    <a:pt x="369" y="1291"/>
                    <a:pt x="361" y="1279"/>
                    <a:pt x="349" y="1263"/>
                  </a:cubicBezTo>
                  <a:cubicBezTo>
                    <a:pt x="309" y="1211"/>
                    <a:pt x="273" y="1155"/>
                    <a:pt x="241" y="1095"/>
                  </a:cubicBezTo>
                  <a:cubicBezTo>
                    <a:pt x="237" y="1083"/>
                    <a:pt x="229" y="1067"/>
                    <a:pt x="225" y="1055"/>
                  </a:cubicBezTo>
                  <a:cubicBezTo>
                    <a:pt x="225" y="1031"/>
                    <a:pt x="229" y="1003"/>
                    <a:pt x="233" y="979"/>
                  </a:cubicBezTo>
                  <a:cubicBezTo>
                    <a:pt x="241" y="927"/>
                    <a:pt x="257" y="879"/>
                    <a:pt x="281" y="831"/>
                  </a:cubicBezTo>
                  <a:cubicBezTo>
                    <a:pt x="305" y="779"/>
                    <a:pt x="333" y="735"/>
                    <a:pt x="353" y="691"/>
                  </a:cubicBezTo>
                  <a:cubicBezTo>
                    <a:pt x="373" y="643"/>
                    <a:pt x="401" y="595"/>
                    <a:pt x="421" y="551"/>
                  </a:cubicBezTo>
                  <a:lnTo>
                    <a:pt x="429" y="535"/>
                  </a:lnTo>
                  <a:lnTo>
                    <a:pt x="433" y="523"/>
                  </a:lnTo>
                  <a:lnTo>
                    <a:pt x="433" y="519"/>
                  </a:lnTo>
                  <a:lnTo>
                    <a:pt x="437" y="515"/>
                  </a:lnTo>
                  <a:cubicBezTo>
                    <a:pt x="437" y="507"/>
                    <a:pt x="441" y="499"/>
                    <a:pt x="441" y="491"/>
                  </a:cubicBezTo>
                  <a:cubicBezTo>
                    <a:pt x="441" y="479"/>
                    <a:pt x="441" y="467"/>
                    <a:pt x="437" y="455"/>
                  </a:cubicBezTo>
                  <a:cubicBezTo>
                    <a:pt x="429" y="435"/>
                    <a:pt x="413" y="419"/>
                    <a:pt x="393" y="411"/>
                  </a:cubicBezTo>
                  <a:cubicBezTo>
                    <a:pt x="377" y="403"/>
                    <a:pt x="361" y="399"/>
                    <a:pt x="341" y="399"/>
                  </a:cubicBezTo>
                  <a:cubicBezTo>
                    <a:pt x="313" y="399"/>
                    <a:pt x="285" y="407"/>
                    <a:pt x="261" y="427"/>
                  </a:cubicBezTo>
                  <a:cubicBezTo>
                    <a:pt x="233" y="443"/>
                    <a:pt x="217" y="467"/>
                    <a:pt x="213" y="495"/>
                  </a:cubicBezTo>
                  <a:cubicBezTo>
                    <a:pt x="209" y="535"/>
                    <a:pt x="213" y="579"/>
                    <a:pt x="225" y="615"/>
                  </a:cubicBezTo>
                  <a:cubicBezTo>
                    <a:pt x="237" y="647"/>
                    <a:pt x="245" y="675"/>
                    <a:pt x="253" y="695"/>
                  </a:cubicBezTo>
                  <a:cubicBezTo>
                    <a:pt x="261" y="711"/>
                    <a:pt x="265" y="723"/>
                    <a:pt x="269" y="731"/>
                  </a:cubicBezTo>
                  <a:cubicBezTo>
                    <a:pt x="257" y="759"/>
                    <a:pt x="249" y="791"/>
                    <a:pt x="241" y="819"/>
                  </a:cubicBezTo>
                  <a:cubicBezTo>
                    <a:pt x="225" y="883"/>
                    <a:pt x="213" y="947"/>
                    <a:pt x="201" y="1011"/>
                  </a:cubicBezTo>
                  <a:cubicBezTo>
                    <a:pt x="197" y="999"/>
                    <a:pt x="193" y="987"/>
                    <a:pt x="185" y="975"/>
                  </a:cubicBezTo>
                  <a:cubicBezTo>
                    <a:pt x="169" y="931"/>
                    <a:pt x="153" y="883"/>
                    <a:pt x="141" y="835"/>
                  </a:cubicBezTo>
                  <a:cubicBezTo>
                    <a:pt x="129" y="783"/>
                    <a:pt x="125" y="727"/>
                    <a:pt x="133" y="675"/>
                  </a:cubicBezTo>
                  <a:cubicBezTo>
                    <a:pt x="141" y="619"/>
                    <a:pt x="149" y="563"/>
                    <a:pt x="161" y="511"/>
                  </a:cubicBezTo>
                  <a:cubicBezTo>
                    <a:pt x="173" y="455"/>
                    <a:pt x="185" y="399"/>
                    <a:pt x="197" y="347"/>
                  </a:cubicBezTo>
                  <a:cubicBezTo>
                    <a:pt x="209" y="291"/>
                    <a:pt x="217" y="235"/>
                    <a:pt x="229" y="183"/>
                  </a:cubicBezTo>
                  <a:cubicBezTo>
                    <a:pt x="233" y="155"/>
                    <a:pt x="233" y="123"/>
                    <a:pt x="225" y="91"/>
                  </a:cubicBezTo>
                  <a:cubicBezTo>
                    <a:pt x="213" y="59"/>
                    <a:pt x="189" y="31"/>
                    <a:pt x="161" y="15"/>
                  </a:cubicBezTo>
                  <a:cubicBezTo>
                    <a:pt x="143" y="6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64;p2"/>
          <p:cNvGrpSpPr/>
          <p:nvPr/>
        </p:nvGrpSpPr>
        <p:grpSpPr>
          <a:xfrm>
            <a:off x="-252909" y="-1162082"/>
            <a:ext cx="2342945" cy="2475057"/>
            <a:chOff x="1668906" y="1908100"/>
            <a:chExt cx="1782927" cy="1883462"/>
          </a:xfrm>
        </p:grpSpPr>
        <p:sp>
          <p:nvSpPr>
            <p:cNvPr id="65" name="Google Shape;65;p2"/>
            <p:cNvSpPr/>
            <p:nvPr/>
          </p:nvSpPr>
          <p:spPr>
            <a:xfrm>
              <a:off x="1668906" y="2722495"/>
              <a:ext cx="900425" cy="895187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4" y="2872"/>
                  </a:moveTo>
                  <a:cubicBezTo>
                    <a:pt x="124" y="2872"/>
                    <a:pt x="126" y="2874"/>
                    <a:pt x="128" y="2878"/>
                  </a:cubicBezTo>
                  <a:cubicBezTo>
                    <a:pt x="124" y="2874"/>
                    <a:pt x="123" y="2872"/>
                    <a:pt x="124" y="2872"/>
                  </a:cubicBezTo>
                  <a:close/>
                  <a:moveTo>
                    <a:pt x="1555" y="0"/>
                  </a:moveTo>
                  <a:cubicBezTo>
                    <a:pt x="1524" y="0"/>
                    <a:pt x="1492" y="1"/>
                    <a:pt x="1460" y="2"/>
                  </a:cubicBezTo>
                  <a:cubicBezTo>
                    <a:pt x="1340" y="10"/>
                    <a:pt x="1220" y="42"/>
                    <a:pt x="1112" y="102"/>
                  </a:cubicBezTo>
                  <a:cubicBezTo>
                    <a:pt x="1048" y="134"/>
                    <a:pt x="996" y="178"/>
                    <a:pt x="948" y="234"/>
                  </a:cubicBezTo>
                  <a:cubicBezTo>
                    <a:pt x="936" y="246"/>
                    <a:pt x="932" y="258"/>
                    <a:pt x="920" y="274"/>
                  </a:cubicBezTo>
                  <a:lnTo>
                    <a:pt x="904" y="294"/>
                  </a:lnTo>
                  <a:lnTo>
                    <a:pt x="892" y="318"/>
                  </a:lnTo>
                  <a:lnTo>
                    <a:pt x="840" y="406"/>
                  </a:lnTo>
                  <a:cubicBezTo>
                    <a:pt x="772" y="534"/>
                    <a:pt x="720" y="666"/>
                    <a:pt x="676" y="802"/>
                  </a:cubicBezTo>
                  <a:cubicBezTo>
                    <a:pt x="632" y="938"/>
                    <a:pt x="600" y="1090"/>
                    <a:pt x="564" y="1238"/>
                  </a:cubicBezTo>
                  <a:cubicBezTo>
                    <a:pt x="532" y="1390"/>
                    <a:pt x="500" y="1542"/>
                    <a:pt x="464" y="1698"/>
                  </a:cubicBezTo>
                  <a:cubicBezTo>
                    <a:pt x="448" y="1774"/>
                    <a:pt x="428" y="1850"/>
                    <a:pt x="404" y="1926"/>
                  </a:cubicBezTo>
                  <a:cubicBezTo>
                    <a:pt x="392" y="1966"/>
                    <a:pt x="380" y="2006"/>
                    <a:pt x="368" y="2046"/>
                  </a:cubicBezTo>
                  <a:cubicBezTo>
                    <a:pt x="356" y="2082"/>
                    <a:pt x="344" y="2118"/>
                    <a:pt x="328" y="2158"/>
                  </a:cubicBezTo>
                  <a:cubicBezTo>
                    <a:pt x="272" y="2314"/>
                    <a:pt x="204" y="2466"/>
                    <a:pt x="128" y="2614"/>
                  </a:cubicBezTo>
                  <a:lnTo>
                    <a:pt x="64" y="2726"/>
                  </a:lnTo>
                  <a:cubicBezTo>
                    <a:pt x="52" y="2746"/>
                    <a:pt x="44" y="2766"/>
                    <a:pt x="32" y="2786"/>
                  </a:cubicBezTo>
                  <a:cubicBezTo>
                    <a:pt x="16" y="2810"/>
                    <a:pt x="8" y="2838"/>
                    <a:pt x="4" y="2866"/>
                  </a:cubicBezTo>
                  <a:cubicBezTo>
                    <a:pt x="0" y="2890"/>
                    <a:pt x="4" y="2918"/>
                    <a:pt x="16" y="2938"/>
                  </a:cubicBezTo>
                  <a:cubicBezTo>
                    <a:pt x="28" y="2958"/>
                    <a:pt x="48" y="2974"/>
                    <a:pt x="68" y="2982"/>
                  </a:cubicBezTo>
                  <a:cubicBezTo>
                    <a:pt x="92" y="2994"/>
                    <a:pt x="116" y="3002"/>
                    <a:pt x="140" y="3010"/>
                  </a:cubicBezTo>
                  <a:cubicBezTo>
                    <a:pt x="172" y="3022"/>
                    <a:pt x="200" y="3042"/>
                    <a:pt x="228" y="3066"/>
                  </a:cubicBezTo>
                  <a:cubicBezTo>
                    <a:pt x="352" y="3186"/>
                    <a:pt x="468" y="3314"/>
                    <a:pt x="580" y="3450"/>
                  </a:cubicBezTo>
                  <a:cubicBezTo>
                    <a:pt x="696" y="3586"/>
                    <a:pt x="824" y="3714"/>
                    <a:pt x="960" y="3830"/>
                  </a:cubicBezTo>
                  <a:cubicBezTo>
                    <a:pt x="1032" y="3898"/>
                    <a:pt x="1124" y="3938"/>
                    <a:pt x="1220" y="3950"/>
                  </a:cubicBezTo>
                  <a:cubicBezTo>
                    <a:pt x="1235" y="3950"/>
                    <a:pt x="1249" y="3949"/>
                    <a:pt x="1264" y="3949"/>
                  </a:cubicBezTo>
                  <a:cubicBezTo>
                    <a:pt x="1335" y="3949"/>
                    <a:pt x="1408" y="3957"/>
                    <a:pt x="1480" y="3970"/>
                  </a:cubicBezTo>
                  <a:cubicBezTo>
                    <a:pt x="1652" y="4006"/>
                    <a:pt x="1820" y="4058"/>
                    <a:pt x="1985" y="4115"/>
                  </a:cubicBezTo>
                  <a:lnTo>
                    <a:pt x="2477" y="4287"/>
                  </a:lnTo>
                  <a:cubicBezTo>
                    <a:pt x="2637" y="4347"/>
                    <a:pt x="2805" y="4395"/>
                    <a:pt x="2973" y="4431"/>
                  </a:cubicBezTo>
                  <a:cubicBezTo>
                    <a:pt x="3027" y="4438"/>
                    <a:pt x="3083" y="4443"/>
                    <a:pt x="3138" y="4443"/>
                  </a:cubicBezTo>
                  <a:cubicBezTo>
                    <a:pt x="3169" y="4443"/>
                    <a:pt x="3199" y="4441"/>
                    <a:pt x="3229" y="4439"/>
                  </a:cubicBezTo>
                  <a:cubicBezTo>
                    <a:pt x="3317" y="4431"/>
                    <a:pt x="3401" y="4403"/>
                    <a:pt x="3481" y="4359"/>
                  </a:cubicBezTo>
                  <a:cubicBezTo>
                    <a:pt x="3617" y="4267"/>
                    <a:pt x="3733" y="4147"/>
                    <a:pt x="3821" y="4002"/>
                  </a:cubicBezTo>
                  <a:cubicBezTo>
                    <a:pt x="3865" y="3938"/>
                    <a:pt x="3901" y="3874"/>
                    <a:pt x="3941" y="3806"/>
                  </a:cubicBezTo>
                  <a:cubicBezTo>
                    <a:pt x="3977" y="3742"/>
                    <a:pt x="4009" y="3674"/>
                    <a:pt x="4041" y="3606"/>
                  </a:cubicBezTo>
                  <a:cubicBezTo>
                    <a:pt x="4097" y="3474"/>
                    <a:pt x="4145" y="3342"/>
                    <a:pt x="4189" y="3214"/>
                  </a:cubicBezTo>
                  <a:cubicBezTo>
                    <a:pt x="4265" y="2982"/>
                    <a:pt x="4329" y="2742"/>
                    <a:pt x="4377" y="2502"/>
                  </a:cubicBezTo>
                  <a:cubicBezTo>
                    <a:pt x="4417" y="2318"/>
                    <a:pt x="4445" y="2130"/>
                    <a:pt x="4461" y="1942"/>
                  </a:cubicBezTo>
                  <a:cubicBezTo>
                    <a:pt x="4469" y="1822"/>
                    <a:pt x="4465" y="1698"/>
                    <a:pt x="4445" y="1578"/>
                  </a:cubicBezTo>
                  <a:cubicBezTo>
                    <a:pt x="4437" y="1546"/>
                    <a:pt x="4429" y="1514"/>
                    <a:pt x="4413" y="1486"/>
                  </a:cubicBezTo>
                  <a:cubicBezTo>
                    <a:pt x="4405" y="1466"/>
                    <a:pt x="4397" y="1454"/>
                    <a:pt x="4397" y="1454"/>
                  </a:cubicBezTo>
                  <a:lnTo>
                    <a:pt x="4385" y="1466"/>
                  </a:lnTo>
                  <a:lnTo>
                    <a:pt x="4397" y="1494"/>
                  </a:lnTo>
                  <a:cubicBezTo>
                    <a:pt x="4409" y="1526"/>
                    <a:pt x="4413" y="1554"/>
                    <a:pt x="4417" y="1586"/>
                  </a:cubicBezTo>
                  <a:cubicBezTo>
                    <a:pt x="4425" y="1706"/>
                    <a:pt x="4421" y="1826"/>
                    <a:pt x="4401" y="1942"/>
                  </a:cubicBezTo>
                  <a:cubicBezTo>
                    <a:pt x="4373" y="2126"/>
                    <a:pt x="4337" y="2306"/>
                    <a:pt x="4289" y="2486"/>
                  </a:cubicBezTo>
                  <a:cubicBezTo>
                    <a:pt x="4233" y="2694"/>
                    <a:pt x="4165" y="2930"/>
                    <a:pt x="4077" y="3178"/>
                  </a:cubicBezTo>
                  <a:cubicBezTo>
                    <a:pt x="4033" y="3302"/>
                    <a:pt x="3981" y="3430"/>
                    <a:pt x="3925" y="3558"/>
                  </a:cubicBezTo>
                  <a:cubicBezTo>
                    <a:pt x="3893" y="3622"/>
                    <a:pt x="3865" y="3690"/>
                    <a:pt x="3829" y="3750"/>
                  </a:cubicBezTo>
                  <a:cubicBezTo>
                    <a:pt x="3793" y="3814"/>
                    <a:pt x="3753" y="3882"/>
                    <a:pt x="3713" y="3942"/>
                  </a:cubicBezTo>
                  <a:cubicBezTo>
                    <a:pt x="3641" y="4071"/>
                    <a:pt x="3541" y="4187"/>
                    <a:pt x="3421" y="4275"/>
                  </a:cubicBezTo>
                  <a:cubicBezTo>
                    <a:pt x="3329" y="4339"/>
                    <a:pt x="3213" y="4366"/>
                    <a:pt x="3092" y="4366"/>
                  </a:cubicBezTo>
                  <a:cubicBezTo>
                    <a:pt x="3055" y="4366"/>
                    <a:pt x="3018" y="4363"/>
                    <a:pt x="2981" y="4359"/>
                  </a:cubicBezTo>
                  <a:cubicBezTo>
                    <a:pt x="2813" y="4335"/>
                    <a:pt x="2653" y="4299"/>
                    <a:pt x="2493" y="4243"/>
                  </a:cubicBezTo>
                  <a:cubicBezTo>
                    <a:pt x="2329" y="4195"/>
                    <a:pt x="2165" y="4139"/>
                    <a:pt x="1997" y="4079"/>
                  </a:cubicBezTo>
                  <a:cubicBezTo>
                    <a:pt x="1832" y="4018"/>
                    <a:pt x="1660" y="3966"/>
                    <a:pt x="1488" y="3922"/>
                  </a:cubicBezTo>
                  <a:cubicBezTo>
                    <a:pt x="1400" y="3902"/>
                    <a:pt x="1312" y="3890"/>
                    <a:pt x="1220" y="3890"/>
                  </a:cubicBezTo>
                  <a:cubicBezTo>
                    <a:pt x="1144" y="3886"/>
                    <a:pt x="1072" y="3830"/>
                    <a:pt x="1008" y="3778"/>
                  </a:cubicBezTo>
                  <a:cubicBezTo>
                    <a:pt x="880" y="3658"/>
                    <a:pt x="764" y="3526"/>
                    <a:pt x="656" y="3386"/>
                  </a:cubicBezTo>
                  <a:cubicBezTo>
                    <a:pt x="548" y="3246"/>
                    <a:pt x="432" y="3110"/>
                    <a:pt x="308" y="2982"/>
                  </a:cubicBezTo>
                  <a:cubicBezTo>
                    <a:pt x="272" y="2942"/>
                    <a:pt x="228" y="2914"/>
                    <a:pt x="176" y="2894"/>
                  </a:cubicBezTo>
                  <a:cubicBezTo>
                    <a:pt x="162" y="2891"/>
                    <a:pt x="148" y="2884"/>
                    <a:pt x="134" y="2880"/>
                  </a:cubicBezTo>
                  <a:lnTo>
                    <a:pt x="134" y="2880"/>
                  </a:lnTo>
                  <a:cubicBezTo>
                    <a:pt x="138" y="2869"/>
                    <a:pt x="142" y="2856"/>
                    <a:pt x="148" y="2846"/>
                  </a:cubicBezTo>
                  <a:cubicBezTo>
                    <a:pt x="156" y="2830"/>
                    <a:pt x="168" y="2810"/>
                    <a:pt x="180" y="2794"/>
                  </a:cubicBezTo>
                  <a:lnTo>
                    <a:pt x="244" y="2682"/>
                  </a:lnTo>
                  <a:cubicBezTo>
                    <a:pt x="332" y="2530"/>
                    <a:pt x="404" y="2374"/>
                    <a:pt x="464" y="2210"/>
                  </a:cubicBezTo>
                  <a:cubicBezTo>
                    <a:pt x="480" y="2174"/>
                    <a:pt x="496" y="2130"/>
                    <a:pt x="508" y="2090"/>
                  </a:cubicBezTo>
                  <a:cubicBezTo>
                    <a:pt x="520" y="2050"/>
                    <a:pt x="536" y="2014"/>
                    <a:pt x="544" y="1974"/>
                  </a:cubicBezTo>
                  <a:cubicBezTo>
                    <a:pt x="568" y="1890"/>
                    <a:pt x="592" y="1814"/>
                    <a:pt x="612" y="1734"/>
                  </a:cubicBezTo>
                  <a:cubicBezTo>
                    <a:pt x="648" y="1574"/>
                    <a:pt x="680" y="1418"/>
                    <a:pt x="708" y="1270"/>
                  </a:cubicBezTo>
                  <a:cubicBezTo>
                    <a:pt x="764" y="970"/>
                    <a:pt x="832" y="698"/>
                    <a:pt x="948" y="462"/>
                  </a:cubicBezTo>
                  <a:lnTo>
                    <a:pt x="992" y="378"/>
                  </a:lnTo>
                  <a:lnTo>
                    <a:pt x="1004" y="358"/>
                  </a:lnTo>
                  <a:lnTo>
                    <a:pt x="1016" y="342"/>
                  </a:lnTo>
                  <a:cubicBezTo>
                    <a:pt x="1024" y="326"/>
                    <a:pt x="1032" y="314"/>
                    <a:pt x="1044" y="302"/>
                  </a:cubicBezTo>
                  <a:cubicBezTo>
                    <a:pt x="1076" y="258"/>
                    <a:pt x="1120" y="222"/>
                    <a:pt x="1164" y="194"/>
                  </a:cubicBezTo>
                  <a:cubicBezTo>
                    <a:pt x="1260" y="142"/>
                    <a:pt x="1364" y="110"/>
                    <a:pt x="1472" y="94"/>
                  </a:cubicBezTo>
                  <a:cubicBezTo>
                    <a:pt x="1543" y="88"/>
                    <a:pt x="1614" y="85"/>
                    <a:pt x="1685" y="85"/>
                  </a:cubicBezTo>
                  <a:cubicBezTo>
                    <a:pt x="1798" y="85"/>
                    <a:pt x="1911" y="93"/>
                    <a:pt x="2025" y="110"/>
                  </a:cubicBezTo>
                  <a:cubicBezTo>
                    <a:pt x="2141" y="126"/>
                    <a:pt x="2257" y="150"/>
                    <a:pt x="2373" y="178"/>
                  </a:cubicBezTo>
                  <a:cubicBezTo>
                    <a:pt x="2453" y="198"/>
                    <a:pt x="2497" y="210"/>
                    <a:pt x="2497" y="210"/>
                  </a:cubicBezTo>
                  <a:lnTo>
                    <a:pt x="2501" y="198"/>
                  </a:lnTo>
                  <a:cubicBezTo>
                    <a:pt x="2501" y="198"/>
                    <a:pt x="2461" y="182"/>
                    <a:pt x="2381" y="154"/>
                  </a:cubicBezTo>
                  <a:cubicBezTo>
                    <a:pt x="2265" y="114"/>
                    <a:pt x="2149" y="82"/>
                    <a:pt x="2029" y="54"/>
                  </a:cubicBezTo>
                  <a:cubicBezTo>
                    <a:pt x="1875" y="18"/>
                    <a:pt x="1715" y="0"/>
                    <a:pt x="1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438575" y="2888114"/>
              <a:ext cx="690883" cy="903448"/>
            </a:xfrm>
            <a:custGeom>
              <a:avLst/>
              <a:gdLst/>
              <a:ahLst/>
              <a:cxnLst/>
              <a:rect l="l" t="t" r="r" b="b"/>
              <a:pathLst>
                <a:path w="3429" h="4484" extrusionOk="0">
                  <a:moveTo>
                    <a:pt x="1694" y="0"/>
                  </a:moveTo>
                  <a:cubicBezTo>
                    <a:pt x="1662" y="0"/>
                    <a:pt x="1630" y="5"/>
                    <a:pt x="1601" y="16"/>
                  </a:cubicBezTo>
                  <a:cubicBezTo>
                    <a:pt x="1561" y="32"/>
                    <a:pt x="1525" y="48"/>
                    <a:pt x="1489" y="68"/>
                  </a:cubicBezTo>
                  <a:cubicBezTo>
                    <a:pt x="1433" y="96"/>
                    <a:pt x="1405" y="116"/>
                    <a:pt x="1405" y="116"/>
                  </a:cubicBezTo>
                  <a:lnTo>
                    <a:pt x="1413" y="128"/>
                  </a:lnTo>
                  <a:cubicBezTo>
                    <a:pt x="1413" y="128"/>
                    <a:pt x="1445" y="112"/>
                    <a:pt x="1501" y="88"/>
                  </a:cubicBezTo>
                  <a:cubicBezTo>
                    <a:pt x="1537" y="72"/>
                    <a:pt x="1573" y="60"/>
                    <a:pt x="1609" y="52"/>
                  </a:cubicBezTo>
                  <a:cubicBezTo>
                    <a:pt x="1628" y="48"/>
                    <a:pt x="1647" y="45"/>
                    <a:pt x="1667" y="45"/>
                  </a:cubicBezTo>
                  <a:cubicBezTo>
                    <a:pt x="1696" y="45"/>
                    <a:pt x="1726" y="51"/>
                    <a:pt x="1753" y="60"/>
                  </a:cubicBezTo>
                  <a:cubicBezTo>
                    <a:pt x="1853" y="100"/>
                    <a:pt x="1961" y="204"/>
                    <a:pt x="2105" y="292"/>
                  </a:cubicBezTo>
                  <a:cubicBezTo>
                    <a:pt x="2173" y="336"/>
                    <a:pt x="2233" y="392"/>
                    <a:pt x="2281" y="460"/>
                  </a:cubicBezTo>
                  <a:cubicBezTo>
                    <a:pt x="2337" y="536"/>
                    <a:pt x="2385" y="616"/>
                    <a:pt x="2429" y="700"/>
                  </a:cubicBezTo>
                  <a:cubicBezTo>
                    <a:pt x="2521" y="904"/>
                    <a:pt x="2625" y="1100"/>
                    <a:pt x="2741" y="1288"/>
                  </a:cubicBezTo>
                  <a:lnTo>
                    <a:pt x="2789" y="1364"/>
                  </a:lnTo>
                  <a:cubicBezTo>
                    <a:pt x="2809" y="1388"/>
                    <a:pt x="2829" y="1412"/>
                    <a:pt x="2849" y="1436"/>
                  </a:cubicBezTo>
                  <a:cubicBezTo>
                    <a:pt x="2869" y="1460"/>
                    <a:pt x="2889" y="1484"/>
                    <a:pt x="2913" y="1508"/>
                  </a:cubicBezTo>
                  <a:cubicBezTo>
                    <a:pt x="2933" y="1532"/>
                    <a:pt x="2957" y="1556"/>
                    <a:pt x="2981" y="1576"/>
                  </a:cubicBezTo>
                  <a:cubicBezTo>
                    <a:pt x="3005" y="1596"/>
                    <a:pt x="3029" y="1620"/>
                    <a:pt x="3049" y="1640"/>
                  </a:cubicBezTo>
                  <a:cubicBezTo>
                    <a:pt x="3069" y="1656"/>
                    <a:pt x="3093" y="1672"/>
                    <a:pt x="3109" y="1696"/>
                  </a:cubicBezTo>
                  <a:cubicBezTo>
                    <a:pt x="3125" y="1720"/>
                    <a:pt x="3141" y="1740"/>
                    <a:pt x="3161" y="1764"/>
                  </a:cubicBezTo>
                  <a:cubicBezTo>
                    <a:pt x="3173" y="1788"/>
                    <a:pt x="3189" y="1812"/>
                    <a:pt x="3201" y="1840"/>
                  </a:cubicBezTo>
                  <a:cubicBezTo>
                    <a:pt x="3249" y="1948"/>
                    <a:pt x="3277" y="2068"/>
                    <a:pt x="3285" y="2188"/>
                  </a:cubicBezTo>
                  <a:cubicBezTo>
                    <a:pt x="3293" y="2316"/>
                    <a:pt x="3285" y="2444"/>
                    <a:pt x="3269" y="2568"/>
                  </a:cubicBezTo>
                  <a:cubicBezTo>
                    <a:pt x="3245" y="2700"/>
                    <a:pt x="3213" y="2828"/>
                    <a:pt x="3169" y="2948"/>
                  </a:cubicBezTo>
                  <a:cubicBezTo>
                    <a:pt x="3145" y="3012"/>
                    <a:pt x="3117" y="3072"/>
                    <a:pt x="3089" y="3128"/>
                  </a:cubicBezTo>
                  <a:cubicBezTo>
                    <a:pt x="3069" y="3156"/>
                    <a:pt x="3057" y="3184"/>
                    <a:pt x="3041" y="3212"/>
                  </a:cubicBezTo>
                  <a:lnTo>
                    <a:pt x="2981" y="3297"/>
                  </a:lnTo>
                  <a:cubicBezTo>
                    <a:pt x="2897" y="3405"/>
                    <a:pt x="2821" y="3521"/>
                    <a:pt x="2753" y="3641"/>
                  </a:cubicBezTo>
                  <a:cubicBezTo>
                    <a:pt x="2689" y="3757"/>
                    <a:pt x="2625" y="3881"/>
                    <a:pt x="2565" y="4001"/>
                  </a:cubicBezTo>
                  <a:cubicBezTo>
                    <a:pt x="2505" y="4121"/>
                    <a:pt x="2453" y="4245"/>
                    <a:pt x="2405" y="4369"/>
                  </a:cubicBezTo>
                  <a:lnTo>
                    <a:pt x="2405" y="4381"/>
                  </a:lnTo>
                  <a:lnTo>
                    <a:pt x="2405" y="4385"/>
                  </a:lnTo>
                  <a:lnTo>
                    <a:pt x="2405" y="4389"/>
                  </a:lnTo>
                  <a:lnTo>
                    <a:pt x="2405" y="4397"/>
                  </a:lnTo>
                  <a:cubicBezTo>
                    <a:pt x="2401" y="4405"/>
                    <a:pt x="2401" y="4413"/>
                    <a:pt x="2401" y="4417"/>
                  </a:cubicBezTo>
                  <a:cubicBezTo>
                    <a:pt x="2397" y="4433"/>
                    <a:pt x="2389" y="4433"/>
                    <a:pt x="2389" y="4433"/>
                  </a:cubicBezTo>
                  <a:cubicBezTo>
                    <a:pt x="2365" y="4433"/>
                    <a:pt x="2341" y="4421"/>
                    <a:pt x="2321" y="4405"/>
                  </a:cubicBezTo>
                  <a:cubicBezTo>
                    <a:pt x="2269" y="4373"/>
                    <a:pt x="2217" y="4333"/>
                    <a:pt x="2173" y="4293"/>
                  </a:cubicBezTo>
                  <a:cubicBezTo>
                    <a:pt x="2149" y="4273"/>
                    <a:pt x="2125" y="4249"/>
                    <a:pt x="2097" y="4229"/>
                  </a:cubicBezTo>
                  <a:cubicBezTo>
                    <a:pt x="2073" y="4209"/>
                    <a:pt x="2045" y="4189"/>
                    <a:pt x="2017" y="4173"/>
                  </a:cubicBezTo>
                  <a:cubicBezTo>
                    <a:pt x="1961" y="4141"/>
                    <a:pt x="1901" y="4113"/>
                    <a:pt x="1841" y="4089"/>
                  </a:cubicBezTo>
                  <a:cubicBezTo>
                    <a:pt x="1725" y="4049"/>
                    <a:pt x="1605" y="4017"/>
                    <a:pt x="1485" y="3997"/>
                  </a:cubicBezTo>
                  <a:cubicBezTo>
                    <a:pt x="1249" y="3953"/>
                    <a:pt x="1033" y="3933"/>
                    <a:pt x="833" y="3897"/>
                  </a:cubicBezTo>
                  <a:cubicBezTo>
                    <a:pt x="741" y="3885"/>
                    <a:pt x="649" y="3861"/>
                    <a:pt x="557" y="3833"/>
                  </a:cubicBezTo>
                  <a:cubicBezTo>
                    <a:pt x="517" y="3821"/>
                    <a:pt x="473" y="3805"/>
                    <a:pt x="433" y="3789"/>
                  </a:cubicBezTo>
                  <a:lnTo>
                    <a:pt x="417" y="3781"/>
                  </a:lnTo>
                  <a:lnTo>
                    <a:pt x="409" y="3777"/>
                  </a:lnTo>
                  <a:lnTo>
                    <a:pt x="381" y="3761"/>
                  </a:lnTo>
                  <a:cubicBezTo>
                    <a:pt x="365" y="3753"/>
                    <a:pt x="345" y="3741"/>
                    <a:pt x="329" y="3733"/>
                  </a:cubicBezTo>
                  <a:cubicBezTo>
                    <a:pt x="269" y="3689"/>
                    <a:pt x="217" y="3641"/>
                    <a:pt x="173" y="3581"/>
                  </a:cubicBezTo>
                  <a:cubicBezTo>
                    <a:pt x="137" y="3529"/>
                    <a:pt x="105" y="3477"/>
                    <a:pt x="81" y="3417"/>
                  </a:cubicBezTo>
                  <a:cubicBezTo>
                    <a:pt x="49" y="3333"/>
                    <a:pt x="29" y="3244"/>
                    <a:pt x="21" y="3156"/>
                  </a:cubicBezTo>
                  <a:cubicBezTo>
                    <a:pt x="17" y="3124"/>
                    <a:pt x="17" y="3092"/>
                    <a:pt x="17" y="3060"/>
                  </a:cubicBezTo>
                  <a:lnTo>
                    <a:pt x="13" y="3056"/>
                  </a:lnTo>
                  <a:cubicBezTo>
                    <a:pt x="9" y="3088"/>
                    <a:pt x="5" y="3120"/>
                    <a:pt x="5" y="3156"/>
                  </a:cubicBezTo>
                  <a:cubicBezTo>
                    <a:pt x="1" y="3249"/>
                    <a:pt x="13" y="3345"/>
                    <a:pt x="37" y="3437"/>
                  </a:cubicBezTo>
                  <a:cubicBezTo>
                    <a:pt x="57" y="3501"/>
                    <a:pt x="85" y="3565"/>
                    <a:pt x="121" y="3625"/>
                  </a:cubicBezTo>
                  <a:cubicBezTo>
                    <a:pt x="165" y="3693"/>
                    <a:pt x="221" y="3753"/>
                    <a:pt x="289" y="3805"/>
                  </a:cubicBezTo>
                  <a:cubicBezTo>
                    <a:pt x="305" y="3817"/>
                    <a:pt x="325" y="3829"/>
                    <a:pt x="341" y="3841"/>
                  </a:cubicBezTo>
                  <a:lnTo>
                    <a:pt x="373" y="3861"/>
                  </a:lnTo>
                  <a:cubicBezTo>
                    <a:pt x="377" y="3865"/>
                    <a:pt x="381" y="3865"/>
                    <a:pt x="389" y="3869"/>
                  </a:cubicBezTo>
                  <a:lnTo>
                    <a:pt x="405" y="3877"/>
                  </a:lnTo>
                  <a:cubicBezTo>
                    <a:pt x="445" y="3897"/>
                    <a:pt x="489" y="3917"/>
                    <a:pt x="533" y="3933"/>
                  </a:cubicBezTo>
                  <a:cubicBezTo>
                    <a:pt x="625" y="3965"/>
                    <a:pt x="725" y="3993"/>
                    <a:pt x="821" y="4013"/>
                  </a:cubicBezTo>
                  <a:cubicBezTo>
                    <a:pt x="1021" y="4053"/>
                    <a:pt x="1245" y="4073"/>
                    <a:pt x="1473" y="4113"/>
                  </a:cubicBezTo>
                  <a:cubicBezTo>
                    <a:pt x="1701" y="4153"/>
                    <a:pt x="1945" y="4181"/>
                    <a:pt x="2133" y="4345"/>
                  </a:cubicBezTo>
                  <a:cubicBezTo>
                    <a:pt x="2185" y="4385"/>
                    <a:pt x="2241" y="4421"/>
                    <a:pt x="2301" y="4453"/>
                  </a:cubicBezTo>
                  <a:cubicBezTo>
                    <a:pt x="2317" y="4461"/>
                    <a:pt x="2333" y="4469"/>
                    <a:pt x="2349" y="4477"/>
                  </a:cubicBezTo>
                  <a:cubicBezTo>
                    <a:pt x="2360" y="4481"/>
                    <a:pt x="2374" y="4483"/>
                    <a:pt x="2386" y="4483"/>
                  </a:cubicBezTo>
                  <a:cubicBezTo>
                    <a:pt x="2395" y="4483"/>
                    <a:pt x="2404" y="4482"/>
                    <a:pt x="2413" y="4481"/>
                  </a:cubicBezTo>
                  <a:cubicBezTo>
                    <a:pt x="2429" y="4481"/>
                    <a:pt x="2441" y="4469"/>
                    <a:pt x="2449" y="4457"/>
                  </a:cubicBezTo>
                  <a:cubicBezTo>
                    <a:pt x="2453" y="4449"/>
                    <a:pt x="2457" y="4437"/>
                    <a:pt x="2461" y="4425"/>
                  </a:cubicBezTo>
                  <a:cubicBezTo>
                    <a:pt x="2465" y="4417"/>
                    <a:pt x="2465" y="4405"/>
                    <a:pt x="2465" y="4397"/>
                  </a:cubicBezTo>
                  <a:lnTo>
                    <a:pt x="2465" y="4393"/>
                  </a:lnTo>
                  <a:lnTo>
                    <a:pt x="2465" y="4389"/>
                  </a:lnTo>
                  <a:lnTo>
                    <a:pt x="2465" y="4377"/>
                  </a:lnTo>
                  <a:cubicBezTo>
                    <a:pt x="2481" y="4317"/>
                    <a:pt x="2505" y="4257"/>
                    <a:pt x="2529" y="4197"/>
                  </a:cubicBezTo>
                  <a:cubicBezTo>
                    <a:pt x="2557" y="4137"/>
                    <a:pt x="2581" y="4077"/>
                    <a:pt x="2613" y="4017"/>
                  </a:cubicBezTo>
                  <a:cubicBezTo>
                    <a:pt x="2729" y="3773"/>
                    <a:pt x="2873" y="3545"/>
                    <a:pt x="3049" y="3341"/>
                  </a:cubicBezTo>
                  <a:cubicBezTo>
                    <a:pt x="3237" y="3132"/>
                    <a:pt x="3333" y="2860"/>
                    <a:pt x="3393" y="2592"/>
                  </a:cubicBezTo>
                  <a:cubicBezTo>
                    <a:pt x="3417" y="2456"/>
                    <a:pt x="3429" y="2320"/>
                    <a:pt x="3425" y="2180"/>
                  </a:cubicBezTo>
                  <a:cubicBezTo>
                    <a:pt x="3417" y="2044"/>
                    <a:pt x="3389" y="1908"/>
                    <a:pt x="3337" y="1780"/>
                  </a:cubicBezTo>
                  <a:cubicBezTo>
                    <a:pt x="3321" y="1748"/>
                    <a:pt x="3305" y="1720"/>
                    <a:pt x="3289" y="1688"/>
                  </a:cubicBezTo>
                  <a:cubicBezTo>
                    <a:pt x="3269" y="1660"/>
                    <a:pt x="3253" y="1624"/>
                    <a:pt x="3225" y="1604"/>
                  </a:cubicBezTo>
                  <a:cubicBezTo>
                    <a:pt x="3201" y="1580"/>
                    <a:pt x="3173" y="1548"/>
                    <a:pt x="3153" y="1528"/>
                  </a:cubicBezTo>
                  <a:cubicBezTo>
                    <a:pt x="3133" y="1508"/>
                    <a:pt x="3105" y="1488"/>
                    <a:pt x="3085" y="1468"/>
                  </a:cubicBezTo>
                  <a:cubicBezTo>
                    <a:pt x="3073" y="1456"/>
                    <a:pt x="3061" y="1448"/>
                    <a:pt x="3049" y="1436"/>
                  </a:cubicBezTo>
                  <a:lnTo>
                    <a:pt x="3021" y="1408"/>
                  </a:lnTo>
                  <a:cubicBezTo>
                    <a:pt x="3005" y="1388"/>
                    <a:pt x="2985" y="1364"/>
                    <a:pt x="2965" y="1344"/>
                  </a:cubicBezTo>
                  <a:cubicBezTo>
                    <a:pt x="2949" y="1320"/>
                    <a:pt x="2929" y="1300"/>
                    <a:pt x="2913" y="1276"/>
                  </a:cubicBezTo>
                  <a:lnTo>
                    <a:pt x="2865" y="1208"/>
                  </a:lnTo>
                  <a:cubicBezTo>
                    <a:pt x="2737" y="1020"/>
                    <a:pt x="2637" y="824"/>
                    <a:pt x="2537" y="644"/>
                  </a:cubicBezTo>
                  <a:cubicBezTo>
                    <a:pt x="2489" y="556"/>
                    <a:pt x="2433" y="472"/>
                    <a:pt x="2369" y="392"/>
                  </a:cubicBezTo>
                  <a:cubicBezTo>
                    <a:pt x="2309" y="320"/>
                    <a:pt x="2237" y="260"/>
                    <a:pt x="2153" y="216"/>
                  </a:cubicBezTo>
                  <a:cubicBezTo>
                    <a:pt x="2077" y="176"/>
                    <a:pt x="2013" y="140"/>
                    <a:pt x="1953" y="100"/>
                  </a:cubicBezTo>
                  <a:cubicBezTo>
                    <a:pt x="1897" y="60"/>
                    <a:pt x="1833" y="28"/>
                    <a:pt x="1769" y="8"/>
                  </a:cubicBezTo>
                  <a:cubicBezTo>
                    <a:pt x="1744" y="3"/>
                    <a:pt x="1719" y="0"/>
                    <a:pt x="1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812529" y="2637066"/>
              <a:ext cx="639304" cy="606059"/>
            </a:xfrm>
            <a:custGeom>
              <a:avLst/>
              <a:gdLst/>
              <a:ahLst/>
              <a:cxnLst/>
              <a:rect l="l" t="t" r="r" b="b"/>
              <a:pathLst>
                <a:path w="3173" h="3008" extrusionOk="0">
                  <a:moveTo>
                    <a:pt x="1995" y="1"/>
                  </a:moveTo>
                  <a:cubicBezTo>
                    <a:pt x="1951" y="1"/>
                    <a:pt x="1906" y="3"/>
                    <a:pt x="1861" y="6"/>
                  </a:cubicBezTo>
                  <a:cubicBezTo>
                    <a:pt x="1765" y="18"/>
                    <a:pt x="1669" y="34"/>
                    <a:pt x="1573" y="54"/>
                  </a:cubicBezTo>
                  <a:cubicBezTo>
                    <a:pt x="1481" y="74"/>
                    <a:pt x="1389" y="102"/>
                    <a:pt x="1297" y="126"/>
                  </a:cubicBezTo>
                  <a:cubicBezTo>
                    <a:pt x="1253" y="138"/>
                    <a:pt x="1209" y="150"/>
                    <a:pt x="1165" y="158"/>
                  </a:cubicBezTo>
                  <a:cubicBezTo>
                    <a:pt x="1134" y="161"/>
                    <a:pt x="1103" y="164"/>
                    <a:pt x="1071" y="164"/>
                  </a:cubicBezTo>
                  <a:cubicBezTo>
                    <a:pt x="1059" y="164"/>
                    <a:pt x="1046" y="163"/>
                    <a:pt x="1033" y="162"/>
                  </a:cubicBezTo>
                  <a:cubicBezTo>
                    <a:pt x="841" y="162"/>
                    <a:pt x="649" y="194"/>
                    <a:pt x="461" y="254"/>
                  </a:cubicBezTo>
                  <a:cubicBezTo>
                    <a:pt x="369" y="286"/>
                    <a:pt x="281" y="330"/>
                    <a:pt x="201" y="386"/>
                  </a:cubicBezTo>
                  <a:cubicBezTo>
                    <a:pt x="125" y="442"/>
                    <a:pt x="57" y="510"/>
                    <a:pt x="1" y="594"/>
                  </a:cubicBezTo>
                  <a:lnTo>
                    <a:pt x="13" y="602"/>
                  </a:lnTo>
                  <a:cubicBezTo>
                    <a:pt x="77" y="534"/>
                    <a:pt x="149" y="474"/>
                    <a:pt x="229" y="430"/>
                  </a:cubicBezTo>
                  <a:cubicBezTo>
                    <a:pt x="309" y="386"/>
                    <a:pt x="397" y="350"/>
                    <a:pt x="485" y="330"/>
                  </a:cubicBezTo>
                  <a:cubicBezTo>
                    <a:pt x="626" y="299"/>
                    <a:pt x="769" y="282"/>
                    <a:pt x="915" y="282"/>
                  </a:cubicBezTo>
                  <a:cubicBezTo>
                    <a:pt x="955" y="282"/>
                    <a:pt x="996" y="284"/>
                    <a:pt x="1037" y="286"/>
                  </a:cubicBezTo>
                  <a:cubicBezTo>
                    <a:pt x="1061" y="288"/>
                    <a:pt x="1086" y="289"/>
                    <a:pt x="1111" y="289"/>
                  </a:cubicBezTo>
                  <a:cubicBezTo>
                    <a:pt x="1136" y="289"/>
                    <a:pt x="1161" y="288"/>
                    <a:pt x="1185" y="286"/>
                  </a:cubicBezTo>
                  <a:cubicBezTo>
                    <a:pt x="1237" y="278"/>
                    <a:pt x="1285" y="266"/>
                    <a:pt x="1329" y="258"/>
                  </a:cubicBezTo>
                  <a:cubicBezTo>
                    <a:pt x="1421" y="234"/>
                    <a:pt x="1513" y="210"/>
                    <a:pt x="1605" y="194"/>
                  </a:cubicBezTo>
                  <a:cubicBezTo>
                    <a:pt x="1693" y="178"/>
                    <a:pt x="1785" y="162"/>
                    <a:pt x="1873" y="154"/>
                  </a:cubicBezTo>
                  <a:cubicBezTo>
                    <a:pt x="1919" y="150"/>
                    <a:pt x="1964" y="148"/>
                    <a:pt x="2008" y="148"/>
                  </a:cubicBezTo>
                  <a:cubicBezTo>
                    <a:pt x="2053" y="148"/>
                    <a:pt x="2097" y="150"/>
                    <a:pt x="2141" y="154"/>
                  </a:cubicBezTo>
                  <a:cubicBezTo>
                    <a:pt x="2165" y="154"/>
                    <a:pt x="2185" y="158"/>
                    <a:pt x="2209" y="162"/>
                  </a:cubicBezTo>
                  <a:cubicBezTo>
                    <a:pt x="2229" y="166"/>
                    <a:pt x="2249" y="170"/>
                    <a:pt x="2269" y="174"/>
                  </a:cubicBezTo>
                  <a:lnTo>
                    <a:pt x="2329" y="194"/>
                  </a:lnTo>
                  <a:lnTo>
                    <a:pt x="2393" y="222"/>
                  </a:lnTo>
                  <a:cubicBezTo>
                    <a:pt x="2469" y="258"/>
                    <a:pt x="2533" y="310"/>
                    <a:pt x="2585" y="378"/>
                  </a:cubicBezTo>
                  <a:cubicBezTo>
                    <a:pt x="2613" y="414"/>
                    <a:pt x="2637" y="450"/>
                    <a:pt x="2661" y="486"/>
                  </a:cubicBezTo>
                  <a:cubicBezTo>
                    <a:pt x="2685" y="526"/>
                    <a:pt x="2709" y="566"/>
                    <a:pt x="2725" y="606"/>
                  </a:cubicBezTo>
                  <a:cubicBezTo>
                    <a:pt x="2745" y="650"/>
                    <a:pt x="2761" y="690"/>
                    <a:pt x="2777" y="734"/>
                  </a:cubicBezTo>
                  <a:cubicBezTo>
                    <a:pt x="2797" y="778"/>
                    <a:pt x="2813" y="818"/>
                    <a:pt x="2825" y="862"/>
                  </a:cubicBezTo>
                  <a:cubicBezTo>
                    <a:pt x="2857" y="954"/>
                    <a:pt x="2881" y="1042"/>
                    <a:pt x="2901" y="1134"/>
                  </a:cubicBezTo>
                  <a:cubicBezTo>
                    <a:pt x="2921" y="1226"/>
                    <a:pt x="2933" y="1318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lnTo>
                    <a:pt x="2953" y="1622"/>
                  </a:ln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80"/>
                    <a:pt x="3038" y="1856"/>
                    <a:pt x="3098" y="1920"/>
                  </a:cubicBezTo>
                  <a:lnTo>
                    <a:pt x="3098" y="1920"/>
                  </a:lnTo>
                  <a:lnTo>
                    <a:pt x="3049" y="1942"/>
                  </a:lnTo>
                  <a:lnTo>
                    <a:pt x="2977" y="1982"/>
                  </a:lnTo>
                  <a:cubicBezTo>
                    <a:pt x="2929" y="2014"/>
                    <a:pt x="2881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29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6"/>
                  </a:lnTo>
                  <a:cubicBezTo>
                    <a:pt x="2169" y="2870"/>
                    <a:pt x="2129" y="2886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4"/>
                    <a:pt x="1621" y="2822"/>
                  </a:cubicBezTo>
                  <a:cubicBezTo>
                    <a:pt x="1573" y="2806"/>
                    <a:pt x="1521" y="2786"/>
                    <a:pt x="1473" y="2766"/>
                  </a:cubicBezTo>
                  <a:cubicBezTo>
                    <a:pt x="1421" y="2746"/>
                    <a:pt x="1373" y="2722"/>
                    <a:pt x="1325" y="2694"/>
                  </a:cubicBezTo>
                  <a:cubicBezTo>
                    <a:pt x="1229" y="2642"/>
                    <a:pt x="1121" y="2602"/>
                    <a:pt x="1013" y="2578"/>
                  </a:cubicBezTo>
                  <a:lnTo>
                    <a:pt x="1009" y="2590"/>
                  </a:lnTo>
                  <a:cubicBezTo>
                    <a:pt x="1109" y="2634"/>
                    <a:pt x="1205" y="2686"/>
                    <a:pt x="1297" y="2746"/>
                  </a:cubicBezTo>
                  <a:cubicBezTo>
                    <a:pt x="1341" y="2782"/>
                    <a:pt x="1389" y="2810"/>
                    <a:pt x="1441" y="2838"/>
                  </a:cubicBezTo>
                  <a:cubicBezTo>
                    <a:pt x="1489" y="2862"/>
                    <a:pt x="1541" y="2886"/>
                    <a:pt x="1597" y="2906"/>
                  </a:cubicBezTo>
                  <a:cubicBezTo>
                    <a:pt x="1701" y="2950"/>
                    <a:pt x="1813" y="2978"/>
                    <a:pt x="1925" y="2998"/>
                  </a:cubicBezTo>
                  <a:cubicBezTo>
                    <a:pt x="1969" y="3004"/>
                    <a:pt x="2013" y="3008"/>
                    <a:pt x="2055" y="3008"/>
                  </a:cubicBezTo>
                  <a:cubicBezTo>
                    <a:pt x="2070" y="3008"/>
                    <a:pt x="2086" y="3008"/>
                    <a:pt x="2101" y="3006"/>
                  </a:cubicBezTo>
                  <a:cubicBezTo>
                    <a:pt x="2173" y="3002"/>
                    <a:pt x="2241" y="2974"/>
                    <a:pt x="2293" y="2930"/>
                  </a:cubicBezTo>
                  <a:lnTo>
                    <a:pt x="2321" y="2898"/>
                  </a:lnTo>
                  <a:lnTo>
                    <a:pt x="2349" y="2862"/>
                  </a:lnTo>
                  <a:cubicBezTo>
                    <a:pt x="2369" y="2838"/>
                    <a:pt x="2385" y="2818"/>
                    <a:pt x="2401" y="2794"/>
                  </a:cubicBezTo>
                  <a:lnTo>
                    <a:pt x="2493" y="2658"/>
                  </a:lnTo>
                  <a:cubicBezTo>
                    <a:pt x="2557" y="2566"/>
                    <a:pt x="2617" y="2474"/>
                    <a:pt x="2677" y="2386"/>
                  </a:cubicBezTo>
                  <a:cubicBezTo>
                    <a:pt x="2713" y="2342"/>
                    <a:pt x="2745" y="2298"/>
                    <a:pt x="2777" y="2258"/>
                  </a:cubicBezTo>
                  <a:cubicBezTo>
                    <a:pt x="2813" y="2214"/>
                    <a:pt x="2849" y="2174"/>
                    <a:pt x="2885" y="2134"/>
                  </a:cubicBezTo>
                  <a:cubicBezTo>
                    <a:pt x="2925" y="2098"/>
                    <a:pt x="2965" y="2062"/>
                    <a:pt x="3005" y="2030"/>
                  </a:cubicBezTo>
                  <a:lnTo>
                    <a:pt x="3073" y="1982"/>
                  </a:lnTo>
                  <a:lnTo>
                    <a:pt x="3145" y="1946"/>
                  </a:lnTo>
                  <a:lnTo>
                    <a:pt x="3173" y="1930"/>
                  </a:lnTo>
                  <a:lnTo>
                    <a:pt x="3153" y="1910"/>
                  </a:lnTo>
                  <a:cubicBezTo>
                    <a:pt x="3085" y="1846"/>
                    <a:pt x="3033" y="1770"/>
                    <a:pt x="3005" y="1682"/>
                  </a:cubicBezTo>
                  <a:cubicBezTo>
                    <a:pt x="3001" y="1662"/>
                    <a:pt x="2997" y="1638"/>
                    <a:pt x="2997" y="1618"/>
                  </a:cubicBezTo>
                  <a:cubicBezTo>
                    <a:pt x="2993" y="1606"/>
                    <a:pt x="2993" y="1598"/>
                    <a:pt x="2997" y="1586"/>
                  </a:cubicBezTo>
                  <a:lnTo>
                    <a:pt x="2997" y="1550"/>
                  </a:lnTo>
                  <a:cubicBezTo>
                    <a:pt x="3001" y="1502"/>
                    <a:pt x="2997" y="1454"/>
                    <a:pt x="2997" y="1406"/>
                  </a:cubicBezTo>
                  <a:cubicBezTo>
                    <a:pt x="2989" y="1310"/>
                    <a:pt x="2981" y="1214"/>
                    <a:pt x="2969" y="1122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93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5" y="302"/>
                  </a:cubicBezTo>
                  <a:cubicBezTo>
                    <a:pt x="2625" y="214"/>
                    <a:pt x="2541" y="146"/>
                    <a:pt x="2449" y="98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5" y="34"/>
                    <a:pt x="2261" y="26"/>
                    <a:pt x="2233" y="22"/>
                  </a:cubicBezTo>
                  <a:cubicBezTo>
                    <a:pt x="2209" y="18"/>
                    <a:pt x="2185" y="10"/>
                    <a:pt x="2157" y="10"/>
                  </a:cubicBezTo>
                  <a:cubicBezTo>
                    <a:pt x="2104" y="4"/>
                    <a:pt x="2050" y="1"/>
                    <a:pt x="19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403919" y="1908100"/>
              <a:ext cx="864158" cy="805326"/>
            </a:xfrm>
            <a:custGeom>
              <a:avLst/>
              <a:gdLst/>
              <a:ahLst/>
              <a:cxnLst/>
              <a:rect l="l" t="t" r="r" b="b"/>
              <a:pathLst>
                <a:path w="4289" h="3997" extrusionOk="0">
                  <a:moveTo>
                    <a:pt x="3541" y="0"/>
                  </a:moveTo>
                  <a:lnTo>
                    <a:pt x="3509" y="4"/>
                  </a:lnTo>
                  <a:cubicBezTo>
                    <a:pt x="3369" y="16"/>
                    <a:pt x="3229" y="28"/>
                    <a:pt x="3089" y="36"/>
                  </a:cubicBezTo>
                  <a:cubicBezTo>
                    <a:pt x="3055" y="38"/>
                    <a:pt x="3021" y="39"/>
                    <a:pt x="2986" y="39"/>
                  </a:cubicBezTo>
                  <a:cubicBezTo>
                    <a:pt x="2952" y="39"/>
                    <a:pt x="2917" y="38"/>
                    <a:pt x="2881" y="36"/>
                  </a:cubicBezTo>
                  <a:cubicBezTo>
                    <a:pt x="2809" y="32"/>
                    <a:pt x="2741" y="32"/>
                    <a:pt x="2669" y="32"/>
                  </a:cubicBezTo>
                  <a:cubicBezTo>
                    <a:pt x="2620" y="31"/>
                    <a:pt x="2571" y="30"/>
                    <a:pt x="2523" y="30"/>
                  </a:cubicBezTo>
                  <a:cubicBezTo>
                    <a:pt x="2287" y="30"/>
                    <a:pt x="2053" y="46"/>
                    <a:pt x="1821" y="72"/>
                  </a:cubicBezTo>
                  <a:cubicBezTo>
                    <a:pt x="1677" y="88"/>
                    <a:pt x="1533" y="116"/>
                    <a:pt x="1397" y="160"/>
                  </a:cubicBezTo>
                  <a:cubicBezTo>
                    <a:pt x="1361" y="172"/>
                    <a:pt x="1325" y="184"/>
                    <a:pt x="1293" y="200"/>
                  </a:cubicBezTo>
                  <a:cubicBezTo>
                    <a:pt x="1261" y="212"/>
                    <a:pt x="1225" y="236"/>
                    <a:pt x="1193" y="252"/>
                  </a:cubicBezTo>
                  <a:cubicBezTo>
                    <a:pt x="1165" y="268"/>
                    <a:pt x="1133" y="292"/>
                    <a:pt x="1105" y="304"/>
                  </a:cubicBezTo>
                  <a:cubicBezTo>
                    <a:pt x="1077" y="320"/>
                    <a:pt x="1045" y="332"/>
                    <a:pt x="1017" y="344"/>
                  </a:cubicBezTo>
                  <a:cubicBezTo>
                    <a:pt x="885" y="392"/>
                    <a:pt x="753" y="428"/>
                    <a:pt x="617" y="456"/>
                  </a:cubicBezTo>
                  <a:cubicBezTo>
                    <a:pt x="541" y="476"/>
                    <a:pt x="469" y="508"/>
                    <a:pt x="401" y="548"/>
                  </a:cubicBezTo>
                  <a:cubicBezTo>
                    <a:pt x="337" y="592"/>
                    <a:pt x="277" y="652"/>
                    <a:pt x="233" y="720"/>
                  </a:cubicBezTo>
                  <a:cubicBezTo>
                    <a:pt x="213" y="748"/>
                    <a:pt x="197" y="784"/>
                    <a:pt x="177" y="816"/>
                  </a:cubicBezTo>
                  <a:cubicBezTo>
                    <a:pt x="161" y="848"/>
                    <a:pt x="145" y="884"/>
                    <a:pt x="133" y="920"/>
                  </a:cubicBezTo>
                  <a:cubicBezTo>
                    <a:pt x="105" y="988"/>
                    <a:pt x="81" y="1060"/>
                    <a:pt x="65" y="1128"/>
                  </a:cubicBezTo>
                  <a:cubicBezTo>
                    <a:pt x="29" y="1272"/>
                    <a:pt x="13" y="1416"/>
                    <a:pt x="9" y="1564"/>
                  </a:cubicBezTo>
                  <a:cubicBezTo>
                    <a:pt x="1" y="1708"/>
                    <a:pt x="13" y="1856"/>
                    <a:pt x="45" y="1996"/>
                  </a:cubicBezTo>
                  <a:cubicBezTo>
                    <a:pt x="77" y="2140"/>
                    <a:pt x="125" y="2280"/>
                    <a:pt x="189" y="2408"/>
                  </a:cubicBezTo>
                  <a:cubicBezTo>
                    <a:pt x="245" y="2540"/>
                    <a:pt x="313" y="2664"/>
                    <a:pt x="373" y="2788"/>
                  </a:cubicBezTo>
                  <a:cubicBezTo>
                    <a:pt x="489" y="3040"/>
                    <a:pt x="525" y="3320"/>
                    <a:pt x="481" y="3592"/>
                  </a:cubicBezTo>
                  <a:cubicBezTo>
                    <a:pt x="465" y="3660"/>
                    <a:pt x="457" y="3732"/>
                    <a:pt x="457" y="3804"/>
                  </a:cubicBezTo>
                  <a:cubicBezTo>
                    <a:pt x="469" y="3880"/>
                    <a:pt x="505" y="3948"/>
                    <a:pt x="557" y="3996"/>
                  </a:cubicBezTo>
                  <a:lnTo>
                    <a:pt x="569" y="3988"/>
                  </a:lnTo>
                  <a:cubicBezTo>
                    <a:pt x="525" y="3936"/>
                    <a:pt x="497" y="3872"/>
                    <a:pt x="493" y="3804"/>
                  </a:cubicBezTo>
                  <a:cubicBezTo>
                    <a:pt x="497" y="3736"/>
                    <a:pt x="513" y="3668"/>
                    <a:pt x="533" y="3604"/>
                  </a:cubicBezTo>
                  <a:cubicBezTo>
                    <a:pt x="549" y="3532"/>
                    <a:pt x="561" y="3464"/>
                    <a:pt x="569" y="3392"/>
                  </a:cubicBezTo>
                  <a:cubicBezTo>
                    <a:pt x="569" y="3352"/>
                    <a:pt x="565" y="3316"/>
                    <a:pt x="569" y="3280"/>
                  </a:cubicBezTo>
                  <a:cubicBezTo>
                    <a:pt x="569" y="3248"/>
                    <a:pt x="561" y="3208"/>
                    <a:pt x="561" y="3176"/>
                  </a:cubicBezTo>
                  <a:cubicBezTo>
                    <a:pt x="553" y="3028"/>
                    <a:pt x="517" y="2888"/>
                    <a:pt x="461" y="2752"/>
                  </a:cubicBezTo>
                  <a:cubicBezTo>
                    <a:pt x="409" y="2616"/>
                    <a:pt x="341" y="2492"/>
                    <a:pt x="293" y="2364"/>
                  </a:cubicBezTo>
                  <a:cubicBezTo>
                    <a:pt x="237" y="2240"/>
                    <a:pt x="197" y="2108"/>
                    <a:pt x="169" y="1976"/>
                  </a:cubicBezTo>
                  <a:cubicBezTo>
                    <a:pt x="149" y="1840"/>
                    <a:pt x="141" y="1704"/>
                    <a:pt x="145" y="1568"/>
                  </a:cubicBezTo>
                  <a:cubicBezTo>
                    <a:pt x="153" y="1436"/>
                    <a:pt x="173" y="1300"/>
                    <a:pt x="205" y="1168"/>
                  </a:cubicBezTo>
                  <a:cubicBezTo>
                    <a:pt x="221" y="1104"/>
                    <a:pt x="241" y="1040"/>
                    <a:pt x="269" y="976"/>
                  </a:cubicBezTo>
                  <a:cubicBezTo>
                    <a:pt x="277" y="944"/>
                    <a:pt x="293" y="916"/>
                    <a:pt x="305" y="888"/>
                  </a:cubicBezTo>
                  <a:cubicBezTo>
                    <a:pt x="321" y="860"/>
                    <a:pt x="337" y="832"/>
                    <a:pt x="357" y="804"/>
                  </a:cubicBezTo>
                  <a:cubicBezTo>
                    <a:pt x="425" y="700"/>
                    <a:pt x="533" y="624"/>
                    <a:pt x="657" y="596"/>
                  </a:cubicBezTo>
                  <a:cubicBezTo>
                    <a:pt x="797" y="564"/>
                    <a:pt x="933" y="520"/>
                    <a:pt x="1065" y="468"/>
                  </a:cubicBezTo>
                  <a:cubicBezTo>
                    <a:pt x="1101" y="456"/>
                    <a:pt x="1133" y="440"/>
                    <a:pt x="1165" y="420"/>
                  </a:cubicBezTo>
                  <a:cubicBezTo>
                    <a:pt x="1201" y="400"/>
                    <a:pt x="1233" y="376"/>
                    <a:pt x="1261" y="364"/>
                  </a:cubicBezTo>
                  <a:cubicBezTo>
                    <a:pt x="1289" y="348"/>
                    <a:pt x="1313" y="332"/>
                    <a:pt x="1345" y="316"/>
                  </a:cubicBezTo>
                  <a:cubicBezTo>
                    <a:pt x="1377" y="304"/>
                    <a:pt x="1405" y="292"/>
                    <a:pt x="1437" y="280"/>
                  </a:cubicBezTo>
                  <a:cubicBezTo>
                    <a:pt x="1565" y="236"/>
                    <a:pt x="1701" y="204"/>
                    <a:pt x="1837" y="184"/>
                  </a:cubicBezTo>
                  <a:cubicBezTo>
                    <a:pt x="2113" y="140"/>
                    <a:pt x="2393" y="112"/>
                    <a:pt x="2669" y="104"/>
                  </a:cubicBezTo>
                  <a:cubicBezTo>
                    <a:pt x="2720" y="101"/>
                    <a:pt x="2771" y="98"/>
                    <a:pt x="2820" y="98"/>
                  </a:cubicBezTo>
                  <a:cubicBezTo>
                    <a:pt x="2841" y="98"/>
                    <a:pt x="2861" y="99"/>
                    <a:pt x="2881" y="100"/>
                  </a:cubicBezTo>
                  <a:cubicBezTo>
                    <a:pt x="2949" y="100"/>
                    <a:pt x="3025" y="96"/>
                    <a:pt x="3093" y="92"/>
                  </a:cubicBezTo>
                  <a:cubicBezTo>
                    <a:pt x="3226" y="81"/>
                    <a:pt x="3356" y="70"/>
                    <a:pt x="3486" y="56"/>
                  </a:cubicBezTo>
                  <a:lnTo>
                    <a:pt x="3486" y="56"/>
                  </a:lnTo>
                  <a:cubicBezTo>
                    <a:pt x="3466" y="145"/>
                    <a:pt x="3456" y="235"/>
                    <a:pt x="3453" y="324"/>
                  </a:cubicBezTo>
                  <a:cubicBezTo>
                    <a:pt x="3449" y="424"/>
                    <a:pt x="3453" y="528"/>
                    <a:pt x="3473" y="628"/>
                  </a:cubicBezTo>
                  <a:cubicBezTo>
                    <a:pt x="3481" y="680"/>
                    <a:pt x="3493" y="728"/>
                    <a:pt x="3509" y="780"/>
                  </a:cubicBezTo>
                  <a:lnTo>
                    <a:pt x="3541" y="852"/>
                  </a:lnTo>
                  <a:lnTo>
                    <a:pt x="3573" y="920"/>
                  </a:lnTo>
                  <a:cubicBezTo>
                    <a:pt x="3625" y="1008"/>
                    <a:pt x="3669" y="1096"/>
                    <a:pt x="3709" y="1184"/>
                  </a:cubicBezTo>
                  <a:cubicBezTo>
                    <a:pt x="3753" y="1276"/>
                    <a:pt x="3793" y="1368"/>
                    <a:pt x="3829" y="1460"/>
                  </a:cubicBezTo>
                  <a:cubicBezTo>
                    <a:pt x="3869" y="1552"/>
                    <a:pt x="3905" y="1644"/>
                    <a:pt x="3941" y="1736"/>
                  </a:cubicBezTo>
                  <a:cubicBezTo>
                    <a:pt x="3973" y="1828"/>
                    <a:pt x="4009" y="1924"/>
                    <a:pt x="4041" y="2016"/>
                  </a:cubicBezTo>
                  <a:cubicBezTo>
                    <a:pt x="4069" y="2112"/>
                    <a:pt x="4101" y="2204"/>
                    <a:pt x="4125" y="2300"/>
                  </a:cubicBezTo>
                  <a:cubicBezTo>
                    <a:pt x="4145" y="2392"/>
                    <a:pt x="4161" y="2484"/>
                    <a:pt x="4169" y="2576"/>
                  </a:cubicBezTo>
                  <a:cubicBezTo>
                    <a:pt x="4169" y="2672"/>
                    <a:pt x="4149" y="2764"/>
                    <a:pt x="4113" y="2852"/>
                  </a:cubicBezTo>
                  <a:cubicBezTo>
                    <a:pt x="4049" y="3032"/>
                    <a:pt x="3937" y="3192"/>
                    <a:pt x="3789" y="3312"/>
                  </a:cubicBezTo>
                  <a:cubicBezTo>
                    <a:pt x="3717" y="3372"/>
                    <a:pt x="3633" y="3420"/>
                    <a:pt x="3545" y="3448"/>
                  </a:cubicBezTo>
                  <a:cubicBezTo>
                    <a:pt x="3525" y="3456"/>
                    <a:pt x="3497" y="3464"/>
                    <a:pt x="3473" y="3468"/>
                  </a:cubicBezTo>
                  <a:lnTo>
                    <a:pt x="3401" y="3484"/>
                  </a:lnTo>
                  <a:cubicBezTo>
                    <a:pt x="3349" y="3496"/>
                    <a:pt x="3301" y="3512"/>
                    <a:pt x="3253" y="3532"/>
                  </a:cubicBezTo>
                  <a:cubicBezTo>
                    <a:pt x="3157" y="3568"/>
                    <a:pt x="3065" y="3612"/>
                    <a:pt x="2977" y="3664"/>
                  </a:cubicBezTo>
                  <a:cubicBezTo>
                    <a:pt x="2893" y="3716"/>
                    <a:pt x="2809" y="3772"/>
                    <a:pt x="2733" y="3840"/>
                  </a:cubicBezTo>
                  <a:lnTo>
                    <a:pt x="2737" y="3848"/>
                  </a:lnTo>
                  <a:cubicBezTo>
                    <a:pt x="2821" y="3792"/>
                    <a:pt x="2905" y="3740"/>
                    <a:pt x="2997" y="3696"/>
                  </a:cubicBezTo>
                  <a:cubicBezTo>
                    <a:pt x="3085" y="3652"/>
                    <a:pt x="3177" y="3616"/>
                    <a:pt x="3269" y="3588"/>
                  </a:cubicBezTo>
                  <a:cubicBezTo>
                    <a:pt x="3317" y="3576"/>
                    <a:pt x="3361" y="3564"/>
                    <a:pt x="3413" y="3552"/>
                  </a:cubicBezTo>
                  <a:lnTo>
                    <a:pt x="3485" y="3540"/>
                  </a:lnTo>
                  <a:cubicBezTo>
                    <a:pt x="3509" y="3536"/>
                    <a:pt x="3537" y="3532"/>
                    <a:pt x="3561" y="3524"/>
                  </a:cubicBezTo>
                  <a:cubicBezTo>
                    <a:pt x="3665" y="3496"/>
                    <a:pt x="3761" y="3452"/>
                    <a:pt x="3845" y="3388"/>
                  </a:cubicBezTo>
                  <a:cubicBezTo>
                    <a:pt x="4017" y="3260"/>
                    <a:pt x="4145" y="3088"/>
                    <a:pt x="4221" y="2892"/>
                  </a:cubicBezTo>
                  <a:cubicBezTo>
                    <a:pt x="4261" y="2792"/>
                    <a:pt x="4285" y="2688"/>
                    <a:pt x="4289" y="2580"/>
                  </a:cubicBezTo>
                  <a:cubicBezTo>
                    <a:pt x="4285" y="2476"/>
                    <a:pt x="4269" y="2368"/>
                    <a:pt x="4241" y="2264"/>
                  </a:cubicBezTo>
                  <a:cubicBezTo>
                    <a:pt x="4213" y="2168"/>
                    <a:pt x="4185" y="2068"/>
                    <a:pt x="4149" y="1972"/>
                  </a:cubicBezTo>
                  <a:cubicBezTo>
                    <a:pt x="4117" y="1880"/>
                    <a:pt x="4081" y="1784"/>
                    <a:pt x="4041" y="1692"/>
                  </a:cubicBezTo>
                  <a:cubicBezTo>
                    <a:pt x="4001" y="1600"/>
                    <a:pt x="3957" y="1508"/>
                    <a:pt x="3913" y="1416"/>
                  </a:cubicBezTo>
                  <a:cubicBezTo>
                    <a:pt x="3869" y="1324"/>
                    <a:pt x="3821" y="1236"/>
                    <a:pt x="3777" y="1148"/>
                  </a:cubicBezTo>
                  <a:cubicBezTo>
                    <a:pt x="3729" y="1060"/>
                    <a:pt x="3681" y="968"/>
                    <a:pt x="3625" y="888"/>
                  </a:cubicBezTo>
                  <a:lnTo>
                    <a:pt x="3589" y="820"/>
                  </a:lnTo>
                  <a:cubicBezTo>
                    <a:pt x="3577" y="800"/>
                    <a:pt x="3569" y="780"/>
                    <a:pt x="3561" y="756"/>
                  </a:cubicBezTo>
                  <a:cubicBezTo>
                    <a:pt x="3545" y="712"/>
                    <a:pt x="3529" y="664"/>
                    <a:pt x="3517" y="616"/>
                  </a:cubicBezTo>
                  <a:cubicBezTo>
                    <a:pt x="3501" y="520"/>
                    <a:pt x="3493" y="420"/>
                    <a:pt x="3497" y="324"/>
                  </a:cubicBezTo>
                  <a:cubicBezTo>
                    <a:pt x="3497" y="224"/>
                    <a:pt x="3513" y="128"/>
                    <a:pt x="3533" y="32"/>
                  </a:cubicBezTo>
                  <a:lnTo>
                    <a:pt x="35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737410" y="2169625"/>
              <a:ext cx="773894" cy="711838"/>
            </a:xfrm>
            <a:custGeom>
              <a:avLst/>
              <a:gdLst/>
              <a:ahLst/>
              <a:cxnLst/>
              <a:rect l="l" t="t" r="r" b="b"/>
              <a:pathLst>
                <a:path w="3841" h="3533" extrusionOk="0">
                  <a:moveTo>
                    <a:pt x="1907" y="1"/>
                  </a:moveTo>
                  <a:cubicBezTo>
                    <a:pt x="1880" y="1"/>
                    <a:pt x="1852" y="1"/>
                    <a:pt x="1825" y="2"/>
                  </a:cubicBezTo>
                  <a:cubicBezTo>
                    <a:pt x="1721" y="2"/>
                    <a:pt x="1621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6" y="126"/>
                    <a:pt x="828" y="142"/>
                    <a:pt x="780" y="158"/>
                  </a:cubicBezTo>
                  <a:lnTo>
                    <a:pt x="640" y="214"/>
                  </a:lnTo>
                  <a:cubicBezTo>
                    <a:pt x="548" y="254"/>
                    <a:pt x="452" y="282"/>
                    <a:pt x="356" y="298"/>
                  </a:cubicBezTo>
                  <a:cubicBezTo>
                    <a:pt x="306" y="311"/>
                    <a:pt x="253" y="317"/>
                    <a:pt x="199" y="317"/>
                  </a:cubicBezTo>
                  <a:cubicBezTo>
                    <a:pt x="156" y="317"/>
                    <a:pt x="112" y="313"/>
                    <a:pt x="68" y="306"/>
                  </a:cubicBezTo>
                  <a:lnTo>
                    <a:pt x="0" y="294"/>
                  </a:lnTo>
                  <a:lnTo>
                    <a:pt x="40" y="354"/>
                  </a:lnTo>
                  <a:cubicBezTo>
                    <a:pt x="96" y="446"/>
                    <a:pt x="132" y="550"/>
                    <a:pt x="144" y="662"/>
                  </a:cubicBezTo>
                  <a:cubicBezTo>
                    <a:pt x="156" y="770"/>
                    <a:pt x="148" y="878"/>
                    <a:pt x="120" y="986"/>
                  </a:cubicBezTo>
                  <a:lnTo>
                    <a:pt x="100" y="1070"/>
                  </a:lnTo>
                  <a:lnTo>
                    <a:pt x="84" y="1158"/>
                  </a:lnTo>
                  <a:cubicBezTo>
                    <a:pt x="80" y="1218"/>
                    <a:pt x="72" y="1278"/>
                    <a:pt x="72" y="1334"/>
                  </a:cubicBezTo>
                  <a:cubicBezTo>
                    <a:pt x="68" y="1454"/>
                    <a:pt x="80" y="1574"/>
                    <a:pt x="104" y="1690"/>
                  </a:cubicBezTo>
                  <a:cubicBezTo>
                    <a:pt x="128" y="1810"/>
                    <a:pt x="172" y="1922"/>
                    <a:pt x="232" y="2030"/>
                  </a:cubicBezTo>
                  <a:cubicBezTo>
                    <a:pt x="296" y="2134"/>
                    <a:pt x="372" y="2230"/>
                    <a:pt x="468" y="2306"/>
                  </a:cubicBezTo>
                  <a:lnTo>
                    <a:pt x="540" y="2362"/>
                  </a:lnTo>
                  <a:cubicBezTo>
                    <a:pt x="564" y="2382"/>
                    <a:pt x="592" y="2398"/>
                    <a:pt x="616" y="2414"/>
                  </a:cubicBezTo>
                  <a:cubicBezTo>
                    <a:pt x="668" y="2446"/>
                    <a:pt x="724" y="2470"/>
                    <a:pt x="780" y="2494"/>
                  </a:cubicBezTo>
                  <a:cubicBezTo>
                    <a:pt x="888" y="2542"/>
                    <a:pt x="996" y="2578"/>
                    <a:pt x="1104" y="2614"/>
                  </a:cubicBezTo>
                  <a:cubicBezTo>
                    <a:pt x="1324" y="2690"/>
                    <a:pt x="1544" y="2754"/>
                    <a:pt x="1757" y="2834"/>
                  </a:cubicBezTo>
                  <a:cubicBezTo>
                    <a:pt x="1861" y="2874"/>
                    <a:pt x="1965" y="2914"/>
                    <a:pt x="2065" y="2966"/>
                  </a:cubicBezTo>
                  <a:cubicBezTo>
                    <a:pt x="2165" y="3014"/>
                    <a:pt x="2257" y="3074"/>
                    <a:pt x="2341" y="3142"/>
                  </a:cubicBezTo>
                  <a:cubicBezTo>
                    <a:pt x="2381" y="3178"/>
                    <a:pt x="2421" y="3218"/>
                    <a:pt x="2457" y="3258"/>
                  </a:cubicBezTo>
                  <a:lnTo>
                    <a:pt x="2481" y="3290"/>
                  </a:lnTo>
                  <a:lnTo>
                    <a:pt x="2489" y="3298"/>
                  </a:lnTo>
                  <a:lnTo>
                    <a:pt x="2493" y="3302"/>
                  </a:lnTo>
                  <a:lnTo>
                    <a:pt x="2501" y="3310"/>
                  </a:lnTo>
                  <a:lnTo>
                    <a:pt x="2517" y="3326"/>
                  </a:lnTo>
                  <a:cubicBezTo>
                    <a:pt x="2533" y="3346"/>
                    <a:pt x="2557" y="3370"/>
                    <a:pt x="2581" y="3390"/>
                  </a:cubicBezTo>
                  <a:cubicBezTo>
                    <a:pt x="2677" y="3466"/>
                    <a:pt x="2793" y="3514"/>
                    <a:pt x="2917" y="3526"/>
                  </a:cubicBezTo>
                  <a:cubicBezTo>
                    <a:pt x="2958" y="3531"/>
                    <a:pt x="3000" y="3533"/>
                    <a:pt x="3042" y="3533"/>
                  </a:cubicBezTo>
                  <a:cubicBezTo>
                    <a:pt x="3118" y="3533"/>
                    <a:pt x="3193" y="3526"/>
                    <a:pt x="3265" y="3510"/>
                  </a:cubicBezTo>
                  <a:cubicBezTo>
                    <a:pt x="3381" y="3490"/>
                    <a:pt x="3493" y="3454"/>
                    <a:pt x="3597" y="3410"/>
                  </a:cubicBezTo>
                  <a:lnTo>
                    <a:pt x="3593" y="3398"/>
                  </a:lnTo>
                  <a:cubicBezTo>
                    <a:pt x="3485" y="3430"/>
                    <a:pt x="3373" y="3454"/>
                    <a:pt x="3261" y="3466"/>
                  </a:cubicBezTo>
                  <a:cubicBezTo>
                    <a:pt x="3219" y="3471"/>
                    <a:pt x="3177" y="3473"/>
                    <a:pt x="3135" y="3473"/>
                  </a:cubicBezTo>
                  <a:cubicBezTo>
                    <a:pt x="3065" y="3473"/>
                    <a:pt x="2996" y="3467"/>
                    <a:pt x="2929" y="3454"/>
                  </a:cubicBezTo>
                  <a:cubicBezTo>
                    <a:pt x="2821" y="3438"/>
                    <a:pt x="2725" y="3390"/>
                    <a:pt x="2645" y="3322"/>
                  </a:cubicBezTo>
                  <a:cubicBezTo>
                    <a:pt x="2625" y="3302"/>
                    <a:pt x="2605" y="3282"/>
                    <a:pt x="2589" y="3262"/>
                  </a:cubicBezTo>
                  <a:lnTo>
                    <a:pt x="2565" y="3230"/>
                  </a:lnTo>
                  <a:lnTo>
                    <a:pt x="2537" y="3194"/>
                  </a:lnTo>
                  <a:cubicBezTo>
                    <a:pt x="2501" y="3146"/>
                    <a:pt x="2457" y="3102"/>
                    <a:pt x="2413" y="3062"/>
                  </a:cubicBezTo>
                  <a:cubicBezTo>
                    <a:pt x="2325" y="2982"/>
                    <a:pt x="2229" y="2914"/>
                    <a:pt x="2121" y="2858"/>
                  </a:cubicBezTo>
                  <a:cubicBezTo>
                    <a:pt x="2021" y="2802"/>
                    <a:pt x="1913" y="2750"/>
                    <a:pt x="1805" y="2706"/>
                  </a:cubicBezTo>
                  <a:cubicBezTo>
                    <a:pt x="1588" y="2622"/>
                    <a:pt x="1368" y="2550"/>
                    <a:pt x="1152" y="2478"/>
                  </a:cubicBezTo>
                  <a:lnTo>
                    <a:pt x="992" y="2422"/>
                  </a:lnTo>
                  <a:cubicBezTo>
                    <a:pt x="940" y="2402"/>
                    <a:pt x="880" y="2382"/>
                    <a:pt x="836" y="2362"/>
                  </a:cubicBezTo>
                  <a:cubicBezTo>
                    <a:pt x="784" y="2342"/>
                    <a:pt x="736" y="2318"/>
                    <a:pt x="688" y="2290"/>
                  </a:cubicBezTo>
                  <a:cubicBezTo>
                    <a:pt x="548" y="2214"/>
                    <a:pt x="432" y="2102"/>
                    <a:pt x="348" y="1962"/>
                  </a:cubicBezTo>
                  <a:cubicBezTo>
                    <a:pt x="292" y="1870"/>
                    <a:pt x="248" y="1770"/>
                    <a:pt x="224" y="1662"/>
                  </a:cubicBezTo>
                  <a:cubicBezTo>
                    <a:pt x="196" y="1558"/>
                    <a:pt x="184" y="1446"/>
                    <a:pt x="184" y="1338"/>
                  </a:cubicBezTo>
                  <a:cubicBezTo>
                    <a:pt x="184" y="1282"/>
                    <a:pt x="184" y="1226"/>
                    <a:pt x="192" y="1170"/>
                  </a:cubicBezTo>
                  <a:lnTo>
                    <a:pt x="200" y="1090"/>
                  </a:lnTo>
                  <a:lnTo>
                    <a:pt x="212" y="1006"/>
                  </a:lnTo>
                  <a:cubicBezTo>
                    <a:pt x="236" y="890"/>
                    <a:pt x="240" y="770"/>
                    <a:pt x="220" y="650"/>
                  </a:cubicBezTo>
                  <a:cubicBezTo>
                    <a:pt x="204" y="551"/>
                    <a:pt x="171" y="457"/>
                    <a:pt x="122" y="371"/>
                  </a:cubicBezTo>
                  <a:lnTo>
                    <a:pt x="122" y="371"/>
                  </a:lnTo>
                  <a:cubicBezTo>
                    <a:pt x="132" y="372"/>
                    <a:pt x="142" y="372"/>
                    <a:pt x="153" y="372"/>
                  </a:cubicBezTo>
                  <a:cubicBezTo>
                    <a:pt x="224" y="372"/>
                    <a:pt x="295" y="363"/>
                    <a:pt x="364" y="346"/>
                  </a:cubicBezTo>
                  <a:cubicBezTo>
                    <a:pt x="464" y="326"/>
                    <a:pt x="564" y="294"/>
                    <a:pt x="656" y="254"/>
                  </a:cubicBezTo>
                  <a:cubicBezTo>
                    <a:pt x="700" y="234"/>
                    <a:pt x="748" y="214"/>
                    <a:pt x="792" y="198"/>
                  </a:cubicBezTo>
                  <a:cubicBezTo>
                    <a:pt x="840" y="186"/>
                    <a:pt x="884" y="170"/>
                    <a:pt x="936" y="158"/>
                  </a:cubicBezTo>
                  <a:cubicBezTo>
                    <a:pt x="1032" y="138"/>
                    <a:pt x="1132" y="118"/>
                    <a:pt x="1228" y="110"/>
                  </a:cubicBezTo>
                  <a:cubicBezTo>
                    <a:pt x="1328" y="98"/>
                    <a:pt x="1428" y="90"/>
                    <a:pt x="1528" y="90"/>
                  </a:cubicBezTo>
                  <a:cubicBezTo>
                    <a:pt x="1568" y="89"/>
                    <a:pt x="1609" y="88"/>
                    <a:pt x="1650" y="88"/>
                  </a:cubicBezTo>
                  <a:cubicBezTo>
                    <a:pt x="1707" y="88"/>
                    <a:pt x="1766" y="90"/>
                    <a:pt x="1825" y="94"/>
                  </a:cubicBezTo>
                  <a:cubicBezTo>
                    <a:pt x="1921" y="98"/>
                    <a:pt x="2021" y="106"/>
                    <a:pt x="2117" y="122"/>
                  </a:cubicBezTo>
                  <a:cubicBezTo>
                    <a:pt x="2165" y="130"/>
                    <a:pt x="2213" y="134"/>
                    <a:pt x="2261" y="146"/>
                  </a:cubicBezTo>
                  <a:lnTo>
                    <a:pt x="2333" y="162"/>
                  </a:lnTo>
                  <a:lnTo>
                    <a:pt x="2405" y="178"/>
                  </a:lnTo>
                  <a:cubicBezTo>
                    <a:pt x="2453" y="190"/>
                    <a:pt x="2493" y="206"/>
                    <a:pt x="2537" y="222"/>
                  </a:cubicBezTo>
                  <a:cubicBezTo>
                    <a:pt x="2557" y="230"/>
                    <a:pt x="2581" y="242"/>
                    <a:pt x="2605" y="254"/>
                  </a:cubicBezTo>
                  <a:lnTo>
                    <a:pt x="2633" y="266"/>
                  </a:lnTo>
                  <a:lnTo>
                    <a:pt x="2661" y="286"/>
                  </a:lnTo>
                  <a:cubicBezTo>
                    <a:pt x="2741" y="334"/>
                    <a:pt x="2809" y="398"/>
                    <a:pt x="2861" y="474"/>
                  </a:cubicBezTo>
                  <a:cubicBezTo>
                    <a:pt x="2921" y="554"/>
                    <a:pt x="2969" y="634"/>
                    <a:pt x="3013" y="722"/>
                  </a:cubicBezTo>
                  <a:cubicBezTo>
                    <a:pt x="3057" y="810"/>
                    <a:pt x="3097" y="898"/>
                    <a:pt x="3137" y="990"/>
                  </a:cubicBezTo>
                  <a:lnTo>
                    <a:pt x="3253" y="1266"/>
                  </a:lnTo>
                  <a:cubicBezTo>
                    <a:pt x="3293" y="1362"/>
                    <a:pt x="3341" y="1454"/>
                    <a:pt x="3401" y="1538"/>
                  </a:cubicBezTo>
                  <a:lnTo>
                    <a:pt x="3425" y="1574"/>
                  </a:lnTo>
                  <a:lnTo>
                    <a:pt x="3453" y="1598"/>
                  </a:lnTo>
                  <a:lnTo>
                    <a:pt x="3465" y="1610"/>
                  </a:lnTo>
                  <a:cubicBezTo>
                    <a:pt x="3473" y="1618"/>
                    <a:pt x="3477" y="1622"/>
                    <a:pt x="3485" y="1626"/>
                  </a:cubicBezTo>
                  <a:lnTo>
                    <a:pt x="3513" y="1646"/>
                  </a:lnTo>
                  <a:cubicBezTo>
                    <a:pt x="3553" y="1678"/>
                    <a:pt x="3589" y="1710"/>
                    <a:pt x="3629" y="1742"/>
                  </a:cubicBezTo>
                  <a:cubicBezTo>
                    <a:pt x="3701" y="1810"/>
                    <a:pt x="3769" y="1878"/>
                    <a:pt x="3833" y="1958"/>
                  </a:cubicBezTo>
                  <a:lnTo>
                    <a:pt x="3841" y="1946"/>
                  </a:lnTo>
                  <a:cubicBezTo>
                    <a:pt x="3789" y="1862"/>
                    <a:pt x="3725" y="1782"/>
                    <a:pt x="3657" y="1710"/>
                  </a:cubicBezTo>
                  <a:cubicBezTo>
                    <a:pt x="3621" y="1670"/>
                    <a:pt x="3585" y="1634"/>
                    <a:pt x="3549" y="1602"/>
                  </a:cubicBezTo>
                  <a:lnTo>
                    <a:pt x="3521" y="1574"/>
                  </a:lnTo>
                  <a:cubicBezTo>
                    <a:pt x="3517" y="1570"/>
                    <a:pt x="3513" y="1570"/>
                    <a:pt x="3509" y="1566"/>
                  </a:cubicBezTo>
                  <a:lnTo>
                    <a:pt x="3497" y="1550"/>
                  </a:lnTo>
                  <a:lnTo>
                    <a:pt x="3473" y="1522"/>
                  </a:lnTo>
                  <a:lnTo>
                    <a:pt x="3453" y="1494"/>
                  </a:lnTo>
                  <a:cubicBezTo>
                    <a:pt x="3405" y="1410"/>
                    <a:pt x="3365" y="1322"/>
                    <a:pt x="3333" y="1230"/>
                  </a:cubicBezTo>
                  <a:lnTo>
                    <a:pt x="3233" y="950"/>
                  </a:lnTo>
                  <a:cubicBezTo>
                    <a:pt x="3197" y="854"/>
                    <a:pt x="3157" y="762"/>
                    <a:pt x="3113" y="670"/>
                  </a:cubicBezTo>
                  <a:cubicBezTo>
                    <a:pt x="3069" y="574"/>
                    <a:pt x="3017" y="486"/>
                    <a:pt x="2957" y="402"/>
                  </a:cubicBezTo>
                  <a:cubicBezTo>
                    <a:pt x="2893" y="314"/>
                    <a:pt x="2817" y="238"/>
                    <a:pt x="2725" y="178"/>
                  </a:cubicBezTo>
                  <a:lnTo>
                    <a:pt x="2689" y="154"/>
                  </a:lnTo>
                  <a:lnTo>
                    <a:pt x="2653" y="138"/>
                  </a:lnTo>
                  <a:cubicBezTo>
                    <a:pt x="2629" y="130"/>
                    <a:pt x="2609" y="118"/>
                    <a:pt x="2585" y="106"/>
                  </a:cubicBezTo>
                  <a:cubicBezTo>
                    <a:pt x="2533" y="90"/>
                    <a:pt x="2485" y="74"/>
                    <a:pt x="2433" y="62"/>
                  </a:cubicBezTo>
                  <a:lnTo>
                    <a:pt x="2357" y="42"/>
                  </a:lnTo>
                  <a:lnTo>
                    <a:pt x="2281" y="30"/>
                  </a:lnTo>
                  <a:cubicBezTo>
                    <a:pt x="2229" y="22"/>
                    <a:pt x="2181" y="14"/>
                    <a:pt x="2129" y="10"/>
                  </a:cubicBezTo>
                  <a:cubicBezTo>
                    <a:pt x="2055" y="4"/>
                    <a:pt x="1982" y="1"/>
                    <a:pt x="1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371682" y="2363452"/>
              <a:ext cx="208131" cy="385436"/>
            </a:xfrm>
            <a:custGeom>
              <a:avLst/>
              <a:gdLst/>
              <a:ahLst/>
              <a:cxnLst/>
              <a:rect l="l" t="t" r="r" b="b"/>
              <a:pathLst>
                <a:path w="1033" h="1913" extrusionOk="0">
                  <a:moveTo>
                    <a:pt x="549" y="0"/>
                  </a:moveTo>
                  <a:cubicBezTo>
                    <a:pt x="541" y="44"/>
                    <a:pt x="549" y="92"/>
                    <a:pt x="573" y="132"/>
                  </a:cubicBezTo>
                  <a:cubicBezTo>
                    <a:pt x="593" y="172"/>
                    <a:pt x="617" y="208"/>
                    <a:pt x="645" y="244"/>
                  </a:cubicBezTo>
                  <a:cubicBezTo>
                    <a:pt x="705" y="312"/>
                    <a:pt x="769" y="376"/>
                    <a:pt x="821" y="440"/>
                  </a:cubicBezTo>
                  <a:cubicBezTo>
                    <a:pt x="849" y="472"/>
                    <a:pt x="869" y="508"/>
                    <a:pt x="885" y="544"/>
                  </a:cubicBezTo>
                  <a:cubicBezTo>
                    <a:pt x="901" y="584"/>
                    <a:pt x="917" y="624"/>
                    <a:pt x="925" y="664"/>
                  </a:cubicBezTo>
                  <a:cubicBezTo>
                    <a:pt x="945" y="744"/>
                    <a:pt x="953" y="828"/>
                    <a:pt x="953" y="912"/>
                  </a:cubicBezTo>
                  <a:cubicBezTo>
                    <a:pt x="953" y="956"/>
                    <a:pt x="945" y="996"/>
                    <a:pt x="941" y="1040"/>
                  </a:cubicBezTo>
                  <a:cubicBezTo>
                    <a:pt x="937" y="1060"/>
                    <a:pt x="933" y="1080"/>
                    <a:pt x="925" y="1100"/>
                  </a:cubicBezTo>
                  <a:cubicBezTo>
                    <a:pt x="921" y="1120"/>
                    <a:pt x="913" y="1140"/>
                    <a:pt x="909" y="1160"/>
                  </a:cubicBezTo>
                  <a:cubicBezTo>
                    <a:pt x="877" y="1244"/>
                    <a:pt x="845" y="1328"/>
                    <a:pt x="821" y="1412"/>
                  </a:cubicBezTo>
                  <a:cubicBezTo>
                    <a:pt x="809" y="1456"/>
                    <a:pt x="797" y="1496"/>
                    <a:pt x="789" y="1544"/>
                  </a:cubicBezTo>
                  <a:cubicBezTo>
                    <a:pt x="777" y="1588"/>
                    <a:pt x="773" y="1632"/>
                    <a:pt x="773" y="1676"/>
                  </a:cubicBezTo>
                  <a:cubicBezTo>
                    <a:pt x="773" y="1724"/>
                    <a:pt x="781" y="1768"/>
                    <a:pt x="801" y="1812"/>
                  </a:cubicBezTo>
                  <a:cubicBezTo>
                    <a:pt x="807" y="1824"/>
                    <a:pt x="814" y="1836"/>
                    <a:pt x="822" y="1846"/>
                  </a:cubicBezTo>
                  <a:lnTo>
                    <a:pt x="822" y="1846"/>
                  </a:lnTo>
                  <a:cubicBezTo>
                    <a:pt x="751" y="1808"/>
                    <a:pt x="680" y="1768"/>
                    <a:pt x="609" y="1728"/>
                  </a:cubicBezTo>
                  <a:cubicBezTo>
                    <a:pt x="585" y="1716"/>
                    <a:pt x="561" y="1704"/>
                    <a:pt x="541" y="1688"/>
                  </a:cubicBezTo>
                  <a:cubicBezTo>
                    <a:pt x="521" y="1668"/>
                    <a:pt x="509" y="1648"/>
                    <a:pt x="501" y="1624"/>
                  </a:cubicBezTo>
                  <a:cubicBezTo>
                    <a:pt x="481" y="1576"/>
                    <a:pt x="461" y="1524"/>
                    <a:pt x="449" y="1468"/>
                  </a:cubicBezTo>
                  <a:cubicBezTo>
                    <a:pt x="437" y="1412"/>
                    <a:pt x="421" y="1356"/>
                    <a:pt x="401" y="1304"/>
                  </a:cubicBezTo>
                  <a:cubicBezTo>
                    <a:pt x="389" y="1276"/>
                    <a:pt x="377" y="1248"/>
                    <a:pt x="361" y="1224"/>
                  </a:cubicBezTo>
                  <a:cubicBezTo>
                    <a:pt x="345" y="1196"/>
                    <a:pt x="329" y="1172"/>
                    <a:pt x="309" y="1152"/>
                  </a:cubicBezTo>
                  <a:cubicBezTo>
                    <a:pt x="225" y="1068"/>
                    <a:pt x="117" y="1012"/>
                    <a:pt x="1" y="988"/>
                  </a:cubicBezTo>
                  <a:lnTo>
                    <a:pt x="1" y="992"/>
                  </a:lnTo>
                  <a:cubicBezTo>
                    <a:pt x="105" y="1032"/>
                    <a:pt x="197" y="1096"/>
                    <a:pt x="273" y="1180"/>
                  </a:cubicBezTo>
                  <a:cubicBezTo>
                    <a:pt x="289" y="1200"/>
                    <a:pt x="301" y="1224"/>
                    <a:pt x="313" y="1244"/>
                  </a:cubicBezTo>
                  <a:cubicBezTo>
                    <a:pt x="325" y="1272"/>
                    <a:pt x="337" y="1296"/>
                    <a:pt x="345" y="1320"/>
                  </a:cubicBezTo>
                  <a:cubicBezTo>
                    <a:pt x="365" y="1372"/>
                    <a:pt x="377" y="1428"/>
                    <a:pt x="393" y="1484"/>
                  </a:cubicBezTo>
                  <a:cubicBezTo>
                    <a:pt x="405" y="1540"/>
                    <a:pt x="425" y="1596"/>
                    <a:pt x="449" y="1648"/>
                  </a:cubicBezTo>
                  <a:cubicBezTo>
                    <a:pt x="461" y="1680"/>
                    <a:pt x="481" y="1704"/>
                    <a:pt x="509" y="1724"/>
                  </a:cubicBezTo>
                  <a:cubicBezTo>
                    <a:pt x="533" y="1740"/>
                    <a:pt x="561" y="1756"/>
                    <a:pt x="589" y="1768"/>
                  </a:cubicBezTo>
                  <a:cubicBezTo>
                    <a:pt x="682" y="1808"/>
                    <a:pt x="778" y="1850"/>
                    <a:pt x="869" y="1893"/>
                  </a:cubicBezTo>
                  <a:lnTo>
                    <a:pt x="869" y="1893"/>
                  </a:lnTo>
                  <a:cubicBezTo>
                    <a:pt x="878" y="1900"/>
                    <a:pt x="887" y="1907"/>
                    <a:pt x="897" y="1912"/>
                  </a:cubicBezTo>
                  <a:lnTo>
                    <a:pt x="899" y="1908"/>
                  </a:lnTo>
                  <a:lnTo>
                    <a:pt x="899" y="1908"/>
                  </a:lnTo>
                  <a:cubicBezTo>
                    <a:pt x="900" y="1908"/>
                    <a:pt x="900" y="1908"/>
                    <a:pt x="901" y="1908"/>
                  </a:cubicBezTo>
                  <a:lnTo>
                    <a:pt x="904" y="1900"/>
                  </a:lnTo>
                  <a:lnTo>
                    <a:pt x="909" y="1892"/>
                  </a:lnTo>
                  <a:cubicBezTo>
                    <a:pt x="908" y="1892"/>
                    <a:pt x="908" y="1892"/>
                    <a:pt x="907" y="1892"/>
                  </a:cubicBezTo>
                  <a:lnTo>
                    <a:pt x="907" y="1892"/>
                  </a:lnTo>
                  <a:lnTo>
                    <a:pt x="909" y="1888"/>
                  </a:lnTo>
                  <a:cubicBezTo>
                    <a:pt x="873" y="1868"/>
                    <a:pt x="841" y="1840"/>
                    <a:pt x="825" y="1800"/>
                  </a:cubicBezTo>
                  <a:cubicBezTo>
                    <a:pt x="817" y="1780"/>
                    <a:pt x="809" y="1760"/>
                    <a:pt x="805" y="1740"/>
                  </a:cubicBezTo>
                  <a:cubicBezTo>
                    <a:pt x="805" y="1720"/>
                    <a:pt x="805" y="1700"/>
                    <a:pt x="805" y="1676"/>
                  </a:cubicBezTo>
                  <a:cubicBezTo>
                    <a:pt x="809" y="1636"/>
                    <a:pt x="817" y="1592"/>
                    <a:pt x="829" y="1552"/>
                  </a:cubicBezTo>
                  <a:cubicBezTo>
                    <a:pt x="841" y="1508"/>
                    <a:pt x="853" y="1468"/>
                    <a:pt x="869" y="1428"/>
                  </a:cubicBezTo>
                  <a:cubicBezTo>
                    <a:pt x="901" y="1348"/>
                    <a:pt x="937" y="1268"/>
                    <a:pt x="969" y="1184"/>
                  </a:cubicBezTo>
                  <a:cubicBezTo>
                    <a:pt x="977" y="1164"/>
                    <a:pt x="985" y="1140"/>
                    <a:pt x="993" y="1120"/>
                  </a:cubicBezTo>
                  <a:cubicBezTo>
                    <a:pt x="1001" y="1100"/>
                    <a:pt x="1005" y="1076"/>
                    <a:pt x="1009" y="1056"/>
                  </a:cubicBezTo>
                  <a:cubicBezTo>
                    <a:pt x="1017" y="1008"/>
                    <a:pt x="1025" y="964"/>
                    <a:pt x="1029" y="920"/>
                  </a:cubicBezTo>
                  <a:cubicBezTo>
                    <a:pt x="1033" y="828"/>
                    <a:pt x="1021" y="736"/>
                    <a:pt x="997" y="644"/>
                  </a:cubicBezTo>
                  <a:cubicBezTo>
                    <a:pt x="985" y="600"/>
                    <a:pt x="969" y="560"/>
                    <a:pt x="949" y="516"/>
                  </a:cubicBezTo>
                  <a:cubicBezTo>
                    <a:pt x="925" y="476"/>
                    <a:pt x="897" y="436"/>
                    <a:pt x="865" y="404"/>
                  </a:cubicBezTo>
                  <a:cubicBezTo>
                    <a:pt x="805" y="336"/>
                    <a:pt x="737" y="280"/>
                    <a:pt x="677" y="220"/>
                  </a:cubicBezTo>
                  <a:cubicBezTo>
                    <a:pt x="645" y="188"/>
                    <a:pt x="617" y="156"/>
                    <a:pt x="593" y="120"/>
                  </a:cubicBezTo>
                  <a:cubicBezTo>
                    <a:pt x="569" y="84"/>
                    <a:pt x="557" y="40"/>
                    <a:pt x="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129901" y="2815580"/>
              <a:ext cx="354811" cy="308873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7" y="0"/>
                  </a:moveTo>
                  <a:cubicBezTo>
                    <a:pt x="1153" y="44"/>
                    <a:pt x="1197" y="80"/>
                    <a:pt x="1245" y="104"/>
                  </a:cubicBezTo>
                  <a:cubicBezTo>
                    <a:pt x="1297" y="128"/>
                    <a:pt x="1349" y="144"/>
                    <a:pt x="1405" y="156"/>
                  </a:cubicBezTo>
                  <a:cubicBezTo>
                    <a:pt x="1433" y="160"/>
                    <a:pt x="1461" y="160"/>
                    <a:pt x="1489" y="160"/>
                  </a:cubicBezTo>
                  <a:cubicBezTo>
                    <a:pt x="1517" y="160"/>
                    <a:pt x="1545" y="160"/>
                    <a:pt x="1573" y="156"/>
                  </a:cubicBezTo>
                  <a:lnTo>
                    <a:pt x="1657" y="148"/>
                  </a:lnTo>
                  <a:lnTo>
                    <a:pt x="1691" y="140"/>
                  </a:lnTo>
                  <a:lnTo>
                    <a:pt x="1691" y="140"/>
                  </a:lnTo>
                  <a:cubicBezTo>
                    <a:pt x="1686" y="169"/>
                    <a:pt x="1679" y="199"/>
                    <a:pt x="1669" y="228"/>
                  </a:cubicBezTo>
                  <a:cubicBezTo>
                    <a:pt x="1649" y="268"/>
                    <a:pt x="1625" y="308"/>
                    <a:pt x="1593" y="340"/>
                  </a:cubicBezTo>
                  <a:cubicBezTo>
                    <a:pt x="1561" y="372"/>
                    <a:pt x="1521" y="400"/>
                    <a:pt x="1477" y="416"/>
                  </a:cubicBezTo>
                  <a:cubicBezTo>
                    <a:pt x="1433" y="436"/>
                    <a:pt x="1389" y="452"/>
                    <a:pt x="1345" y="468"/>
                  </a:cubicBezTo>
                  <a:cubicBezTo>
                    <a:pt x="1253" y="500"/>
                    <a:pt x="1161" y="528"/>
                    <a:pt x="1069" y="560"/>
                  </a:cubicBezTo>
                  <a:cubicBezTo>
                    <a:pt x="977" y="596"/>
                    <a:pt x="889" y="640"/>
                    <a:pt x="805" y="688"/>
                  </a:cubicBezTo>
                  <a:cubicBezTo>
                    <a:pt x="765" y="716"/>
                    <a:pt x="725" y="744"/>
                    <a:pt x="685" y="776"/>
                  </a:cubicBezTo>
                  <a:cubicBezTo>
                    <a:pt x="645" y="804"/>
                    <a:pt x="609" y="836"/>
                    <a:pt x="573" y="872"/>
                  </a:cubicBezTo>
                  <a:cubicBezTo>
                    <a:pt x="505" y="940"/>
                    <a:pt x="433" y="1008"/>
                    <a:pt x="369" y="1080"/>
                  </a:cubicBezTo>
                  <a:cubicBezTo>
                    <a:pt x="305" y="1152"/>
                    <a:pt x="241" y="1224"/>
                    <a:pt x="181" y="1296"/>
                  </a:cubicBezTo>
                  <a:cubicBezTo>
                    <a:pt x="117" y="1372"/>
                    <a:pt x="57" y="1448"/>
                    <a:pt x="1" y="1528"/>
                  </a:cubicBezTo>
                  <a:lnTo>
                    <a:pt x="5" y="1532"/>
                  </a:lnTo>
                  <a:lnTo>
                    <a:pt x="213" y="1332"/>
                  </a:lnTo>
                  <a:lnTo>
                    <a:pt x="421" y="1128"/>
                  </a:lnTo>
                  <a:lnTo>
                    <a:pt x="625" y="928"/>
                  </a:lnTo>
                  <a:cubicBezTo>
                    <a:pt x="661" y="896"/>
                    <a:pt x="693" y="864"/>
                    <a:pt x="729" y="832"/>
                  </a:cubicBezTo>
                  <a:cubicBezTo>
                    <a:pt x="765" y="804"/>
                    <a:pt x="801" y="772"/>
                    <a:pt x="841" y="748"/>
                  </a:cubicBezTo>
                  <a:cubicBezTo>
                    <a:pt x="881" y="720"/>
                    <a:pt x="917" y="696"/>
                    <a:pt x="961" y="672"/>
                  </a:cubicBezTo>
                  <a:cubicBezTo>
                    <a:pt x="1001" y="648"/>
                    <a:pt x="1045" y="624"/>
                    <a:pt x="1085" y="604"/>
                  </a:cubicBezTo>
                  <a:cubicBezTo>
                    <a:pt x="1173" y="560"/>
                    <a:pt x="1261" y="524"/>
                    <a:pt x="1353" y="492"/>
                  </a:cubicBezTo>
                  <a:cubicBezTo>
                    <a:pt x="1397" y="476"/>
                    <a:pt x="1441" y="460"/>
                    <a:pt x="1489" y="444"/>
                  </a:cubicBezTo>
                  <a:cubicBezTo>
                    <a:pt x="1537" y="424"/>
                    <a:pt x="1581" y="400"/>
                    <a:pt x="1617" y="372"/>
                  </a:cubicBezTo>
                  <a:cubicBezTo>
                    <a:pt x="1657" y="336"/>
                    <a:pt x="1689" y="296"/>
                    <a:pt x="1717" y="252"/>
                  </a:cubicBezTo>
                  <a:cubicBezTo>
                    <a:pt x="1741" y="204"/>
                    <a:pt x="1753" y="156"/>
                    <a:pt x="1761" y="100"/>
                  </a:cubicBezTo>
                  <a:lnTo>
                    <a:pt x="1761" y="64"/>
                  </a:lnTo>
                  <a:lnTo>
                    <a:pt x="1721" y="72"/>
                  </a:lnTo>
                  <a:lnTo>
                    <a:pt x="1645" y="88"/>
                  </a:lnTo>
                  <a:cubicBezTo>
                    <a:pt x="1617" y="92"/>
                    <a:pt x="1593" y="100"/>
                    <a:pt x="1565" y="100"/>
                  </a:cubicBezTo>
                  <a:cubicBezTo>
                    <a:pt x="1537" y="104"/>
                    <a:pt x="1513" y="108"/>
                    <a:pt x="1489" y="108"/>
                  </a:cubicBezTo>
                  <a:lnTo>
                    <a:pt x="1413" y="108"/>
                  </a:lnTo>
                  <a:cubicBezTo>
                    <a:pt x="1357" y="108"/>
                    <a:pt x="1309" y="96"/>
                    <a:pt x="1257" y="80"/>
                  </a:cubicBezTo>
                  <a:cubicBezTo>
                    <a:pt x="1209" y="64"/>
                    <a:pt x="1161" y="36"/>
                    <a:pt x="1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095246" y="2872801"/>
              <a:ext cx="290336" cy="45334"/>
            </a:xfrm>
            <a:custGeom>
              <a:avLst/>
              <a:gdLst/>
              <a:ahLst/>
              <a:cxnLst/>
              <a:rect l="l" t="t" r="r" b="b"/>
              <a:pathLst>
                <a:path w="1441" h="225" extrusionOk="0">
                  <a:moveTo>
                    <a:pt x="1437" y="0"/>
                  </a:moveTo>
                  <a:lnTo>
                    <a:pt x="1373" y="16"/>
                  </a:lnTo>
                  <a:cubicBezTo>
                    <a:pt x="1333" y="24"/>
                    <a:pt x="1277" y="44"/>
                    <a:pt x="1213" y="64"/>
                  </a:cubicBezTo>
                  <a:cubicBezTo>
                    <a:pt x="1181" y="76"/>
                    <a:pt x="1145" y="88"/>
                    <a:pt x="1105" y="104"/>
                  </a:cubicBezTo>
                  <a:cubicBezTo>
                    <a:pt x="1069" y="120"/>
                    <a:pt x="1033" y="136"/>
                    <a:pt x="989" y="152"/>
                  </a:cubicBezTo>
                  <a:cubicBezTo>
                    <a:pt x="949" y="172"/>
                    <a:pt x="905" y="184"/>
                    <a:pt x="861" y="192"/>
                  </a:cubicBezTo>
                  <a:cubicBezTo>
                    <a:pt x="844" y="194"/>
                    <a:pt x="828" y="195"/>
                    <a:pt x="812" y="195"/>
                  </a:cubicBezTo>
                  <a:cubicBezTo>
                    <a:pt x="784" y="195"/>
                    <a:pt x="756" y="192"/>
                    <a:pt x="729" y="184"/>
                  </a:cubicBezTo>
                  <a:cubicBezTo>
                    <a:pt x="689" y="176"/>
                    <a:pt x="649" y="144"/>
                    <a:pt x="601" y="128"/>
                  </a:cubicBezTo>
                  <a:cubicBezTo>
                    <a:pt x="557" y="112"/>
                    <a:pt x="509" y="100"/>
                    <a:pt x="465" y="96"/>
                  </a:cubicBezTo>
                  <a:cubicBezTo>
                    <a:pt x="439" y="92"/>
                    <a:pt x="413" y="90"/>
                    <a:pt x="387" y="90"/>
                  </a:cubicBezTo>
                  <a:cubicBezTo>
                    <a:pt x="369" y="90"/>
                    <a:pt x="351" y="91"/>
                    <a:pt x="333" y="92"/>
                  </a:cubicBezTo>
                  <a:cubicBezTo>
                    <a:pt x="293" y="96"/>
                    <a:pt x="253" y="104"/>
                    <a:pt x="213" y="112"/>
                  </a:cubicBezTo>
                  <a:cubicBezTo>
                    <a:pt x="157" y="128"/>
                    <a:pt x="105" y="152"/>
                    <a:pt x="53" y="180"/>
                  </a:cubicBezTo>
                  <a:cubicBezTo>
                    <a:pt x="37" y="192"/>
                    <a:pt x="17" y="204"/>
                    <a:pt x="1" y="216"/>
                  </a:cubicBezTo>
                  <a:lnTo>
                    <a:pt x="1" y="224"/>
                  </a:lnTo>
                  <a:lnTo>
                    <a:pt x="65" y="208"/>
                  </a:lnTo>
                  <a:cubicBezTo>
                    <a:pt x="85" y="200"/>
                    <a:pt x="109" y="196"/>
                    <a:pt x="137" y="188"/>
                  </a:cubicBezTo>
                  <a:cubicBezTo>
                    <a:pt x="165" y="184"/>
                    <a:pt x="193" y="176"/>
                    <a:pt x="229" y="172"/>
                  </a:cubicBezTo>
                  <a:cubicBezTo>
                    <a:pt x="275" y="167"/>
                    <a:pt x="322" y="164"/>
                    <a:pt x="369" y="164"/>
                  </a:cubicBezTo>
                  <a:cubicBezTo>
                    <a:pt x="398" y="164"/>
                    <a:pt x="428" y="165"/>
                    <a:pt x="457" y="168"/>
                  </a:cubicBezTo>
                  <a:cubicBezTo>
                    <a:pt x="497" y="168"/>
                    <a:pt x="541" y="176"/>
                    <a:pt x="581" y="188"/>
                  </a:cubicBezTo>
                  <a:cubicBezTo>
                    <a:pt x="629" y="204"/>
                    <a:pt x="673" y="216"/>
                    <a:pt x="721" y="224"/>
                  </a:cubicBezTo>
                  <a:cubicBezTo>
                    <a:pt x="745" y="224"/>
                    <a:pt x="769" y="224"/>
                    <a:pt x="793" y="220"/>
                  </a:cubicBezTo>
                  <a:cubicBezTo>
                    <a:pt x="817" y="220"/>
                    <a:pt x="841" y="212"/>
                    <a:pt x="865" y="212"/>
                  </a:cubicBezTo>
                  <a:lnTo>
                    <a:pt x="1001" y="188"/>
                  </a:lnTo>
                  <a:cubicBezTo>
                    <a:pt x="1041" y="184"/>
                    <a:pt x="1085" y="172"/>
                    <a:pt x="1125" y="164"/>
                  </a:cubicBezTo>
                  <a:cubicBezTo>
                    <a:pt x="1165" y="152"/>
                    <a:pt x="1201" y="136"/>
                    <a:pt x="1233" y="124"/>
                  </a:cubicBezTo>
                  <a:cubicBezTo>
                    <a:pt x="1305" y="92"/>
                    <a:pt x="1377" y="52"/>
                    <a:pt x="1441" y="4"/>
                  </a:cubicBezTo>
                  <a:lnTo>
                    <a:pt x="14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304789" y="2585889"/>
              <a:ext cx="214579" cy="193625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1" y="0"/>
                  </a:moveTo>
                  <a:lnTo>
                    <a:pt x="1" y="8"/>
                  </a:lnTo>
                  <a:lnTo>
                    <a:pt x="13" y="16"/>
                  </a:lnTo>
                  <a:cubicBezTo>
                    <a:pt x="29" y="20"/>
                    <a:pt x="41" y="24"/>
                    <a:pt x="53" y="36"/>
                  </a:cubicBezTo>
                  <a:cubicBezTo>
                    <a:pt x="73" y="48"/>
                    <a:pt x="89" y="64"/>
                    <a:pt x="101" y="84"/>
                  </a:cubicBezTo>
                  <a:cubicBezTo>
                    <a:pt x="117" y="112"/>
                    <a:pt x="129" y="140"/>
                    <a:pt x="141" y="168"/>
                  </a:cubicBezTo>
                  <a:cubicBezTo>
                    <a:pt x="161" y="236"/>
                    <a:pt x="181" y="316"/>
                    <a:pt x="213" y="404"/>
                  </a:cubicBezTo>
                  <a:cubicBezTo>
                    <a:pt x="229" y="452"/>
                    <a:pt x="245" y="496"/>
                    <a:pt x="265" y="540"/>
                  </a:cubicBezTo>
                  <a:cubicBezTo>
                    <a:pt x="277" y="560"/>
                    <a:pt x="289" y="584"/>
                    <a:pt x="301" y="604"/>
                  </a:cubicBezTo>
                  <a:cubicBezTo>
                    <a:pt x="317" y="624"/>
                    <a:pt x="333" y="644"/>
                    <a:pt x="349" y="664"/>
                  </a:cubicBezTo>
                  <a:cubicBezTo>
                    <a:pt x="381" y="704"/>
                    <a:pt x="421" y="736"/>
                    <a:pt x="461" y="764"/>
                  </a:cubicBezTo>
                  <a:cubicBezTo>
                    <a:pt x="501" y="796"/>
                    <a:pt x="541" y="820"/>
                    <a:pt x="581" y="844"/>
                  </a:cubicBezTo>
                  <a:cubicBezTo>
                    <a:pt x="617" y="868"/>
                    <a:pt x="657" y="892"/>
                    <a:pt x="701" y="908"/>
                  </a:cubicBezTo>
                  <a:cubicBezTo>
                    <a:pt x="737" y="924"/>
                    <a:pt x="777" y="936"/>
                    <a:pt x="817" y="944"/>
                  </a:cubicBezTo>
                  <a:cubicBezTo>
                    <a:pt x="877" y="956"/>
                    <a:pt x="937" y="960"/>
                    <a:pt x="997" y="960"/>
                  </a:cubicBezTo>
                  <a:cubicBezTo>
                    <a:pt x="1017" y="960"/>
                    <a:pt x="1041" y="956"/>
                    <a:pt x="1065" y="952"/>
                  </a:cubicBezTo>
                  <a:lnTo>
                    <a:pt x="1065" y="944"/>
                  </a:lnTo>
                  <a:cubicBezTo>
                    <a:pt x="1065" y="944"/>
                    <a:pt x="965" y="924"/>
                    <a:pt x="829" y="884"/>
                  </a:cubicBezTo>
                  <a:cubicBezTo>
                    <a:pt x="797" y="876"/>
                    <a:pt x="761" y="864"/>
                    <a:pt x="721" y="848"/>
                  </a:cubicBezTo>
                  <a:cubicBezTo>
                    <a:pt x="681" y="836"/>
                    <a:pt x="641" y="828"/>
                    <a:pt x="597" y="812"/>
                  </a:cubicBezTo>
                  <a:cubicBezTo>
                    <a:pt x="553" y="796"/>
                    <a:pt x="513" y="772"/>
                    <a:pt x="473" y="748"/>
                  </a:cubicBezTo>
                  <a:cubicBezTo>
                    <a:pt x="437" y="720"/>
                    <a:pt x="405" y="684"/>
                    <a:pt x="381" y="644"/>
                  </a:cubicBezTo>
                  <a:cubicBezTo>
                    <a:pt x="357" y="604"/>
                    <a:pt x="337" y="560"/>
                    <a:pt x="321" y="516"/>
                  </a:cubicBezTo>
                  <a:cubicBezTo>
                    <a:pt x="305" y="472"/>
                    <a:pt x="293" y="428"/>
                    <a:pt x="281" y="384"/>
                  </a:cubicBezTo>
                  <a:cubicBezTo>
                    <a:pt x="269" y="340"/>
                    <a:pt x="257" y="300"/>
                    <a:pt x="241" y="260"/>
                  </a:cubicBezTo>
                  <a:cubicBezTo>
                    <a:pt x="229" y="220"/>
                    <a:pt x="213" y="184"/>
                    <a:pt x="197" y="148"/>
                  </a:cubicBezTo>
                  <a:cubicBezTo>
                    <a:pt x="181" y="112"/>
                    <a:pt x="161" y="84"/>
                    <a:pt x="137" y="60"/>
                  </a:cubicBezTo>
                  <a:cubicBezTo>
                    <a:pt x="125" y="48"/>
                    <a:pt x="113" y="36"/>
                    <a:pt x="101" y="28"/>
                  </a:cubicBezTo>
                  <a:cubicBezTo>
                    <a:pt x="93" y="20"/>
                    <a:pt x="81" y="16"/>
                    <a:pt x="69" y="12"/>
                  </a:cubicBezTo>
                  <a:cubicBezTo>
                    <a:pt x="53" y="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239508" y="2695496"/>
              <a:ext cx="275830" cy="117061"/>
            </a:xfrm>
            <a:custGeom>
              <a:avLst/>
              <a:gdLst/>
              <a:ahLst/>
              <a:cxnLst/>
              <a:rect l="l" t="t" r="r" b="b"/>
              <a:pathLst>
                <a:path w="1369" h="581" extrusionOk="0">
                  <a:moveTo>
                    <a:pt x="1" y="0"/>
                  </a:moveTo>
                  <a:cubicBezTo>
                    <a:pt x="13" y="20"/>
                    <a:pt x="25" y="40"/>
                    <a:pt x="37" y="56"/>
                  </a:cubicBezTo>
                  <a:cubicBezTo>
                    <a:pt x="69" y="104"/>
                    <a:pt x="109" y="152"/>
                    <a:pt x="153" y="192"/>
                  </a:cubicBezTo>
                  <a:cubicBezTo>
                    <a:pt x="181" y="216"/>
                    <a:pt x="213" y="244"/>
                    <a:pt x="245" y="264"/>
                  </a:cubicBezTo>
                  <a:cubicBezTo>
                    <a:pt x="281" y="288"/>
                    <a:pt x="317" y="312"/>
                    <a:pt x="357" y="332"/>
                  </a:cubicBezTo>
                  <a:cubicBezTo>
                    <a:pt x="401" y="352"/>
                    <a:pt x="441" y="376"/>
                    <a:pt x="481" y="396"/>
                  </a:cubicBezTo>
                  <a:cubicBezTo>
                    <a:pt x="525" y="412"/>
                    <a:pt x="565" y="444"/>
                    <a:pt x="609" y="464"/>
                  </a:cubicBezTo>
                  <a:lnTo>
                    <a:pt x="677" y="496"/>
                  </a:lnTo>
                  <a:cubicBezTo>
                    <a:pt x="697" y="504"/>
                    <a:pt x="721" y="512"/>
                    <a:pt x="745" y="520"/>
                  </a:cubicBezTo>
                  <a:cubicBezTo>
                    <a:pt x="789" y="536"/>
                    <a:pt x="833" y="552"/>
                    <a:pt x="881" y="560"/>
                  </a:cubicBezTo>
                  <a:cubicBezTo>
                    <a:pt x="925" y="572"/>
                    <a:pt x="969" y="576"/>
                    <a:pt x="1013" y="576"/>
                  </a:cubicBezTo>
                  <a:cubicBezTo>
                    <a:pt x="1033" y="580"/>
                    <a:pt x="1053" y="580"/>
                    <a:pt x="1073" y="580"/>
                  </a:cubicBezTo>
                  <a:lnTo>
                    <a:pt x="1129" y="576"/>
                  </a:lnTo>
                  <a:cubicBezTo>
                    <a:pt x="1165" y="576"/>
                    <a:pt x="1197" y="572"/>
                    <a:pt x="1229" y="564"/>
                  </a:cubicBezTo>
                  <a:cubicBezTo>
                    <a:pt x="1261" y="556"/>
                    <a:pt x="1285" y="552"/>
                    <a:pt x="1305" y="548"/>
                  </a:cubicBezTo>
                  <a:cubicBezTo>
                    <a:pt x="1345" y="536"/>
                    <a:pt x="1369" y="528"/>
                    <a:pt x="1369" y="528"/>
                  </a:cubicBezTo>
                  <a:lnTo>
                    <a:pt x="1369" y="520"/>
                  </a:lnTo>
                  <a:lnTo>
                    <a:pt x="1229" y="520"/>
                  </a:lnTo>
                  <a:cubicBezTo>
                    <a:pt x="1201" y="520"/>
                    <a:pt x="1165" y="516"/>
                    <a:pt x="1133" y="516"/>
                  </a:cubicBezTo>
                  <a:lnTo>
                    <a:pt x="1077" y="516"/>
                  </a:lnTo>
                  <a:lnTo>
                    <a:pt x="1021" y="508"/>
                  </a:lnTo>
                  <a:cubicBezTo>
                    <a:pt x="981" y="504"/>
                    <a:pt x="937" y="500"/>
                    <a:pt x="893" y="492"/>
                  </a:cubicBezTo>
                  <a:cubicBezTo>
                    <a:pt x="849" y="488"/>
                    <a:pt x="805" y="476"/>
                    <a:pt x="761" y="468"/>
                  </a:cubicBezTo>
                  <a:cubicBezTo>
                    <a:pt x="741" y="460"/>
                    <a:pt x="717" y="456"/>
                    <a:pt x="693" y="452"/>
                  </a:cubicBezTo>
                  <a:lnTo>
                    <a:pt x="625" y="432"/>
                  </a:lnTo>
                  <a:cubicBezTo>
                    <a:pt x="581" y="420"/>
                    <a:pt x="537" y="400"/>
                    <a:pt x="493" y="380"/>
                  </a:cubicBezTo>
                  <a:cubicBezTo>
                    <a:pt x="453" y="360"/>
                    <a:pt x="417" y="332"/>
                    <a:pt x="381" y="304"/>
                  </a:cubicBezTo>
                  <a:lnTo>
                    <a:pt x="281" y="224"/>
                  </a:lnTo>
                  <a:cubicBezTo>
                    <a:pt x="249" y="196"/>
                    <a:pt x="217" y="172"/>
                    <a:pt x="189" y="152"/>
                  </a:cubicBezTo>
                  <a:cubicBezTo>
                    <a:pt x="161" y="132"/>
                    <a:pt x="137" y="108"/>
                    <a:pt x="113" y="92"/>
                  </a:cubicBezTo>
                  <a:cubicBezTo>
                    <a:pt x="93" y="72"/>
                    <a:pt x="73" y="56"/>
                    <a:pt x="57" y="44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2600568" y="2433568"/>
              <a:ext cx="126732" cy="333051"/>
            </a:xfrm>
            <a:custGeom>
              <a:avLst/>
              <a:gdLst/>
              <a:ahLst/>
              <a:cxnLst/>
              <a:rect l="l" t="t" r="r" b="b"/>
              <a:pathLst>
                <a:path w="629" h="1653" extrusionOk="0">
                  <a:moveTo>
                    <a:pt x="581" y="0"/>
                  </a:moveTo>
                  <a:cubicBezTo>
                    <a:pt x="589" y="28"/>
                    <a:pt x="589" y="56"/>
                    <a:pt x="589" y="84"/>
                  </a:cubicBezTo>
                  <a:cubicBezTo>
                    <a:pt x="589" y="112"/>
                    <a:pt x="589" y="140"/>
                    <a:pt x="585" y="172"/>
                  </a:cubicBezTo>
                  <a:cubicBezTo>
                    <a:pt x="577" y="208"/>
                    <a:pt x="565" y="240"/>
                    <a:pt x="545" y="272"/>
                  </a:cubicBezTo>
                  <a:cubicBezTo>
                    <a:pt x="533" y="288"/>
                    <a:pt x="517" y="300"/>
                    <a:pt x="501" y="308"/>
                  </a:cubicBezTo>
                  <a:cubicBezTo>
                    <a:pt x="485" y="312"/>
                    <a:pt x="461" y="320"/>
                    <a:pt x="437" y="328"/>
                  </a:cubicBezTo>
                  <a:cubicBezTo>
                    <a:pt x="405" y="336"/>
                    <a:pt x="377" y="352"/>
                    <a:pt x="357" y="372"/>
                  </a:cubicBezTo>
                  <a:cubicBezTo>
                    <a:pt x="333" y="392"/>
                    <a:pt x="313" y="412"/>
                    <a:pt x="297" y="436"/>
                  </a:cubicBezTo>
                  <a:cubicBezTo>
                    <a:pt x="261" y="476"/>
                    <a:pt x="221" y="520"/>
                    <a:pt x="185" y="568"/>
                  </a:cubicBezTo>
                  <a:cubicBezTo>
                    <a:pt x="149" y="616"/>
                    <a:pt x="117" y="668"/>
                    <a:pt x="93" y="724"/>
                  </a:cubicBezTo>
                  <a:cubicBezTo>
                    <a:pt x="65" y="776"/>
                    <a:pt x="41" y="832"/>
                    <a:pt x="25" y="892"/>
                  </a:cubicBezTo>
                  <a:cubicBezTo>
                    <a:pt x="9" y="948"/>
                    <a:pt x="1" y="1004"/>
                    <a:pt x="1" y="1064"/>
                  </a:cubicBezTo>
                  <a:cubicBezTo>
                    <a:pt x="5" y="1120"/>
                    <a:pt x="9" y="1176"/>
                    <a:pt x="21" y="1228"/>
                  </a:cubicBezTo>
                  <a:cubicBezTo>
                    <a:pt x="33" y="1280"/>
                    <a:pt x="49" y="1324"/>
                    <a:pt x="57" y="1368"/>
                  </a:cubicBezTo>
                  <a:cubicBezTo>
                    <a:pt x="77" y="1432"/>
                    <a:pt x="89" y="1500"/>
                    <a:pt x="85" y="1568"/>
                  </a:cubicBezTo>
                  <a:cubicBezTo>
                    <a:pt x="81" y="1584"/>
                    <a:pt x="81" y="1592"/>
                    <a:pt x="81" y="1604"/>
                  </a:cubicBezTo>
                  <a:lnTo>
                    <a:pt x="73" y="1628"/>
                  </a:lnTo>
                  <a:lnTo>
                    <a:pt x="69" y="1648"/>
                  </a:lnTo>
                  <a:lnTo>
                    <a:pt x="73" y="1652"/>
                  </a:lnTo>
                  <a:lnTo>
                    <a:pt x="85" y="1632"/>
                  </a:lnTo>
                  <a:cubicBezTo>
                    <a:pt x="89" y="1628"/>
                    <a:pt x="93" y="1620"/>
                    <a:pt x="101" y="1612"/>
                  </a:cubicBezTo>
                  <a:lnTo>
                    <a:pt x="113" y="1576"/>
                  </a:lnTo>
                  <a:cubicBezTo>
                    <a:pt x="125" y="1544"/>
                    <a:pt x="129" y="1512"/>
                    <a:pt x="129" y="1476"/>
                  </a:cubicBezTo>
                  <a:cubicBezTo>
                    <a:pt x="129" y="1436"/>
                    <a:pt x="125" y="1392"/>
                    <a:pt x="113" y="1352"/>
                  </a:cubicBezTo>
                  <a:cubicBezTo>
                    <a:pt x="105" y="1308"/>
                    <a:pt x="93" y="1260"/>
                    <a:pt x="81" y="1212"/>
                  </a:cubicBezTo>
                  <a:cubicBezTo>
                    <a:pt x="65" y="1164"/>
                    <a:pt x="49" y="1116"/>
                    <a:pt x="37" y="1060"/>
                  </a:cubicBezTo>
                  <a:cubicBezTo>
                    <a:pt x="25" y="1008"/>
                    <a:pt x="29" y="952"/>
                    <a:pt x="45" y="896"/>
                  </a:cubicBezTo>
                  <a:cubicBezTo>
                    <a:pt x="61" y="840"/>
                    <a:pt x="89" y="788"/>
                    <a:pt x="125" y="744"/>
                  </a:cubicBezTo>
                  <a:cubicBezTo>
                    <a:pt x="157" y="696"/>
                    <a:pt x="197" y="652"/>
                    <a:pt x="233" y="608"/>
                  </a:cubicBezTo>
                  <a:cubicBezTo>
                    <a:pt x="273" y="564"/>
                    <a:pt x="309" y="524"/>
                    <a:pt x="349" y="484"/>
                  </a:cubicBezTo>
                  <a:cubicBezTo>
                    <a:pt x="369" y="464"/>
                    <a:pt x="385" y="444"/>
                    <a:pt x="405" y="428"/>
                  </a:cubicBezTo>
                  <a:cubicBezTo>
                    <a:pt x="421" y="416"/>
                    <a:pt x="441" y="404"/>
                    <a:pt x="461" y="396"/>
                  </a:cubicBezTo>
                  <a:cubicBezTo>
                    <a:pt x="485" y="388"/>
                    <a:pt x="513" y="376"/>
                    <a:pt x="537" y="364"/>
                  </a:cubicBezTo>
                  <a:cubicBezTo>
                    <a:pt x="557" y="348"/>
                    <a:pt x="577" y="328"/>
                    <a:pt x="593" y="308"/>
                  </a:cubicBezTo>
                  <a:cubicBezTo>
                    <a:pt x="617" y="268"/>
                    <a:pt x="629" y="224"/>
                    <a:pt x="629" y="180"/>
                  </a:cubicBezTo>
                  <a:cubicBezTo>
                    <a:pt x="629" y="144"/>
                    <a:pt x="625" y="112"/>
                    <a:pt x="617" y="80"/>
                  </a:cubicBezTo>
                  <a:cubicBezTo>
                    <a:pt x="609" y="52"/>
                    <a:pt x="601" y="28"/>
                    <a:pt x="5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678744" y="2209519"/>
              <a:ext cx="199266" cy="565964"/>
            </a:xfrm>
            <a:custGeom>
              <a:avLst/>
              <a:gdLst/>
              <a:ahLst/>
              <a:cxnLst/>
              <a:rect l="l" t="t" r="r" b="b"/>
              <a:pathLst>
                <a:path w="989" h="2809" extrusionOk="0">
                  <a:moveTo>
                    <a:pt x="833" y="0"/>
                  </a:moveTo>
                  <a:lnTo>
                    <a:pt x="829" y="4"/>
                  </a:lnTo>
                  <a:cubicBezTo>
                    <a:pt x="829" y="4"/>
                    <a:pt x="849" y="48"/>
                    <a:pt x="869" y="132"/>
                  </a:cubicBezTo>
                  <a:cubicBezTo>
                    <a:pt x="881" y="172"/>
                    <a:pt x="893" y="224"/>
                    <a:pt x="905" y="280"/>
                  </a:cubicBezTo>
                  <a:cubicBezTo>
                    <a:pt x="917" y="344"/>
                    <a:pt x="921" y="408"/>
                    <a:pt x="925" y="472"/>
                  </a:cubicBezTo>
                  <a:cubicBezTo>
                    <a:pt x="929" y="548"/>
                    <a:pt x="925" y="624"/>
                    <a:pt x="909" y="700"/>
                  </a:cubicBezTo>
                  <a:cubicBezTo>
                    <a:pt x="897" y="784"/>
                    <a:pt x="873" y="868"/>
                    <a:pt x="833" y="944"/>
                  </a:cubicBezTo>
                  <a:cubicBezTo>
                    <a:pt x="789" y="1028"/>
                    <a:pt x="737" y="1104"/>
                    <a:pt x="677" y="1176"/>
                  </a:cubicBezTo>
                  <a:cubicBezTo>
                    <a:pt x="649" y="1212"/>
                    <a:pt x="613" y="1248"/>
                    <a:pt x="585" y="1284"/>
                  </a:cubicBezTo>
                  <a:lnTo>
                    <a:pt x="485" y="1388"/>
                  </a:lnTo>
                  <a:cubicBezTo>
                    <a:pt x="413" y="1460"/>
                    <a:pt x="349" y="1528"/>
                    <a:pt x="285" y="1600"/>
                  </a:cubicBezTo>
                  <a:cubicBezTo>
                    <a:pt x="217" y="1672"/>
                    <a:pt x="161" y="1748"/>
                    <a:pt x="105" y="1824"/>
                  </a:cubicBezTo>
                  <a:cubicBezTo>
                    <a:pt x="49" y="1904"/>
                    <a:pt x="17" y="1996"/>
                    <a:pt x="21" y="2096"/>
                  </a:cubicBezTo>
                  <a:cubicBezTo>
                    <a:pt x="25" y="2136"/>
                    <a:pt x="33" y="2176"/>
                    <a:pt x="33" y="2212"/>
                  </a:cubicBezTo>
                  <a:lnTo>
                    <a:pt x="33" y="2324"/>
                  </a:lnTo>
                  <a:cubicBezTo>
                    <a:pt x="29" y="2468"/>
                    <a:pt x="17" y="2592"/>
                    <a:pt x="13" y="2676"/>
                  </a:cubicBezTo>
                  <a:cubicBezTo>
                    <a:pt x="5" y="2760"/>
                    <a:pt x="1" y="2808"/>
                    <a:pt x="1" y="2808"/>
                  </a:cubicBezTo>
                  <a:lnTo>
                    <a:pt x="5" y="2808"/>
                  </a:lnTo>
                  <a:cubicBezTo>
                    <a:pt x="5" y="2808"/>
                    <a:pt x="21" y="2760"/>
                    <a:pt x="37" y="2676"/>
                  </a:cubicBezTo>
                  <a:cubicBezTo>
                    <a:pt x="49" y="2636"/>
                    <a:pt x="57" y="2588"/>
                    <a:pt x="69" y="2528"/>
                  </a:cubicBezTo>
                  <a:cubicBezTo>
                    <a:pt x="77" y="2468"/>
                    <a:pt x="85" y="2400"/>
                    <a:pt x="93" y="2328"/>
                  </a:cubicBezTo>
                  <a:cubicBezTo>
                    <a:pt x="93" y="2292"/>
                    <a:pt x="97" y="2252"/>
                    <a:pt x="97" y="2212"/>
                  </a:cubicBezTo>
                  <a:cubicBezTo>
                    <a:pt x="97" y="2168"/>
                    <a:pt x="97" y="2128"/>
                    <a:pt x="89" y="2088"/>
                  </a:cubicBezTo>
                  <a:cubicBezTo>
                    <a:pt x="93" y="2008"/>
                    <a:pt x="117" y="1928"/>
                    <a:pt x="165" y="1864"/>
                  </a:cubicBezTo>
                  <a:cubicBezTo>
                    <a:pt x="213" y="1784"/>
                    <a:pt x="269" y="1712"/>
                    <a:pt x="329" y="1640"/>
                  </a:cubicBezTo>
                  <a:lnTo>
                    <a:pt x="509" y="1416"/>
                  </a:lnTo>
                  <a:lnTo>
                    <a:pt x="693" y="1188"/>
                  </a:lnTo>
                  <a:cubicBezTo>
                    <a:pt x="753" y="1112"/>
                    <a:pt x="817" y="1040"/>
                    <a:pt x="865" y="964"/>
                  </a:cubicBezTo>
                  <a:cubicBezTo>
                    <a:pt x="913" y="884"/>
                    <a:pt x="949" y="800"/>
                    <a:pt x="969" y="712"/>
                  </a:cubicBezTo>
                  <a:cubicBezTo>
                    <a:pt x="985" y="632"/>
                    <a:pt x="989" y="552"/>
                    <a:pt x="981" y="472"/>
                  </a:cubicBezTo>
                  <a:cubicBezTo>
                    <a:pt x="977" y="404"/>
                    <a:pt x="965" y="336"/>
                    <a:pt x="945" y="272"/>
                  </a:cubicBezTo>
                  <a:cubicBezTo>
                    <a:pt x="933" y="220"/>
                    <a:pt x="917" y="168"/>
                    <a:pt x="897" y="120"/>
                  </a:cubicBezTo>
                  <a:cubicBezTo>
                    <a:pt x="881" y="80"/>
                    <a:pt x="857" y="40"/>
                    <a:pt x="8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756919" y="2420673"/>
              <a:ext cx="387048" cy="332245"/>
            </a:xfrm>
            <a:custGeom>
              <a:avLst/>
              <a:gdLst/>
              <a:ahLst/>
              <a:cxnLst/>
              <a:rect l="l" t="t" r="r" b="b"/>
              <a:pathLst>
                <a:path w="1921" h="1649" extrusionOk="0">
                  <a:moveTo>
                    <a:pt x="1917" y="0"/>
                  </a:moveTo>
                  <a:lnTo>
                    <a:pt x="1909" y="32"/>
                  </a:lnTo>
                  <a:cubicBezTo>
                    <a:pt x="1901" y="60"/>
                    <a:pt x="1893" y="88"/>
                    <a:pt x="1881" y="112"/>
                  </a:cubicBezTo>
                  <a:cubicBezTo>
                    <a:pt x="1869" y="156"/>
                    <a:pt x="1853" y="196"/>
                    <a:pt x="1833" y="236"/>
                  </a:cubicBezTo>
                  <a:cubicBezTo>
                    <a:pt x="1813" y="280"/>
                    <a:pt x="1789" y="332"/>
                    <a:pt x="1757" y="384"/>
                  </a:cubicBezTo>
                  <a:cubicBezTo>
                    <a:pt x="1721" y="444"/>
                    <a:pt x="1681" y="500"/>
                    <a:pt x="1641" y="552"/>
                  </a:cubicBezTo>
                  <a:cubicBezTo>
                    <a:pt x="1597" y="612"/>
                    <a:pt x="1545" y="668"/>
                    <a:pt x="1493" y="720"/>
                  </a:cubicBezTo>
                  <a:cubicBezTo>
                    <a:pt x="1461" y="744"/>
                    <a:pt x="1433" y="772"/>
                    <a:pt x="1401" y="796"/>
                  </a:cubicBezTo>
                  <a:cubicBezTo>
                    <a:pt x="1365" y="820"/>
                    <a:pt x="1329" y="840"/>
                    <a:pt x="1293" y="856"/>
                  </a:cubicBezTo>
                  <a:cubicBezTo>
                    <a:pt x="1217" y="892"/>
                    <a:pt x="1137" y="916"/>
                    <a:pt x="1057" y="932"/>
                  </a:cubicBezTo>
                  <a:cubicBezTo>
                    <a:pt x="1017" y="940"/>
                    <a:pt x="977" y="936"/>
                    <a:pt x="933" y="940"/>
                  </a:cubicBezTo>
                  <a:cubicBezTo>
                    <a:pt x="889" y="944"/>
                    <a:pt x="849" y="948"/>
                    <a:pt x="805" y="952"/>
                  </a:cubicBezTo>
                  <a:cubicBezTo>
                    <a:pt x="721" y="964"/>
                    <a:pt x="637" y="988"/>
                    <a:pt x="561" y="1016"/>
                  </a:cubicBezTo>
                  <a:cubicBezTo>
                    <a:pt x="421" y="1068"/>
                    <a:pt x="293" y="1156"/>
                    <a:pt x="193" y="1268"/>
                  </a:cubicBezTo>
                  <a:cubicBezTo>
                    <a:pt x="153" y="1312"/>
                    <a:pt x="117" y="1360"/>
                    <a:pt x="85" y="1408"/>
                  </a:cubicBezTo>
                  <a:cubicBezTo>
                    <a:pt x="61" y="1448"/>
                    <a:pt x="41" y="1488"/>
                    <a:pt x="29" y="1532"/>
                  </a:cubicBezTo>
                  <a:cubicBezTo>
                    <a:pt x="17" y="1560"/>
                    <a:pt x="9" y="1588"/>
                    <a:pt x="5" y="1620"/>
                  </a:cubicBezTo>
                  <a:lnTo>
                    <a:pt x="1" y="1648"/>
                  </a:lnTo>
                  <a:lnTo>
                    <a:pt x="9" y="1648"/>
                  </a:lnTo>
                  <a:cubicBezTo>
                    <a:pt x="9" y="1648"/>
                    <a:pt x="9" y="1640"/>
                    <a:pt x="17" y="1620"/>
                  </a:cubicBezTo>
                  <a:cubicBezTo>
                    <a:pt x="25" y="1592"/>
                    <a:pt x="37" y="1568"/>
                    <a:pt x="53" y="1544"/>
                  </a:cubicBezTo>
                  <a:cubicBezTo>
                    <a:pt x="73" y="1504"/>
                    <a:pt x="97" y="1468"/>
                    <a:pt x="125" y="1432"/>
                  </a:cubicBezTo>
                  <a:cubicBezTo>
                    <a:pt x="157" y="1388"/>
                    <a:pt x="197" y="1348"/>
                    <a:pt x="237" y="1308"/>
                  </a:cubicBezTo>
                  <a:cubicBezTo>
                    <a:pt x="337" y="1212"/>
                    <a:pt x="457" y="1132"/>
                    <a:pt x="585" y="1080"/>
                  </a:cubicBezTo>
                  <a:cubicBezTo>
                    <a:pt x="661" y="1048"/>
                    <a:pt x="733" y="1024"/>
                    <a:pt x="813" y="1008"/>
                  </a:cubicBezTo>
                  <a:cubicBezTo>
                    <a:pt x="853" y="1000"/>
                    <a:pt x="893" y="996"/>
                    <a:pt x="937" y="988"/>
                  </a:cubicBezTo>
                  <a:cubicBezTo>
                    <a:pt x="977" y="980"/>
                    <a:pt x="1021" y="976"/>
                    <a:pt x="1065" y="964"/>
                  </a:cubicBezTo>
                  <a:cubicBezTo>
                    <a:pt x="1105" y="952"/>
                    <a:pt x="1145" y="940"/>
                    <a:pt x="1185" y="924"/>
                  </a:cubicBezTo>
                  <a:cubicBezTo>
                    <a:pt x="1205" y="916"/>
                    <a:pt x="1225" y="908"/>
                    <a:pt x="1245" y="900"/>
                  </a:cubicBezTo>
                  <a:lnTo>
                    <a:pt x="1301" y="872"/>
                  </a:lnTo>
                  <a:cubicBezTo>
                    <a:pt x="1341" y="856"/>
                    <a:pt x="1377" y="836"/>
                    <a:pt x="1413" y="812"/>
                  </a:cubicBezTo>
                  <a:cubicBezTo>
                    <a:pt x="1449" y="788"/>
                    <a:pt x="1481" y="768"/>
                    <a:pt x="1517" y="744"/>
                  </a:cubicBezTo>
                  <a:cubicBezTo>
                    <a:pt x="1545" y="720"/>
                    <a:pt x="1577" y="696"/>
                    <a:pt x="1609" y="668"/>
                  </a:cubicBezTo>
                  <a:lnTo>
                    <a:pt x="1649" y="628"/>
                  </a:lnTo>
                  <a:lnTo>
                    <a:pt x="1689" y="584"/>
                  </a:lnTo>
                  <a:cubicBezTo>
                    <a:pt x="1769" y="484"/>
                    <a:pt x="1833" y="372"/>
                    <a:pt x="1877" y="248"/>
                  </a:cubicBezTo>
                  <a:cubicBezTo>
                    <a:pt x="1889" y="204"/>
                    <a:pt x="1901" y="160"/>
                    <a:pt x="1909" y="116"/>
                  </a:cubicBezTo>
                  <a:cubicBezTo>
                    <a:pt x="1913" y="88"/>
                    <a:pt x="1917" y="60"/>
                    <a:pt x="1921" y="28"/>
                  </a:cubicBezTo>
                  <a:lnTo>
                    <a:pt x="19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762561" y="2739822"/>
              <a:ext cx="381406" cy="55005"/>
            </a:xfrm>
            <a:custGeom>
              <a:avLst/>
              <a:gdLst/>
              <a:ahLst/>
              <a:cxnLst/>
              <a:rect l="l" t="t" r="r" b="b"/>
              <a:pathLst>
                <a:path w="1893" h="273" extrusionOk="0">
                  <a:moveTo>
                    <a:pt x="961" y="0"/>
                  </a:moveTo>
                  <a:cubicBezTo>
                    <a:pt x="897" y="0"/>
                    <a:pt x="833" y="4"/>
                    <a:pt x="773" y="8"/>
                  </a:cubicBezTo>
                  <a:cubicBezTo>
                    <a:pt x="709" y="16"/>
                    <a:pt x="649" y="24"/>
                    <a:pt x="589" y="32"/>
                  </a:cubicBezTo>
                  <a:cubicBezTo>
                    <a:pt x="533" y="40"/>
                    <a:pt x="477" y="52"/>
                    <a:pt x="421" y="64"/>
                  </a:cubicBezTo>
                  <a:cubicBezTo>
                    <a:pt x="369" y="80"/>
                    <a:pt x="321" y="96"/>
                    <a:pt x="277" y="116"/>
                  </a:cubicBezTo>
                  <a:cubicBezTo>
                    <a:pt x="181" y="156"/>
                    <a:pt x="85" y="204"/>
                    <a:pt x="1" y="264"/>
                  </a:cubicBezTo>
                  <a:lnTo>
                    <a:pt x="1" y="272"/>
                  </a:lnTo>
                  <a:lnTo>
                    <a:pt x="85" y="244"/>
                  </a:lnTo>
                  <a:lnTo>
                    <a:pt x="297" y="172"/>
                  </a:lnTo>
                  <a:lnTo>
                    <a:pt x="441" y="124"/>
                  </a:lnTo>
                  <a:cubicBezTo>
                    <a:pt x="489" y="104"/>
                    <a:pt x="541" y="84"/>
                    <a:pt x="597" y="68"/>
                  </a:cubicBezTo>
                  <a:cubicBezTo>
                    <a:pt x="676" y="43"/>
                    <a:pt x="755" y="28"/>
                    <a:pt x="837" y="28"/>
                  </a:cubicBezTo>
                  <a:cubicBezTo>
                    <a:pt x="846" y="28"/>
                    <a:pt x="855" y="28"/>
                    <a:pt x="865" y="28"/>
                  </a:cubicBezTo>
                  <a:cubicBezTo>
                    <a:pt x="897" y="32"/>
                    <a:pt x="929" y="32"/>
                    <a:pt x="957" y="40"/>
                  </a:cubicBezTo>
                  <a:cubicBezTo>
                    <a:pt x="1013" y="52"/>
                    <a:pt x="1073" y="72"/>
                    <a:pt x="1133" y="92"/>
                  </a:cubicBezTo>
                  <a:lnTo>
                    <a:pt x="1309" y="140"/>
                  </a:lnTo>
                  <a:cubicBezTo>
                    <a:pt x="1361" y="156"/>
                    <a:pt x="1417" y="168"/>
                    <a:pt x="1477" y="176"/>
                  </a:cubicBezTo>
                  <a:cubicBezTo>
                    <a:pt x="1525" y="188"/>
                    <a:pt x="1577" y="192"/>
                    <a:pt x="1629" y="192"/>
                  </a:cubicBezTo>
                  <a:cubicBezTo>
                    <a:pt x="1677" y="192"/>
                    <a:pt x="1721" y="188"/>
                    <a:pt x="1765" y="176"/>
                  </a:cubicBezTo>
                  <a:cubicBezTo>
                    <a:pt x="1801" y="164"/>
                    <a:pt x="1833" y="148"/>
                    <a:pt x="1857" y="120"/>
                  </a:cubicBezTo>
                  <a:cubicBezTo>
                    <a:pt x="1869" y="104"/>
                    <a:pt x="1881" y="80"/>
                    <a:pt x="1885" y="60"/>
                  </a:cubicBezTo>
                  <a:cubicBezTo>
                    <a:pt x="1893" y="44"/>
                    <a:pt x="1893" y="36"/>
                    <a:pt x="1893" y="36"/>
                  </a:cubicBezTo>
                  <a:lnTo>
                    <a:pt x="1885" y="36"/>
                  </a:lnTo>
                  <a:lnTo>
                    <a:pt x="1873" y="56"/>
                  </a:lnTo>
                  <a:cubicBezTo>
                    <a:pt x="1865" y="72"/>
                    <a:pt x="1853" y="88"/>
                    <a:pt x="1837" y="100"/>
                  </a:cubicBezTo>
                  <a:cubicBezTo>
                    <a:pt x="1813" y="120"/>
                    <a:pt x="1785" y="128"/>
                    <a:pt x="1753" y="132"/>
                  </a:cubicBezTo>
                  <a:cubicBezTo>
                    <a:pt x="1733" y="134"/>
                    <a:pt x="1713" y="135"/>
                    <a:pt x="1693" y="135"/>
                  </a:cubicBezTo>
                  <a:cubicBezTo>
                    <a:pt x="1673" y="135"/>
                    <a:pt x="1653" y="134"/>
                    <a:pt x="1633" y="132"/>
                  </a:cubicBezTo>
                  <a:cubicBezTo>
                    <a:pt x="1545" y="124"/>
                    <a:pt x="1437" y="96"/>
                    <a:pt x="1325" y="72"/>
                  </a:cubicBezTo>
                  <a:lnTo>
                    <a:pt x="1149" y="32"/>
                  </a:lnTo>
                  <a:cubicBezTo>
                    <a:pt x="1089" y="16"/>
                    <a:pt x="1025" y="8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806887" y="2818401"/>
              <a:ext cx="323379" cy="141642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4" y="1"/>
                  </a:moveTo>
                  <a:cubicBezTo>
                    <a:pt x="311" y="1"/>
                    <a:pt x="298" y="1"/>
                    <a:pt x="285" y="2"/>
                  </a:cubicBezTo>
                  <a:cubicBezTo>
                    <a:pt x="189" y="2"/>
                    <a:pt x="93" y="14"/>
                    <a:pt x="1" y="38"/>
                  </a:cubicBezTo>
                  <a:lnTo>
                    <a:pt x="5" y="46"/>
                  </a:lnTo>
                  <a:lnTo>
                    <a:pt x="81" y="50"/>
                  </a:lnTo>
                  <a:cubicBezTo>
                    <a:pt x="133" y="54"/>
                    <a:pt x="201" y="58"/>
                    <a:pt x="285" y="58"/>
                  </a:cubicBezTo>
                  <a:lnTo>
                    <a:pt x="421" y="66"/>
                  </a:lnTo>
                  <a:cubicBezTo>
                    <a:pt x="453" y="66"/>
                    <a:pt x="486" y="65"/>
                    <a:pt x="521" y="65"/>
                  </a:cubicBezTo>
                  <a:cubicBezTo>
                    <a:pt x="538" y="65"/>
                    <a:pt x="555" y="65"/>
                    <a:pt x="573" y="66"/>
                  </a:cubicBezTo>
                  <a:cubicBezTo>
                    <a:pt x="625" y="66"/>
                    <a:pt x="681" y="74"/>
                    <a:pt x="733" y="90"/>
                  </a:cubicBezTo>
                  <a:cubicBezTo>
                    <a:pt x="789" y="102"/>
                    <a:pt x="841" y="126"/>
                    <a:pt x="889" y="154"/>
                  </a:cubicBezTo>
                  <a:cubicBezTo>
                    <a:pt x="981" y="206"/>
                    <a:pt x="1065" y="274"/>
                    <a:pt x="1141" y="354"/>
                  </a:cubicBezTo>
                  <a:cubicBezTo>
                    <a:pt x="1177" y="390"/>
                    <a:pt x="1209" y="430"/>
                    <a:pt x="1249" y="462"/>
                  </a:cubicBezTo>
                  <a:cubicBezTo>
                    <a:pt x="1265" y="482"/>
                    <a:pt x="1285" y="498"/>
                    <a:pt x="1309" y="514"/>
                  </a:cubicBezTo>
                  <a:lnTo>
                    <a:pt x="1365" y="546"/>
                  </a:lnTo>
                  <a:lnTo>
                    <a:pt x="1601" y="702"/>
                  </a:lnTo>
                  <a:lnTo>
                    <a:pt x="1605" y="698"/>
                  </a:lnTo>
                  <a:cubicBezTo>
                    <a:pt x="1605" y="698"/>
                    <a:pt x="1585" y="678"/>
                    <a:pt x="1553" y="638"/>
                  </a:cubicBezTo>
                  <a:cubicBezTo>
                    <a:pt x="1505" y="590"/>
                    <a:pt x="1453" y="542"/>
                    <a:pt x="1401" y="498"/>
                  </a:cubicBezTo>
                  <a:lnTo>
                    <a:pt x="1345" y="458"/>
                  </a:lnTo>
                  <a:cubicBezTo>
                    <a:pt x="1329" y="446"/>
                    <a:pt x="1313" y="430"/>
                    <a:pt x="1297" y="414"/>
                  </a:cubicBezTo>
                  <a:cubicBezTo>
                    <a:pt x="1265" y="382"/>
                    <a:pt x="1229" y="342"/>
                    <a:pt x="1189" y="306"/>
                  </a:cubicBezTo>
                  <a:cubicBezTo>
                    <a:pt x="1149" y="266"/>
                    <a:pt x="1105" y="230"/>
                    <a:pt x="1057" y="198"/>
                  </a:cubicBezTo>
                  <a:cubicBezTo>
                    <a:pt x="1009" y="166"/>
                    <a:pt x="957" y="138"/>
                    <a:pt x="901" y="118"/>
                  </a:cubicBezTo>
                  <a:cubicBezTo>
                    <a:pt x="849" y="102"/>
                    <a:pt x="793" y="82"/>
                    <a:pt x="737" y="70"/>
                  </a:cubicBezTo>
                  <a:cubicBezTo>
                    <a:pt x="681" y="58"/>
                    <a:pt x="629" y="42"/>
                    <a:pt x="577" y="30"/>
                  </a:cubicBezTo>
                  <a:cubicBezTo>
                    <a:pt x="525" y="18"/>
                    <a:pt x="473" y="10"/>
                    <a:pt x="421" y="6"/>
                  </a:cubicBezTo>
                  <a:cubicBezTo>
                    <a:pt x="390" y="4"/>
                    <a:pt x="356" y="1"/>
                    <a:pt x="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2752084" y="2839758"/>
              <a:ext cx="241980" cy="167835"/>
            </a:xfrm>
            <a:custGeom>
              <a:avLst/>
              <a:gdLst/>
              <a:ahLst/>
              <a:cxnLst/>
              <a:rect l="l" t="t" r="r" b="b"/>
              <a:pathLst>
                <a:path w="1201" h="833" extrusionOk="0">
                  <a:moveTo>
                    <a:pt x="5" y="0"/>
                  </a:moveTo>
                  <a:lnTo>
                    <a:pt x="1" y="4"/>
                  </a:lnTo>
                  <a:cubicBezTo>
                    <a:pt x="1" y="4"/>
                    <a:pt x="85" y="48"/>
                    <a:pt x="213" y="108"/>
                  </a:cubicBezTo>
                  <a:cubicBezTo>
                    <a:pt x="245" y="120"/>
                    <a:pt x="277" y="136"/>
                    <a:pt x="313" y="152"/>
                  </a:cubicBezTo>
                  <a:cubicBezTo>
                    <a:pt x="349" y="168"/>
                    <a:pt x="393" y="176"/>
                    <a:pt x="433" y="192"/>
                  </a:cubicBezTo>
                  <a:cubicBezTo>
                    <a:pt x="477" y="208"/>
                    <a:pt x="517" y="228"/>
                    <a:pt x="557" y="248"/>
                  </a:cubicBezTo>
                  <a:cubicBezTo>
                    <a:pt x="597" y="272"/>
                    <a:pt x="633" y="296"/>
                    <a:pt x="669" y="324"/>
                  </a:cubicBezTo>
                  <a:cubicBezTo>
                    <a:pt x="709" y="352"/>
                    <a:pt x="745" y="384"/>
                    <a:pt x="777" y="412"/>
                  </a:cubicBezTo>
                  <a:cubicBezTo>
                    <a:pt x="813" y="440"/>
                    <a:pt x="849" y="468"/>
                    <a:pt x="877" y="496"/>
                  </a:cubicBezTo>
                  <a:cubicBezTo>
                    <a:pt x="909" y="524"/>
                    <a:pt x="941" y="552"/>
                    <a:pt x="969" y="580"/>
                  </a:cubicBezTo>
                  <a:cubicBezTo>
                    <a:pt x="997" y="608"/>
                    <a:pt x="1025" y="632"/>
                    <a:pt x="1049" y="656"/>
                  </a:cubicBezTo>
                  <a:cubicBezTo>
                    <a:pt x="1069" y="680"/>
                    <a:pt x="1089" y="704"/>
                    <a:pt x="1109" y="724"/>
                  </a:cubicBezTo>
                  <a:cubicBezTo>
                    <a:pt x="1129" y="744"/>
                    <a:pt x="1141" y="764"/>
                    <a:pt x="1157" y="780"/>
                  </a:cubicBezTo>
                  <a:cubicBezTo>
                    <a:pt x="1181" y="812"/>
                    <a:pt x="1197" y="832"/>
                    <a:pt x="1197" y="832"/>
                  </a:cubicBezTo>
                  <a:lnTo>
                    <a:pt x="1201" y="832"/>
                  </a:lnTo>
                  <a:cubicBezTo>
                    <a:pt x="1201" y="832"/>
                    <a:pt x="1193" y="808"/>
                    <a:pt x="1181" y="772"/>
                  </a:cubicBezTo>
                  <a:cubicBezTo>
                    <a:pt x="1173" y="748"/>
                    <a:pt x="1161" y="724"/>
                    <a:pt x="1149" y="700"/>
                  </a:cubicBezTo>
                  <a:cubicBezTo>
                    <a:pt x="1133" y="676"/>
                    <a:pt x="1121" y="648"/>
                    <a:pt x="1097" y="620"/>
                  </a:cubicBezTo>
                  <a:cubicBezTo>
                    <a:pt x="1073" y="592"/>
                    <a:pt x="1053" y="560"/>
                    <a:pt x="1021" y="528"/>
                  </a:cubicBezTo>
                  <a:cubicBezTo>
                    <a:pt x="993" y="500"/>
                    <a:pt x="961" y="468"/>
                    <a:pt x="925" y="444"/>
                  </a:cubicBezTo>
                  <a:cubicBezTo>
                    <a:pt x="889" y="416"/>
                    <a:pt x="853" y="388"/>
                    <a:pt x="813" y="364"/>
                  </a:cubicBezTo>
                  <a:cubicBezTo>
                    <a:pt x="773" y="340"/>
                    <a:pt x="733" y="316"/>
                    <a:pt x="689" y="296"/>
                  </a:cubicBezTo>
                  <a:cubicBezTo>
                    <a:pt x="609" y="256"/>
                    <a:pt x="525" y="212"/>
                    <a:pt x="449" y="164"/>
                  </a:cubicBezTo>
                  <a:cubicBezTo>
                    <a:pt x="413" y="140"/>
                    <a:pt x="373" y="116"/>
                    <a:pt x="341" y="100"/>
                  </a:cubicBezTo>
                  <a:cubicBezTo>
                    <a:pt x="305" y="80"/>
                    <a:pt x="269" y="68"/>
                    <a:pt x="233" y="56"/>
                  </a:cubicBezTo>
                  <a:cubicBezTo>
                    <a:pt x="181" y="36"/>
                    <a:pt x="125" y="20"/>
                    <a:pt x="69" y="8"/>
                  </a:cubicBezTo>
                  <a:cubicBezTo>
                    <a:pt x="49" y="4"/>
                    <a:pt x="25" y="0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2683579" y="2876831"/>
              <a:ext cx="297590" cy="396719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5" y="0"/>
                  </a:moveTo>
                  <a:lnTo>
                    <a:pt x="1" y="12"/>
                  </a:lnTo>
                  <a:cubicBezTo>
                    <a:pt x="17" y="44"/>
                    <a:pt x="41" y="72"/>
                    <a:pt x="65" y="100"/>
                  </a:cubicBezTo>
                  <a:cubicBezTo>
                    <a:pt x="125" y="176"/>
                    <a:pt x="197" y="240"/>
                    <a:pt x="273" y="300"/>
                  </a:cubicBezTo>
                  <a:cubicBezTo>
                    <a:pt x="325" y="340"/>
                    <a:pt x="377" y="376"/>
                    <a:pt x="433" y="408"/>
                  </a:cubicBezTo>
                  <a:cubicBezTo>
                    <a:pt x="493" y="444"/>
                    <a:pt x="553" y="484"/>
                    <a:pt x="605" y="528"/>
                  </a:cubicBezTo>
                  <a:cubicBezTo>
                    <a:pt x="665" y="576"/>
                    <a:pt x="717" y="628"/>
                    <a:pt x="765" y="688"/>
                  </a:cubicBezTo>
                  <a:cubicBezTo>
                    <a:pt x="789" y="720"/>
                    <a:pt x="813" y="752"/>
                    <a:pt x="833" y="784"/>
                  </a:cubicBezTo>
                  <a:cubicBezTo>
                    <a:pt x="853" y="816"/>
                    <a:pt x="873" y="848"/>
                    <a:pt x="893" y="884"/>
                  </a:cubicBezTo>
                  <a:cubicBezTo>
                    <a:pt x="929" y="952"/>
                    <a:pt x="965" y="1024"/>
                    <a:pt x="997" y="1092"/>
                  </a:cubicBezTo>
                  <a:cubicBezTo>
                    <a:pt x="1029" y="1160"/>
                    <a:pt x="1053" y="1232"/>
                    <a:pt x="1077" y="1300"/>
                  </a:cubicBezTo>
                  <a:cubicBezTo>
                    <a:pt x="1101" y="1368"/>
                    <a:pt x="1117" y="1432"/>
                    <a:pt x="1133" y="1500"/>
                  </a:cubicBezTo>
                  <a:cubicBezTo>
                    <a:pt x="1145" y="1564"/>
                    <a:pt x="1165" y="1628"/>
                    <a:pt x="1193" y="1688"/>
                  </a:cubicBezTo>
                  <a:cubicBezTo>
                    <a:pt x="1217" y="1740"/>
                    <a:pt x="1245" y="1788"/>
                    <a:pt x="1281" y="1832"/>
                  </a:cubicBezTo>
                  <a:cubicBezTo>
                    <a:pt x="1309" y="1864"/>
                    <a:pt x="1341" y="1896"/>
                    <a:pt x="1377" y="1920"/>
                  </a:cubicBezTo>
                  <a:cubicBezTo>
                    <a:pt x="1405" y="1944"/>
                    <a:pt x="1441" y="1960"/>
                    <a:pt x="1477" y="1968"/>
                  </a:cubicBezTo>
                  <a:lnTo>
                    <a:pt x="1477" y="1964"/>
                  </a:lnTo>
                  <a:cubicBezTo>
                    <a:pt x="1469" y="1960"/>
                    <a:pt x="1461" y="1956"/>
                    <a:pt x="1453" y="1948"/>
                  </a:cubicBezTo>
                  <a:cubicBezTo>
                    <a:pt x="1429" y="1932"/>
                    <a:pt x="1409" y="1916"/>
                    <a:pt x="1393" y="1900"/>
                  </a:cubicBezTo>
                  <a:cubicBezTo>
                    <a:pt x="1361" y="1872"/>
                    <a:pt x="1337" y="1840"/>
                    <a:pt x="1317" y="1804"/>
                  </a:cubicBezTo>
                  <a:cubicBezTo>
                    <a:pt x="1289" y="1760"/>
                    <a:pt x="1265" y="1712"/>
                    <a:pt x="1245" y="1664"/>
                  </a:cubicBezTo>
                  <a:cubicBezTo>
                    <a:pt x="1225" y="1608"/>
                    <a:pt x="1209" y="1548"/>
                    <a:pt x="1201" y="1488"/>
                  </a:cubicBezTo>
                  <a:cubicBezTo>
                    <a:pt x="1189" y="1416"/>
                    <a:pt x="1169" y="1344"/>
                    <a:pt x="1141" y="1276"/>
                  </a:cubicBezTo>
                  <a:cubicBezTo>
                    <a:pt x="1089" y="1128"/>
                    <a:pt x="1013" y="988"/>
                    <a:pt x="921" y="860"/>
                  </a:cubicBezTo>
                  <a:cubicBezTo>
                    <a:pt x="877" y="796"/>
                    <a:pt x="829" y="732"/>
                    <a:pt x="777" y="672"/>
                  </a:cubicBezTo>
                  <a:cubicBezTo>
                    <a:pt x="729" y="612"/>
                    <a:pt x="677" y="552"/>
                    <a:pt x="629" y="496"/>
                  </a:cubicBezTo>
                  <a:cubicBezTo>
                    <a:pt x="577" y="440"/>
                    <a:pt x="521" y="396"/>
                    <a:pt x="461" y="352"/>
                  </a:cubicBezTo>
                  <a:cubicBezTo>
                    <a:pt x="405" y="320"/>
                    <a:pt x="353" y="284"/>
                    <a:pt x="305" y="248"/>
                  </a:cubicBezTo>
                  <a:cubicBezTo>
                    <a:pt x="257" y="216"/>
                    <a:pt x="213" y="184"/>
                    <a:pt x="177" y="156"/>
                  </a:cubicBezTo>
                  <a:cubicBezTo>
                    <a:pt x="141" y="124"/>
                    <a:pt x="109" y="96"/>
                    <a:pt x="81" y="76"/>
                  </a:cubicBezTo>
                  <a:cubicBezTo>
                    <a:pt x="33" y="28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2594926" y="2889726"/>
              <a:ext cx="89660" cy="434598"/>
            </a:xfrm>
            <a:custGeom>
              <a:avLst/>
              <a:gdLst/>
              <a:ahLst/>
              <a:cxnLst/>
              <a:rect l="l" t="t" r="r" b="b"/>
              <a:pathLst>
                <a:path w="445" h="2157" extrusionOk="0">
                  <a:moveTo>
                    <a:pt x="265" y="0"/>
                  </a:moveTo>
                  <a:cubicBezTo>
                    <a:pt x="253" y="28"/>
                    <a:pt x="245" y="60"/>
                    <a:pt x="237" y="96"/>
                  </a:cubicBezTo>
                  <a:cubicBezTo>
                    <a:pt x="217" y="180"/>
                    <a:pt x="213" y="268"/>
                    <a:pt x="221" y="360"/>
                  </a:cubicBezTo>
                  <a:cubicBezTo>
                    <a:pt x="225" y="420"/>
                    <a:pt x="241" y="480"/>
                    <a:pt x="269" y="536"/>
                  </a:cubicBezTo>
                  <a:cubicBezTo>
                    <a:pt x="277" y="548"/>
                    <a:pt x="285" y="564"/>
                    <a:pt x="297" y="580"/>
                  </a:cubicBezTo>
                  <a:lnTo>
                    <a:pt x="325" y="616"/>
                  </a:lnTo>
                  <a:cubicBezTo>
                    <a:pt x="337" y="628"/>
                    <a:pt x="345" y="640"/>
                    <a:pt x="357" y="656"/>
                  </a:cubicBezTo>
                  <a:lnTo>
                    <a:pt x="377" y="696"/>
                  </a:lnTo>
                  <a:cubicBezTo>
                    <a:pt x="405" y="756"/>
                    <a:pt x="417" y="824"/>
                    <a:pt x="421" y="896"/>
                  </a:cubicBezTo>
                  <a:cubicBezTo>
                    <a:pt x="425" y="964"/>
                    <a:pt x="421" y="1036"/>
                    <a:pt x="409" y="1104"/>
                  </a:cubicBezTo>
                  <a:cubicBezTo>
                    <a:pt x="393" y="1176"/>
                    <a:pt x="377" y="1244"/>
                    <a:pt x="357" y="1312"/>
                  </a:cubicBezTo>
                  <a:cubicBezTo>
                    <a:pt x="341" y="1376"/>
                    <a:pt x="313" y="1436"/>
                    <a:pt x="281" y="1492"/>
                  </a:cubicBezTo>
                  <a:cubicBezTo>
                    <a:pt x="273" y="1504"/>
                    <a:pt x="265" y="1516"/>
                    <a:pt x="257" y="1528"/>
                  </a:cubicBezTo>
                  <a:lnTo>
                    <a:pt x="221" y="1564"/>
                  </a:lnTo>
                  <a:cubicBezTo>
                    <a:pt x="201" y="1588"/>
                    <a:pt x="181" y="1616"/>
                    <a:pt x="165" y="1644"/>
                  </a:cubicBezTo>
                  <a:cubicBezTo>
                    <a:pt x="133" y="1692"/>
                    <a:pt x="101" y="1748"/>
                    <a:pt x="81" y="1800"/>
                  </a:cubicBezTo>
                  <a:cubicBezTo>
                    <a:pt x="57" y="1844"/>
                    <a:pt x="41" y="1892"/>
                    <a:pt x="25" y="1940"/>
                  </a:cubicBezTo>
                  <a:cubicBezTo>
                    <a:pt x="13" y="1980"/>
                    <a:pt x="9" y="2016"/>
                    <a:pt x="5" y="2056"/>
                  </a:cubicBezTo>
                  <a:cubicBezTo>
                    <a:pt x="1" y="2080"/>
                    <a:pt x="5" y="2108"/>
                    <a:pt x="9" y="2132"/>
                  </a:cubicBezTo>
                  <a:cubicBezTo>
                    <a:pt x="17" y="2148"/>
                    <a:pt x="21" y="2156"/>
                    <a:pt x="21" y="2156"/>
                  </a:cubicBezTo>
                  <a:lnTo>
                    <a:pt x="29" y="2152"/>
                  </a:lnTo>
                  <a:cubicBezTo>
                    <a:pt x="29" y="2152"/>
                    <a:pt x="25" y="2144"/>
                    <a:pt x="25" y="2128"/>
                  </a:cubicBezTo>
                  <a:cubicBezTo>
                    <a:pt x="21" y="2104"/>
                    <a:pt x="25" y="2084"/>
                    <a:pt x="33" y="2060"/>
                  </a:cubicBezTo>
                  <a:cubicBezTo>
                    <a:pt x="57" y="1980"/>
                    <a:pt x="89" y="1900"/>
                    <a:pt x="133" y="1828"/>
                  </a:cubicBezTo>
                  <a:cubicBezTo>
                    <a:pt x="157" y="1780"/>
                    <a:pt x="189" y="1736"/>
                    <a:pt x="221" y="1684"/>
                  </a:cubicBezTo>
                  <a:cubicBezTo>
                    <a:pt x="241" y="1664"/>
                    <a:pt x="257" y="1636"/>
                    <a:pt x="277" y="1612"/>
                  </a:cubicBezTo>
                  <a:lnTo>
                    <a:pt x="309" y="1576"/>
                  </a:lnTo>
                  <a:cubicBezTo>
                    <a:pt x="321" y="1560"/>
                    <a:pt x="333" y="1544"/>
                    <a:pt x="341" y="1528"/>
                  </a:cubicBezTo>
                  <a:cubicBezTo>
                    <a:pt x="373" y="1464"/>
                    <a:pt x="401" y="1396"/>
                    <a:pt x="413" y="1328"/>
                  </a:cubicBezTo>
                  <a:cubicBezTo>
                    <a:pt x="429" y="1256"/>
                    <a:pt x="441" y="1184"/>
                    <a:pt x="441" y="1108"/>
                  </a:cubicBezTo>
                  <a:cubicBezTo>
                    <a:pt x="445" y="1036"/>
                    <a:pt x="445" y="964"/>
                    <a:pt x="437" y="892"/>
                  </a:cubicBezTo>
                  <a:cubicBezTo>
                    <a:pt x="437" y="824"/>
                    <a:pt x="425" y="752"/>
                    <a:pt x="409" y="684"/>
                  </a:cubicBezTo>
                  <a:cubicBezTo>
                    <a:pt x="389" y="612"/>
                    <a:pt x="341" y="560"/>
                    <a:pt x="321" y="512"/>
                  </a:cubicBezTo>
                  <a:cubicBezTo>
                    <a:pt x="297" y="460"/>
                    <a:pt x="285" y="408"/>
                    <a:pt x="277" y="356"/>
                  </a:cubicBezTo>
                  <a:cubicBezTo>
                    <a:pt x="269" y="308"/>
                    <a:pt x="265" y="260"/>
                    <a:pt x="265" y="212"/>
                  </a:cubicBezTo>
                  <a:lnTo>
                    <a:pt x="265" y="100"/>
                  </a:lnTo>
                  <a:cubicBezTo>
                    <a:pt x="265" y="36"/>
                    <a:pt x="269" y="0"/>
                    <a:pt x="2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482095" y="2920351"/>
              <a:ext cx="82406" cy="256487"/>
            </a:xfrm>
            <a:custGeom>
              <a:avLst/>
              <a:gdLst/>
              <a:ahLst/>
              <a:cxnLst/>
              <a:rect l="l" t="t" r="r" b="b"/>
              <a:pathLst>
                <a:path w="409" h="1273" extrusionOk="0">
                  <a:moveTo>
                    <a:pt x="405" y="0"/>
                  </a:moveTo>
                  <a:cubicBezTo>
                    <a:pt x="345" y="44"/>
                    <a:pt x="293" y="96"/>
                    <a:pt x="249" y="152"/>
                  </a:cubicBezTo>
                  <a:cubicBezTo>
                    <a:pt x="229" y="180"/>
                    <a:pt x="209" y="208"/>
                    <a:pt x="189" y="240"/>
                  </a:cubicBezTo>
                  <a:cubicBezTo>
                    <a:pt x="173" y="276"/>
                    <a:pt x="157" y="312"/>
                    <a:pt x="145" y="352"/>
                  </a:cubicBezTo>
                  <a:cubicBezTo>
                    <a:pt x="133" y="396"/>
                    <a:pt x="129" y="436"/>
                    <a:pt x="133" y="480"/>
                  </a:cubicBezTo>
                  <a:cubicBezTo>
                    <a:pt x="137" y="524"/>
                    <a:pt x="137" y="568"/>
                    <a:pt x="137" y="608"/>
                  </a:cubicBezTo>
                  <a:cubicBezTo>
                    <a:pt x="133" y="652"/>
                    <a:pt x="129" y="692"/>
                    <a:pt x="125" y="736"/>
                  </a:cubicBezTo>
                  <a:cubicBezTo>
                    <a:pt x="121" y="776"/>
                    <a:pt x="117" y="816"/>
                    <a:pt x="109" y="856"/>
                  </a:cubicBezTo>
                  <a:cubicBezTo>
                    <a:pt x="93" y="932"/>
                    <a:pt x="77" y="1000"/>
                    <a:pt x="61" y="1064"/>
                  </a:cubicBezTo>
                  <a:cubicBezTo>
                    <a:pt x="45" y="1124"/>
                    <a:pt x="33" y="1176"/>
                    <a:pt x="21" y="1212"/>
                  </a:cubicBezTo>
                  <a:cubicBezTo>
                    <a:pt x="9" y="1248"/>
                    <a:pt x="1" y="1268"/>
                    <a:pt x="1" y="1268"/>
                  </a:cubicBezTo>
                  <a:lnTo>
                    <a:pt x="9" y="1272"/>
                  </a:lnTo>
                  <a:cubicBezTo>
                    <a:pt x="9" y="1272"/>
                    <a:pt x="21" y="1252"/>
                    <a:pt x="45" y="1224"/>
                  </a:cubicBezTo>
                  <a:cubicBezTo>
                    <a:pt x="57" y="1204"/>
                    <a:pt x="69" y="1184"/>
                    <a:pt x="81" y="1164"/>
                  </a:cubicBezTo>
                  <a:cubicBezTo>
                    <a:pt x="93" y="1136"/>
                    <a:pt x="109" y="1112"/>
                    <a:pt x="121" y="1084"/>
                  </a:cubicBezTo>
                  <a:cubicBezTo>
                    <a:pt x="133" y="1052"/>
                    <a:pt x="145" y="1016"/>
                    <a:pt x="153" y="984"/>
                  </a:cubicBezTo>
                  <a:cubicBezTo>
                    <a:pt x="165" y="944"/>
                    <a:pt x="173" y="904"/>
                    <a:pt x="177" y="864"/>
                  </a:cubicBezTo>
                  <a:cubicBezTo>
                    <a:pt x="181" y="824"/>
                    <a:pt x="185" y="780"/>
                    <a:pt x="185" y="740"/>
                  </a:cubicBezTo>
                  <a:cubicBezTo>
                    <a:pt x="185" y="696"/>
                    <a:pt x="181" y="652"/>
                    <a:pt x="173" y="608"/>
                  </a:cubicBezTo>
                  <a:cubicBezTo>
                    <a:pt x="165" y="564"/>
                    <a:pt x="157" y="524"/>
                    <a:pt x="153" y="480"/>
                  </a:cubicBezTo>
                  <a:cubicBezTo>
                    <a:pt x="149" y="440"/>
                    <a:pt x="161" y="400"/>
                    <a:pt x="181" y="368"/>
                  </a:cubicBezTo>
                  <a:cubicBezTo>
                    <a:pt x="201" y="332"/>
                    <a:pt x="225" y="304"/>
                    <a:pt x="241" y="272"/>
                  </a:cubicBezTo>
                  <a:lnTo>
                    <a:pt x="297" y="188"/>
                  </a:lnTo>
                  <a:cubicBezTo>
                    <a:pt x="333" y="132"/>
                    <a:pt x="361" y="88"/>
                    <a:pt x="381" y="56"/>
                  </a:cubicBezTo>
                  <a:cubicBezTo>
                    <a:pt x="397" y="24"/>
                    <a:pt x="409" y="8"/>
                    <a:pt x="409" y="8"/>
                  </a:cubicBezTo>
                  <a:lnTo>
                    <a:pt x="4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2586061" y="2944529"/>
              <a:ext cx="34856" cy="170253"/>
            </a:xfrm>
            <a:custGeom>
              <a:avLst/>
              <a:gdLst/>
              <a:ahLst/>
              <a:cxnLst/>
              <a:rect l="l" t="t" r="r" b="b"/>
              <a:pathLst>
                <a:path w="173" h="845" extrusionOk="0">
                  <a:moveTo>
                    <a:pt x="33" y="0"/>
                  </a:moveTo>
                  <a:cubicBezTo>
                    <a:pt x="25" y="12"/>
                    <a:pt x="21" y="24"/>
                    <a:pt x="21" y="36"/>
                  </a:cubicBezTo>
                  <a:cubicBezTo>
                    <a:pt x="9" y="68"/>
                    <a:pt x="5" y="100"/>
                    <a:pt x="1" y="136"/>
                  </a:cubicBezTo>
                  <a:cubicBezTo>
                    <a:pt x="1" y="156"/>
                    <a:pt x="1" y="180"/>
                    <a:pt x="1" y="200"/>
                  </a:cubicBezTo>
                  <a:cubicBezTo>
                    <a:pt x="5" y="224"/>
                    <a:pt x="9" y="252"/>
                    <a:pt x="17" y="276"/>
                  </a:cubicBezTo>
                  <a:cubicBezTo>
                    <a:pt x="29" y="324"/>
                    <a:pt x="33" y="380"/>
                    <a:pt x="29" y="432"/>
                  </a:cubicBezTo>
                  <a:cubicBezTo>
                    <a:pt x="25" y="488"/>
                    <a:pt x="29" y="540"/>
                    <a:pt x="37" y="596"/>
                  </a:cubicBezTo>
                  <a:cubicBezTo>
                    <a:pt x="45" y="640"/>
                    <a:pt x="61" y="688"/>
                    <a:pt x="81" y="732"/>
                  </a:cubicBezTo>
                  <a:cubicBezTo>
                    <a:pt x="93" y="748"/>
                    <a:pt x="101" y="764"/>
                    <a:pt x="113" y="780"/>
                  </a:cubicBezTo>
                  <a:cubicBezTo>
                    <a:pt x="121" y="792"/>
                    <a:pt x="129" y="804"/>
                    <a:pt x="141" y="816"/>
                  </a:cubicBezTo>
                  <a:cubicBezTo>
                    <a:pt x="157" y="832"/>
                    <a:pt x="169" y="844"/>
                    <a:pt x="169" y="844"/>
                  </a:cubicBezTo>
                  <a:lnTo>
                    <a:pt x="173" y="840"/>
                  </a:lnTo>
                  <a:cubicBezTo>
                    <a:pt x="173" y="840"/>
                    <a:pt x="169" y="824"/>
                    <a:pt x="165" y="800"/>
                  </a:cubicBezTo>
                  <a:cubicBezTo>
                    <a:pt x="161" y="788"/>
                    <a:pt x="157" y="776"/>
                    <a:pt x="153" y="760"/>
                  </a:cubicBezTo>
                  <a:cubicBezTo>
                    <a:pt x="149" y="748"/>
                    <a:pt x="145" y="728"/>
                    <a:pt x="141" y="712"/>
                  </a:cubicBezTo>
                  <a:cubicBezTo>
                    <a:pt x="137" y="692"/>
                    <a:pt x="129" y="672"/>
                    <a:pt x="125" y="648"/>
                  </a:cubicBezTo>
                  <a:cubicBezTo>
                    <a:pt x="121" y="628"/>
                    <a:pt x="113" y="604"/>
                    <a:pt x="109" y="580"/>
                  </a:cubicBezTo>
                  <a:cubicBezTo>
                    <a:pt x="101" y="556"/>
                    <a:pt x="93" y="536"/>
                    <a:pt x="89" y="508"/>
                  </a:cubicBezTo>
                  <a:cubicBezTo>
                    <a:pt x="85" y="480"/>
                    <a:pt x="73" y="456"/>
                    <a:pt x="65" y="432"/>
                  </a:cubicBezTo>
                  <a:cubicBezTo>
                    <a:pt x="57" y="404"/>
                    <a:pt x="53" y="380"/>
                    <a:pt x="49" y="352"/>
                  </a:cubicBezTo>
                  <a:cubicBezTo>
                    <a:pt x="49" y="328"/>
                    <a:pt x="49" y="300"/>
                    <a:pt x="53" y="276"/>
                  </a:cubicBezTo>
                  <a:cubicBezTo>
                    <a:pt x="57" y="248"/>
                    <a:pt x="61" y="224"/>
                    <a:pt x="61" y="204"/>
                  </a:cubicBezTo>
                  <a:lnTo>
                    <a:pt x="61" y="140"/>
                  </a:lnTo>
                  <a:cubicBezTo>
                    <a:pt x="61" y="92"/>
                    <a:pt x="53" y="48"/>
                    <a:pt x="41" y="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2268522" y="2873607"/>
              <a:ext cx="281471" cy="35964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89" y="0"/>
                  </a:moveTo>
                  <a:cubicBezTo>
                    <a:pt x="1281" y="52"/>
                    <a:pt x="1181" y="116"/>
                    <a:pt x="1085" y="192"/>
                  </a:cubicBezTo>
                  <a:cubicBezTo>
                    <a:pt x="1037" y="228"/>
                    <a:pt x="993" y="264"/>
                    <a:pt x="949" y="304"/>
                  </a:cubicBezTo>
                  <a:cubicBezTo>
                    <a:pt x="901" y="352"/>
                    <a:pt x="857" y="400"/>
                    <a:pt x="821" y="452"/>
                  </a:cubicBezTo>
                  <a:cubicBezTo>
                    <a:pt x="777" y="512"/>
                    <a:pt x="745" y="572"/>
                    <a:pt x="721" y="640"/>
                  </a:cubicBezTo>
                  <a:cubicBezTo>
                    <a:pt x="689" y="704"/>
                    <a:pt x="657" y="768"/>
                    <a:pt x="621" y="828"/>
                  </a:cubicBezTo>
                  <a:lnTo>
                    <a:pt x="401" y="1188"/>
                  </a:lnTo>
                  <a:cubicBezTo>
                    <a:pt x="333" y="1300"/>
                    <a:pt x="269" y="1408"/>
                    <a:pt x="213" y="1500"/>
                  </a:cubicBezTo>
                  <a:cubicBezTo>
                    <a:pt x="169" y="1572"/>
                    <a:pt x="121" y="1644"/>
                    <a:pt x="73" y="1716"/>
                  </a:cubicBezTo>
                  <a:cubicBezTo>
                    <a:pt x="57" y="1732"/>
                    <a:pt x="41" y="1752"/>
                    <a:pt x="21" y="1764"/>
                  </a:cubicBezTo>
                  <a:cubicBezTo>
                    <a:pt x="17" y="1768"/>
                    <a:pt x="9" y="1772"/>
                    <a:pt x="1" y="1776"/>
                  </a:cubicBezTo>
                  <a:lnTo>
                    <a:pt x="1" y="1784"/>
                  </a:lnTo>
                  <a:cubicBezTo>
                    <a:pt x="9" y="1784"/>
                    <a:pt x="21" y="1780"/>
                    <a:pt x="29" y="1776"/>
                  </a:cubicBezTo>
                  <a:cubicBezTo>
                    <a:pt x="49" y="1764"/>
                    <a:pt x="73" y="1748"/>
                    <a:pt x="89" y="1732"/>
                  </a:cubicBezTo>
                  <a:cubicBezTo>
                    <a:pt x="153" y="1672"/>
                    <a:pt x="209" y="1604"/>
                    <a:pt x="261" y="1532"/>
                  </a:cubicBezTo>
                  <a:cubicBezTo>
                    <a:pt x="333" y="1432"/>
                    <a:pt x="401" y="1328"/>
                    <a:pt x="461" y="1220"/>
                  </a:cubicBezTo>
                  <a:cubicBezTo>
                    <a:pt x="497" y="1160"/>
                    <a:pt x="529" y="1100"/>
                    <a:pt x="561" y="1036"/>
                  </a:cubicBezTo>
                  <a:cubicBezTo>
                    <a:pt x="593" y="972"/>
                    <a:pt x="625" y="908"/>
                    <a:pt x="653" y="844"/>
                  </a:cubicBezTo>
                  <a:lnTo>
                    <a:pt x="741" y="644"/>
                  </a:lnTo>
                  <a:cubicBezTo>
                    <a:pt x="753" y="612"/>
                    <a:pt x="769" y="580"/>
                    <a:pt x="785" y="552"/>
                  </a:cubicBezTo>
                  <a:cubicBezTo>
                    <a:pt x="805" y="524"/>
                    <a:pt x="825" y="496"/>
                    <a:pt x="849" y="472"/>
                  </a:cubicBezTo>
                  <a:cubicBezTo>
                    <a:pt x="897" y="424"/>
                    <a:pt x="945" y="384"/>
                    <a:pt x="993" y="344"/>
                  </a:cubicBezTo>
                  <a:cubicBezTo>
                    <a:pt x="1037" y="304"/>
                    <a:pt x="1081" y="268"/>
                    <a:pt x="1121" y="232"/>
                  </a:cubicBezTo>
                  <a:lnTo>
                    <a:pt x="1321" y="64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2526422" y="2497035"/>
              <a:ext cx="216997" cy="320962"/>
            </a:xfrm>
            <a:custGeom>
              <a:avLst/>
              <a:gdLst/>
              <a:ahLst/>
              <a:cxnLst/>
              <a:rect l="l" t="t" r="r" b="b"/>
              <a:pathLst>
                <a:path w="1077" h="1593" extrusionOk="0">
                  <a:moveTo>
                    <a:pt x="992" y="1"/>
                  </a:moveTo>
                  <a:cubicBezTo>
                    <a:pt x="989" y="1"/>
                    <a:pt x="987" y="1"/>
                    <a:pt x="985" y="1"/>
                  </a:cubicBezTo>
                  <a:lnTo>
                    <a:pt x="957" y="1"/>
                  </a:lnTo>
                  <a:cubicBezTo>
                    <a:pt x="945" y="1"/>
                    <a:pt x="933" y="5"/>
                    <a:pt x="925" y="13"/>
                  </a:cubicBezTo>
                  <a:cubicBezTo>
                    <a:pt x="909" y="25"/>
                    <a:pt x="897" y="37"/>
                    <a:pt x="885" y="49"/>
                  </a:cubicBezTo>
                  <a:cubicBezTo>
                    <a:pt x="857" y="73"/>
                    <a:pt x="837" y="101"/>
                    <a:pt x="821" y="133"/>
                  </a:cubicBezTo>
                  <a:cubicBezTo>
                    <a:pt x="785" y="197"/>
                    <a:pt x="765" y="269"/>
                    <a:pt x="765" y="341"/>
                  </a:cubicBezTo>
                  <a:cubicBezTo>
                    <a:pt x="765" y="413"/>
                    <a:pt x="773" y="481"/>
                    <a:pt x="773" y="549"/>
                  </a:cubicBezTo>
                  <a:cubicBezTo>
                    <a:pt x="769" y="581"/>
                    <a:pt x="765" y="613"/>
                    <a:pt x="753" y="645"/>
                  </a:cubicBezTo>
                  <a:cubicBezTo>
                    <a:pt x="737" y="677"/>
                    <a:pt x="717" y="705"/>
                    <a:pt x="693" y="725"/>
                  </a:cubicBezTo>
                  <a:cubicBezTo>
                    <a:pt x="645" y="773"/>
                    <a:pt x="589" y="813"/>
                    <a:pt x="537" y="853"/>
                  </a:cubicBezTo>
                  <a:cubicBezTo>
                    <a:pt x="485" y="889"/>
                    <a:pt x="433" y="929"/>
                    <a:pt x="389" y="969"/>
                  </a:cubicBezTo>
                  <a:cubicBezTo>
                    <a:pt x="341" y="1009"/>
                    <a:pt x="305" y="1057"/>
                    <a:pt x="277" y="1109"/>
                  </a:cubicBezTo>
                  <a:cubicBezTo>
                    <a:pt x="253" y="1153"/>
                    <a:pt x="241" y="1201"/>
                    <a:pt x="241" y="1249"/>
                  </a:cubicBezTo>
                  <a:cubicBezTo>
                    <a:pt x="209" y="1217"/>
                    <a:pt x="177" y="1185"/>
                    <a:pt x="145" y="1149"/>
                  </a:cubicBezTo>
                  <a:cubicBezTo>
                    <a:pt x="109" y="1105"/>
                    <a:pt x="81" y="1053"/>
                    <a:pt x="61" y="1001"/>
                  </a:cubicBezTo>
                  <a:cubicBezTo>
                    <a:pt x="53" y="973"/>
                    <a:pt x="45" y="945"/>
                    <a:pt x="45" y="917"/>
                  </a:cubicBezTo>
                  <a:cubicBezTo>
                    <a:pt x="41" y="889"/>
                    <a:pt x="41" y="861"/>
                    <a:pt x="49" y="837"/>
                  </a:cubicBezTo>
                  <a:cubicBezTo>
                    <a:pt x="65" y="781"/>
                    <a:pt x="85" y="733"/>
                    <a:pt x="113" y="685"/>
                  </a:cubicBezTo>
                  <a:cubicBezTo>
                    <a:pt x="145" y="633"/>
                    <a:pt x="173" y="577"/>
                    <a:pt x="189" y="521"/>
                  </a:cubicBezTo>
                  <a:cubicBezTo>
                    <a:pt x="201" y="485"/>
                    <a:pt x="197" y="445"/>
                    <a:pt x="185" y="413"/>
                  </a:cubicBezTo>
                  <a:cubicBezTo>
                    <a:pt x="166" y="372"/>
                    <a:pt x="130" y="349"/>
                    <a:pt x="90" y="349"/>
                  </a:cubicBezTo>
                  <a:cubicBezTo>
                    <a:pt x="87" y="349"/>
                    <a:pt x="84" y="349"/>
                    <a:pt x="81" y="349"/>
                  </a:cubicBezTo>
                  <a:cubicBezTo>
                    <a:pt x="77" y="349"/>
                    <a:pt x="73" y="353"/>
                    <a:pt x="69" y="353"/>
                  </a:cubicBezTo>
                  <a:cubicBezTo>
                    <a:pt x="41" y="369"/>
                    <a:pt x="17" y="397"/>
                    <a:pt x="9" y="429"/>
                  </a:cubicBezTo>
                  <a:cubicBezTo>
                    <a:pt x="5" y="457"/>
                    <a:pt x="9" y="489"/>
                    <a:pt x="21" y="517"/>
                  </a:cubicBezTo>
                  <a:cubicBezTo>
                    <a:pt x="37" y="553"/>
                    <a:pt x="53" y="589"/>
                    <a:pt x="69" y="621"/>
                  </a:cubicBezTo>
                  <a:cubicBezTo>
                    <a:pt x="65" y="633"/>
                    <a:pt x="61" y="645"/>
                    <a:pt x="57" y="657"/>
                  </a:cubicBezTo>
                  <a:cubicBezTo>
                    <a:pt x="25" y="709"/>
                    <a:pt x="9" y="769"/>
                    <a:pt x="1" y="829"/>
                  </a:cubicBezTo>
                  <a:cubicBezTo>
                    <a:pt x="1" y="861"/>
                    <a:pt x="5" y="893"/>
                    <a:pt x="13" y="921"/>
                  </a:cubicBezTo>
                  <a:cubicBezTo>
                    <a:pt x="21" y="949"/>
                    <a:pt x="29" y="977"/>
                    <a:pt x="41" y="1005"/>
                  </a:cubicBezTo>
                  <a:cubicBezTo>
                    <a:pt x="61" y="1061"/>
                    <a:pt x="85" y="1117"/>
                    <a:pt x="113" y="1169"/>
                  </a:cubicBezTo>
                  <a:cubicBezTo>
                    <a:pt x="141" y="1221"/>
                    <a:pt x="177" y="1269"/>
                    <a:pt x="221" y="1309"/>
                  </a:cubicBezTo>
                  <a:cubicBezTo>
                    <a:pt x="237" y="1329"/>
                    <a:pt x="257" y="1345"/>
                    <a:pt x="269" y="1365"/>
                  </a:cubicBezTo>
                  <a:cubicBezTo>
                    <a:pt x="281" y="1377"/>
                    <a:pt x="289" y="1389"/>
                    <a:pt x="301" y="1401"/>
                  </a:cubicBezTo>
                  <a:cubicBezTo>
                    <a:pt x="309" y="1413"/>
                    <a:pt x="317" y="1421"/>
                    <a:pt x="321" y="1433"/>
                  </a:cubicBezTo>
                  <a:cubicBezTo>
                    <a:pt x="349" y="1481"/>
                    <a:pt x="349" y="1537"/>
                    <a:pt x="325" y="1585"/>
                  </a:cubicBezTo>
                  <a:cubicBezTo>
                    <a:pt x="325" y="1589"/>
                    <a:pt x="325" y="1589"/>
                    <a:pt x="325" y="1589"/>
                  </a:cubicBezTo>
                  <a:cubicBezTo>
                    <a:pt x="327" y="1591"/>
                    <a:pt x="328" y="1592"/>
                    <a:pt x="329" y="1592"/>
                  </a:cubicBezTo>
                  <a:cubicBezTo>
                    <a:pt x="330" y="1592"/>
                    <a:pt x="331" y="1591"/>
                    <a:pt x="333" y="1589"/>
                  </a:cubicBezTo>
                  <a:cubicBezTo>
                    <a:pt x="353" y="1569"/>
                    <a:pt x="369" y="1541"/>
                    <a:pt x="373" y="1509"/>
                  </a:cubicBezTo>
                  <a:cubicBezTo>
                    <a:pt x="381" y="1477"/>
                    <a:pt x="377" y="1445"/>
                    <a:pt x="365" y="1413"/>
                  </a:cubicBezTo>
                  <a:cubicBezTo>
                    <a:pt x="357" y="1385"/>
                    <a:pt x="341" y="1357"/>
                    <a:pt x="321" y="1333"/>
                  </a:cubicBezTo>
                  <a:cubicBezTo>
                    <a:pt x="309" y="1317"/>
                    <a:pt x="297" y="1305"/>
                    <a:pt x="285" y="1289"/>
                  </a:cubicBezTo>
                  <a:cubicBezTo>
                    <a:pt x="285" y="1277"/>
                    <a:pt x="285" y="1265"/>
                    <a:pt x="285" y="1249"/>
                  </a:cubicBezTo>
                  <a:cubicBezTo>
                    <a:pt x="289" y="1209"/>
                    <a:pt x="301" y="1165"/>
                    <a:pt x="325" y="1129"/>
                  </a:cubicBezTo>
                  <a:cubicBezTo>
                    <a:pt x="353" y="1085"/>
                    <a:pt x="389" y="1049"/>
                    <a:pt x="429" y="1017"/>
                  </a:cubicBezTo>
                  <a:lnTo>
                    <a:pt x="561" y="885"/>
                  </a:lnTo>
                  <a:cubicBezTo>
                    <a:pt x="609" y="837"/>
                    <a:pt x="657" y="789"/>
                    <a:pt x="709" y="745"/>
                  </a:cubicBezTo>
                  <a:cubicBezTo>
                    <a:pt x="761" y="693"/>
                    <a:pt x="797" y="629"/>
                    <a:pt x="809" y="557"/>
                  </a:cubicBezTo>
                  <a:cubicBezTo>
                    <a:pt x="817" y="509"/>
                    <a:pt x="821" y="457"/>
                    <a:pt x="821" y="409"/>
                  </a:cubicBezTo>
                  <a:cubicBezTo>
                    <a:pt x="837" y="401"/>
                    <a:pt x="857" y="389"/>
                    <a:pt x="881" y="373"/>
                  </a:cubicBezTo>
                  <a:cubicBezTo>
                    <a:pt x="909" y="353"/>
                    <a:pt x="941" y="329"/>
                    <a:pt x="969" y="305"/>
                  </a:cubicBezTo>
                  <a:cubicBezTo>
                    <a:pt x="1005" y="269"/>
                    <a:pt x="1037" y="229"/>
                    <a:pt x="1057" y="181"/>
                  </a:cubicBezTo>
                  <a:cubicBezTo>
                    <a:pt x="1069" y="153"/>
                    <a:pt x="1077" y="121"/>
                    <a:pt x="1077" y="89"/>
                  </a:cubicBezTo>
                  <a:cubicBezTo>
                    <a:pt x="1077" y="40"/>
                    <a:pt x="1040" y="1"/>
                    <a:pt x="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2643282" y="2586494"/>
              <a:ext cx="165417" cy="213168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750" y="1"/>
                  </a:moveTo>
                  <a:cubicBezTo>
                    <a:pt x="747" y="1"/>
                    <a:pt x="744" y="1"/>
                    <a:pt x="741" y="1"/>
                  </a:cubicBezTo>
                  <a:cubicBezTo>
                    <a:pt x="701" y="1"/>
                    <a:pt x="669" y="25"/>
                    <a:pt x="657" y="57"/>
                  </a:cubicBezTo>
                  <a:cubicBezTo>
                    <a:pt x="645" y="81"/>
                    <a:pt x="641" y="105"/>
                    <a:pt x="637" y="129"/>
                  </a:cubicBezTo>
                  <a:cubicBezTo>
                    <a:pt x="625" y="213"/>
                    <a:pt x="617" y="277"/>
                    <a:pt x="613" y="329"/>
                  </a:cubicBezTo>
                  <a:cubicBezTo>
                    <a:pt x="613" y="353"/>
                    <a:pt x="613" y="369"/>
                    <a:pt x="609" y="381"/>
                  </a:cubicBezTo>
                  <a:cubicBezTo>
                    <a:pt x="609" y="397"/>
                    <a:pt x="593" y="421"/>
                    <a:pt x="589" y="437"/>
                  </a:cubicBezTo>
                  <a:cubicBezTo>
                    <a:pt x="569" y="489"/>
                    <a:pt x="545" y="537"/>
                    <a:pt x="517" y="589"/>
                  </a:cubicBezTo>
                  <a:cubicBezTo>
                    <a:pt x="493" y="633"/>
                    <a:pt x="457" y="673"/>
                    <a:pt x="413" y="701"/>
                  </a:cubicBezTo>
                  <a:cubicBezTo>
                    <a:pt x="369" y="721"/>
                    <a:pt x="325" y="741"/>
                    <a:pt x="281" y="757"/>
                  </a:cubicBezTo>
                  <a:cubicBezTo>
                    <a:pt x="237" y="773"/>
                    <a:pt x="197" y="793"/>
                    <a:pt x="157" y="817"/>
                  </a:cubicBezTo>
                  <a:cubicBezTo>
                    <a:pt x="93" y="853"/>
                    <a:pt x="41" y="905"/>
                    <a:pt x="13" y="973"/>
                  </a:cubicBezTo>
                  <a:cubicBezTo>
                    <a:pt x="5" y="993"/>
                    <a:pt x="1" y="1013"/>
                    <a:pt x="1" y="1033"/>
                  </a:cubicBezTo>
                  <a:lnTo>
                    <a:pt x="1" y="1053"/>
                  </a:lnTo>
                  <a:cubicBezTo>
                    <a:pt x="1" y="1053"/>
                    <a:pt x="5" y="1053"/>
                    <a:pt x="5" y="1057"/>
                  </a:cubicBezTo>
                  <a:lnTo>
                    <a:pt x="9" y="1057"/>
                  </a:lnTo>
                  <a:lnTo>
                    <a:pt x="13" y="1037"/>
                  </a:lnTo>
                  <a:cubicBezTo>
                    <a:pt x="21" y="1017"/>
                    <a:pt x="29" y="1001"/>
                    <a:pt x="37" y="985"/>
                  </a:cubicBezTo>
                  <a:cubicBezTo>
                    <a:pt x="77" y="937"/>
                    <a:pt x="125" y="893"/>
                    <a:pt x="185" y="869"/>
                  </a:cubicBezTo>
                  <a:cubicBezTo>
                    <a:pt x="217" y="849"/>
                    <a:pt x="261" y="833"/>
                    <a:pt x="301" y="813"/>
                  </a:cubicBezTo>
                  <a:cubicBezTo>
                    <a:pt x="349" y="789"/>
                    <a:pt x="393" y="761"/>
                    <a:pt x="433" y="729"/>
                  </a:cubicBezTo>
                  <a:cubicBezTo>
                    <a:pt x="473" y="693"/>
                    <a:pt x="509" y="649"/>
                    <a:pt x="537" y="597"/>
                  </a:cubicBezTo>
                  <a:cubicBezTo>
                    <a:pt x="565" y="549"/>
                    <a:pt x="593" y="501"/>
                    <a:pt x="621" y="457"/>
                  </a:cubicBezTo>
                  <a:cubicBezTo>
                    <a:pt x="649" y="409"/>
                    <a:pt x="681" y="361"/>
                    <a:pt x="705" y="313"/>
                  </a:cubicBezTo>
                  <a:lnTo>
                    <a:pt x="785" y="173"/>
                  </a:lnTo>
                  <a:cubicBezTo>
                    <a:pt x="801" y="149"/>
                    <a:pt x="813" y="117"/>
                    <a:pt x="817" y="89"/>
                  </a:cubicBezTo>
                  <a:cubicBezTo>
                    <a:pt x="821" y="65"/>
                    <a:pt x="813" y="45"/>
                    <a:pt x="801" y="25"/>
                  </a:cubicBezTo>
                  <a:cubicBezTo>
                    <a:pt x="787" y="11"/>
                    <a:pt x="770" y="1"/>
                    <a:pt x="7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2673102" y="2700332"/>
              <a:ext cx="217803" cy="135195"/>
            </a:xfrm>
            <a:custGeom>
              <a:avLst/>
              <a:gdLst/>
              <a:ahLst/>
              <a:cxnLst/>
              <a:rect l="l" t="t" r="r" b="b"/>
              <a:pathLst>
                <a:path w="1081" h="671" extrusionOk="0">
                  <a:moveTo>
                    <a:pt x="961" y="0"/>
                  </a:moveTo>
                  <a:cubicBezTo>
                    <a:pt x="929" y="4"/>
                    <a:pt x="901" y="16"/>
                    <a:pt x="877" y="40"/>
                  </a:cubicBezTo>
                  <a:cubicBezTo>
                    <a:pt x="857" y="60"/>
                    <a:pt x="841" y="88"/>
                    <a:pt x="833" y="116"/>
                  </a:cubicBezTo>
                  <a:cubicBezTo>
                    <a:pt x="821" y="172"/>
                    <a:pt x="817" y="224"/>
                    <a:pt x="817" y="280"/>
                  </a:cubicBezTo>
                  <a:cubicBezTo>
                    <a:pt x="821" y="328"/>
                    <a:pt x="809" y="372"/>
                    <a:pt x="777" y="412"/>
                  </a:cubicBezTo>
                  <a:cubicBezTo>
                    <a:pt x="741" y="448"/>
                    <a:pt x="693" y="468"/>
                    <a:pt x="645" y="480"/>
                  </a:cubicBezTo>
                  <a:cubicBezTo>
                    <a:pt x="593" y="492"/>
                    <a:pt x="545" y="500"/>
                    <a:pt x="493" y="504"/>
                  </a:cubicBezTo>
                  <a:cubicBezTo>
                    <a:pt x="445" y="508"/>
                    <a:pt x="397" y="512"/>
                    <a:pt x="349" y="512"/>
                  </a:cubicBezTo>
                  <a:lnTo>
                    <a:pt x="225" y="524"/>
                  </a:lnTo>
                  <a:cubicBezTo>
                    <a:pt x="185" y="524"/>
                    <a:pt x="149" y="532"/>
                    <a:pt x="109" y="544"/>
                  </a:cubicBezTo>
                  <a:cubicBezTo>
                    <a:pt x="81" y="556"/>
                    <a:pt x="53" y="572"/>
                    <a:pt x="33" y="596"/>
                  </a:cubicBezTo>
                  <a:cubicBezTo>
                    <a:pt x="17" y="612"/>
                    <a:pt x="5" y="640"/>
                    <a:pt x="1" y="664"/>
                  </a:cubicBezTo>
                  <a:cubicBezTo>
                    <a:pt x="1" y="668"/>
                    <a:pt x="3" y="670"/>
                    <a:pt x="5" y="670"/>
                  </a:cubicBezTo>
                  <a:cubicBezTo>
                    <a:pt x="7" y="670"/>
                    <a:pt x="9" y="668"/>
                    <a:pt x="9" y="664"/>
                  </a:cubicBezTo>
                  <a:cubicBezTo>
                    <a:pt x="13" y="660"/>
                    <a:pt x="13" y="656"/>
                    <a:pt x="17" y="648"/>
                  </a:cubicBezTo>
                  <a:cubicBezTo>
                    <a:pt x="29" y="636"/>
                    <a:pt x="41" y="624"/>
                    <a:pt x="53" y="612"/>
                  </a:cubicBezTo>
                  <a:cubicBezTo>
                    <a:pt x="73" y="600"/>
                    <a:pt x="97" y="592"/>
                    <a:pt x="125" y="584"/>
                  </a:cubicBezTo>
                  <a:cubicBezTo>
                    <a:pt x="157" y="580"/>
                    <a:pt x="193" y="580"/>
                    <a:pt x="225" y="580"/>
                  </a:cubicBezTo>
                  <a:cubicBezTo>
                    <a:pt x="269" y="580"/>
                    <a:pt x="313" y="576"/>
                    <a:pt x="357" y="572"/>
                  </a:cubicBezTo>
                  <a:cubicBezTo>
                    <a:pt x="405" y="564"/>
                    <a:pt x="453" y="552"/>
                    <a:pt x="501" y="536"/>
                  </a:cubicBezTo>
                  <a:cubicBezTo>
                    <a:pt x="549" y="524"/>
                    <a:pt x="601" y="512"/>
                    <a:pt x="649" y="496"/>
                  </a:cubicBezTo>
                  <a:cubicBezTo>
                    <a:pt x="705" y="488"/>
                    <a:pt x="757" y="468"/>
                    <a:pt x="805" y="436"/>
                  </a:cubicBezTo>
                  <a:cubicBezTo>
                    <a:pt x="849" y="396"/>
                    <a:pt x="877" y="340"/>
                    <a:pt x="881" y="280"/>
                  </a:cubicBezTo>
                  <a:cubicBezTo>
                    <a:pt x="881" y="264"/>
                    <a:pt x="881" y="248"/>
                    <a:pt x="885" y="232"/>
                  </a:cubicBezTo>
                  <a:cubicBezTo>
                    <a:pt x="889" y="228"/>
                    <a:pt x="893" y="224"/>
                    <a:pt x="901" y="224"/>
                  </a:cubicBezTo>
                  <a:cubicBezTo>
                    <a:pt x="921" y="216"/>
                    <a:pt x="945" y="212"/>
                    <a:pt x="981" y="200"/>
                  </a:cubicBezTo>
                  <a:cubicBezTo>
                    <a:pt x="1001" y="196"/>
                    <a:pt x="1017" y="188"/>
                    <a:pt x="1033" y="176"/>
                  </a:cubicBezTo>
                  <a:cubicBezTo>
                    <a:pt x="1057" y="164"/>
                    <a:pt x="1073" y="140"/>
                    <a:pt x="1081" y="112"/>
                  </a:cubicBezTo>
                  <a:cubicBezTo>
                    <a:pt x="1081" y="84"/>
                    <a:pt x="1073" y="52"/>
                    <a:pt x="1049" y="32"/>
                  </a:cubicBezTo>
                  <a:cubicBezTo>
                    <a:pt x="1025" y="12"/>
                    <a:pt x="993" y="0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2622328" y="2846205"/>
              <a:ext cx="147687" cy="153530"/>
            </a:xfrm>
            <a:custGeom>
              <a:avLst/>
              <a:gdLst/>
              <a:ahLst/>
              <a:cxnLst/>
              <a:rect l="l" t="t" r="r" b="b"/>
              <a:pathLst>
                <a:path w="733" h="762" extrusionOk="0">
                  <a:moveTo>
                    <a:pt x="49" y="0"/>
                  </a:moveTo>
                  <a:cubicBezTo>
                    <a:pt x="31" y="0"/>
                    <a:pt x="14" y="6"/>
                    <a:pt x="1" y="16"/>
                  </a:cubicBezTo>
                  <a:cubicBezTo>
                    <a:pt x="1" y="16"/>
                    <a:pt x="1" y="16"/>
                    <a:pt x="1" y="20"/>
                  </a:cubicBezTo>
                  <a:lnTo>
                    <a:pt x="5" y="20"/>
                  </a:lnTo>
                  <a:cubicBezTo>
                    <a:pt x="10" y="19"/>
                    <a:pt x="15" y="19"/>
                    <a:pt x="20" y="19"/>
                  </a:cubicBezTo>
                  <a:cubicBezTo>
                    <a:pt x="55" y="19"/>
                    <a:pt x="87" y="41"/>
                    <a:pt x="101" y="72"/>
                  </a:cubicBezTo>
                  <a:cubicBezTo>
                    <a:pt x="117" y="116"/>
                    <a:pt x="129" y="156"/>
                    <a:pt x="133" y="200"/>
                  </a:cubicBezTo>
                  <a:cubicBezTo>
                    <a:pt x="137" y="224"/>
                    <a:pt x="145" y="248"/>
                    <a:pt x="157" y="268"/>
                  </a:cubicBezTo>
                  <a:cubicBezTo>
                    <a:pt x="165" y="292"/>
                    <a:pt x="177" y="312"/>
                    <a:pt x="193" y="332"/>
                  </a:cubicBezTo>
                  <a:cubicBezTo>
                    <a:pt x="217" y="372"/>
                    <a:pt x="249" y="408"/>
                    <a:pt x="277" y="448"/>
                  </a:cubicBezTo>
                  <a:cubicBezTo>
                    <a:pt x="301" y="484"/>
                    <a:pt x="329" y="524"/>
                    <a:pt x="357" y="560"/>
                  </a:cubicBezTo>
                  <a:cubicBezTo>
                    <a:pt x="381" y="600"/>
                    <a:pt x="409" y="640"/>
                    <a:pt x="437" y="676"/>
                  </a:cubicBezTo>
                  <a:cubicBezTo>
                    <a:pt x="473" y="716"/>
                    <a:pt x="517" y="748"/>
                    <a:pt x="573" y="760"/>
                  </a:cubicBezTo>
                  <a:cubicBezTo>
                    <a:pt x="580" y="761"/>
                    <a:pt x="587" y="762"/>
                    <a:pt x="594" y="762"/>
                  </a:cubicBezTo>
                  <a:cubicBezTo>
                    <a:pt x="615" y="762"/>
                    <a:pt x="636" y="757"/>
                    <a:pt x="657" y="748"/>
                  </a:cubicBezTo>
                  <a:cubicBezTo>
                    <a:pt x="689" y="740"/>
                    <a:pt x="713" y="716"/>
                    <a:pt x="729" y="688"/>
                  </a:cubicBezTo>
                  <a:cubicBezTo>
                    <a:pt x="733" y="676"/>
                    <a:pt x="729" y="660"/>
                    <a:pt x="721" y="652"/>
                  </a:cubicBezTo>
                  <a:cubicBezTo>
                    <a:pt x="709" y="640"/>
                    <a:pt x="697" y="628"/>
                    <a:pt x="681" y="620"/>
                  </a:cubicBezTo>
                  <a:cubicBezTo>
                    <a:pt x="665" y="612"/>
                    <a:pt x="649" y="608"/>
                    <a:pt x="633" y="604"/>
                  </a:cubicBezTo>
                  <a:cubicBezTo>
                    <a:pt x="605" y="600"/>
                    <a:pt x="577" y="600"/>
                    <a:pt x="549" y="600"/>
                  </a:cubicBezTo>
                  <a:cubicBezTo>
                    <a:pt x="535" y="602"/>
                    <a:pt x="522" y="603"/>
                    <a:pt x="509" y="603"/>
                  </a:cubicBezTo>
                  <a:cubicBezTo>
                    <a:pt x="497" y="603"/>
                    <a:pt x="485" y="602"/>
                    <a:pt x="473" y="600"/>
                  </a:cubicBezTo>
                  <a:cubicBezTo>
                    <a:pt x="457" y="600"/>
                    <a:pt x="445" y="596"/>
                    <a:pt x="433" y="596"/>
                  </a:cubicBezTo>
                  <a:lnTo>
                    <a:pt x="429" y="592"/>
                  </a:lnTo>
                  <a:lnTo>
                    <a:pt x="381" y="544"/>
                  </a:lnTo>
                  <a:cubicBezTo>
                    <a:pt x="345" y="512"/>
                    <a:pt x="317" y="476"/>
                    <a:pt x="289" y="436"/>
                  </a:cubicBezTo>
                  <a:cubicBezTo>
                    <a:pt x="265" y="400"/>
                    <a:pt x="245" y="356"/>
                    <a:pt x="229" y="316"/>
                  </a:cubicBezTo>
                  <a:cubicBezTo>
                    <a:pt x="221" y="292"/>
                    <a:pt x="217" y="272"/>
                    <a:pt x="209" y="252"/>
                  </a:cubicBezTo>
                  <a:lnTo>
                    <a:pt x="193" y="188"/>
                  </a:lnTo>
                  <a:cubicBezTo>
                    <a:pt x="181" y="140"/>
                    <a:pt x="165" y="92"/>
                    <a:pt x="141" y="52"/>
                  </a:cubicBezTo>
                  <a:cubicBezTo>
                    <a:pt x="125" y="28"/>
                    <a:pt x="101" y="12"/>
                    <a:pt x="77" y="4"/>
                  </a:cubicBezTo>
                  <a:cubicBezTo>
                    <a:pt x="67" y="2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2432127" y="2847817"/>
              <a:ext cx="150104" cy="149701"/>
            </a:xfrm>
            <a:custGeom>
              <a:avLst/>
              <a:gdLst/>
              <a:ahLst/>
              <a:cxnLst/>
              <a:rect l="l" t="t" r="r" b="b"/>
              <a:pathLst>
                <a:path w="745" h="743" extrusionOk="0">
                  <a:moveTo>
                    <a:pt x="741" y="0"/>
                  </a:moveTo>
                  <a:cubicBezTo>
                    <a:pt x="677" y="0"/>
                    <a:pt x="609" y="16"/>
                    <a:pt x="553" y="52"/>
                  </a:cubicBezTo>
                  <a:cubicBezTo>
                    <a:pt x="545" y="56"/>
                    <a:pt x="537" y="64"/>
                    <a:pt x="541" y="76"/>
                  </a:cubicBezTo>
                  <a:lnTo>
                    <a:pt x="541" y="80"/>
                  </a:lnTo>
                  <a:cubicBezTo>
                    <a:pt x="541" y="124"/>
                    <a:pt x="533" y="168"/>
                    <a:pt x="521" y="212"/>
                  </a:cubicBezTo>
                  <a:cubicBezTo>
                    <a:pt x="505" y="260"/>
                    <a:pt x="489" y="304"/>
                    <a:pt x="469" y="348"/>
                  </a:cubicBezTo>
                  <a:cubicBezTo>
                    <a:pt x="429" y="440"/>
                    <a:pt x="365" y="520"/>
                    <a:pt x="289" y="580"/>
                  </a:cubicBezTo>
                  <a:cubicBezTo>
                    <a:pt x="273" y="592"/>
                    <a:pt x="257" y="604"/>
                    <a:pt x="237" y="616"/>
                  </a:cubicBezTo>
                  <a:cubicBezTo>
                    <a:pt x="229" y="616"/>
                    <a:pt x="221" y="612"/>
                    <a:pt x="213" y="608"/>
                  </a:cubicBezTo>
                  <a:cubicBezTo>
                    <a:pt x="189" y="604"/>
                    <a:pt x="169" y="588"/>
                    <a:pt x="141" y="580"/>
                  </a:cubicBezTo>
                  <a:cubicBezTo>
                    <a:pt x="129" y="575"/>
                    <a:pt x="116" y="573"/>
                    <a:pt x="102" y="573"/>
                  </a:cubicBezTo>
                  <a:cubicBezTo>
                    <a:pt x="84" y="573"/>
                    <a:pt x="65" y="577"/>
                    <a:pt x="49" y="584"/>
                  </a:cubicBezTo>
                  <a:cubicBezTo>
                    <a:pt x="29" y="596"/>
                    <a:pt x="17" y="612"/>
                    <a:pt x="9" y="632"/>
                  </a:cubicBezTo>
                  <a:cubicBezTo>
                    <a:pt x="1" y="652"/>
                    <a:pt x="5" y="676"/>
                    <a:pt x="17" y="696"/>
                  </a:cubicBezTo>
                  <a:cubicBezTo>
                    <a:pt x="37" y="724"/>
                    <a:pt x="66" y="742"/>
                    <a:pt x="99" y="742"/>
                  </a:cubicBezTo>
                  <a:cubicBezTo>
                    <a:pt x="105" y="742"/>
                    <a:pt x="111" y="742"/>
                    <a:pt x="117" y="740"/>
                  </a:cubicBezTo>
                  <a:cubicBezTo>
                    <a:pt x="145" y="740"/>
                    <a:pt x="173" y="728"/>
                    <a:pt x="201" y="716"/>
                  </a:cubicBezTo>
                  <a:cubicBezTo>
                    <a:pt x="249" y="692"/>
                    <a:pt x="293" y="660"/>
                    <a:pt x="329" y="620"/>
                  </a:cubicBezTo>
                  <a:cubicBezTo>
                    <a:pt x="361" y="580"/>
                    <a:pt x="393" y="536"/>
                    <a:pt x="417" y="492"/>
                  </a:cubicBezTo>
                  <a:cubicBezTo>
                    <a:pt x="441" y="448"/>
                    <a:pt x="465" y="404"/>
                    <a:pt x="493" y="364"/>
                  </a:cubicBezTo>
                  <a:cubicBezTo>
                    <a:pt x="525" y="320"/>
                    <a:pt x="553" y="276"/>
                    <a:pt x="577" y="232"/>
                  </a:cubicBezTo>
                  <a:cubicBezTo>
                    <a:pt x="597" y="188"/>
                    <a:pt x="605" y="136"/>
                    <a:pt x="601" y="88"/>
                  </a:cubicBezTo>
                  <a:cubicBezTo>
                    <a:pt x="645" y="56"/>
                    <a:pt x="697" y="28"/>
                    <a:pt x="745" y="4"/>
                  </a:cubicBezTo>
                  <a:cubicBezTo>
                    <a:pt x="745" y="0"/>
                    <a:pt x="745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327355" y="2810543"/>
              <a:ext cx="234727" cy="76362"/>
            </a:xfrm>
            <a:custGeom>
              <a:avLst/>
              <a:gdLst/>
              <a:ahLst/>
              <a:cxnLst/>
              <a:rect l="l" t="t" r="r" b="b"/>
              <a:pathLst>
                <a:path w="1165" h="379" extrusionOk="0">
                  <a:moveTo>
                    <a:pt x="983" y="1"/>
                  </a:moveTo>
                  <a:cubicBezTo>
                    <a:pt x="934" y="1"/>
                    <a:pt x="886" y="12"/>
                    <a:pt x="841" y="33"/>
                  </a:cubicBezTo>
                  <a:cubicBezTo>
                    <a:pt x="813" y="45"/>
                    <a:pt x="789" y="61"/>
                    <a:pt x="769" y="77"/>
                  </a:cubicBezTo>
                  <a:cubicBezTo>
                    <a:pt x="745" y="97"/>
                    <a:pt x="725" y="117"/>
                    <a:pt x="709" y="133"/>
                  </a:cubicBezTo>
                  <a:cubicBezTo>
                    <a:pt x="673" y="173"/>
                    <a:pt x="633" y="209"/>
                    <a:pt x="585" y="229"/>
                  </a:cubicBezTo>
                  <a:cubicBezTo>
                    <a:pt x="557" y="241"/>
                    <a:pt x="527" y="247"/>
                    <a:pt x="498" y="247"/>
                  </a:cubicBezTo>
                  <a:cubicBezTo>
                    <a:pt x="477" y="247"/>
                    <a:pt x="457" y="244"/>
                    <a:pt x="437" y="237"/>
                  </a:cubicBezTo>
                  <a:cubicBezTo>
                    <a:pt x="385" y="229"/>
                    <a:pt x="337" y="209"/>
                    <a:pt x="285" y="197"/>
                  </a:cubicBezTo>
                  <a:cubicBezTo>
                    <a:pt x="249" y="182"/>
                    <a:pt x="211" y="175"/>
                    <a:pt x="173" y="175"/>
                  </a:cubicBezTo>
                  <a:cubicBezTo>
                    <a:pt x="152" y="175"/>
                    <a:pt x="130" y="177"/>
                    <a:pt x="109" y="181"/>
                  </a:cubicBezTo>
                  <a:cubicBezTo>
                    <a:pt x="77" y="193"/>
                    <a:pt x="49" y="217"/>
                    <a:pt x="29" y="245"/>
                  </a:cubicBezTo>
                  <a:cubicBezTo>
                    <a:pt x="5" y="277"/>
                    <a:pt x="1" y="317"/>
                    <a:pt x="17" y="349"/>
                  </a:cubicBezTo>
                  <a:lnTo>
                    <a:pt x="17" y="353"/>
                  </a:lnTo>
                  <a:cubicBezTo>
                    <a:pt x="17" y="361"/>
                    <a:pt x="25" y="369"/>
                    <a:pt x="33" y="369"/>
                  </a:cubicBezTo>
                  <a:cubicBezTo>
                    <a:pt x="50" y="376"/>
                    <a:pt x="67" y="379"/>
                    <a:pt x="85" y="379"/>
                  </a:cubicBezTo>
                  <a:cubicBezTo>
                    <a:pt x="122" y="379"/>
                    <a:pt x="158" y="366"/>
                    <a:pt x="185" y="341"/>
                  </a:cubicBezTo>
                  <a:cubicBezTo>
                    <a:pt x="197" y="333"/>
                    <a:pt x="205" y="325"/>
                    <a:pt x="213" y="313"/>
                  </a:cubicBezTo>
                  <a:lnTo>
                    <a:pt x="233" y="289"/>
                  </a:lnTo>
                  <a:cubicBezTo>
                    <a:pt x="246" y="276"/>
                    <a:pt x="259" y="263"/>
                    <a:pt x="274" y="263"/>
                  </a:cubicBezTo>
                  <a:cubicBezTo>
                    <a:pt x="277" y="263"/>
                    <a:pt x="281" y="264"/>
                    <a:pt x="285" y="265"/>
                  </a:cubicBezTo>
                  <a:lnTo>
                    <a:pt x="289" y="265"/>
                  </a:lnTo>
                  <a:cubicBezTo>
                    <a:pt x="333" y="277"/>
                    <a:pt x="381" y="281"/>
                    <a:pt x="429" y="285"/>
                  </a:cubicBezTo>
                  <a:cubicBezTo>
                    <a:pt x="485" y="285"/>
                    <a:pt x="541" y="273"/>
                    <a:pt x="593" y="249"/>
                  </a:cubicBezTo>
                  <a:cubicBezTo>
                    <a:pt x="641" y="221"/>
                    <a:pt x="689" y="193"/>
                    <a:pt x="733" y="161"/>
                  </a:cubicBezTo>
                  <a:cubicBezTo>
                    <a:pt x="773" y="133"/>
                    <a:pt x="817" y="109"/>
                    <a:pt x="865" y="85"/>
                  </a:cubicBezTo>
                  <a:cubicBezTo>
                    <a:pt x="909" y="65"/>
                    <a:pt x="957" y="53"/>
                    <a:pt x="1005" y="49"/>
                  </a:cubicBezTo>
                  <a:cubicBezTo>
                    <a:pt x="1023" y="47"/>
                    <a:pt x="1041" y="45"/>
                    <a:pt x="1060" y="45"/>
                  </a:cubicBezTo>
                  <a:cubicBezTo>
                    <a:pt x="1093" y="45"/>
                    <a:pt x="1126" y="50"/>
                    <a:pt x="1157" y="57"/>
                  </a:cubicBezTo>
                  <a:lnTo>
                    <a:pt x="1161" y="57"/>
                  </a:lnTo>
                  <a:cubicBezTo>
                    <a:pt x="1165" y="53"/>
                    <a:pt x="1165" y="53"/>
                    <a:pt x="1161" y="53"/>
                  </a:cubicBezTo>
                  <a:cubicBezTo>
                    <a:pt x="1117" y="21"/>
                    <a:pt x="1061" y="5"/>
                    <a:pt x="1005" y="1"/>
                  </a:cubicBezTo>
                  <a:cubicBezTo>
                    <a:pt x="998" y="1"/>
                    <a:pt x="990" y="1"/>
                    <a:pt x="9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370876" y="2618126"/>
              <a:ext cx="194431" cy="180730"/>
            </a:xfrm>
            <a:custGeom>
              <a:avLst/>
              <a:gdLst/>
              <a:ahLst/>
              <a:cxnLst/>
              <a:rect l="l" t="t" r="r" b="b"/>
              <a:pathLst>
                <a:path w="965" h="897" extrusionOk="0">
                  <a:moveTo>
                    <a:pt x="61" y="0"/>
                  </a:moveTo>
                  <a:cubicBezTo>
                    <a:pt x="45" y="12"/>
                    <a:pt x="33" y="24"/>
                    <a:pt x="21" y="40"/>
                  </a:cubicBezTo>
                  <a:cubicBezTo>
                    <a:pt x="9" y="56"/>
                    <a:pt x="1" y="76"/>
                    <a:pt x="5" y="100"/>
                  </a:cubicBezTo>
                  <a:cubicBezTo>
                    <a:pt x="9" y="132"/>
                    <a:pt x="21" y="164"/>
                    <a:pt x="45" y="192"/>
                  </a:cubicBezTo>
                  <a:cubicBezTo>
                    <a:pt x="57" y="216"/>
                    <a:pt x="77" y="240"/>
                    <a:pt x="97" y="264"/>
                  </a:cubicBezTo>
                  <a:cubicBezTo>
                    <a:pt x="105" y="276"/>
                    <a:pt x="117" y="284"/>
                    <a:pt x="129" y="296"/>
                  </a:cubicBezTo>
                  <a:cubicBezTo>
                    <a:pt x="141" y="304"/>
                    <a:pt x="153" y="312"/>
                    <a:pt x="169" y="320"/>
                  </a:cubicBezTo>
                  <a:cubicBezTo>
                    <a:pt x="221" y="348"/>
                    <a:pt x="273" y="372"/>
                    <a:pt x="325" y="392"/>
                  </a:cubicBezTo>
                  <a:cubicBezTo>
                    <a:pt x="377" y="412"/>
                    <a:pt x="429" y="432"/>
                    <a:pt x="481" y="452"/>
                  </a:cubicBezTo>
                  <a:cubicBezTo>
                    <a:pt x="533" y="468"/>
                    <a:pt x="581" y="500"/>
                    <a:pt x="613" y="544"/>
                  </a:cubicBezTo>
                  <a:cubicBezTo>
                    <a:pt x="641" y="588"/>
                    <a:pt x="653" y="644"/>
                    <a:pt x="685" y="696"/>
                  </a:cubicBezTo>
                  <a:cubicBezTo>
                    <a:pt x="745" y="796"/>
                    <a:pt x="845" y="868"/>
                    <a:pt x="961" y="896"/>
                  </a:cubicBezTo>
                  <a:lnTo>
                    <a:pt x="965" y="896"/>
                  </a:lnTo>
                  <a:cubicBezTo>
                    <a:pt x="965" y="892"/>
                    <a:pt x="965" y="892"/>
                    <a:pt x="965" y="888"/>
                  </a:cubicBezTo>
                  <a:cubicBezTo>
                    <a:pt x="921" y="860"/>
                    <a:pt x="877" y="824"/>
                    <a:pt x="837" y="784"/>
                  </a:cubicBezTo>
                  <a:cubicBezTo>
                    <a:pt x="801" y="748"/>
                    <a:pt x="765" y="708"/>
                    <a:pt x="737" y="664"/>
                  </a:cubicBezTo>
                  <a:cubicBezTo>
                    <a:pt x="705" y="616"/>
                    <a:pt x="673" y="572"/>
                    <a:pt x="637" y="528"/>
                  </a:cubicBezTo>
                  <a:cubicBezTo>
                    <a:pt x="593" y="488"/>
                    <a:pt x="545" y="452"/>
                    <a:pt x="497" y="428"/>
                  </a:cubicBezTo>
                  <a:cubicBezTo>
                    <a:pt x="445" y="400"/>
                    <a:pt x="401" y="368"/>
                    <a:pt x="353" y="340"/>
                  </a:cubicBezTo>
                  <a:cubicBezTo>
                    <a:pt x="301" y="312"/>
                    <a:pt x="257" y="288"/>
                    <a:pt x="213" y="264"/>
                  </a:cubicBezTo>
                  <a:lnTo>
                    <a:pt x="213" y="224"/>
                  </a:lnTo>
                  <a:cubicBezTo>
                    <a:pt x="213" y="192"/>
                    <a:pt x="213" y="164"/>
                    <a:pt x="213" y="132"/>
                  </a:cubicBezTo>
                  <a:cubicBezTo>
                    <a:pt x="209" y="96"/>
                    <a:pt x="197" y="64"/>
                    <a:pt x="181" y="36"/>
                  </a:cubicBezTo>
                  <a:cubicBezTo>
                    <a:pt x="165" y="16"/>
                    <a:pt x="145" y="8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2"/>
          <p:cNvSpPr txBox="1">
            <a:spLocks noGrp="1"/>
          </p:cNvSpPr>
          <p:nvPr>
            <p:ph type="ctrTitle"/>
          </p:nvPr>
        </p:nvSpPr>
        <p:spPr>
          <a:xfrm>
            <a:off x="606200" y="1339350"/>
            <a:ext cx="5882400" cy="24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Font typeface="Bebas Neue"/>
              <a:buNone/>
              <a:defRPr sz="5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Font typeface="Bebas Neue"/>
              <a:buNone/>
              <a:defRPr sz="5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Font typeface="Bebas Neue"/>
              <a:buNone/>
              <a:defRPr sz="5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Font typeface="Bebas Neue"/>
              <a:buNone/>
              <a:defRPr sz="5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Font typeface="Bebas Neue"/>
              <a:buNone/>
              <a:defRPr sz="5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Font typeface="Bebas Neue"/>
              <a:buNone/>
              <a:defRPr sz="5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Font typeface="Bebas Neue"/>
              <a:buNone/>
              <a:defRPr sz="5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Font typeface="Bebas Neue"/>
              <a:buNone/>
              <a:defRPr sz="5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subTitle" idx="1"/>
          </p:nvPr>
        </p:nvSpPr>
        <p:spPr>
          <a:xfrm>
            <a:off x="691800" y="4282116"/>
            <a:ext cx="58824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6086803" y="540000"/>
            <a:ext cx="4064400" cy="4064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4"/>
          <p:cNvGrpSpPr/>
          <p:nvPr/>
        </p:nvGrpSpPr>
        <p:grpSpPr>
          <a:xfrm>
            <a:off x="7229792" y="-342360"/>
            <a:ext cx="2388409" cy="2523085"/>
            <a:chOff x="1668906" y="1908100"/>
            <a:chExt cx="1782927" cy="1883462"/>
          </a:xfrm>
        </p:grpSpPr>
        <p:sp>
          <p:nvSpPr>
            <p:cNvPr id="160" name="Google Shape;160;p4"/>
            <p:cNvSpPr/>
            <p:nvPr/>
          </p:nvSpPr>
          <p:spPr>
            <a:xfrm>
              <a:off x="1668906" y="2722495"/>
              <a:ext cx="900425" cy="895187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4" y="2872"/>
                  </a:moveTo>
                  <a:cubicBezTo>
                    <a:pt x="124" y="2872"/>
                    <a:pt x="126" y="2874"/>
                    <a:pt x="128" y="2878"/>
                  </a:cubicBezTo>
                  <a:cubicBezTo>
                    <a:pt x="124" y="2874"/>
                    <a:pt x="123" y="2872"/>
                    <a:pt x="124" y="2872"/>
                  </a:cubicBezTo>
                  <a:close/>
                  <a:moveTo>
                    <a:pt x="1555" y="0"/>
                  </a:moveTo>
                  <a:cubicBezTo>
                    <a:pt x="1524" y="0"/>
                    <a:pt x="1492" y="1"/>
                    <a:pt x="1460" y="2"/>
                  </a:cubicBezTo>
                  <a:cubicBezTo>
                    <a:pt x="1340" y="10"/>
                    <a:pt x="1220" y="42"/>
                    <a:pt x="1112" y="102"/>
                  </a:cubicBezTo>
                  <a:cubicBezTo>
                    <a:pt x="1048" y="134"/>
                    <a:pt x="996" y="178"/>
                    <a:pt x="948" y="234"/>
                  </a:cubicBezTo>
                  <a:cubicBezTo>
                    <a:pt x="936" y="246"/>
                    <a:pt x="932" y="258"/>
                    <a:pt x="920" y="274"/>
                  </a:cubicBezTo>
                  <a:lnTo>
                    <a:pt x="904" y="294"/>
                  </a:lnTo>
                  <a:lnTo>
                    <a:pt x="892" y="318"/>
                  </a:lnTo>
                  <a:lnTo>
                    <a:pt x="840" y="406"/>
                  </a:lnTo>
                  <a:cubicBezTo>
                    <a:pt x="772" y="534"/>
                    <a:pt x="720" y="666"/>
                    <a:pt x="676" y="802"/>
                  </a:cubicBezTo>
                  <a:cubicBezTo>
                    <a:pt x="632" y="938"/>
                    <a:pt x="600" y="1090"/>
                    <a:pt x="564" y="1238"/>
                  </a:cubicBezTo>
                  <a:cubicBezTo>
                    <a:pt x="532" y="1390"/>
                    <a:pt x="500" y="1542"/>
                    <a:pt x="464" y="1698"/>
                  </a:cubicBezTo>
                  <a:cubicBezTo>
                    <a:pt x="448" y="1774"/>
                    <a:pt x="428" y="1850"/>
                    <a:pt x="404" y="1926"/>
                  </a:cubicBezTo>
                  <a:cubicBezTo>
                    <a:pt x="392" y="1966"/>
                    <a:pt x="380" y="2006"/>
                    <a:pt x="368" y="2046"/>
                  </a:cubicBezTo>
                  <a:cubicBezTo>
                    <a:pt x="356" y="2082"/>
                    <a:pt x="344" y="2118"/>
                    <a:pt x="328" y="2158"/>
                  </a:cubicBezTo>
                  <a:cubicBezTo>
                    <a:pt x="272" y="2314"/>
                    <a:pt x="204" y="2466"/>
                    <a:pt x="128" y="2614"/>
                  </a:cubicBezTo>
                  <a:lnTo>
                    <a:pt x="64" y="2726"/>
                  </a:lnTo>
                  <a:cubicBezTo>
                    <a:pt x="52" y="2746"/>
                    <a:pt x="44" y="2766"/>
                    <a:pt x="32" y="2786"/>
                  </a:cubicBezTo>
                  <a:cubicBezTo>
                    <a:pt x="16" y="2810"/>
                    <a:pt x="8" y="2838"/>
                    <a:pt x="4" y="2866"/>
                  </a:cubicBezTo>
                  <a:cubicBezTo>
                    <a:pt x="0" y="2890"/>
                    <a:pt x="4" y="2918"/>
                    <a:pt x="16" y="2938"/>
                  </a:cubicBezTo>
                  <a:cubicBezTo>
                    <a:pt x="28" y="2958"/>
                    <a:pt x="48" y="2974"/>
                    <a:pt x="68" y="2982"/>
                  </a:cubicBezTo>
                  <a:cubicBezTo>
                    <a:pt x="92" y="2994"/>
                    <a:pt x="116" y="3002"/>
                    <a:pt x="140" y="3010"/>
                  </a:cubicBezTo>
                  <a:cubicBezTo>
                    <a:pt x="172" y="3022"/>
                    <a:pt x="200" y="3042"/>
                    <a:pt x="228" y="3066"/>
                  </a:cubicBezTo>
                  <a:cubicBezTo>
                    <a:pt x="352" y="3186"/>
                    <a:pt x="468" y="3314"/>
                    <a:pt x="580" y="3450"/>
                  </a:cubicBezTo>
                  <a:cubicBezTo>
                    <a:pt x="696" y="3586"/>
                    <a:pt x="824" y="3714"/>
                    <a:pt x="960" y="3830"/>
                  </a:cubicBezTo>
                  <a:cubicBezTo>
                    <a:pt x="1032" y="3898"/>
                    <a:pt x="1124" y="3938"/>
                    <a:pt x="1220" y="3950"/>
                  </a:cubicBezTo>
                  <a:cubicBezTo>
                    <a:pt x="1235" y="3950"/>
                    <a:pt x="1249" y="3949"/>
                    <a:pt x="1264" y="3949"/>
                  </a:cubicBezTo>
                  <a:cubicBezTo>
                    <a:pt x="1335" y="3949"/>
                    <a:pt x="1408" y="3957"/>
                    <a:pt x="1480" y="3970"/>
                  </a:cubicBezTo>
                  <a:cubicBezTo>
                    <a:pt x="1652" y="4006"/>
                    <a:pt x="1820" y="4058"/>
                    <a:pt x="1985" y="4115"/>
                  </a:cubicBezTo>
                  <a:lnTo>
                    <a:pt x="2477" y="4287"/>
                  </a:lnTo>
                  <a:cubicBezTo>
                    <a:pt x="2637" y="4347"/>
                    <a:pt x="2805" y="4395"/>
                    <a:pt x="2973" y="4431"/>
                  </a:cubicBezTo>
                  <a:cubicBezTo>
                    <a:pt x="3027" y="4438"/>
                    <a:pt x="3083" y="4443"/>
                    <a:pt x="3138" y="4443"/>
                  </a:cubicBezTo>
                  <a:cubicBezTo>
                    <a:pt x="3169" y="4443"/>
                    <a:pt x="3199" y="4441"/>
                    <a:pt x="3229" y="4439"/>
                  </a:cubicBezTo>
                  <a:cubicBezTo>
                    <a:pt x="3317" y="4431"/>
                    <a:pt x="3401" y="4403"/>
                    <a:pt x="3481" y="4359"/>
                  </a:cubicBezTo>
                  <a:cubicBezTo>
                    <a:pt x="3617" y="4267"/>
                    <a:pt x="3733" y="4147"/>
                    <a:pt x="3821" y="4002"/>
                  </a:cubicBezTo>
                  <a:cubicBezTo>
                    <a:pt x="3865" y="3938"/>
                    <a:pt x="3901" y="3874"/>
                    <a:pt x="3941" y="3806"/>
                  </a:cubicBezTo>
                  <a:cubicBezTo>
                    <a:pt x="3977" y="3742"/>
                    <a:pt x="4009" y="3674"/>
                    <a:pt x="4041" y="3606"/>
                  </a:cubicBezTo>
                  <a:cubicBezTo>
                    <a:pt x="4097" y="3474"/>
                    <a:pt x="4145" y="3342"/>
                    <a:pt x="4189" y="3214"/>
                  </a:cubicBezTo>
                  <a:cubicBezTo>
                    <a:pt x="4265" y="2982"/>
                    <a:pt x="4329" y="2742"/>
                    <a:pt x="4377" y="2502"/>
                  </a:cubicBezTo>
                  <a:cubicBezTo>
                    <a:pt x="4417" y="2318"/>
                    <a:pt x="4445" y="2130"/>
                    <a:pt x="4461" y="1942"/>
                  </a:cubicBezTo>
                  <a:cubicBezTo>
                    <a:pt x="4469" y="1822"/>
                    <a:pt x="4465" y="1698"/>
                    <a:pt x="4445" y="1578"/>
                  </a:cubicBezTo>
                  <a:cubicBezTo>
                    <a:pt x="4437" y="1546"/>
                    <a:pt x="4429" y="1514"/>
                    <a:pt x="4413" y="1486"/>
                  </a:cubicBezTo>
                  <a:cubicBezTo>
                    <a:pt x="4405" y="1466"/>
                    <a:pt x="4397" y="1454"/>
                    <a:pt x="4397" y="1454"/>
                  </a:cubicBezTo>
                  <a:lnTo>
                    <a:pt x="4385" y="1466"/>
                  </a:lnTo>
                  <a:lnTo>
                    <a:pt x="4397" y="1494"/>
                  </a:lnTo>
                  <a:cubicBezTo>
                    <a:pt x="4409" y="1526"/>
                    <a:pt x="4413" y="1554"/>
                    <a:pt x="4417" y="1586"/>
                  </a:cubicBezTo>
                  <a:cubicBezTo>
                    <a:pt x="4425" y="1706"/>
                    <a:pt x="4421" y="1826"/>
                    <a:pt x="4401" y="1942"/>
                  </a:cubicBezTo>
                  <a:cubicBezTo>
                    <a:pt x="4373" y="2126"/>
                    <a:pt x="4337" y="2306"/>
                    <a:pt x="4289" y="2486"/>
                  </a:cubicBezTo>
                  <a:cubicBezTo>
                    <a:pt x="4233" y="2694"/>
                    <a:pt x="4165" y="2930"/>
                    <a:pt x="4077" y="3178"/>
                  </a:cubicBezTo>
                  <a:cubicBezTo>
                    <a:pt x="4033" y="3302"/>
                    <a:pt x="3981" y="3430"/>
                    <a:pt x="3925" y="3558"/>
                  </a:cubicBezTo>
                  <a:cubicBezTo>
                    <a:pt x="3893" y="3622"/>
                    <a:pt x="3865" y="3690"/>
                    <a:pt x="3829" y="3750"/>
                  </a:cubicBezTo>
                  <a:cubicBezTo>
                    <a:pt x="3793" y="3814"/>
                    <a:pt x="3753" y="3882"/>
                    <a:pt x="3713" y="3942"/>
                  </a:cubicBezTo>
                  <a:cubicBezTo>
                    <a:pt x="3641" y="4071"/>
                    <a:pt x="3541" y="4187"/>
                    <a:pt x="3421" y="4275"/>
                  </a:cubicBezTo>
                  <a:cubicBezTo>
                    <a:pt x="3329" y="4339"/>
                    <a:pt x="3213" y="4366"/>
                    <a:pt x="3092" y="4366"/>
                  </a:cubicBezTo>
                  <a:cubicBezTo>
                    <a:pt x="3055" y="4366"/>
                    <a:pt x="3018" y="4363"/>
                    <a:pt x="2981" y="4359"/>
                  </a:cubicBezTo>
                  <a:cubicBezTo>
                    <a:pt x="2813" y="4335"/>
                    <a:pt x="2653" y="4299"/>
                    <a:pt x="2493" y="4243"/>
                  </a:cubicBezTo>
                  <a:cubicBezTo>
                    <a:pt x="2329" y="4195"/>
                    <a:pt x="2165" y="4139"/>
                    <a:pt x="1997" y="4079"/>
                  </a:cubicBezTo>
                  <a:cubicBezTo>
                    <a:pt x="1832" y="4018"/>
                    <a:pt x="1660" y="3966"/>
                    <a:pt x="1488" y="3922"/>
                  </a:cubicBezTo>
                  <a:cubicBezTo>
                    <a:pt x="1400" y="3902"/>
                    <a:pt x="1312" y="3890"/>
                    <a:pt x="1220" y="3890"/>
                  </a:cubicBezTo>
                  <a:cubicBezTo>
                    <a:pt x="1144" y="3886"/>
                    <a:pt x="1072" y="3830"/>
                    <a:pt x="1008" y="3778"/>
                  </a:cubicBezTo>
                  <a:cubicBezTo>
                    <a:pt x="880" y="3658"/>
                    <a:pt x="764" y="3526"/>
                    <a:pt x="656" y="3386"/>
                  </a:cubicBezTo>
                  <a:cubicBezTo>
                    <a:pt x="548" y="3246"/>
                    <a:pt x="432" y="3110"/>
                    <a:pt x="308" y="2982"/>
                  </a:cubicBezTo>
                  <a:cubicBezTo>
                    <a:pt x="272" y="2942"/>
                    <a:pt x="228" y="2914"/>
                    <a:pt x="176" y="2894"/>
                  </a:cubicBezTo>
                  <a:cubicBezTo>
                    <a:pt x="162" y="2891"/>
                    <a:pt x="148" y="2884"/>
                    <a:pt x="134" y="2880"/>
                  </a:cubicBezTo>
                  <a:lnTo>
                    <a:pt x="134" y="2880"/>
                  </a:lnTo>
                  <a:cubicBezTo>
                    <a:pt x="138" y="2869"/>
                    <a:pt x="142" y="2856"/>
                    <a:pt x="148" y="2846"/>
                  </a:cubicBezTo>
                  <a:cubicBezTo>
                    <a:pt x="156" y="2830"/>
                    <a:pt x="168" y="2810"/>
                    <a:pt x="180" y="2794"/>
                  </a:cubicBezTo>
                  <a:lnTo>
                    <a:pt x="244" y="2682"/>
                  </a:lnTo>
                  <a:cubicBezTo>
                    <a:pt x="332" y="2530"/>
                    <a:pt x="404" y="2374"/>
                    <a:pt x="464" y="2210"/>
                  </a:cubicBezTo>
                  <a:cubicBezTo>
                    <a:pt x="480" y="2174"/>
                    <a:pt x="496" y="2130"/>
                    <a:pt x="508" y="2090"/>
                  </a:cubicBezTo>
                  <a:cubicBezTo>
                    <a:pt x="520" y="2050"/>
                    <a:pt x="536" y="2014"/>
                    <a:pt x="544" y="1974"/>
                  </a:cubicBezTo>
                  <a:cubicBezTo>
                    <a:pt x="568" y="1890"/>
                    <a:pt x="592" y="1814"/>
                    <a:pt x="612" y="1734"/>
                  </a:cubicBezTo>
                  <a:cubicBezTo>
                    <a:pt x="648" y="1574"/>
                    <a:pt x="680" y="1418"/>
                    <a:pt x="708" y="1270"/>
                  </a:cubicBezTo>
                  <a:cubicBezTo>
                    <a:pt x="764" y="970"/>
                    <a:pt x="832" y="698"/>
                    <a:pt x="948" y="462"/>
                  </a:cubicBezTo>
                  <a:lnTo>
                    <a:pt x="992" y="378"/>
                  </a:lnTo>
                  <a:lnTo>
                    <a:pt x="1004" y="358"/>
                  </a:lnTo>
                  <a:lnTo>
                    <a:pt x="1016" y="342"/>
                  </a:lnTo>
                  <a:cubicBezTo>
                    <a:pt x="1024" y="326"/>
                    <a:pt x="1032" y="314"/>
                    <a:pt x="1044" y="302"/>
                  </a:cubicBezTo>
                  <a:cubicBezTo>
                    <a:pt x="1076" y="258"/>
                    <a:pt x="1120" y="222"/>
                    <a:pt x="1164" y="194"/>
                  </a:cubicBezTo>
                  <a:cubicBezTo>
                    <a:pt x="1260" y="142"/>
                    <a:pt x="1364" y="110"/>
                    <a:pt x="1472" y="94"/>
                  </a:cubicBezTo>
                  <a:cubicBezTo>
                    <a:pt x="1543" y="88"/>
                    <a:pt x="1614" y="85"/>
                    <a:pt x="1685" y="85"/>
                  </a:cubicBezTo>
                  <a:cubicBezTo>
                    <a:pt x="1798" y="85"/>
                    <a:pt x="1911" y="93"/>
                    <a:pt x="2025" y="110"/>
                  </a:cubicBezTo>
                  <a:cubicBezTo>
                    <a:pt x="2141" y="126"/>
                    <a:pt x="2257" y="150"/>
                    <a:pt x="2373" y="178"/>
                  </a:cubicBezTo>
                  <a:cubicBezTo>
                    <a:pt x="2453" y="198"/>
                    <a:pt x="2497" y="210"/>
                    <a:pt x="2497" y="210"/>
                  </a:cubicBezTo>
                  <a:lnTo>
                    <a:pt x="2501" y="198"/>
                  </a:lnTo>
                  <a:cubicBezTo>
                    <a:pt x="2501" y="198"/>
                    <a:pt x="2461" y="182"/>
                    <a:pt x="2381" y="154"/>
                  </a:cubicBezTo>
                  <a:cubicBezTo>
                    <a:pt x="2265" y="114"/>
                    <a:pt x="2149" y="82"/>
                    <a:pt x="2029" y="54"/>
                  </a:cubicBezTo>
                  <a:cubicBezTo>
                    <a:pt x="1875" y="18"/>
                    <a:pt x="1715" y="0"/>
                    <a:pt x="1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2438575" y="2888114"/>
              <a:ext cx="690883" cy="903448"/>
            </a:xfrm>
            <a:custGeom>
              <a:avLst/>
              <a:gdLst/>
              <a:ahLst/>
              <a:cxnLst/>
              <a:rect l="l" t="t" r="r" b="b"/>
              <a:pathLst>
                <a:path w="3429" h="4484" extrusionOk="0">
                  <a:moveTo>
                    <a:pt x="1694" y="0"/>
                  </a:moveTo>
                  <a:cubicBezTo>
                    <a:pt x="1662" y="0"/>
                    <a:pt x="1630" y="5"/>
                    <a:pt x="1601" y="16"/>
                  </a:cubicBezTo>
                  <a:cubicBezTo>
                    <a:pt x="1561" y="32"/>
                    <a:pt x="1525" y="48"/>
                    <a:pt x="1489" y="68"/>
                  </a:cubicBezTo>
                  <a:cubicBezTo>
                    <a:pt x="1433" y="96"/>
                    <a:pt x="1405" y="116"/>
                    <a:pt x="1405" y="116"/>
                  </a:cubicBezTo>
                  <a:lnTo>
                    <a:pt x="1413" y="128"/>
                  </a:lnTo>
                  <a:cubicBezTo>
                    <a:pt x="1413" y="128"/>
                    <a:pt x="1445" y="112"/>
                    <a:pt x="1501" y="88"/>
                  </a:cubicBezTo>
                  <a:cubicBezTo>
                    <a:pt x="1537" y="72"/>
                    <a:pt x="1573" y="60"/>
                    <a:pt x="1609" y="52"/>
                  </a:cubicBezTo>
                  <a:cubicBezTo>
                    <a:pt x="1628" y="48"/>
                    <a:pt x="1647" y="45"/>
                    <a:pt x="1667" y="45"/>
                  </a:cubicBezTo>
                  <a:cubicBezTo>
                    <a:pt x="1696" y="45"/>
                    <a:pt x="1726" y="51"/>
                    <a:pt x="1753" y="60"/>
                  </a:cubicBezTo>
                  <a:cubicBezTo>
                    <a:pt x="1853" y="100"/>
                    <a:pt x="1961" y="204"/>
                    <a:pt x="2105" y="292"/>
                  </a:cubicBezTo>
                  <a:cubicBezTo>
                    <a:pt x="2173" y="336"/>
                    <a:pt x="2233" y="392"/>
                    <a:pt x="2281" y="460"/>
                  </a:cubicBezTo>
                  <a:cubicBezTo>
                    <a:pt x="2337" y="536"/>
                    <a:pt x="2385" y="616"/>
                    <a:pt x="2429" y="700"/>
                  </a:cubicBezTo>
                  <a:cubicBezTo>
                    <a:pt x="2521" y="904"/>
                    <a:pt x="2625" y="1100"/>
                    <a:pt x="2741" y="1288"/>
                  </a:cubicBezTo>
                  <a:lnTo>
                    <a:pt x="2789" y="1364"/>
                  </a:lnTo>
                  <a:cubicBezTo>
                    <a:pt x="2809" y="1388"/>
                    <a:pt x="2829" y="1412"/>
                    <a:pt x="2849" y="1436"/>
                  </a:cubicBezTo>
                  <a:cubicBezTo>
                    <a:pt x="2869" y="1460"/>
                    <a:pt x="2889" y="1484"/>
                    <a:pt x="2913" y="1508"/>
                  </a:cubicBezTo>
                  <a:cubicBezTo>
                    <a:pt x="2933" y="1532"/>
                    <a:pt x="2957" y="1556"/>
                    <a:pt x="2981" y="1576"/>
                  </a:cubicBezTo>
                  <a:cubicBezTo>
                    <a:pt x="3005" y="1596"/>
                    <a:pt x="3029" y="1620"/>
                    <a:pt x="3049" y="1640"/>
                  </a:cubicBezTo>
                  <a:cubicBezTo>
                    <a:pt x="3069" y="1656"/>
                    <a:pt x="3093" y="1672"/>
                    <a:pt x="3109" y="1696"/>
                  </a:cubicBezTo>
                  <a:cubicBezTo>
                    <a:pt x="3125" y="1720"/>
                    <a:pt x="3141" y="1740"/>
                    <a:pt x="3161" y="1764"/>
                  </a:cubicBezTo>
                  <a:cubicBezTo>
                    <a:pt x="3173" y="1788"/>
                    <a:pt x="3189" y="1812"/>
                    <a:pt x="3201" y="1840"/>
                  </a:cubicBezTo>
                  <a:cubicBezTo>
                    <a:pt x="3249" y="1948"/>
                    <a:pt x="3277" y="2068"/>
                    <a:pt x="3285" y="2188"/>
                  </a:cubicBezTo>
                  <a:cubicBezTo>
                    <a:pt x="3293" y="2316"/>
                    <a:pt x="3285" y="2444"/>
                    <a:pt x="3269" y="2568"/>
                  </a:cubicBezTo>
                  <a:cubicBezTo>
                    <a:pt x="3245" y="2700"/>
                    <a:pt x="3213" y="2828"/>
                    <a:pt x="3169" y="2948"/>
                  </a:cubicBezTo>
                  <a:cubicBezTo>
                    <a:pt x="3145" y="3012"/>
                    <a:pt x="3117" y="3072"/>
                    <a:pt x="3089" y="3128"/>
                  </a:cubicBezTo>
                  <a:cubicBezTo>
                    <a:pt x="3069" y="3156"/>
                    <a:pt x="3057" y="3184"/>
                    <a:pt x="3041" y="3212"/>
                  </a:cubicBezTo>
                  <a:lnTo>
                    <a:pt x="2981" y="3297"/>
                  </a:lnTo>
                  <a:cubicBezTo>
                    <a:pt x="2897" y="3405"/>
                    <a:pt x="2821" y="3521"/>
                    <a:pt x="2753" y="3641"/>
                  </a:cubicBezTo>
                  <a:cubicBezTo>
                    <a:pt x="2689" y="3757"/>
                    <a:pt x="2625" y="3881"/>
                    <a:pt x="2565" y="4001"/>
                  </a:cubicBezTo>
                  <a:cubicBezTo>
                    <a:pt x="2505" y="4121"/>
                    <a:pt x="2453" y="4245"/>
                    <a:pt x="2405" y="4369"/>
                  </a:cubicBezTo>
                  <a:lnTo>
                    <a:pt x="2405" y="4381"/>
                  </a:lnTo>
                  <a:lnTo>
                    <a:pt x="2405" y="4385"/>
                  </a:lnTo>
                  <a:lnTo>
                    <a:pt x="2405" y="4389"/>
                  </a:lnTo>
                  <a:lnTo>
                    <a:pt x="2405" y="4397"/>
                  </a:lnTo>
                  <a:cubicBezTo>
                    <a:pt x="2401" y="4405"/>
                    <a:pt x="2401" y="4413"/>
                    <a:pt x="2401" y="4417"/>
                  </a:cubicBezTo>
                  <a:cubicBezTo>
                    <a:pt x="2397" y="4433"/>
                    <a:pt x="2389" y="4433"/>
                    <a:pt x="2389" y="4433"/>
                  </a:cubicBezTo>
                  <a:cubicBezTo>
                    <a:pt x="2365" y="4433"/>
                    <a:pt x="2341" y="4421"/>
                    <a:pt x="2321" y="4405"/>
                  </a:cubicBezTo>
                  <a:cubicBezTo>
                    <a:pt x="2269" y="4373"/>
                    <a:pt x="2217" y="4333"/>
                    <a:pt x="2173" y="4293"/>
                  </a:cubicBezTo>
                  <a:cubicBezTo>
                    <a:pt x="2149" y="4273"/>
                    <a:pt x="2125" y="4249"/>
                    <a:pt x="2097" y="4229"/>
                  </a:cubicBezTo>
                  <a:cubicBezTo>
                    <a:pt x="2073" y="4209"/>
                    <a:pt x="2045" y="4189"/>
                    <a:pt x="2017" y="4173"/>
                  </a:cubicBezTo>
                  <a:cubicBezTo>
                    <a:pt x="1961" y="4141"/>
                    <a:pt x="1901" y="4113"/>
                    <a:pt x="1841" y="4089"/>
                  </a:cubicBezTo>
                  <a:cubicBezTo>
                    <a:pt x="1725" y="4049"/>
                    <a:pt x="1605" y="4017"/>
                    <a:pt x="1485" y="3997"/>
                  </a:cubicBezTo>
                  <a:cubicBezTo>
                    <a:pt x="1249" y="3953"/>
                    <a:pt x="1033" y="3933"/>
                    <a:pt x="833" y="3897"/>
                  </a:cubicBezTo>
                  <a:cubicBezTo>
                    <a:pt x="741" y="3885"/>
                    <a:pt x="649" y="3861"/>
                    <a:pt x="557" y="3833"/>
                  </a:cubicBezTo>
                  <a:cubicBezTo>
                    <a:pt x="517" y="3821"/>
                    <a:pt x="473" y="3805"/>
                    <a:pt x="433" y="3789"/>
                  </a:cubicBezTo>
                  <a:lnTo>
                    <a:pt x="417" y="3781"/>
                  </a:lnTo>
                  <a:lnTo>
                    <a:pt x="409" y="3777"/>
                  </a:lnTo>
                  <a:lnTo>
                    <a:pt x="381" y="3761"/>
                  </a:lnTo>
                  <a:cubicBezTo>
                    <a:pt x="365" y="3753"/>
                    <a:pt x="345" y="3741"/>
                    <a:pt x="329" y="3733"/>
                  </a:cubicBezTo>
                  <a:cubicBezTo>
                    <a:pt x="269" y="3689"/>
                    <a:pt x="217" y="3641"/>
                    <a:pt x="173" y="3581"/>
                  </a:cubicBezTo>
                  <a:cubicBezTo>
                    <a:pt x="137" y="3529"/>
                    <a:pt x="105" y="3477"/>
                    <a:pt x="81" y="3417"/>
                  </a:cubicBezTo>
                  <a:cubicBezTo>
                    <a:pt x="49" y="3333"/>
                    <a:pt x="29" y="3244"/>
                    <a:pt x="21" y="3156"/>
                  </a:cubicBezTo>
                  <a:cubicBezTo>
                    <a:pt x="17" y="3124"/>
                    <a:pt x="17" y="3092"/>
                    <a:pt x="17" y="3060"/>
                  </a:cubicBezTo>
                  <a:lnTo>
                    <a:pt x="13" y="3056"/>
                  </a:lnTo>
                  <a:cubicBezTo>
                    <a:pt x="9" y="3088"/>
                    <a:pt x="5" y="3120"/>
                    <a:pt x="5" y="3156"/>
                  </a:cubicBezTo>
                  <a:cubicBezTo>
                    <a:pt x="1" y="3249"/>
                    <a:pt x="13" y="3345"/>
                    <a:pt x="37" y="3437"/>
                  </a:cubicBezTo>
                  <a:cubicBezTo>
                    <a:pt x="57" y="3501"/>
                    <a:pt x="85" y="3565"/>
                    <a:pt x="121" y="3625"/>
                  </a:cubicBezTo>
                  <a:cubicBezTo>
                    <a:pt x="165" y="3693"/>
                    <a:pt x="221" y="3753"/>
                    <a:pt x="289" y="3805"/>
                  </a:cubicBezTo>
                  <a:cubicBezTo>
                    <a:pt x="305" y="3817"/>
                    <a:pt x="325" y="3829"/>
                    <a:pt x="341" y="3841"/>
                  </a:cubicBezTo>
                  <a:lnTo>
                    <a:pt x="373" y="3861"/>
                  </a:lnTo>
                  <a:cubicBezTo>
                    <a:pt x="377" y="3865"/>
                    <a:pt x="381" y="3865"/>
                    <a:pt x="389" y="3869"/>
                  </a:cubicBezTo>
                  <a:lnTo>
                    <a:pt x="405" y="3877"/>
                  </a:lnTo>
                  <a:cubicBezTo>
                    <a:pt x="445" y="3897"/>
                    <a:pt x="489" y="3917"/>
                    <a:pt x="533" y="3933"/>
                  </a:cubicBezTo>
                  <a:cubicBezTo>
                    <a:pt x="625" y="3965"/>
                    <a:pt x="725" y="3993"/>
                    <a:pt x="821" y="4013"/>
                  </a:cubicBezTo>
                  <a:cubicBezTo>
                    <a:pt x="1021" y="4053"/>
                    <a:pt x="1245" y="4073"/>
                    <a:pt x="1473" y="4113"/>
                  </a:cubicBezTo>
                  <a:cubicBezTo>
                    <a:pt x="1701" y="4153"/>
                    <a:pt x="1945" y="4181"/>
                    <a:pt x="2133" y="4345"/>
                  </a:cubicBezTo>
                  <a:cubicBezTo>
                    <a:pt x="2185" y="4385"/>
                    <a:pt x="2241" y="4421"/>
                    <a:pt x="2301" y="4453"/>
                  </a:cubicBezTo>
                  <a:cubicBezTo>
                    <a:pt x="2317" y="4461"/>
                    <a:pt x="2333" y="4469"/>
                    <a:pt x="2349" y="4477"/>
                  </a:cubicBezTo>
                  <a:cubicBezTo>
                    <a:pt x="2360" y="4481"/>
                    <a:pt x="2374" y="4483"/>
                    <a:pt x="2386" y="4483"/>
                  </a:cubicBezTo>
                  <a:cubicBezTo>
                    <a:pt x="2395" y="4483"/>
                    <a:pt x="2404" y="4482"/>
                    <a:pt x="2413" y="4481"/>
                  </a:cubicBezTo>
                  <a:cubicBezTo>
                    <a:pt x="2429" y="4481"/>
                    <a:pt x="2441" y="4469"/>
                    <a:pt x="2449" y="4457"/>
                  </a:cubicBezTo>
                  <a:cubicBezTo>
                    <a:pt x="2453" y="4449"/>
                    <a:pt x="2457" y="4437"/>
                    <a:pt x="2461" y="4425"/>
                  </a:cubicBezTo>
                  <a:cubicBezTo>
                    <a:pt x="2465" y="4417"/>
                    <a:pt x="2465" y="4405"/>
                    <a:pt x="2465" y="4397"/>
                  </a:cubicBezTo>
                  <a:lnTo>
                    <a:pt x="2465" y="4393"/>
                  </a:lnTo>
                  <a:lnTo>
                    <a:pt x="2465" y="4389"/>
                  </a:lnTo>
                  <a:lnTo>
                    <a:pt x="2465" y="4377"/>
                  </a:lnTo>
                  <a:cubicBezTo>
                    <a:pt x="2481" y="4317"/>
                    <a:pt x="2505" y="4257"/>
                    <a:pt x="2529" y="4197"/>
                  </a:cubicBezTo>
                  <a:cubicBezTo>
                    <a:pt x="2557" y="4137"/>
                    <a:pt x="2581" y="4077"/>
                    <a:pt x="2613" y="4017"/>
                  </a:cubicBezTo>
                  <a:cubicBezTo>
                    <a:pt x="2729" y="3773"/>
                    <a:pt x="2873" y="3545"/>
                    <a:pt x="3049" y="3341"/>
                  </a:cubicBezTo>
                  <a:cubicBezTo>
                    <a:pt x="3237" y="3132"/>
                    <a:pt x="3333" y="2860"/>
                    <a:pt x="3393" y="2592"/>
                  </a:cubicBezTo>
                  <a:cubicBezTo>
                    <a:pt x="3417" y="2456"/>
                    <a:pt x="3429" y="2320"/>
                    <a:pt x="3425" y="2180"/>
                  </a:cubicBezTo>
                  <a:cubicBezTo>
                    <a:pt x="3417" y="2044"/>
                    <a:pt x="3389" y="1908"/>
                    <a:pt x="3337" y="1780"/>
                  </a:cubicBezTo>
                  <a:cubicBezTo>
                    <a:pt x="3321" y="1748"/>
                    <a:pt x="3305" y="1720"/>
                    <a:pt x="3289" y="1688"/>
                  </a:cubicBezTo>
                  <a:cubicBezTo>
                    <a:pt x="3269" y="1660"/>
                    <a:pt x="3253" y="1624"/>
                    <a:pt x="3225" y="1604"/>
                  </a:cubicBezTo>
                  <a:cubicBezTo>
                    <a:pt x="3201" y="1580"/>
                    <a:pt x="3173" y="1548"/>
                    <a:pt x="3153" y="1528"/>
                  </a:cubicBezTo>
                  <a:cubicBezTo>
                    <a:pt x="3133" y="1508"/>
                    <a:pt x="3105" y="1488"/>
                    <a:pt x="3085" y="1468"/>
                  </a:cubicBezTo>
                  <a:cubicBezTo>
                    <a:pt x="3073" y="1456"/>
                    <a:pt x="3061" y="1448"/>
                    <a:pt x="3049" y="1436"/>
                  </a:cubicBezTo>
                  <a:lnTo>
                    <a:pt x="3021" y="1408"/>
                  </a:lnTo>
                  <a:cubicBezTo>
                    <a:pt x="3005" y="1388"/>
                    <a:pt x="2985" y="1364"/>
                    <a:pt x="2965" y="1344"/>
                  </a:cubicBezTo>
                  <a:cubicBezTo>
                    <a:pt x="2949" y="1320"/>
                    <a:pt x="2929" y="1300"/>
                    <a:pt x="2913" y="1276"/>
                  </a:cubicBezTo>
                  <a:lnTo>
                    <a:pt x="2865" y="1208"/>
                  </a:lnTo>
                  <a:cubicBezTo>
                    <a:pt x="2737" y="1020"/>
                    <a:pt x="2637" y="824"/>
                    <a:pt x="2537" y="644"/>
                  </a:cubicBezTo>
                  <a:cubicBezTo>
                    <a:pt x="2489" y="556"/>
                    <a:pt x="2433" y="472"/>
                    <a:pt x="2369" y="392"/>
                  </a:cubicBezTo>
                  <a:cubicBezTo>
                    <a:pt x="2309" y="320"/>
                    <a:pt x="2237" y="260"/>
                    <a:pt x="2153" y="216"/>
                  </a:cubicBezTo>
                  <a:cubicBezTo>
                    <a:pt x="2077" y="176"/>
                    <a:pt x="2013" y="140"/>
                    <a:pt x="1953" y="100"/>
                  </a:cubicBezTo>
                  <a:cubicBezTo>
                    <a:pt x="1897" y="60"/>
                    <a:pt x="1833" y="28"/>
                    <a:pt x="1769" y="8"/>
                  </a:cubicBezTo>
                  <a:cubicBezTo>
                    <a:pt x="1744" y="3"/>
                    <a:pt x="1719" y="0"/>
                    <a:pt x="1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2812529" y="2637066"/>
              <a:ext cx="639304" cy="606059"/>
            </a:xfrm>
            <a:custGeom>
              <a:avLst/>
              <a:gdLst/>
              <a:ahLst/>
              <a:cxnLst/>
              <a:rect l="l" t="t" r="r" b="b"/>
              <a:pathLst>
                <a:path w="3173" h="3008" extrusionOk="0">
                  <a:moveTo>
                    <a:pt x="1995" y="1"/>
                  </a:moveTo>
                  <a:cubicBezTo>
                    <a:pt x="1951" y="1"/>
                    <a:pt x="1906" y="3"/>
                    <a:pt x="1861" y="6"/>
                  </a:cubicBezTo>
                  <a:cubicBezTo>
                    <a:pt x="1765" y="18"/>
                    <a:pt x="1669" y="34"/>
                    <a:pt x="1573" y="54"/>
                  </a:cubicBezTo>
                  <a:cubicBezTo>
                    <a:pt x="1481" y="74"/>
                    <a:pt x="1389" y="102"/>
                    <a:pt x="1297" y="126"/>
                  </a:cubicBezTo>
                  <a:cubicBezTo>
                    <a:pt x="1253" y="138"/>
                    <a:pt x="1209" y="150"/>
                    <a:pt x="1165" y="158"/>
                  </a:cubicBezTo>
                  <a:cubicBezTo>
                    <a:pt x="1134" y="161"/>
                    <a:pt x="1103" y="164"/>
                    <a:pt x="1071" y="164"/>
                  </a:cubicBezTo>
                  <a:cubicBezTo>
                    <a:pt x="1059" y="164"/>
                    <a:pt x="1046" y="163"/>
                    <a:pt x="1033" y="162"/>
                  </a:cubicBezTo>
                  <a:cubicBezTo>
                    <a:pt x="841" y="162"/>
                    <a:pt x="649" y="194"/>
                    <a:pt x="461" y="254"/>
                  </a:cubicBezTo>
                  <a:cubicBezTo>
                    <a:pt x="369" y="286"/>
                    <a:pt x="281" y="330"/>
                    <a:pt x="201" y="386"/>
                  </a:cubicBezTo>
                  <a:cubicBezTo>
                    <a:pt x="125" y="442"/>
                    <a:pt x="57" y="510"/>
                    <a:pt x="1" y="594"/>
                  </a:cubicBezTo>
                  <a:lnTo>
                    <a:pt x="13" y="602"/>
                  </a:lnTo>
                  <a:cubicBezTo>
                    <a:pt x="77" y="534"/>
                    <a:pt x="149" y="474"/>
                    <a:pt x="229" y="430"/>
                  </a:cubicBezTo>
                  <a:cubicBezTo>
                    <a:pt x="309" y="386"/>
                    <a:pt x="397" y="350"/>
                    <a:pt x="485" y="330"/>
                  </a:cubicBezTo>
                  <a:cubicBezTo>
                    <a:pt x="626" y="299"/>
                    <a:pt x="769" y="282"/>
                    <a:pt x="915" y="282"/>
                  </a:cubicBezTo>
                  <a:cubicBezTo>
                    <a:pt x="955" y="282"/>
                    <a:pt x="996" y="284"/>
                    <a:pt x="1037" y="286"/>
                  </a:cubicBezTo>
                  <a:cubicBezTo>
                    <a:pt x="1061" y="288"/>
                    <a:pt x="1086" y="289"/>
                    <a:pt x="1111" y="289"/>
                  </a:cubicBezTo>
                  <a:cubicBezTo>
                    <a:pt x="1136" y="289"/>
                    <a:pt x="1161" y="288"/>
                    <a:pt x="1185" y="286"/>
                  </a:cubicBezTo>
                  <a:cubicBezTo>
                    <a:pt x="1237" y="278"/>
                    <a:pt x="1285" y="266"/>
                    <a:pt x="1329" y="258"/>
                  </a:cubicBezTo>
                  <a:cubicBezTo>
                    <a:pt x="1421" y="234"/>
                    <a:pt x="1513" y="210"/>
                    <a:pt x="1605" y="194"/>
                  </a:cubicBezTo>
                  <a:cubicBezTo>
                    <a:pt x="1693" y="178"/>
                    <a:pt x="1785" y="162"/>
                    <a:pt x="1873" y="154"/>
                  </a:cubicBezTo>
                  <a:cubicBezTo>
                    <a:pt x="1919" y="150"/>
                    <a:pt x="1964" y="148"/>
                    <a:pt x="2008" y="148"/>
                  </a:cubicBezTo>
                  <a:cubicBezTo>
                    <a:pt x="2053" y="148"/>
                    <a:pt x="2097" y="150"/>
                    <a:pt x="2141" y="154"/>
                  </a:cubicBezTo>
                  <a:cubicBezTo>
                    <a:pt x="2165" y="154"/>
                    <a:pt x="2185" y="158"/>
                    <a:pt x="2209" y="162"/>
                  </a:cubicBezTo>
                  <a:cubicBezTo>
                    <a:pt x="2229" y="166"/>
                    <a:pt x="2249" y="170"/>
                    <a:pt x="2269" y="174"/>
                  </a:cubicBezTo>
                  <a:lnTo>
                    <a:pt x="2329" y="194"/>
                  </a:lnTo>
                  <a:lnTo>
                    <a:pt x="2393" y="222"/>
                  </a:lnTo>
                  <a:cubicBezTo>
                    <a:pt x="2469" y="258"/>
                    <a:pt x="2533" y="310"/>
                    <a:pt x="2585" y="378"/>
                  </a:cubicBezTo>
                  <a:cubicBezTo>
                    <a:pt x="2613" y="414"/>
                    <a:pt x="2637" y="450"/>
                    <a:pt x="2661" y="486"/>
                  </a:cubicBezTo>
                  <a:cubicBezTo>
                    <a:pt x="2685" y="526"/>
                    <a:pt x="2709" y="566"/>
                    <a:pt x="2725" y="606"/>
                  </a:cubicBezTo>
                  <a:cubicBezTo>
                    <a:pt x="2745" y="650"/>
                    <a:pt x="2761" y="690"/>
                    <a:pt x="2777" y="734"/>
                  </a:cubicBezTo>
                  <a:cubicBezTo>
                    <a:pt x="2797" y="778"/>
                    <a:pt x="2813" y="818"/>
                    <a:pt x="2825" y="862"/>
                  </a:cubicBezTo>
                  <a:cubicBezTo>
                    <a:pt x="2857" y="954"/>
                    <a:pt x="2881" y="1042"/>
                    <a:pt x="2901" y="1134"/>
                  </a:cubicBezTo>
                  <a:cubicBezTo>
                    <a:pt x="2921" y="1226"/>
                    <a:pt x="2933" y="1318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lnTo>
                    <a:pt x="2953" y="1622"/>
                  </a:ln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80"/>
                    <a:pt x="3038" y="1856"/>
                    <a:pt x="3098" y="1920"/>
                  </a:cubicBezTo>
                  <a:lnTo>
                    <a:pt x="3098" y="1920"/>
                  </a:lnTo>
                  <a:lnTo>
                    <a:pt x="3049" y="1942"/>
                  </a:lnTo>
                  <a:lnTo>
                    <a:pt x="2977" y="1982"/>
                  </a:lnTo>
                  <a:cubicBezTo>
                    <a:pt x="2929" y="2014"/>
                    <a:pt x="2881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29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6"/>
                  </a:lnTo>
                  <a:cubicBezTo>
                    <a:pt x="2169" y="2870"/>
                    <a:pt x="2129" y="2886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4"/>
                    <a:pt x="1621" y="2822"/>
                  </a:cubicBezTo>
                  <a:cubicBezTo>
                    <a:pt x="1573" y="2806"/>
                    <a:pt x="1521" y="2786"/>
                    <a:pt x="1473" y="2766"/>
                  </a:cubicBezTo>
                  <a:cubicBezTo>
                    <a:pt x="1421" y="2746"/>
                    <a:pt x="1373" y="2722"/>
                    <a:pt x="1325" y="2694"/>
                  </a:cubicBezTo>
                  <a:cubicBezTo>
                    <a:pt x="1229" y="2642"/>
                    <a:pt x="1121" y="2602"/>
                    <a:pt x="1013" y="2578"/>
                  </a:cubicBezTo>
                  <a:lnTo>
                    <a:pt x="1009" y="2590"/>
                  </a:lnTo>
                  <a:cubicBezTo>
                    <a:pt x="1109" y="2634"/>
                    <a:pt x="1205" y="2686"/>
                    <a:pt x="1297" y="2746"/>
                  </a:cubicBezTo>
                  <a:cubicBezTo>
                    <a:pt x="1341" y="2782"/>
                    <a:pt x="1389" y="2810"/>
                    <a:pt x="1441" y="2838"/>
                  </a:cubicBezTo>
                  <a:cubicBezTo>
                    <a:pt x="1489" y="2862"/>
                    <a:pt x="1541" y="2886"/>
                    <a:pt x="1597" y="2906"/>
                  </a:cubicBezTo>
                  <a:cubicBezTo>
                    <a:pt x="1701" y="2950"/>
                    <a:pt x="1813" y="2978"/>
                    <a:pt x="1925" y="2998"/>
                  </a:cubicBezTo>
                  <a:cubicBezTo>
                    <a:pt x="1969" y="3004"/>
                    <a:pt x="2013" y="3008"/>
                    <a:pt x="2055" y="3008"/>
                  </a:cubicBezTo>
                  <a:cubicBezTo>
                    <a:pt x="2070" y="3008"/>
                    <a:pt x="2086" y="3008"/>
                    <a:pt x="2101" y="3006"/>
                  </a:cubicBezTo>
                  <a:cubicBezTo>
                    <a:pt x="2173" y="3002"/>
                    <a:pt x="2241" y="2974"/>
                    <a:pt x="2293" y="2930"/>
                  </a:cubicBezTo>
                  <a:lnTo>
                    <a:pt x="2321" y="2898"/>
                  </a:lnTo>
                  <a:lnTo>
                    <a:pt x="2349" y="2862"/>
                  </a:lnTo>
                  <a:cubicBezTo>
                    <a:pt x="2369" y="2838"/>
                    <a:pt x="2385" y="2818"/>
                    <a:pt x="2401" y="2794"/>
                  </a:cubicBezTo>
                  <a:lnTo>
                    <a:pt x="2493" y="2658"/>
                  </a:lnTo>
                  <a:cubicBezTo>
                    <a:pt x="2557" y="2566"/>
                    <a:pt x="2617" y="2474"/>
                    <a:pt x="2677" y="2386"/>
                  </a:cubicBezTo>
                  <a:cubicBezTo>
                    <a:pt x="2713" y="2342"/>
                    <a:pt x="2745" y="2298"/>
                    <a:pt x="2777" y="2258"/>
                  </a:cubicBezTo>
                  <a:cubicBezTo>
                    <a:pt x="2813" y="2214"/>
                    <a:pt x="2849" y="2174"/>
                    <a:pt x="2885" y="2134"/>
                  </a:cubicBezTo>
                  <a:cubicBezTo>
                    <a:pt x="2925" y="2098"/>
                    <a:pt x="2965" y="2062"/>
                    <a:pt x="3005" y="2030"/>
                  </a:cubicBezTo>
                  <a:lnTo>
                    <a:pt x="3073" y="1982"/>
                  </a:lnTo>
                  <a:lnTo>
                    <a:pt x="3145" y="1946"/>
                  </a:lnTo>
                  <a:lnTo>
                    <a:pt x="3173" y="1930"/>
                  </a:lnTo>
                  <a:lnTo>
                    <a:pt x="3153" y="1910"/>
                  </a:lnTo>
                  <a:cubicBezTo>
                    <a:pt x="3085" y="1846"/>
                    <a:pt x="3033" y="1770"/>
                    <a:pt x="3005" y="1682"/>
                  </a:cubicBezTo>
                  <a:cubicBezTo>
                    <a:pt x="3001" y="1662"/>
                    <a:pt x="2997" y="1638"/>
                    <a:pt x="2997" y="1618"/>
                  </a:cubicBezTo>
                  <a:cubicBezTo>
                    <a:pt x="2993" y="1606"/>
                    <a:pt x="2993" y="1598"/>
                    <a:pt x="2997" y="1586"/>
                  </a:cubicBezTo>
                  <a:lnTo>
                    <a:pt x="2997" y="1550"/>
                  </a:lnTo>
                  <a:cubicBezTo>
                    <a:pt x="3001" y="1502"/>
                    <a:pt x="2997" y="1454"/>
                    <a:pt x="2997" y="1406"/>
                  </a:cubicBezTo>
                  <a:cubicBezTo>
                    <a:pt x="2989" y="1310"/>
                    <a:pt x="2981" y="1214"/>
                    <a:pt x="2969" y="1122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93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5" y="302"/>
                  </a:cubicBezTo>
                  <a:cubicBezTo>
                    <a:pt x="2625" y="214"/>
                    <a:pt x="2541" y="146"/>
                    <a:pt x="2449" y="98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5" y="34"/>
                    <a:pt x="2261" y="26"/>
                    <a:pt x="2233" y="22"/>
                  </a:cubicBezTo>
                  <a:cubicBezTo>
                    <a:pt x="2209" y="18"/>
                    <a:pt x="2185" y="10"/>
                    <a:pt x="2157" y="10"/>
                  </a:cubicBezTo>
                  <a:cubicBezTo>
                    <a:pt x="2104" y="4"/>
                    <a:pt x="2050" y="1"/>
                    <a:pt x="19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2403919" y="1908100"/>
              <a:ext cx="864158" cy="805326"/>
            </a:xfrm>
            <a:custGeom>
              <a:avLst/>
              <a:gdLst/>
              <a:ahLst/>
              <a:cxnLst/>
              <a:rect l="l" t="t" r="r" b="b"/>
              <a:pathLst>
                <a:path w="4289" h="3997" extrusionOk="0">
                  <a:moveTo>
                    <a:pt x="3541" y="0"/>
                  </a:moveTo>
                  <a:lnTo>
                    <a:pt x="3509" y="4"/>
                  </a:lnTo>
                  <a:cubicBezTo>
                    <a:pt x="3369" y="16"/>
                    <a:pt x="3229" y="28"/>
                    <a:pt x="3089" y="36"/>
                  </a:cubicBezTo>
                  <a:cubicBezTo>
                    <a:pt x="3055" y="38"/>
                    <a:pt x="3021" y="39"/>
                    <a:pt x="2986" y="39"/>
                  </a:cubicBezTo>
                  <a:cubicBezTo>
                    <a:pt x="2952" y="39"/>
                    <a:pt x="2917" y="38"/>
                    <a:pt x="2881" y="36"/>
                  </a:cubicBezTo>
                  <a:cubicBezTo>
                    <a:pt x="2809" y="32"/>
                    <a:pt x="2741" y="32"/>
                    <a:pt x="2669" y="32"/>
                  </a:cubicBezTo>
                  <a:cubicBezTo>
                    <a:pt x="2620" y="31"/>
                    <a:pt x="2571" y="30"/>
                    <a:pt x="2523" y="30"/>
                  </a:cubicBezTo>
                  <a:cubicBezTo>
                    <a:pt x="2287" y="30"/>
                    <a:pt x="2053" y="46"/>
                    <a:pt x="1821" y="72"/>
                  </a:cubicBezTo>
                  <a:cubicBezTo>
                    <a:pt x="1677" y="88"/>
                    <a:pt x="1533" y="116"/>
                    <a:pt x="1397" y="160"/>
                  </a:cubicBezTo>
                  <a:cubicBezTo>
                    <a:pt x="1361" y="172"/>
                    <a:pt x="1325" y="184"/>
                    <a:pt x="1293" y="200"/>
                  </a:cubicBezTo>
                  <a:cubicBezTo>
                    <a:pt x="1261" y="212"/>
                    <a:pt x="1225" y="236"/>
                    <a:pt x="1193" y="252"/>
                  </a:cubicBezTo>
                  <a:cubicBezTo>
                    <a:pt x="1165" y="268"/>
                    <a:pt x="1133" y="292"/>
                    <a:pt x="1105" y="304"/>
                  </a:cubicBezTo>
                  <a:cubicBezTo>
                    <a:pt x="1077" y="320"/>
                    <a:pt x="1045" y="332"/>
                    <a:pt x="1017" y="344"/>
                  </a:cubicBezTo>
                  <a:cubicBezTo>
                    <a:pt x="885" y="392"/>
                    <a:pt x="753" y="428"/>
                    <a:pt x="617" y="456"/>
                  </a:cubicBezTo>
                  <a:cubicBezTo>
                    <a:pt x="541" y="476"/>
                    <a:pt x="469" y="508"/>
                    <a:pt x="401" y="548"/>
                  </a:cubicBezTo>
                  <a:cubicBezTo>
                    <a:pt x="337" y="592"/>
                    <a:pt x="277" y="652"/>
                    <a:pt x="233" y="720"/>
                  </a:cubicBezTo>
                  <a:cubicBezTo>
                    <a:pt x="213" y="748"/>
                    <a:pt x="197" y="784"/>
                    <a:pt x="177" y="816"/>
                  </a:cubicBezTo>
                  <a:cubicBezTo>
                    <a:pt x="161" y="848"/>
                    <a:pt x="145" y="884"/>
                    <a:pt x="133" y="920"/>
                  </a:cubicBezTo>
                  <a:cubicBezTo>
                    <a:pt x="105" y="988"/>
                    <a:pt x="81" y="1060"/>
                    <a:pt x="65" y="1128"/>
                  </a:cubicBezTo>
                  <a:cubicBezTo>
                    <a:pt x="29" y="1272"/>
                    <a:pt x="13" y="1416"/>
                    <a:pt x="9" y="1564"/>
                  </a:cubicBezTo>
                  <a:cubicBezTo>
                    <a:pt x="1" y="1708"/>
                    <a:pt x="13" y="1856"/>
                    <a:pt x="45" y="1996"/>
                  </a:cubicBezTo>
                  <a:cubicBezTo>
                    <a:pt x="77" y="2140"/>
                    <a:pt x="125" y="2280"/>
                    <a:pt x="189" y="2408"/>
                  </a:cubicBezTo>
                  <a:cubicBezTo>
                    <a:pt x="245" y="2540"/>
                    <a:pt x="313" y="2664"/>
                    <a:pt x="373" y="2788"/>
                  </a:cubicBezTo>
                  <a:cubicBezTo>
                    <a:pt x="489" y="3040"/>
                    <a:pt x="525" y="3320"/>
                    <a:pt x="481" y="3592"/>
                  </a:cubicBezTo>
                  <a:cubicBezTo>
                    <a:pt x="465" y="3660"/>
                    <a:pt x="457" y="3732"/>
                    <a:pt x="457" y="3804"/>
                  </a:cubicBezTo>
                  <a:cubicBezTo>
                    <a:pt x="469" y="3880"/>
                    <a:pt x="505" y="3948"/>
                    <a:pt x="557" y="3996"/>
                  </a:cubicBezTo>
                  <a:lnTo>
                    <a:pt x="569" y="3988"/>
                  </a:lnTo>
                  <a:cubicBezTo>
                    <a:pt x="525" y="3936"/>
                    <a:pt x="497" y="3872"/>
                    <a:pt x="493" y="3804"/>
                  </a:cubicBezTo>
                  <a:cubicBezTo>
                    <a:pt x="497" y="3736"/>
                    <a:pt x="513" y="3668"/>
                    <a:pt x="533" y="3604"/>
                  </a:cubicBezTo>
                  <a:cubicBezTo>
                    <a:pt x="549" y="3532"/>
                    <a:pt x="561" y="3464"/>
                    <a:pt x="569" y="3392"/>
                  </a:cubicBezTo>
                  <a:cubicBezTo>
                    <a:pt x="569" y="3352"/>
                    <a:pt x="565" y="3316"/>
                    <a:pt x="569" y="3280"/>
                  </a:cubicBezTo>
                  <a:cubicBezTo>
                    <a:pt x="569" y="3248"/>
                    <a:pt x="561" y="3208"/>
                    <a:pt x="561" y="3176"/>
                  </a:cubicBezTo>
                  <a:cubicBezTo>
                    <a:pt x="553" y="3028"/>
                    <a:pt x="517" y="2888"/>
                    <a:pt x="461" y="2752"/>
                  </a:cubicBezTo>
                  <a:cubicBezTo>
                    <a:pt x="409" y="2616"/>
                    <a:pt x="341" y="2492"/>
                    <a:pt x="293" y="2364"/>
                  </a:cubicBezTo>
                  <a:cubicBezTo>
                    <a:pt x="237" y="2240"/>
                    <a:pt x="197" y="2108"/>
                    <a:pt x="169" y="1976"/>
                  </a:cubicBezTo>
                  <a:cubicBezTo>
                    <a:pt x="149" y="1840"/>
                    <a:pt x="141" y="1704"/>
                    <a:pt x="145" y="1568"/>
                  </a:cubicBezTo>
                  <a:cubicBezTo>
                    <a:pt x="153" y="1436"/>
                    <a:pt x="173" y="1300"/>
                    <a:pt x="205" y="1168"/>
                  </a:cubicBezTo>
                  <a:cubicBezTo>
                    <a:pt x="221" y="1104"/>
                    <a:pt x="241" y="1040"/>
                    <a:pt x="269" y="976"/>
                  </a:cubicBezTo>
                  <a:cubicBezTo>
                    <a:pt x="277" y="944"/>
                    <a:pt x="293" y="916"/>
                    <a:pt x="305" y="888"/>
                  </a:cubicBezTo>
                  <a:cubicBezTo>
                    <a:pt x="321" y="860"/>
                    <a:pt x="337" y="832"/>
                    <a:pt x="357" y="804"/>
                  </a:cubicBezTo>
                  <a:cubicBezTo>
                    <a:pt x="425" y="700"/>
                    <a:pt x="533" y="624"/>
                    <a:pt x="657" y="596"/>
                  </a:cubicBezTo>
                  <a:cubicBezTo>
                    <a:pt x="797" y="564"/>
                    <a:pt x="933" y="520"/>
                    <a:pt x="1065" y="468"/>
                  </a:cubicBezTo>
                  <a:cubicBezTo>
                    <a:pt x="1101" y="456"/>
                    <a:pt x="1133" y="440"/>
                    <a:pt x="1165" y="420"/>
                  </a:cubicBezTo>
                  <a:cubicBezTo>
                    <a:pt x="1201" y="400"/>
                    <a:pt x="1233" y="376"/>
                    <a:pt x="1261" y="364"/>
                  </a:cubicBezTo>
                  <a:cubicBezTo>
                    <a:pt x="1289" y="348"/>
                    <a:pt x="1313" y="332"/>
                    <a:pt x="1345" y="316"/>
                  </a:cubicBezTo>
                  <a:cubicBezTo>
                    <a:pt x="1377" y="304"/>
                    <a:pt x="1405" y="292"/>
                    <a:pt x="1437" y="280"/>
                  </a:cubicBezTo>
                  <a:cubicBezTo>
                    <a:pt x="1565" y="236"/>
                    <a:pt x="1701" y="204"/>
                    <a:pt x="1837" y="184"/>
                  </a:cubicBezTo>
                  <a:cubicBezTo>
                    <a:pt x="2113" y="140"/>
                    <a:pt x="2393" y="112"/>
                    <a:pt x="2669" y="104"/>
                  </a:cubicBezTo>
                  <a:cubicBezTo>
                    <a:pt x="2720" y="101"/>
                    <a:pt x="2771" y="98"/>
                    <a:pt x="2820" y="98"/>
                  </a:cubicBezTo>
                  <a:cubicBezTo>
                    <a:pt x="2841" y="98"/>
                    <a:pt x="2861" y="99"/>
                    <a:pt x="2881" y="100"/>
                  </a:cubicBezTo>
                  <a:cubicBezTo>
                    <a:pt x="2949" y="100"/>
                    <a:pt x="3025" y="96"/>
                    <a:pt x="3093" y="92"/>
                  </a:cubicBezTo>
                  <a:cubicBezTo>
                    <a:pt x="3226" y="81"/>
                    <a:pt x="3356" y="70"/>
                    <a:pt x="3486" y="56"/>
                  </a:cubicBezTo>
                  <a:lnTo>
                    <a:pt x="3486" y="56"/>
                  </a:lnTo>
                  <a:cubicBezTo>
                    <a:pt x="3466" y="145"/>
                    <a:pt x="3456" y="235"/>
                    <a:pt x="3453" y="324"/>
                  </a:cubicBezTo>
                  <a:cubicBezTo>
                    <a:pt x="3449" y="424"/>
                    <a:pt x="3453" y="528"/>
                    <a:pt x="3473" y="628"/>
                  </a:cubicBezTo>
                  <a:cubicBezTo>
                    <a:pt x="3481" y="680"/>
                    <a:pt x="3493" y="728"/>
                    <a:pt x="3509" y="780"/>
                  </a:cubicBezTo>
                  <a:lnTo>
                    <a:pt x="3541" y="852"/>
                  </a:lnTo>
                  <a:lnTo>
                    <a:pt x="3573" y="920"/>
                  </a:lnTo>
                  <a:cubicBezTo>
                    <a:pt x="3625" y="1008"/>
                    <a:pt x="3669" y="1096"/>
                    <a:pt x="3709" y="1184"/>
                  </a:cubicBezTo>
                  <a:cubicBezTo>
                    <a:pt x="3753" y="1276"/>
                    <a:pt x="3793" y="1368"/>
                    <a:pt x="3829" y="1460"/>
                  </a:cubicBezTo>
                  <a:cubicBezTo>
                    <a:pt x="3869" y="1552"/>
                    <a:pt x="3905" y="1644"/>
                    <a:pt x="3941" y="1736"/>
                  </a:cubicBezTo>
                  <a:cubicBezTo>
                    <a:pt x="3973" y="1828"/>
                    <a:pt x="4009" y="1924"/>
                    <a:pt x="4041" y="2016"/>
                  </a:cubicBezTo>
                  <a:cubicBezTo>
                    <a:pt x="4069" y="2112"/>
                    <a:pt x="4101" y="2204"/>
                    <a:pt x="4125" y="2300"/>
                  </a:cubicBezTo>
                  <a:cubicBezTo>
                    <a:pt x="4145" y="2392"/>
                    <a:pt x="4161" y="2484"/>
                    <a:pt x="4169" y="2576"/>
                  </a:cubicBezTo>
                  <a:cubicBezTo>
                    <a:pt x="4169" y="2672"/>
                    <a:pt x="4149" y="2764"/>
                    <a:pt x="4113" y="2852"/>
                  </a:cubicBezTo>
                  <a:cubicBezTo>
                    <a:pt x="4049" y="3032"/>
                    <a:pt x="3937" y="3192"/>
                    <a:pt x="3789" y="3312"/>
                  </a:cubicBezTo>
                  <a:cubicBezTo>
                    <a:pt x="3717" y="3372"/>
                    <a:pt x="3633" y="3420"/>
                    <a:pt x="3545" y="3448"/>
                  </a:cubicBezTo>
                  <a:cubicBezTo>
                    <a:pt x="3525" y="3456"/>
                    <a:pt x="3497" y="3464"/>
                    <a:pt x="3473" y="3468"/>
                  </a:cubicBezTo>
                  <a:lnTo>
                    <a:pt x="3401" y="3484"/>
                  </a:lnTo>
                  <a:cubicBezTo>
                    <a:pt x="3349" y="3496"/>
                    <a:pt x="3301" y="3512"/>
                    <a:pt x="3253" y="3532"/>
                  </a:cubicBezTo>
                  <a:cubicBezTo>
                    <a:pt x="3157" y="3568"/>
                    <a:pt x="3065" y="3612"/>
                    <a:pt x="2977" y="3664"/>
                  </a:cubicBezTo>
                  <a:cubicBezTo>
                    <a:pt x="2893" y="3716"/>
                    <a:pt x="2809" y="3772"/>
                    <a:pt x="2733" y="3840"/>
                  </a:cubicBezTo>
                  <a:lnTo>
                    <a:pt x="2737" y="3848"/>
                  </a:lnTo>
                  <a:cubicBezTo>
                    <a:pt x="2821" y="3792"/>
                    <a:pt x="2905" y="3740"/>
                    <a:pt x="2997" y="3696"/>
                  </a:cubicBezTo>
                  <a:cubicBezTo>
                    <a:pt x="3085" y="3652"/>
                    <a:pt x="3177" y="3616"/>
                    <a:pt x="3269" y="3588"/>
                  </a:cubicBezTo>
                  <a:cubicBezTo>
                    <a:pt x="3317" y="3576"/>
                    <a:pt x="3361" y="3564"/>
                    <a:pt x="3413" y="3552"/>
                  </a:cubicBezTo>
                  <a:lnTo>
                    <a:pt x="3485" y="3540"/>
                  </a:lnTo>
                  <a:cubicBezTo>
                    <a:pt x="3509" y="3536"/>
                    <a:pt x="3537" y="3532"/>
                    <a:pt x="3561" y="3524"/>
                  </a:cubicBezTo>
                  <a:cubicBezTo>
                    <a:pt x="3665" y="3496"/>
                    <a:pt x="3761" y="3452"/>
                    <a:pt x="3845" y="3388"/>
                  </a:cubicBezTo>
                  <a:cubicBezTo>
                    <a:pt x="4017" y="3260"/>
                    <a:pt x="4145" y="3088"/>
                    <a:pt x="4221" y="2892"/>
                  </a:cubicBezTo>
                  <a:cubicBezTo>
                    <a:pt x="4261" y="2792"/>
                    <a:pt x="4285" y="2688"/>
                    <a:pt x="4289" y="2580"/>
                  </a:cubicBezTo>
                  <a:cubicBezTo>
                    <a:pt x="4285" y="2476"/>
                    <a:pt x="4269" y="2368"/>
                    <a:pt x="4241" y="2264"/>
                  </a:cubicBezTo>
                  <a:cubicBezTo>
                    <a:pt x="4213" y="2168"/>
                    <a:pt x="4185" y="2068"/>
                    <a:pt x="4149" y="1972"/>
                  </a:cubicBezTo>
                  <a:cubicBezTo>
                    <a:pt x="4117" y="1880"/>
                    <a:pt x="4081" y="1784"/>
                    <a:pt x="4041" y="1692"/>
                  </a:cubicBezTo>
                  <a:cubicBezTo>
                    <a:pt x="4001" y="1600"/>
                    <a:pt x="3957" y="1508"/>
                    <a:pt x="3913" y="1416"/>
                  </a:cubicBezTo>
                  <a:cubicBezTo>
                    <a:pt x="3869" y="1324"/>
                    <a:pt x="3821" y="1236"/>
                    <a:pt x="3777" y="1148"/>
                  </a:cubicBezTo>
                  <a:cubicBezTo>
                    <a:pt x="3729" y="1060"/>
                    <a:pt x="3681" y="968"/>
                    <a:pt x="3625" y="888"/>
                  </a:cubicBezTo>
                  <a:lnTo>
                    <a:pt x="3589" y="820"/>
                  </a:lnTo>
                  <a:cubicBezTo>
                    <a:pt x="3577" y="800"/>
                    <a:pt x="3569" y="780"/>
                    <a:pt x="3561" y="756"/>
                  </a:cubicBezTo>
                  <a:cubicBezTo>
                    <a:pt x="3545" y="712"/>
                    <a:pt x="3529" y="664"/>
                    <a:pt x="3517" y="616"/>
                  </a:cubicBezTo>
                  <a:cubicBezTo>
                    <a:pt x="3501" y="520"/>
                    <a:pt x="3493" y="420"/>
                    <a:pt x="3497" y="324"/>
                  </a:cubicBezTo>
                  <a:cubicBezTo>
                    <a:pt x="3497" y="224"/>
                    <a:pt x="3513" y="128"/>
                    <a:pt x="3533" y="32"/>
                  </a:cubicBezTo>
                  <a:lnTo>
                    <a:pt x="35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1737410" y="2169625"/>
              <a:ext cx="773894" cy="711838"/>
            </a:xfrm>
            <a:custGeom>
              <a:avLst/>
              <a:gdLst/>
              <a:ahLst/>
              <a:cxnLst/>
              <a:rect l="l" t="t" r="r" b="b"/>
              <a:pathLst>
                <a:path w="3841" h="3533" extrusionOk="0">
                  <a:moveTo>
                    <a:pt x="1907" y="1"/>
                  </a:moveTo>
                  <a:cubicBezTo>
                    <a:pt x="1880" y="1"/>
                    <a:pt x="1852" y="1"/>
                    <a:pt x="1825" y="2"/>
                  </a:cubicBezTo>
                  <a:cubicBezTo>
                    <a:pt x="1721" y="2"/>
                    <a:pt x="1621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6" y="126"/>
                    <a:pt x="828" y="142"/>
                    <a:pt x="780" y="158"/>
                  </a:cubicBezTo>
                  <a:lnTo>
                    <a:pt x="640" y="214"/>
                  </a:lnTo>
                  <a:cubicBezTo>
                    <a:pt x="548" y="254"/>
                    <a:pt x="452" y="282"/>
                    <a:pt x="356" y="298"/>
                  </a:cubicBezTo>
                  <a:cubicBezTo>
                    <a:pt x="306" y="311"/>
                    <a:pt x="253" y="317"/>
                    <a:pt x="199" y="317"/>
                  </a:cubicBezTo>
                  <a:cubicBezTo>
                    <a:pt x="156" y="317"/>
                    <a:pt x="112" y="313"/>
                    <a:pt x="68" y="306"/>
                  </a:cubicBezTo>
                  <a:lnTo>
                    <a:pt x="0" y="294"/>
                  </a:lnTo>
                  <a:lnTo>
                    <a:pt x="40" y="354"/>
                  </a:lnTo>
                  <a:cubicBezTo>
                    <a:pt x="96" y="446"/>
                    <a:pt x="132" y="550"/>
                    <a:pt x="144" y="662"/>
                  </a:cubicBezTo>
                  <a:cubicBezTo>
                    <a:pt x="156" y="770"/>
                    <a:pt x="148" y="878"/>
                    <a:pt x="120" y="986"/>
                  </a:cubicBezTo>
                  <a:lnTo>
                    <a:pt x="100" y="1070"/>
                  </a:lnTo>
                  <a:lnTo>
                    <a:pt x="84" y="1158"/>
                  </a:lnTo>
                  <a:cubicBezTo>
                    <a:pt x="80" y="1218"/>
                    <a:pt x="72" y="1278"/>
                    <a:pt x="72" y="1334"/>
                  </a:cubicBezTo>
                  <a:cubicBezTo>
                    <a:pt x="68" y="1454"/>
                    <a:pt x="80" y="1574"/>
                    <a:pt x="104" y="1690"/>
                  </a:cubicBezTo>
                  <a:cubicBezTo>
                    <a:pt x="128" y="1810"/>
                    <a:pt x="172" y="1922"/>
                    <a:pt x="232" y="2030"/>
                  </a:cubicBezTo>
                  <a:cubicBezTo>
                    <a:pt x="296" y="2134"/>
                    <a:pt x="372" y="2230"/>
                    <a:pt x="468" y="2306"/>
                  </a:cubicBezTo>
                  <a:lnTo>
                    <a:pt x="540" y="2362"/>
                  </a:lnTo>
                  <a:cubicBezTo>
                    <a:pt x="564" y="2382"/>
                    <a:pt x="592" y="2398"/>
                    <a:pt x="616" y="2414"/>
                  </a:cubicBezTo>
                  <a:cubicBezTo>
                    <a:pt x="668" y="2446"/>
                    <a:pt x="724" y="2470"/>
                    <a:pt x="780" y="2494"/>
                  </a:cubicBezTo>
                  <a:cubicBezTo>
                    <a:pt x="888" y="2542"/>
                    <a:pt x="996" y="2578"/>
                    <a:pt x="1104" y="2614"/>
                  </a:cubicBezTo>
                  <a:cubicBezTo>
                    <a:pt x="1324" y="2690"/>
                    <a:pt x="1544" y="2754"/>
                    <a:pt x="1757" y="2834"/>
                  </a:cubicBezTo>
                  <a:cubicBezTo>
                    <a:pt x="1861" y="2874"/>
                    <a:pt x="1965" y="2914"/>
                    <a:pt x="2065" y="2966"/>
                  </a:cubicBezTo>
                  <a:cubicBezTo>
                    <a:pt x="2165" y="3014"/>
                    <a:pt x="2257" y="3074"/>
                    <a:pt x="2341" y="3142"/>
                  </a:cubicBezTo>
                  <a:cubicBezTo>
                    <a:pt x="2381" y="3178"/>
                    <a:pt x="2421" y="3218"/>
                    <a:pt x="2457" y="3258"/>
                  </a:cubicBezTo>
                  <a:lnTo>
                    <a:pt x="2481" y="3290"/>
                  </a:lnTo>
                  <a:lnTo>
                    <a:pt x="2489" y="3298"/>
                  </a:lnTo>
                  <a:lnTo>
                    <a:pt x="2493" y="3302"/>
                  </a:lnTo>
                  <a:lnTo>
                    <a:pt x="2501" y="3310"/>
                  </a:lnTo>
                  <a:lnTo>
                    <a:pt x="2517" y="3326"/>
                  </a:lnTo>
                  <a:cubicBezTo>
                    <a:pt x="2533" y="3346"/>
                    <a:pt x="2557" y="3370"/>
                    <a:pt x="2581" y="3390"/>
                  </a:cubicBezTo>
                  <a:cubicBezTo>
                    <a:pt x="2677" y="3466"/>
                    <a:pt x="2793" y="3514"/>
                    <a:pt x="2917" y="3526"/>
                  </a:cubicBezTo>
                  <a:cubicBezTo>
                    <a:pt x="2958" y="3531"/>
                    <a:pt x="3000" y="3533"/>
                    <a:pt x="3042" y="3533"/>
                  </a:cubicBezTo>
                  <a:cubicBezTo>
                    <a:pt x="3118" y="3533"/>
                    <a:pt x="3193" y="3526"/>
                    <a:pt x="3265" y="3510"/>
                  </a:cubicBezTo>
                  <a:cubicBezTo>
                    <a:pt x="3381" y="3490"/>
                    <a:pt x="3493" y="3454"/>
                    <a:pt x="3597" y="3410"/>
                  </a:cubicBezTo>
                  <a:lnTo>
                    <a:pt x="3593" y="3398"/>
                  </a:lnTo>
                  <a:cubicBezTo>
                    <a:pt x="3485" y="3430"/>
                    <a:pt x="3373" y="3454"/>
                    <a:pt x="3261" y="3466"/>
                  </a:cubicBezTo>
                  <a:cubicBezTo>
                    <a:pt x="3219" y="3471"/>
                    <a:pt x="3177" y="3473"/>
                    <a:pt x="3135" y="3473"/>
                  </a:cubicBezTo>
                  <a:cubicBezTo>
                    <a:pt x="3065" y="3473"/>
                    <a:pt x="2996" y="3467"/>
                    <a:pt x="2929" y="3454"/>
                  </a:cubicBezTo>
                  <a:cubicBezTo>
                    <a:pt x="2821" y="3438"/>
                    <a:pt x="2725" y="3390"/>
                    <a:pt x="2645" y="3322"/>
                  </a:cubicBezTo>
                  <a:cubicBezTo>
                    <a:pt x="2625" y="3302"/>
                    <a:pt x="2605" y="3282"/>
                    <a:pt x="2589" y="3262"/>
                  </a:cubicBezTo>
                  <a:lnTo>
                    <a:pt x="2565" y="3230"/>
                  </a:lnTo>
                  <a:lnTo>
                    <a:pt x="2537" y="3194"/>
                  </a:lnTo>
                  <a:cubicBezTo>
                    <a:pt x="2501" y="3146"/>
                    <a:pt x="2457" y="3102"/>
                    <a:pt x="2413" y="3062"/>
                  </a:cubicBezTo>
                  <a:cubicBezTo>
                    <a:pt x="2325" y="2982"/>
                    <a:pt x="2229" y="2914"/>
                    <a:pt x="2121" y="2858"/>
                  </a:cubicBezTo>
                  <a:cubicBezTo>
                    <a:pt x="2021" y="2802"/>
                    <a:pt x="1913" y="2750"/>
                    <a:pt x="1805" y="2706"/>
                  </a:cubicBezTo>
                  <a:cubicBezTo>
                    <a:pt x="1588" y="2622"/>
                    <a:pt x="1368" y="2550"/>
                    <a:pt x="1152" y="2478"/>
                  </a:cubicBezTo>
                  <a:lnTo>
                    <a:pt x="992" y="2422"/>
                  </a:lnTo>
                  <a:cubicBezTo>
                    <a:pt x="940" y="2402"/>
                    <a:pt x="880" y="2382"/>
                    <a:pt x="836" y="2362"/>
                  </a:cubicBezTo>
                  <a:cubicBezTo>
                    <a:pt x="784" y="2342"/>
                    <a:pt x="736" y="2318"/>
                    <a:pt x="688" y="2290"/>
                  </a:cubicBezTo>
                  <a:cubicBezTo>
                    <a:pt x="548" y="2214"/>
                    <a:pt x="432" y="2102"/>
                    <a:pt x="348" y="1962"/>
                  </a:cubicBezTo>
                  <a:cubicBezTo>
                    <a:pt x="292" y="1870"/>
                    <a:pt x="248" y="1770"/>
                    <a:pt x="224" y="1662"/>
                  </a:cubicBezTo>
                  <a:cubicBezTo>
                    <a:pt x="196" y="1558"/>
                    <a:pt x="184" y="1446"/>
                    <a:pt x="184" y="1338"/>
                  </a:cubicBezTo>
                  <a:cubicBezTo>
                    <a:pt x="184" y="1282"/>
                    <a:pt x="184" y="1226"/>
                    <a:pt x="192" y="1170"/>
                  </a:cubicBezTo>
                  <a:lnTo>
                    <a:pt x="200" y="1090"/>
                  </a:lnTo>
                  <a:lnTo>
                    <a:pt x="212" y="1006"/>
                  </a:lnTo>
                  <a:cubicBezTo>
                    <a:pt x="236" y="890"/>
                    <a:pt x="240" y="770"/>
                    <a:pt x="220" y="650"/>
                  </a:cubicBezTo>
                  <a:cubicBezTo>
                    <a:pt x="204" y="551"/>
                    <a:pt x="171" y="457"/>
                    <a:pt x="122" y="371"/>
                  </a:cubicBezTo>
                  <a:lnTo>
                    <a:pt x="122" y="371"/>
                  </a:lnTo>
                  <a:cubicBezTo>
                    <a:pt x="132" y="372"/>
                    <a:pt x="142" y="372"/>
                    <a:pt x="153" y="372"/>
                  </a:cubicBezTo>
                  <a:cubicBezTo>
                    <a:pt x="224" y="372"/>
                    <a:pt x="295" y="363"/>
                    <a:pt x="364" y="346"/>
                  </a:cubicBezTo>
                  <a:cubicBezTo>
                    <a:pt x="464" y="326"/>
                    <a:pt x="564" y="294"/>
                    <a:pt x="656" y="254"/>
                  </a:cubicBezTo>
                  <a:cubicBezTo>
                    <a:pt x="700" y="234"/>
                    <a:pt x="748" y="214"/>
                    <a:pt x="792" y="198"/>
                  </a:cubicBezTo>
                  <a:cubicBezTo>
                    <a:pt x="840" y="186"/>
                    <a:pt x="884" y="170"/>
                    <a:pt x="936" y="158"/>
                  </a:cubicBezTo>
                  <a:cubicBezTo>
                    <a:pt x="1032" y="138"/>
                    <a:pt x="1132" y="118"/>
                    <a:pt x="1228" y="110"/>
                  </a:cubicBezTo>
                  <a:cubicBezTo>
                    <a:pt x="1328" y="98"/>
                    <a:pt x="1428" y="90"/>
                    <a:pt x="1528" y="90"/>
                  </a:cubicBezTo>
                  <a:cubicBezTo>
                    <a:pt x="1568" y="89"/>
                    <a:pt x="1609" y="88"/>
                    <a:pt x="1650" y="88"/>
                  </a:cubicBezTo>
                  <a:cubicBezTo>
                    <a:pt x="1707" y="88"/>
                    <a:pt x="1766" y="90"/>
                    <a:pt x="1825" y="94"/>
                  </a:cubicBezTo>
                  <a:cubicBezTo>
                    <a:pt x="1921" y="98"/>
                    <a:pt x="2021" y="106"/>
                    <a:pt x="2117" y="122"/>
                  </a:cubicBezTo>
                  <a:cubicBezTo>
                    <a:pt x="2165" y="130"/>
                    <a:pt x="2213" y="134"/>
                    <a:pt x="2261" y="146"/>
                  </a:cubicBezTo>
                  <a:lnTo>
                    <a:pt x="2333" y="162"/>
                  </a:lnTo>
                  <a:lnTo>
                    <a:pt x="2405" y="178"/>
                  </a:lnTo>
                  <a:cubicBezTo>
                    <a:pt x="2453" y="190"/>
                    <a:pt x="2493" y="206"/>
                    <a:pt x="2537" y="222"/>
                  </a:cubicBezTo>
                  <a:cubicBezTo>
                    <a:pt x="2557" y="230"/>
                    <a:pt x="2581" y="242"/>
                    <a:pt x="2605" y="254"/>
                  </a:cubicBezTo>
                  <a:lnTo>
                    <a:pt x="2633" y="266"/>
                  </a:lnTo>
                  <a:lnTo>
                    <a:pt x="2661" y="286"/>
                  </a:lnTo>
                  <a:cubicBezTo>
                    <a:pt x="2741" y="334"/>
                    <a:pt x="2809" y="398"/>
                    <a:pt x="2861" y="474"/>
                  </a:cubicBezTo>
                  <a:cubicBezTo>
                    <a:pt x="2921" y="554"/>
                    <a:pt x="2969" y="634"/>
                    <a:pt x="3013" y="722"/>
                  </a:cubicBezTo>
                  <a:cubicBezTo>
                    <a:pt x="3057" y="810"/>
                    <a:pt x="3097" y="898"/>
                    <a:pt x="3137" y="990"/>
                  </a:cubicBezTo>
                  <a:lnTo>
                    <a:pt x="3253" y="1266"/>
                  </a:lnTo>
                  <a:cubicBezTo>
                    <a:pt x="3293" y="1362"/>
                    <a:pt x="3341" y="1454"/>
                    <a:pt x="3401" y="1538"/>
                  </a:cubicBezTo>
                  <a:lnTo>
                    <a:pt x="3425" y="1574"/>
                  </a:lnTo>
                  <a:lnTo>
                    <a:pt x="3453" y="1598"/>
                  </a:lnTo>
                  <a:lnTo>
                    <a:pt x="3465" y="1610"/>
                  </a:lnTo>
                  <a:cubicBezTo>
                    <a:pt x="3473" y="1618"/>
                    <a:pt x="3477" y="1622"/>
                    <a:pt x="3485" y="1626"/>
                  </a:cubicBezTo>
                  <a:lnTo>
                    <a:pt x="3513" y="1646"/>
                  </a:lnTo>
                  <a:cubicBezTo>
                    <a:pt x="3553" y="1678"/>
                    <a:pt x="3589" y="1710"/>
                    <a:pt x="3629" y="1742"/>
                  </a:cubicBezTo>
                  <a:cubicBezTo>
                    <a:pt x="3701" y="1810"/>
                    <a:pt x="3769" y="1878"/>
                    <a:pt x="3833" y="1958"/>
                  </a:cubicBezTo>
                  <a:lnTo>
                    <a:pt x="3841" y="1946"/>
                  </a:lnTo>
                  <a:cubicBezTo>
                    <a:pt x="3789" y="1862"/>
                    <a:pt x="3725" y="1782"/>
                    <a:pt x="3657" y="1710"/>
                  </a:cubicBezTo>
                  <a:cubicBezTo>
                    <a:pt x="3621" y="1670"/>
                    <a:pt x="3585" y="1634"/>
                    <a:pt x="3549" y="1602"/>
                  </a:cubicBezTo>
                  <a:lnTo>
                    <a:pt x="3521" y="1574"/>
                  </a:lnTo>
                  <a:cubicBezTo>
                    <a:pt x="3517" y="1570"/>
                    <a:pt x="3513" y="1570"/>
                    <a:pt x="3509" y="1566"/>
                  </a:cubicBezTo>
                  <a:lnTo>
                    <a:pt x="3497" y="1550"/>
                  </a:lnTo>
                  <a:lnTo>
                    <a:pt x="3473" y="1522"/>
                  </a:lnTo>
                  <a:lnTo>
                    <a:pt x="3453" y="1494"/>
                  </a:lnTo>
                  <a:cubicBezTo>
                    <a:pt x="3405" y="1410"/>
                    <a:pt x="3365" y="1322"/>
                    <a:pt x="3333" y="1230"/>
                  </a:cubicBezTo>
                  <a:lnTo>
                    <a:pt x="3233" y="950"/>
                  </a:lnTo>
                  <a:cubicBezTo>
                    <a:pt x="3197" y="854"/>
                    <a:pt x="3157" y="762"/>
                    <a:pt x="3113" y="670"/>
                  </a:cubicBezTo>
                  <a:cubicBezTo>
                    <a:pt x="3069" y="574"/>
                    <a:pt x="3017" y="486"/>
                    <a:pt x="2957" y="402"/>
                  </a:cubicBezTo>
                  <a:cubicBezTo>
                    <a:pt x="2893" y="314"/>
                    <a:pt x="2817" y="238"/>
                    <a:pt x="2725" y="178"/>
                  </a:cubicBezTo>
                  <a:lnTo>
                    <a:pt x="2689" y="154"/>
                  </a:lnTo>
                  <a:lnTo>
                    <a:pt x="2653" y="138"/>
                  </a:lnTo>
                  <a:cubicBezTo>
                    <a:pt x="2629" y="130"/>
                    <a:pt x="2609" y="118"/>
                    <a:pt x="2585" y="106"/>
                  </a:cubicBezTo>
                  <a:cubicBezTo>
                    <a:pt x="2533" y="90"/>
                    <a:pt x="2485" y="74"/>
                    <a:pt x="2433" y="62"/>
                  </a:cubicBezTo>
                  <a:lnTo>
                    <a:pt x="2357" y="42"/>
                  </a:lnTo>
                  <a:lnTo>
                    <a:pt x="2281" y="30"/>
                  </a:lnTo>
                  <a:cubicBezTo>
                    <a:pt x="2229" y="22"/>
                    <a:pt x="2181" y="14"/>
                    <a:pt x="2129" y="10"/>
                  </a:cubicBezTo>
                  <a:cubicBezTo>
                    <a:pt x="2055" y="4"/>
                    <a:pt x="1982" y="1"/>
                    <a:pt x="1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2371682" y="2363452"/>
              <a:ext cx="208131" cy="385436"/>
            </a:xfrm>
            <a:custGeom>
              <a:avLst/>
              <a:gdLst/>
              <a:ahLst/>
              <a:cxnLst/>
              <a:rect l="l" t="t" r="r" b="b"/>
              <a:pathLst>
                <a:path w="1033" h="1913" extrusionOk="0">
                  <a:moveTo>
                    <a:pt x="549" y="0"/>
                  </a:moveTo>
                  <a:cubicBezTo>
                    <a:pt x="541" y="44"/>
                    <a:pt x="549" y="92"/>
                    <a:pt x="573" y="132"/>
                  </a:cubicBezTo>
                  <a:cubicBezTo>
                    <a:pt x="593" y="172"/>
                    <a:pt x="617" y="208"/>
                    <a:pt x="645" y="244"/>
                  </a:cubicBezTo>
                  <a:cubicBezTo>
                    <a:pt x="705" y="312"/>
                    <a:pt x="769" y="376"/>
                    <a:pt x="821" y="440"/>
                  </a:cubicBezTo>
                  <a:cubicBezTo>
                    <a:pt x="849" y="472"/>
                    <a:pt x="869" y="508"/>
                    <a:pt x="885" y="544"/>
                  </a:cubicBezTo>
                  <a:cubicBezTo>
                    <a:pt x="901" y="584"/>
                    <a:pt x="917" y="624"/>
                    <a:pt x="925" y="664"/>
                  </a:cubicBezTo>
                  <a:cubicBezTo>
                    <a:pt x="945" y="744"/>
                    <a:pt x="953" y="828"/>
                    <a:pt x="953" y="912"/>
                  </a:cubicBezTo>
                  <a:cubicBezTo>
                    <a:pt x="953" y="956"/>
                    <a:pt x="945" y="996"/>
                    <a:pt x="941" y="1040"/>
                  </a:cubicBezTo>
                  <a:cubicBezTo>
                    <a:pt x="937" y="1060"/>
                    <a:pt x="933" y="1080"/>
                    <a:pt x="925" y="1100"/>
                  </a:cubicBezTo>
                  <a:cubicBezTo>
                    <a:pt x="921" y="1120"/>
                    <a:pt x="913" y="1140"/>
                    <a:pt x="909" y="1160"/>
                  </a:cubicBezTo>
                  <a:cubicBezTo>
                    <a:pt x="877" y="1244"/>
                    <a:pt x="845" y="1328"/>
                    <a:pt x="821" y="1412"/>
                  </a:cubicBezTo>
                  <a:cubicBezTo>
                    <a:pt x="809" y="1456"/>
                    <a:pt x="797" y="1496"/>
                    <a:pt x="789" y="1544"/>
                  </a:cubicBezTo>
                  <a:cubicBezTo>
                    <a:pt x="777" y="1588"/>
                    <a:pt x="773" y="1632"/>
                    <a:pt x="773" y="1676"/>
                  </a:cubicBezTo>
                  <a:cubicBezTo>
                    <a:pt x="773" y="1724"/>
                    <a:pt x="781" y="1768"/>
                    <a:pt x="801" y="1812"/>
                  </a:cubicBezTo>
                  <a:cubicBezTo>
                    <a:pt x="807" y="1824"/>
                    <a:pt x="814" y="1836"/>
                    <a:pt x="822" y="1846"/>
                  </a:cubicBezTo>
                  <a:lnTo>
                    <a:pt x="822" y="1846"/>
                  </a:lnTo>
                  <a:cubicBezTo>
                    <a:pt x="751" y="1808"/>
                    <a:pt x="680" y="1768"/>
                    <a:pt x="609" y="1728"/>
                  </a:cubicBezTo>
                  <a:cubicBezTo>
                    <a:pt x="585" y="1716"/>
                    <a:pt x="561" y="1704"/>
                    <a:pt x="541" y="1688"/>
                  </a:cubicBezTo>
                  <a:cubicBezTo>
                    <a:pt x="521" y="1668"/>
                    <a:pt x="509" y="1648"/>
                    <a:pt x="501" y="1624"/>
                  </a:cubicBezTo>
                  <a:cubicBezTo>
                    <a:pt x="481" y="1576"/>
                    <a:pt x="461" y="1524"/>
                    <a:pt x="449" y="1468"/>
                  </a:cubicBezTo>
                  <a:cubicBezTo>
                    <a:pt x="437" y="1412"/>
                    <a:pt x="421" y="1356"/>
                    <a:pt x="401" y="1304"/>
                  </a:cubicBezTo>
                  <a:cubicBezTo>
                    <a:pt x="389" y="1276"/>
                    <a:pt x="377" y="1248"/>
                    <a:pt x="361" y="1224"/>
                  </a:cubicBezTo>
                  <a:cubicBezTo>
                    <a:pt x="345" y="1196"/>
                    <a:pt x="329" y="1172"/>
                    <a:pt x="309" y="1152"/>
                  </a:cubicBezTo>
                  <a:cubicBezTo>
                    <a:pt x="225" y="1068"/>
                    <a:pt x="117" y="1012"/>
                    <a:pt x="1" y="988"/>
                  </a:cubicBezTo>
                  <a:lnTo>
                    <a:pt x="1" y="992"/>
                  </a:lnTo>
                  <a:cubicBezTo>
                    <a:pt x="105" y="1032"/>
                    <a:pt x="197" y="1096"/>
                    <a:pt x="273" y="1180"/>
                  </a:cubicBezTo>
                  <a:cubicBezTo>
                    <a:pt x="289" y="1200"/>
                    <a:pt x="301" y="1224"/>
                    <a:pt x="313" y="1244"/>
                  </a:cubicBezTo>
                  <a:cubicBezTo>
                    <a:pt x="325" y="1272"/>
                    <a:pt x="337" y="1296"/>
                    <a:pt x="345" y="1320"/>
                  </a:cubicBezTo>
                  <a:cubicBezTo>
                    <a:pt x="365" y="1372"/>
                    <a:pt x="377" y="1428"/>
                    <a:pt x="393" y="1484"/>
                  </a:cubicBezTo>
                  <a:cubicBezTo>
                    <a:pt x="405" y="1540"/>
                    <a:pt x="425" y="1596"/>
                    <a:pt x="449" y="1648"/>
                  </a:cubicBezTo>
                  <a:cubicBezTo>
                    <a:pt x="461" y="1680"/>
                    <a:pt x="481" y="1704"/>
                    <a:pt x="509" y="1724"/>
                  </a:cubicBezTo>
                  <a:cubicBezTo>
                    <a:pt x="533" y="1740"/>
                    <a:pt x="561" y="1756"/>
                    <a:pt x="589" y="1768"/>
                  </a:cubicBezTo>
                  <a:cubicBezTo>
                    <a:pt x="682" y="1808"/>
                    <a:pt x="778" y="1850"/>
                    <a:pt x="869" y="1893"/>
                  </a:cubicBezTo>
                  <a:lnTo>
                    <a:pt x="869" y="1893"/>
                  </a:lnTo>
                  <a:cubicBezTo>
                    <a:pt x="878" y="1900"/>
                    <a:pt x="887" y="1907"/>
                    <a:pt x="897" y="1912"/>
                  </a:cubicBezTo>
                  <a:lnTo>
                    <a:pt x="899" y="1908"/>
                  </a:lnTo>
                  <a:lnTo>
                    <a:pt x="899" y="1908"/>
                  </a:lnTo>
                  <a:cubicBezTo>
                    <a:pt x="900" y="1908"/>
                    <a:pt x="900" y="1908"/>
                    <a:pt x="901" y="1908"/>
                  </a:cubicBezTo>
                  <a:lnTo>
                    <a:pt x="904" y="1900"/>
                  </a:lnTo>
                  <a:lnTo>
                    <a:pt x="909" y="1892"/>
                  </a:lnTo>
                  <a:cubicBezTo>
                    <a:pt x="908" y="1892"/>
                    <a:pt x="908" y="1892"/>
                    <a:pt x="907" y="1892"/>
                  </a:cubicBezTo>
                  <a:lnTo>
                    <a:pt x="907" y="1892"/>
                  </a:lnTo>
                  <a:lnTo>
                    <a:pt x="909" y="1888"/>
                  </a:lnTo>
                  <a:cubicBezTo>
                    <a:pt x="873" y="1868"/>
                    <a:pt x="841" y="1840"/>
                    <a:pt x="825" y="1800"/>
                  </a:cubicBezTo>
                  <a:cubicBezTo>
                    <a:pt x="817" y="1780"/>
                    <a:pt x="809" y="1760"/>
                    <a:pt x="805" y="1740"/>
                  </a:cubicBezTo>
                  <a:cubicBezTo>
                    <a:pt x="805" y="1720"/>
                    <a:pt x="805" y="1700"/>
                    <a:pt x="805" y="1676"/>
                  </a:cubicBezTo>
                  <a:cubicBezTo>
                    <a:pt x="809" y="1636"/>
                    <a:pt x="817" y="1592"/>
                    <a:pt x="829" y="1552"/>
                  </a:cubicBezTo>
                  <a:cubicBezTo>
                    <a:pt x="841" y="1508"/>
                    <a:pt x="853" y="1468"/>
                    <a:pt x="869" y="1428"/>
                  </a:cubicBezTo>
                  <a:cubicBezTo>
                    <a:pt x="901" y="1348"/>
                    <a:pt x="937" y="1268"/>
                    <a:pt x="969" y="1184"/>
                  </a:cubicBezTo>
                  <a:cubicBezTo>
                    <a:pt x="977" y="1164"/>
                    <a:pt x="985" y="1140"/>
                    <a:pt x="993" y="1120"/>
                  </a:cubicBezTo>
                  <a:cubicBezTo>
                    <a:pt x="1001" y="1100"/>
                    <a:pt x="1005" y="1076"/>
                    <a:pt x="1009" y="1056"/>
                  </a:cubicBezTo>
                  <a:cubicBezTo>
                    <a:pt x="1017" y="1008"/>
                    <a:pt x="1025" y="964"/>
                    <a:pt x="1029" y="920"/>
                  </a:cubicBezTo>
                  <a:cubicBezTo>
                    <a:pt x="1033" y="828"/>
                    <a:pt x="1021" y="736"/>
                    <a:pt x="997" y="644"/>
                  </a:cubicBezTo>
                  <a:cubicBezTo>
                    <a:pt x="985" y="600"/>
                    <a:pt x="969" y="560"/>
                    <a:pt x="949" y="516"/>
                  </a:cubicBezTo>
                  <a:cubicBezTo>
                    <a:pt x="925" y="476"/>
                    <a:pt x="897" y="436"/>
                    <a:pt x="865" y="404"/>
                  </a:cubicBezTo>
                  <a:cubicBezTo>
                    <a:pt x="805" y="336"/>
                    <a:pt x="737" y="280"/>
                    <a:pt x="677" y="220"/>
                  </a:cubicBezTo>
                  <a:cubicBezTo>
                    <a:pt x="645" y="188"/>
                    <a:pt x="617" y="156"/>
                    <a:pt x="593" y="120"/>
                  </a:cubicBezTo>
                  <a:cubicBezTo>
                    <a:pt x="569" y="84"/>
                    <a:pt x="557" y="40"/>
                    <a:pt x="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2129901" y="2815580"/>
              <a:ext cx="354811" cy="308873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7" y="0"/>
                  </a:moveTo>
                  <a:cubicBezTo>
                    <a:pt x="1153" y="44"/>
                    <a:pt x="1197" y="80"/>
                    <a:pt x="1245" y="104"/>
                  </a:cubicBezTo>
                  <a:cubicBezTo>
                    <a:pt x="1297" y="128"/>
                    <a:pt x="1349" y="144"/>
                    <a:pt x="1405" y="156"/>
                  </a:cubicBezTo>
                  <a:cubicBezTo>
                    <a:pt x="1433" y="160"/>
                    <a:pt x="1461" y="160"/>
                    <a:pt x="1489" y="160"/>
                  </a:cubicBezTo>
                  <a:cubicBezTo>
                    <a:pt x="1517" y="160"/>
                    <a:pt x="1545" y="160"/>
                    <a:pt x="1573" y="156"/>
                  </a:cubicBezTo>
                  <a:lnTo>
                    <a:pt x="1657" y="148"/>
                  </a:lnTo>
                  <a:lnTo>
                    <a:pt x="1691" y="140"/>
                  </a:lnTo>
                  <a:lnTo>
                    <a:pt x="1691" y="140"/>
                  </a:lnTo>
                  <a:cubicBezTo>
                    <a:pt x="1686" y="169"/>
                    <a:pt x="1679" y="199"/>
                    <a:pt x="1669" y="228"/>
                  </a:cubicBezTo>
                  <a:cubicBezTo>
                    <a:pt x="1649" y="268"/>
                    <a:pt x="1625" y="308"/>
                    <a:pt x="1593" y="340"/>
                  </a:cubicBezTo>
                  <a:cubicBezTo>
                    <a:pt x="1561" y="372"/>
                    <a:pt x="1521" y="400"/>
                    <a:pt x="1477" y="416"/>
                  </a:cubicBezTo>
                  <a:cubicBezTo>
                    <a:pt x="1433" y="436"/>
                    <a:pt x="1389" y="452"/>
                    <a:pt x="1345" y="468"/>
                  </a:cubicBezTo>
                  <a:cubicBezTo>
                    <a:pt x="1253" y="500"/>
                    <a:pt x="1161" y="528"/>
                    <a:pt x="1069" y="560"/>
                  </a:cubicBezTo>
                  <a:cubicBezTo>
                    <a:pt x="977" y="596"/>
                    <a:pt x="889" y="640"/>
                    <a:pt x="805" y="688"/>
                  </a:cubicBezTo>
                  <a:cubicBezTo>
                    <a:pt x="765" y="716"/>
                    <a:pt x="725" y="744"/>
                    <a:pt x="685" y="776"/>
                  </a:cubicBezTo>
                  <a:cubicBezTo>
                    <a:pt x="645" y="804"/>
                    <a:pt x="609" y="836"/>
                    <a:pt x="573" y="872"/>
                  </a:cubicBezTo>
                  <a:cubicBezTo>
                    <a:pt x="505" y="940"/>
                    <a:pt x="433" y="1008"/>
                    <a:pt x="369" y="1080"/>
                  </a:cubicBezTo>
                  <a:cubicBezTo>
                    <a:pt x="305" y="1152"/>
                    <a:pt x="241" y="1224"/>
                    <a:pt x="181" y="1296"/>
                  </a:cubicBezTo>
                  <a:cubicBezTo>
                    <a:pt x="117" y="1372"/>
                    <a:pt x="57" y="1448"/>
                    <a:pt x="1" y="1528"/>
                  </a:cubicBezTo>
                  <a:lnTo>
                    <a:pt x="5" y="1532"/>
                  </a:lnTo>
                  <a:lnTo>
                    <a:pt x="213" y="1332"/>
                  </a:lnTo>
                  <a:lnTo>
                    <a:pt x="421" y="1128"/>
                  </a:lnTo>
                  <a:lnTo>
                    <a:pt x="625" y="928"/>
                  </a:lnTo>
                  <a:cubicBezTo>
                    <a:pt x="661" y="896"/>
                    <a:pt x="693" y="864"/>
                    <a:pt x="729" y="832"/>
                  </a:cubicBezTo>
                  <a:cubicBezTo>
                    <a:pt x="765" y="804"/>
                    <a:pt x="801" y="772"/>
                    <a:pt x="841" y="748"/>
                  </a:cubicBezTo>
                  <a:cubicBezTo>
                    <a:pt x="881" y="720"/>
                    <a:pt x="917" y="696"/>
                    <a:pt x="961" y="672"/>
                  </a:cubicBezTo>
                  <a:cubicBezTo>
                    <a:pt x="1001" y="648"/>
                    <a:pt x="1045" y="624"/>
                    <a:pt x="1085" y="604"/>
                  </a:cubicBezTo>
                  <a:cubicBezTo>
                    <a:pt x="1173" y="560"/>
                    <a:pt x="1261" y="524"/>
                    <a:pt x="1353" y="492"/>
                  </a:cubicBezTo>
                  <a:cubicBezTo>
                    <a:pt x="1397" y="476"/>
                    <a:pt x="1441" y="460"/>
                    <a:pt x="1489" y="444"/>
                  </a:cubicBezTo>
                  <a:cubicBezTo>
                    <a:pt x="1537" y="424"/>
                    <a:pt x="1581" y="400"/>
                    <a:pt x="1617" y="372"/>
                  </a:cubicBezTo>
                  <a:cubicBezTo>
                    <a:pt x="1657" y="336"/>
                    <a:pt x="1689" y="296"/>
                    <a:pt x="1717" y="252"/>
                  </a:cubicBezTo>
                  <a:cubicBezTo>
                    <a:pt x="1741" y="204"/>
                    <a:pt x="1753" y="156"/>
                    <a:pt x="1761" y="100"/>
                  </a:cubicBezTo>
                  <a:lnTo>
                    <a:pt x="1761" y="64"/>
                  </a:lnTo>
                  <a:lnTo>
                    <a:pt x="1721" y="72"/>
                  </a:lnTo>
                  <a:lnTo>
                    <a:pt x="1645" y="88"/>
                  </a:lnTo>
                  <a:cubicBezTo>
                    <a:pt x="1617" y="92"/>
                    <a:pt x="1593" y="100"/>
                    <a:pt x="1565" y="100"/>
                  </a:cubicBezTo>
                  <a:cubicBezTo>
                    <a:pt x="1537" y="104"/>
                    <a:pt x="1513" y="108"/>
                    <a:pt x="1489" y="108"/>
                  </a:cubicBezTo>
                  <a:lnTo>
                    <a:pt x="1413" y="108"/>
                  </a:lnTo>
                  <a:cubicBezTo>
                    <a:pt x="1357" y="108"/>
                    <a:pt x="1309" y="96"/>
                    <a:pt x="1257" y="80"/>
                  </a:cubicBezTo>
                  <a:cubicBezTo>
                    <a:pt x="1209" y="64"/>
                    <a:pt x="1161" y="36"/>
                    <a:pt x="1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2095246" y="2872801"/>
              <a:ext cx="290336" cy="45334"/>
            </a:xfrm>
            <a:custGeom>
              <a:avLst/>
              <a:gdLst/>
              <a:ahLst/>
              <a:cxnLst/>
              <a:rect l="l" t="t" r="r" b="b"/>
              <a:pathLst>
                <a:path w="1441" h="225" extrusionOk="0">
                  <a:moveTo>
                    <a:pt x="1437" y="0"/>
                  </a:moveTo>
                  <a:lnTo>
                    <a:pt x="1373" y="16"/>
                  </a:lnTo>
                  <a:cubicBezTo>
                    <a:pt x="1333" y="24"/>
                    <a:pt x="1277" y="44"/>
                    <a:pt x="1213" y="64"/>
                  </a:cubicBezTo>
                  <a:cubicBezTo>
                    <a:pt x="1181" y="76"/>
                    <a:pt x="1145" y="88"/>
                    <a:pt x="1105" y="104"/>
                  </a:cubicBezTo>
                  <a:cubicBezTo>
                    <a:pt x="1069" y="120"/>
                    <a:pt x="1033" y="136"/>
                    <a:pt x="989" y="152"/>
                  </a:cubicBezTo>
                  <a:cubicBezTo>
                    <a:pt x="949" y="172"/>
                    <a:pt x="905" y="184"/>
                    <a:pt x="861" y="192"/>
                  </a:cubicBezTo>
                  <a:cubicBezTo>
                    <a:pt x="844" y="194"/>
                    <a:pt x="828" y="195"/>
                    <a:pt x="812" y="195"/>
                  </a:cubicBezTo>
                  <a:cubicBezTo>
                    <a:pt x="784" y="195"/>
                    <a:pt x="756" y="192"/>
                    <a:pt x="729" y="184"/>
                  </a:cubicBezTo>
                  <a:cubicBezTo>
                    <a:pt x="689" y="176"/>
                    <a:pt x="649" y="144"/>
                    <a:pt x="601" y="128"/>
                  </a:cubicBezTo>
                  <a:cubicBezTo>
                    <a:pt x="557" y="112"/>
                    <a:pt x="509" y="100"/>
                    <a:pt x="465" y="96"/>
                  </a:cubicBezTo>
                  <a:cubicBezTo>
                    <a:pt x="439" y="92"/>
                    <a:pt x="413" y="90"/>
                    <a:pt x="387" y="90"/>
                  </a:cubicBezTo>
                  <a:cubicBezTo>
                    <a:pt x="369" y="90"/>
                    <a:pt x="351" y="91"/>
                    <a:pt x="333" y="92"/>
                  </a:cubicBezTo>
                  <a:cubicBezTo>
                    <a:pt x="293" y="96"/>
                    <a:pt x="253" y="104"/>
                    <a:pt x="213" y="112"/>
                  </a:cubicBezTo>
                  <a:cubicBezTo>
                    <a:pt x="157" y="128"/>
                    <a:pt x="105" y="152"/>
                    <a:pt x="53" y="180"/>
                  </a:cubicBezTo>
                  <a:cubicBezTo>
                    <a:pt x="37" y="192"/>
                    <a:pt x="17" y="204"/>
                    <a:pt x="1" y="216"/>
                  </a:cubicBezTo>
                  <a:lnTo>
                    <a:pt x="1" y="224"/>
                  </a:lnTo>
                  <a:lnTo>
                    <a:pt x="65" y="208"/>
                  </a:lnTo>
                  <a:cubicBezTo>
                    <a:pt x="85" y="200"/>
                    <a:pt x="109" y="196"/>
                    <a:pt x="137" y="188"/>
                  </a:cubicBezTo>
                  <a:cubicBezTo>
                    <a:pt x="165" y="184"/>
                    <a:pt x="193" y="176"/>
                    <a:pt x="229" y="172"/>
                  </a:cubicBezTo>
                  <a:cubicBezTo>
                    <a:pt x="275" y="167"/>
                    <a:pt x="322" y="164"/>
                    <a:pt x="369" y="164"/>
                  </a:cubicBezTo>
                  <a:cubicBezTo>
                    <a:pt x="398" y="164"/>
                    <a:pt x="428" y="165"/>
                    <a:pt x="457" y="168"/>
                  </a:cubicBezTo>
                  <a:cubicBezTo>
                    <a:pt x="497" y="168"/>
                    <a:pt x="541" y="176"/>
                    <a:pt x="581" y="188"/>
                  </a:cubicBezTo>
                  <a:cubicBezTo>
                    <a:pt x="629" y="204"/>
                    <a:pt x="673" y="216"/>
                    <a:pt x="721" y="224"/>
                  </a:cubicBezTo>
                  <a:cubicBezTo>
                    <a:pt x="745" y="224"/>
                    <a:pt x="769" y="224"/>
                    <a:pt x="793" y="220"/>
                  </a:cubicBezTo>
                  <a:cubicBezTo>
                    <a:pt x="817" y="220"/>
                    <a:pt x="841" y="212"/>
                    <a:pt x="865" y="212"/>
                  </a:cubicBezTo>
                  <a:lnTo>
                    <a:pt x="1001" y="188"/>
                  </a:lnTo>
                  <a:cubicBezTo>
                    <a:pt x="1041" y="184"/>
                    <a:pt x="1085" y="172"/>
                    <a:pt x="1125" y="164"/>
                  </a:cubicBezTo>
                  <a:cubicBezTo>
                    <a:pt x="1165" y="152"/>
                    <a:pt x="1201" y="136"/>
                    <a:pt x="1233" y="124"/>
                  </a:cubicBezTo>
                  <a:cubicBezTo>
                    <a:pt x="1305" y="92"/>
                    <a:pt x="1377" y="52"/>
                    <a:pt x="1441" y="4"/>
                  </a:cubicBezTo>
                  <a:lnTo>
                    <a:pt x="14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2304789" y="2585889"/>
              <a:ext cx="214579" cy="193625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1" y="0"/>
                  </a:moveTo>
                  <a:lnTo>
                    <a:pt x="1" y="8"/>
                  </a:lnTo>
                  <a:lnTo>
                    <a:pt x="13" y="16"/>
                  </a:lnTo>
                  <a:cubicBezTo>
                    <a:pt x="29" y="20"/>
                    <a:pt x="41" y="24"/>
                    <a:pt x="53" y="36"/>
                  </a:cubicBezTo>
                  <a:cubicBezTo>
                    <a:pt x="73" y="48"/>
                    <a:pt x="89" y="64"/>
                    <a:pt x="101" y="84"/>
                  </a:cubicBezTo>
                  <a:cubicBezTo>
                    <a:pt x="117" y="112"/>
                    <a:pt x="129" y="140"/>
                    <a:pt x="141" y="168"/>
                  </a:cubicBezTo>
                  <a:cubicBezTo>
                    <a:pt x="161" y="236"/>
                    <a:pt x="181" y="316"/>
                    <a:pt x="213" y="404"/>
                  </a:cubicBezTo>
                  <a:cubicBezTo>
                    <a:pt x="229" y="452"/>
                    <a:pt x="245" y="496"/>
                    <a:pt x="265" y="540"/>
                  </a:cubicBezTo>
                  <a:cubicBezTo>
                    <a:pt x="277" y="560"/>
                    <a:pt x="289" y="584"/>
                    <a:pt x="301" y="604"/>
                  </a:cubicBezTo>
                  <a:cubicBezTo>
                    <a:pt x="317" y="624"/>
                    <a:pt x="333" y="644"/>
                    <a:pt x="349" y="664"/>
                  </a:cubicBezTo>
                  <a:cubicBezTo>
                    <a:pt x="381" y="704"/>
                    <a:pt x="421" y="736"/>
                    <a:pt x="461" y="764"/>
                  </a:cubicBezTo>
                  <a:cubicBezTo>
                    <a:pt x="501" y="796"/>
                    <a:pt x="541" y="820"/>
                    <a:pt x="581" y="844"/>
                  </a:cubicBezTo>
                  <a:cubicBezTo>
                    <a:pt x="617" y="868"/>
                    <a:pt x="657" y="892"/>
                    <a:pt x="701" y="908"/>
                  </a:cubicBezTo>
                  <a:cubicBezTo>
                    <a:pt x="737" y="924"/>
                    <a:pt x="777" y="936"/>
                    <a:pt x="817" y="944"/>
                  </a:cubicBezTo>
                  <a:cubicBezTo>
                    <a:pt x="877" y="956"/>
                    <a:pt x="937" y="960"/>
                    <a:pt x="997" y="960"/>
                  </a:cubicBezTo>
                  <a:cubicBezTo>
                    <a:pt x="1017" y="960"/>
                    <a:pt x="1041" y="956"/>
                    <a:pt x="1065" y="952"/>
                  </a:cubicBezTo>
                  <a:lnTo>
                    <a:pt x="1065" y="944"/>
                  </a:lnTo>
                  <a:cubicBezTo>
                    <a:pt x="1065" y="944"/>
                    <a:pt x="965" y="924"/>
                    <a:pt x="829" y="884"/>
                  </a:cubicBezTo>
                  <a:cubicBezTo>
                    <a:pt x="797" y="876"/>
                    <a:pt x="761" y="864"/>
                    <a:pt x="721" y="848"/>
                  </a:cubicBezTo>
                  <a:cubicBezTo>
                    <a:pt x="681" y="836"/>
                    <a:pt x="641" y="828"/>
                    <a:pt x="597" y="812"/>
                  </a:cubicBezTo>
                  <a:cubicBezTo>
                    <a:pt x="553" y="796"/>
                    <a:pt x="513" y="772"/>
                    <a:pt x="473" y="748"/>
                  </a:cubicBezTo>
                  <a:cubicBezTo>
                    <a:pt x="437" y="720"/>
                    <a:pt x="405" y="684"/>
                    <a:pt x="381" y="644"/>
                  </a:cubicBezTo>
                  <a:cubicBezTo>
                    <a:pt x="357" y="604"/>
                    <a:pt x="337" y="560"/>
                    <a:pt x="321" y="516"/>
                  </a:cubicBezTo>
                  <a:cubicBezTo>
                    <a:pt x="305" y="472"/>
                    <a:pt x="293" y="428"/>
                    <a:pt x="281" y="384"/>
                  </a:cubicBezTo>
                  <a:cubicBezTo>
                    <a:pt x="269" y="340"/>
                    <a:pt x="257" y="300"/>
                    <a:pt x="241" y="260"/>
                  </a:cubicBezTo>
                  <a:cubicBezTo>
                    <a:pt x="229" y="220"/>
                    <a:pt x="213" y="184"/>
                    <a:pt x="197" y="148"/>
                  </a:cubicBezTo>
                  <a:cubicBezTo>
                    <a:pt x="181" y="112"/>
                    <a:pt x="161" y="84"/>
                    <a:pt x="137" y="60"/>
                  </a:cubicBezTo>
                  <a:cubicBezTo>
                    <a:pt x="125" y="48"/>
                    <a:pt x="113" y="36"/>
                    <a:pt x="101" y="28"/>
                  </a:cubicBezTo>
                  <a:cubicBezTo>
                    <a:pt x="93" y="20"/>
                    <a:pt x="81" y="16"/>
                    <a:pt x="69" y="12"/>
                  </a:cubicBezTo>
                  <a:cubicBezTo>
                    <a:pt x="53" y="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2239508" y="2695496"/>
              <a:ext cx="275830" cy="117061"/>
            </a:xfrm>
            <a:custGeom>
              <a:avLst/>
              <a:gdLst/>
              <a:ahLst/>
              <a:cxnLst/>
              <a:rect l="l" t="t" r="r" b="b"/>
              <a:pathLst>
                <a:path w="1369" h="581" extrusionOk="0">
                  <a:moveTo>
                    <a:pt x="1" y="0"/>
                  </a:moveTo>
                  <a:cubicBezTo>
                    <a:pt x="13" y="20"/>
                    <a:pt x="25" y="40"/>
                    <a:pt x="37" y="56"/>
                  </a:cubicBezTo>
                  <a:cubicBezTo>
                    <a:pt x="69" y="104"/>
                    <a:pt x="109" y="152"/>
                    <a:pt x="153" y="192"/>
                  </a:cubicBezTo>
                  <a:cubicBezTo>
                    <a:pt x="181" y="216"/>
                    <a:pt x="213" y="244"/>
                    <a:pt x="245" y="264"/>
                  </a:cubicBezTo>
                  <a:cubicBezTo>
                    <a:pt x="281" y="288"/>
                    <a:pt x="317" y="312"/>
                    <a:pt x="357" y="332"/>
                  </a:cubicBezTo>
                  <a:cubicBezTo>
                    <a:pt x="401" y="352"/>
                    <a:pt x="441" y="376"/>
                    <a:pt x="481" y="396"/>
                  </a:cubicBezTo>
                  <a:cubicBezTo>
                    <a:pt x="525" y="412"/>
                    <a:pt x="565" y="444"/>
                    <a:pt x="609" y="464"/>
                  </a:cubicBezTo>
                  <a:lnTo>
                    <a:pt x="677" y="496"/>
                  </a:lnTo>
                  <a:cubicBezTo>
                    <a:pt x="697" y="504"/>
                    <a:pt x="721" y="512"/>
                    <a:pt x="745" y="520"/>
                  </a:cubicBezTo>
                  <a:cubicBezTo>
                    <a:pt x="789" y="536"/>
                    <a:pt x="833" y="552"/>
                    <a:pt x="881" y="560"/>
                  </a:cubicBezTo>
                  <a:cubicBezTo>
                    <a:pt x="925" y="572"/>
                    <a:pt x="969" y="576"/>
                    <a:pt x="1013" y="576"/>
                  </a:cubicBezTo>
                  <a:cubicBezTo>
                    <a:pt x="1033" y="580"/>
                    <a:pt x="1053" y="580"/>
                    <a:pt x="1073" y="580"/>
                  </a:cubicBezTo>
                  <a:lnTo>
                    <a:pt x="1129" y="576"/>
                  </a:lnTo>
                  <a:cubicBezTo>
                    <a:pt x="1165" y="576"/>
                    <a:pt x="1197" y="572"/>
                    <a:pt x="1229" y="564"/>
                  </a:cubicBezTo>
                  <a:cubicBezTo>
                    <a:pt x="1261" y="556"/>
                    <a:pt x="1285" y="552"/>
                    <a:pt x="1305" y="548"/>
                  </a:cubicBezTo>
                  <a:cubicBezTo>
                    <a:pt x="1345" y="536"/>
                    <a:pt x="1369" y="528"/>
                    <a:pt x="1369" y="528"/>
                  </a:cubicBezTo>
                  <a:lnTo>
                    <a:pt x="1369" y="520"/>
                  </a:lnTo>
                  <a:lnTo>
                    <a:pt x="1229" y="520"/>
                  </a:lnTo>
                  <a:cubicBezTo>
                    <a:pt x="1201" y="520"/>
                    <a:pt x="1165" y="516"/>
                    <a:pt x="1133" y="516"/>
                  </a:cubicBezTo>
                  <a:lnTo>
                    <a:pt x="1077" y="516"/>
                  </a:lnTo>
                  <a:lnTo>
                    <a:pt x="1021" y="508"/>
                  </a:lnTo>
                  <a:cubicBezTo>
                    <a:pt x="981" y="504"/>
                    <a:pt x="937" y="500"/>
                    <a:pt x="893" y="492"/>
                  </a:cubicBezTo>
                  <a:cubicBezTo>
                    <a:pt x="849" y="488"/>
                    <a:pt x="805" y="476"/>
                    <a:pt x="761" y="468"/>
                  </a:cubicBezTo>
                  <a:cubicBezTo>
                    <a:pt x="741" y="460"/>
                    <a:pt x="717" y="456"/>
                    <a:pt x="693" y="452"/>
                  </a:cubicBezTo>
                  <a:lnTo>
                    <a:pt x="625" y="432"/>
                  </a:lnTo>
                  <a:cubicBezTo>
                    <a:pt x="581" y="420"/>
                    <a:pt x="537" y="400"/>
                    <a:pt x="493" y="380"/>
                  </a:cubicBezTo>
                  <a:cubicBezTo>
                    <a:pt x="453" y="360"/>
                    <a:pt x="417" y="332"/>
                    <a:pt x="381" y="304"/>
                  </a:cubicBezTo>
                  <a:lnTo>
                    <a:pt x="281" y="224"/>
                  </a:lnTo>
                  <a:cubicBezTo>
                    <a:pt x="249" y="196"/>
                    <a:pt x="217" y="172"/>
                    <a:pt x="189" y="152"/>
                  </a:cubicBezTo>
                  <a:cubicBezTo>
                    <a:pt x="161" y="132"/>
                    <a:pt x="137" y="108"/>
                    <a:pt x="113" y="92"/>
                  </a:cubicBezTo>
                  <a:cubicBezTo>
                    <a:pt x="93" y="72"/>
                    <a:pt x="73" y="56"/>
                    <a:pt x="57" y="44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2600568" y="2433568"/>
              <a:ext cx="126732" cy="333051"/>
            </a:xfrm>
            <a:custGeom>
              <a:avLst/>
              <a:gdLst/>
              <a:ahLst/>
              <a:cxnLst/>
              <a:rect l="l" t="t" r="r" b="b"/>
              <a:pathLst>
                <a:path w="629" h="1653" extrusionOk="0">
                  <a:moveTo>
                    <a:pt x="581" y="0"/>
                  </a:moveTo>
                  <a:cubicBezTo>
                    <a:pt x="589" y="28"/>
                    <a:pt x="589" y="56"/>
                    <a:pt x="589" y="84"/>
                  </a:cubicBezTo>
                  <a:cubicBezTo>
                    <a:pt x="589" y="112"/>
                    <a:pt x="589" y="140"/>
                    <a:pt x="585" y="172"/>
                  </a:cubicBezTo>
                  <a:cubicBezTo>
                    <a:pt x="577" y="208"/>
                    <a:pt x="565" y="240"/>
                    <a:pt x="545" y="272"/>
                  </a:cubicBezTo>
                  <a:cubicBezTo>
                    <a:pt x="533" y="288"/>
                    <a:pt x="517" y="300"/>
                    <a:pt x="501" y="308"/>
                  </a:cubicBezTo>
                  <a:cubicBezTo>
                    <a:pt x="485" y="312"/>
                    <a:pt x="461" y="320"/>
                    <a:pt x="437" y="328"/>
                  </a:cubicBezTo>
                  <a:cubicBezTo>
                    <a:pt x="405" y="336"/>
                    <a:pt x="377" y="352"/>
                    <a:pt x="357" y="372"/>
                  </a:cubicBezTo>
                  <a:cubicBezTo>
                    <a:pt x="333" y="392"/>
                    <a:pt x="313" y="412"/>
                    <a:pt x="297" y="436"/>
                  </a:cubicBezTo>
                  <a:cubicBezTo>
                    <a:pt x="261" y="476"/>
                    <a:pt x="221" y="520"/>
                    <a:pt x="185" y="568"/>
                  </a:cubicBezTo>
                  <a:cubicBezTo>
                    <a:pt x="149" y="616"/>
                    <a:pt x="117" y="668"/>
                    <a:pt x="93" y="724"/>
                  </a:cubicBezTo>
                  <a:cubicBezTo>
                    <a:pt x="65" y="776"/>
                    <a:pt x="41" y="832"/>
                    <a:pt x="25" y="892"/>
                  </a:cubicBezTo>
                  <a:cubicBezTo>
                    <a:pt x="9" y="948"/>
                    <a:pt x="1" y="1004"/>
                    <a:pt x="1" y="1064"/>
                  </a:cubicBezTo>
                  <a:cubicBezTo>
                    <a:pt x="5" y="1120"/>
                    <a:pt x="9" y="1176"/>
                    <a:pt x="21" y="1228"/>
                  </a:cubicBezTo>
                  <a:cubicBezTo>
                    <a:pt x="33" y="1280"/>
                    <a:pt x="49" y="1324"/>
                    <a:pt x="57" y="1368"/>
                  </a:cubicBezTo>
                  <a:cubicBezTo>
                    <a:pt x="77" y="1432"/>
                    <a:pt x="89" y="1500"/>
                    <a:pt x="85" y="1568"/>
                  </a:cubicBezTo>
                  <a:cubicBezTo>
                    <a:pt x="81" y="1584"/>
                    <a:pt x="81" y="1592"/>
                    <a:pt x="81" y="1604"/>
                  </a:cubicBezTo>
                  <a:lnTo>
                    <a:pt x="73" y="1628"/>
                  </a:lnTo>
                  <a:lnTo>
                    <a:pt x="69" y="1648"/>
                  </a:lnTo>
                  <a:lnTo>
                    <a:pt x="73" y="1652"/>
                  </a:lnTo>
                  <a:lnTo>
                    <a:pt x="85" y="1632"/>
                  </a:lnTo>
                  <a:cubicBezTo>
                    <a:pt x="89" y="1628"/>
                    <a:pt x="93" y="1620"/>
                    <a:pt x="101" y="1612"/>
                  </a:cubicBezTo>
                  <a:lnTo>
                    <a:pt x="113" y="1576"/>
                  </a:lnTo>
                  <a:cubicBezTo>
                    <a:pt x="125" y="1544"/>
                    <a:pt x="129" y="1512"/>
                    <a:pt x="129" y="1476"/>
                  </a:cubicBezTo>
                  <a:cubicBezTo>
                    <a:pt x="129" y="1436"/>
                    <a:pt x="125" y="1392"/>
                    <a:pt x="113" y="1352"/>
                  </a:cubicBezTo>
                  <a:cubicBezTo>
                    <a:pt x="105" y="1308"/>
                    <a:pt x="93" y="1260"/>
                    <a:pt x="81" y="1212"/>
                  </a:cubicBezTo>
                  <a:cubicBezTo>
                    <a:pt x="65" y="1164"/>
                    <a:pt x="49" y="1116"/>
                    <a:pt x="37" y="1060"/>
                  </a:cubicBezTo>
                  <a:cubicBezTo>
                    <a:pt x="25" y="1008"/>
                    <a:pt x="29" y="952"/>
                    <a:pt x="45" y="896"/>
                  </a:cubicBezTo>
                  <a:cubicBezTo>
                    <a:pt x="61" y="840"/>
                    <a:pt x="89" y="788"/>
                    <a:pt x="125" y="744"/>
                  </a:cubicBezTo>
                  <a:cubicBezTo>
                    <a:pt x="157" y="696"/>
                    <a:pt x="197" y="652"/>
                    <a:pt x="233" y="608"/>
                  </a:cubicBezTo>
                  <a:cubicBezTo>
                    <a:pt x="273" y="564"/>
                    <a:pt x="309" y="524"/>
                    <a:pt x="349" y="484"/>
                  </a:cubicBezTo>
                  <a:cubicBezTo>
                    <a:pt x="369" y="464"/>
                    <a:pt x="385" y="444"/>
                    <a:pt x="405" y="428"/>
                  </a:cubicBezTo>
                  <a:cubicBezTo>
                    <a:pt x="421" y="416"/>
                    <a:pt x="441" y="404"/>
                    <a:pt x="461" y="396"/>
                  </a:cubicBezTo>
                  <a:cubicBezTo>
                    <a:pt x="485" y="388"/>
                    <a:pt x="513" y="376"/>
                    <a:pt x="537" y="364"/>
                  </a:cubicBezTo>
                  <a:cubicBezTo>
                    <a:pt x="557" y="348"/>
                    <a:pt x="577" y="328"/>
                    <a:pt x="593" y="308"/>
                  </a:cubicBezTo>
                  <a:cubicBezTo>
                    <a:pt x="617" y="268"/>
                    <a:pt x="629" y="224"/>
                    <a:pt x="629" y="180"/>
                  </a:cubicBezTo>
                  <a:cubicBezTo>
                    <a:pt x="629" y="144"/>
                    <a:pt x="625" y="112"/>
                    <a:pt x="617" y="80"/>
                  </a:cubicBezTo>
                  <a:cubicBezTo>
                    <a:pt x="609" y="52"/>
                    <a:pt x="601" y="28"/>
                    <a:pt x="5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2678744" y="2209519"/>
              <a:ext cx="199266" cy="565964"/>
            </a:xfrm>
            <a:custGeom>
              <a:avLst/>
              <a:gdLst/>
              <a:ahLst/>
              <a:cxnLst/>
              <a:rect l="l" t="t" r="r" b="b"/>
              <a:pathLst>
                <a:path w="989" h="2809" extrusionOk="0">
                  <a:moveTo>
                    <a:pt x="833" y="0"/>
                  </a:moveTo>
                  <a:lnTo>
                    <a:pt x="829" y="4"/>
                  </a:lnTo>
                  <a:cubicBezTo>
                    <a:pt x="829" y="4"/>
                    <a:pt x="849" y="48"/>
                    <a:pt x="869" y="132"/>
                  </a:cubicBezTo>
                  <a:cubicBezTo>
                    <a:pt x="881" y="172"/>
                    <a:pt x="893" y="224"/>
                    <a:pt x="905" y="280"/>
                  </a:cubicBezTo>
                  <a:cubicBezTo>
                    <a:pt x="917" y="344"/>
                    <a:pt x="921" y="408"/>
                    <a:pt x="925" y="472"/>
                  </a:cubicBezTo>
                  <a:cubicBezTo>
                    <a:pt x="929" y="548"/>
                    <a:pt x="925" y="624"/>
                    <a:pt x="909" y="700"/>
                  </a:cubicBezTo>
                  <a:cubicBezTo>
                    <a:pt x="897" y="784"/>
                    <a:pt x="873" y="868"/>
                    <a:pt x="833" y="944"/>
                  </a:cubicBezTo>
                  <a:cubicBezTo>
                    <a:pt x="789" y="1028"/>
                    <a:pt x="737" y="1104"/>
                    <a:pt x="677" y="1176"/>
                  </a:cubicBezTo>
                  <a:cubicBezTo>
                    <a:pt x="649" y="1212"/>
                    <a:pt x="613" y="1248"/>
                    <a:pt x="585" y="1284"/>
                  </a:cubicBezTo>
                  <a:lnTo>
                    <a:pt x="485" y="1388"/>
                  </a:lnTo>
                  <a:cubicBezTo>
                    <a:pt x="413" y="1460"/>
                    <a:pt x="349" y="1528"/>
                    <a:pt x="285" y="1600"/>
                  </a:cubicBezTo>
                  <a:cubicBezTo>
                    <a:pt x="217" y="1672"/>
                    <a:pt x="161" y="1748"/>
                    <a:pt x="105" y="1824"/>
                  </a:cubicBezTo>
                  <a:cubicBezTo>
                    <a:pt x="49" y="1904"/>
                    <a:pt x="17" y="1996"/>
                    <a:pt x="21" y="2096"/>
                  </a:cubicBezTo>
                  <a:cubicBezTo>
                    <a:pt x="25" y="2136"/>
                    <a:pt x="33" y="2176"/>
                    <a:pt x="33" y="2212"/>
                  </a:cubicBezTo>
                  <a:lnTo>
                    <a:pt x="33" y="2324"/>
                  </a:lnTo>
                  <a:cubicBezTo>
                    <a:pt x="29" y="2468"/>
                    <a:pt x="17" y="2592"/>
                    <a:pt x="13" y="2676"/>
                  </a:cubicBezTo>
                  <a:cubicBezTo>
                    <a:pt x="5" y="2760"/>
                    <a:pt x="1" y="2808"/>
                    <a:pt x="1" y="2808"/>
                  </a:cubicBezTo>
                  <a:lnTo>
                    <a:pt x="5" y="2808"/>
                  </a:lnTo>
                  <a:cubicBezTo>
                    <a:pt x="5" y="2808"/>
                    <a:pt x="21" y="2760"/>
                    <a:pt x="37" y="2676"/>
                  </a:cubicBezTo>
                  <a:cubicBezTo>
                    <a:pt x="49" y="2636"/>
                    <a:pt x="57" y="2588"/>
                    <a:pt x="69" y="2528"/>
                  </a:cubicBezTo>
                  <a:cubicBezTo>
                    <a:pt x="77" y="2468"/>
                    <a:pt x="85" y="2400"/>
                    <a:pt x="93" y="2328"/>
                  </a:cubicBezTo>
                  <a:cubicBezTo>
                    <a:pt x="93" y="2292"/>
                    <a:pt x="97" y="2252"/>
                    <a:pt x="97" y="2212"/>
                  </a:cubicBezTo>
                  <a:cubicBezTo>
                    <a:pt x="97" y="2168"/>
                    <a:pt x="97" y="2128"/>
                    <a:pt x="89" y="2088"/>
                  </a:cubicBezTo>
                  <a:cubicBezTo>
                    <a:pt x="93" y="2008"/>
                    <a:pt x="117" y="1928"/>
                    <a:pt x="165" y="1864"/>
                  </a:cubicBezTo>
                  <a:cubicBezTo>
                    <a:pt x="213" y="1784"/>
                    <a:pt x="269" y="1712"/>
                    <a:pt x="329" y="1640"/>
                  </a:cubicBezTo>
                  <a:lnTo>
                    <a:pt x="509" y="1416"/>
                  </a:lnTo>
                  <a:lnTo>
                    <a:pt x="693" y="1188"/>
                  </a:lnTo>
                  <a:cubicBezTo>
                    <a:pt x="753" y="1112"/>
                    <a:pt x="817" y="1040"/>
                    <a:pt x="865" y="964"/>
                  </a:cubicBezTo>
                  <a:cubicBezTo>
                    <a:pt x="913" y="884"/>
                    <a:pt x="949" y="800"/>
                    <a:pt x="969" y="712"/>
                  </a:cubicBezTo>
                  <a:cubicBezTo>
                    <a:pt x="985" y="632"/>
                    <a:pt x="989" y="552"/>
                    <a:pt x="981" y="472"/>
                  </a:cubicBezTo>
                  <a:cubicBezTo>
                    <a:pt x="977" y="404"/>
                    <a:pt x="965" y="336"/>
                    <a:pt x="945" y="272"/>
                  </a:cubicBezTo>
                  <a:cubicBezTo>
                    <a:pt x="933" y="220"/>
                    <a:pt x="917" y="168"/>
                    <a:pt x="897" y="120"/>
                  </a:cubicBezTo>
                  <a:cubicBezTo>
                    <a:pt x="881" y="80"/>
                    <a:pt x="857" y="40"/>
                    <a:pt x="8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2756919" y="2420673"/>
              <a:ext cx="387048" cy="332245"/>
            </a:xfrm>
            <a:custGeom>
              <a:avLst/>
              <a:gdLst/>
              <a:ahLst/>
              <a:cxnLst/>
              <a:rect l="l" t="t" r="r" b="b"/>
              <a:pathLst>
                <a:path w="1921" h="1649" extrusionOk="0">
                  <a:moveTo>
                    <a:pt x="1917" y="0"/>
                  </a:moveTo>
                  <a:lnTo>
                    <a:pt x="1909" y="32"/>
                  </a:lnTo>
                  <a:cubicBezTo>
                    <a:pt x="1901" y="60"/>
                    <a:pt x="1893" y="88"/>
                    <a:pt x="1881" y="112"/>
                  </a:cubicBezTo>
                  <a:cubicBezTo>
                    <a:pt x="1869" y="156"/>
                    <a:pt x="1853" y="196"/>
                    <a:pt x="1833" y="236"/>
                  </a:cubicBezTo>
                  <a:cubicBezTo>
                    <a:pt x="1813" y="280"/>
                    <a:pt x="1789" y="332"/>
                    <a:pt x="1757" y="384"/>
                  </a:cubicBezTo>
                  <a:cubicBezTo>
                    <a:pt x="1721" y="444"/>
                    <a:pt x="1681" y="500"/>
                    <a:pt x="1641" y="552"/>
                  </a:cubicBezTo>
                  <a:cubicBezTo>
                    <a:pt x="1597" y="612"/>
                    <a:pt x="1545" y="668"/>
                    <a:pt x="1493" y="720"/>
                  </a:cubicBezTo>
                  <a:cubicBezTo>
                    <a:pt x="1461" y="744"/>
                    <a:pt x="1433" y="772"/>
                    <a:pt x="1401" y="796"/>
                  </a:cubicBezTo>
                  <a:cubicBezTo>
                    <a:pt x="1365" y="820"/>
                    <a:pt x="1329" y="840"/>
                    <a:pt x="1293" y="856"/>
                  </a:cubicBezTo>
                  <a:cubicBezTo>
                    <a:pt x="1217" y="892"/>
                    <a:pt x="1137" y="916"/>
                    <a:pt x="1057" y="932"/>
                  </a:cubicBezTo>
                  <a:cubicBezTo>
                    <a:pt x="1017" y="940"/>
                    <a:pt x="977" y="936"/>
                    <a:pt x="933" y="940"/>
                  </a:cubicBezTo>
                  <a:cubicBezTo>
                    <a:pt x="889" y="944"/>
                    <a:pt x="849" y="948"/>
                    <a:pt x="805" y="952"/>
                  </a:cubicBezTo>
                  <a:cubicBezTo>
                    <a:pt x="721" y="964"/>
                    <a:pt x="637" y="988"/>
                    <a:pt x="561" y="1016"/>
                  </a:cubicBezTo>
                  <a:cubicBezTo>
                    <a:pt x="421" y="1068"/>
                    <a:pt x="293" y="1156"/>
                    <a:pt x="193" y="1268"/>
                  </a:cubicBezTo>
                  <a:cubicBezTo>
                    <a:pt x="153" y="1312"/>
                    <a:pt x="117" y="1360"/>
                    <a:pt x="85" y="1408"/>
                  </a:cubicBezTo>
                  <a:cubicBezTo>
                    <a:pt x="61" y="1448"/>
                    <a:pt x="41" y="1488"/>
                    <a:pt x="29" y="1532"/>
                  </a:cubicBezTo>
                  <a:cubicBezTo>
                    <a:pt x="17" y="1560"/>
                    <a:pt x="9" y="1588"/>
                    <a:pt x="5" y="1620"/>
                  </a:cubicBezTo>
                  <a:lnTo>
                    <a:pt x="1" y="1648"/>
                  </a:lnTo>
                  <a:lnTo>
                    <a:pt x="9" y="1648"/>
                  </a:lnTo>
                  <a:cubicBezTo>
                    <a:pt x="9" y="1648"/>
                    <a:pt x="9" y="1640"/>
                    <a:pt x="17" y="1620"/>
                  </a:cubicBezTo>
                  <a:cubicBezTo>
                    <a:pt x="25" y="1592"/>
                    <a:pt x="37" y="1568"/>
                    <a:pt x="53" y="1544"/>
                  </a:cubicBezTo>
                  <a:cubicBezTo>
                    <a:pt x="73" y="1504"/>
                    <a:pt x="97" y="1468"/>
                    <a:pt x="125" y="1432"/>
                  </a:cubicBezTo>
                  <a:cubicBezTo>
                    <a:pt x="157" y="1388"/>
                    <a:pt x="197" y="1348"/>
                    <a:pt x="237" y="1308"/>
                  </a:cubicBezTo>
                  <a:cubicBezTo>
                    <a:pt x="337" y="1212"/>
                    <a:pt x="457" y="1132"/>
                    <a:pt x="585" y="1080"/>
                  </a:cubicBezTo>
                  <a:cubicBezTo>
                    <a:pt x="661" y="1048"/>
                    <a:pt x="733" y="1024"/>
                    <a:pt x="813" y="1008"/>
                  </a:cubicBezTo>
                  <a:cubicBezTo>
                    <a:pt x="853" y="1000"/>
                    <a:pt x="893" y="996"/>
                    <a:pt x="937" y="988"/>
                  </a:cubicBezTo>
                  <a:cubicBezTo>
                    <a:pt x="977" y="980"/>
                    <a:pt x="1021" y="976"/>
                    <a:pt x="1065" y="964"/>
                  </a:cubicBezTo>
                  <a:cubicBezTo>
                    <a:pt x="1105" y="952"/>
                    <a:pt x="1145" y="940"/>
                    <a:pt x="1185" y="924"/>
                  </a:cubicBezTo>
                  <a:cubicBezTo>
                    <a:pt x="1205" y="916"/>
                    <a:pt x="1225" y="908"/>
                    <a:pt x="1245" y="900"/>
                  </a:cubicBezTo>
                  <a:lnTo>
                    <a:pt x="1301" y="872"/>
                  </a:lnTo>
                  <a:cubicBezTo>
                    <a:pt x="1341" y="856"/>
                    <a:pt x="1377" y="836"/>
                    <a:pt x="1413" y="812"/>
                  </a:cubicBezTo>
                  <a:cubicBezTo>
                    <a:pt x="1449" y="788"/>
                    <a:pt x="1481" y="768"/>
                    <a:pt x="1517" y="744"/>
                  </a:cubicBezTo>
                  <a:cubicBezTo>
                    <a:pt x="1545" y="720"/>
                    <a:pt x="1577" y="696"/>
                    <a:pt x="1609" y="668"/>
                  </a:cubicBezTo>
                  <a:lnTo>
                    <a:pt x="1649" y="628"/>
                  </a:lnTo>
                  <a:lnTo>
                    <a:pt x="1689" y="584"/>
                  </a:lnTo>
                  <a:cubicBezTo>
                    <a:pt x="1769" y="484"/>
                    <a:pt x="1833" y="372"/>
                    <a:pt x="1877" y="248"/>
                  </a:cubicBezTo>
                  <a:cubicBezTo>
                    <a:pt x="1889" y="204"/>
                    <a:pt x="1901" y="160"/>
                    <a:pt x="1909" y="116"/>
                  </a:cubicBezTo>
                  <a:cubicBezTo>
                    <a:pt x="1913" y="88"/>
                    <a:pt x="1917" y="60"/>
                    <a:pt x="1921" y="28"/>
                  </a:cubicBezTo>
                  <a:lnTo>
                    <a:pt x="19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2762561" y="2739822"/>
              <a:ext cx="381406" cy="55005"/>
            </a:xfrm>
            <a:custGeom>
              <a:avLst/>
              <a:gdLst/>
              <a:ahLst/>
              <a:cxnLst/>
              <a:rect l="l" t="t" r="r" b="b"/>
              <a:pathLst>
                <a:path w="1893" h="273" extrusionOk="0">
                  <a:moveTo>
                    <a:pt x="961" y="0"/>
                  </a:moveTo>
                  <a:cubicBezTo>
                    <a:pt x="897" y="0"/>
                    <a:pt x="833" y="4"/>
                    <a:pt x="773" y="8"/>
                  </a:cubicBezTo>
                  <a:cubicBezTo>
                    <a:pt x="709" y="16"/>
                    <a:pt x="649" y="24"/>
                    <a:pt x="589" y="32"/>
                  </a:cubicBezTo>
                  <a:cubicBezTo>
                    <a:pt x="533" y="40"/>
                    <a:pt x="477" y="52"/>
                    <a:pt x="421" y="64"/>
                  </a:cubicBezTo>
                  <a:cubicBezTo>
                    <a:pt x="369" y="80"/>
                    <a:pt x="321" y="96"/>
                    <a:pt x="277" y="116"/>
                  </a:cubicBezTo>
                  <a:cubicBezTo>
                    <a:pt x="181" y="156"/>
                    <a:pt x="85" y="204"/>
                    <a:pt x="1" y="264"/>
                  </a:cubicBezTo>
                  <a:lnTo>
                    <a:pt x="1" y="272"/>
                  </a:lnTo>
                  <a:lnTo>
                    <a:pt x="85" y="244"/>
                  </a:lnTo>
                  <a:lnTo>
                    <a:pt x="297" y="172"/>
                  </a:lnTo>
                  <a:lnTo>
                    <a:pt x="441" y="124"/>
                  </a:lnTo>
                  <a:cubicBezTo>
                    <a:pt x="489" y="104"/>
                    <a:pt x="541" y="84"/>
                    <a:pt x="597" y="68"/>
                  </a:cubicBezTo>
                  <a:cubicBezTo>
                    <a:pt x="676" y="43"/>
                    <a:pt x="755" y="28"/>
                    <a:pt x="837" y="28"/>
                  </a:cubicBezTo>
                  <a:cubicBezTo>
                    <a:pt x="846" y="28"/>
                    <a:pt x="855" y="28"/>
                    <a:pt x="865" y="28"/>
                  </a:cubicBezTo>
                  <a:cubicBezTo>
                    <a:pt x="897" y="32"/>
                    <a:pt x="929" y="32"/>
                    <a:pt x="957" y="40"/>
                  </a:cubicBezTo>
                  <a:cubicBezTo>
                    <a:pt x="1013" y="52"/>
                    <a:pt x="1073" y="72"/>
                    <a:pt x="1133" y="92"/>
                  </a:cubicBezTo>
                  <a:lnTo>
                    <a:pt x="1309" y="140"/>
                  </a:lnTo>
                  <a:cubicBezTo>
                    <a:pt x="1361" y="156"/>
                    <a:pt x="1417" y="168"/>
                    <a:pt x="1477" y="176"/>
                  </a:cubicBezTo>
                  <a:cubicBezTo>
                    <a:pt x="1525" y="188"/>
                    <a:pt x="1577" y="192"/>
                    <a:pt x="1629" y="192"/>
                  </a:cubicBezTo>
                  <a:cubicBezTo>
                    <a:pt x="1677" y="192"/>
                    <a:pt x="1721" y="188"/>
                    <a:pt x="1765" y="176"/>
                  </a:cubicBezTo>
                  <a:cubicBezTo>
                    <a:pt x="1801" y="164"/>
                    <a:pt x="1833" y="148"/>
                    <a:pt x="1857" y="120"/>
                  </a:cubicBezTo>
                  <a:cubicBezTo>
                    <a:pt x="1869" y="104"/>
                    <a:pt x="1881" y="80"/>
                    <a:pt x="1885" y="60"/>
                  </a:cubicBezTo>
                  <a:cubicBezTo>
                    <a:pt x="1893" y="44"/>
                    <a:pt x="1893" y="36"/>
                    <a:pt x="1893" y="36"/>
                  </a:cubicBezTo>
                  <a:lnTo>
                    <a:pt x="1885" y="36"/>
                  </a:lnTo>
                  <a:lnTo>
                    <a:pt x="1873" y="56"/>
                  </a:lnTo>
                  <a:cubicBezTo>
                    <a:pt x="1865" y="72"/>
                    <a:pt x="1853" y="88"/>
                    <a:pt x="1837" y="100"/>
                  </a:cubicBezTo>
                  <a:cubicBezTo>
                    <a:pt x="1813" y="120"/>
                    <a:pt x="1785" y="128"/>
                    <a:pt x="1753" y="132"/>
                  </a:cubicBezTo>
                  <a:cubicBezTo>
                    <a:pt x="1733" y="134"/>
                    <a:pt x="1713" y="135"/>
                    <a:pt x="1693" y="135"/>
                  </a:cubicBezTo>
                  <a:cubicBezTo>
                    <a:pt x="1673" y="135"/>
                    <a:pt x="1653" y="134"/>
                    <a:pt x="1633" y="132"/>
                  </a:cubicBezTo>
                  <a:cubicBezTo>
                    <a:pt x="1545" y="124"/>
                    <a:pt x="1437" y="96"/>
                    <a:pt x="1325" y="72"/>
                  </a:cubicBezTo>
                  <a:lnTo>
                    <a:pt x="1149" y="32"/>
                  </a:lnTo>
                  <a:cubicBezTo>
                    <a:pt x="1089" y="16"/>
                    <a:pt x="1025" y="8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2806887" y="2818401"/>
              <a:ext cx="323379" cy="141642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4" y="1"/>
                  </a:moveTo>
                  <a:cubicBezTo>
                    <a:pt x="311" y="1"/>
                    <a:pt x="298" y="1"/>
                    <a:pt x="285" y="2"/>
                  </a:cubicBezTo>
                  <a:cubicBezTo>
                    <a:pt x="189" y="2"/>
                    <a:pt x="93" y="14"/>
                    <a:pt x="1" y="38"/>
                  </a:cubicBezTo>
                  <a:lnTo>
                    <a:pt x="5" y="46"/>
                  </a:lnTo>
                  <a:lnTo>
                    <a:pt x="81" y="50"/>
                  </a:lnTo>
                  <a:cubicBezTo>
                    <a:pt x="133" y="54"/>
                    <a:pt x="201" y="58"/>
                    <a:pt x="285" y="58"/>
                  </a:cubicBezTo>
                  <a:lnTo>
                    <a:pt x="421" y="66"/>
                  </a:lnTo>
                  <a:cubicBezTo>
                    <a:pt x="453" y="66"/>
                    <a:pt x="486" y="65"/>
                    <a:pt x="521" y="65"/>
                  </a:cubicBezTo>
                  <a:cubicBezTo>
                    <a:pt x="538" y="65"/>
                    <a:pt x="555" y="65"/>
                    <a:pt x="573" y="66"/>
                  </a:cubicBezTo>
                  <a:cubicBezTo>
                    <a:pt x="625" y="66"/>
                    <a:pt x="681" y="74"/>
                    <a:pt x="733" y="90"/>
                  </a:cubicBezTo>
                  <a:cubicBezTo>
                    <a:pt x="789" y="102"/>
                    <a:pt x="841" y="126"/>
                    <a:pt x="889" y="154"/>
                  </a:cubicBezTo>
                  <a:cubicBezTo>
                    <a:pt x="981" y="206"/>
                    <a:pt x="1065" y="274"/>
                    <a:pt x="1141" y="354"/>
                  </a:cubicBezTo>
                  <a:cubicBezTo>
                    <a:pt x="1177" y="390"/>
                    <a:pt x="1209" y="430"/>
                    <a:pt x="1249" y="462"/>
                  </a:cubicBezTo>
                  <a:cubicBezTo>
                    <a:pt x="1265" y="482"/>
                    <a:pt x="1285" y="498"/>
                    <a:pt x="1309" y="514"/>
                  </a:cubicBezTo>
                  <a:lnTo>
                    <a:pt x="1365" y="546"/>
                  </a:lnTo>
                  <a:lnTo>
                    <a:pt x="1601" y="702"/>
                  </a:lnTo>
                  <a:lnTo>
                    <a:pt x="1605" y="698"/>
                  </a:lnTo>
                  <a:cubicBezTo>
                    <a:pt x="1605" y="698"/>
                    <a:pt x="1585" y="678"/>
                    <a:pt x="1553" y="638"/>
                  </a:cubicBezTo>
                  <a:cubicBezTo>
                    <a:pt x="1505" y="590"/>
                    <a:pt x="1453" y="542"/>
                    <a:pt x="1401" y="498"/>
                  </a:cubicBezTo>
                  <a:lnTo>
                    <a:pt x="1345" y="458"/>
                  </a:lnTo>
                  <a:cubicBezTo>
                    <a:pt x="1329" y="446"/>
                    <a:pt x="1313" y="430"/>
                    <a:pt x="1297" y="414"/>
                  </a:cubicBezTo>
                  <a:cubicBezTo>
                    <a:pt x="1265" y="382"/>
                    <a:pt x="1229" y="342"/>
                    <a:pt x="1189" y="306"/>
                  </a:cubicBezTo>
                  <a:cubicBezTo>
                    <a:pt x="1149" y="266"/>
                    <a:pt x="1105" y="230"/>
                    <a:pt x="1057" y="198"/>
                  </a:cubicBezTo>
                  <a:cubicBezTo>
                    <a:pt x="1009" y="166"/>
                    <a:pt x="957" y="138"/>
                    <a:pt x="901" y="118"/>
                  </a:cubicBezTo>
                  <a:cubicBezTo>
                    <a:pt x="849" y="102"/>
                    <a:pt x="793" y="82"/>
                    <a:pt x="737" y="70"/>
                  </a:cubicBezTo>
                  <a:cubicBezTo>
                    <a:pt x="681" y="58"/>
                    <a:pt x="629" y="42"/>
                    <a:pt x="577" y="30"/>
                  </a:cubicBezTo>
                  <a:cubicBezTo>
                    <a:pt x="525" y="18"/>
                    <a:pt x="473" y="10"/>
                    <a:pt x="421" y="6"/>
                  </a:cubicBezTo>
                  <a:cubicBezTo>
                    <a:pt x="390" y="4"/>
                    <a:pt x="356" y="1"/>
                    <a:pt x="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2752084" y="2839758"/>
              <a:ext cx="241980" cy="167835"/>
            </a:xfrm>
            <a:custGeom>
              <a:avLst/>
              <a:gdLst/>
              <a:ahLst/>
              <a:cxnLst/>
              <a:rect l="l" t="t" r="r" b="b"/>
              <a:pathLst>
                <a:path w="1201" h="833" extrusionOk="0">
                  <a:moveTo>
                    <a:pt x="5" y="0"/>
                  </a:moveTo>
                  <a:lnTo>
                    <a:pt x="1" y="4"/>
                  </a:lnTo>
                  <a:cubicBezTo>
                    <a:pt x="1" y="4"/>
                    <a:pt x="85" y="48"/>
                    <a:pt x="213" y="108"/>
                  </a:cubicBezTo>
                  <a:cubicBezTo>
                    <a:pt x="245" y="120"/>
                    <a:pt x="277" y="136"/>
                    <a:pt x="313" y="152"/>
                  </a:cubicBezTo>
                  <a:cubicBezTo>
                    <a:pt x="349" y="168"/>
                    <a:pt x="393" y="176"/>
                    <a:pt x="433" y="192"/>
                  </a:cubicBezTo>
                  <a:cubicBezTo>
                    <a:pt x="477" y="208"/>
                    <a:pt x="517" y="228"/>
                    <a:pt x="557" y="248"/>
                  </a:cubicBezTo>
                  <a:cubicBezTo>
                    <a:pt x="597" y="272"/>
                    <a:pt x="633" y="296"/>
                    <a:pt x="669" y="324"/>
                  </a:cubicBezTo>
                  <a:cubicBezTo>
                    <a:pt x="709" y="352"/>
                    <a:pt x="745" y="384"/>
                    <a:pt x="777" y="412"/>
                  </a:cubicBezTo>
                  <a:cubicBezTo>
                    <a:pt x="813" y="440"/>
                    <a:pt x="849" y="468"/>
                    <a:pt x="877" y="496"/>
                  </a:cubicBezTo>
                  <a:cubicBezTo>
                    <a:pt x="909" y="524"/>
                    <a:pt x="941" y="552"/>
                    <a:pt x="969" y="580"/>
                  </a:cubicBezTo>
                  <a:cubicBezTo>
                    <a:pt x="997" y="608"/>
                    <a:pt x="1025" y="632"/>
                    <a:pt x="1049" y="656"/>
                  </a:cubicBezTo>
                  <a:cubicBezTo>
                    <a:pt x="1069" y="680"/>
                    <a:pt x="1089" y="704"/>
                    <a:pt x="1109" y="724"/>
                  </a:cubicBezTo>
                  <a:cubicBezTo>
                    <a:pt x="1129" y="744"/>
                    <a:pt x="1141" y="764"/>
                    <a:pt x="1157" y="780"/>
                  </a:cubicBezTo>
                  <a:cubicBezTo>
                    <a:pt x="1181" y="812"/>
                    <a:pt x="1197" y="832"/>
                    <a:pt x="1197" y="832"/>
                  </a:cubicBezTo>
                  <a:lnTo>
                    <a:pt x="1201" y="832"/>
                  </a:lnTo>
                  <a:cubicBezTo>
                    <a:pt x="1201" y="832"/>
                    <a:pt x="1193" y="808"/>
                    <a:pt x="1181" y="772"/>
                  </a:cubicBezTo>
                  <a:cubicBezTo>
                    <a:pt x="1173" y="748"/>
                    <a:pt x="1161" y="724"/>
                    <a:pt x="1149" y="700"/>
                  </a:cubicBezTo>
                  <a:cubicBezTo>
                    <a:pt x="1133" y="676"/>
                    <a:pt x="1121" y="648"/>
                    <a:pt x="1097" y="620"/>
                  </a:cubicBezTo>
                  <a:cubicBezTo>
                    <a:pt x="1073" y="592"/>
                    <a:pt x="1053" y="560"/>
                    <a:pt x="1021" y="528"/>
                  </a:cubicBezTo>
                  <a:cubicBezTo>
                    <a:pt x="993" y="500"/>
                    <a:pt x="961" y="468"/>
                    <a:pt x="925" y="444"/>
                  </a:cubicBezTo>
                  <a:cubicBezTo>
                    <a:pt x="889" y="416"/>
                    <a:pt x="853" y="388"/>
                    <a:pt x="813" y="364"/>
                  </a:cubicBezTo>
                  <a:cubicBezTo>
                    <a:pt x="773" y="340"/>
                    <a:pt x="733" y="316"/>
                    <a:pt x="689" y="296"/>
                  </a:cubicBezTo>
                  <a:cubicBezTo>
                    <a:pt x="609" y="256"/>
                    <a:pt x="525" y="212"/>
                    <a:pt x="449" y="164"/>
                  </a:cubicBezTo>
                  <a:cubicBezTo>
                    <a:pt x="413" y="140"/>
                    <a:pt x="373" y="116"/>
                    <a:pt x="341" y="100"/>
                  </a:cubicBezTo>
                  <a:cubicBezTo>
                    <a:pt x="305" y="80"/>
                    <a:pt x="269" y="68"/>
                    <a:pt x="233" y="56"/>
                  </a:cubicBezTo>
                  <a:cubicBezTo>
                    <a:pt x="181" y="36"/>
                    <a:pt x="125" y="20"/>
                    <a:pt x="69" y="8"/>
                  </a:cubicBezTo>
                  <a:cubicBezTo>
                    <a:pt x="49" y="4"/>
                    <a:pt x="25" y="0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2683579" y="2876831"/>
              <a:ext cx="297590" cy="396719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5" y="0"/>
                  </a:moveTo>
                  <a:lnTo>
                    <a:pt x="1" y="12"/>
                  </a:lnTo>
                  <a:cubicBezTo>
                    <a:pt x="17" y="44"/>
                    <a:pt x="41" y="72"/>
                    <a:pt x="65" y="100"/>
                  </a:cubicBezTo>
                  <a:cubicBezTo>
                    <a:pt x="125" y="176"/>
                    <a:pt x="197" y="240"/>
                    <a:pt x="273" y="300"/>
                  </a:cubicBezTo>
                  <a:cubicBezTo>
                    <a:pt x="325" y="340"/>
                    <a:pt x="377" y="376"/>
                    <a:pt x="433" y="408"/>
                  </a:cubicBezTo>
                  <a:cubicBezTo>
                    <a:pt x="493" y="444"/>
                    <a:pt x="553" y="484"/>
                    <a:pt x="605" y="528"/>
                  </a:cubicBezTo>
                  <a:cubicBezTo>
                    <a:pt x="665" y="576"/>
                    <a:pt x="717" y="628"/>
                    <a:pt x="765" y="688"/>
                  </a:cubicBezTo>
                  <a:cubicBezTo>
                    <a:pt x="789" y="720"/>
                    <a:pt x="813" y="752"/>
                    <a:pt x="833" y="784"/>
                  </a:cubicBezTo>
                  <a:cubicBezTo>
                    <a:pt x="853" y="816"/>
                    <a:pt x="873" y="848"/>
                    <a:pt x="893" y="884"/>
                  </a:cubicBezTo>
                  <a:cubicBezTo>
                    <a:pt x="929" y="952"/>
                    <a:pt x="965" y="1024"/>
                    <a:pt x="997" y="1092"/>
                  </a:cubicBezTo>
                  <a:cubicBezTo>
                    <a:pt x="1029" y="1160"/>
                    <a:pt x="1053" y="1232"/>
                    <a:pt x="1077" y="1300"/>
                  </a:cubicBezTo>
                  <a:cubicBezTo>
                    <a:pt x="1101" y="1368"/>
                    <a:pt x="1117" y="1432"/>
                    <a:pt x="1133" y="1500"/>
                  </a:cubicBezTo>
                  <a:cubicBezTo>
                    <a:pt x="1145" y="1564"/>
                    <a:pt x="1165" y="1628"/>
                    <a:pt x="1193" y="1688"/>
                  </a:cubicBezTo>
                  <a:cubicBezTo>
                    <a:pt x="1217" y="1740"/>
                    <a:pt x="1245" y="1788"/>
                    <a:pt x="1281" y="1832"/>
                  </a:cubicBezTo>
                  <a:cubicBezTo>
                    <a:pt x="1309" y="1864"/>
                    <a:pt x="1341" y="1896"/>
                    <a:pt x="1377" y="1920"/>
                  </a:cubicBezTo>
                  <a:cubicBezTo>
                    <a:pt x="1405" y="1944"/>
                    <a:pt x="1441" y="1960"/>
                    <a:pt x="1477" y="1968"/>
                  </a:cubicBezTo>
                  <a:lnTo>
                    <a:pt x="1477" y="1964"/>
                  </a:lnTo>
                  <a:cubicBezTo>
                    <a:pt x="1469" y="1960"/>
                    <a:pt x="1461" y="1956"/>
                    <a:pt x="1453" y="1948"/>
                  </a:cubicBezTo>
                  <a:cubicBezTo>
                    <a:pt x="1429" y="1932"/>
                    <a:pt x="1409" y="1916"/>
                    <a:pt x="1393" y="1900"/>
                  </a:cubicBezTo>
                  <a:cubicBezTo>
                    <a:pt x="1361" y="1872"/>
                    <a:pt x="1337" y="1840"/>
                    <a:pt x="1317" y="1804"/>
                  </a:cubicBezTo>
                  <a:cubicBezTo>
                    <a:pt x="1289" y="1760"/>
                    <a:pt x="1265" y="1712"/>
                    <a:pt x="1245" y="1664"/>
                  </a:cubicBezTo>
                  <a:cubicBezTo>
                    <a:pt x="1225" y="1608"/>
                    <a:pt x="1209" y="1548"/>
                    <a:pt x="1201" y="1488"/>
                  </a:cubicBezTo>
                  <a:cubicBezTo>
                    <a:pt x="1189" y="1416"/>
                    <a:pt x="1169" y="1344"/>
                    <a:pt x="1141" y="1276"/>
                  </a:cubicBezTo>
                  <a:cubicBezTo>
                    <a:pt x="1089" y="1128"/>
                    <a:pt x="1013" y="988"/>
                    <a:pt x="921" y="860"/>
                  </a:cubicBezTo>
                  <a:cubicBezTo>
                    <a:pt x="877" y="796"/>
                    <a:pt x="829" y="732"/>
                    <a:pt x="777" y="672"/>
                  </a:cubicBezTo>
                  <a:cubicBezTo>
                    <a:pt x="729" y="612"/>
                    <a:pt x="677" y="552"/>
                    <a:pt x="629" y="496"/>
                  </a:cubicBezTo>
                  <a:cubicBezTo>
                    <a:pt x="577" y="440"/>
                    <a:pt x="521" y="396"/>
                    <a:pt x="461" y="352"/>
                  </a:cubicBezTo>
                  <a:cubicBezTo>
                    <a:pt x="405" y="320"/>
                    <a:pt x="353" y="284"/>
                    <a:pt x="305" y="248"/>
                  </a:cubicBezTo>
                  <a:cubicBezTo>
                    <a:pt x="257" y="216"/>
                    <a:pt x="213" y="184"/>
                    <a:pt x="177" y="156"/>
                  </a:cubicBezTo>
                  <a:cubicBezTo>
                    <a:pt x="141" y="124"/>
                    <a:pt x="109" y="96"/>
                    <a:pt x="81" y="76"/>
                  </a:cubicBezTo>
                  <a:cubicBezTo>
                    <a:pt x="33" y="28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2594926" y="2889726"/>
              <a:ext cx="89660" cy="434598"/>
            </a:xfrm>
            <a:custGeom>
              <a:avLst/>
              <a:gdLst/>
              <a:ahLst/>
              <a:cxnLst/>
              <a:rect l="l" t="t" r="r" b="b"/>
              <a:pathLst>
                <a:path w="445" h="2157" extrusionOk="0">
                  <a:moveTo>
                    <a:pt x="265" y="0"/>
                  </a:moveTo>
                  <a:cubicBezTo>
                    <a:pt x="253" y="28"/>
                    <a:pt x="245" y="60"/>
                    <a:pt x="237" y="96"/>
                  </a:cubicBezTo>
                  <a:cubicBezTo>
                    <a:pt x="217" y="180"/>
                    <a:pt x="213" y="268"/>
                    <a:pt x="221" y="360"/>
                  </a:cubicBezTo>
                  <a:cubicBezTo>
                    <a:pt x="225" y="420"/>
                    <a:pt x="241" y="480"/>
                    <a:pt x="269" y="536"/>
                  </a:cubicBezTo>
                  <a:cubicBezTo>
                    <a:pt x="277" y="548"/>
                    <a:pt x="285" y="564"/>
                    <a:pt x="297" y="580"/>
                  </a:cubicBezTo>
                  <a:lnTo>
                    <a:pt x="325" y="616"/>
                  </a:lnTo>
                  <a:cubicBezTo>
                    <a:pt x="337" y="628"/>
                    <a:pt x="345" y="640"/>
                    <a:pt x="357" y="656"/>
                  </a:cubicBezTo>
                  <a:lnTo>
                    <a:pt x="377" y="696"/>
                  </a:lnTo>
                  <a:cubicBezTo>
                    <a:pt x="405" y="756"/>
                    <a:pt x="417" y="824"/>
                    <a:pt x="421" y="896"/>
                  </a:cubicBezTo>
                  <a:cubicBezTo>
                    <a:pt x="425" y="964"/>
                    <a:pt x="421" y="1036"/>
                    <a:pt x="409" y="1104"/>
                  </a:cubicBezTo>
                  <a:cubicBezTo>
                    <a:pt x="393" y="1176"/>
                    <a:pt x="377" y="1244"/>
                    <a:pt x="357" y="1312"/>
                  </a:cubicBezTo>
                  <a:cubicBezTo>
                    <a:pt x="341" y="1376"/>
                    <a:pt x="313" y="1436"/>
                    <a:pt x="281" y="1492"/>
                  </a:cubicBezTo>
                  <a:cubicBezTo>
                    <a:pt x="273" y="1504"/>
                    <a:pt x="265" y="1516"/>
                    <a:pt x="257" y="1528"/>
                  </a:cubicBezTo>
                  <a:lnTo>
                    <a:pt x="221" y="1564"/>
                  </a:lnTo>
                  <a:cubicBezTo>
                    <a:pt x="201" y="1588"/>
                    <a:pt x="181" y="1616"/>
                    <a:pt x="165" y="1644"/>
                  </a:cubicBezTo>
                  <a:cubicBezTo>
                    <a:pt x="133" y="1692"/>
                    <a:pt x="101" y="1748"/>
                    <a:pt x="81" y="1800"/>
                  </a:cubicBezTo>
                  <a:cubicBezTo>
                    <a:pt x="57" y="1844"/>
                    <a:pt x="41" y="1892"/>
                    <a:pt x="25" y="1940"/>
                  </a:cubicBezTo>
                  <a:cubicBezTo>
                    <a:pt x="13" y="1980"/>
                    <a:pt x="9" y="2016"/>
                    <a:pt x="5" y="2056"/>
                  </a:cubicBezTo>
                  <a:cubicBezTo>
                    <a:pt x="1" y="2080"/>
                    <a:pt x="5" y="2108"/>
                    <a:pt x="9" y="2132"/>
                  </a:cubicBezTo>
                  <a:cubicBezTo>
                    <a:pt x="17" y="2148"/>
                    <a:pt x="21" y="2156"/>
                    <a:pt x="21" y="2156"/>
                  </a:cubicBezTo>
                  <a:lnTo>
                    <a:pt x="29" y="2152"/>
                  </a:lnTo>
                  <a:cubicBezTo>
                    <a:pt x="29" y="2152"/>
                    <a:pt x="25" y="2144"/>
                    <a:pt x="25" y="2128"/>
                  </a:cubicBezTo>
                  <a:cubicBezTo>
                    <a:pt x="21" y="2104"/>
                    <a:pt x="25" y="2084"/>
                    <a:pt x="33" y="2060"/>
                  </a:cubicBezTo>
                  <a:cubicBezTo>
                    <a:pt x="57" y="1980"/>
                    <a:pt x="89" y="1900"/>
                    <a:pt x="133" y="1828"/>
                  </a:cubicBezTo>
                  <a:cubicBezTo>
                    <a:pt x="157" y="1780"/>
                    <a:pt x="189" y="1736"/>
                    <a:pt x="221" y="1684"/>
                  </a:cubicBezTo>
                  <a:cubicBezTo>
                    <a:pt x="241" y="1664"/>
                    <a:pt x="257" y="1636"/>
                    <a:pt x="277" y="1612"/>
                  </a:cubicBezTo>
                  <a:lnTo>
                    <a:pt x="309" y="1576"/>
                  </a:lnTo>
                  <a:cubicBezTo>
                    <a:pt x="321" y="1560"/>
                    <a:pt x="333" y="1544"/>
                    <a:pt x="341" y="1528"/>
                  </a:cubicBezTo>
                  <a:cubicBezTo>
                    <a:pt x="373" y="1464"/>
                    <a:pt x="401" y="1396"/>
                    <a:pt x="413" y="1328"/>
                  </a:cubicBezTo>
                  <a:cubicBezTo>
                    <a:pt x="429" y="1256"/>
                    <a:pt x="441" y="1184"/>
                    <a:pt x="441" y="1108"/>
                  </a:cubicBezTo>
                  <a:cubicBezTo>
                    <a:pt x="445" y="1036"/>
                    <a:pt x="445" y="964"/>
                    <a:pt x="437" y="892"/>
                  </a:cubicBezTo>
                  <a:cubicBezTo>
                    <a:pt x="437" y="824"/>
                    <a:pt x="425" y="752"/>
                    <a:pt x="409" y="684"/>
                  </a:cubicBezTo>
                  <a:cubicBezTo>
                    <a:pt x="389" y="612"/>
                    <a:pt x="341" y="560"/>
                    <a:pt x="321" y="512"/>
                  </a:cubicBezTo>
                  <a:cubicBezTo>
                    <a:pt x="297" y="460"/>
                    <a:pt x="285" y="408"/>
                    <a:pt x="277" y="356"/>
                  </a:cubicBezTo>
                  <a:cubicBezTo>
                    <a:pt x="269" y="308"/>
                    <a:pt x="265" y="260"/>
                    <a:pt x="265" y="212"/>
                  </a:cubicBezTo>
                  <a:lnTo>
                    <a:pt x="265" y="100"/>
                  </a:lnTo>
                  <a:cubicBezTo>
                    <a:pt x="265" y="36"/>
                    <a:pt x="269" y="0"/>
                    <a:pt x="2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2482095" y="2920351"/>
              <a:ext cx="82406" cy="256487"/>
            </a:xfrm>
            <a:custGeom>
              <a:avLst/>
              <a:gdLst/>
              <a:ahLst/>
              <a:cxnLst/>
              <a:rect l="l" t="t" r="r" b="b"/>
              <a:pathLst>
                <a:path w="409" h="1273" extrusionOk="0">
                  <a:moveTo>
                    <a:pt x="405" y="0"/>
                  </a:moveTo>
                  <a:cubicBezTo>
                    <a:pt x="345" y="44"/>
                    <a:pt x="293" y="96"/>
                    <a:pt x="249" y="152"/>
                  </a:cubicBezTo>
                  <a:cubicBezTo>
                    <a:pt x="229" y="180"/>
                    <a:pt x="209" y="208"/>
                    <a:pt x="189" y="240"/>
                  </a:cubicBezTo>
                  <a:cubicBezTo>
                    <a:pt x="173" y="276"/>
                    <a:pt x="157" y="312"/>
                    <a:pt x="145" y="352"/>
                  </a:cubicBezTo>
                  <a:cubicBezTo>
                    <a:pt x="133" y="396"/>
                    <a:pt x="129" y="436"/>
                    <a:pt x="133" y="480"/>
                  </a:cubicBezTo>
                  <a:cubicBezTo>
                    <a:pt x="137" y="524"/>
                    <a:pt x="137" y="568"/>
                    <a:pt x="137" y="608"/>
                  </a:cubicBezTo>
                  <a:cubicBezTo>
                    <a:pt x="133" y="652"/>
                    <a:pt x="129" y="692"/>
                    <a:pt x="125" y="736"/>
                  </a:cubicBezTo>
                  <a:cubicBezTo>
                    <a:pt x="121" y="776"/>
                    <a:pt x="117" y="816"/>
                    <a:pt x="109" y="856"/>
                  </a:cubicBezTo>
                  <a:cubicBezTo>
                    <a:pt x="93" y="932"/>
                    <a:pt x="77" y="1000"/>
                    <a:pt x="61" y="1064"/>
                  </a:cubicBezTo>
                  <a:cubicBezTo>
                    <a:pt x="45" y="1124"/>
                    <a:pt x="33" y="1176"/>
                    <a:pt x="21" y="1212"/>
                  </a:cubicBezTo>
                  <a:cubicBezTo>
                    <a:pt x="9" y="1248"/>
                    <a:pt x="1" y="1268"/>
                    <a:pt x="1" y="1268"/>
                  </a:cubicBezTo>
                  <a:lnTo>
                    <a:pt x="9" y="1272"/>
                  </a:lnTo>
                  <a:cubicBezTo>
                    <a:pt x="9" y="1272"/>
                    <a:pt x="21" y="1252"/>
                    <a:pt x="45" y="1224"/>
                  </a:cubicBezTo>
                  <a:cubicBezTo>
                    <a:pt x="57" y="1204"/>
                    <a:pt x="69" y="1184"/>
                    <a:pt x="81" y="1164"/>
                  </a:cubicBezTo>
                  <a:cubicBezTo>
                    <a:pt x="93" y="1136"/>
                    <a:pt x="109" y="1112"/>
                    <a:pt x="121" y="1084"/>
                  </a:cubicBezTo>
                  <a:cubicBezTo>
                    <a:pt x="133" y="1052"/>
                    <a:pt x="145" y="1016"/>
                    <a:pt x="153" y="984"/>
                  </a:cubicBezTo>
                  <a:cubicBezTo>
                    <a:pt x="165" y="944"/>
                    <a:pt x="173" y="904"/>
                    <a:pt x="177" y="864"/>
                  </a:cubicBezTo>
                  <a:cubicBezTo>
                    <a:pt x="181" y="824"/>
                    <a:pt x="185" y="780"/>
                    <a:pt x="185" y="740"/>
                  </a:cubicBezTo>
                  <a:cubicBezTo>
                    <a:pt x="185" y="696"/>
                    <a:pt x="181" y="652"/>
                    <a:pt x="173" y="608"/>
                  </a:cubicBezTo>
                  <a:cubicBezTo>
                    <a:pt x="165" y="564"/>
                    <a:pt x="157" y="524"/>
                    <a:pt x="153" y="480"/>
                  </a:cubicBezTo>
                  <a:cubicBezTo>
                    <a:pt x="149" y="440"/>
                    <a:pt x="161" y="400"/>
                    <a:pt x="181" y="368"/>
                  </a:cubicBezTo>
                  <a:cubicBezTo>
                    <a:pt x="201" y="332"/>
                    <a:pt x="225" y="304"/>
                    <a:pt x="241" y="272"/>
                  </a:cubicBezTo>
                  <a:lnTo>
                    <a:pt x="297" y="188"/>
                  </a:lnTo>
                  <a:cubicBezTo>
                    <a:pt x="333" y="132"/>
                    <a:pt x="361" y="88"/>
                    <a:pt x="381" y="56"/>
                  </a:cubicBezTo>
                  <a:cubicBezTo>
                    <a:pt x="397" y="24"/>
                    <a:pt x="409" y="8"/>
                    <a:pt x="409" y="8"/>
                  </a:cubicBezTo>
                  <a:lnTo>
                    <a:pt x="4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2586061" y="2944529"/>
              <a:ext cx="34856" cy="170253"/>
            </a:xfrm>
            <a:custGeom>
              <a:avLst/>
              <a:gdLst/>
              <a:ahLst/>
              <a:cxnLst/>
              <a:rect l="l" t="t" r="r" b="b"/>
              <a:pathLst>
                <a:path w="173" h="845" extrusionOk="0">
                  <a:moveTo>
                    <a:pt x="33" y="0"/>
                  </a:moveTo>
                  <a:cubicBezTo>
                    <a:pt x="25" y="12"/>
                    <a:pt x="21" y="24"/>
                    <a:pt x="21" y="36"/>
                  </a:cubicBezTo>
                  <a:cubicBezTo>
                    <a:pt x="9" y="68"/>
                    <a:pt x="5" y="100"/>
                    <a:pt x="1" y="136"/>
                  </a:cubicBezTo>
                  <a:cubicBezTo>
                    <a:pt x="1" y="156"/>
                    <a:pt x="1" y="180"/>
                    <a:pt x="1" y="200"/>
                  </a:cubicBezTo>
                  <a:cubicBezTo>
                    <a:pt x="5" y="224"/>
                    <a:pt x="9" y="252"/>
                    <a:pt x="17" y="276"/>
                  </a:cubicBezTo>
                  <a:cubicBezTo>
                    <a:pt x="29" y="324"/>
                    <a:pt x="33" y="380"/>
                    <a:pt x="29" y="432"/>
                  </a:cubicBezTo>
                  <a:cubicBezTo>
                    <a:pt x="25" y="488"/>
                    <a:pt x="29" y="540"/>
                    <a:pt x="37" y="596"/>
                  </a:cubicBezTo>
                  <a:cubicBezTo>
                    <a:pt x="45" y="640"/>
                    <a:pt x="61" y="688"/>
                    <a:pt x="81" y="732"/>
                  </a:cubicBezTo>
                  <a:cubicBezTo>
                    <a:pt x="93" y="748"/>
                    <a:pt x="101" y="764"/>
                    <a:pt x="113" y="780"/>
                  </a:cubicBezTo>
                  <a:cubicBezTo>
                    <a:pt x="121" y="792"/>
                    <a:pt x="129" y="804"/>
                    <a:pt x="141" y="816"/>
                  </a:cubicBezTo>
                  <a:cubicBezTo>
                    <a:pt x="157" y="832"/>
                    <a:pt x="169" y="844"/>
                    <a:pt x="169" y="844"/>
                  </a:cubicBezTo>
                  <a:lnTo>
                    <a:pt x="173" y="840"/>
                  </a:lnTo>
                  <a:cubicBezTo>
                    <a:pt x="173" y="840"/>
                    <a:pt x="169" y="824"/>
                    <a:pt x="165" y="800"/>
                  </a:cubicBezTo>
                  <a:cubicBezTo>
                    <a:pt x="161" y="788"/>
                    <a:pt x="157" y="776"/>
                    <a:pt x="153" y="760"/>
                  </a:cubicBezTo>
                  <a:cubicBezTo>
                    <a:pt x="149" y="748"/>
                    <a:pt x="145" y="728"/>
                    <a:pt x="141" y="712"/>
                  </a:cubicBezTo>
                  <a:cubicBezTo>
                    <a:pt x="137" y="692"/>
                    <a:pt x="129" y="672"/>
                    <a:pt x="125" y="648"/>
                  </a:cubicBezTo>
                  <a:cubicBezTo>
                    <a:pt x="121" y="628"/>
                    <a:pt x="113" y="604"/>
                    <a:pt x="109" y="580"/>
                  </a:cubicBezTo>
                  <a:cubicBezTo>
                    <a:pt x="101" y="556"/>
                    <a:pt x="93" y="536"/>
                    <a:pt x="89" y="508"/>
                  </a:cubicBezTo>
                  <a:cubicBezTo>
                    <a:pt x="85" y="480"/>
                    <a:pt x="73" y="456"/>
                    <a:pt x="65" y="432"/>
                  </a:cubicBezTo>
                  <a:cubicBezTo>
                    <a:pt x="57" y="404"/>
                    <a:pt x="53" y="380"/>
                    <a:pt x="49" y="352"/>
                  </a:cubicBezTo>
                  <a:cubicBezTo>
                    <a:pt x="49" y="328"/>
                    <a:pt x="49" y="300"/>
                    <a:pt x="53" y="276"/>
                  </a:cubicBezTo>
                  <a:cubicBezTo>
                    <a:pt x="57" y="248"/>
                    <a:pt x="61" y="224"/>
                    <a:pt x="61" y="204"/>
                  </a:cubicBezTo>
                  <a:lnTo>
                    <a:pt x="61" y="140"/>
                  </a:lnTo>
                  <a:cubicBezTo>
                    <a:pt x="61" y="92"/>
                    <a:pt x="53" y="48"/>
                    <a:pt x="41" y="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2268522" y="2873607"/>
              <a:ext cx="281471" cy="35964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89" y="0"/>
                  </a:moveTo>
                  <a:cubicBezTo>
                    <a:pt x="1281" y="52"/>
                    <a:pt x="1181" y="116"/>
                    <a:pt x="1085" y="192"/>
                  </a:cubicBezTo>
                  <a:cubicBezTo>
                    <a:pt x="1037" y="228"/>
                    <a:pt x="993" y="264"/>
                    <a:pt x="949" y="304"/>
                  </a:cubicBezTo>
                  <a:cubicBezTo>
                    <a:pt x="901" y="352"/>
                    <a:pt x="857" y="400"/>
                    <a:pt x="821" y="452"/>
                  </a:cubicBezTo>
                  <a:cubicBezTo>
                    <a:pt x="777" y="512"/>
                    <a:pt x="745" y="572"/>
                    <a:pt x="721" y="640"/>
                  </a:cubicBezTo>
                  <a:cubicBezTo>
                    <a:pt x="689" y="704"/>
                    <a:pt x="657" y="768"/>
                    <a:pt x="621" y="828"/>
                  </a:cubicBezTo>
                  <a:lnTo>
                    <a:pt x="401" y="1188"/>
                  </a:lnTo>
                  <a:cubicBezTo>
                    <a:pt x="333" y="1300"/>
                    <a:pt x="269" y="1408"/>
                    <a:pt x="213" y="1500"/>
                  </a:cubicBezTo>
                  <a:cubicBezTo>
                    <a:pt x="169" y="1572"/>
                    <a:pt x="121" y="1644"/>
                    <a:pt x="73" y="1716"/>
                  </a:cubicBezTo>
                  <a:cubicBezTo>
                    <a:pt x="57" y="1732"/>
                    <a:pt x="41" y="1752"/>
                    <a:pt x="21" y="1764"/>
                  </a:cubicBezTo>
                  <a:cubicBezTo>
                    <a:pt x="17" y="1768"/>
                    <a:pt x="9" y="1772"/>
                    <a:pt x="1" y="1776"/>
                  </a:cubicBezTo>
                  <a:lnTo>
                    <a:pt x="1" y="1784"/>
                  </a:lnTo>
                  <a:cubicBezTo>
                    <a:pt x="9" y="1784"/>
                    <a:pt x="21" y="1780"/>
                    <a:pt x="29" y="1776"/>
                  </a:cubicBezTo>
                  <a:cubicBezTo>
                    <a:pt x="49" y="1764"/>
                    <a:pt x="73" y="1748"/>
                    <a:pt x="89" y="1732"/>
                  </a:cubicBezTo>
                  <a:cubicBezTo>
                    <a:pt x="153" y="1672"/>
                    <a:pt x="209" y="1604"/>
                    <a:pt x="261" y="1532"/>
                  </a:cubicBezTo>
                  <a:cubicBezTo>
                    <a:pt x="333" y="1432"/>
                    <a:pt x="401" y="1328"/>
                    <a:pt x="461" y="1220"/>
                  </a:cubicBezTo>
                  <a:cubicBezTo>
                    <a:pt x="497" y="1160"/>
                    <a:pt x="529" y="1100"/>
                    <a:pt x="561" y="1036"/>
                  </a:cubicBezTo>
                  <a:cubicBezTo>
                    <a:pt x="593" y="972"/>
                    <a:pt x="625" y="908"/>
                    <a:pt x="653" y="844"/>
                  </a:cubicBezTo>
                  <a:lnTo>
                    <a:pt x="741" y="644"/>
                  </a:lnTo>
                  <a:cubicBezTo>
                    <a:pt x="753" y="612"/>
                    <a:pt x="769" y="580"/>
                    <a:pt x="785" y="552"/>
                  </a:cubicBezTo>
                  <a:cubicBezTo>
                    <a:pt x="805" y="524"/>
                    <a:pt x="825" y="496"/>
                    <a:pt x="849" y="472"/>
                  </a:cubicBezTo>
                  <a:cubicBezTo>
                    <a:pt x="897" y="424"/>
                    <a:pt x="945" y="384"/>
                    <a:pt x="993" y="344"/>
                  </a:cubicBezTo>
                  <a:cubicBezTo>
                    <a:pt x="1037" y="304"/>
                    <a:pt x="1081" y="268"/>
                    <a:pt x="1121" y="232"/>
                  </a:cubicBezTo>
                  <a:lnTo>
                    <a:pt x="1321" y="64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2526422" y="2497035"/>
              <a:ext cx="216997" cy="320962"/>
            </a:xfrm>
            <a:custGeom>
              <a:avLst/>
              <a:gdLst/>
              <a:ahLst/>
              <a:cxnLst/>
              <a:rect l="l" t="t" r="r" b="b"/>
              <a:pathLst>
                <a:path w="1077" h="1593" extrusionOk="0">
                  <a:moveTo>
                    <a:pt x="992" y="1"/>
                  </a:moveTo>
                  <a:cubicBezTo>
                    <a:pt x="989" y="1"/>
                    <a:pt x="987" y="1"/>
                    <a:pt x="985" y="1"/>
                  </a:cubicBezTo>
                  <a:lnTo>
                    <a:pt x="957" y="1"/>
                  </a:lnTo>
                  <a:cubicBezTo>
                    <a:pt x="945" y="1"/>
                    <a:pt x="933" y="5"/>
                    <a:pt x="925" y="13"/>
                  </a:cubicBezTo>
                  <a:cubicBezTo>
                    <a:pt x="909" y="25"/>
                    <a:pt x="897" y="37"/>
                    <a:pt x="885" y="49"/>
                  </a:cubicBezTo>
                  <a:cubicBezTo>
                    <a:pt x="857" y="73"/>
                    <a:pt x="837" y="101"/>
                    <a:pt x="821" y="133"/>
                  </a:cubicBezTo>
                  <a:cubicBezTo>
                    <a:pt x="785" y="197"/>
                    <a:pt x="765" y="269"/>
                    <a:pt x="765" y="341"/>
                  </a:cubicBezTo>
                  <a:cubicBezTo>
                    <a:pt x="765" y="413"/>
                    <a:pt x="773" y="481"/>
                    <a:pt x="773" y="549"/>
                  </a:cubicBezTo>
                  <a:cubicBezTo>
                    <a:pt x="769" y="581"/>
                    <a:pt x="765" y="613"/>
                    <a:pt x="753" y="645"/>
                  </a:cubicBezTo>
                  <a:cubicBezTo>
                    <a:pt x="737" y="677"/>
                    <a:pt x="717" y="705"/>
                    <a:pt x="693" y="725"/>
                  </a:cubicBezTo>
                  <a:cubicBezTo>
                    <a:pt x="645" y="773"/>
                    <a:pt x="589" y="813"/>
                    <a:pt x="537" y="853"/>
                  </a:cubicBezTo>
                  <a:cubicBezTo>
                    <a:pt x="485" y="889"/>
                    <a:pt x="433" y="929"/>
                    <a:pt x="389" y="969"/>
                  </a:cubicBezTo>
                  <a:cubicBezTo>
                    <a:pt x="341" y="1009"/>
                    <a:pt x="305" y="1057"/>
                    <a:pt x="277" y="1109"/>
                  </a:cubicBezTo>
                  <a:cubicBezTo>
                    <a:pt x="253" y="1153"/>
                    <a:pt x="241" y="1201"/>
                    <a:pt x="241" y="1249"/>
                  </a:cubicBezTo>
                  <a:cubicBezTo>
                    <a:pt x="209" y="1217"/>
                    <a:pt x="177" y="1185"/>
                    <a:pt x="145" y="1149"/>
                  </a:cubicBezTo>
                  <a:cubicBezTo>
                    <a:pt x="109" y="1105"/>
                    <a:pt x="81" y="1053"/>
                    <a:pt x="61" y="1001"/>
                  </a:cubicBezTo>
                  <a:cubicBezTo>
                    <a:pt x="53" y="973"/>
                    <a:pt x="45" y="945"/>
                    <a:pt x="45" y="917"/>
                  </a:cubicBezTo>
                  <a:cubicBezTo>
                    <a:pt x="41" y="889"/>
                    <a:pt x="41" y="861"/>
                    <a:pt x="49" y="837"/>
                  </a:cubicBezTo>
                  <a:cubicBezTo>
                    <a:pt x="65" y="781"/>
                    <a:pt x="85" y="733"/>
                    <a:pt x="113" y="685"/>
                  </a:cubicBezTo>
                  <a:cubicBezTo>
                    <a:pt x="145" y="633"/>
                    <a:pt x="173" y="577"/>
                    <a:pt x="189" y="521"/>
                  </a:cubicBezTo>
                  <a:cubicBezTo>
                    <a:pt x="201" y="485"/>
                    <a:pt x="197" y="445"/>
                    <a:pt x="185" y="413"/>
                  </a:cubicBezTo>
                  <a:cubicBezTo>
                    <a:pt x="166" y="372"/>
                    <a:pt x="130" y="349"/>
                    <a:pt x="90" y="349"/>
                  </a:cubicBezTo>
                  <a:cubicBezTo>
                    <a:pt x="87" y="349"/>
                    <a:pt x="84" y="349"/>
                    <a:pt x="81" y="349"/>
                  </a:cubicBezTo>
                  <a:cubicBezTo>
                    <a:pt x="77" y="349"/>
                    <a:pt x="73" y="353"/>
                    <a:pt x="69" y="353"/>
                  </a:cubicBezTo>
                  <a:cubicBezTo>
                    <a:pt x="41" y="369"/>
                    <a:pt x="17" y="397"/>
                    <a:pt x="9" y="429"/>
                  </a:cubicBezTo>
                  <a:cubicBezTo>
                    <a:pt x="5" y="457"/>
                    <a:pt x="9" y="489"/>
                    <a:pt x="21" y="517"/>
                  </a:cubicBezTo>
                  <a:cubicBezTo>
                    <a:pt x="37" y="553"/>
                    <a:pt x="53" y="589"/>
                    <a:pt x="69" y="621"/>
                  </a:cubicBezTo>
                  <a:cubicBezTo>
                    <a:pt x="65" y="633"/>
                    <a:pt x="61" y="645"/>
                    <a:pt x="57" y="657"/>
                  </a:cubicBezTo>
                  <a:cubicBezTo>
                    <a:pt x="25" y="709"/>
                    <a:pt x="9" y="769"/>
                    <a:pt x="1" y="829"/>
                  </a:cubicBezTo>
                  <a:cubicBezTo>
                    <a:pt x="1" y="861"/>
                    <a:pt x="5" y="893"/>
                    <a:pt x="13" y="921"/>
                  </a:cubicBezTo>
                  <a:cubicBezTo>
                    <a:pt x="21" y="949"/>
                    <a:pt x="29" y="977"/>
                    <a:pt x="41" y="1005"/>
                  </a:cubicBezTo>
                  <a:cubicBezTo>
                    <a:pt x="61" y="1061"/>
                    <a:pt x="85" y="1117"/>
                    <a:pt x="113" y="1169"/>
                  </a:cubicBezTo>
                  <a:cubicBezTo>
                    <a:pt x="141" y="1221"/>
                    <a:pt x="177" y="1269"/>
                    <a:pt x="221" y="1309"/>
                  </a:cubicBezTo>
                  <a:cubicBezTo>
                    <a:pt x="237" y="1329"/>
                    <a:pt x="257" y="1345"/>
                    <a:pt x="269" y="1365"/>
                  </a:cubicBezTo>
                  <a:cubicBezTo>
                    <a:pt x="281" y="1377"/>
                    <a:pt x="289" y="1389"/>
                    <a:pt x="301" y="1401"/>
                  </a:cubicBezTo>
                  <a:cubicBezTo>
                    <a:pt x="309" y="1413"/>
                    <a:pt x="317" y="1421"/>
                    <a:pt x="321" y="1433"/>
                  </a:cubicBezTo>
                  <a:cubicBezTo>
                    <a:pt x="349" y="1481"/>
                    <a:pt x="349" y="1537"/>
                    <a:pt x="325" y="1585"/>
                  </a:cubicBezTo>
                  <a:cubicBezTo>
                    <a:pt x="325" y="1589"/>
                    <a:pt x="325" y="1589"/>
                    <a:pt x="325" y="1589"/>
                  </a:cubicBezTo>
                  <a:cubicBezTo>
                    <a:pt x="327" y="1591"/>
                    <a:pt x="328" y="1592"/>
                    <a:pt x="329" y="1592"/>
                  </a:cubicBezTo>
                  <a:cubicBezTo>
                    <a:pt x="330" y="1592"/>
                    <a:pt x="331" y="1591"/>
                    <a:pt x="333" y="1589"/>
                  </a:cubicBezTo>
                  <a:cubicBezTo>
                    <a:pt x="353" y="1569"/>
                    <a:pt x="369" y="1541"/>
                    <a:pt x="373" y="1509"/>
                  </a:cubicBezTo>
                  <a:cubicBezTo>
                    <a:pt x="381" y="1477"/>
                    <a:pt x="377" y="1445"/>
                    <a:pt x="365" y="1413"/>
                  </a:cubicBezTo>
                  <a:cubicBezTo>
                    <a:pt x="357" y="1385"/>
                    <a:pt x="341" y="1357"/>
                    <a:pt x="321" y="1333"/>
                  </a:cubicBezTo>
                  <a:cubicBezTo>
                    <a:pt x="309" y="1317"/>
                    <a:pt x="297" y="1305"/>
                    <a:pt x="285" y="1289"/>
                  </a:cubicBezTo>
                  <a:cubicBezTo>
                    <a:pt x="285" y="1277"/>
                    <a:pt x="285" y="1265"/>
                    <a:pt x="285" y="1249"/>
                  </a:cubicBezTo>
                  <a:cubicBezTo>
                    <a:pt x="289" y="1209"/>
                    <a:pt x="301" y="1165"/>
                    <a:pt x="325" y="1129"/>
                  </a:cubicBezTo>
                  <a:cubicBezTo>
                    <a:pt x="353" y="1085"/>
                    <a:pt x="389" y="1049"/>
                    <a:pt x="429" y="1017"/>
                  </a:cubicBezTo>
                  <a:lnTo>
                    <a:pt x="561" y="885"/>
                  </a:lnTo>
                  <a:cubicBezTo>
                    <a:pt x="609" y="837"/>
                    <a:pt x="657" y="789"/>
                    <a:pt x="709" y="745"/>
                  </a:cubicBezTo>
                  <a:cubicBezTo>
                    <a:pt x="761" y="693"/>
                    <a:pt x="797" y="629"/>
                    <a:pt x="809" y="557"/>
                  </a:cubicBezTo>
                  <a:cubicBezTo>
                    <a:pt x="817" y="509"/>
                    <a:pt x="821" y="457"/>
                    <a:pt x="821" y="409"/>
                  </a:cubicBezTo>
                  <a:cubicBezTo>
                    <a:pt x="837" y="401"/>
                    <a:pt x="857" y="389"/>
                    <a:pt x="881" y="373"/>
                  </a:cubicBezTo>
                  <a:cubicBezTo>
                    <a:pt x="909" y="353"/>
                    <a:pt x="941" y="329"/>
                    <a:pt x="969" y="305"/>
                  </a:cubicBezTo>
                  <a:cubicBezTo>
                    <a:pt x="1005" y="269"/>
                    <a:pt x="1037" y="229"/>
                    <a:pt x="1057" y="181"/>
                  </a:cubicBezTo>
                  <a:cubicBezTo>
                    <a:pt x="1069" y="153"/>
                    <a:pt x="1077" y="121"/>
                    <a:pt x="1077" y="89"/>
                  </a:cubicBezTo>
                  <a:cubicBezTo>
                    <a:pt x="1077" y="40"/>
                    <a:pt x="1040" y="1"/>
                    <a:pt x="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2643282" y="2586494"/>
              <a:ext cx="165417" cy="213168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750" y="1"/>
                  </a:moveTo>
                  <a:cubicBezTo>
                    <a:pt x="747" y="1"/>
                    <a:pt x="744" y="1"/>
                    <a:pt x="741" y="1"/>
                  </a:cubicBezTo>
                  <a:cubicBezTo>
                    <a:pt x="701" y="1"/>
                    <a:pt x="669" y="25"/>
                    <a:pt x="657" y="57"/>
                  </a:cubicBezTo>
                  <a:cubicBezTo>
                    <a:pt x="645" y="81"/>
                    <a:pt x="641" y="105"/>
                    <a:pt x="637" y="129"/>
                  </a:cubicBezTo>
                  <a:cubicBezTo>
                    <a:pt x="625" y="213"/>
                    <a:pt x="617" y="277"/>
                    <a:pt x="613" y="329"/>
                  </a:cubicBezTo>
                  <a:cubicBezTo>
                    <a:pt x="613" y="353"/>
                    <a:pt x="613" y="369"/>
                    <a:pt x="609" y="381"/>
                  </a:cubicBezTo>
                  <a:cubicBezTo>
                    <a:pt x="609" y="397"/>
                    <a:pt x="593" y="421"/>
                    <a:pt x="589" y="437"/>
                  </a:cubicBezTo>
                  <a:cubicBezTo>
                    <a:pt x="569" y="489"/>
                    <a:pt x="545" y="537"/>
                    <a:pt x="517" y="589"/>
                  </a:cubicBezTo>
                  <a:cubicBezTo>
                    <a:pt x="493" y="633"/>
                    <a:pt x="457" y="673"/>
                    <a:pt x="413" y="701"/>
                  </a:cubicBezTo>
                  <a:cubicBezTo>
                    <a:pt x="369" y="721"/>
                    <a:pt x="325" y="741"/>
                    <a:pt x="281" y="757"/>
                  </a:cubicBezTo>
                  <a:cubicBezTo>
                    <a:pt x="237" y="773"/>
                    <a:pt x="197" y="793"/>
                    <a:pt x="157" y="817"/>
                  </a:cubicBezTo>
                  <a:cubicBezTo>
                    <a:pt x="93" y="853"/>
                    <a:pt x="41" y="905"/>
                    <a:pt x="13" y="973"/>
                  </a:cubicBezTo>
                  <a:cubicBezTo>
                    <a:pt x="5" y="993"/>
                    <a:pt x="1" y="1013"/>
                    <a:pt x="1" y="1033"/>
                  </a:cubicBezTo>
                  <a:lnTo>
                    <a:pt x="1" y="1053"/>
                  </a:lnTo>
                  <a:cubicBezTo>
                    <a:pt x="1" y="1053"/>
                    <a:pt x="5" y="1053"/>
                    <a:pt x="5" y="1057"/>
                  </a:cubicBezTo>
                  <a:lnTo>
                    <a:pt x="9" y="1057"/>
                  </a:lnTo>
                  <a:lnTo>
                    <a:pt x="13" y="1037"/>
                  </a:lnTo>
                  <a:cubicBezTo>
                    <a:pt x="21" y="1017"/>
                    <a:pt x="29" y="1001"/>
                    <a:pt x="37" y="985"/>
                  </a:cubicBezTo>
                  <a:cubicBezTo>
                    <a:pt x="77" y="937"/>
                    <a:pt x="125" y="893"/>
                    <a:pt x="185" y="869"/>
                  </a:cubicBezTo>
                  <a:cubicBezTo>
                    <a:pt x="217" y="849"/>
                    <a:pt x="261" y="833"/>
                    <a:pt x="301" y="813"/>
                  </a:cubicBezTo>
                  <a:cubicBezTo>
                    <a:pt x="349" y="789"/>
                    <a:pt x="393" y="761"/>
                    <a:pt x="433" y="729"/>
                  </a:cubicBezTo>
                  <a:cubicBezTo>
                    <a:pt x="473" y="693"/>
                    <a:pt x="509" y="649"/>
                    <a:pt x="537" y="597"/>
                  </a:cubicBezTo>
                  <a:cubicBezTo>
                    <a:pt x="565" y="549"/>
                    <a:pt x="593" y="501"/>
                    <a:pt x="621" y="457"/>
                  </a:cubicBezTo>
                  <a:cubicBezTo>
                    <a:pt x="649" y="409"/>
                    <a:pt x="681" y="361"/>
                    <a:pt x="705" y="313"/>
                  </a:cubicBezTo>
                  <a:lnTo>
                    <a:pt x="785" y="173"/>
                  </a:lnTo>
                  <a:cubicBezTo>
                    <a:pt x="801" y="149"/>
                    <a:pt x="813" y="117"/>
                    <a:pt x="817" y="89"/>
                  </a:cubicBezTo>
                  <a:cubicBezTo>
                    <a:pt x="821" y="65"/>
                    <a:pt x="813" y="45"/>
                    <a:pt x="801" y="25"/>
                  </a:cubicBezTo>
                  <a:cubicBezTo>
                    <a:pt x="787" y="11"/>
                    <a:pt x="770" y="1"/>
                    <a:pt x="7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2673102" y="2700332"/>
              <a:ext cx="217803" cy="135195"/>
            </a:xfrm>
            <a:custGeom>
              <a:avLst/>
              <a:gdLst/>
              <a:ahLst/>
              <a:cxnLst/>
              <a:rect l="l" t="t" r="r" b="b"/>
              <a:pathLst>
                <a:path w="1081" h="671" extrusionOk="0">
                  <a:moveTo>
                    <a:pt x="961" y="0"/>
                  </a:moveTo>
                  <a:cubicBezTo>
                    <a:pt x="929" y="4"/>
                    <a:pt x="901" y="16"/>
                    <a:pt x="877" y="40"/>
                  </a:cubicBezTo>
                  <a:cubicBezTo>
                    <a:pt x="857" y="60"/>
                    <a:pt x="841" y="88"/>
                    <a:pt x="833" y="116"/>
                  </a:cubicBezTo>
                  <a:cubicBezTo>
                    <a:pt x="821" y="172"/>
                    <a:pt x="817" y="224"/>
                    <a:pt x="817" y="280"/>
                  </a:cubicBezTo>
                  <a:cubicBezTo>
                    <a:pt x="821" y="328"/>
                    <a:pt x="809" y="372"/>
                    <a:pt x="777" y="412"/>
                  </a:cubicBezTo>
                  <a:cubicBezTo>
                    <a:pt x="741" y="448"/>
                    <a:pt x="693" y="468"/>
                    <a:pt x="645" y="480"/>
                  </a:cubicBezTo>
                  <a:cubicBezTo>
                    <a:pt x="593" y="492"/>
                    <a:pt x="545" y="500"/>
                    <a:pt x="493" y="504"/>
                  </a:cubicBezTo>
                  <a:cubicBezTo>
                    <a:pt x="445" y="508"/>
                    <a:pt x="397" y="512"/>
                    <a:pt x="349" y="512"/>
                  </a:cubicBezTo>
                  <a:lnTo>
                    <a:pt x="225" y="524"/>
                  </a:lnTo>
                  <a:cubicBezTo>
                    <a:pt x="185" y="524"/>
                    <a:pt x="149" y="532"/>
                    <a:pt x="109" y="544"/>
                  </a:cubicBezTo>
                  <a:cubicBezTo>
                    <a:pt x="81" y="556"/>
                    <a:pt x="53" y="572"/>
                    <a:pt x="33" y="596"/>
                  </a:cubicBezTo>
                  <a:cubicBezTo>
                    <a:pt x="17" y="612"/>
                    <a:pt x="5" y="640"/>
                    <a:pt x="1" y="664"/>
                  </a:cubicBezTo>
                  <a:cubicBezTo>
                    <a:pt x="1" y="668"/>
                    <a:pt x="3" y="670"/>
                    <a:pt x="5" y="670"/>
                  </a:cubicBezTo>
                  <a:cubicBezTo>
                    <a:pt x="7" y="670"/>
                    <a:pt x="9" y="668"/>
                    <a:pt x="9" y="664"/>
                  </a:cubicBezTo>
                  <a:cubicBezTo>
                    <a:pt x="13" y="660"/>
                    <a:pt x="13" y="656"/>
                    <a:pt x="17" y="648"/>
                  </a:cubicBezTo>
                  <a:cubicBezTo>
                    <a:pt x="29" y="636"/>
                    <a:pt x="41" y="624"/>
                    <a:pt x="53" y="612"/>
                  </a:cubicBezTo>
                  <a:cubicBezTo>
                    <a:pt x="73" y="600"/>
                    <a:pt x="97" y="592"/>
                    <a:pt x="125" y="584"/>
                  </a:cubicBezTo>
                  <a:cubicBezTo>
                    <a:pt x="157" y="580"/>
                    <a:pt x="193" y="580"/>
                    <a:pt x="225" y="580"/>
                  </a:cubicBezTo>
                  <a:cubicBezTo>
                    <a:pt x="269" y="580"/>
                    <a:pt x="313" y="576"/>
                    <a:pt x="357" y="572"/>
                  </a:cubicBezTo>
                  <a:cubicBezTo>
                    <a:pt x="405" y="564"/>
                    <a:pt x="453" y="552"/>
                    <a:pt x="501" y="536"/>
                  </a:cubicBezTo>
                  <a:cubicBezTo>
                    <a:pt x="549" y="524"/>
                    <a:pt x="601" y="512"/>
                    <a:pt x="649" y="496"/>
                  </a:cubicBezTo>
                  <a:cubicBezTo>
                    <a:pt x="705" y="488"/>
                    <a:pt x="757" y="468"/>
                    <a:pt x="805" y="436"/>
                  </a:cubicBezTo>
                  <a:cubicBezTo>
                    <a:pt x="849" y="396"/>
                    <a:pt x="877" y="340"/>
                    <a:pt x="881" y="280"/>
                  </a:cubicBezTo>
                  <a:cubicBezTo>
                    <a:pt x="881" y="264"/>
                    <a:pt x="881" y="248"/>
                    <a:pt x="885" y="232"/>
                  </a:cubicBezTo>
                  <a:cubicBezTo>
                    <a:pt x="889" y="228"/>
                    <a:pt x="893" y="224"/>
                    <a:pt x="901" y="224"/>
                  </a:cubicBezTo>
                  <a:cubicBezTo>
                    <a:pt x="921" y="216"/>
                    <a:pt x="945" y="212"/>
                    <a:pt x="981" y="200"/>
                  </a:cubicBezTo>
                  <a:cubicBezTo>
                    <a:pt x="1001" y="196"/>
                    <a:pt x="1017" y="188"/>
                    <a:pt x="1033" y="176"/>
                  </a:cubicBezTo>
                  <a:cubicBezTo>
                    <a:pt x="1057" y="164"/>
                    <a:pt x="1073" y="140"/>
                    <a:pt x="1081" y="112"/>
                  </a:cubicBezTo>
                  <a:cubicBezTo>
                    <a:pt x="1081" y="84"/>
                    <a:pt x="1073" y="52"/>
                    <a:pt x="1049" y="32"/>
                  </a:cubicBezTo>
                  <a:cubicBezTo>
                    <a:pt x="1025" y="12"/>
                    <a:pt x="993" y="0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2622328" y="2846205"/>
              <a:ext cx="147687" cy="153530"/>
            </a:xfrm>
            <a:custGeom>
              <a:avLst/>
              <a:gdLst/>
              <a:ahLst/>
              <a:cxnLst/>
              <a:rect l="l" t="t" r="r" b="b"/>
              <a:pathLst>
                <a:path w="733" h="762" extrusionOk="0">
                  <a:moveTo>
                    <a:pt x="49" y="0"/>
                  </a:moveTo>
                  <a:cubicBezTo>
                    <a:pt x="31" y="0"/>
                    <a:pt x="14" y="6"/>
                    <a:pt x="1" y="16"/>
                  </a:cubicBezTo>
                  <a:cubicBezTo>
                    <a:pt x="1" y="16"/>
                    <a:pt x="1" y="16"/>
                    <a:pt x="1" y="20"/>
                  </a:cubicBezTo>
                  <a:lnTo>
                    <a:pt x="5" y="20"/>
                  </a:lnTo>
                  <a:cubicBezTo>
                    <a:pt x="10" y="19"/>
                    <a:pt x="15" y="19"/>
                    <a:pt x="20" y="19"/>
                  </a:cubicBezTo>
                  <a:cubicBezTo>
                    <a:pt x="55" y="19"/>
                    <a:pt x="87" y="41"/>
                    <a:pt x="101" y="72"/>
                  </a:cubicBezTo>
                  <a:cubicBezTo>
                    <a:pt x="117" y="116"/>
                    <a:pt x="129" y="156"/>
                    <a:pt x="133" y="200"/>
                  </a:cubicBezTo>
                  <a:cubicBezTo>
                    <a:pt x="137" y="224"/>
                    <a:pt x="145" y="248"/>
                    <a:pt x="157" y="268"/>
                  </a:cubicBezTo>
                  <a:cubicBezTo>
                    <a:pt x="165" y="292"/>
                    <a:pt x="177" y="312"/>
                    <a:pt x="193" y="332"/>
                  </a:cubicBezTo>
                  <a:cubicBezTo>
                    <a:pt x="217" y="372"/>
                    <a:pt x="249" y="408"/>
                    <a:pt x="277" y="448"/>
                  </a:cubicBezTo>
                  <a:cubicBezTo>
                    <a:pt x="301" y="484"/>
                    <a:pt x="329" y="524"/>
                    <a:pt x="357" y="560"/>
                  </a:cubicBezTo>
                  <a:cubicBezTo>
                    <a:pt x="381" y="600"/>
                    <a:pt x="409" y="640"/>
                    <a:pt x="437" y="676"/>
                  </a:cubicBezTo>
                  <a:cubicBezTo>
                    <a:pt x="473" y="716"/>
                    <a:pt x="517" y="748"/>
                    <a:pt x="573" y="760"/>
                  </a:cubicBezTo>
                  <a:cubicBezTo>
                    <a:pt x="580" y="761"/>
                    <a:pt x="587" y="762"/>
                    <a:pt x="594" y="762"/>
                  </a:cubicBezTo>
                  <a:cubicBezTo>
                    <a:pt x="615" y="762"/>
                    <a:pt x="636" y="757"/>
                    <a:pt x="657" y="748"/>
                  </a:cubicBezTo>
                  <a:cubicBezTo>
                    <a:pt x="689" y="740"/>
                    <a:pt x="713" y="716"/>
                    <a:pt x="729" y="688"/>
                  </a:cubicBezTo>
                  <a:cubicBezTo>
                    <a:pt x="733" y="676"/>
                    <a:pt x="729" y="660"/>
                    <a:pt x="721" y="652"/>
                  </a:cubicBezTo>
                  <a:cubicBezTo>
                    <a:pt x="709" y="640"/>
                    <a:pt x="697" y="628"/>
                    <a:pt x="681" y="620"/>
                  </a:cubicBezTo>
                  <a:cubicBezTo>
                    <a:pt x="665" y="612"/>
                    <a:pt x="649" y="608"/>
                    <a:pt x="633" y="604"/>
                  </a:cubicBezTo>
                  <a:cubicBezTo>
                    <a:pt x="605" y="600"/>
                    <a:pt x="577" y="600"/>
                    <a:pt x="549" y="600"/>
                  </a:cubicBezTo>
                  <a:cubicBezTo>
                    <a:pt x="535" y="602"/>
                    <a:pt x="522" y="603"/>
                    <a:pt x="509" y="603"/>
                  </a:cubicBezTo>
                  <a:cubicBezTo>
                    <a:pt x="497" y="603"/>
                    <a:pt x="485" y="602"/>
                    <a:pt x="473" y="600"/>
                  </a:cubicBezTo>
                  <a:cubicBezTo>
                    <a:pt x="457" y="600"/>
                    <a:pt x="445" y="596"/>
                    <a:pt x="433" y="596"/>
                  </a:cubicBezTo>
                  <a:lnTo>
                    <a:pt x="429" y="592"/>
                  </a:lnTo>
                  <a:lnTo>
                    <a:pt x="381" y="544"/>
                  </a:lnTo>
                  <a:cubicBezTo>
                    <a:pt x="345" y="512"/>
                    <a:pt x="317" y="476"/>
                    <a:pt x="289" y="436"/>
                  </a:cubicBezTo>
                  <a:cubicBezTo>
                    <a:pt x="265" y="400"/>
                    <a:pt x="245" y="356"/>
                    <a:pt x="229" y="316"/>
                  </a:cubicBezTo>
                  <a:cubicBezTo>
                    <a:pt x="221" y="292"/>
                    <a:pt x="217" y="272"/>
                    <a:pt x="209" y="252"/>
                  </a:cubicBezTo>
                  <a:lnTo>
                    <a:pt x="193" y="188"/>
                  </a:lnTo>
                  <a:cubicBezTo>
                    <a:pt x="181" y="140"/>
                    <a:pt x="165" y="92"/>
                    <a:pt x="141" y="52"/>
                  </a:cubicBezTo>
                  <a:cubicBezTo>
                    <a:pt x="125" y="28"/>
                    <a:pt x="101" y="12"/>
                    <a:pt x="77" y="4"/>
                  </a:cubicBezTo>
                  <a:cubicBezTo>
                    <a:pt x="67" y="2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2432127" y="2847817"/>
              <a:ext cx="150104" cy="149701"/>
            </a:xfrm>
            <a:custGeom>
              <a:avLst/>
              <a:gdLst/>
              <a:ahLst/>
              <a:cxnLst/>
              <a:rect l="l" t="t" r="r" b="b"/>
              <a:pathLst>
                <a:path w="745" h="743" extrusionOk="0">
                  <a:moveTo>
                    <a:pt x="741" y="0"/>
                  </a:moveTo>
                  <a:cubicBezTo>
                    <a:pt x="677" y="0"/>
                    <a:pt x="609" y="16"/>
                    <a:pt x="553" y="52"/>
                  </a:cubicBezTo>
                  <a:cubicBezTo>
                    <a:pt x="545" y="56"/>
                    <a:pt x="537" y="64"/>
                    <a:pt x="541" y="76"/>
                  </a:cubicBezTo>
                  <a:lnTo>
                    <a:pt x="541" y="80"/>
                  </a:lnTo>
                  <a:cubicBezTo>
                    <a:pt x="541" y="124"/>
                    <a:pt x="533" y="168"/>
                    <a:pt x="521" y="212"/>
                  </a:cubicBezTo>
                  <a:cubicBezTo>
                    <a:pt x="505" y="260"/>
                    <a:pt x="489" y="304"/>
                    <a:pt x="469" y="348"/>
                  </a:cubicBezTo>
                  <a:cubicBezTo>
                    <a:pt x="429" y="440"/>
                    <a:pt x="365" y="520"/>
                    <a:pt x="289" y="580"/>
                  </a:cubicBezTo>
                  <a:cubicBezTo>
                    <a:pt x="273" y="592"/>
                    <a:pt x="257" y="604"/>
                    <a:pt x="237" y="616"/>
                  </a:cubicBezTo>
                  <a:cubicBezTo>
                    <a:pt x="229" y="616"/>
                    <a:pt x="221" y="612"/>
                    <a:pt x="213" y="608"/>
                  </a:cubicBezTo>
                  <a:cubicBezTo>
                    <a:pt x="189" y="604"/>
                    <a:pt x="169" y="588"/>
                    <a:pt x="141" y="580"/>
                  </a:cubicBezTo>
                  <a:cubicBezTo>
                    <a:pt x="129" y="575"/>
                    <a:pt x="116" y="573"/>
                    <a:pt x="102" y="573"/>
                  </a:cubicBezTo>
                  <a:cubicBezTo>
                    <a:pt x="84" y="573"/>
                    <a:pt x="65" y="577"/>
                    <a:pt x="49" y="584"/>
                  </a:cubicBezTo>
                  <a:cubicBezTo>
                    <a:pt x="29" y="596"/>
                    <a:pt x="17" y="612"/>
                    <a:pt x="9" y="632"/>
                  </a:cubicBezTo>
                  <a:cubicBezTo>
                    <a:pt x="1" y="652"/>
                    <a:pt x="5" y="676"/>
                    <a:pt x="17" y="696"/>
                  </a:cubicBezTo>
                  <a:cubicBezTo>
                    <a:pt x="37" y="724"/>
                    <a:pt x="66" y="742"/>
                    <a:pt x="99" y="742"/>
                  </a:cubicBezTo>
                  <a:cubicBezTo>
                    <a:pt x="105" y="742"/>
                    <a:pt x="111" y="742"/>
                    <a:pt x="117" y="740"/>
                  </a:cubicBezTo>
                  <a:cubicBezTo>
                    <a:pt x="145" y="740"/>
                    <a:pt x="173" y="728"/>
                    <a:pt x="201" y="716"/>
                  </a:cubicBezTo>
                  <a:cubicBezTo>
                    <a:pt x="249" y="692"/>
                    <a:pt x="293" y="660"/>
                    <a:pt x="329" y="620"/>
                  </a:cubicBezTo>
                  <a:cubicBezTo>
                    <a:pt x="361" y="580"/>
                    <a:pt x="393" y="536"/>
                    <a:pt x="417" y="492"/>
                  </a:cubicBezTo>
                  <a:cubicBezTo>
                    <a:pt x="441" y="448"/>
                    <a:pt x="465" y="404"/>
                    <a:pt x="493" y="364"/>
                  </a:cubicBezTo>
                  <a:cubicBezTo>
                    <a:pt x="525" y="320"/>
                    <a:pt x="553" y="276"/>
                    <a:pt x="577" y="232"/>
                  </a:cubicBezTo>
                  <a:cubicBezTo>
                    <a:pt x="597" y="188"/>
                    <a:pt x="605" y="136"/>
                    <a:pt x="601" y="88"/>
                  </a:cubicBezTo>
                  <a:cubicBezTo>
                    <a:pt x="645" y="56"/>
                    <a:pt x="697" y="28"/>
                    <a:pt x="745" y="4"/>
                  </a:cubicBezTo>
                  <a:cubicBezTo>
                    <a:pt x="745" y="0"/>
                    <a:pt x="745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2327355" y="2810543"/>
              <a:ext cx="234727" cy="76362"/>
            </a:xfrm>
            <a:custGeom>
              <a:avLst/>
              <a:gdLst/>
              <a:ahLst/>
              <a:cxnLst/>
              <a:rect l="l" t="t" r="r" b="b"/>
              <a:pathLst>
                <a:path w="1165" h="379" extrusionOk="0">
                  <a:moveTo>
                    <a:pt x="983" y="1"/>
                  </a:moveTo>
                  <a:cubicBezTo>
                    <a:pt x="934" y="1"/>
                    <a:pt x="886" y="12"/>
                    <a:pt x="841" y="33"/>
                  </a:cubicBezTo>
                  <a:cubicBezTo>
                    <a:pt x="813" y="45"/>
                    <a:pt x="789" y="61"/>
                    <a:pt x="769" y="77"/>
                  </a:cubicBezTo>
                  <a:cubicBezTo>
                    <a:pt x="745" y="97"/>
                    <a:pt x="725" y="117"/>
                    <a:pt x="709" y="133"/>
                  </a:cubicBezTo>
                  <a:cubicBezTo>
                    <a:pt x="673" y="173"/>
                    <a:pt x="633" y="209"/>
                    <a:pt x="585" y="229"/>
                  </a:cubicBezTo>
                  <a:cubicBezTo>
                    <a:pt x="557" y="241"/>
                    <a:pt x="527" y="247"/>
                    <a:pt x="498" y="247"/>
                  </a:cubicBezTo>
                  <a:cubicBezTo>
                    <a:pt x="477" y="247"/>
                    <a:pt x="457" y="244"/>
                    <a:pt x="437" y="237"/>
                  </a:cubicBezTo>
                  <a:cubicBezTo>
                    <a:pt x="385" y="229"/>
                    <a:pt x="337" y="209"/>
                    <a:pt x="285" y="197"/>
                  </a:cubicBezTo>
                  <a:cubicBezTo>
                    <a:pt x="249" y="182"/>
                    <a:pt x="211" y="175"/>
                    <a:pt x="173" y="175"/>
                  </a:cubicBezTo>
                  <a:cubicBezTo>
                    <a:pt x="152" y="175"/>
                    <a:pt x="130" y="177"/>
                    <a:pt x="109" y="181"/>
                  </a:cubicBezTo>
                  <a:cubicBezTo>
                    <a:pt x="77" y="193"/>
                    <a:pt x="49" y="217"/>
                    <a:pt x="29" y="245"/>
                  </a:cubicBezTo>
                  <a:cubicBezTo>
                    <a:pt x="5" y="277"/>
                    <a:pt x="1" y="317"/>
                    <a:pt x="17" y="349"/>
                  </a:cubicBezTo>
                  <a:lnTo>
                    <a:pt x="17" y="353"/>
                  </a:lnTo>
                  <a:cubicBezTo>
                    <a:pt x="17" y="361"/>
                    <a:pt x="25" y="369"/>
                    <a:pt x="33" y="369"/>
                  </a:cubicBezTo>
                  <a:cubicBezTo>
                    <a:pt x="50" y="376"/>
                    <a:pt x="67" y="379"/>
                    <a:pt x="85" y="379"/>
                  </a:cubicBezTo>
                  <a:cubicBezTo>
                    <a:pt x="122" y="379"/>
                    <a:pt x="158" y="366"/>
                    <a:pt x="185" y="341"/>
                  </a:cubicBezTo>
                  <a:cubicBezTo>
                    <a:pt x="197" y="333"/>
                    <a:pt x="205" y="325"/>
                    <a:pt x="213" y="313"/>
                  </a:cubicBezTo>
                  <a:lnTo>
                    <a:pt x="233" y="289"/>
                  </a:lnTo>
                  <a:cubicBezTo>
                    <a:pt x="246" y="276"/>
                    <a:pt x="259" y="263"/>
                    <a:pt x="274" y="263"/>
                  </a:cubicBezTo>
                  <a:cubicBezTo>
                    <a:pt x="277" y="263"/>
                    <a:pt x="281" y="264"/>
                    <a:pt x="285" y="265"/>
                  </a:cubicBezTo>
                  <a:lnTo>
                    <a:pt x="289" y="265"/>
                  </a:lnTo>
                  <a:cubicBezTo>
                    <a:pt x="333" y="277"/>
                    <a:pt x="381" y="281"/>
                    <a:pt x="429" y="285"/>
                  </a:cubicBezTo>
                  <a:cubicBezTo>
                    <a:pt x="485" y="285"/>
                    <a:pt x="541" y="273"/>
                    <a:pt x="593" y="249"/>
                  </a:cubicBezTo>
                  <a:cubicBezTo>
                    <a:pt x="641" y="221"/>
                    <a:pt x="689" y="193"/>
                    <a:pt x="733" y="161"/>
                  </a:cubicBezTo>
                  <a:cubicBezTo>
                    <a:pt x="773" y="133"/>
                    <a:pt x="817" y="109"/>
                    <a:pt x="865" y="85"/>
                  </a:cubicBezTo>
                  <a:cubicBezTo>
                    <a:pt x="909" y="65"/>
                    <a:pt x="957" y="53"/>
                    <a:pt x="1005" y="49"/>
                  </a:cubicBezTo>
                  <a:cubicBezTo>
                    <a:pt x="1023" y="47"/>
                    <a:pt x="1041" y="45"/>
                    <a:pt x="1060" y="45"/>
                  </a:cubicBezTo>
                  <a:cubicBezTo>
                    <a:pt x="1093" y="45"/>
                    <a:pt x="1126" y="50"/>
                    <a:pt x="1157" y="57"/>
                  </a:cubicBezTo>
                  <a:lnTo>
                    <a:pt x="1161" y="57"/>
                  </a:lnTo>
                  <a:cubicBezTo>
                    <a:pt x="1165" y="53"/>
                    <a:pt x="1165" y="53"/>
                    <a:pt x="1161" y="53"/>
                  </a:cubicBezTo>
                  <a:cubicBezTo>
                    <a:pt x="1117" y="21"/>
                    <a:pt x="1061" y="5"/>
                    <a:pt x="1005" y="1"/>
                  </a:cubicBezTo>
                  <a:cubicBezTo>
                    <a:pt x="998" y="1"/>
                    <a:pt x="990" y="1"/>
                    <a:pt x="9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2370876" y="2618126"/>
              <a:ext cx="194431" cy="180730"/>
            </a:xfrm>
            <a:custGeom>
              <a:avLst/>
              <a:gdLst/>
              <a:ahLst/>
              <a:cxnLst/>
              <a:rect l="l" t="t" r="r" b="b"/>
              <a:pathLst>
                <a:path w="965" h="897" extrusionOk="0">
                  <a:moveTo>
                    <a:pt x="61" y="0"/>
                  </a:moveTo>
                  <a:cubicBezTo>
                    <a:pt x="45" y="12"/>
                    <a:pt x="33" y="24"/>
                    <a:pt x="21" y="40"/>
                  </a:cubicBezTo>
                  <a:cubicBezTo>
                    <a:pt x="9" y="56"/>
                    <a:pt x="1" y="76"/>
                    <a:pt x="5" y="100"/>
                  </a:cubicBezTo>
                  <a:cubicBezTo>
                    <a:pt x="9" y="132"/>
                    <a:pt x="21" y="164"/>
                    <a:pt x="45" y="192"/>
                  </a:cubicBezTo>
                  <a:cubicBezTo>
                    <a:pt x="57" y="216"/>
                    <a:pt x="77" y="240"/>
                    <a:pt x="97" y="264"/>
                  </a:cubicBezTo>
                  <a:cubicBezTo>
                    <a:pt x="105" y="276"/>
                    <a:pt x="117" y="284"/>
                    <a:pt x="129" y="296"/>
                  </a:cubicBezTo>
                  <a:cubicBezTo>
                    <a:pt x="141" y="304"/>
                    <a:pt x="153" y="312"/>
                    <a:pt x="169" y="320"/>
                  </a:cubicBezTo>
                  <a:cubicBezTo>
                    <a:pt x="221" y="348"/>
                    <a:pt x="273" y="372"/>
                    <a:pt x="325" y="392"/>
                  </a:cubicBezTo>
                  <a:cubicBezTo>
                    <a:pt x="377" y="412"/>
                    <a:pt x="429" y="432"/>
                    <a:pt x="481" y="452"/>
                  </a:cubicBezTo>
                  <a:cubicBezTo>
                    <a:pt x="533" y="468"/>
                    <a:pt x="581" y="500"/>
                    <a:pt x="613" y="544"/>
                  </a:cubicBezTo>
                  <a:cubicBezTo>
                    <a:pt x="641" y="588"/>
                    <a:pt x="653" y="644"/>
                    <a:pt x="685" y="696"/>
                  </a:cubicBezTo>
                  <a:cubicBezTo>
                    <a:pt x="745" y="796"/>
                    <a:pt x="845" y="868"/>
                    <a:pt x="961" y="896"/>
                  </a:cubicBezTo>
                  <a:lnTo>
                    <a:pt x="965" y="896"/>
                  </a:lnTo>
                  <a:cubicBezTo>
                    <a:pt x="965" y="892"/>
                    <a:pt x="965" y="892"/>
                    <a:pt x="965" y="888"/>
                  </a:cubicBezTo>
                  <a:cubicBezTo>
                    <a:pt x="921" y="860"/>
                    <a:pt x="877" y="824"/>
                    <a:pt x="837" y="784"/>
                  </a:cubicBezTo>
                  <a:cubicBezTo>
                    <a:pt x="801" y="748"/>
                    <a:pt x="765" y="708"/>
                    <a:pt x="737" y="664"/>
                  </a:cubicBezTo>
                  <a:cubicBezTo>
                    <a:pt x="705" y="616"/>
                    <a:pt x="673" y="572"/>
                    <a:pt x="637" y="528"/>
                  </a:cubicBezTo>
                  <a:cubicBezTo>
                    <a:pt x="593" y="488"/>
                    <a:pt x="545" y="452"/>
                    <a:pt x="497" y="428"/>
                  </a:cubicBezTo>
                  <a:cubicBezTo>
                    <a:pt x="445" y="400"/>
                    <a:pt x="401" y="368"/>
                    <a:pt x="353" y="340"/>
                  </a:cubicBezTo>
                  <a:cubicBezTo>
                    <a:pt x="301" y="312"/>
                    <a:pt x="257" y="288"/>
                    <a:pt x="213" y="264"/>
                  </a:cubicBezTo>
                  <a:lnTo>
                    <a:pt x="213" y="224"/>
                  </a:lnTo>
                  <a:cubicBezTo>
                    <a:pt x="213" y="192"/>
                    <a:pt x="213" y="164"/>
                    <a:pt x="213" y="132"/>
                  </a:cubicBezTo>
                  <a:cubicBezTo>
                    <a:pt x="209" y="96"/>
                    <a:pt x="197" y="64"/>
                    <a:pt x="181" y="36"/>
                  </a:cubicBezTo>
                  <a:cubicBezTo>
                    <a:pt x="165" y="16"/>
                    <a:pt x="145" y="8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4"/>
          <p:cNvGrpSpPr/>
          <p:nvPr/>
        </p:nvGrpSpPr>
        <p:grpSpPr>
          <a:xfrm>
            <a:off x="6497997" y="3484526"/>
            <a:ext cx="2850106" cy="2034351"/>
            <a:chOff x="3383244" y="1198916"/>
            <a:chExt cx="1298868" cy="927191"/>
          </a:xfrm>
        </p:grpSpPr>
        <p:sp>
          <p:nvSpPr>
            <p:cNvPr id="189" name="Google Shape;189;p4"/>
            <p:cNvSpPr/>
            <p:nvPr/>
          </p:nvSpPr>
          <p:spPr>
            <a:xfrm>
              <a:off x="3656140" y="1686959"/>
              <a:ext cx="609394" cy="439148"/>
            </a:xfrm>
            <a:custGeom>
              <a:avLst/>
              <a:gdLst/>
              <a:ahLst/>
              <a:cxnLst/>
              <a:rect l="l" t="t" r="r" b="b"/>
              <a:pathLst>
                <a:path w="4886" h="3521" extrusionOk="0">
                  <a:moveTo>
                    <a:pt x="2242" y="121"/>
                  </a:moveTo>
                  <a:cubicBezTo>
                    <a:pt x="2316" y="121"/>
                    <a:pt x="2392" y="155"/>
                    <a:pt x="2477" y="192"/>
                  </a:cubicBezTo>
                  <a:cubicBezTo>
                    <a:pt x="2529" y="216"/>
                    <a:pt x="2585" y="236"/>
                    <a:pt x="2641" y="252"/>
                  </a:cubicBezTo>
                  <a:cubicBezTo>
                    <a:pt x="2697" y="268"/>
                    <a:pt x="2757" y="272"/>
                    <a:pt x="2817" y="272"/>
                  </a:cubicBezTo>
                  <a:cubicBezTo>
                    <a:pt x="2845" y="268"/>
                    <a:pt x="2877" y="264"/>
                    <a:pt x="2905" y="260"/>
                  </a:cubicBezTo>
                  <a:cubicBezTo>
                    <a:pt x="2933" y="252"/>
                    <a:pt x="2961" y="244"/>
                    <a:pt x="2989" y="236"/>
                  </a:cubicBezTo>
                  <a:lnTo>
                    <a:pt x="3025" y="228"/>
                  </a:lnTo>
                  <a:cubicBezTo>
                    <a:pt x="3037" y="224"/>
                    <a:pt x="3049" y="220"/>
                    <a:pt x="3061" y="220"/>
                  </a:cubicBezTo>
                  <a:cubicBezTo>
                    <a:pt x="3073" y="218"/>
                    <a:pt x="3085" y="217"/>
                    <a:pt x="3097" y="217"/>
                  </a:cubicBezTo>
                  <a:cubicBezTo>
                    <a:pt x="3109" y="217"/>
                    <a:pt x="3121" y="218"/>
                    <a:pt x="3133" y="220"/>
                  </a:cubicBezTo>
                  <a:cubicBezTo>
                    <a:pt x="3233" y="240"/>
                    <a:pt x="3329" y="284"/>
                    <a:pt x="3409" y="352"/>
                  </a:cubicBezTo>
                  <a:cubicBezTo>
                    <a:pt x="3493" y="420"/>
                    <a:pt x="3573" y="492"/>
                    <a:pt x="3645" y="572"/>
                  </a:cubicBezTo>
                  <a:cubicBezTo>
                    <a:pt x="3721" y="652"/>
                    <a:pt x="3793" y="732"/>
                    <a:pt x="3873" y="808"/>
                  </a:cubicBezTo>
                  <a:cubicBezTo>
                    <a:pt x="3949" y="892"/>
                    <a:pt x="4037" y="960"/>
                    <a:pt x="4141" y="1008"/>
                  </a:cubicBezTo>
                  <a:cubicBezTo>
                    <a:pt x="4341" y="1088"/>
                    <a:pt x="4541" y="1184"/>
                    <a:pt x="4689" y="1332"/>
                  </a:cubicBezTo>
                  <a:cubicBezTo>
                    <a:pt x="4761" y="1408"/>
                    <a:pt x="4821" y="1500"/>
                    <a:pt x="4813" y="1596"/>
                  </a:cubicBezTo>
                  <a:lnTo>
                    <a:pt x="4809" y="1628"/>
                  </a:lnTo>
                  <a:cubicBezTo>
                    <a:pt x="4805" y="1640"/>
                    <a:pt x="4801" y="1652"/>
                    <a:pt x="4797" y="1664"/>
                  </a:cubicBezTo>
                  <a:lnTo>
                    <a:pt x="4789" y="1680"/>
                  </a:lnTo>
                  <a:lnTo>
                    <a:pt x="4789" y="1684"/>
                  </a:lnTo>
                  <a:lnTo>
                    <a:pt x="4785" y="1696"/>
                  </a:lnTo>
                  <a:cubicBezTo>
                    <a:pt x="4781" y="1704"/>
                    <a:pt x="4773" y="1716"/>
                    <a:pt x="4765" y="1724"/>
                  </a:cubicBezTo>
                  <a:cubicBezTo>
                    <a:pt x="4729" y="1760"/>
                    <a:pt x="4693" y="1796"/>
                    <a:pt x="4653" y="1824"/>
                  </a:cubicBezTo>
                  <a:cubicBezTo>
                    <a:pt x="4481" y="1956"/>
                    <a:pt x="4301" y="2072"/>
                    <a:pt x="4113" y="2180"/>
                  </a:cubicBezTo>
                  <a:cubicBezTo>
                    <a:pt x="3925" y="2288"/>
                    <a:pt x="3733" y="2392"/>
                    <a:pt x="3541" y="2492"/>
                  </a:cubicBezTo>
                  <a:cubicBezTo>
                    <a:pt x="3349" y="2592"/>
                    <a:pt x="3157" y="2688"/>
                    <a:pt x="2957" y="2772"/>
                  </a:cubicBezTo>
                  <a:cubicBezTo>
                    <a:pt x="2757" y="2860"/>
                    <a:pt x="2557" y="2948"/>
                    <a:pt x="2357" y="3020"/>
                  </a:cubicBezTo>
                  <a:cubicBezTo>
                    <a:pt x="2257" y="3056"/>
                    <a:pt x="2157" y="3088"/>
                    <a:pt x="2053" y="3108"/>
                  </a:cubicBezTo>
                  <a:cubicBezTo>
                    <a:pt x="2029" y="3112"/>
                    <a:pt x="2005" y="3116"/>
                    <a:pt x="1981" y="3120"/>
                  </a:cubicBezTo>
                  <a:lnTo>
                    <a:pt x="1913" y="3120"/>
                  </a:lnTo>
                  <a:cubicBezTo>
                    <a:pt x="1885" y="3116"/>
                    <a:pt x="1861" y="3112"/>
                    <a:pt x="1829" y="3112"/>
                  </a:cubicBezTo>
                  <a:cubicBezTo>
                    <a:pt x="1815" y="3110"/>
                    <a:pt x="1800" y="3109"/>
                    <a:pt x="1785" y="3109"/>
                  </a:cubicBezTo>
                  <a:cubicBezTo>
                    <a:pt x="1769" y="3109"/>
                    <a:pt x="1753" y="3110"/>
                    <a:pt x="1737" y="3112"/>
                  </a:cubicBezTo>
                  <a:cubicBezTo>
                    <a:pt x="1621" y="3116"/>
                    <a:pt x="1505" y="3144"/>
                    <a:pt x="1397" y="3188"/>
                  </a:cubicBezTo>
                  <a:cubicBezTo>
                    <a:pt x="1320" y="3221"/>
                    <a:pt x="1245" y="3262"/>
                    <a:pt x="1174" y="3313"/>
                  </a:cubicBezTo>
                  <a:lnTo>
                    <a:pt x="1174" y="3313"/>
                  </a:lnTo>
                  <a:cubicBezTo>
                    <a:pt x="1170" y="3301"/>
                    <a:pt x="1166" y="3291"/>
                    <a:pt x="1161" y="3280"/>
                  </a:cubicBezTo>
                  <a:cubicBezTo>
                    <a:pt x="1149" y="3240"/>
                    <a:pt x="1137" y="3200"/>
                    <a:pt x="1121" y="3160"/>
                  </a:cubicBezTo>
                  <a:cubicBezTo>
                    <a:pt x="1089" y="3084"/>
                    <a:pt x="1049" y="3008"/>
                    <a:pt x="1005" y="2940"/>
                  </a:cubicBezTo>
                  <a:cubicBezTo>
                    <a:pt x="985" y="2904"/>
                    <a:pt x="961" y="2868"/>
                    <a:pt x="933" y="2836"/>
                  </a:cubicBezTo>
                  <a:cubicBezTo>
                    <a:pt x="905" y="2804"/>
                    <a:pt x="877" y="2772"/>
                    <a:pt x="845" y="2744"/>
                  </a:cubicBezTo>
                  <a:cubicBezTo>
                    <a:pt x="825" y="2732"/>
                    <a:pt x="809" y="2716"/>
                    <a:pt x="793" y="2704"/>
                  </a:cubicBezTo>
                  <a:lnTo>
                    <a:pt x="737" y="2668"/>
                  </a:lnTo>
                  <a:lnTo>
                    <a:pt x="689" y="2640"/>
                  </a:lnTo>
                  <a:cubicBezTo>
                    <a:pt x="669" y="2628"/>
                    <a:pt x="657" y="2616"/>
                    <a:pt x="641" y="2604"/>
                  </a:cubicBezTo>
                  <a:cubicBezTo>
                    <a:pt x="613" y="2584"/>
                    <a:pt x="581" y="2556"/>
                    <a:pt x="553" y="2528"/>
                  </a:cubicBezTo>
                  <a:cubicBezTo>
                    <a:pt x="525" y="2504"/>
                    <a:pt x="497" y="2476"/>
                    <a:pt x="469" y="2448"/>
                  </a:cubicBezTo>
                  <a:cubicBezTo>
                    <a:pt x="417" y="2388"/>
                    <a:pt x="361" y="2328"/>
                    <a:pt x="313" y="2268"/>
                  </a:cubicBezTo>
                  <a:cubicBezTo>
                    <a:pt x="209" y="2144"/>
                    <a:pt x="117" y="2016"/>
                    <a:pt x="25" y="1884"/>
                  </a:cubicBezTo>
                  <a:cubicBezTo>
                    <a:pt x="29" y="1664"/>
                    <a:pt x="157" y="1476"/>
                    <a:pt x="325" y="1348"/>
                  </a:cubicBezTo>
                  <a:cubicBezTo>
                    <a:pt x="493" y="1216"/>
                    <a:pt x="677" y="1104"/>
                    <a:pt x="873" y="1016"/>
                  </a:cubicBezTo>
                  <a:lnTo>
                    <a:pt x="1173" y="880"/>
                  </a:lnTo>
                  <a:lnTo>
                    <a:pt x="1245" y="840"/>
                  </a:lnTo>
                  <a:lnTo>
                    <a:pt x="1321" y="796"/>
                  </a:lnTo>
                  <a:cubicBezTo>
                    <a:pt x="1369" y="764"/>
                    <a:pt x="1413" y="732"/>
                    <a:pt x="1457" y="696"/>
                  </a:cubicBezTo>
                  <a:cubicBezTo>
                    <a:pt x="1633" y="552"/>
                    <a:pt x="1773" y="380"/>
                    <a:pt x="1937" y="252"/>
                  </a:cubicBezTo>
                  <a:cubicBezTo>
                    <a:pt x="2013" y="188"/>
                    <a:pt x="2101" y="144"/>
                    <a:pt x="2201" y="124"/>
                  </a:cubicBezTo>
                  <a:cubicBezTo>
                    <a:pt x="2215" y="122"/>
                    <a:pt x="2228" y="121"/>
                    <a:pt x="2242" y="121"/>
                  </a:cubicBezTo>
                  <a:close/>
                  <a:moveTo>
                    <a:pt x="2239" y="0"/>
                  </a:moveTo>
                  <a:cubicBezTo>
                    <a:pt x="2220" y="0"/>
                    <a:pt x="2200" y="2"/>
                    <a:pt x="2181" y="4"/>
                  </a:cubicBezTo>
                  <a:lnTo>
                    <a:pt x="2129" y="12"/>
                  </a:lnTo>
                  <a:lnTo>
                    <a:pt x="2093" y="24"/>
                  </a:lnTo>
                  <a:lnTo>
                    <a:pt x="2073" y="28"/>
                  </a:lnTo>
                  <a:cubicBezTo>
                    <a:pt x="2065" y="32"/>
                    <a:pt x="2057" y="36"/>
                    <a:pt x="2049" y="40"/>
                  </a:cubicBezTo>
                  <a:lnTo>
                    <a:pt x="2009" y="60"/>
                  </a:lnTo>
                  <a:cubicBezTo>
                    <a:pt x="1981" y="72"/>
                    <a:pt x="1953" y="84"/>
                    <a:pt x="1929" y="100"/>
                  </a:cubicBezTo>
                  <a:cubicBezTo>
                    <a:pt x="1905" y="120"/>
                    <a:pt x="1881" y="132"/>
                    <a:pt x="1861" y="152"/>
                  </a:cubicBezTo>
                  <a:cubicBezTo>
                    <a:pt x="1677" y="292"/>
                    <a:pt x="1545" y="468"/>
                    <a:pt x="1381" y="600"/>
                  </a:cubicBezTo>
                  <a:cubicBezTo>
                    <a:pt x="1341" y="636"/>
                    <a:pt x="1301" y="668"/>
                    <a:pt x="1257" y="696"/>
                  </a:cubicBezTo>
                  <a:lnTo>
                    <a:pt x="1193" y="740"/>
                  </a:lnTo>
                  <a:lnTo>
                    <a:pt x="1121" y="780"/>
                  </a:lnTo>
                  <a:cubicBezTo>
                    <a:pt x="1029" y="828"/>
                    <a:pt x="925" y="880"/>
                    <a:pt x="829" y="928"/>
                  </a:cubicBezTo>
                  <a:cubicBezTo>
                    <a:pt x="633" y="1028"/>
                    <a:pt x="449" y="1152"/>
                    <a:pt x="281" y="1296"/>
                  </a:cubicBezTo>
                  <a:cubicBezTo>
                    <a:pt x="197" y="1372"/>
                    <a:pt x="129" y="1460"/>
                    <a:pt x="77" y="1560"/>
                  </a:cubicBezTo>
                  <a:cubicBezTo>
                    <a:pt x="25" y="1660"/>
                    <a:pt x="1" y="1772"/>
                    <a:pt x="13" y="1884"/>
                  </a:cubicBezTo>
                  <a:lnTo>
                    <a:pt x="9" y="1896"/>
                  </a:lnTo>
                  <a:cubicBezTo>
                    <a:pt x="85" y="2036"/>
                    <a:pt x="173" y="2172"/>
                    <a:pt x="265" y="2304"/>
                  </a:cubicBezTo>
                  <a:cubicBezTo>
                    <a:pt x="317" y="2368"/>
                    <a:pt x="365" y="2436"/>
                    <a:pt x="417" y="2496"/>
                  </a:cubicBezTo>
                  <a:cubicBezTo>
                    <a:pt x="441" y="2528"/>
                    <a:pt x="473" y="2556"/>
                    <a:pt x="501" y="2588"/>
                  </a:cubicBezTo>
                  <a:cubicBezTo>
                    <a:pt x="529" y="2616"/>
                    <a:pt x="557" y="2644"/>
                    <a:pt x="589" y="2672"/>
                  </a:cubicBezTo>
                  <a:cubicBezTo>
                    <a:pt x="609" y="2684"/>
                    <a:pt x="625" y="2700"/>
                    <a:pt x="641" y="2712"/>
                  </a:cubicBezTo>
                  <a:lnTo>
                    <a:pt x="689" y="2748"/>
                  </a:lnTo>
                  <a:lnTo>
                    <a:pt x="737" y="2780"/>
                  </a:lnTo>
                  <a:cubicBezTo>
                    <a:pt x="749" y="2792"/>
                    <a:pt x="765" y="2804"/>
                    <a:pt x="777" y="2816"/>
                  </a:cubicBezTo>
                  <a:cubicBezTo>
                    <a:pt x="805" y="2844"/>
                    <a:pt x="829" y="2872"/>
                    <a:pt x="849" y="2900"/>
                  </a:cubicBezTo>
                  <a:cubicBezTo>
                    <a:pt x="873" y="2932"/>
                    <a:pt x="893" y="2964"/>
                    <a:pt x="913" y="2996"/>
                  </a:cubicBezTo>
                  <a:cubicBezTo>
                    <a:pt x="953" y="3064"/>
                    <a:pt x="985" y="3136"/>
                    <a:pt x="1013" y="3208"/>
                  </a:cubicBezTo>
                  <a:cubicBezTo>
                    <a:pt x="1025" y="3244"/>
                    <a:pt x="1037" y="3280"/>
                    <a:pt x="1049" y="3316"/>
                  </a:cubicBezTo>
                  <a:cubicBezTo>
                    <a:pt x="1061" y="3356"/>
                    <a:pt x="1069" y="3392"/>
                    <a:pt x="1077" y="3428"/>
                  </a:cubicBezTo>
                  <a:lnTo>
                    <a:pt x="1097" y="3520"/>
                  </a:lnTo>
                  <a:lnTo>
                    <a:pt x="1177" y="3460"/>
                  </a:lnTo>
                  <a:cubicBezTo>
                    <a:pt x="1337" y="3336"/>
                    <a:pt x="1537" y="3264"/>
                    <a:pt x="1741" y="3252"/>
                  </a:cubicBezTo>
                  <a:lnTo>
                    <a:pt x="1813" y="3252"/>
                  </a:lnTo>
                  <a:cubicBezTo>
                    <a:pt x="1837" y="3256"/>
                    <a:pt x="1865" y="3260"/>
                    <a:pt x="1893" y="3264"/>
                  </a:cubicBezTo>
                  <a:lnTo>
                    <a:pt x="1937" y="3264"/>
                  </a:lnTo>
                  <a:cubicBezTo>
                    <a:pt x="1945" y="3266"/>
                    <a:pt x="1953" y="3267"/>
                    <a:pt x="1962" y="3267"/>
                  </a:cubicBezTo>
                  <a:cubicBezTo>
                    <a:pt x="1970" y="3267"/>
                    <a:pt x="1979" y="3266"/>
                    <a:pt x="1989" y="3264"/>
                  </a:cubicBezTo>
                  <a:cubicBezTo>
                    <a:pt x="2017" y="3264"/>
                    <a:pt x="2049" y="3260"/>
                    <a:pt x="2077" y="3252"/>
                  </a:cubicBezTo>
                  <a:cubicBezTo>
                    <a:pt x="2189" y="3232"/>
                    <a:pt x="2297" y="3200"/>
                    <a:pt x="2405" y="3164"/>
                  </a:cubicBezTo>
                  <a:cubicBezTo>
                    <a:pt x="2609" y="3088"/>
                    <a:pt x="2813" y="3004"/>
                    <a:pt x="3013" y="2908"/>
                  </a:cubicBezTo>
                  <a:cubicBezTo>
                    <a:pt x="3213" y="2812"/>
                    <a:pt x="3409" y="2712"/>
                    <a:pt x="3601" y="2608"/>
                  </a:cubicBezTo>
                  <a:cubicBezTo>
                    <a:pt x="3793" y="2504"/>
                    <a:pt x="3985" y="2396"/>
                    <a:pt x="4169" y="2280"/>
                  </a:cubicBezTo>
                  <a:cubicBezTo>
                    <a:pt x="4361" y="2164"/>
                    <a:pt x="4541" y="2036"/>
                    <a:pt x="4709" y="1896"/>
                  </a:cubicBezTo>
                  <a:cubicBezTo>
                    <a:pt x="4753" y="1856"/>
                    <a:pt x="4797" y="1816"/>
                    <a:pt x="4833" y="1768"/>
                  </a:cubicBezTo>
                  <a:cubicBezTo>
                    <a:pt x="4841" y="1756"/>
                    <a:pt x="4849" y="1744"/>
                    <a:pt x="4857" y="1732"/>
                  </a:cubicBezTo>
                  <a:lnTo>
                    <a:pt x="4861" y="1724"/>
                  </a:lnTo>
                  <a:lnTo>
                    <a:pt x="4861" y="1720"/>
                  </a:lnTo>
                  <a:lnTo>
                    <a:pt x="4865" y="1712"/>
                  </a:lnTo>
                  <a:lnTo>
                    <a:pt x="4865" y="1708"/>
                  </a:lnTo>
                  <a:lnTo>
                    <a:pt x="4869" y="1688"/>
                  </a:lnTo>
                  <a:cubicBezTo>
                    <a:pt x="4873" y="1672"/>
                    <a:pt x="4881" y="1656"/>
                    <a:pt x="4881" y="1640"/>
                  </a:cubicBezTo>
                  <a:lnTo>
                    <a:pt x="4885" y="1596"/>
                  </a:lnTo>
                  <a:cubicBezTo>
                    <a:pt x="4885" y="1536"/>
                    <a:pt x="4869" y="1476"/>
                    <a:pt x="4837" y="1420"/>
                  </a:cubicBezTo>
                  <a:cubicBezTo>
                    <a:pt x="4809" y="1372"/>
                    <a:pt x="4773" y="1324"/>
                    <a:pt x="4729" y="1284"/>
                  </a:cubicBezTo>
                  <a:cubicBezTo>
                    <a:pt x="4645" y="1212"/>
                    <a:pt x="4553" y="1148"/>
                    <a:pt x="4453" y="1096"/>
                  </a:cubicBezTo>
                  <a:cubicBezTo>
                    <a:pt x="4357" y="1048"/>
                    <a:pt x="4257" y="1000"/>
                    <a:pt x="4153" y="964"/>
                  </a:cubicBezTo>
                  <a:cubicBezTo>
                    <a:pt x="4057" y="920"/>
                    <a:pt x="3973" y="856"/>
                    <a:pt x="3901" y="776"/>
                  </a:cubicBezTo>
                  <a:cubicBezTo>
                    <a:pt x="3825" y="700"/>
                    <a:pt x="3753" y="616"/>
                    <a:pt x="3677" y="536"/>
                  </a:cubicBezTo>
                  <a:cubicBezTo>
                    <a:pt x="3605" y="456"/>
                    <a:pt x="3525" y="376"/>
                    <a:pt x="3441" y="304"/>
                  </a:cubicBezTo>
                  <a:cubicBezTo>
                    <a:pt x="3357" y="228"/>
                    <a:pt x="3253" y="172"/>
                    <a:pt x="3141" y="144"/>
                  </a:cubicBezTo>
                  <a:cubicBezTo>
                    <a:pt x="3121" y="141"/>
                    <a:pt x="3099" y="138"/>
                    <a:pt x="3079" y="138"/>
                  </a:cubicBezTo>
                  <a:cubicBezTo>
                    <a:pt x="3070" y="138"/>
                    <a:pt x="3061" y="139"/>
                    <a:pt x="3053" y="140"/>
                  </a:cubicBezTo>
                  <a:cubicBezTo>
                    <a:pt x="3037" y="140"/>
                    <a:pt x="3017" y="140"/>
                    <a:pt x="3005" y="144"/>
                  </a:cubicBezTo>
                  <a:lnTo>
                    <a:pt x="2961" y="156"/>
                  </a:lnTo>
                  <a:cubicBezTo>
                    <a:pt x="2937" y="160"/>
                    <a:pt x="2913" y="168"/>
                    <a:pt x="2889" y="172"/>
                  </a:cubicBezTo>
                  <a:cubicBezTo>
                    <a:pt x="2861" y="172"/>
                    <a:pt x="2837" y="176"/>
                    <a:pt x="2813" y="176"/>
                  </a:cubicBezTo>
                  <a:cubicBezTo>
                    <a:pt x="2761" y="176"/>
                    <a:pt x="2713" y="168"/>
                    <a:pt x="2665" y="156"/>
                  </a:cubicBezTo>
                  <a:cubicBezTo>
                    <a:pt x="2617" y="136"/>
                    <a:pt x="2569" y="116"/>
                    <a:pt x="2525" y="92"/>
                  </a:cubicBezTo>
                  <a:cubicBezTo>
                    <a:pt x="2473" y="64"/>
                    <a:pt x="2421" y="40"/>
                    <a:pt x="2369" y="24"/>
                  </a:cubicBezTo>
                  <a:cubicBezTo>
                    <a:pt x="2327" y="7"/>
                    <a:pt x="2283" y="0"/>
                    <a:pt x="22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4086312" y="1571590"/>
              <a:ext cx="595799" cy="377909"/>
            </a:xfrm>
            <a:custGeom>
              <a:avLst/>
              <a:gdLst/>
              <a:ahLst/>
              <a:cxnLst/>
              <a:rect l="l" t="t" r="r" b="b"/>
              <a:pathLst>
                <a:path w="4777" h="3030" extrusionOk="0">
                  <a:moveTo>
                    <a:pt x="1500" y="1"/>
                  </a:moveTo>
                  <a:cubicBezTo>
                    <a:pt x="1361" y="1"/>
                    <a:pt x="1228" y="49"/>
                    <a:pt x="1120" y="137"/>
                  </a:cubicBezTo>
                  <a:cubicBezTo>
                    <a:pt x="1024" y="221"/>
                    <a:pt x="948" y="317"/>
                    <a:pt x="888" y="429"/>
                  </a:cubicBezTo>
                  <a:cubicBezTo>
                    <a:pt x="860" y="481"/>
                    <a:pt x="836" y="533"/>
                    <a:pt x="812" y="581"/>
                  </a:cubicBezTo>
                  <a:cubicBezTo>
                    <a:pt x="804" y="601"/>
                    <a:pt x="788" y="629"/>
                    <a:pt x="780" y="641"/>
                  </a:cubicBezTo>
                  <a:cubicBezTo>
                    <a:pt x="776" y="653"/>
                    <a:pt x="772" y="661"/>
                    <a:pt x="764" y="665"/>
                  </a:cubicBezTo>
                  <a:cubicBezTo>
                    <a:pt x="756" y="673"/>
                    <a:pt x="748" y="681"/>
                    <a:pt x="740" y="685"/>
                  </a:cubicBezTo>
                  <a:cubicBezTo>
                    <a:pt x="664" y="733"/>
                    <a:pt x="584" y="773"/>
                    <a:pt x="500" y="809"/>
                  </a:cubicBezTo>
                  <a:cubicBezTo>
                    <a:pt x="428" y="841"/>
                    <a:pt x="356" y="881"/>
                    <a:pt x="288" y="925"/>
                  </a:cubicBezTo>
                  <a:cubicBezTo>
                    <a:pt x="196" y="989"/>
                    <a:pt x="116" y="1069"/>
                    <a:pt x="52" y="1165"/>
                  </a:cubicBezTo>
                  <a:cubicBezTo>
                    <a:pt x="40" y="1193"/>
                    <a:pt x="24" y="1217"/>
                    <a:pt x="12" y="1245"/>
                  </a:cubicBezTo>
                  <a:lnTo>
                    <a:pt x="0" y="1273"/>
                  </a:lnTo>
                  <a:lnTo>
                    <a:pt x="12" y="1281"/>
                  </a:lnTo>
                  <a:lnTo>
                    <a:pt x="28" y="1253"/>
                  </a:lnTo>
                  <a:cubicBezTo>
                    <a:pt x="40" y="1229"/>
                    <a:pt x="60" y="1205"/>
                    <a:pt x="76" y="1181"/>
                  </a:cubicBezTo>
                  <a:cubicBezTo>
                    <a:pt x="144" y="1097"/>
                    <a:pt x="224" y="1025"/>
                    <a:pt x="320" y="973"/>
                  </a:cubicBezTo>
                  <a:cubicBezTo>
                    <a:pt x="388" y="933"/>
                    <a:pt x="460" y="901"/>
                    <a:pt x="532" y="877"/>
                  </a:cubicBezTo>
                  <a:cubicBezTo>
                    <a:pt x="624" y="845"/>
                    <a:pt x="712" y="809"/>
                    <a:pt x="796" y="761"/>
                  </a:cubicBezTo>
                  <a:cubicBezTo>
                    <a:pt x="808" y="753"/>
                    <a:pt x="820" y="745"/>
                    <a:pt x="832" y="733"/>
                  </a:cubicBezTo>
                  <a:cubicBezTo>
                    <a:pt x="844" y="725"/>
                    <a:pt x="852" y="713"/>
                    <a:pt x="864" y="697"/>
                  </a:cubicBezTo>
                  <a:cubicBezTo>
                    <a:pt x="880" y="669"/>
                    <a:pt x="892" y="649"/>
                    <a:pt x="904" y="625"/>
                  </a:cubicBezTo>
                  <a:cubicBezTo>
                    <a:pt x="932" y="577"/>
                    <a:pt x="956" y="533"/>
                    <a:pt x="984" y="485"/>
                  </a:cubicBezTo>
                  <a:cubicBezTo>
                    <a:pt x="1040" y="389"/>
                    <a:pt x="1112" y="305"/>
                    <a:pt x="1196" y="237"/>
                  </a:cubicBezTo>
                  <a:cubicBezTo>
                    <a:pt x="1283" y="169"/>
                    <a:pt x="1388" y="137"/>
                    <a:pt x="1494" y="137"/>
                  </a:cubicBezTo>
                  <a:cubicBezTo>
                    <a:pt x="1500" y="137"/>
                    <a:pt x="1506" y="137"/>
                    <a:pt x="1512" y="137"/>
                  </a:cubicBezTo>
                  <a:cubicBezTo>
                    <a:pt x="1572" y="141"/>
                    <a:pt x="1632" y="153"/>
                    <a:pt x="1692" y="173"/>
                  </a:cubicBezTo>
                  <a:cubicBezTo>
                    <a:pt x="1716" y="181"/>
                    <a:pt x="1748" y="193"/>
                    <a:pt x="1784" y="205"/>
                  </a:cubicBezTo>
                  <a:cubicBezTo>
                    <a:pt x="1816" y="221"/>
                    <a:pt x="1852" y="233"/>
                    <a:pt x="1888" y="241"/>
                  </a:cubicBezTo>
                  <a:cubicBezTo>
                    <a:pt x="2028" y="289"/>
                    <a:pt x="2176" y="317"/>
                    <a:pt x="2324" y="333"/>
                  </a:cubicBezTo>
                  <a:cubicBezTo>
                    <a:pt x="2472" y="349"/>
                    <a:pt x="2624" y="357"/>
                    <a:pt x="2780" y="365"/>
                  </a:cubicBezTo>
                  <a:cubicBezTo>
                    <a:pt x="2932" y="369"/>
                    <a:pt x="3088" y="373"/>
                    <a:pt x="3240" y="389"/>
                  </a:cubicBezTo>
                  <a:cubicBezTo>
                    <a:pt x="3392" y="401"/>
                    <a:pt x="3544" y="433"/>
                    <a:pt x="3684" y="489"/>
                  </a:cubicBezTo>
                  <a:cubicBezTo>
                    <a:pt x="3828" y="549"/>
                    <a:pt x="3944" y="649"/>
                    <a:pt x="4028" y="777"/>
                  </a:cubicBezTo>
                  <a:cubicBezTo>
                    <a:pt x="4108" y="913"/>
                    <a:pt x="4168" y="1061"/>
                    <a:pt x="4208" y="1217"/>
                  </a:cubicBezTo>
                  <a:cubicBezTo>
                    <a:pt x="4244" y="1377"/>
                    <a:pt x="4296" y="1533"/>
                    <a:pt x="4352" y="1689"/>
                  </a:cubicBezTo>
                  <a:cubicBezTo>
                    <a:pt x="4368" y="1725"/>
                    <a:pt x="4388" y="1765"/>
                    <a:pt x="4404" y="1801"/>
                  </a:cubicBezTo>
                  <a:cubicBezTo>
                    <a:pt x="4424" y="1837"/>
                    <a:pt x="4448" y="1873"/>
                    <a:pt x="4468" y="1905"/>
                  </a:cubicBezTo>
                  <a:cubicBezTo>
                    <a:pt x="4512" y="1973"/>
                    <a:pt x="4552" y="2045"/>
                    <a:pt x="4592" y="2113"/>
                  </a:cubicBezTo>
                  <a:cubicBezTo>
                    <a:pt x="4632" y="2181"/>
                    <a:pt x="4668" y="2253"/>
                    <a:pt x="4696" y="2325"/>
                  </a:cubicBezTo>
                  <a:cubicBezTo>
                    <a:pt x="4712" y="2361"/>
                    <a:pt x="4720" y="2397"/>
                    <a:pt x="4728" y="2437"/>
                  </a:cubicBezTo>
                  <a:cubicBezTo>
                    <a:pt x="4732" y="2473"/>
                    <a:pt x="4724" y="2505"/>
                    <a:pt x="4700" y="2513"/>
                  </a:cubicBezTo>
                  <a:cubicBezTo>
                    <a:pt x="4689" y="2516"/>
                    <a:pt x="4677" y="2517"/>
                    <a:pt x="4665" y="2517"/>
                  </a:cubicBezTo>
                  <a:cubicBezTo>
                    <a:pt x="4643" y="2517"/>
                    <a:pt x="4621" y="2513"/>
                    <a:pt x="4600" y="2505"/>
                  </a:cubicBezTo>
                  <a:cubicBezTo>
                    <a:pt x="4564" y="2493"/>
                    <a:pt x="4528" y="2481"/>
                    <a:pt x="4496" y="2465"/>
                  </a:cubicBezTo>
                  <a:cubicBezTo>
                    <a:pt x="4420" y="2433"/>
                    <a:pt x="4340" y="2417"/>
                    <a:pt x="4256" y="2413"/>
                  </a:cubicBezTo>
                  <a:cubicBezTo>
                    <a:pt x="4100" y="2413"/>
                    <a:pt x="3948" y="2429"/>
                    <a:pt x="3796" y="2469"/>
                  </a:cubicBezTo>
                  <a:cubicBezTo>
                    <a:pt x="3656" y="2505"/>
                    <a:pt x="3516" y="2549"/>
                    <a:pt x="3380" y="2601"/>
                  </a:cubicBezTo>
                  <a:cubicBezTo>
                    <a:pt x="3248" y="2653"/>
                    <a:pt x="3120" y="2705"/>
                    <a:pt x="3000" y="2757"/>
                  </a:cubicBezTo>
                  <a:cubicBezTo>
                    <a:pt x="2876" y="2809"/>
                    <a:pt x="2760" y="2861"/>
                    <a:pt x="2648" y="2897"/>
                  </a:cubicBezTo>
                  <a:cubicBezTo>
                    <a:pt x="2625" y="2908"/>
                    <a:pt x="2601" y="2913"/>
                    <a:pt x="2576" y="2913"/>
                  </a:cubicBezTo>
                  <a:cubicBezTo>
                    <a:pt x="2554" y="2913"/>
                    <a:pt x="2531" y="2909"/>
                    <a:pt x="2508" y="2901"/>
                  </a:cubicBezTo>
                  <a:cubicBezTo>
                    <a:pt x="2460" y="2885"/>
                    <a:pt x="2420" y="2857"/>
                    <a:pt x="2380" y="2825"/>
                  </a:cubicBezTo>
                  <a:cubicBezTo>
                    <a:pt x="2308" y="2753"/>
                    <a:pt x="2240" y="2673"/>
                    <a:pt x="2180" y="2593"/>
                  </a:cubicBezTo>
                  <a:cubicBezTo>
                    <a:pt x="2120" y="2513"/>
                    <a:pt x="2052" y="2445"/>
                    <a:pt x="1980" y="2385"/>
                  </a:cubicBezTo>
                  <a:cubicBezTo>
                    <a:pt x="1960" y="2369"/>
                    <a:pt x="1940" y="2357"/>
                    <a:pt x="1920" y="2349"/>
                  </a:cubicBezTo>
                  <a:cubicBezTo>
                    <a:pt x="1896" y="2337"/>
                    <a:pt x="1880" y="2329"/>
                    <a:pt x="1860" y="2321"/>
                  </a:cubicBezTo>
                  <a:cubicBezTo>
                    <a:pt x="1824" y="2309"/>
                    <a:pt x="1784" y="2297"/>
                    <a:pt x="1748" y="2289"/>
                  </a:cubicBezTo>
                  <a:cubicBezTo>
                    <a:pt x="1636" y="2265"/>
                    <a:pt x="1524" y="2257"/>
                    <a:pt x="1412" y="2257"/>
                  </a:cubicBezTo>
                  <a:cubicBezTo>
                    <a:pt x="1336" y="2257"/>
                    <a:pt x="1296" y="2265"/>
                    <a:pt x="1296" y="2265"/>
                  </a:cubicBezTo>
                  <a:lnTo>
                    <a:pt x="1300" y="2277"/>
                  </a:lnTo>
                  <a:cubicBezTo>
                    <a:pt x="1300" y="2277"/>
                    <a:pt x="1344" y="2281"/>
                    <a:pt x="1416" y="2285"/>
                  </a:cubicBezTo>
                  <a:cubicBezTo>
                    <a:pt x="1528" y="2297"/>
                    <a:pt x="1636" y="2317"/>
                    <a:pt x="1740" y="2349"/>
                  </a:cubicBezTo>
                  <a:cubicBezTo>
                    <a:pt x="1772" y="2357"/>
                    <a:pt x="1804" y="2373"/>
                    <a:pt x="1840" y="2385"/>
                  </a:cubicBezTo>
                  <a:cubicBezTo>
                    <a:pt x="1856" y="2393"/>
                    <a:pt x="1876" y="2405"/>
                    <a:pt x="1888" y="2413"/>
                  </a:cubicBezTo>
                  <a:cubicBezTo>
                    <a:pt x="1908" y="2421"/>
                    <a:pt x="1924" y="2433"/>
                    <a:pt x="1940" y="2445"/>
                  </a:cubicBezTo>
                  <a:cubicBezTo>
                    <a:pt x="2004" y="2505"/>
                    <a:pt x="2064" y="2573"/>
                    <a:pt x="2112" y="2649"/>
                  </a:cubicBezTo>
                  <a:cubicBezTo>
                    <a:pt x="2172" y="2741"/>
                    <a:pt x="2240" y="2825"/>
                    <a:pt x="2316" y="2905"/>
                  </a:cubicBezTo>
                  <a:cubicBezTo>
                    <a:pt x="2360" y="2949"/>
                    <a:pt x="2416" y="2985"/>
                    <a:pt x="2476" y="3009"/>
                  </a:cubicBezTo>
                  <a:cubicBezTo>
                    <a:pt x="2513" y="3022"/>
                    <a:pt x="2552" y="3029"/>
                    <a:pt x="2591" y="3029"/>
                  </a:cubicBezTo>
                  <a:cubicBezTo>
                    <a:pt x="2624" y="3029"/>
                    <a:pt x="2657" y="3024"/>
                    <a:pt x="2688" y="3013"/>
                  </a:cubicBezTo>
                  <a:cubicBezTo>
                    <a:pt x="2812" y="2973"/>
                    <a:pt x="2928" y="2925"/>
                    <a:pt x="3052" y="2873"/>
                  </a:cubicBezTo>
                  <a:cubicBezTo>
                    <a:pt x="3172" y="2821"/>
                    <a:pt x="3300" y="2769"/>
                    <a:pt x="3428" y="2717"/>
                  </a:cubicBezTo>
                  <a:cubicBezTo>
                    <a:pt x="3556" y="2665"/>
                    <a:pt x="3688" y="2613"/>
                    <a:pt x="3828" y="2573"/>
                  </a:cubicBezTo>
                  <a:cubicBezTo>
                    <a:pt x="3968" y="2525"/>
                    <a:pt x="4112" y="2497"/>
                    <a:pt x="4260" y="2493"/>
                  </a:cubicBezTo>
                  <a:cubicBezTo>
                    <a:pt x="4269" y="2493"/>
                    <a:pt x="4279" y="2492"/>
                    <a:pt x="4288" y="2492"/>
                  </a:cubicBezTo>
                  <a:cubicBezTo>
                    <a:pt x="4351" y="2492"/>
                    <a:pt x="4413" y="2504"/>
                    <a:pt x="4476" y="2525"/>
                  </a:cubicBezTo>
                  <a:cubicBezTo>
                    <a:pt x="4512" y="2537"/>
                    <a:pt x="4552" y="2553"/>
                    <a:pt x="4588" y="2561"/>
                  </a:cubicBezTo>
                  <a:cubicBezTo>
                    <a:pt x="4610" y="2567"/>
                    <a:pt x="4633" y="2570"/>
                    <a:pt x="4656" y="2570"/>
                  </a:cubicBezTo>
                  <a:cubicBezTo>
                    <a:pt x="4679" y="2570"/>
                    <a:pt x="4702" y="2567"/>
                    <a:pt x="4724" y="2561"/>
                  </a:cubicBezTo>
                  <a:cubicBezTo>
                    <a:pt x="4748" y="2549"/>
                    <a:pt x="4764" y="2529"/>
                    <a:pt x="4772" y="2501"/>
                  </a:cubicBezTo>
                  <a:cubicBezTo>
                    <a:pt x="4776" y="2477"/>
                    <a:pt x="4776" y="2457"/>
                    <a:pt x="4772" y="2433"/>
                  </a:cubicBezTo>
                  <a:cubicBezTo>
                    <a:pt x="4764" y="2393"/>
                    <a:pt x="4752" y="2353"/>
                    <a:pt x="4736" y="2313"/>
                  </a:cubicBezTo>
                  <a:cubicBezTo>
                    <a:pt x="4704" y="2241"/>
                    <a:pt x="4668" y="2165"/>
                    <a:pt x="4628" y="2097"/>
                  </a:cubicBezTo>
                  <a:cubicBezTo>
                    <a:pt x="4592" y="2025"/>
                    <a:pt x="4552" y="1953"/>
                    <a:pt x="4508" y="1885"/>
                  </a:cubicBezTo>
                  <a:cubicBezTo>
                    <a:pt x="4488" y="1849"/>
                    <a:pt x="4468" y="1817"/>
                    <a:pt x="4448" y="1781"/>
                  </a:cubicBezTo>
                  <a:cubicBezTo>
                    <a:pt x="4432" y="1745"/>
                    <a:pt x="4412" y="1709"/>
                    <a:pt x="4400" y="1673"/>
                  </a:cubicBezTo>
                  <a:cubicBezTo>
                    <a:pt x="4348" y="1517"/>
                    <a:pt x="4308" y="1361"/>
                    <a:pt x="4276" y="1201"/>
                  </a:cubicBezTo>
                  <a:cubicBezTo>
                    <a:pt x="4248" y="1037"/>
                    <a:pt x="4192" y="877"/>
                    <a:pt x="4112" y="729"/>
                  </a:cubicBezTo>
                  <a:cubicBezTo>
                    <a:pt x="4024" y="573"/>
                    <a:pt x="3892" y="453"/>
                    <a:pt x="3732" y="381"/>
                  </a:cubicBezTo>
                  <a:cubicBezTo>
                    <a:pt x="3580" y="313"/>
                    <a:pt x="3420" y="273"/>
                    <a:pt x="3252" y="257"/>
                  </a:cubicBezTo>
                  <a:cubicBezTo>
                    <a:pt x="3092" y="237"/>
                    <a:pt x="2936" y="229"/>
                    <a:pt x="2784" y="221"/>
                  </a:cubicBezTo>
                  <a:cubicBezTo>
                    <a:pt x="2628" y="209"/>
                    <a:pt x="2480" y="201"/>
                    <a:pt x="2336" y="185"/>
                  </a:cubicBezTo>
                  <a:cubicBezTo>
                    <a:pt x="2200" y="169"/>
                    <a:pt x="2060" y="141"/>
                    <a:pt x="1928" y="105"/>
                  </a:cubicBezTo>
                  <a:cubicBezTo>
                    <a:pt x="1896" y="93"/>
                    <a:pt x="1868" y="85"/>
                    <a:pt x="1832" y="73"/>
                  </a:cubicBezTo>
                  <a:cubicBezTo>
                    <a:pt x="1796" y="61"/>
                    <a:pt x="1772" y="49"/>
                    <a:pt x="1732" y="37"/>
                  </a:cubicBezTo>
                  <a:cubicBezTo>
                    <a:pt x="1664" y="13"/>
                    <a:pt x="1588" y="1"/>
                    <a:pt x="1516" y="1"/>
                  </a:cubicBezTo>
                  <a:cubicBezTo>
                    <a:pt x="1511" y="1"/>
                    <a:pt x="1505" y="1"/>
                    <a:pt x="1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4112255" y="1225606"/>
              <a:ext cx="567862" cy="390631"/>
            </a:xfrm>
            <a:custGeom>
              <a:avLst/>
              <a:gdLst/>
              <a:ahLst/>
              <a:cxnLst/>
              <a:rect l="l" t="t" r="r" b="b"/>
              <a:pathLst>
                <a:path w="4553" h="3132" extrusionOk="0">
                  <a:moveTo>
                    <a:pt x="2836" y="1"/>
                  </a:moveTo>
                  <a:cubicBezTo>
                    <a:pt x="2772" y="1"/>
                    <a:pt x="2708" y="7"/>
                    <a:pt x="2644" y="19"/>
                  </a:cubicBezTo>
                  <a:cubicBezTo>
                    <a:pt x="2520" y="43"/>
                    <a:pt x="2400" y="95"/>
                    <a:pt x="2296" y="167"/>
                  </a:cubicBezTo>
                  <a:cubicBezTo>
                    <a:pt x="2196" y="239"/>
                    <a:pt x="2100" y="323"/>
                    <a:pt x="2016" y="419"/>
                  </a:cubicBezTo>
                  <a:cubicBezTo>
                    <a:pt x="1936" y="511"/>
                    <a:pt x="1856" y="611"/>
                    <a:pt x="1784" y="711"/>
                  </a:cubicBezTo>
                  <a:cubicBezTo>
                    <a:pt x="1712" y="815"/>
                    <a:pt x="1640" y="915"/>
                    <a:pt x="1564" y="1007"/>
                  </a:cubicBezTo>
                  <a:cubicBezTo>
                    <a:pt x="1488" y="1103"/>
                    <a:pt x="1404" y="1183"/>
                    <a:pt x="1308" y="1255"/>
                  </a:cubicBezTo>
                  <a:cubicBezTo>
                    <a:pt x="1208" y="1319"/>
                    <a:pt x="1100" y="1371"/>
                    <a:pt x="988" y="1403"/>
                  </a:cubicBezTo>
                  <a:cubicBezTo>
                    <a:pt x="872" y="1443"/>
                    <a:pt x="752" y="1479"/>
                    <a:pt x="636" y="1511"/>
                  </a:cubicBezTo>
                  <a:cubicBezTo>
                    <a:pt x="572" y="1531"/>
                    <a:pt x="512" y="1551"/>
                    <a:pt x="452" y="1575"/>
                  </a:cubicBezTo>
                  <a:cubicBezTo>
                    <a:pt x="420" y="1591"/>
                    <a:pt x="392" y="1607"/>
                    <a:pt x="364" y="1627"/>
                  </a:cubicBezTo>
                  <a:lnTo>
                    <a:pt x="320" y="1651"/>
                  </a:lnTo>
                  <a:cubicBezTo>
                    <a:pt x="308" y="1663"/>
                    <a:pt x="292" y="1671"/>
                    <a:pt x="280" y="1683"/>
                  </a:cubicBezTo>
                  <a:cubicBezTo>
                    <a:pt x="256" y="1703"/>
                    <a:pt x="232" y="1727"/>
                    <a:pt x="208" y="1751"/>
                  </a:cubicBezTo>
                  <a:lnTo>
                    <a:pt x="148" y="1831"/>
                  </a:lnTo>
                  <a:lnTo>
                    <a:pt x="96" y="1919"/>
                  </a:lnTo>
                  <a:cubicBezTo>
                    <a:pt x="84" y="1947"/>
                    <a:pt x="68" y="1975"/>
                    <a:pt x="60" y="2007"/>
                  </a:cubicBezTo>
                  <a:cubicBezTo>
                    <a:pt x="20" y="2131"/>
                    <a:pt x="0" y="2259"/>
                    <a:pt x="0" y="2387"/>
                  </a:cubicBezTo>
                  <a:cubicBezTo>
                    <a:pt x="0" y="2511"/>
                    <a:pt x="16" y="2635"/>
                    <a:pt x="48" y="2759"/>
                  </a:cubicBezTo>
                  <a:lnTo>
                    <a:pt x="60" y="2759"/>
                  </a:lnTo>
                  <a:cubicBezTo>
                    <a:pt x="48" y="2635"/>
                    <a:pt x="44" y="2511"/>
                    <a:pt x="56" y="2391"/>
                  </a:cubicBezTo>
                  <a:cubicBezTo>
                    <a:pt x="64" y="2271"/>
                    <a:pt x="96" y="2151"/>
                    <a:pt x="140" y="2039"/>
                  </a:cubicBezTo>
                  <a:cubicBezTo>
                    <a:pt x="152" y="2015"/>
                    <a:pt x="164" y="1987"/>
                    <a:pt x="176" y="1959"/>
                  </a:cubicBezTo>
                  <a:lnTo>
                    <a:pt x="224" y="1887"/>
                  </a:lnTo>
                  <a:lnTo>
                    <a:pt x="280" y="1823"/>
                  </a:lnTo>
                  <a:cubicBezTo>
                    <a:pt x="304" y="1803"/>
                    <a:pt x="324" y="1783"/>
                    <a:pt x="348" y="1767"/>
                  </a:cubicBezTo>
                  <a:cubicBezTo>
                    <a:pt x="356" y="1755"/>
                    <a:pt x="368" y="1747"/>
                    <a:pt x="380" y="1739"/>
                  </a:cubicBezTo>
                  <a:lnTo>
                    <a:pt x="420" y="1719"/>
                  </a:lnTo>
                  <a:cubicBezTo>
                    <a:pt x="444" y="1703"/>
                    <a:pt x="468" y="1691"/>
                    <a:pt x="496" y="1683"/>
                  </a:cubicBezTo>
                  <a:lnTo>
                    <a:pt x="576" y="1655"/>
                  </a:lnTo>
                  <a:cubicBezTo>
                    <a:pt x="604" y="1643"/>
                    <a:pt x="636" y="1639"/>
                    <a:pt x="664" y="1627"/>
                  </a:cubicBezTo>
                  <a:cubicBezTo>
                    <a:pt x="784" y="1595"/>
                    <a:pt x="904" y="1563"/>
                    <a:pt x="1028" y="1527"/>
                  </a:cubicBezTo>
                  <a:cubicBezTo>
                    <a:pt x="1280" y="1455"/>
                    <a:pt x="1500" y="1295"/>
                    <a:pt x="1640" y="1071"/>
                  </a:cubicBezTo>
                  <a:cubicBezTo>
                    <a:pt x="1712" y="971"/>
                    <a:pt x="1780" y="863"/>
                    <a:pt x="1844" y="759"/>
                  </a:cubicBezTo>
                  <a:cubicBezTo>
                    <a:pt x="1908" y="651"/>
                    <a:pt x="1980" y="551"/>
                    <a:pt x="2056" y="455"/>
                  </a:cubicBezTo>
                  <a:cubicBezTo>
                    <a:pt x="2132" y="359"/>
                    <a:pt x="2224" y="275"/>
                    <a:pt x="2320" y="203"/>
                  </a:cubicBezTo>
                  <a:cubicBezTo>
                    <a:pt x="2420" y="135"/>
                    <a:pt x="2532" y="87"/>
                    <a:pt x="2652" y="63"/>
                  </a:cubicBezTo>
                  <a:cubicBezTo>
                    <a:pt x="2697" y="57"/>
                    <a:pt x="2742" y="54"/>
                    <a:pt x="2787" y="54"/>
                  </a:cubicBezTo>
                  <a:cubicBezTo>
                    <a:pt x="2863" y="54"/>
                    <a:pt x="2939" y="63"/>
                    <a:pt x="3012" y="83"/>
                  </a:cubicBezTo>
                  <a:lnTo>
                    <a:pt x="3100" y="107"/>
                  </a:lnTo>
                  <a:lnTo>
                    <a:pt x="3184" y="135"/>
                  </a:lnTo>
                  <a:cubicBezTo>
                    <a:pt x="3244" y="155"/>
                    <a:pt x="3300" y="179"/>
                    <a:pt x="3364" y="199"/>
                  </a:cubicBezTo>
                  <a:cubicBezTo>
                    <a:pt x="3480" y="239"/>
                    <a:pt x="3604" y="271"/>
                    <a:pt x="3728" y="291"/>
                  </a:cubicBezTo>
                  <a:cubicBezTo>
                    <a:pt x="3852" y="315"/>
                    <a:pt x="3980" y="331"/>
                    <a:pt x="4104" y="339"/>
                  </a:cubicBezTo>
                  <a:cubicBezTo>
                    <a:pt x="4183" y="344"/>
                    <a:pt x="4263" y="347"/>
                    <a:pt x="4342" y="347"/>
                  </a:cubicBezTo>
                  <a:cubicBezTo>
                    <a:pt x="4363" y="347"/>
                    <a:pt x="4385" y="347"/>
                    <a:pt x="4406" y="347"/>
                  </a:cubicBezTo>
                  <a:lnTo>
                    <a:pt x="4406" y="347"/>
                  </a:lnTo>
                  <a:cubicBezTo>
                    <a:pt x="4400" y="391"/>
                    <a:pt x="4392" y="434"/>
                    <a:pt x="4384" y="475"/>
                  </a:cubicBezTo>
                  <a:cubicBezTo>
                    <a:pt x="4372" y="543"/>
                    <a:pt x="4356" y="611"/>
                    <a:pt x="4340" y="675"/>
                  </a:cubicBezTo>
                  <a:cubicBezTo>
                    <a:pt x="4308" y="807"/>
                    <a:pt x="4256" y="935"/>
                    <a:pt x="4188" y="1051"/>
                  </a:cubicBezTo>
                  <a:lnTo>
                    <a:pt x="4132" y="1139"/>
                  </a:lnTo>
                  <a:cubicBezTo>
                    <a:pt x="4112" y="1167"/>
                    <a:pt x="4092" y="1203"/>
                    <a:pt x="4076" y="1235"/>
                  </a:cubicBezTo>
                  <a:cubicBezTo>
                    <a:pt x="4040" y="1299"/>
                    <a:pt x="4008" y="1363"/>
                    <a:pt x="3976" y="1427"/>
                  </a:cubicBezTo>
                  <a:cubicBezTo>
                    <a:pt x="3912" y="1559"/>
                    <a:pt x="3852" y="1687"/>
                    <a:pt x="3796" y="1819"/>
                  </a:cubicBezTo>
                  <a:cubicBezTo>
                    <a:pt x="3680" y="2079"/>
                    <a:pt x="3572" y="2343"/>
                    <a:pt x="3456" y="2599"/>
                  </a:cubicBezTo>
                  <a:cubicBezTo>
                    <a:pt x="3424" y="2659"/>
                    <a:pt x="3392" y="2723"/>
                    <a:pt x="3356" y="2779"/>
                  </a:cubicBezTo>
                  <a:cubicBezTo>
                    <a:pt x="3344" y="2791"/>
                    <a:pt x="3336" y="2803"/>
                    <a:pt x="3324" y="2815"/>
                  </a:cubicBezTo>
                  <a:cubicBezTo>
                    <a:pt x="3312" y="2827"/>
                    <a:pt x="3300" y="2839"/>
                    <a:pt x="3288" y="2851"/>
                  </a:cubicBezTo>
                  <a:cubicBezTo>
                    <a:pt x="3260" y="2871"/>
                    <a:pt x="3232" y="2895"/>
                    <a:pt x="3204" y="2915"/>
                  </a:cubicBezTo>
                  <a:cubicBezTo>
                    <a:pt x="3088" y="2991"/>
                    <a:pt x="2964" y="3059"/>
                    <a:pt x="2832" y="3119"/>
                  </a:cubicBezTo>
                  <a:lnTo>
                    <a:pt x="2840" y="3131"/>
                  </a:lnTo>
                  <a:cubicBezTo>
                    <a:pt x="2976" y="3087"/>
                    <a:pt x="3108" y="3031"/>
                    <a:pt x="3236" y="2963"/>
                  </a:cubicBezTo>
                  <a:cubicBezTo>
                    <a:pt x="3268" y="2943"/>
                    <a:pt x="3300" y="2923"/>
                    <a:pt x="3328" y="2903"/>
                  </a:cubicBezTo>
                  <a:cubicBezTo>
                    <a:pt x="3344" y="2891"/>
                    <a:pt x="3356" y="2879"/>
                    <a:pt x="3372" y="2867"/>
                  </a:cubicBezTo>
                  <a:cubicBezTo>
                    <a:pt x="3384" y="2855"/>
                    <a:pt x="3400" y="2839"/>
                    <a:pt x="3412" y="2827"/>
                  </a:cubicBezTo>
                  <a:cubicBezTo>
                    <a:pt x="3456" y="2767"/>
                    <a:pt x="3496" y="2703"/>
                    <a:pt x="3532" y="2639"/>
                  </a:cubicBezTo>
                  <a:cubicBezTo>
                    <a:pt x="3604" y="2515"/>
                    <a:pt x="3668" y="2387"/>
                    <a:pt x="3732" y="2259"/>
                  </a:cubicBezTo>
                  <a:lnTo>
                    <a:pt x="3916" y="1875"/>
                  </a:lnTo>
                  <a:cubicBezTo>
                    <a:pt x="3980" y="1747"/>
                    <a:pt x="4040" y="1619"/>
                    <a:pt x="4104" y="1491"/>
                  </a:cubicBezTo>
                  <a:cubicBezTo>
                    <a:pt x="4136" y="1431"/>
                    <a:pt x="4172" y="1367"/>
                    <a:pt x="4204" y="1307"/>
                  </a:cubicBezTo>
                  <a:cubicBezTo>
                    <a:pt x="4220" y="1279"/>
                    <a:pt x="4232" y="1251"/>
                    <a:pt x="4252" y="1219"/>
                  </a:cubicBezTo>
                  <a:lnTo>
                    <a:pt x="4312" y="1127"/>
                  </a:lnTo>
                  <a:cubicBezTo>
                    <a:pt x="4388" y="999"/>
                    <a:pt x="4444" y="859"/>
                    <a:pt x="4476" y="711"/>
                  </a:cubicBezTo>
                  <a:cubicBezTo>
                    <a:pt x="4496" y="643"/>
                    <a:pt x="4508" y="571"/>
                    <a:pt x="4520" y="499"/>
                  </a:cubicBezTo>
                  <a:cubicBezTo>
                    <a:pt x="4532" y="423"/>
                    <a:pt x="4540" y="355"/>
                    <a:pt x="4548" y="279"/>
                  </a:cubicBezTo>
                  <a:lnTo>
                    <a:pt x="4552" y="203"/>
                  </a:lnTo>
                  <a:lnTo>
                    <a:pt x="4476" y="207"/>
                  </a:lnTo>
                  <a:cubicBezTo>
                    <a:pt x="4398" y="215"/>
                    <a:pt x="4321" y="217"/>
                    <a:pt x="4244" y="217"/>
                  </a:cubicBezTo>
                  <a:cubicBezTo>
                    <a:pt x="4200" y="217"/>
                    <a:pt x="4156" y="216"/>
                    <a:pt x="4112" y="215"/>
                  </a:cubicBezTo>
                  <a:cubicBezTo>
                    <a:pt x="3988" y="211"/>
                    <a:pt x="3868" y="199"/>
                    <a:pt x="3744" y="183"/>
                  </a:cubicBezTo>
                  <a:cubicBezTo>
                    <a:pt x="3624" y="167"/>
                    <a:pt x="3504" y="147"/>
                    <a:pt x="3388" y="115"/>
                  </a:cubicBezTo>
                  <a:cubicBezTo>
                    <a:pt x="3328" y="103"/>
                    <a:pt x="3268" y="83"/>
                    <a:pt x="3208" y="67"/>
                  </a:cubicBezTo>
                  <a:lnTo>
                    <a:pt x="3120" y="39"/>
                  </a:lnTo>
                  <a:lnTo>
                    <a:pt x="3024" y="19"/>
                  </a:lnTo>
                  <a:cubicBezTo>
                    <a:pt x="2962" y="7"/>
                    <a:pt x="289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>
              <a:off x="3789844" y="1198916"/>
              <a:ext cx="475692" cy="410836"/>
            </a:xfrm>
            <a:custGeom>
              <a:avLst/>
              <a:gdLst/>
              <a:ahLst/>
              <a:cxnLst/>
              <a:rect l="l" t="t" r="r" b="b"/>
              <a:pathLst>
                <a:path w="3814" h="3294" extrusionOk="0">
                  <a:moveTo>
                    <a:pt x="1557" y="1"/>
                  </a:moveTo>
                  <a:cubicBezTo>
                    <a:pt x="1465" y="1"/>
                    <a:pt x="1373" y="13"/>
                    <a:pt x="1285" y="37"/>
                  </a:cubicBezTo>
                  <a:cubicBezTo>
                    <a:pt x="1197" y="61"/>
                    <a:pt x="1113" y="93"/>
                    <a:pt x="1029" y="129"/>
                  </a:cubicBezTo>
                  <a:lnTo>
                    <a:pt x="997" y="145"/>
                  </a:lnTo>
                  <a:lnTo>
                    <a:pt x="1017" y="185"/>
                  </a:lnTo>
                  <a:cubicBezTo>
                    <a:pt x="1025" y="197"/>
                    <a:pt x="1029" y="213"/>
                    <a:pt x="1029" y="229"/>
                  </a:cubicBezTo>
                  <a:cubicBezTo>
                    <a:pt x="1025" y="245"/>
                    <a:pt x="1021" y="261"/>
                    <a:pt x="1017" y="277"/>
                  </a:cubicBezTo>
                  <a:cubicBezTo>
                    <a:pt x="997" y="313"/>
                    <a:pt x="973" y="345"/>
                    <a:pt x="941" y="369"/>
                  </a:cubicBezTo>
                  <a:cubicBezTo>
                    <a:pt x="909" y="397"/>
                    <a:pt x="877" y="421"/>
                    <a:pt x="841" y="441"/>
                  </a:cubicBezTo>
                  <a:cubicBezTo>
                    <a:pt x="801" y="461"/>
                    <a:pt x="761" y="481"/>
                    <a:pt x="721" y="505"/>
                  </a:cubicBezTo>
                  <a:cubicBezTo>
                    <a:pt x="641" y="553"/>
                    <a:pt x="565" y="609"/>
                    <a:pt x="493" y="673"/>
                  </a:cubicBezTo>
                  <a:cubicBezTo>
                    <a:pt x="425" y="737"/>
                    <a:pt x="361" y="805"/>
                    <a:pt x="301" y="877"/>
                  </a:cubicBezTo>
                  <a:cubicBezTo>
                    <a:pt x="241" y="949"/>
                    <a:pt x="185" y="1025"/>
                    <a:pt x="137" y="1105"/>
                  </a:cubicBezTo>
                  <a:cubicBezTo>
                    <a:pt x="85" y="1189"/>
                    <a:pt x="45" y="1277"/>
                    <a:pt x="21" y="1373"/>
                  </a:cubicBezTo>
                  <a:cubicBezTo>
                    <a:pt x="5" y="1429"/>
                    <a:pt x="1" y="1485"/>
                    <a:pt x="13" y="1541"/>
                  </a:cubicBezTo>
                  <a:cubicBezTo>
                    <a:pt x="21" y="1573"/>
                    <a:pt x="37" y="1605"/>
                    <a:pt x="57" y="1629"/>
                  </a:cubicBezTo>
                  <a:lnTo>
                    <a:pt x="101" y="1681"/>
                  </a:lnTo>
                  <a:cubicBezTo>
                    <a:pt x="157" y="1753"/>
                    <a:pt x="217" y="1821"/>
                    <a:pt x="281" y="1889"/>
                  </a:cubicBezTo>
                  <a:lnTo>
                    <a:pt x="649" y="2289"/>
                  </a:lnTo>
                  <a:cubicBezTo>
                    <a:pt x="709" y="2353"/>
                    <a:pt x="773" y="2425"/>
                    <a:pt x="821" y="2489"/>
                  </a:cubicBezTo>
                  <a:cubicBezTo>
                    <a:pt x="833" y="2505"/>
                    <a:pt x="845" y="2521"/>
                    <a:pt x="857" y="2541"/>
                  </a:cubicBezTo>
                  <a:cubicBezTo>
                    <a:pt x="869" y="2557"/>
                    <a:pt x="877" y="2577"/>
                    <a:pt x="889" y="2597"/>
                  </a:cubicBezTo>
                  <a:cubicBezTo>
                    <a:pt x="909" y="2633"/>
                    <a:pt x="929" y="2673"/>
                    <a:pt x="949" y="2717"/>
                  </a:cubicBezTo>
                  <a:cubicBezTo>
                    <a:pt x="989" y="2801"/>
                    <a:pt x="1033" y="2881"/>
                    <a:pt x="1085" y="2957"/>
                  </a:cubicBezTo>
                  <a:cubicBezTo>
                    <a:pt x="1137" y="3037"/>
                    <a:pt x="1201" y="3105"/>
                    <a:pt x="1277" y="3165"/>
                  </a:cubicBezTo>
                  <a:cubicBezTo>
                    <a:pt x="1353" y="3221"/>
                    <a:pt x="1441" y="3261"/>
                    <a:pt x="1533" y="3281"/>
                  </a:cubicBezTo>
                  <a:cubicBezTo>
                    <a:pt x="1581" y="3289"/>
                    <a:pt x="1625" y="3293"/>
                    <a:pt x="1673" y="3293"/>
                  </a:cubicBezTo>
                  <a:cubicBezTo>
                    <a:pt x="1717" y="3293"/>
                    <a:pt x="1765" y="3289"/>
                    <a:pt x="1809" y="3285"/>
                  </a:cubicBezTo>
                  <a:lnTo>
                    <a:pt x="1809" y="3273"/>
                  </a:lnTo>
                  <a:cubicBezTo>
                    <a:pt x="1765" y="3269"/>
                    <a:pt x="1721" y="3269"/>
                    <a:pt x="1677" y="3265"/>
                  </a:cubicBezTo>
                  <a:cubicBezTo>
                    <a:pt x="1633" y="3257"/>
                    <a:pt x="1589" y="3249"/>
                    <a:pt x="1545" y="3237"/>
                  </a:cubicBezTo>
                  <a:cubicBezTo>
                    <a:pt x="1465" y="3209"/>
                    <a:pt x="1389" y="3169"/>
                    <a:pt x="1321" y="3109"/>
                  </a:cubicBezTo>
                  <a:cubicBezTo>
                    <a:pt x="1257" y="3053"/>
                    <a:pt x="1205" y="2985"/>
                    <a:pt x="1165" y="2909"/>
                  </a:cubicBezTo>
                  <a:cubicBezTo>
                    <a:pt x="1121" y="2833"/>
                    <a:pt x="1081" y="2753"/>
                    <a:pt x="1049" y="2673"/>
                  </a:cubicBezTo>
                  <a:cubicBezTo>
                    <a:pt x="1029" y="2629"/>
                    <a:pt x="1013" y="2589"/>
                    <a:pt x="993" y="2545"/>
                  </a:cubicBezTo>
                  <a:cubicBezTo>
                    <a:pt x="973" y="2501"/>
                    <a:pt x="949" y="2461"/>
                    <a:pt x="925" y="2421"/>
                  </a:cubicBezTo>
                  <a:cubicBezTo>
                    <a:pt x="865" y="2337"/>
                    <a:pt x="809" y="2273"/>
                    <a:pt x="749" y="2201"/>
                  </a:cubicBezTo>
                  <a:cubicBezTo>
                    <a:pt x="633" y="2065"/>
                    <a:pt x="509" y="1929"/>
                    <a:pt x="389" y="1793"/>
                  </a:cubicBezTo>
                  <a:cubicBezTo>
                    <a:pt x="329" y="1729"/>
                    <a:pt x="269" y="1661"/>
                    <a:pt x="213" y="1593"/>
                  </a:cubicBezTo>
                  <a:lnTo>
                    <a:pt x="173" y="1545"/>
                  </a:lnTo>
                  <a:cubicBezTo>
                    <a:pt x="165" y="1537"/>
                    <a:pt x="161" y="1525"/>
                    <a:pt x="157" y="1513"/>
                  </a:cubicBezTo>
                  <a:cubicBezTo>
                    <a:pt x="149" y="1481"/>
                    <a:pt x="153" y="1445"/>
                    <a:pt x="161" y="1413"/>
                  </a:cubicBezTo>
                  <a:cubicBezTo>
                    <a:pt x="181" y="1333"/>
                    <a:pt x="213" y="1253"/>
                    <a:pt x="257" y="1181"/>
                  </a:cubicBezTo>
                  <a:cubicBezTo>
                    <a:pt x="301" y="1105"/>
                    <a:pt x="349" y="1033"/>
                    <a:pt x="401" y="965"/>
                  </a:cubicBezTo>
                  <a:cubicBezTo>
                    <a:pt x="457" y="897"/>
                    <a:pt x="513" y="833"/>
                    <a:pt x="577" y="769"/>
                  </a:cubicBezTo>
                  <a:cubicBezTo>
                    <a:pt x="637" y="709"/>
                    <a:pt x="705" y="653"/>
                    <a:pt x="777" y="605"/>
                  </a:cubicBezTo>
                  <a:cubicBezTo>
                    <a:pt x="813" y="585"/>
                    <a:pt x="853" y="561"/>
                    <a:pt x="893" y="533"/>
                  </a:cubicBezTo>
                  <a:cubicBezTo>
                    <a:pt x="933" y="509"/>
                    <a:pt x="973" y="477"/>
                    <a:pt x="1005" y="445"/>
                  </a:cubicBezTo>
                  <a:cubicBezTo>
                    <a:pt x="1045" y="409"/>
                    <a:pt x="1073" y="365"/>
                    <a:pt x="1093" y="317"/>
                  </a:cubicBezTo>
                  <a:cubicBezTo>
                    <a:pt x="1111" y="274"/>
                    <a:pt x="1111" y="230"/>
                    <a:pt x="1096" y="188"/>
                  </a:cubicBezTo>
                  <a:lnTo>
                    <a:pt x="1096" y="188"/>
                  </a:lnTo>
                  <a:cubicBezTo>
                    <a:pt x="1163" y="152"/>
                    <a:pt x="1232" y="122"/>
                    <a:pt x="1305" y="101"/>
                  </a:cubicBezTo>
                  <a:cubicBezTo>
                    <a:pt x="1385" y="73"/>
                    <a:pt x="1469" y="57"/>
                    <a:pt x="1557" y="53"/>
                  </a:cubicBezTo>
                  <a:cubicBezTo>
                    <a:pt x="1645" y="53"/>
                    <a:pt x="1729" y="61"/>
                    <a:pt x="1813" y="85"/>
                  </a:cubicBezTo>
                  <a:cubicBezTo>
                    <a:pt x="1897" y="105"/>
                    <a:pt x="1981" y="137"/>
                    <a:pt x="2061" y="173"/>
                  </a:cubicBezTo>
                  <a:lnTo>
                    <a:pt x="2181" y="233"/>
                  </a:lnTo>
                  <a:cubicBezTo>
                    <a:pt x="2201" y="241"/>
                    <a:pt x="2225" y="249"/>
                    <a:pt x="2245" y="257"/>
                  </a:cubicBezTo>
                  <a:lnTo>
                    <a:pt x="2313" y="277"/>
                  </a:lnTo>
                  <a:cubicBezTo>
                    <a:pt x="2401" y="293"/>
                    <a:pt x="2493" y="305"/>
                    <a:pt x="2581" y="309"/>
                  </a:cubicBezTo>
                  <a:cubicBezTo>
                    <a:pt x="2673" y="313"/>
                    <a:pt x="2761" y="321"/>
                    <a:pt x="2849" y="321"/>
                  </a:cubicBezTo>
                  <a:cubicBezTo>
                    <a:pt x="2937" y="325"/>
                    <a:pt x="3025" y="333"/>
                    <a:pt x="3109" y="341"/>
                  </a:cubicBezTo>
                  <a:cubicBezTo>
                    <a:pt x="3193" y="349"/>
                    <a:pt x="3277" y="361"/>
                    <a:pt x="3361" y="381"/>
                  </a:cubicBezTo>
                  <a:cubicBezTo>
                    <a:pt x="3381" y="385"/>
                    <a:pt x="3401" y="393"/>
                    <a:pt x="3417" y="401"/>
                  </a:cubicBezTo>
                  <a:lnTo>
                    <a:pt x="3449" y="413"/>
                  </a:lnTo>
                  <a:lnTo>
                    <a:pt x="3465" y="417"/>
                  </a:lnTo>
                  <a:lnTo>
                    <a:pt x="3473" y="421"/>
                  </a:lnTo>
                  <a:cubicBezTo>
                    <a:pt x="3469" y="421"/>
                    <a:pt x="3477" y="425"/>
                    <a:pt x="3477" y="425"/>
                  </a:cubicBezTo>
                  <a:cubicBezTo>
                    <a:pt x="3489" y="433"/>
                    <a:pt x="3509" y="437"/>
                    <a:pt x="3525" y="449"/>
                  </a:cubicBezTo>
                  <a:cubicBezTo>
                    <a:pt x="3541" y="461"/>
                    <a:pt x="3557" y="473"/>
                    <a:pt x="3573" y="485"/>
                  </a:cubicBezTo>
                  <a:cubicBezTo>
                    <a:pt x="3633" y="529"/>
                    <a:pt x="3673" y="597"/>
                    <a:pt x="3685" y="669"/>
                  </a:cubicBezTo>
                  <a:cubicBezTo>
                    <a:pt x="3697" y="745"/>
                    <a:pt x="3685" y="825"/>
                    <a:pt x="3649" y="893"/>
                  </a:cubicBezTo>
                  <a:cubicBezTo>
                    <a:pt x="3641" y="909"/>
                    <a:pt x="3629" y="925"/>
                    <a:pt x="3617" y="941"/>
                  </a:cubicBezTo>
                  <a:lnTo>
                    <a:pt x="3581" y="989"/>
                  </a:lnTo>
                  <a:cubicBezTo>
                    <a:pt x="3565" y="1005"/>
                    <a:pt x="3553" y="1017"/>
                    <a:pt x="3537" y="1033"/>
                  </a:cubicBezTo>
                  <a:lnTo>
                    <a:pt x="3489" y="1073"/>
                  </a:lnTo>
                  <a:cubicBezTo>
                    <a:pt x="3413" y="1133"/>
                    <a:pt x="3353" y="1205"/>
                    <a:pt x="3309" y="1289"/>
                  </a:cubicBezTo>
                  <a:cubicBezTo>
                    <a:pt x="3261" y="1365"/>
                    <a:pt x="3229" y="1453"/>
                    <a:pt x="3205" y="1541"/>
                  </a:cubicBezTo>
                  <a:cubicBezTo>
                    <a:pt x="3177" y="1625"/>
                    <a:pt x="3161" y="1713"/>
                    <a:pt x="3153" y="1805"/>
                  </a:cubicBezTo>
                  <a:lnTo>
                    <a:pt x="3169" y="1797"/>
                  </a:lnTo>
                  <a:cubicBezTo>
                    <a:pt x="3205" y="1629"/>
                    <a:pt x="3273" y="1465"/>
                    <a:pt x="3369" y="1317"/>
                  </a:cubicBezTo>
                  <a:cubicBezTo>
                    <a:pt x="3413" y="1249"/>
                    <a:pt x="3473" y="1189"/>
                    <a:pt x="3541" y="1141"/>
                  </a:cubicBezTo>
                  <a:lnTo>
                    <a:pt x="3597" y="1101"/>
                  </a:lnTo>
                  <a:cubicBezTo>
                    <a:pt x="3613" y="1085"/>
                    <a:pt x="3633" y="1069"/>
                    <a:pt x="3649" y="1049"/>
                  </a:cubicBezTo>
                  <a:cubicBezTo>
                    <a:pt x="3669" y="1033"/>
                    <a:pt x="3689" y="1017"/>
                    <a:pt x="3701" y="997"/>
                  </a:cubicBezTo>
                  <a:cubicBezTo>
                    <a:pt x="3713" y="973"/>
                    <a:pt x="3729" y="957"/>
                    <a:pt x="3741" y="933"/>
                  </a:cubicBezTo>
                  <a:cubicBezTo>
                    <a:pt x="3793" y="845"/>
                    <a:pt x="3813" y="745"/>
                    <a:pt x="3801" y="641"/>
                  </a:cubicBezTo>
                  <a:cubicBezTo>
                    <a:pt x="3785" y="541"/>
                    <a:pt x="3733" y="449"/>
                    <a:pt x="3653" y="381"/>
                  </a:cubicBezTo>
                  <a:cubicBezTo>
                    <a:pt x="3633" y="365"/>
                    <a:pt x="3613" y="349"/>
                    <a:pt x="3593" y="337"/>
                  </a:cubicBezTo>
                  <a:cubicBezTo>
                    <a:pt x="3569" y="325"/>
                    <a:pt x="3549" y="313"/>
                    <a:pt x="3529" y="301"/>
                  </a:cubicBezTo>
                  <a:cubicBezTo>
                    <a:pt x="3525" y="297"/>
                    <a:pt x="3521" y="297"/>
                    <a:pt x="3517" y="297"/>
                  </a:cubicBezTo>
                  <a:lnTo>
                    <a:pt x="3509" y="293"/>
                  </a:lnTo>
                  <a:lnTo>
                    <a:pt x="3493" y="285"/>
                  </a:lnTo>
                  <a:lnTo>
                    <a:pt x="3461" y="277"/>
                  </a:lnTo>
                  <a:cubicBezTo>
                    <a:pt x="3437" y="265"/>
                    <a:pt x="3417" y="261"/>
                    <a:pt x="3393" y="253"/>
                  </a:cubicBezTo>
                  <a:cubicBezTo>
                    <a:pt x="3301" y="233"/>
                    <a:pt x="3209" y="221"/>
                    <a:pt x="3117" y="217"/>
                  </a:cubicBezTo>
                  <a:cubicBezTo>
                    <a:pt x="3072" y="215"/>
                    <a:pt x="3027" y="214"/>
                    <a:pt x="2982" y="214"/>
                  </a:cubicBezTo>
                  <a:cubicBezTo>
                    <a:pt x="2847" y="214"/>
                    <a:pt x="2713" y="221"/>
                    <a:pt x="2581" y="221"/>
                  </a:cubicBezTo>
                  <a:cubicBezTo>
                    <a:pt x="2497" y="221"/>
                    <a:pt x="2409" y="217"/>
                    <a:pt x="2321" y="209"/>
                  </a:cubicBezTo>
                  <a:lnTo>
                    <a:pt x="2261" y="197"/>
                  </a:lnTo>
                  <a:cubicBezTo>
                    <a:pt x="2241" y="189"/>
                    <a:pt x="2221" y="185"/>
                    <a:pt x="2201" y="177"/>
                  </a:cubicBezTo>
                  <a:lnTo>
                    <a:pt x="2077" y="125"/>
                  </a:lnTo>
                  <a:cubicBezTo>
                    <a:pt x="1997" y="89"/>
                    <a:pt x="1909" y="57"/>
                    <a:pt x="1825" y="37"/>
                  </a:cubicBezTo>
                  <a:cubicBezTo>
                    <a:pt x="1737" y="13"/>
                    <a:pt x="1645" y="1"/>
                    <a:pt x="1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3383244" y="1386874"/>
              <a:ext cx="528075" cy="369179"/>
            </a:xfrm>
            <a:custGeom>
              <a:avLst/>
              <a:gdLst/>
              <a:ahLst/>
              <a:cxnLst/>
              <a:rect l="l" t="t" r="r" b="b"/>
              <a:pathLst>
                <a:path w="4234" h="2960" extrusionOk="0">
                  <a:moveTo>
                    <a:pt x="2333" y="0"/>
                  </a:moveTo>
                  <a:cubicBezTo>
                    <a:pt x="2282" y="0"/>
                    <a:pt x="2231" y="2"/>
                    <a:pt x="2181" y="6"/>
                  </a:cubicBezTo>
                  <a:lnTo>
                    <a:pt x="2101" y="18"/>
                  </a:lnTo>
                  <a:cubicBezTo>
                    <a:pt x="2077" y="26"/>
                    <a:pt x="2053" y="26"/>
                    <a:pt x="2029" y="34"/>
                  </a:cubicBezTo>
                  <a:cubicBezTo>
                    <a:pt x="1977" y="46"/>
                    <a:pt x="1929" y="62"/>
                    <a:pt x="1877" y="78"/>
                  </a:cubicBezTo>
                  <a:cubicBezTo>
                    <a:pt x="1781" y="110"/>
                    <a:pt x="1689" y="150"/>
                    <a:pt x="1597" y="194"/>
                  </a:cubicBezTo>
                  <a:cubicBezTo>
                    <a:pt x="1417" y="282"/>
                    <a:pt x="1245" y="386"/>
                    <a:pt x="1073" y="490"/>
                  </a:cubicBezTo>
                  <a:cubicBezTo>
                    <a:pt x="905" y="594"/>
                    <a:pt x="737" y="702"/>
                    <a:pt x="569" y="814"/>
                  </a:cubicBezTo>
                  <a:cubicBezTo>
                    <a:pt x="405" y="926"/>
                    <a:pt x="241" y="1038"/>
                    <a:pt x="77" y="1154"/>
                  </a:cubicBezTo>
                  <a:lnTo>
                    <a:pt x="1" y="1214"/>
                  </a:lnTo>
                  <a:lnTo>
                    <a:pt x="101" y="1222"/>
                  </a:lnTo>
                  <a:cubicBezTo>
                    <a:pt x="193" y="1230"/>
                    <a:pt x="293" y="1270"/>
                    <a:pt x="325" y="1342"/>
                  </a:cubicBezTo>
                  <a:cubicBezTo>
                    <a:pt x="341" y="1378"/>
                    <a:pt x="345" y="1422"/>
                    <a:pt x="337" y="1462"/>
                  </a:cubicBezTo>
                  <a:lnTo>
                    <a:pt x="337" y="1470"/>
                  </a:lnTo>
                  <a:lnTo>
                    <a:pt x="337" y="1482"/>
                  </a:lnTo>
                  <a:lnTo>
                    <a:pt x="337" y="1502"/>
                  </a:lnTo>
                  <a:lnTo>
                    <a:pt x="337" y="1554"/>
                  </a:lnTo>
                  <a:cubicBezTo>
                    <a:pt x="337" y="1582"/>
                    <a:pt x="345" y="1610"/>
                    <a:pt x="353" y="1638"/>
                  </a:cubicBezTo>
                  <a:cubicBezTo>
                    <a:pt x="385" y="1742"/>
                    <a:pt x="425" y="1838"/>
                    <a:pt x="481" y="1934"/>
                  </a:cubicBezTo>
                  <a:cubicBezTo>
                    <a:pt x="533" y="2022"/>
                    <a:pt x="589" y="2110"/>
                    <a:pt x="653" y="2198"/>
                  </a:cubicBezTo>
                  <a:cubicBezTo>
                    <a:pt x="773" y="2366"/>
                    <a:pt x="917" y="2526"/>
                    <a:pt x="1073" y="2662"/>
                  </a:cubicBezTo>
                  <a:cubicBezTo>
                    <a:pt x="1153" y="2738"/>
                    <a:pt x="1245" y="2798"/>
                    <a:pt x="1345" y="2846"/>
                  </a:cubicBezTo>
                  <a:cubicBezTo>
                    <a:pt x="1369" y="2858"/>
                    <a:pt x="1397" y="2870"/>
                    <a:pt x="1425" y="2878"/>
                  </a:cubicBezTo>
                  <a:cubicBezTo>
                    <a:pt x="1453" y="2886"/>
                    <a:pt x="1485" y="2894"/>
                    <a:pt x="1505" y="2898"/>
                  </a:cubicBezTo>
                  <a:cubicBezTo>
                    <a:pt x="1561" y="2906"/>
                    <a:pt x="1613" y="2918"/>
                    <a:pt x="1665" y="2926"/>
                  </a:cubicBezTo>
                  <a:cubicBezTo>
                    <a:pt x="1837" y="2950"/>
                    <a:pt x="2014" y="2959"/>
                    <a:pt x="2190" y="2959"/>
                  </a:cubicBezTo>
                  <a:cubicBezTo>
                    <a:pt x="2223" y="2959"/>
                    <a:pt x="2256" y="2959"/>
                    <a:pt x="2289" y="2958"/>
                  </a:cubicBezTo>
                  <a:cubicBezTo>
                    <a:pt x="2501" y="2958"/>
                    <a:pt x="2709" y="2926"/>
                    <a:pt x="2913" y="2862"/>
                  </a:cubicBezTo>
                  <a:cubicBezTo>
                    <a:pt x="2965" y="2846"/>
                    <a:pt x="3013" y="2818"/>
                    <a:pt x="3061" y="2790"/>
                  </a:cubicBezTo>
                  <a:cubicBezTo>
                    <a:pt x="3101" y="2762"/>
                    <a:pt x="3145" y="2738"/>
                    <a:pt x="3189" y="2718"/>
                  </a:cubicBezTo>
                  <a:cubicBezTo>
                    <a:pt x="3281" y="2674"/>
                    <a:pt x="3373" y="2638"/>
                    <a:pt x="3469" y="2618"/>
                  </a:cubicBezTo>
                  <a:cubicBezTo>
                    <a:pt x="3556" y="2597"/>
                    <a:pt x="3644" y="2585"/>
                    <a:pt x="3731" y="2585"/>
                  </a:cubicBezTo>
                  <a:cubicBezTo>
                    <a:pt x="3744" y="2585"/>
                    <a:pt x="3756" y="2586"/>
                    <a:pt x="3769" y="2586"/>
                  </a:cubicBezTo>
                  <a:cubicBezTo>
                    <a:pt x="3873" y="2590"/>
                    <a:pt x="3973" y="2606"/>
                    <a:pt x="4069" y="2634"/>
                  </a:cubicBezTo>
                  <a:lnTo>
                    <a:pt x="4077" y="2622"/>
                  </a:lnTo>
                  <a:cubicBezTo>
                    <a:pt x="3937" y="2562"/>
                    <a:pt x="3789" y="2531"/>
                    <a:pt x="3640" y="2531"/>
                  </a:cubicBezTo>
                  <a:cubicBezTo>
                    <a:pt x="3580" y="2531"/>
                    <a:pt x="3521" y="2536"/>
                    <a:pt x="3461" y="2546"/>
                  </a:cubicBezTo>
                  <a:cubicBezTo>
                    <a:pt x="3357" y="2566"/>
                    <a:pt x="3253" y="2594"/>
                    <a:pt x="3157" y="2638"/>
                  </a:cubicBezTo>
                  <a:cubicBezTo>
                    <a:pt x="3109" y="2654"/>
                    <a:pt x="3057" y="2682"/>
                    <a:pt x="3013" y="2706"/>
                  </a:cubicBezTo>
                  <a:cubicBezTo>
                    <a:pt x="2973" y="2726"/>
                    <a:pt x="2929" y="2746"/>
                    <a:pt x="2881" y="2762"/>
                  </a:cubicBezTo>
                  <a:cubicBezTo>
                    <a:pt x="2785" y="2786"/>
                    <a:pt x="2689" y="2806"/>
                    <a:pt x="2593" y="2810"/>
                  </a:cubicBezTo>
                  <a:cubicBezTo>
                    <a:pt x="2518" y="2819"/>
                    <a:pt x="2443" y="2824"/>
                    <a:pt x="2368" y="2824"/>
                  </a:cubicBezTo>
                  <a:cubicBezTo>
                    <a:pt x="2343" y="2824"/>
                    <a:pt x="2318" y="2823"/>
                    <a:pt x="2293" y="2822"/>
                  </a:cubicBezTo>
                  <a:cubicBezTo>
                    <a:pt x="2089" y="2822"/>
                    <a:pt x="1889" y="2806"/>
                    <a:pt x="1689" y="2778"/>
                  </a:cubicBezTo>
                  <a:cubicBezTo>
                    <a:pt x="1637" y="2770"/>
                    <a:pt x="1589" y="2762"/>
                    <a:pt x="1537" y="2754"/>
                  </a:cubicBezTo>
                  <a:cubicBezTo>
                    <a:pt x="1513" y="2746"/>
                    <a:pt x="1493" y="2742"/>
                    <a:pt x="1473" y="2738"/>
                  </a:cubicBezTo>
                  <a:cubicBezTo>
                    <a:pt x="1449" y="2730"/>
                    <a:pt x="1429" y="2722"/>
                    <a:pt x="1409" y="2710"/>
                  </a:cubicBezTo>
                  <a:cubicBezTo>
                    <a:pt x="1321" y="2670"/>
                    <a:pt x="1241" y="2614"/>
                    <a:pt x="1169" y="2554"/>
                  </a:cubicBezTo>
                  <a:cubicBezTo>
                    <a:pt x="1017" y="2426"/>
                    <a:pt x="877" y="2278"/>
                    <a:pt x="757" y="2118"/>
                  </a:cubicBezTo>
                  <a:cubicBezTo>
                    <a:pt x="697" y="2038"/>
                    <a:pt x="641" y="1954"/>
                    <a:pt x="585" y="1870"/>
                  </a:cubicBezTo>
                  <a:cubicBezTo>
                    <a:pt x="533" y="1786"/>
                    <a:pt x="489" y="1698"/>
                    <a:pt x="457" y="1606"/>
                  </a:cubicBezTo>
                  <a:cubicBezTo>
                    <a:pt x="453" y="1586"/>
                    <a:pt x="445" y="1562"/>
                    <a:pt x="441" y="1542"/>
                  </a:cubicBezTo>
                  <a:cubicBezTo>
                    <a:pt x="441" y="1530"/>
                    <a:pt x="441" y="1522"/>
                    <a:pt x="441" y="1514"/>
                  </a:cubicBezTo>
                  <a:lnTo>
                    <a:pt x="441" y="1494"/>
                  </a:lnTo>
                  <a:lnTo>
                    <a:pt x="441" y="1490"/>
                  </a:lnTo>
                  <a:lnTo>
                    <a:pt x="441" y="1486"/>
                  </a:lnTo>
                  <a:lnTo>
                    <a:pt x="441" y="1474"/>
                  </a:lnTo>
                  <a:cubicBezTo>
                    <a:pt x="449" y="1414"/>
                    <a:pt x="441" y="1350"/>
                    <a:pt x="409" y="1298"/>
                  </a:cubicBezTo>
                  <a:cubicBezTo>
                    <a:pt x="377" y="1242"/>
                    <a:pt x="329" y="1202"/>
                    <a:pt x="273" y="1182"/>
                  </a:cubicBezTo>
                  <a:cubicBezTo>
                    <a:pt x="248" y="1171"/>
                    <a:pt x="223" y="1162"/>
                    <a:pt x="197" y="1156"/>
                  </a:cubicBezTo>
                  <a:lnTo>
                    <a:pt x="197" y="1156"/>
                  </a:lnTo>
                  <a:cubicBezTo>
                    <a:pt x="330" y="1050"/>
                    <a:pt x="464" y="946"/>
                    <a:pt x="601" y="850"/>
                  </a:cubicBezTo>
                  <a:cubicBezTo>
                    <a:pt x="765" y="734"/>
                    <a:pt x="929" y="626"/>
                    <a:pt x="1101" y="526"/>
                  </a:cubicBezTo>
                  <a:cubicBezTo>
                    <a:pt x="1273" y="426"/>
                    <a:pt x="1453" y="338"/>
                    <a:pt x="1633" y="262"/>
                  </a:cubicBezTo>
                  <a:cubicBezTo>
                    <a:pt x="1725" y="226"/>
                    <a:pt x="1817" y="194"/>
                    <a:pt x="1913" y="166"/>
                  </a:cubicBezTo>
                  <a:cubicBezTo>
                    <a:pt x="1961" y="154"/>
                    <a:pt x="2005" y="146"/>
                    <a:pt x="2053" y="138"/>
                  </a:cubicBezTo>
                  <a:cubicBezTo>
                    <a:pt x="2073" y="130"/>
                    <a:pt x="2101" y="130"/>
                    <a:pt x="2125" y="126"/>
                  </a:cubicBezTo>
                  <a:lnTo>
                    <a:pt x="2197" y="122"/>
                  </a:lnTo>
                  <a:cubicBezTo>
                    <a:pt x="2230" y="119"/>
                    <a:pt x="2263" y="118"/>
                    <a:pt x="2296" y="118"/>
                  </a:cubicBezTo>
                  <a:cubicBezTo>
                    <a:pt x="2357" y="118"/>
                    <a:pt x="2419" y="122"/>
                    <a:pt x="2481" y="130"/>
                  </a:cubicBezTo>
                  <a:cubicBezTo>
                    <a:pt x="2573" y="142"/>
                    <a:pt x="2665" y="166"/>
                    <a:pt x="2749" y="202"/>
                  </a:cubicBezTo>
                  <a:cubicBezTo>
                    <a:pt x="2925" y="274"/>
                    <a:pt x="3069" y="402"/>
                    <a:pt x="3213" y="538"/>
                  </a:cubicBezTo>
                  <a:cubicBezTo>
                    <a:pt x="3281" y="610"/>
                    <a:pt x="3353" y="682"/>
                    <a:pt x="3425" y="750"/>
                  </a:cubicBezTo>
                  <a:cubicBezTo>
                    <a:pt x="3501" y="818"/>
                    <a:pt x="3581" y="882"/>
                    <a:pt x="3669" y="934"/>
                  </a:cubicBezTo>
                  <a:cubicBezTo>
                    <a:pt x="3753" y="990"/>
                    <a:pt x="3845" y="1034"/>
                    <a:pt x="3941" y="1070"/>
                  </a:cubicBezTo>
                  <a:cubicBezTo>
                    <a:pt x="4033" y="1110"/>
                    <a:pt x="4133" y="1134"/>
                    <a:pt x="4233" y="1150"/>
                  </a:cubicBezTo>
                  <a:lnTo>
                    <a:pt x="4229" y="1138"/>
                  </a:lnTo>
                  <a:cubicBezTo>
                    <a:pt x="4041" y="1082"/>
                    <a:pt x="3861" y="994"/>
                    <a:pt x="3705" y="874"/>
                  </a:cubicBezTo>
                  <a:cubicBezTo>
                    <a:pt x="3629" y="814"/>
                    <a:pt x="3553" y="750"/>
                    <a:pt x="3489" y="682"/>
                  </a:cubicBezTo>
                  <a:lnTo>
                    <a:pt x="3281" y="466"/>
                  </a:lnTo>
                  <a:cubicBezTo>
                    <a:pt x="3213" y="390"/>
                    <a:pt x="3137" y="322"/>
                    <a:pt x="3061" y="258"/>
                  </a:cubicBezTo>
                  <a:cubicBezTo>
                    <a:pt x="2977" y="190"/>
                    <a:pt x="2889" y="134"/>
                    <a:pt x="2793" y="90"/>
                  </a:cubicBezTo>
                  <a:cubicBezTo>
                    <a:pt x="2697" y="50"/>
                    <a:pt x="2593" y="22"/>
                    <a:pt x="2489" y="6"/>
                  </a:cubicBezTo>
                  <a:cubicBezTo>
                    <a:pt x="2437" y="2"/>
                    <a:pt x="2385" y="0"/>
                    <a:pt x="2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>
              <a:off x="4178109" y="1658273"/>
              <a:ext cx="254060" cy="53257"/>
            </a:xfrm>
            <a:custGeom>
              <a:avLst/>
              <a:gdLst/>
              <a:ahLst/>
              <a:cxnLst/>
              <a:rect l="l" t="t" r="r" b="b"/>
              <a:pathLst>
                <a:path w="2037" h="427" extrusionOk="0">
                  <a:moveTo>
                    <a:pt x="369" y="1"/>
                  </a:moveTo>
                  <a:cubicBezTo>
                    <a:pt x="354" y="1"/>
                    <a:pt x="339" y="1"/>
                    <a:pt x="324" y="2"/>
                  </a:cubicBezTo>
                  <a:cubicBezTo>
                    <a:pt x="244" y="10"/>
                    <a:pt x="160" y="26"/>
                    <a:pt x="84" y="54"/>
                  </a:cubicBezTo>
                  <a:cubicBezTo>
                    <a:pt x="56" y="66"/>
                    <a:pt x="36" y="74"/>
                    <a:pt x="20" y="78"/>
                  </a:cubicBezTo>
                  <a:lnTo>
                    <a:pt x="0" y="90"/>
                  </a:lnTo>
                  <a:lnTo>
                    <a:pt x="0" y="94"/>
                  </a:lnTo>
                  <a:lnTo>
                    <a:pt x="24" y="90"/>
                  </a:lnTo>
                  <a:cubicBezTo>
                    <a:pt x="40" y="86"/>
                    <a:pt x="60" y="86"/>
                    <a:pt x="92" y="78"/>
                  </a:cubicBezTo>
                  <a:cubicBezTo>
                    <a:pt x="168" y="70"/>
                    <a:pt x="248" y="62"/>
                    <a:pt x="324" y="62"/>
                  </a:cubicBezTo>
                  <a:cubicBezTo>
                    <a:pt x="376" y="62"/>
                    <a:pt x="428" y="66"/>
                    <a:pt x="480" y="66"/>
                  </a:cubicBezTo>
                  <a:cubicBezTo>
                    <a:pt x="540" y="70"/>
                    <a:pt x="600" y="78"/>
                    <a:pt x="656" y="86"/>
                  </a:cubicBezTo>
                  <a:cubicBezTo>
                    <a:pt x="720" y="98"/>
                    <a:pt x="780" y="118"/>
                    <a:pt x="836" y="142"/>
                  </a:cubicBezTo>
                  <a:cubicBezTo>
                    <a:pt x="896" y="170"/>
                    <a:pt x="952" y="206"/>
                    <a:pt x="1012" y="238"/>
                  </a:cubicBezTo>
                  <a:cubicBezTo>
                    <a:pt x="1076" y="270"/>
                    <a:pt x="1140" y="290"/>
                    <a:pt x="1208" y="298"/>
                  </a:cubicBezTo>
                  <a:cubicBezTo>
                    <a:pt x="1236" y="300"/>
                    <a:pt x="1265" y="301"/>
                    <a:pt x="1292" y="301"/>
                  </a:cubicBezTo>
                  <a:cubicBezTo>
                    <a:pt x="1332" y="301"/>
                    <a:pt x="1371" y="299"/>
                    <a:pt x="1408" y="294"/>
                  </a:cubicBezTo>
                  <a:cubicBezTo>
                    <a:pt x="1468" y="286"/>
                    <a:pt x="1524" y="282"/>
                    <a:pt x="1584" y="282"/>
                  </a:cubicBezTo>
                  <a:cubicBezTo>
                    <a:pt x="1632" y="286"/>
                    <a:pt x="1684" y="290"/>
                    <a:pt x="1736" y="302"/>
                  </a:cubicBezTo>
                  <a:cubicBezTo>
                    <a:pt x="1812" y="318"/>
                    <a:pt x="1884" y="346"/>
                    <a:pt x="1956" y="382"/>
                  </a:cubicBezTo>
                  <a:cubicBezTo>
                    <a:pt x="1980" y="394"/>
                    <a:pt x="2000" y="406"/>
                    <a:pt x="2012" y="414"/>
                  </a:cubicBezTo>
                  <a:lnTo>
                    <a:pt x="2032" y="426"/>
                  </a:lnTo>
                  <a:lnTo>
                    <a:pt x="2036" y="422"/>
                  </a:lnTo>
                  <a:cubicBezTo>
                    <a:pt x="2016" y="398"/>
                    <a:pt x="1992" y="378"/>
                    <a:pt x="1968" y="358"/>
                  </a:cubicBezTo>
                  <a:cubicBezTo>
                    <a:pt x="1904" y="306"/>
                    <a:pt x="1828" y="266"/>
                    <a:pt x="1752" y="242"/>
                  </a:cubicBezTo>
                  <a:cubicBezTo>
                    <a:pt x="1696" y="226"/>
                    <a:pt x="1640" y="214"/>
                    <a:pt x="1588" y="210"/>
                  </a:cubicBezTo>
                  <a:cubicBezTo>
                    <a:pt x="1572" y="209"/>
                    <a:pt x="1556" y="209"/>
                    <a:pt x="1540" y="209"/>
                  </a:cubicBezTo>
                  <a:cubicBezTo>
                    <a:pt x="1492" y="209"/>
                    <a:pt x="1445" y="213"/>
                    <a:pt x="1400" y="222"/>
                  </a:cubicBezTo>
                  <a:cubicBezTo>
                    <a:pt x="1340" y="234"/>
                    <a:pt x="1276" y="238"/>
                    <a:pt x="1216" y="238"/>
                  </a:cubicBezTo>
                  <a:cubicBezTo>
                    <a:pt x="1152" y="238"/>
                    <a:pt x="1092" y="222"/>
                    <a:pt x="1032" y="202"/>
                  </a:cubicBezTo>
                  <a:cubicBezTo>
                    <a:pt x="968" y="182"/>
                    <a:pt x="908" y="150"/>
                    <a:pt x="848" y="126"/>
                  </a:cubicBezTo>
                  <a:cubicBezTo>
                    <a:pt x="788" y="98"/>
                    <a:pt x="728" y="74"/>
                    <a:pt x="668" y="54"/>
                  </a:cubicBezTo>
                  <a:cubicBezTo>
                    <a:pt x="612" y="30"/>
                    <a:pt x="552" y="18"/>
                    <a:pt x="492" y="10"/>
                  </a:cubicBezTo>
                  <a:cubicBezTo>
                    <a:pt x="451" y="4"/>
                    <a:pt x="410" y="1"/>
                    <a:pt x="3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4193076" y="1615617"/>
              <a:ext cx="161765" cy="32054"/>
            </a:xfrm>
            <a:custGeom>
              <a:avLst/>
              <a:gdLst/>
              <a:ahLst/>
              <a:cxnLst/>
              <a:rect l="l" t="t" r="r" b="b"/>
              <a:pathLst>
                <a:path w="1297" h="257" extrusionOk="0">
                  <a:moveTo>
                    <a:pt x="624" y="0"/>
                  </a:moveTo>
                  <a:cubicBezTo>
                    <a:pt x="536" y="4"/>
                    <a:pt x="448" y="12"/>
                    <a:pt x="368" y="20"/>
                  </a:cubicBezTo>
                  <a:cubicBezTo>
                    <a:pt x="328" y="24"/>
                    <a:pt x="288" y="32"/>
                    <a:pt x="248" y="44"/>
                  </a:cubicBezTo>
                  <a:cubicBezTo>
                    <a:pt x="216" y="56"/>
                    <a:pt x="184" y="72"/>
                    <a:pt x="152" y="96"/>
                  </a:cubicBezTo>
                  <a:cubicBezTo>
                    <a:pt x="128" y="112"/>
                    <a:pt x="104" y="128"/>
                    <a:pt x="84" y="152"/>
                  </a:cubicBezTo>
                  <a:cubicBezTo>
                    <a:pt x="64" y="164"/>
                    <a:pt x="48" y="180"/>
                    <a:pt x="32" y="200"/>
                  </a:cubicBezTo>
                  <a:cubicBezTo>
                    <a:pt x="20" y="216"/>
                    <a:pt x="8" y="232"/>
                    <a:pt x="0" y="252"/>
                  </a:cubicBezTo>
                  <a:lnTo>
                    <a:pt x="0" y="256"/>
                  </a:lnTo>
                  <a:lnTo>
                    <a:pt x="12" y="244"/>
                  </a:lnTo>
                  <a:cubicBezTo>
                    <a:pt x="24" y="240"/>
                    <a:pt x="36" y="228"/>
                    <a:pt x="48" y="220"/>
                  </a:cubicBezTo>
                  <a:cubicBezTo>
                    <a:pt x="80" y="200"/>
                    <a:pt x="124" y="172"/>
                    <a:pt x="180" y="144"/>
                  </a:cubicBezTo>
                  <a:cubicBezTo>
                    <a:pt x="204" y="128"/>
                    <a:pt x="236" y="116"/>
                    <a:pt x="268" y="100"/>
                  </a:cubicBezTo>
                  <a:cubicBezTo>
                    <a:pt x="300" y="84"/>
                    <a:pt x="336" y="68"/>
                    <a:pt x="372" y="56"/>
                  </a:cubicBezTo>
                  <a:cubicBezTo>
                    <a:pt x="408" y="40"/>
                    <a:pt x="448" y="32"/>
                    <a:pt x="488" y="28"/>
                  </a:cubicBezTo>
                  <a:cubicBezTo>
                    <a:pt x="532" y="28"/>
                    <a:pt x="572" y="32"/>
                    <a:pt x="616" y="40"/>
                  </a:cubicBezTo>
                  <a:cubicBezTo>
                    <a:pt x="656" y="48"/>
                    <a:pt x="696" y="60"/>
                    <a:pt x="740" y="68"/>
                  </a:cubicBezTo>
                  <a:lnTo>
                    <a:pt x="860" y="88"/>
                  </a:lnTo>
                  <a:cubicBezTo>
                    <a:pt x="932" y="104"/>
                    <a:pt x="1004" y="112"/>
                    <a:pt x="1080" y="112"/>
                  </a:cubicBezTo>
                  <a:cubicBezTo>
                    <a:pt x="1132" y="112"/>
                    <a:pt x="1184" y="108"/>
                    <a:pt x="1236" y="96"/>
                  </a:cubicBezTo>
                  <a:cubicBezTo>
                    <a:pt x="1256" y="92"/>
                    <a:pt x="1276" y="88"/>
                    <a:pt x="1296" y="80"/>
                  </a:cubicBezTo>
                  <a:lnTo>
                    <a:pt x="1296" y="76"/>
                  </a:lnTo>
                  <a:cubicBezTo>
                    <a:pt x="1296" y="76"/>
                    <a:pt x="1272" y="76"/>
                    <a:pt x="1236" y="72"/>
                  </a:cubicBezTo>
                  <a:cubicBezTo>
                    <a:pt x="1188" y="68"/>
                    <a:pt x="1136" y="60"/>
                    <a:pt x="1088" y="52"/>
                  </a:cubicBezTo>
                  <a:cubicBezTo>
                    <a:pt x="1024" y="44"/>
                    <a:pt x="952" y="28"/>
                    <a:pt x="872" y="20"/>
                  </a:cubicBezTo>
                  <a:cubicBezTo>
                    <a:pt x="788" y="8"/>
                    <a:pt x="704" y="0"/>
                    <a:pt x="6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4113752" y="1695191"/>
              <a:ext cx="178228" cy="77328"/>
            </a:xfrm>
            <a:custGeom>
              <a:avLst/>
              <a:gdLst/>
              <a:ahLst/>
              <a:cxnLst/>
              <a:rect l="l" t="t" r="r" b="b"/>
              <a:pathLst>
                <a:path w="1429" h="620" extrusionOk="0">
                  <a:moveTo>
                    <a:pt x="160" y="1"/>
                  </a:moveTo>
                  <a:cubicBezTo>
                    <a:pt x="151" y="1"/>
                    <a:pt x="142" y="1"/>
                    <a:pt x="132" y="2"/>
                  </a:cubicBezTo>
                  <a:cubicBezTo>
                    <a:pt x="104" y="2"/>
                    <a:pt x="76" y="14"/>
                    <a:pt x="52" y="26"/>
                  </a:cubicBezTo>
                  <a:cubicBezTo>
                    <a:pt x="36" y="38"/>
                    <a:pt x="20" y="50"/>
                    <a:pt x="8" y="62"/>
                  </a:cubicBezTo>
                  <a:cubicBezTo>
                    <a:pt x="4" y="66"/>
                    <a:pt x="4" y="74"/>
                    <a:pt x="0" y="78"/>
                  </a:cubicBezTo>
                  <a:lnTo>
                    <a:pt x="4" y="86"/>
                  </a:lnTo>
                  <a:lnTo>
                    <a:pt x="20" y="74"/>
                  </a:lnTo>
                  <a:cubicBezTo>
                    <a:pt x="32" y="66"/>
                    <a:pt x="48" y="62"/>
                    <a:pt x="64" y="58"/>
                  </a:cubicBezTo>
                  <a:cubicBezTo>
                    <a:pt x="88" y="50"/>
                    <a:pt x="112" y="50"/>
                    <a:pt x="136" y="50"/>
                  </a:cubicBezTo>
                  <a:cubicBezTo>
                    <a:pt x="168" y="54"/>
                    <a:pt x="196" y="62"/>
                    <a:pt x="224" y="74"/>
                  </a:cubicBezTo>
                  <a:cubicBezTo>
                    <a:pt x="260" y="90"/>
                    <a:pt x="292" y="110"/>
                    <a:pt x="324" y="130"/>
                  </a:cubicBezTo>
                  <a:cubicBezTo>
                    <a:pt x="360" y="154"/>
                    <a:pt x="400" y="178"/>
                    <a:pt x="440" y="202"/>
                  </a:cubicBezTo>
                  <a:cubicBezTo>
                    <a:pt x="484" y="226"/>
                    <a:pt x="524" y="250"/>
                    <a:pt x="560" y="278"/>
                  </a:cubicBezTo>
                  <a:cubicBezTo>
                    <a:pt x="604" y="310"/>
                    <a:pt x="640" y="342"/>
                    <a:pt x="680" y="374"/>
                  </a:cubicBezTo>
                  <a:cubicBezTo>
                    <a:pt x="716" y="406"/>
                    <a:pt x="752" y="442"/>
                    <a:pt x="792" y="470"/>
                  </a:cubicBezTo>
                  <a:cubicBezTo>
                    <a:pt x="832" y="502"/>
                    <a:pt x="876" y="530"/>
                    <a:pt x="916" y="554"/>
                  </a:cubicBezTo>
                  <a:cubicBezTo>
                    <a:pt x="960" y="578"/>
                    <a:pt x="1004" y="598"/>
                    <a:pt x="1048" y="606"/>
                  </a:cubicBezTo>
                  <a:cubicBezTo>
                    <a:pt x="1081" y="615"/>
                    <a:pt x="1114" y="620"/>
                    <a:pt x="1145" y="620"/>
                  </a:cubicBezTo>
                  <a:cubicBezTo>
                    <a:pt x="1156" y="620"/>
                    <a:pt x="1166" y="619"/>
                    <a:pt x="1176" y="618"/>
                  </a:cubicBezTo>
                  <a:cubicBezTo>
                    <a:pt x="1216" y="618"/>
                    <a:pt x="1252" y="618"/>
                    <a:pt x="1280" y="614"/>
                  </a:cubicBezTo>
                  <a:cubicBezTo>
                    <a:pt x="1312" y="610"/>
                    <a:pt x="1336" y="610"/>
                    <a:pt x="1360" y="610"/>
                  </a:cubicBezTo>
                  <a:cubicBezTo>
                    <a:pt x="1380" y="610"/>
                    <a:pt x="1404" y="610"/>
                    <a:pt x="1428" y="614"/>
                  </a:cubicBezTo>
                  <a:lnTo>
                    <a:pt x="1428" y="606"/>
                  </a:lnTo>
                  <a:cubicBezTo>
                    <a:pt x="1404" y="598"/>
                    <a:pt x="1384" y="590"/>
                    <a:pt x="1360" y="582"/>
                  </a:cubicBezTo>
                  <a:cubicBezTo>
                    <a:pt x="1300" y="570"/>
                    <a:pt x="1240" y="562"/>
                    <a:pt x="1180" y="558"/>
                  </a:cubicBezTo>
                  <a:cubicBezTo>
                    <a:pt x="1140" y="554"/>
                    <a:pt x="1104" y="550"/>
                    <a:pt x="1064" y="538"/>
                  </a:cubicBezTo>
                  <a:cubicBezTo>
                    <a:pt x="1024" y="526"/>
                    <a:pt x="988" y="506"/>
                    <a:pt x="948" y="490"/>
                  </a:cubicBezTo>
                  <a:cubicBezTo>
                    <a:pt x="908" y="466"/>
                    <a:pt x="864" y="442"/>
                    <a:pt x="828" y="418"/>
                  </a:cubicBezTo>
                  <a:cubicBezTo>
                    <a:pt x="784" y="390"/>
                    <a:pt x="740" y="366"/>
                    <a:pt x="700" y="342"/>
                  </a:cubicBezTo>
                  <a:cubicBezTo>
                    <a:pt x="656" y="314"/>
                    <a:pt x="612" y="290"/>
                    <a:pt x="572" y="258"/>
                  </a:cubicBezTo>
                  <a:cubicBezTo>
                    <a:pt x="532" y="230"/>
                    <a:pt x="496" y="202"/>
                    <a:pt x="460" y="170"/>
                  </a:cubicBezTo>
                  <a:cubicBezTo>
                    <a:pt x="424" y="138"/>
                    <a:pt x="392" y="106"/>
                    <a:pt x="356" y="78"/>
                  </a:cubicBezTo>
                  <a:cubicBezTo>
                    <a:pt x="320" y="54"/>
                    <a:pt x="284" y="34"/>
                    <a:pt x="244" y="18"/>
                  </a:cubicBezTo>
                  <a:cubicBezTo>
                    <a:pt x="217" y="6"/>
                    <a:pt x="189" y="1"/>
                    <a:pt x="1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3870291" y="1715396"/>
              <a:ext cx="129836" cy="161266"/>
            </a:xfrm>
            <a:custGeom>
              <a:avLst/>
              <a:gdLst/>
              <a:ahLst/>
              <a:cxnLst/>
              <a:rect l="l" t="t" r="r" b="b"/>
              <a:pathLst>
                <a:path w="1041" h="1293" extrusionOk="0">
                  <a:moveTo>
                    <a:pt x="1032" y="0"/>
                  </a:moveTo>
                  <a:lnTo>
                    <a:pt x="1024" y="20"/>
                  </a:lnTo>
                  <a:cubicBezTo>
                    <a:pt x="1020" y="32"/>
                    <a:pt x="1012" y="48"/>
                    <a:pt x="1004" y="68"/>
                  </a:cubicBezTo>
                  <a:cubicBezTo>
                    <a:pt x="984" y="108"/>
                    <a:pt x="956" y="168"/>
                    <a:pt x="920" y="240"/>
                  </a:cubicBezTo>
                  <a:cubicBezTo>
                    <a:pt x="904" y="276"/>
                    <a:pt x="884" y="312"/>
                    <a:pt x="864" y="352"/>
                  </a:cubicBezTo>
                  <a:cubicBezTo>
                    <a:pt x="844" y="388"/>
                    <a:pt x="824" y="432"/>
                    <a:pt x="796" y="476"/>
                  </a:cubicBezTo>
                  <a:cubicBezTo>
                    <a:pt x="772" y="520"/>
                    <a:pt x="744" y="560"/>
                    <a:pt x="708" y="596"/>
                  </a:cubicBezTo>
                  <a:cubicBezTo>
                    <a:pt x="672" y="636"/>
                    <a:pt x="632" y="668"/>
                    <a:pt x="592" y="700"/>
                  </a:cubicBezTo>
                  <a:cubicBezTo>
                    <a:pt x="548" y="732"/>
                    <a:pt x="504" y="760"/>
                    <a:pt x="464" y="788"/>
                  </a:cubicBezTo>
                  <a:lnTo>
                    <a:pt x="336" y="872"/>
                  </a:lnTo>
                  <a:cubicBezTo>
                    <a:pt x="260" y="924"/>
                    <a:pt x="188" y="984"/>
                    <a:pt x="128" y="1056"/>
                  </a:cubicBezTo>
                  <a:cubicBezTo>
                    <a:pt x="84" y="1104"/>
                    <a:pt x="48" y="1160"/>
                    <a:pt x="20" y="1220"/>
                  </a:cubicBezTo>
                  <a:cubicBezTo>
                    <a:pt x="16" y="1240"/>
                    <a:pt x="8" y="1256"/>
                    <a:pt x="4" y="1276"/>
                  </a:cubicBezTo>
                  <a:lnTo>
                    <a:pt x="0" y="1292"/>
                  </a:lnTo>
                  <a:lnTo>
                    <a:pt x="8" y="1292"/>
                  </a:lnTo>
                  <a:lnTo>
                    <a:pt x="16" y="1276"/>
                  </a:lnTo>
                  <a:cubicBezTo>
                    <a:pt x="24" y="1260"/>
                    <a:pt x="36" y="1248"/>
                    <a:pt x="48" y="1232"/>
                  </a:cubicBezTo>
                  <a:cubicBezTo>
                    <a:pt x="80" y="1180"/>
                    <a:pt x="124" y="1136"/>
                    <a:pt x="172" y="1096"/>
                  </a:cubicBezTo>
                  <a:cubicBezTo>
                    <a:pt x="200" y="1068"/>
                    <a:pt x="232" y="1044"/>
                    <a:pt x="268" y="1016"/>
                  </a:cubicBezTo>
                  <a:lnTo>
                    <a:pt x="380" y="928"/>
                  </a:lnTo>
                  <a:lnTo>
                    <a:pt x="500" y="836"/>
                  </a:lnTo>
                  <a:cubicBezTo>
                    <a:pt x="540" y="800"/>
                    <a:pt x="580" y="764"/>
                    <a:pt x="616" y="728"/>
                  </a:cubicBezTo>
                  <a:cubicBezTo>
                    <a:pt x="656" y="688"/>
                    <a:pt x="688" y="648"/>
                    <a:pt x="724" y="608"/>
                  </a:cubicBezTo>
                  <a:lnTo>
                    <a:pt x="828" y="492"/>
                  </a:lnTo>
                  <a:cubicBezTo>
                    <a:pt x="860" y="456"/>
                    <a:pt x="888" y="420"/>
                    <a:pt x="916" y="376"/>
                  </a:cubicBezTo>
                  <a:cubicBezTo>
                    <a:pt x="940" y="340"/>
                    <a:pt x="960" y="300"/>
                    <a:pt x="976" y="260"/>
                  </a:cubicBezTo>
                  <a:cubicBezTo>
                    <a:pt x="1000" y="200"/>
                    <a:pt x="1020" y="136"/>
                    <a:pt x="1028" y="72"/>
                  </a:cubicBezTo>
                  <a:cubicBezTo>
                    <a:pt x="1032" y="48"/>
                    <a:pt x="1036" y="24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>
              <a:off x="4036922" y="1711405"/>
              <a:ext cx="123351" cy="131333"/>
            </a:xfrm>
            <a:custGeom>
              <a:avLst/>
              <a:gdLst/>
              <a:ahLst/>
              <a:cxnLst/>
              <a:rect l="l" t="t" r="r" b="b"/>
              <a:pathLst>
                <a:path w="989" h="1053" extrusionOk="0">
                  <a:moveTo>
                    <a:pt x="0" y="0"/>
                  </a:moveTo>
                  <a:lnTo>
                    <a:pt x="0" y="4"/>
                  </a:lnTo>
                  <a:cubicBezTo>
                    <a:pt x="0" y="4"/>
                    <a:pt x="20" y="16"/>
                    <a:pt x="52" y="40"/>
                  </a:cubicBezTo>
                  <a:cubicBezTo>
                    <a:pt x="96" y="72"/>
                    <a:pt x="136" y="104"/>
                    <a:pt x="176" y="144"/>
                  </a:cubicBezTo>
                  <a:cubicBezTo>
                    <a:pt x="200" y="168"/>
                    <a:pt x="224" y="196"/>
                    <a:pt x="248" y="224"/>
                  </a:cubicBezTo>
                  <a:cubicBezTo>
                    <a:pt x="276" y="252"/>
                    <a:pt x="304" y="280"/>
                    <a:pt x="328" y="316"/>
                  </a:cubicBezTo>
                  <a:cubicBezTo>
                    <a:pt x="360" y="348"/>
                    <a:pt x="384" y="384"/>
                    <a:pt x="404" y="424"/>
                  </a:cubicBezTo>
                  <a:cubicBezTo>
                    <a:pt x="428" y="464"/>
                    <a:pt x="448" y="508"/>
                    <a:pt x="468" y="548"/>
                  </a:cubicBezTo>
                  <a:cubicBezTo>
                    <a:pt x="484" y="596"/>
                    <a:pt x="504" y="636"/>
                    <a:pt x="532" y="676"/>
                  </a:cubicBezTo>
                  <a:cubicBezTo>
                    <a:pt x="564" y="716"/>
                    <a:pt x="600" y="748"/>
                    <a:pt x="644" y="772"/>
                  </a:cubicBezTo>
                  <a:cubicBezTo>
                    <a:pt x="684" y="792"/>
                    <a:pt x="724" y="808"/>
                    <a:pt x="756" y="824"/>
                  </a:cubicBezTo>
                  <a:cubicBezTo>
                    <a:pt x="788" y="840"/>
                    <a:pt x="816" y="856"/>
                    <a:pt x="844" y="880"/>
                  </a:cubicBezTo>
                  <a:cubicBezTo>
                    <a:pt x="888" y="912"/>
                    <a:pt x="920" y="952"/>
                    <a:pt x="952" y="996"/>
                  </a:cubicBezTo>
                  <a:cubicBezTo>
                    <a:pt x="960" y="1016"/>
                    <a:pt x="972" y="1032"/>
                    <a:pt x="980" y="1052"/>
                  </a:cubicBezTo>
                  <a:lnTo>
                    <a:pt x="988" y="1052"/>
                  </a:lnTo>
                  <a:cubicBezTo>
                    <a:pt x="988" y="1028"/>
                    <a:pt x="980" y="1008"/>
                    <a:pt x="976" y="988"/>
                  </a:cubicBezTo>
                  <a:cubicBezTo>
                    <a:pt x="944" y="892"/>
                    <a:pt x="880" y="808"/>
                    <a:pt x="792" y="760"/>
                  </a:cubicBezTo>
                  <a:cubicBezTo>
                    <a:pt x="752" y="740"/>
                    <a:pt x="712" y="728"/>
                    <a:pt x="676" y="708"/>
                  </a:cubicBezTo>
                  <a:cubicBezTo>
                    <a:pt x="640" y="692"/>
                    <a:pt x="608" y="668"/>
                    <a:pt x="580" y="640"/>
                  </a:cubicBezTo>
                  <a:cubicBezTo>
                    <a:pt x="552" y="604"/>
                    <a:pt x="524" y="568"/>
                    <a:pt x="500" y="532"/>
                  </a:cubicBezTo>
                  <a:cubicBezTo>
                    <a:pt x="476" y="492"/>
                    <a:pt x="448" y="456"/>
                    <a:pt x="424" y="416"/>
                  </a:cubicBezTo>
                  <a:cubicBezTo>
                    <a:pt x="400" y="376"/>
                    <a:pt x="380" y="336"/>
                    <a:pt x="360" y="296"/>
                  </a:cubicBezTo>
                  <a:cubicBezTo>
                    <a:pt x="344" y="256"/>
                    <a:pt x="320" y="220"/>
                    <a:pt x="296" y="188"/>
                  </a:cubicBezTo>
                  <a:cubicBezTo>
                    <a:pt x="272" y="156"/>
                    <a:pt x="244" y="128"/>
                    <a:pt x="216" y="104"/>
                  </a:cubicBezTo>
                  <a:cubicBezTo>
                    <a:pt x="172" y="64"/>
                    <a:pt x="120" y="36"/>
                    <a:pt x="64" y="16"/>
                  </a:cubicBezTo>
                  <a:cubicBezTo>
                    <a:pt x="44" y="8"/>
                    <a:pt x="24" y="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3843849" y="1699681"/>
              <a:ext cx="122353" cy="87181"/>
            </a:xfrm>
            <a:custGeom>
              <a:avLst/>
              <a:gdLst/>
              <a:ahLst/>
              <a:cxnLst/>
              <a:rect l="l" t="t" r="r" b="b"/>
              <a:pathLst>
                <a:path w="981" h="699" extrusionOk="0">
                  <a:moveTo>
                    <a:pt x="839" y="0"/>
                  </a:moveTo>
                  <a:cubicBezTo>
                    <a:pt x="818" y="0"/>
                    <a:pt x="796" y="3"/>
                    <a:pt x="776" y="6"/>
                  </a:cubicBezTo>
                  <a:cubicBezTo>
                    <a:pt x="744" y="10"/>
                    <a:pt x="712" y="22"/>
                    <a:pt x="680" y="34"/>
                  </a:cubicBezTo>
                  <a:cubicBezTo>
                    <a:pt x="648" y="54"/>
                    <a:pt x="616" y="74"/>
                    <a:pt x="588" y="102"/>
                  </a:cubicBezTo>
                  <a:cubicBezTo>
                    <a:pt x="532" y="158"/>
                    <a:pt x="484" y="218"/>
                    <a:pt x="440" y="286"/>
                  </a:cubicBezTo>
                  <a:cubicBezTo>
                    <a:pt x="416" y="318"/>
                    <a:pt x="396" y="354"/>
                    <a:pt x="376" y="386"/>
                  </a:cubicBezTo>
                  <a:cubicBezTo>
                    <a:pt x="364" y="402"/>
                    <a:pt x="352" y="418"/>
                    <a:pt x="344" y="430"/>
                  </a:cubicBezTo>
                  <a:cubicBezTo>
                    <a:pt x="332" y="446"/>
                    <a:pt x="320" y="458"/>
                    <a:pt x="308" y="470"/>
                  </a:cubicBezTo>
                  <a:cubicBezTo>
                    <a:pt x="268" y="518"/>
                    <a:pt x="220" y="562"/>
                    <a:pt x="168" y="598"/>
                  </a:cubicBezTo>
                  <a:cubicBezTo>
                    <a:pt x="144" y="614"/>
                    <a:pt x="124" y="630"/>
                    <a:pt x="104" y="642"/>
                  </a:cubicBezTo>
                  <a:cubicBezTo>
                    <a:pt x="84" y="654"/>
                    <a:pt x="64" y="662"/>
                    <a:pt x="48" y="670"/>
                  </a:cubicBezTo>
                  <a:cubicBezTo>
                    <a:pt x="36" y="678"/>
                    <a:pt x="20" y="682"/>
                    <a:pt x="12" y="686"/>
                  </a:cubicBezTo>
                  <a:lnTo>
                    <a:pt x="0" y="694"/>
                  </a:lnTo>
                  <a:lnTo>
                    <a:pt x="0" y="698"/>
                  </a:lnTo>
                  <a:cubicBezTo>
                    <a:pt x="20" y="698"/>
                    <a:pt x="36" y="698"/>
                    <a:pt x="56" y="694"/>
                  </a:cubicBezTo>
                  <a:cubicBezTo>
                    <a:pt x="104" y="690"/>
                    <a:pt x="152" y="674"/>
                    <a:pt x="196" y="650"/>
                  </a:cubicBezTo>
                  <a:cubicBezTo>
                    <a:pt x="228" y="638"/>
                    <a:pt x="256" y="618"/>
                    <a:pt x="284" y="598"/>
                  </a:cubicBezTo>
                  <a:cubicBezTo>
                    <a:pt x="312" y="574"/>
                    <a:pt x="340" y="546"/>
                    <a:pt x="364" y="518"/>
                  </a:cubicBezTo>
                  <a:cubicBezTo>
                    <a:pt x="376" y="498"/>
                    <a:pt x="388" y="482"/>
                    <a:pt x="396" y="466"/>
                  </a:cubicBezTo>
                  <a:cubicBezTo>
                    <a:pt x="408" y="450"/>
                    <a:pt x="416" y="434"/>
                    <a:pt x="428" y="414"/>
                  </a:cubicBezTo>
                  <a:cubicBezTo>
                    <a:pt x="444" y="378"/>
                    <a:pt x="456" y="338"/>
                    <a:pt x="472" y="302"/>
                  </a:cubicBezTo>
                  <a:cubicBezTo>
                    <a:pt x="484" y="266"/>
                    <a:pt x="504" y="234"/>
                    <a:pt x="528" y="202"/>
                  </a:cubicBezTo>
                  <a:cubicBezTo>
                    <a:pt x="548" y="174"/>
                    <a:pt x="580" y="150"/>
                    <a:pt x="612" y="134"/>
                  </a:cubicBezTo>
                  <a:cubicBezTo>
                    <a:pt x="640" y="118"/>
                    <a:pt x="672" y="102"/>
                    <a:pt x="704" y="94"/>
                  </a:cubicBezTo>
                  <a:cubicBezTo>
                    <a:pt x="736" y="82"/>
                    <a:pt x="764" y="70"/>
                    <a:pt x="792" y="66"/>
                  </a:cubicBezTo>
                  <a:cubicBezTo>
                    <a:pt x="836" y="54"/>
                    <a:pt x="880" y="46"/>
                    <a:pt x="924" y="42"/>
                  </a:cubicBezTo>
                  <a:lnTo>
                    <a:pt x="980" y="42"/>
                  </a:lnTo>
                  <a:lnTo>
                    <a:pt x="980" y="30"/>
                  </a:lnTo>
                  <a:lnTo>
                    <a:pt x="968" y="26"/>
                  </a:lnTo>
                  <a:cubicBezTo>
                    <a:pt x="956" y="18"/>
                    <a:pt x="940" y="14"/>
                    <a:pt x="928" y="10"/>
                  </a:cubicBezTo>
                  <a:cubicBezTo>
                    <a:pt x="908" y="6"/>
                    <a:pt x="884" y="2"/>
                    <a:pt x="864" y="2"/>
                  </a:cubicBezTo>
                  <a:cubicBezTo>
                    <a:pt x="856" y="1"/>
                    <a:pt x="847" y="0"/>
                    <a:pt x="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3643667" y="1665008"/>
              <a:ext cx="253187" cy="42530"/>
            </a:xfrm>
            <a:custGeom>
              <a:avLst/>
              <a:gdLst/>
              <a:ahLst/>
              <a:cxnLst/>
              <a:rect l="l" t="t" r="r" b="b"/>
              <a:pathLst>
                <a:path w="2030" h="341" extrusionOk="0">
                  <a:moveTo>
                    <a:pt x="5" y="0"/>
                  </a:moveTo>
                  <a:lnTo>
                    <a:pt x="1" y="4"/>
                  </a:lnTo>
                  <a:lnTo>
                    <a:pt x="13" y="24"/>
                  </a:lnTo>
                  <a:cubicBezTo>
                    <a:pt x="25" y="44"/>
                    <a:pt x="37" y="60"/>
                    <a:pt x="53" y="80"/>
                  </a:cubicBezTo>
                  <a:cubicBezTo>
                    <a:pt x="105" y="144"/>
                    <a:pt x="173" y="192"/>
                    <a:pt x="249" y="228"/>
                  </a:cubicBezTo>
                  <a:cubicBezTo>
                    <a:pt x="297" y="252"/>
                    <a:pt x="349" y="272"/>
                    <a:pt x="405" y="284"/>
                  </a:cubicBezTo>
                  <a:cubicBezTo>
                    <a:pt x="465" y="296"/>
                    <a:pt x="525" y="304"/>
                    <a:pt x="585" y="304"/>
                  </a:cubicBezTo>
                  <a:cubicBezTo>
                    <a:pt x="606" y="305"/>
                    <a:pt x="628" y="306"/>
                    <a:pt x="649" y="306"/>
                  </a:cubicBezTo>
                  <a:cubicBezTo>
                    <a:pt x="692" y="306"/>
                    <a:pt x="736" y="304"/>
                    <a:pt x="781" y="304"/>
                  </a:cubicBezTo>
                  <a:lnTo>
                    <a:pt x="981" y="300"/>
                  </a:lnTo>
                  <a:cubicBezTo>
                    <a:pt x="1049" y="300"/>
                    <a:pt x="1113" y="300"/>
                    <a:pt x="1181" y="296"/>
                  </a:cubicBezTo>
                  <a:cubicBezTo>
                    <a:pt x="1245" y="292"/>
                    <a:pt x="1309" y="284"/>
                    <a:pt x="1369" y="284"/>
                  </a:cubicBezTo>
                  <a:cubicBezTo>
                    <a:pt x="1399" y="283"/>
                    <a:pt x="1429" y="283"/>
                    <a:pt x="1459" y="283"/>
                  </a:cubicBezTo>
                  <a:cubicBezTo>
                    <a:pt x="1541" y="283"/>
                    <a:pt x="1623" y="286"/>
                    <a:pt x="1705" y="292"/>
                  </a:cubicBezTo>
                  <a:cubicBezTo>
                    <a:pt x="1801" y="304"/>
                    <a:pt x="1881" y="316"/>
                    <a:pt x="1937" y="324"/>
                  </a:cubicBezTo>
                  <a:lnTo>
                    <a:pt x="2029" y="340"/>
                  </a:lnTo>
                  <a:lnTo>
                    <a:pt x="2029" y="336"/>
                  </a:lnTo>
                  <a:cubicBezTo>
                    <a:pt x="2029" y="336"/>
                    <a:pt x="1997" y="320"/>
                    <a:pt x="1945" y="300"/>
                  </a:cubicBezTo>
                  <a:cubicBezTo>
                    <a:pt x="1869" y="268"/>
                    <a:pt x="1789" y="248"/>
                    <a:pt x="1709" y="232"/>
                  </a:cubicBezTo>
                  <a:cubicBezTo>
                    <a:pt x="1657" y="224"/>
                    <a:pt x="1601" y="216"/>
                    <a:pt x="1545" y="212"/>
                  </a:cubicBezTo>
                  <a:cubicBezTo>
                    <a:pt x="1515" y="210"/>
                    <a:pt x="1485" y="209"/>
                    <a:pt x="1455" y="209"/>
                  </a:cubicBezTo>
                  <a:cubicBezTo>
                    <a:pt x="1425" y="209"/>
                    <a:pt x="1395" y="210"/>
                    <a:pt x="1365" y="212"/>
                  </a:cubicBezTo>
                  <a:cubicBezTo>
                    <a:pt x="1301" y="216"/>
                    <a:pt x="1237" y="224"/>
                    <a:pt x="1173" y="232"/>
                  </a:cubicBezTo>
                  <a:cubicBezTo>
                    <a:pt x="1109" y="240"/>
                    <a:pt x="1041" y="252"/>
                    <a:pt x="977" y="264"/>
                  </a:cubicBezTo>
                  <a:cubicBezTo>
                    <a:pt x="913" y="276"/>
                    <a:pt x="845" y="280"/>
                    <a:pt x="781" y="284"/>
                  </a:cubicBezTo>
                  <a:cubicBezTo>
                    <a:pt x="717" y="284"/>
                    <a:pt x="653" y="280"/>
                    <a:pt x="593" y="268"/>
                  </a:cubicBezTo>
                  <a:cubicBezTo>
                    <a:pt x="533" y="256"/>
                    <a:pt x="477" y="244"/>
                    <a:pt x="421" y="228"/>
                  </a:cubicBezTo>
                  <a:cubicBezTo>
                    <a:pt x="369" y="212"/>
                    <a:pt x="321" y="196"/>
                    <a:pt x="273" y="176"/>
                  </a:cubicBezTo>
                  <a:cubicBezTo>
                    <a:pt x="233" y="160"/>
                    <a:pt x="193" y="140"/>
                    <a:pt x="157" y="116"/>
                  </a:cubicBezTo>
                  <a:cubicBezTo>
                    <a:pt x="129" y="100"/>
                    <a:pt x="101" y="80"/>
                    <a:pt x="73" y="60"/>
                  </a:cubicBezTo>
                  <a:cubicBezTo>
                    <a:pt x="57" y="44"/>
                    <a:pt x="37" y="32"/>
                    <a:pt x="25" y="16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3720497" y="1448986"/>
              <a:ext cx="208785" cy="125471"/>
            </a:xfrm>
            <a:custGeom>
              <a:avLst/>
              <a:gdLst/>
              <a:ahLst/>
              <a:cxnLst/>
              <a:rect l="l" t="t" r="r" b="b"/>
              <a:pathLst>
                <a:path w="1674" h="1006" extrusionOk="0">
                  <a:moveTo>
                    <a:pt x="5" y="0"/>
                  </a:moveTo>
                  <a:lnTo>
                    <a:pt x="1" y="12"/>
                  </a:lnTo>
                  <a:lnTo>
                    <a:pt x="21" y="24"/>
                  </a:lnTo>
                  <a:cubicBezTo>
                    <a:pt x="33" y="32"/>
                    <a:pt x="53" y="44"/>
                    <a:pt x="77" y="60"/>
                  </a:cubicBezTo>
                  <a:cubicBezTo>
                    <a:pt x="137" y="104"/>
                    <a:pt x="189" y="152"/>
                    <a:pt x="237" y="212"/>
                  </a:cubicBezTo>
                  <a:cubicBezTo>
                    <a:pt x="293" y="284"/>
                    <a:pt x="349" y="380"/>
                    <a:pt x="433" y="472"/>
                  </a:cubicBezTo>
                  <a:cubicBezTo>
                    <a:pt x="469" y="516"/>
                    <a:pt x="513" y="564"/>
                    <a:pt x="561" y="608"/>
                  </a:cubicBezTo>
                  <a:cubicBezTo>
                    <a:pt x="581" y="632"/>
                    <a:pt x="605" y="652"/>
                    <a:pt x="629" y="676"/>
                  </a:cubicBezTo>
                  <a:cubicBezTo>
                    <a:pt x="649" y="696"/>
                    <a:pt x="673" y="720"/>
                    <a:pt x="701" y="740"/>
                  </a:cubicBezTo>
                  <a:cubicBezTo>
                    <a:pt x="797" y="824"/>
                    <a:pt x="909" y="888"/>
                    <a:pt x="1025" y="936"/>
                  </a:cubicBezTo>
                  <a:cubicBezTo>
                    <a:pt x="1081" y="956"/>
                    <a:pt x="1137" y="976"/>
                    <a:pt x="1197" y="984"/>
                  </a:cubicBezTo>
                  <a:cubicBezTo>
                    <a:pt x="1249" y="996"/>
                    <a:pt x="1301" y="1004"/>
                    <a:pt x="1353" y="1004"/>
                  </a:cubicBezTo>
                  <a:cubicBezTo>
                    <a:pt x="1372" y="1005"/>
                    <a:pt x="1391" y="1006"/>
                    <a:pt x="1409" y="1006"/>
                  </a:cubicBezTo>
                  <a:cubicBezTo>
                    <a:pt x="1469" y="1006"/>
                    <a:pt x="1528" y="1000"/>
                    <a:pt x="1589" y="988"/>
                  </a:cubicBezTo>
                  <a:cubicBezTo>
                    <a:pt x="1645" y="976"/>
                    <a:pt x="1673" y="968"/>
                    <a:pt x="1673" y="968"/>
                  </a:cubicBezTo>
                  <a:lnTo>
                    <a:pt x="1673" y="960"/>
                  </a:lnTo>
                  <a:lnTo>
                    <a:pt x="1589" y="960"/>
                  </a:lnTo>
                  <a:cubicBezTo>
                    <a:pt x="1573" y="958"/>
                    <a:pt x="1557" y="958"/>
                    <a:pt x="1541" y="958"/>
                  </a:cubicBezTo>
                  <a:cubicBezTo>
                    <a:pt x="1524" y="958"/>
                    <a:pt x="1507" y="958"/>
                    <a:pt x="1489" y="956"/>
                  </a:cubicBezTo>
                  <a:cubicBezTo>
                    <a:pt x="1449" y="952"/>
                    <a:pt x="1405" y="952"/>
                    <a:pt x="1361" y="944"/>
                  </a:cubicBezTo>
                  <a:cubicBezTo>
                    <a:pt x="1337" y="940"/>
                    <a:pt x="1313" y="936"/>
                    <a:pt x="1289" y="932"/>
                  </a:cubicBezTo>
                  <a:cubicBezTo>
                    <a:pt x="1265" y="924"/>
                    <a:pt x="1237" y="920"/>
                    <a:pt x="1213" y="912"/>
                  </a:cubicBezTo>
                  <a:cubicBezTo>
                    <a:pt x="1161" y="900"/>
                    <a:pt x="1109" y="884"/>
                    <a:pt x="1053" y="868"/>
                  </a:cubicBezTo>
                  <a:cubicBezTo>
                    <a:pt x="997" y="848"/>
                    <a:pt x="941" y="824"/>
                    <a:pt x="885" y="796"/>
                  </a:cubicBezTo>
                  <a:cubicBezTo>
                    <a:pt x="857" y="784"/>
                    <a:pt x="829" y="768"/>
                    <a:pt x="805" y="756"/>
                  </a:cubicBezTo>
                  <a:cubicBezTo>
                    <a:pt x="777" y="740"/>
                    <a:pt x="749" y="724"/>
                    <a:pt x="721" y="708"/>
                  </a:cubicBezTo>
                  <a:cubicBezTo>
                    <a:pt x="669" y="676"/>
                    <a:pt x="617" y="636"/>
                    <a:pt x="573" y="592"/>
                  </a:cubicBezTo>
                  <a:cubicBezTo>
                    <a:pt x="529" y="548"/>
                    <a:pt x="493" y="500"/>
                    <a:pt x="461" y="448"/>
                  </a:cubicBezTo>
                  <a:cubicBezTo>
                    <a:pt x="429" y="400"/>
                    <a:pt x="405" y="344"/>
                    <a:pt x="373" y="300"/>
                  </a:cubicBezTo>
                  <a:cubicBezTo>
                    <a:pt x="345" y="252"/>
                    <a:pt x="317" y="208"/>
                    <a:pt x="281" y="172"/>
                  </a:cubicBezTo>
                  <a:cubicBezTo>
                    <a:pt x="229" y="108"/>
                    <a:pt x="161" y="60"/>
                    <a:pt x="89" y="28"/>
                  </a:cubicBezTo>
                  <a:cubicBezTo>
                    <a:pt x="61" y="16"/>
                    <a:pt x="33" y="8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3720996" y="1546770"/>
              <a:ext cx="231734" cy="101898"/>
            </a:xfrm>
            <a:custGeom>
              <a:avLst/>
              <a:gdLst/>
              <a:ahLst/>
              <a:cxnLst/>
              <a:rect l="l" t="t" r="r" b="b"/>
              <a:pathLst>
                <a:path w="1858" h="817" extrusionOk="0">
                  <a:moveTo>
                    <a:pt x="5" y="0"/>
                  </a:moveTo>
                  <a:lnTo>
                    <a:pt x="1" y="4"/>
                  </a:lnTo>
                  <a:lnTo>
                    <a:pt x="21" y="12"/>
                  </a:lnTo>
                  <a:cubicBezTo>
                    <a:pt x="41" y="20"/>
                    <a:pt x="65" y="28"/>
                    <a:pt x="85" y="36"/>
                  </a:cubicBezTo>
                  <a:cubicBezTo>
                    <a:pt x="109" y="44"/>
                    <a:pt x="141" y="56"/>
                    <a:pt x="173" y="76"/>
                  </a:cubicBezTo>
                  <a:cubicBezTo>
                    <a:pt x="209" y="96"/>
                    <a:pt x="245" y="116"/>
                    <a:pt x="285" y="144"/>
                  </a:cubicBezTo>
                  <a:cubicBezTo>
                    <a:pt x="325" y="168"/>
                    <a:pt x="369" y="200"/>
                    <a:pt x="413" y="232"/>
                  </a:cubicBezTo>
                  <a:lnTo>
                    <a:pt x="553" y="332"/>
                  </a:lnTo>
                  <a:cubicBezTo>
                    <a:pt x="605" y="364"/>
                    <a:pt x="653" y="404"/>
                    <a:pt x="705" y="444"/>
                  </a:cubicBezTo>
                  <a:cubicBezTo>
                    <a:pt x="753" y="484"/>
                    <a:pt x="801" y="528"/>
                    <a:pt x="853" y="568"/>
                  </a:cubicBezTo>
                  <a:cubicBezTo>
                    <a:pt x="905" y="608"/>
                    <a:pt x="961" y="644"/>
                    <a:pt x="1021" y="676"/>
                  </a:cubicBezTo>
                  <a:cubicBezTo>
                    <a:pt x="1077" y="704"/>
                    <a:pt x="1133" y="732"/>
                    <a:pt x="1193" y="752"/>
                  </a:cubicBezTo>
                  <a:cubicBezTo>
                    <a:pt x="1253" y="772"/>
                    <a:pt x="1309" y="788"/>
                    <a:pt x="1369" y="796"/>
                  </a:cubicBezTo>
                  <a:cubicBezTo>
                    <a:pt x="1421" y="808"/>
                    <a:pt x="1473" y="812"/>
                    <a:pt x="1529" y="816"/>
                  </a:cubicBezTo>
                  <a:cubicBezTo>
                    <a:pt x="1573" y="816"/>
                    <a:pt x="1617" y="816"/>
                    <a:pt x="1665" y="812"/>
                  </a:cubicBezTo>
                  <a:cubicBezTo>
                    <a:pt x="1697" y="808"/>
                    <a:pt x="1733" y="804"/>
                    <a:pt x="1765" y="800"/>
                  </a:cubicBezTo>
                  <a:cubicBezTo>
                    <a:pt x="1825" y="788"/>
                    <a:pt x="1857" y="776"/>
                    <a:pt x="1857" y="776"/>
                  </a:cubicBezTo>
                  <a:lnTo>
                    <a:pt x="1857" y="772"/>
                  </a:lnTo>
                  <a:lnTo>
                    <a:pt x="1765" y="772"/>
                  </a:lnTo>
                  <a:cubicBezTo>
                    <a:pt x="1741" y="772"/>
                    <a:pt x="1705" y="772"/>
                    <a:pt x="1665" y="768"/>
                  </a:cubicBezTo>
                  <a:cubicBezTo>
                    <a:pt x="1629" y="764"/>
                    <a:pt x="1585" y="760"/>
                    <a:pt x="1537" y="756"/>
                  </a:cubicBezTo>
                  <a:cubicBezTo>
                    <a:pt x="1429" y="740"/>
                    <a:pt x="1325" y="716"/>
                    <a:pt x="1221" y="684"/>
                  </a:cubicBezTo>
                  <a:cubicBezTo>
                    <a:pt x="1161" y="668"/>
                    <a:pt x="1105" y="644"/>
                    <a:pt x="1049" y="620"/>
                  </a:cubicBezTo>
                  <a:cubicBezTo>
                    <a:pt x="989" y="596"/>
                    <a:pt x="933" y="568"/>
                    <a:pt x="877" y="536"/>
                  </a:cubicBezTo>
                  <a:cubicBezTo>
                    <a:pt x="821" y="504"/>
                    <a:pt x="769" y="468"/>
                    <a:pt x="721" y="428"/>
                  </a:cubicBezTo>
                  <a:cubicBezTo>
                    <a:pt x="669" y="388"/>
                    <a:pt x="625" y="348"/>
                    <a:pt x="581" y="304"/>
                  </a:cubicBezTo>
                  <a:cubicBezTo>
                    <a:pt x="537" y="260"/>
                    <a:pt x="493" y="216"/>
                    <a:pt x="449" y="184"/>
                  </a:cubicBezTo>
                  <a:cubicBezTo>
                    <a:pt x="409" y="148"/>
                    <a:pt x="365" y="120"/>
                    <a:pt x="317" y="92"/>
                  </a:cubicBezTo>
                  <a:cubicBezTo>
                    <a:pt x="277" y="68"/>
                    <a:pt x="237" y="52"/>
                    <a:pt x="193" y="36"/>
                  </a:cubicBezTo>
                  <a:cubicBezTo>
                    <a:pt x="161" y="24"/>
                    <a:pt x="129" y="12"/>
                    <a:pt x="93" y="8"/>
                  </a:cubicBezTo>
                  <a:cubicBezTo>
                    <a:pt x="73" y="4"/>
                    <a:pt x="49" y="0"/>
                    <a:pt x="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3883262" y="1342223"/>
              <a:ext cx="145801" cy="249694"/>
            </a:xfrm>
            <a:custGeom>
              <a:avLst/>
              <a:gdLst/>
              <a:ahLst/>
              <a:cxnLst/>
              <a:rect l="l" t="t" r="r" b="b"/>
              <a:pathLst>
                <a:path w="1169" h="2002" extrusionOk="0">
                  <a:moveTo>
                    <a:pt x="228" y="0"/>
                  </a:moveTo>
                  <a:lnTo>
                    <a:pt x="200" y="8"/>
                  </a:lnTo>
                  <a:cubicBezTo>
                    <a:pt x="176" y="20"/>
                    <a:pt x="152" y="28"/>
                    <a:pt x="128" y="44"/>
                  </a:cubicBezTo>
                  <a:cubicBezTo>
                    <a:pt x="88" y="64"/>
                    <a:pt x="52" y="92"/>
                    <a:pt x="28" y="132"/>
                  </a:cubicBezTo>
                  <a:cubicBezTo>
                    <a:pt x="12" y="156"/>
                    <a:pt x="0" y="184"/>
                    <a:pt x="0" y="216"/>
                  </a:cubicBezTo>
                  <a:cubicBezTo>
                    <a:pt x="0" y="244"/>
                    <a:pt x="8" y="276"/>
                    <a:pt x="20" y="304"/>
                  </a:cubicBezTo>
                  <a:cubicBezTo>
                    <a:pt x="36" y="360"/>
                    <a:pt x="56" y="424"/>
                    <a:pt x="80" y="484"/>
                  </a:cubicBezTo>
                  <a:cubicBezTo>
                    <a:pt x="108" y="548"/>
                    <a:pt x="136" y="616"/>
                    <a:pt x="172" y="680"/>
                  </a:cubicBezTo>
                  <a:cubicBezTo>
                    <a:pt x="208" y="744"/>
                    <a:pt x="244" y="812"/>
                    <a:pt x="280" y="880"/>
                  </a:cubicBezTo>
                  <a:cubicBezTo>
                    <a:pt x="320" y="948"/>
                    <a:pt x="364" y="1016"/>
                    <a:pt x="408" y="1080"/>
                  </a:cubicBezTo>
                  <a:cubicBezTo>
                    <a:pt x="500" y="1212"/>
                    <a:pt x="608" y="1328"/>
                    <a:pt x="672" y="1452"/>
                  </a:cubicBezTo>
                  <a:cubicBezTo>
                    <a:pt x="704" y="1512"/>
                    <a:pt x="732" y="1576"/>
                    <a:pt x="752" y="1640"/>
                  </a:cubicBezTo>
                  <a:cubicBezTo>
                    <a:pt x="768" y="1704"/>
                    <a:pt x="796" y="1764"/>
                    <a:pt x="824" y="1820"/>
                  </a:cubicBezTo>
                  <a:cubicBezTo>
                    <a:pt x="852" y="1872"/>
                    <a:pt x="888" y="1916"/>
                    <a:pt x="936" y="1952"/>
                  </a:cubicBezTo>
                  <a:cubicBezTo>
                    <a:pt x="972" y="1976"/>
                    <a:pt x="1016" y="1992"/>
                    <a:pt x="1056" y="2000"/>
                  </a:cubicBezTo>
                  <a:cubicBezTo>
                    <a:pt x="1064" y="2001"/>
                    <a:pt x="1071" y="2002"/>
                    <a:pt x="1079" y="2002"/>
                  </a:cubicBezTo>
                  <a:cubicBezTo>
                    <a:pt x="1101" y="2002"/>
                    <a:pt x="1123" y="1998"/>
                    <a:pt x="1140" y="1992"/>
                  </a:cubicBezTo>
                  <a:cubicBezTo>
                    <a:pt x="1152" y="1988"/>
                    <a:pt x="1160" y="1984"/>
                    <a:pt x="1168" y="1980"/>
                  </a:cubicBezTo>
                  <a:lnTo>
                    <a:pt x="1168" y="1976"/>
                  </a:lnTo>
                  <a:cubicBezTo>
                    <a:pt x="1160" y="1976"/>
                    <a:pt x="1148" y="1980"/>
                    <a:pt x="1140" y="1980"/>
                  </a:cubicBezTo>
                  <a:cubicBezTo>
                    <a:pt x="1134" y="1981"/>
                    <a:pt x="1127" y="1982"/>
                    <a:pt x="1121" y="1982"/>
                  </a:cubicBezTo>
                  <a:cubicBezTo>
                    <a:pt x="1103" y="1982"/>
                    <a:pt x="1085" y="1978"/>
                    <a:pt x="1064" y="1972"/>
                  </a:cubicBezTo>
                  <a:cubicBezTo>
                    <a:pt x="1028" y="1960"/>
                    <a:pt x="996" y="1940"/>
                    <a:pt x="964" y="1916"/>
                  </a:cubicBezTo>
                  <a:cubicBezTo>
                    <a:pt x="928" y="1880"/>
                    <a:pt x="900" y="1840"/>
                    <a:pt x="880" y="1796"/>
                  </a:cubicBezTo>
                  <a:cubicBezTo>
                    <a:pt x="856" y="1736"/>
                    <a:pt x="836" y="1680"/>
                    <a:pt x="820" y="1620"/>
                  </a:cubicBezTo>
                  <a:cubicBezTo>
                    <a:pt x="804" y="1548"/>
                    <a:pt x="776" y="1480"/>
                    <a:pt x="736" y="1416"/>
                  </a:cubicBezTo>
                  <a:cubicBezTo>
                    <a:pt x="696" y="1352"/>
                    <a:pt x="648" y="1288"/>
                    <a:pt x="600" y="1228"/>
                  </a:cubicBezTo>
                  <a:cubicBezTo>
                    <a:pt x="548" y="1172"/>
                    <a:pt x="492" y="1116"/>
                    <a:pt x="440" y="1056"/>
                  </a:cubicBezTo>
                  <a:cubicBezTo>
                    <a:pt x="388" y="1000"/>
                    <a:pt x="340" y="936"/>
                    <a:pt x="300" y="872"/>
                  </a:cubicBezTo>
                  <a:cubicBezTo>
                    <a:pt x="264" y="804"/>
                    <a:pt x="232" y="736"/>
                    <a:pt x="208" y="664"/>
                  </a:cubicBezTo>
                  <a:cubicBezTo>
                    <a:pt x="180" y="596"/>
                    <a:pt x="164" y="528"/>
                    <a:pt x="140" y="464"/>
                  </a:cubicBezTo>
                  <a:cubicBezTo>
                    <a:pt x="120" y="400"/>
                    <a:pt x="96" y="344"/>
                    <a:pt x="76" y="288"/>
                  </a:cubicBezTo>
                  <a:cubicBezTo>
                    <a:pt x="52" y="244"/>
                    <a:pt x="48" y="196"/>
                    <a:pt x="68" y="152"/>
                  </a:cubicBezTo>
                  <a:cubicBezTo>
                    <a:pt x="88" y="120"/>
                    <a:pt x="112" y="88"/>
                    <a:pt x="144" y="68"/>
                  </a:cubicBezTo>
                  <a:cubicBezTo>
                    <a:pt x="164" y="52"/>
                    <a:pt x="188" y="36"/>
                    <a:pt x="208" y="24"/>
                  </a:cubicBezTo>
                  <a:lnTo>
                    <a:pt x="232" y="8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4056379" y="1333243"/>
              <a:ext cx="82442" cy="237596"/>
            </a:xfrm>
            <a:custGeom>
              <a:avLst/>
              <a:gdLst/>
              <a:ahLst/>
              <a:cxnLst/>
              <a:rect l="l" t="t" r="r" b="b"/>
              <a:pathLst>
                <a:path w="661" h="1905" extrusionOk="0">
                  <a:moveTo>
                    <a:pt x="652" y="0"/>
                  </a:moveTo>
                  <a:lnTo>
                    <a:pt x="628" y="4"/>
                  </a:lnTo>
                  <a:cubicBezTo>
                    <a:pt x="608" y="12"/>
                    <a:pt x="584" y="20"/>
                    <a:pt x="564" y="32"/>
                  </a:cubicBezTo>
                  <a:cubicBezTo>
                    <a:pt x="548" y="36"/>
                    <a:pt x="532" y="44"/>
                    <a:pt x="520" y="52"/>
                  </a:cubicBezTo>
                  <a:cubicBezTo>
                    <a:pt x="500" y="60"/>
                    <a:pt x="484" y="72"/>
                    <a:pt x="468" y="84"/>
                  </a:cubicBezTo>
                  <a:cubicBezTo>
                    <a:pt x="428" y="112"/>
                    <a:pt x="392" y="140"/>
                    <a:pt x="360" y="176"/>
                  </a:cubicBezTo>
                  <a:cubicBezTo>
                    <a:pt x="320" y="216"/>
                    <a:pt x="284" y="260"/>
                    <a:pt x="252" y="304"/>
                  </a:cubicBezTo>
                  <a:cubicBezTo>
                    <a:pt x="216" y="356"/>
                    <a:pt x="188" y="412"/>
                    <a:pt x="160" y="468"/>
                  </a:cubicBezTo>
                  <a:cubicBezTo>
                    <a:pt x="132" y="524"/>
                    <a:pt x="104" y="584"/>
                    <a:pt x="72" y="644"/>
                  </a:cubicBezTo>
                  <a:cubicBezTo>
                    <a:pt x="60" y="672"/>
                    <a:pt x="44" y="704"/>
                    <a:pt x="28" y="732"/>
                  </a:cubicBezTo>
                  <a:cubicBezTo>
                    <a:pt x="8" y="764"/>
                    <a:pt x="0" y="800"/>
                    <a:pt x="0" y="840"/>
                  </a:cubicBezTo>
                  <a:cubicBezTo>
                    <a:pt x="8" y="904"/>
                    <a:pt x="24" y="972"/>
                    <a:pt x="44" y="1040"/>
                  </a:cubicBezTo>
                  <a:cubicBezTo>
                    <a:pt x="56" y="1100"/>
                    <a:pt x="72" y="1164"/>
                    <a:pt x="80" y="1228"/>
                  </a:cubicBezTo>
                  <a:cubicBezTo>
                    <a:pt x="100" y="1352"/>
                    <a:pt x="112" y="1468"/>
                    <a:pt x="116" y="1568"/>
                  </a:cubicBezTo>
                  <a:cubicBezTo>
                    <a:pt x="120" y="1668"/>
                    <a:pt x="120" y="1752"/>
                    <a:pt x="120" y="1808"/>
                  </a:cubicBezTo>
                  <a:lnTo>
                    <a:pt x="120" y="1904"/>
                  </a:lnTo>
                  <a:lnTo>
                    <a:pt x="128" y="1904"/>
                  </a:lnTo>
                  <a:cubicBezTo>
                    <a:pt x="128" y="1904"/>
                    <a:pt x="136" y="1872"/>
                    <a:pt x="148" y="1812"/>
                  </a:cubicBezTo>
                  <a:cubicBezTo>
                    <a:pt x="156" y="1784"/>
                    <a:pt x="160" y="1748"/>
                    <a:pt x="168" y="1704"/>
                  </a:cubicBezTo>
                  <a:cubicBezTo>
                    <a:pt x="172" y="1660"/>
                    <a:pt x="176" y="1612"/>
                    <a:pt x="180" y="1564"/>
                  </a:cubicBezTo>
                  <a:cubicBezTo>
                    <a:pt x="184" y="1508"/>
                    <a:pt x="184" y="1452"/>
                    <a:pt x="180" y="1400"/>
                  </a:cubicBezTo>
                  <a:cubicBezTo>
                    <a:pt x="176" y="1336"/>
                    <a:pt x="168" y="1276"/>
                    <a:pt x="156" y="1212"/>
                  </a:cubicBezTo>
                  <a:cubicBezTo>
                    <a:pt x="140" y="1148"/>
                    <a:pt x="124" y="1084"/>
                    <a:pt x="104" y="1020"/>
                  </a:cubicBezTo>
                  <a:cubicBezTo>
                    <a:pt x="92" y="988"/>
                    <a:pt x="84" y="956"/>
                    <a:pt x="72" y="924"/>
                  </a:cubicBezTo>
                  <a:cubicBezTo>
                    <a:pt x="56" y="896"/>
                    <a:pt x="48" y="864"/>
                    <a:pt x="40" y="832"/>
                  </a:cubicBezTo>
                  <a:cubicBezTo>
                    <a:pt x="32" y="772"/>
                    <a:pt x="68" y="708"/>
                    <a:pt x="96" y="652"/>
                  </a:cubicBezTo>
                  <a:cubicBezTo>
                    <a:pt x="124" y="592"/>
                    <a:pt x="160" y="536"/>
                    <a:pt x="196" y="484"/>
                  </a:cubicBezTo>
                  <a:cubicBezTo>
                    <a:pt x="232" y="432"/>
                    <a:pt x="272" y="384"/>
                    <a:pt x="304" y="336"/>
                  </a:cubicBezTo>
                  <a:cubicBezTo>
                    <a:pt x="336" y="292"/>
                    <a:pt x="372" y="248"/>
                    <a:pt x="404" y="212"/>
                  </a:cubicBezTo>
                  <a:cubicBezTo>
                    <a:pt x="456" y="152"/>
                    <a:pt x="516" y="100"/>
                    <a:pt x="580" y="52"/>
                  </a:cubicBezTo>
                  <a:cubicBezTo>
                    <a:pt x="604" y="36"/>
                    <a:pt x="624" y="24"/>
                    <a:pt x="636" y="16"/>
                  </a:cubicBezTo>
                  <a:lnTo>
                    <a:pt x="6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3990025" y="1436015"/>
              <a:ext cx="63484" cy="158273"/>
            </a:xfrm>
            <a:custGeom>
              <a:avLst/>
              <a:gdLst/>
              <a:ahLst/>
              <a:cxnLst/>
              <a:rect l="l" t="t" r="r" b="b"/>
              <a:pathLst>
                <a:path w="509" h="1269" extrusionOk="0">
                  <a:moveTo>
                    <a:pt x="184" y="4"/>
                  </a:moveTo>
                  <a:lnTo>
                    <a:pt x="184" y="5"/>
                  </a:lnTo>
                  <a:lnTo>
                    <a:pt x="184" y="5"/>
                  </a:lnTo>
                  <a:cubicBezTo>
                    <a:pt x="184" y="5"/>
                    <a:pt x="184" y="5"/>
                    <a:pt x="184" y="4"/>
                  </a:cubicBezTo>
                  <a:close/>
                  <a:moveTo>
                    <a:pt x="164" y="0"/>
                  </a:moveTo>
                  <a:cubicBezTo>
                    <a:pt x="148" y="4"/>
                    <a:pt x="132" y="16"/>
                    <a:pt x="124" y="36"/>
                  </a:cubicBezTo>
                  <a:cubicBezTo>
                    <a:pt x="112" y="56"/>
                    <a:pt x="100" y="76"/>
                    <a:pt x="88" y="100"/>
                  </a:cubicBezTo>
                  <a:cubicBezTo>
                    <a:pt x="76" y="128"/>
                    <a:pt x="64" y="160"/>
                    <a:pt x="52" y="188"/>
                  </a:cubicBezTo>
                  <a:cubicBezTo>
                    <a:pt x="40" y="224"/>
                    <a:pt x="28" y="260"/>
                    <a:pt x="20" y="296"/>
                  </a:cubicBezTo>
                  <a:cubicBezTo>
                    <a:pt x="12" y="340"/>
                    <a:pt x="8" y="380"/>
                    <a:pt x="8" y="424"/>
                  </a:cubicBezTo>
                  <a:cubicBezTo>
                    <a:pt x="0" y="516"/>
                    <a:pt x="16" y="608"/>
                    <a:pt x="48" y="696"/>
                  </a:cubicBezTo>
                  <a:cubicBezTo>
                    <a:pt x="88" y="780"/>
                    <a:pt x="128" y="860"/>
                    <a:pt x="176" y="936"/>
                  </a:cubicBezTo>
                  <a:cubicBezTo>
                    <a:pt x="216" y="1004"/>
                    <a:pt x="260" y="1072"/>
                    <a:pt x="312" y="1132"/>
                  </a:cubicBezTo>
                  <a:cubicBezTo>
                    <a:pt x="348" y="1180"/>
                    <a:pt x="392" y="1216"/>
                    <a:pt x="444" y="1244"/>
                  </a:cubicBezTo>
                  <a:cubicBezTo>
                    <a:pt x="464" y="1256"/>
                    <a:pt x="484" y="1264"/>
                    <a:pt x="504" y="1268"/>
                  </a:cubicBezTo>
                  <a:lnTo>
                    <a:pt x="508" y="1260"/>
                  </a:lnTo>
                  <a:cubicBezTo>
                    <a:pt x="492" y="1248"/>
                    <a:pt x="472" y="1236"/>
                    <a:pt x="456" y="1224"/>
                  </a:cubicBezTo>
                  <a:cubicBezTo>
                    <a:pt x="440" y="1208"/>
                    <a:pt x="424" y="1188"/>
                    <a:pt x="412" y="1172"/>
                  </a:cubicBezTo>
                  <a:cubicBezTo>
                    <a:pt x="396" y="1152"/>
                    <a:pt x="376" y="1124"/>
                    <a:pt x="360" y="1096"/>
                  </a:cubicBezTo>
                  <a:cubicBezTo>
                    <a:pt x="324" y="1040"/>
                    <a:pt x="288" y="968"/>
                    <a:pt x="236" y="896"/>
                  </a:cubicBezTo>
                  <a:lnTo>
                    <a:pt x="160" y="788"/>
                  </a:lnTo>
                  <a:cubicBezTo>
                    <a:pt x="136" y="752"/>
                    <a:pt x="108" y="716"/>
                    <a:pt x="80" y="680"/>
                  </a:cubicBezTo>
                  <a:cubicBezTo>
                    <a:pt x="56" y="644"/>
                    <a:pt x="40" y="600"/>
                    <a:pt x="32" y="556"/>
                  </a:cubicBezTo>
                  <a:cubicBezTo>
                    <a:pt x="28" y="512"/>
                    <a:pt x="32" y="468"/>
                    <a:pt x="40" y="428"/>
                  </a:cubicBezTo>
                  <a:cubicBezTo>
                    <a:pt x="52" y="388"/>
                    <a:pt x="68" y="348"/>
                    <a:pt x="76" y="312"/>
                  </a:cubicBezTo>
                  <a:lnTo>
                    <a:pt x="104" y="204"/>
                  </a:lnTo>
                  <a:lnTo>
                    <a:pt x="148" y="48"/>
                  </a:lnTo>
                  <a:cubicBezTo>
                    <a:pt x="148" y="32"/>
                    <a:pt x="156" y="24"/>
                    <a:pt x="168" y="16"/>
                  </a:cubicBezTo>
                  <a:cubicBezTo>
                    <a:pt x="170" y="14"/>
                    <a:pt x="172" y="13"/>
                    <a:pt x="174" y="13"/>
                  </a:cubicBezTo>
                  <a:cubicBezTo>
                    <a:pt x="176" y="13"/>
                    <a:pt x="178" y="14"/>
                    <a:pt x="180" y="16"/>
                  </a:cubicBezTo>
                  <a:lnTo>
                    <a:pt x="184" y="5"/>
                  </a:lnTo>
                  <a:lnTo>
                    <a:pt x="184" y="5"/>
                  </a:lnTo>
                  <a:cubicBezTo>
                    <a:pt x="184" y="5"/>
                    <a:pt x="184" y="5"/>
                    <a:pt x="184" y="5"/>
                  </a:cubicBezTo>
                  <a:cubicBezTo>
                    <a:pt x="182" y="5"/>
                    <a:pt x="177" y="0"/>
                    <a:pt x="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4114749" y="1327755"/>
              <a:ext cx="252563" cy="270024"/>
            </a:xfrm>
            <a:custGeom>
              <a:avLst/>
              <a:gdLst/>
              <a:ahLst/>
              <a:cxnLst/>
              <a:rect l="l" t="t" r="r" b="b"/>
              <a:pathLst>
                <a:path w="2025" h="2165" extrusionOk="0">
                  <a:moveTo>
                    <a:pt x="2020" y="0"/>
                  </a:moveTo>
                  <a:lnTo>
                    <a:pt x="1952" y="116"/>
                  </a:lnTo>
                  <a:cubicBezTo>
                    <a:pt x="1896" y="216"/>
                    <a:pt x="1836" y="316"/>
                    <a:pt x="1772" y="408"/>
                  </a:cubicBezTo>
                  <a:cubicBezTo>
                    <a:pt x="1728" y="472"/>
                    <a:pt x="1680" y="532"/>
                    <a:pt x="1628" y="584"/>
                  </a:cubicBezTo>
                  <a:cubicBezTo>
                    <a:pt x="1568" y="644"/>
                    <a:pt x="1504" y="700"/>
                    <a:pt x="1432" y="744"/>
                  </a:cubicBezTo>
                  <a:cubicBezTo>
                    <a:pt x="1352" y="792"/>
                    <a:pt x="1268" y="832"/>
                    <a:pt x="1180" y="864"/>
                  </a:cubicBezTo>
                  <a:cubicBezTo>
                    <a:pt x="1092" y="900"/>
                    <a:pt x="1004" y="940"/>
                    <a:pt x="916" y="984"/>
                  </a:cubicBezTo>
                  <a:cubicBezTo>
                    <a:pt x="832" y="1024"/>
                    <a:pt x="748" y="1076"/>
                    <a:pt x="668" y="1132"/>
                  </a:cubicBezTo>
                  <a:cubicBezTo>
                    <a:pt x="592" y="1188"/>
                    <a:pt x="516" y="1248"/>
                    <a:pt x="448" y="1312"/>
                  </a:cubicBezTo>
                  <a:cubicBezTo>
                    <a:pt x="384" y="1372"/>
                    <a:pt x="324" y="1436"/>
                    <a:pt x="268" y="1504"/>
                  </a:cubicBezTo>
                  <a:cubicBezTo>
                    <a:pt x="220" y="1568"/>
                    <a:pt x="176" y="1632"/>
                    <a:pt x="136" y="1700"/>
                  </a:cubicBezTo>
                  <a:cubicBezTo>
                    <a:pt x="100" y="1756"/>
                    <a:pt x="68" y="1816"/>
                    <a:pt x="48" y="1880"/>
                  </a:cubicBezTo>
                  <a:cubicBezTo>
                    <a:pt x="28" y="1928"/>
                    <a:pt x="16" y="1980"/>
                    <a:pt x="8" y="2032"/>
                  </a:cubicBezTo>
                  <a:cubicBezTo>
                    <a:pt x="4" y="2064"/>
                    <a:pt x="0" y="2096"/>
                    <a:pt x="0" y="2132"/>
                  </a:cubicBezTo>
                  <a:lnTo>
                    <a:pt x="0" y="2164"/>
                  </a:lnTo>
                  <a:lnTo>
                    <a:pt x="8" y="2164"/>
                  </a:lnTo>
                  <a:cubicBezTo>
                    <a:pt x="8" y="2164"/>
                    <a:pt x="12" y="2156"/>
                    <a:pt x="12" y="2132"/>
                  </a:cubicBezTo>
                  <a:cubicBezTo>
                    <a:pt x="16" y="2100"/>
                    <a:pt x="24" y="2068"/>
                    <a:pt x="32" y="2036"/>
                  </a:cubicBezTo>
                  <a:cubicBezTo>
                    <a:pt x="44" y="1988"/>
                    <a:pt x="64" y="1944"/>
                    <a:pt x="84" y="1900"/>
                  </a:cubicBezTo>
                  <a:cubicBezTo>
                    <a:pt x="112" y="1840"/>
                    <a:pt x="148" y="1784"/>
                    <a:pt x="184" y="1732"/>
                  </a:cubicBezTo>
                  <a:cubicBezTo>
                    <a:pt x="224" y="1676"/>
                    <a:pt x="272" y="1612"/>
                    <a:pt x="324" y="1552"/>
                  </a:cubicBezTo>
                  <a:cubicBezTo>
                    <a:pt x="376" y="1488"/>
                    <a:pt x="436" y="1424"/>
                    <a:pt x="500" y="1364"/>
                  </a:cubicBezTo>
                  <a:cubicBezTo>
                    <a:pt x="564" y="1300"/>
                    <a:pt x="632" y="1236"/>
                    <a:pt x="704" y="1180"/>
                  </a:cubicBezTo>
                  <a:cubicBezTo>
                    <a:pt x="780" y="1124"/>
                    <a:pt x="856" y="1068"/>
                    <a:pt x="936" y="1016"/>
                  </a:cubicBezTo>
                  <a:cubicBezTo>
                    <a:pt x="1016" y="968"/>
                    <a:pt x="1100" y="924"/>
                    <a:pt x="1188" y="888"/>
                  </a:cubicBezTo>
                  <a:cubicBezTo>
                    <a:pt x="1276" y="848"/>
                    <a:pt x="1364" y="820"/>
                    <a:pt x="1448" y="780"/>
                  </a:cubicBezTo>
                  <a:cubicBezTo>
                    <a:pt x="1528" y="740"/>
                    <a:pt x="1604" y="688"/>
                    <a:pt x="1668" y="628"/>
                  </a:cubicBezTo>
                  <a:cubicBezTo>
                    <a:pt x="1724" y="572"/>
                    <a:pt x="1776" y="512"/>
                    <a:pt x="1820" y="444"/>
                  </a:cubicBezTo>
                  <a:cubicBezTo>
                    <a:pt x="1856" y="388"/>
                    <a:pt x="1888" y="328"/>
                    <a:pt x="1916" y="268"/>
                  </a:cubicBezTo>
                  <a:cubicBezTo>
                    <a:pt x="1940" y="216"/>
                    <a:pt x="1964" y="168"/>
                    <a:pt x="1976" y="128"/>
                  </a:cubicBezTo>
                  <a:cubicBezTo>
                    <a:pt x="2008" y="48"/>
                    <a:pt x="2024" y="4"/>
                    <a:pt x="2024" y="4"/>
                  </a:cubicBezTo>
                  <a:lnTo>
                    <a:pt x="20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4172621" y="1505362"/>
              <a:ext cx="227120" cy="121854"/>
            </a:xfrm>
            <a:custGeom>
              <a:avLst/>
              <a:gdLst/>
              <a:ahLst/>
              <a:cxnLst/>
              <a:rect l="l" t="t" r="r" b="b"/>
              <a:pathLst>
                <a:path w="1821" h="977" extrusionOk="0">
                  <a:moveTo>
                    <a:pt x="1820" y="0"/>
                  </a:moveTo>
                  <a:lnTo>
                    <a:pt x="1800" y="12"/>
                  </a:lnTo>
                  <a:cubicBezTo>
                    <a:pt x="1780" y="20"/>
                    <a:pt x="1760" y="28"/>
                    <a:pt x="1736" y="36"/>
                  </a:cubicBezTo>
                  <a:cubicBezTo>
                    <a:pt x="1680" y="51"/>
                    <a:pt x="1619" y="59"/>
                    <a:pt x="1559" y="59"/>
                  </a:cubicBezTo>
                  <a:cubicBezTo>
                    <a:pt x="1538" y="59"/>
                    <a:pt x="1517" y="58"/>
                    <a:pt x="1496" y="56"/>
                  </a:cubicBezTo>
                  <a:cubicBezTo>
                    <a:pt x="1448" y="52"/>
                    <a:pt x="1392" y="44"/>
                    <a:pt x="1332" y="40"/>
                  </a:cubicBezTo>
                  <a:cubicBezTo>
                    <a:pt x="1308" y="37"/>
                    <a:pt x="1283" y="36"/>
                    <a:pt x="1259" y="36"/>
                  </a:cubicBezTo>
                  <a:cubicBezTo>
                    <a:pt x="1219" y="36"/>
                    <a:pt x="1180" y="39"/>
                    <a:pt x="1140" y="44"/>
                  </a:cubicBezTo>
                  <a:cubicBezTo>
                    <a:pt x="1076" y="52"/>
                    <a:pt x="1008" y="72"/>
                    <a:pt x="944" y="96"/>
                  </a:cubicBezTo>
                  <a:cubicBezTo>
                    <a:pt x="880" y="120"/>
                    <a:pt x="816" y="148"/>
                    <a:pt x="752" y="176"/>
                  </a:cubicBezTo>
                  <a:cubicBezTo>
                    <a:pt x="688" y="204"/>
                    <a:pt x="628" y="240"/>
                    <a:pt x="572" y="276"/>
                  </a:cubicBezTo>
                  <a:cubicBezTo>
                    <a:pt x="512" y="312"/>
                    <a:pt x="460" y="356"/>
                    <a:pt x="408" y="400"/>
                  </a:cubicBezTo>
                  <a:cubicBezTo>
                    <a:pt x="360" y="440"/>
                    <a:pt x="312" y="484"/>
                    <a:pt x="272" y="532"/>
                  </a:cubicBezTo>
                  <a:cubicBezTo>
                    <a:pt x="232" y="572"/>
                    <a:pt x="196" y="616"/>
                    <a:pt x="164" y="664"/>
                  </a:cubicBezTo>
                  <a:cubicBezTo>
                    <a:pt x="116" y="732"/>
                    <a:pt x="72" y="808"/>
                    <a:pt x="36" y="884"/>
                  </a:cubicBezTo>
                  <a:cubicBezTo>
                    <a:pt x="12" y="940"/>
                    <a:pt x="0" y="972"/>
                    <a:pt x="0" y="972"/>
                  </a:cubicBezTo>
                  <a:lnTo>
                    <a:pt x="4" y="976"/>
                  </a:lnTo>
                  <a:lnTo>
                    <a:pt x="20" y="956"/>
                  </a:lnTo>
                  <a:cubicBezTo>
                    <a:pt x="28" y="940"/>
                    <a:pt x="40" y="920"/>
                    <a:pt x="60" y="896"/>
                  </a:cubicBezTo>
                  <a:cubicBezTo>
                    <a:pt x="76" y="872"/>
                    <a:pt x="96" y="844"/>
                    <a:pt x="124" y="808"/>
                  </a:cubicBezTo>
                  <a:cubicBezTo>
                    <a:pt x="152" y="776"/>
                    <a:pt x="180" y="740"/>
                    <a:pt x="212" y="700"/>
                  </a:cubicBezTo>
                  <a:cubicBezTo>
                    <a:pt x="244" y="664"/>
                    <a:pt x="284" y="620"/>
                    <a:pt x="324" y="580"/>
                  </a:cubicBezTo>
                  <a:cubicBezTo>
                    <a:pt x="364" y="540"/>
                    <a:pt x="408" y="496"/>
                    <a:pt x="456" y="452"/>
                  </a:cubicBezTo>
                  <a:cubicBezTo>
                    <a:pt x="504" y="408"/>
                    <a:pt x="552" y="364"/>
                    <a:pt x="604" y="328"/>
                  </a:cubicBezTo>
                  <a:cubicBezTo>
                    <a:pt x="656" y="284"/>
                    <a:pt x="712" y="248"/>
                    <a:pt x="772" y="208"/>
                  </a:cubicBezTo>
                  <a:cubicBezTo>
                    <a:pt x="824" y="168"/>
                    <a:pt x="884" y="136"/>
                    <a:pt x="948" y="112"/>
                  </a:cubicBezTo>
                  <a:cubicBezTo>
                    <a:pt x="1008" y="88"/>
                    <a:pt x="1072" y="76"/>
                    <a:pt x="1140" y="76"/>
                  </a:cubicBezTo>
                  <a:cubicBezTo>
                    <a:pt x="1200" y="80"/>
                    <a:pt x="1260" y="84"/>
                    <a:pt x="1320" y="96"/>
                  </a:cubicBezTo>
                  <a:cubicBezTo>
                    <a:pt x="1380" y="104"/>
                    <a:pt x="1436" y="108"/>
                    <a:pt x="1488" y="108"/>
                  </a:cubicBezTo>
                  <a:cubicBezTo>
                    <a:pt x="1501" y="109"/>
                    <a:pt x="1514" y="110"/>
                    <a:pt x="1527" y="110"/>
                  </a:cubicBezTo>
                  <a:cubicBezTo>
                    <a:pt x="1602" y="110"/>
                    <a:pt x="1676" y="91"/>
                    <a:pt x="1744" y="60"/>
                  </a:cubicBezTo>
                  <a:cubicBezTo>
                    <a:pt x="1764" y="48"/>
                    <a:pt x="1784" y="32"/>
                    <a:pt x="1804" y="20"/>
                  </a:cubicBezTo>
                  <a:lnTo>
                    <a:pt x="18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4132710" y="1502867"/>
              <a:ext cx="132331" cy="119858"/>
            </a:xfrm>
            <a:custGeom>
              <a:avLst/>
              <a:gdLst/>
              <a:ahLst/>
              <a:cxnLst/>
              <a:rect l="l" t="t" r="r" b="b"/>
              <a:pathLst>
                <a:path w="1061" h="961" extrusionOk="0">
                  <a:moveTo>
                    <a:pt x="812" y="0"/>
                  </a:moveTo>
                  <a:cubicBezTo>
                    <a:pt x="768" y="4"/>
                    <a:pt x="728" y="12"/>
                    <a:pt x="692" y="28"/>
                  </a:cubicBezTo>
                  <a:cubicBezTo>
                    <a:pt x="648" y="48"/>
                    <a:pt x="612" y="72"/>
                    <a:pt x="576" y="100"/>
                  </a:cubicBezTo>
                  <a:cubicBezTo>
                    <a:pt x="536" y="128"/>
                    <a:pt x="500" y="156"/>
                    <a:pt x="460" y="184"/>
                  </a:cubicBezTo>
                  <a:cubicBezTo>
                    <a:pt x="420" y="212"/>
                    <a:pt x="380" y="236"/>
                    <a:pt x="336" y="264"/>
                  </a:cubicBezTo>
                  <a:cubicBezTo>
                    <a:pt x="292" y="292"/>
                    <a:pt x="256" y="324"/>
                    <a:pt x="220" y="360"/>
                  </a:cubicBezTo>
                  <a:cubicBezTo>
                    <a:pt x="184" y="396"/>
                    <a:pt x="156" y="436"/>
                    <a:pt x="136" y="484"/>
                  </a:cubicBezTo>
                  <a:cubicBezTo>
                    <a:pt x="116" y="524"/>
                    <a:pt x="100" y="564"/>
                    <a:pt x="84" y="608"/>
                  </a:cubicBezTo>
                  <a:cubicBezTo>
                    <a:pt x="72" y="648"/>
                    <a:pt x="60" y="688"/>
                    <a:pt x="52" y="724"/>
                  </a:cubicBezTo>
                  <a:cubicBezTo>
                    <a:pt x="32" y="796"/>
                    <a:pt x="20" y="852"/>
                    <a:pt x="12" y="896"/>
                  </a:cubicBezTo>
                  <a:cubicBezTo>
                    <a:pt x="4" y="936"/>
                    <a:pt x="0" y="960"/>
                    <a:pt x="0" y="960"/>
                  </a:cubicBezTo>
                  <a:lnTo>
                    <a:pt x="4" y="960"/>
                  </a:lnTo>
                  <a:cubicBezTo>
                    <a:pt x="4" y="960"/>
                    <a:pt x="20" y="940"/>
                    <a:pt x="36" y="900"/>
                  </a:cubicBezTo>
                  <a:cubicBezTo>
                    <a:pt x="56" y="864"/>
                    <a:pt x="80" y="808"/>
                    <a:pt x="112" y="740"/>
                  </a:cubicBezTo>
                  <a:cubicBezTo>
                    <a:pt x="140" y="672"/>
                    <a:pt x="168" y="592"/>
                    <a:pt x="200" y="512"/>
                  </a:cubicBezTo>
                  <a:cubicBezTo>
                    <a:pt x="216" y="472"/>
                    <a:pt x="240" y="432"/>
                    <a:pt x="264" y="396"/>
                  </a:cubicBezTo>
                  <a:cubicBezTo>
                    <a:pt x="292" y="360"/>
                    <a:pt x="324" y="324"/>
                    <a:pt x="360" y="292"/>
                  </a:cubicBezTo>
                  <a:cubicBezTo>
                    <a:pt x="428" y="224"/>
                    <a:pt x="508" y="172"/>
                    <a:pt x="592" y="132"/>
                  </a:cubicBezTo>
                  <a:cubicBezTo>
                    <a:pt x="632" y="112"/>
                    <a:pt x="672" y="100"/>
                    <a:pt x="712" y="84"/>
                  </a:cubicBezTo>
                  <a:cubicBezTo>
                    <a:pt x="748" y="72"/>
                    <a:pt x="784" y="64"/>
                    <a:pt x="820" y="60"/>
                  </a:cubicBezTo>
                  <a:cubicBezTo>
                    <a:pt x="852" y="52"/>
                    <a:pt x="884" y="52"/>
                    <a:pt x="916" y="52"/>
                  </a:cubicBezTo>
                  <a:cubicBezTo>
                    <a:pt x="940" y="52"/>
                    <a:pt x="968" y="48"/>
                    <a:pt x="996" y="40"/>
                  </a:cubicBezTo>
                  <a:cubicBezTo>
                    <a:pt x="1016" y="36"/>
                    <a:pt x="1040" y="28"/>
                    <a:pt x="1060" y="16"/>
                  </a:cubicBezTo>
                  <a:lnTo>
                    <a:pt x="1060" y="12"/>
                  </a:lnTo>
                  <a:lnTo>
                    <a:pt x="992" y="12"/>
                  </a:lnTo>
                  <a:cubicBezTo>
                    <a:pt x="972" y="12"/>
                    <a:pt x="944" y="8"/>
                    <a:pt x="916" y="4"/>
                  </a:cubicBezTo>
                  <a:cubicBezTo>
                    <a:pt x="880" y="0"/>
                    <a:pt x="848" y="0"/>
                    <a:pt x="8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4011977" y="1394732"/>
              <a:ext cx="46023" cy="223627"/>
            </a:xfrm>
            <a:custGeom>
              <a:avLst/>
              <a:gdLst/>
              <a:ahLst/>
              <a:cxnLst/>
              <a:rect l="l" t="t" r="r" b="b"/>
              <a:pathLst>
                <a:path w="369" h="1793" extrusionOk="0">
                  <a:moveTo>
                    <a:pt x="99" y="72"/>
                  </a:moveTo>
                  <a:cubicBezTo>
                    <a:pt x="104" y="72"/>
                    <a:pt x="108" y="73"/>
                    <a:pt x="112" y="75"/>
                  </a:cubicBezTo>
                  <a:cubicBezTo>
                    <a:pt x="136" y="83"/>
                    <a:pt x="156" y="99"/>
                    <a:pt x="168" y="119"/>
                  </a:cubicBezTo>
                  <a:cubicBezTo>
                    <a:pt x="184" y="147"/>
                    <a:pt x="196" y="175"/>
                    <a:pt x="200" y="207"/>
                  </a:cubicBezTo>
                  <a:cubicBezTo>
                    <a:pt x="212" y="275"/>
                    <a:pt x="208" y="342"/>
                    <a:pt x="192" y="409"/>
                  </a:cubicBezTo>
                  <a:lnTo>
                    <a:pt x="192" y="409"/>
                  </a:lnTo>
                  <a:cubicBezTo>
                    <a:pt x="192" y="409"/>
                    <a:pt x="192" y="408"/>
                    <a:pt x="192" y="407"/>
                  </a:cubicBezTo>
                  <a:cubicBezTo>
                    <a:pt x="188" y="363"/>
                    <a:pt x="176" y="323"/>
                    <a:pt x="156" y="283"/>
                  </a:cubicBezTo>
                  <a:cubicBezTo>
                    <a:pt x="132" y="239"/>
                    <a:pt x="92" y="199"/>
                    <a:pt x="76" y="155"/>
                  </a:cubicBezTo>
                  <a:cubicBezTo>
                    <a:pt x="68" y="135"/>
                    <a:pt x="68" y="111"/>
                    <a:pt x="76" y="91"/>
                  </a:cubicBezTo>
                  <a:cubicBezTo>
                    <a:pt x="79" y="79"/>
                    <a:pt x="88" y="72"/>
                    <a:pt x="99" y="72"/>
                  </a:cubicBezTo>
                  <a:close/>
                  <a:moveTo>
                    <a:pt x="109" y="0"/>
                  </a:moveTo>
                  <a:cubicBezTo>
                    <a:pt x="69" y="0"/>
                    <a:pt x="30" y="26"/>
                    <a:pt x="16" y="63"/>
                  </a:cubicBezTo>
                  <a:cubicBezTo>
                    <a:pt x="0" y="103"/>
                    <a:pt x="4" y="143"/>
                    <a:pt x="20" y="179"/>
                  </a:cubicBezTo>
                  <a:cubicBezTo>
                    <a:pt x="48" y="223"/>
                    <a:pt x="80" y="267"/>
                    <a:pt x="116" y="307"/>
                  </a:cubicBezTo>
                  <a:cubicBezTo>
                    <a:pt x="140" y="339"/>
                    <a:pt x="156" y="371"/>
                    <a:pt x="168" y="411"/>
                  </a:cubicBezTo>
                  <a:cubicBezTo>
                    <a:pt x="175" y="430"/>
                    <a:pt x="178" y="450"/>
                    <a:pt x="180" y="471"/>
                  </a:cubicBezTo>
                  <a:lnTo>
                    <a:pt x="180" y="471"/>
                  </a:lnTo>
                  <a:cubicBezTo>
                    <a:pt x="167" y="523"/>
                    <a:pt x="149" y="576"/>
                    <a:pt x="132" y="631"/>
                  </a:cubicBezTo>
                  <a:cubicBezTo>
                    <a:pt x="112" y="703"/>
                    <a:pt x="92" y="779"/>
                    <a:pt x="76" y="855"/>
                  </a:cubicBezTo>
                  <a:cubicBezTo>
                    <a:pt x="64" y="931"/>
                    <a:pt x="64" y="1007"/>
                    <a:pt x="80" y="1079"/>
                  </a:cubicBezTo>
                  <a:cubicBezTo>
                    <a:pt x="116" y="1227"/>
                    <a:pt x="204" y="1339"/>
                    <a:pt x="252" y="1435"/>
                  </a:cubicBezTo>
                  <a:cubicBezTo>
                    <a:pt x="276" y="1479"/>
                    <a:pt x="296" y="1527"/>
                    <a:pt x="308" y="1575"/>
                  </a:cubicBezTo>
                  <a:cubicBezTo>
                    <a:pt x="320" y="1611"/>
                    <a:pt x="324" y="1651"/>
                    <a:pt x="324" y="1691"/>
                  </a:cubicBezTo>
                  <a:cubicBezTo>
                    <a:pt x="324" y="1715"/>
                    <a:pt x="320" y="1739"/>
                    <a:pt x="312" y="1763"/>
                  </a:cubicBezTo>
                  <a:lnTo>
                    <a:pt x="304" y="1791"/>
                  </a:lnTo>
                  <a:cubicBezTo>
                    <a:pt x="304" y="1791"/>
                    <a:pt x="306" y="1793"/>
                    <a:pt x="308" y="1793"/>
                  </a:cubicBezTo>
                  <a:cubicBezTo>
                    <a:pt x="309" y="1793"/>
                    <a:pt x="311" y="1792"/>
                    <a:pt x="312" y="1791"/>
                  </a:cubicBezTo>
                  <a:lnTo>
                    <a:pt x="328" y="1771"/>
                  </a:lnTo>
                  <a:cubicBezTo>
                    <a:pt x="340" y="1747"/>
                    <a:pt x="348" y="1719"/>
                    <a:pt x="356" y="1695"/>
                  </a:cubicBezTo>
                  <a:cubicBezTo>
                    <a:pt x="368" y="1595"/>
                    <a:pt x="352" y="1499"/>
                    <a:pt x="308" y="1411"/>
                  </a:cubicBezTo>
                  <a:cubicBezTo>
                    <a:pt x="280" y="1355"/>
                    <a:pt x="248" y="1299"/>
                    <a:pt x="216" y="1247"/>
                  </a:cubicBezTo>
                  <a:cubicBezTo>
                    <a:pt x="176" y="1191"/>
                    <a:pt x="144" y="1131"/>
                    <a:pt x="120" y="1071"/>
                  </a:cubicBezTo>
                  <a:cubicBezTo>
                    <a:pt x="92" y="1003"/>
                    <a:pt x="84" y="927"/>
                    <a:pt x="100" y="859"/>
                  </a:cubicBezTo>
                  <a:cubicBezTo>
                    <a:pt x="116" y="783"/>
                    <a:pt x="140" y="711"/>
                    <a:pt x="172" y="643"/>
                  </a:cubicBezTo>
                  <a:cubicBezTo>
                    <a:pt x="204" y="571"/>
                    <a:pt x="232" y="499"/>
                    <a:pt x="256" y="427"/>
                  </a:cubicBezTo>
                  <a:cubicBezTo>
                    <a:pt x="276" y="351"/>
                    <a:pt x="284" y="271"/>
                    <a:pt x="272" y="191"/>
                  </a:cubicBezTo>
                  <a:cubicBezTo>
                    <a:pt x="260" y="119"/>
                    <a:pt x="224" y="27"/>
                    <a:pt x="132" y="3"/>
                  </a:cubicBezTo>
                  <a:cubicBezTo>
                    <a:pt x="125" y="1"/>
                    <a:pt x="117" y="0"/>
                    <a:pt x="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4090303" y="1433770"/>
              <a:ext cx="56000" cy="192821"/>
            </a:xfrm>
            <a:custGeom>
              <a:avLst/>
              <a:gdLst/>
              <a:ahLst/>
              <a:cxnLst/>
              <a:rect l="l" t="t" r="r" b="b"/>
              <a:pathLst>
                <a:path w="449" h="1546" extrusionOk="0">
                  <a:moveTo>
                    <a:pt x="355" y="71"/>
                  </a:moveTo>
                  <a:cubicBezTo>
                    <a:pt x="361" y="71"/>
                    <a:pt x="367" y="78"/>
                    <a:pt x="372" y="90"/>
                  </a:cubicBezTo>
                  <a:cubicBezTo>
                    <a:pt x="376" y="138"/>
                    <a:pt x="368" y="190"/>
                    <a:pt x="352" y="238"/>
                  </a:cubicBezTo>
                  <a:cubicBezTo>
                    <a:pt x="338" y="271"/>
                    <a:pt x="321" y="302"/>
                    <a:pt x="300" y="329"/>
                  </a:cubicBezTo>
                  <a:lnTo>
                    <a:pt x="300" y="329"/>
                  </a:lnTo>
                  <a:cubicBezTo>
                    <a:pt x="300" y="328"/>
                    <a:pt x="300" y="327"/>
                    <a:pt x="300" y="326"/>
                  </a:cubicBezTo>
                  <a:cubicBezTo>
                    <a:pt x="300" y="290"/>
                    <a:pt x="296" y="254"/>
                    <a:pt x="292" y="222"/>
                  </a:cubicBezTo>
                  <a:cubicBezTo>
                    <a:pt x="292" y="178"/>
                    <a:pt x="300" y="138"/>
                    <a:pt x="320" y="106"/>
                  </a:cubicBezTo>
                  <a:cubicBezTo>
                    <a:pt x="336" y="82"/>
                    <a:pt x="346" y="71"/>
                    <a:pt x="355" y="71"/>
                  </a:cubicBezTo>
                  <a:close/>
                  <a:moveTo>
                    <a:pt x="351" y="1"/>
                  </a:moveTo>
                  <a:cubicBezTo>
                    <a:pt x="346" y="1"/>
                    <a:pt x="341" y="1"/>
                    <a:pt x="336" y="2"/>
                  </a:cubicBezTo>
                  <a:cubicBezTo>
                    <a:pt x="304" y="18"/>
                    <a:pt x="276" y="46"/>
                    <a:pt x="268" y="78"/>
                  </a:cubicBezTo>
                  <a:cubicBezTo>
                    <a:pt x="256" y="102"/>
                    <a:pt x="252" y="130"/>
                    <a:pt x="248" y="154"/>
                  </a:cubicBezTo>
                  <a:cubicBezTo>
                    <a:pt x="248" y="166"/>
                    <a:pt x="248" y="178"/>
                    <a:pt x="248" y="190"/>
                  </a:cubicBezTo>
                  <a:cubicBezTo>
                    <a:pt x="248" y="202"/>
                    <a:pt x="252" y="214"/>
                    <a:pt x="252" y="226"/>
                  </a:cubicBezTo>
                  <a:cubicBezTo>
                    <a:pt x="264" y="266"/>
                    <a:pt x="272" y="298"/>
                    <a:pt x="276" y="326"/>
                  </a:cubicBezTo>
                  <a:cubicBezTo>
                    <a:pt x="278" y="336"/>
                    <a:pt x="279" y="345"/>
                    <a:pt x="279" y="355"/>
                  </a:cubicBezTo>
                  <a:lnTo>
                    <a:pt x="279" y="355"/>
                  </a:lnTo>
                  <a:cubicBezTo>
                    <a:pt x="271" y="364"/>
                    <a:pt x="262" y="373"/>
                    <a:pt x="252" y="382"/>
                  </a:cubicBezTo>
                  <a:cubicBezTo>
                    <a:pt x="208" y="426"/>
                    <a:pt x="160" y="474"/>
                    <a:pt x="120" y="526"/>
                  </a:cubicBezTo>
                  <a:cubicBezTo>
                    <a:pt x="76" y="578"/>
                    <a:pt x="44" y="642"/>
                    <a:pt x="28" y="706"/>
                  </a:cubicBezTo>
                  <a:cubicBezTo>
                    <a:pt x="20" y="770"/>
                    <a:pt x="12" y="834"/>
                    <a:pt x="16" y="898"/>
                  </a:cubicBezTo>
                  <a:cubicBezTo>
                    <a:pt x="16" y="962"/>
                    <a:pt x="20" y="1018"/>
                    <a:pt x="24" y="1078"/>
                  </a:cubicBezTo>
                  <a:cubicBezTo>
                    <a:pt x="28" y="1134"/>
                    <a:pt x="32" y="1186"/>
                    <a:pt x="40" y="1234"/>
                  </a:cubicBezTo>
                  <a:cubicBezTo>
                    <a:pt x="52" y="1310"/>
                    <a:pt x="48" y="1386"/>
                    <a:pt x="36" y="1462"/>
                  </a:cubicBezTo>
                  <a:cubicBezTo>
                    <a:pt x="28" y="1482"/>
                    <a:pt x="20" y="1502"/>
                    <a:pt x="12" y="1522"/>
                  </a:cubicBezTo>
                  <a:lnTo>
                    <a:pt x="0" y="1542"/>
                  </a:lnTo>
                  <a:cubicBezTo>
                    <a:pt x="0" y="1544"/>
                    <a:pt x="1" y="1545"/>
                    <a:pt x="2" y="1545"/>
                  </a:cubicBezTo>
                  <a:cubicBezTo>
                    <a:pt x="3" y="1545"/>
                    <a:pt x="4" y="1544"/>
                    <a:pt x="4" y="1542"/>
                  </a:cubicBezTo>
                  <a:lnTo>
                    <a:pt x="20" y="1526"/>
                  </a:lnTo>
                  <a:cubicBezTo>
                    <a:pt x="36" y="1510"/>
                    <a:pt x="48" y="1490"/>
                    <a:pt x="60" y="1466"/>
                  </a:cubicBezTo>
                  <a:cubicBezTo>
                    <a:pt x="92" y="1390"/>
                    <a:pt x="104" y="1310"/>
                    <a:pt x="96" y="1226"/>
                  </a:cubicBezTo>
                  <a:cubicBezTo>
                    <a:pt x="92" y="1174"/>
                    <a:pt x="88" y="1122"/>
                    <a:pt x="80" y="1066"/>
                  </a:cubicBezTo>
                  <a:cubicBezTo>
                    <a:pt x="72" y="1010"/>
                    <a:pt x="60" y="954"/>
                    <a:pt x="52" y="894"/>
                  </a:cubicBezTo>
                  <a:cubicBezTo>
                    <a:pt x="40" y="834"/>
                    <a:pt x="36" y="770"/>
                    <a:pt x="48" y="710"/>
                  </a:cubicBezTo>
                  <a:cubicBezTo>
                    <a:pt x="64" y="646"/>
                    <a:pt x="96" y="590"/>
                    <a:pt x="144" y="550"/>
                  </a:cubicBezTo>
                  <a:cubicBezTo>
                    <a:pt x="196" y="506"/>
                    <a:pt x="244" y="466"/>
                    <a:pt x="296" y="422"/>
                  </a:cubicBezTo>
                  <a:cubicBezTo>
                    <a:pt x="348" y="378"/>
                    <a:pt x="388" y="322"/>
                    <a:pt x="416" y="262"/>
                  </a:cubicBezTo>
                  <a:cubicBezTo>
                    <a:pt x="428" y="230"/>
                    <a:pt x="440" y="198"/>
                    <a:pt x="444" y="166"/>
                  </a:cubicBezTo>
                  <a:cubicBezTo>
                    <a:pt x="448" y="134"/>
                    <a:pt x="448" y="98"/>
                    <a:pt x="440" y="66"/>
                  </a:cubicBezTo>
                  <a:cubicBezTo>
                    <a:pt x="430" y="27"/>
                    <a:pt x="391" y="1"/>
                    <a:pt x="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4039915" y="1494136"/>
              <a:ext cx="29559" cy="198932"/>
            </a:xfrm>
            <a:custGeom>
              <a:avLst/>
              <a:gdLst/>
              <a:ahLst/>
              <a:cxnLst/>
              <a:rect l="l" t="t" r="r" b="b"/>
              <a:pathLst>
                <a:path w="237" h="1595" extrusionOk="0">
                  <a:moveTo>
                    <a:pt x="128" y="64"/>
                  </a:moveTo>
                  <a:cubicBezTo>
                    <a:pt x="134" y="64"/>
                    <a:pt x="140" y="66"/>
                    <a:pt x="144" y="70"/>
                  </a:cubicBezTo>
                  <a:cubicBezTo>
                    <a:pt x="164" y="82"/>
                    <a:pt x="168" y="126"/>
                    <a:pt x="160" y="162"/>
                  </a:cubicBezTo>
                  <a:cubicBezTo>
                    <a:pt x="156" y="194"/>
                    <a:pt x="140" y="226"/>
                    <a:pt x="132" y="254"/>
                  </a:cubicBezTo>
                  <a:cubicBezTo>
                    <a:pt x="130" y="263"/>
                    <a:pt x="128" y="273"/>
                    <a:pt x="127" y="284"/>
                  </a:cubicBezTo>
                  <a:lnTo>
                    <a:pt x="127" y="284"/>
                  </a:lnTo>
                  <a:cubicBezTo>
                    <a:pt x="123" y="271"/>
                    <a:pt x="117" y="258"/>
                    <a:pt x="112" y="246"/>
                  </a:cubicBezTo>
                  <a:cubicBezTo>
                    <a:pt x="84" y="206"/>
                    <a:pt x="76" y="158"/>
                    <a:pt x="80" y="110"/>
                  </a:cubicBezTo>
                  <a:cubicBezTo>
                    <a:pt x="84" y="94"/>
                    <a:pt x="96" y="82"/>
                    <a:pt x="112" y="70"/>
                  </a:cubicBezTo>
                  <a:cubicBezTo>
                    <a:pt x="116" y="66"/>
                    <a:pt x="122" y="64"/>
                    <a:pt x="128" y="64"/>
                  </a:cubicBezTo>
                  <a:close/>
                  <a:moveTo>
                    <a:pt x="125" y="0"/>
                  </a:moveTo>
                  <a:cubicBezTo>
                    <a:pt x="111" y="0"/>
                    <a:pt x="97" y="4"/>
                    <a:pt x="84" y="10"/>
                  </a:cubicBezTo>
                  <a:cubicBezTo>
                    <a:pt x="52" y="26"/>
                    <a:pt x="28" y="54"/>
                    <a:pt x="16" y="86"/>
                  </a:cubicBezTo>
                  <a:cubicBezTo>
                    <a:pt x="0" y="150"/>
                    <a:pt x="12" y="218"/>
                    <a:pt x="48" y="274"/>
                  </a:cubicBezTo>
                  <a:cubicBezTo>
                    <a:pt x="100" y="382"/>
                    <a:pt x="136" y="494"/>
                    <a:pt x="164" y="610"/>
                  </a:cubicBezTo>
                  <a:cubicBezTo>
                    <a:pt x="176" y="670"/>
                    <a:pt x="188" y="734"/>
                    <a:pt x="196" y="794"/>
                  </a:cubicBezTo>
                  <a:cubicBezTo>
                    <a:pt x="204" y="854"/>
                    <a:pt x="204" y="914"/>
                    <a:pt x="200" y="970"/>
                  </a:cubicBezTo>
                  <a:cubicBezTo>
                    <a:pt x="192" y="1030"/>
                    <a:pt x="180" y="1082"/>
                    <a:pt x="168" y="1134"/>
                  </a:cubicBezTo>
                  <a:cubicBezTo>
                    <a:pt x="160" y="1186"/>
                    <a:pt x="148" y="1234"/>
                    <a:pt x="140" y="1282"/>
                  </a:cubicBezTo>
                  <a:cubicBezTo>
                    <a:pt x="120" y="1370"/>
                    <a:pt x="108" y="1450"/>
                    <a:pt x="100" y="1502"/>
                  </a:cubicBezTo>
                  <a:cubicBezTo>
                    <a:pt x="92" y="1558"/>
                    <a:pt x="88" y="1590"/>
                    <a:pt x="88" y="1590"/>
                  </a:cubicBezTo>
                  <a:cubicBezTo>
                    <a:pt x="88" y="1590"/>
                    <a:pt x="88" y="1590"/>
                    <a:pt x="88" y="1594"/>
                  </a:cubicBezTo>
                  <a:lnTo>
                    <a:pt x="92" y="1594"/>
                  </a:lnTo>
                  <a:cubicBezTo>
                    <a:pt x="132" y="1498"/>
                    <a:pt x="168" y="1398"/>
                    <a:pt x="192" y="1298"/>
                  </a:cubicBezTo>
                  <a:cubicBezTo>
                    <a:pt x="208" y="1246"/>
                    <a:pt x="216" y="1198"/>
                    <a:pt x="224" y="1146"/>
                  </a:cubicBezTo>
                  <a:cubicBezTo>
                    <a:pt x="232" y="1090"/>
                    <a:pt x="236" y="1034"/>
                    <a:pt x="232" y="974"/>
                  </a:cubicBezTo>
                  <a:cubicBezTo>
                    <a:pt x="232" y="914"/>
                    <a:pt x="220" y="858"/>
                    <a:pt x="212" y="794"/>
                  </a:cubicBezTo>
                  <a:cubicBezTo>
                    <a:pt x="208" y="734"/>
                    <a:pt x="200" y="670"/>
                    <a:pt x="196" y="606"/>
                  </a:cubicBezTo>
                  <a:cubicBezTo>
                    <a:pt x="192" y="546"/>
                    <a:pt x="184" y="482"/>
                    <a:pt x="168" y="422"/>
                  </a:cubicBezTo>
                  <a:cubicBezTo>
                    <a:pt x="162" y="392"/>
                    <a:pt x="154" y="361"/>
                    <a:pt x="144" y="331"/>
                  </a:cubicBezTo>
                  <a:lnTo>
                    <a:pt x="144" y="331"/>
                  </a:lnTo>
                  <a:cubicBezTo>
                    <a:pt x="144" y="326"/>
                    <a:pt x="144" y="321"/>
                    <a:pt x="144" y="318"/>
                  </a:cubicBezTo>
                  <a:cubicBezTo>
                    <a:pt x="144" y="298"/>
                    <a:pt x="152" y="278"/>
                    <a:pt x="160" y="262"/>
                  </a:cubicBezTo>
                  <a:cubicBezTo>
                    <a:pt x="172" y="234"/>
                    <a:pt x="188" y="210"/>
                    <a:pt x="204" y="170"/>
                  </a:cubicBezTo>
                  <a:cubicBezTo>
                    <a:pt x="212" y="150"/>
                    <a:pt x="220" y="126"/>
                    <a:pt x="220" y="102"/>
                  </a:cubicBezTo>
                  <a:cubicBezTo>
                    <a:pt x="220" y="70"/>
                    <a:pt x="204" y="42"/>
                    <a:pt x="184" y="22"/>
                  </a:cubicBezTo>
                  <a:cubicBezTo>
                    <a:pt x="167" y="8"/>
                    <a:pt x="14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3922176" y="1479918"/>
              <a:ext cx="105391" cy="158772"/>
            </a:xfrm>
            <a:custGeom>
              <a:avLst/>
              <a:gdLst/>
              <a:ahLst/>
              <a:cxnLst/>
              <a:rect l="l" t="t" r="r" b="b"/>
              <a:pathLst>
                <a:path w="845" h="1273" extrusionOk="0">
                  <a:moveTo>
                    <a:pt x="95" y="67"/>
                  </a:moveTo>
                  <a:cubicBezTo>
                    <a:pt x="134" y="106"/>
                    <a:pt x="165" y="153"/>
                    <a:pt x="192" y="204"/>
                  </a:cubicBezTo>
                  <a:cubicBezTo>
                    <a:pt x="199" y="220"/>
                    <a:pt x="206" y="237"/>
                    <a:pt x="212" y="254"/>
                  </a:cubicBezTo>
                  <a:lnTo>
                    <a:pt x="212" y="254"/>
                  </a:lnTo>
                  <a:cubicBezTo>
                    <a:pt x="207" y="249"/>
                    <a:pt x="202" y="245"/>
                    <a:pt x="196" y="240"/>
                  </a:cubicBezTo>
                  <a:cubicBezTo>
                    <a:pt x="164" y="216"/>
                    <a:pt x="132" y="196"/>
                    <a:pt x="104" y="172"/>
                  </a:cubicBezTo>
                  <a:cubicBezTo>
                    <a:pt x="92" y="164"/>
                    <a:pt x="80" y="152"/>
                    <a:pt x="72" y="140"/>
                  </a:cubicBezTo>
                  <a:lnTo>
                    <a:pt x="68" y="128"/>
                  </a:lnTo>
                  <a:lnTo>
                    <a:pt x="68" y="124"/>
                  </a:lnTo>
                  <a:lnTo>
                    <a:pt x="68" y="120"/>
                  </a:lnTo>
                  <a:cubicBezTo>
                    <a:pt x="68" y="116"/>
                    <a:pt x="68" y="108"/>
                    <a:pt x="68" y="104"/>
                  </a:cubicBezTo>
                  <a:cubicBezTo>
                    <a:pt x="72" y="92"/>
                    <a:pt x="76" y="80"/>
                    <a:pt x="84" y="72"/>
                  </a:cubicBezTo>
                  <a:cubicBezTo>
                    <a:pt x="90" y="68"/>
                    <a:pt x="93" y="67"/>
                    <a:pt x="95" y="67"/>
                  </a:cubicBezTo>
                  <a:close/>
                  <a:moveTo>
                    <a:pt x="72" y="0"/>
                  </a:moveTo>
                  <a:cubicBezTo>
                    <a:pt x="60" y="8"/>
                    <a:pt x="44" y="16"/>
                    <a:pt x="32" y="24"/>
                  </a:cubicBezTo>
                  <a:cubicBezTo>
                    <a:pt x="16" y="44"/>
                    <a:pt x="4" y="72"/>
                    <a:pt x="0" y="96"/>
                  </a:cubicBezTo>
                  <a:cubicBezTo>
                    <a:pt x="0" y="112"/>
                    <a:pt x="0" y="124"/>
                    <a:pt x="4" y="140"/>
                  </a:cubicBezTo>
                  <a:cubicBezTo>
                    <a:pt x="8" y="144"/>
                    <a:pt x="8" y="144"/>
                    <a:pt x="8" y="148"/>
                  </a:cubicBezTo>
                  <a:lnTo>
                    <a:pt x="12" y="156"/>
                  </a:lnTo>
                  <a:cubicBezTo>
                    <a:pt x="16" y="164"/>
                    <a:pt x="20" y="168"/>
                    <a:pt x="24" y="172"/>
                  </a:cubicBezTo>
                  <a:cubicBezTo>
                    <a:pt x="36" y="192"/>
                    <a:pt x="52" y="208"/>
                    <a:pt x="72" y="220"/>
                  </a:cubicBezTo>
                  <a:cubicBezTo>
                    <a:pt x="108" y="240"/>
                    <a:pt x="148" y="252"/>
                    <a:pt x="176" y="272"/>
                  </a:cubicBezTo>
                  <a:cubicBezTo>
                    <a:pt x="201" y="283"/>
                    <a:pt x="221" y="300"/>
                    <a:pt x="234" y="322"/>
                  </a:cubicBezTo>
                  <a:lnTo>
                    <a:pt x="234" y="322"/>
                  </a:lnTo>
                  <a:cubicBezTo>
                    <a:pt x="239" y="341"/>
                    <a:pt x="244" y="361"/>
                    <a:pt x="248" y="380"/>
                  </a:cubicBezTo>
                  <a:cubicBezTo>
                    <a:pt x="280" y="500"/>
                    <a:pt x="304" y="628"/>
                    <a:pt x="336" y="752"/>
                  </a:cubicBezTo>
                  <a:cubicBezTo>
                    <a:pt x="352" y="812"/>
                    <a:pt x="376" y="872"/>
                    <a:pt x="400" y="936"/>
                  </a:cubicBezTo>
                  <a:cubicBezTo>
                    <a:pt x="424" y="996"/>
                    <a:pt x="456" y="1052"/>
                    <a:pt x="500" y="1100"/>
                  </a:cubicBezTo>
                  <a:cubicBezTo>
                    <a:pt x="524" y="1128"/>
                    <a:pt x="548" y="1148"/>
                    <a:pt x="572" y="1172"/>
                  </a:cubicBezTo>
                  <a:cubicBezTo>
                    <a:pt x="596" y="1192"/>
                    <a:pt x="624" y="1212"/>
                    <a:pt x="652" y="1228"/>
                  </a:cubicBezTo>
                  <a:cubicBezTo>
                    <a:pt x="680" y="1244"/>
                    <a:pt x="712" y="1256"/>
                    <a:pt x="744" y="1268"/>
                  </a:cubicBezTo>
                  <a:cubicBezTo>
                    <a:pt x="756" y="1271"/>
                    <a:pt x="769" y="1272"/>
                    <a:pt x="782" y="1272"/>
                  </a:cubicBezTo>
                  <a:cubicBezTo>
                    <a:pt x="803" y="1272"/>
                    <a:pt x="824" y="1269"/>
                    <a:pt x="844" y="1264"/>
                  </a:cubicBezTo>
                  <a:lnTo>
                    <a:pt x="840" y="1260"/>
                  </a:lnTo>
                  <a:lnTo>
                    <a:pt x="836" y="1260"/>
                  </a:lnTo>
                  <a:cubicBezTo>
                    <a:pt x="808" y="1260"/>
                    <a:pt x="776" y="1256"/>
                    <a:pt x="748" y="1240"/>
                  </a:cubicBezTo>
                  <a:cubicBezTo>
                    <a:pt x="720" y="1228"/>
                    <a:pt x="696" y="1208"/>
                    <a:pt x="672" y="1188"/>
                  </a:cubicBezTo>
                  <a:cubicBezTo>
                    <a:pt x="648" y="1172"/>
                    <a:pt x="624" y="1152"/>
                    <a:pt x="604" y="1132"/>
                  </a:cubicBezTo>
                  <a:cubicBezTo>
                    <a:pt x="580" y="1108"/>
                    <a:pt x="560" y="1088"/>
                    <a:pt x="540" y="1064"/>
                  </a:cubicBezTo>
                  <a:cubicBezTo>
                    <a:pt x="504" y="1016"/>
                    <a:pt x="464" y="964"/>
                    <a:pt x="432" y="912"/>
                  </a:cubicBezTo>
                  <a:cubicBezTo>
                    <a:pt x="400" y="860"/>
                    <a:pt x="372" y="804"/>
                    <a:pt x="352" y="744"/>
                  </a:cubicBezTo>
                  <a:cubicBezTo>
                    <a:pt x="332" y="684"/>
                    <a:pt x="320" y="624"/>
                    <a:pt x="316" y="560"/>
                  </a:cubicBezTo>
                  <a:cubicBezTo>
                    <a:pt x="312" y="496"/>
                    <a:pt x="308" y="432"/>
                    <a:pt x="300" y="368"/>
                  </a:cubicBezTo>
                  <a:cubicBezTo>
                    <a:pt x="288" y="304"/>
                    <a:pt x="272" y="240"/>
                    <a:pt x="248" y="180"/>
                  </a:cubicBezTo>
                  <a:cubicBezTo>
                    <a:pt x="224" y="116"/>
                    <a:pt x="184" y="56"/>
                    <a:pt x="132" y="12"/>
                  </a:cubicBezTo>
                  <a:cubicBezTo>
                    <a:pt x="128" y="8"/>
                    <a:pt x="128" y="8"/>
                    <a:pt x="124" y="4"/>
                  </a:cubicBezTo>
                  <a:cubicBezTo>
                    <a:pt x="108" y="0"/>
                    <a:pt x="92" y="0"/>
                    <a:pt x="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3887752" y="1549140"/>
              <a:ext cx="125845" cy="122477"/>
            </a:xfrm>
            <a:custGeom>
              <a:avLst/>
              <a:gdLst/>
              <a:ahLst/>
              <a:cxnLst/>
              <a:rect l="l" t="t" r="r" b="b"/>
              <a:pathLst>
                <a:path w="1009" h="982" extrusionOk="0">
                  <a:moveTo>
                    <a:pt x="104" y="69"/>
                  </a:moveTo>
                  <a:cubicBezTo>
                    <a:pt x="120" y="69"/>
                    <a:pt x="136" y="73"/>
                    <a:pt x="148" y="85"/>
                  </a:cubicBezTo>
                  <a:cubicBezTo>
                    <a:pt x="164" y="97"/>
                    <a:pt x="176" y="113"/>
                    <a:pt x="184" y="133"/>
                  </a:cubicBezTo>
                  <a:cubicBezTo>
                    <a:pt x="206" y="177"/>
                    <a:pt x="228" y="220"/>
                    <a:pt x="249" y="267"/>
                  </a:cubicBezTo>
                  <a:lnTo>
                    <a:pt x="249" y="267"/>
                  </a:lnTo>
                  <a:cubicBezTo>
                    <a:pt x="232" y="260"/>
                    <a:pt x="214" y="253"/>
                    <a:pt x="196" y="241"/>
                  </a:cubicBezTo>
                  <a:cubicBezTo>
                    <a:pt x="172" y="229"/>
                    <a:pt x="148" y="213"/>
                    <a:pt x="128" y="193"/>
                  </a:cubicBezTo>
                  <a:cubicBezTo>
                    <a:pt x="100" y="173"/>
                    <a:pt x="80" y="149"/>
                    <a:pt x="64" y="117"/>
                  </a:cubicBezTo>
                  <a:cubicBezTo>
                    <a:pt x="64" y="113"/>
                    <a:pt x="64" y="105"/>
                    <a:pt x="64" y="101"/>
                  </a:cubicBezTo>
                  <a:cubicBezTo>
                    <a:pt x="64" y="97"/>
                    <a:pt x="68" y="97"/>
                    <a:pt x="64" y="97"/>
                  </a:cubicBezTo>
                  <a:cubicBezTo>
                    <a:pt x="64" y="93"/>
                    <a:pt x="72" y="85"/>
                    <a:pt x="72" y="85"/>
                  </a:cubicBezTo>
                  <a:cubicBezTo>
                    <a:pt x="80" y="73"/>
                    <a:pt x="92" y="69"/>
                    <a:pt x="104" y="69"/>
                  </a:cubicBezTo>
                  <a:close/>
                  <a:moveTo>
                    <a:pt x="114" y="0"/>
                  </a:moveTo>
                  <a:cubicBezTo>
                    <a:pt x="109" y="0"/>
                    <a:pt x="105" y="1"/>
                    <a:pt x="100" y="1"/>
                  </a:cubicBezTo>
                  <a:cubicBezTo>
                    <a:pt x="64" y="1"/>
                    <a:pt x="32" y="21"/>
                    <a:pt x="16" y="49"/>
                  </a:cubicBezTo>
                  <a:cubicBezTo>
                    <a:pt x="12" y="57"/>
                    <a:pt x="8" y="61"/>
                    <a:pt x="8" y="69"/>
                  </a:cubicBezTo>
                  <a:cubicBezTo>
                    <a:pt x="4" y="77"/>
                    <a:pt x="0" y="85"/>
                    <a:pt x="0" y="93"/>
                  </a:cubicBezTo>
                  <a:cubicBezTo>
                    <a:pt x="0" y="109"/>
                    <a:pt x="4" y="125"/>
                    <a:pt x="8" y="141"/>
                  </a:cubicBezTo>
                  <a:cubicBezTo>
                    <a:pt x="28" y="181"/>
                    <a:pt x="60" y="213"/>
                    <a:pt x="100" y="233"/>
                  </a:cubicBezTo>
                  <a:cubicBezTo>
                    <a:pt x="128" y="249"/>
                    <a:pt x="156" y="261"/>
                    <a:pt x="188" y="269"/>
                  </a:cubicBezTo>
                  <a:cubicBezTo>
                    <a:pt x="209" y="276"/>
                    <a:pt x="234" y="280"/>
                    <a:pt x="256" y="281"/>
                  </a:cubicBezTo>
                  <a:lnTo>
                    <a:pt x="256" y="281"/>
                  </a:lnTo>
                  <a:cubicBezTo>
                    <a:pt x="256" y="281"/>
                    <a:pt x="256" y="281"/>
                    <a:pt x="256" y="281"/>
                  </a:cubicBezTo>
                  <a:cubicBezTo>
                    <a:pt x="280" y="329"/>
                    <a:pt x="308" y="377"/>
                    <a:pt x="336" y="429"/>
                  </a:cubicBezTo>
                  <a:cubicBezTo>
                    <a:pt x="364" y="481"/>
                    <a:pt x="392" y="529"/>
                    <a:pt x="416" y="581"/>
                  </a:cubicBezTo>
                  <a:cubicBezTo>
                    <a:pt x="440" y="629"/>
                    <a:pt x="468" y="677"/>
                    <a:pt x="500" y="721"/>
                  </a:cubicBezTo>
                  <a:cubicBezTo>
                    <a:pt x="532" y="765"/>
                    <a:pt x="568" y="805"/>
                    <a:pt x="608" y="841"/>
                  </a:cubicBezTo>
                  <a:cubicBezTo>
                    <a:pt x="644" y="869"/>
                    <a:pt x="684" y="897"/>
                    <a:pt x="724" y="917"/>
                  </a:cubicBezTo>
                  <a:cubicBezTo>
                    <a:pt x="788" y="949"/>
                    <a:pt x="856" y="969"/>
                    <a:pt x="924" y="977"/>
                  </a:cubicBezTo>
                  <a:cubicBezTo>
                    <a:pt x="944" y="981"/>
                    <a:pt x="964" y="981"/>
                    <a:pt x="984" y="981"/>
                  </a:cubicBezTo>
                  <a:lnTo>
                    <a:pt x="1004" y="981"/>
                  </a:lnTo>
                  <a:cubicBezTo>
                    <a:pt x="1004" y="981"/>
                    <a:pt x="1008" y="977"/>
                    <a:pt x="1008" y="977"/>
                  </a:cubicBezTo>
                  <a:cubicBezTo>
                    <a:pt x="1008" y="973"/>
                    <a:pt x="1008" y="973"/>
                    <a:pt x="1008" y="973"/>
                  </a:cubicBezTo>
                  <a:lnTo>
                    <a:pt x="988" y="965"/>
                  </a:lnTo>
                  <a:cubicBezTo>
                    <a:pt x="976" y="961"/>
                    <a:pt x="956" y="957"/>
                    <a:pt x="932" y="945"/>
                  </a:cubicBezTo>
                  <a:cubicBezTo>
                    <a:pt x="872" y="925"/>
                    <a:pt x="812" y="897"/>
                    <a:pt x="752" y="861"/>
                  </a:cubicBezTo>
                  <a:cubicBezTo>
                    <a:pt x="716" y="841"/>
                    <a:pt x="680" y="817"/>
                    <a:pt x="644" y="789"/>
                  </a:cubicBezTo>
                  <a:cubicBezTo>
                    <a:pt x="604" y="761"/>
                    <a:pt x="564" y="729"/>
                    <a:pt x="532" y="697"/>
                  </a:cubicBezTo>
                  <a:cubicBezTo>
                    <a:pt x="492" y="661"/>
                    <a:pt x="460" y="617"/>
                    <a:pt x="436" y="569"/>
                  </a:cubicBezTo>
                  <a:cubicBezTo>
                    <a:pt x="412" y="517"/>
                    <a:pt x="388" y="465"/>
                    <a:pt x="372" y="413"/>
                  </a:cubicBezTo>
                  <a:cubicBezTo>
                    <a:pt x="352" y="361"/>
                    <a:pt x="332" y="305"/>
                    <a:pt x="312" y="257"/>
                  </a:cubicBezTo>
                  <a:lnTo>
                    <a:pt x="248" y="105"/>
                  </a:lnTo>
                  <a:cubicBezTo>
                    <a:pt x="240" y="77"/>
                    <a:pt x="220" y="49"/>
                    <a:pt x="196" y="29"/>
                  </a:cubicBezTo>
                  <a:cubicBezTo>
                    <a:pt x="172" y="12"/>
                    <a:pt x="144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>
              <a:off x="3937143" y="1575207"/>
              <a:ext cx="95912" cy="119609"/>
            </a:xfrm>
            <a:custGeom>
              <a:avLst/>
              <a:gdLst/>
              <a:ahLst/>
              <a:cxnLst/>
              <a:rect l="l" t="t" r="r" b="b"/>
              <a:pathLst>
                <a:path w="769" h="959" extrusionOk="0">
                  <a:moveTo>
                    <a:pt x="132" y="72"/>
                  </a:moveTo>
                  <a:cubicBezTo>
                    <a:pt x="132" y="72"/>
                    <a:pt x="136" y="84"/>
                    <a:pt x="136" y="88"/>
                  </a:cubicBezTo>
                  <a:lnTo>
                    <a:pt x="136" y="92"/>
                  </a:lnTo>
                  <a:lnTo>
                    <a:pt x="136" y="100"/>
                  </a:lnTo>
                  <a:lnTo>
                    <a:pt x="140" y="116"/>
                  </a:lnTo>
                  <a:cubicBezTo>
                    <a:pt x="148" y="164"/>
                    <a:pt x="160" y="216"/>
                    <a:pt x="168" y="268"/>
                  </a:cubicBezTo>
                  <a:cubicBezTo>
                    <a:pt x="170" y="277"/>
                    <a:pt x="172" y="286"/>
                    <a:pt x="174" y="295"/>
                  </a:cubicBezTo>
                  <a:lnTo>
                    <a:pt x="174" y="295"/>
                  </a:lnTo>
                  <a:cubicBezTo>
                    <a:pt x="174" y="294"/>
                    <a:pt x="173" y="293"/>
                    <a:pt x="172" y="292"/>
                  </a:cubicBezTo>
                  <a:cubicBezTo>
                    <a:pt x="128" y="252"/>
                    <a:pt x="92" y="200"/>
                    <a:pt x="68" y="148"/>
                  </a:cubicBezTo>
                  <a:cubicBezTo>
                    <a:pt x="64" y="116"/>
                    <a:pt x="80" y="92"/>
                    <a:pt x="104" y="80"/>
                  </a:cubicBezTo>
                  <a:cubicBezTo>
                    <a:pt x="112" y="72"/>
                    <a:pt x="124" y="72"/>
                    <a:pt x="132" y="72"/>
                  </a:cubicBezTo>
                  <a:close/>
                  <a:moveTo>
                    <a:pt x="116" y="0"/>
                  </a:moveTo>
                  <a:cubicBezTo>
                    <a:pt x="100" y="4"/>
                    <a:pt x="84" y="8"/>
                    <a:pt x="68" y="20"/>
                  </a:cubicBezTo>
                  <a:cubicBezTo>
                    <a:pt x="44" y="32"/>
                    <a:pt x="24" y="56"/>
                    <a:pt x="12" y="84"/>
                  </a:cubicBezTo>
                  <a:cubicBezTo>
                    <a:pt x="0" y="112"/>
                    <a:pt x="0" y="144"/>
                    <a:pt x="12" y="168"/>
                  </a:cubicBezTo>
                  <a:cubicBezTo>
                    <a:pt x="28" y="208"/>
                    <a:pt x="56" y="240"/>
                    <a:pt x="88" y="264"/>
                  </a:cubicBezTo>
                  <a:cubicBezTo>
                    <a:pt x="112" y="284"/>
                    <a:pt x="136" y="300"/>
                    <a:pt x="156" y="312"/>
                  </a:cubicBezTo>
                  <a:cubicBezTo>
                    <a:pt x="165" y="319"/>
                    <a:pt x="174" y="326"/>
                    <a:pt x="183" y="332"/>
                  </a:cubicBezTo>
                  <a:lnTo>
                    <a:pt x="183" y="332"/>
                  </a:lnTo>
                  <a:cubicBezTo>
                    <a:pt x="191" y="363"/>
                    <a:pt x="199" y="394"/>
                    <a:pt x="208" y="424"/>
                  </a:cubicBezTo>
                  <a:cubicBezTo>
                    <a:pt x="244" y="524"/>
                    <a:pt x="284" y="620"/>
                    <a:pt x="328" y="716"/>
                  </a:cubicBezTo>
                  <a:cubicBezTo>
                    <a:pt x="348" y="760"/>
                    <a:pt x="372" y="804"/>
                    <a:pt x="396" y="848"/>
                  </a:cubicBezTo>
                  <a:cubicBezTo>
                    <a:pt x="416" y="892"/>
                    <a:pt x="452" y="928"/>
                    <a:pt x="496" y="952"/>
                  </a:cubicBezTo>
                  <a:cubicBezTo>
                    <a:pt x="511" y="957"/>
                    <a:pt x="527" y="959"/>
                    <a:pt x="542" y="959"/>
                  </a:cubicBezTo>
                  <a:cubicBezTo>
                    <a:pt x="569" y="959"/>
                    <a:pt x="595" y="953"/>
                    <a:pt x="620" y="940"/>
                  </a:cubicBezTo>
                  <a:cubicBezTo>
                    <a:pt x="648" y="928"/>
                    <a:pt x="676" y="920"/>
                    <a:pt x="700" y="908"/>
                  </a:cubicBezTo>
                  <a:cubicBezTo>
                    <a:pt x="744" y="892"/>
                    <a:pt x="768" y="880"/>
                    <a:pt x="768" y="880"/>
                  </a:cubicBezTo>
                  <a:cubicBezTo>
                    <a:pt x="768" y="876"/>
                    <a:pt x="768" y="876"/>
                    <a:pt x="764" y="876"/>
                  </a:cubicBezTo>
                  <a:cubicBezTo>
                    <a:pt x="764" y="872"/>
                    <a:pt x="764" y="872"/>
                    <a:pt x="760" y="872"/>
                  </a:cubicBezTo>
                  <a:cubicBezTo>
                    <a:pt x="760" y="872"/>
                    <a:pt x="736" y="872"/>
                    <a:pt x="688" y="880"/>
                  </a:cubicBezTo>
                  <a:cubicBezTo>
                    <a:pt x="664" y="884"/>
                    <a:pt x="636" y="888"/>
                    <a:pt x="604" y="896"/>
                  </a:cubicBezTo>
                  <a:cubicBezTo>
                    <a:pt x="590" y="900"/>
                    <a:pt x="575" y="902"/>
                    <a:pt x="560" y="902"/>
                  </a:cubicBezTo>
                  <a:cubicBezTo>
                    <a:pt x="545" y="902"/>
                    <a:pt x="530" y="900"/>
                    <a:pt x="516" y="896"/>
                  </a:cubicBezTo>
                  <a:cubicBezTo>
                    <a:pt x="484" y="876"/>
                    <a:pt x="460" y="848"/>
                    <a:pt x="444" y="812"/>
                  </a:cubicBezTo>
                  <a:cubicBezTo>
                    <a:pt x="416" y="776"/>
                    <a:pt x="388" y="740"/>
                    <a:pt x="360" y="700"/>
                  </a:cubicBezTo>
                  <a:cubicBezTo>
                    <a:pt x="328" y="656"/>
                    <a:pt x="304" y="612"/>
                    <a:pt x="284" y="568"/>
                  </a:cubicBezTo>
                  <a:cubicBezTo>
                    <a:pt x="264" y="520"/>
                    <a:pt x="252" y="468"/>
                    <a:pt x="244" y="416"/>
                  </a:cubicBezTo>
                  <a:cubicBezTo>
                    <a:pt x="236" y="364"/>
                    <a:pt x="232" y="316"/>
                    <a:pt x="228" y="260"/>
                  </a:cubicBezTo>
                  <a:cubicBezTo>
                    <a:pt x="224" y="208"/>
                    <a:pt x="216" y="156"/>
                    <a:pt x="208" y="108"/>
                  </a:cubicBezTo>
                  <a:lnTo>
                    <a:pt x="208" y="88"/>
                  </a:lnTo>
                  <a:lnTo>
                    <a:pt x="208" y="76"/>
                  </a:lnTo>
                  <a:lnTo>
                    <a:pt x="208" y="72"/>
                  </a:lnTo>
                  <a:lnTo>
                    <a:pt x="208" y="64"/>
                  </a:lnTo>
                  <a:cubicBezTo>
                    <a:pt x="204" y="56"/>
                    <a:pt x="204" y="52"/>
                    <a:pt x="200" y="44"/>
                  </a:cubicBezTo>
                  <a:cubicBezTo>
                    <a:pt x="192" y="32"/>
                    <a:pt x="184" y="24"/>
                    <a:pt x="176" y="16"/>
                  </a:cubicBezTo>
                  <a:cubicBezTo>
                    <a:pt x="156" y="4"/>
                    <a:pt x="136" y="0"/>
                    <a:pt x="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" name="Google Shape;215;p4"/>
          <p:cNvSpPr txBox="1">
            <a:spLocks noGrp="1"/>
          </p:cNvSpPr>
          <p:nvPr>
            <p:ph type="body" idx="1"/>
          </p:nvPr>
        </p:nvSpPr>
        <p:spPr>
          <a:xfrm>
            <a:off x="720000" y="1105525"/>
            <a:ext cx="7704000" cy="3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00"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6" name="Google Shape;216;p4"/>
          <p:cNvSpPr txBox="1">
            <a:spLocks noGrp="1"/>
          </p:cNvSpPr>
          <p:nvPr>
            <p:ph type="title"/>
          </p:nvPr>
        </p:nvSpPr>
        <p:spPr>
          <a:xfrm>
            <a:off x="720000" y="4064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"/>
          <p:cNvSpPr/>
          <p:nvPr/>
        </p:nvSpPr>
        <p:spPr>
          <a:xfrm>
            <a:off x="4036800" y="-630450"/>
            <a:ext cx="6404400" cy="6404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8"/>
          <p:cNvSpPr txBox="1">
            <a:spLocks noGrp="1"/>
          </p:cNvSpPr>
          <p:nvPr>
            <p:ph type="title"/>
          </p:nvPr>
        </p:nvSpPr>
        <p:spPr>
          <a:xfrm>
            <a:off x="2933325" y="1312650"/>
            <a:ext cx="5504700" cy="20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8"/>
          <p:cNvSpPr txBox="1">
            <a:spLocks noGrp="1"/>
          </p:cNvSpPr>
          <p:nvPr>
            <p:ph type="subTitle" idx="1"/>
          </p:nvPr>
        </p:nvSpPr>
        <p:spPr>
          <a:xfrm>
            <a:off x="3329314" y="3471600"/>
            <a:ext cx="5108700" cy="11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402" name="Google Shape;402;p8"/>
          <p:cNvGrpSpPr/>
          <p:nvPr/>
        </p:nvGrpSpPr>
        <p:grpSpPr>
          <a:xfrm flipH="1">
            <a:off x="6801427" y="-335848"/>
            <a:ext cx="2150567" cy="2271831"/>
            <a:chOff x="1668906" y="1908100"/>
            <a:chExt cx="1782927" cy="1883462"/>
          </a:xfrm>
        </p:grpSpPr>
        <p:sp>
          <p:nvSpPr>
            <p:cNvPr id="403" name="Google Shape;403;p8"/>
            <p:cNvSpPr/>
            <p:nvPr/>
          </p:nvSpPr>
          <p:spPr>
            <a:xfrm>
              <a:off x="1668906" y="2722495"/>
              <a:ext cx="900425" cy="895187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4" y="2872"/>
                  </a:moveTo>
                  <a:cubicBezTo>
                    <a:pt x="124" y="2872"/>
                    <a:pt x="126" y="2874"/>
                    <a:pt x="128" y="2878"/>
                  </a:cubicBezTo>
                  <a:cubicBezTo>
                    <a:pt x="124" y="2874"/>
                    <a:pt x="123" y="2872"/>
                    <a:pt x="124" y="2872"/>
                  </a:cubicBezTo>
                  <a:close/>
                  <a:moveTo>
                    <a:pt x="1555" y="0"/>
                  </a:moveTo>
                  <a:cubicBezTo>
                    <a:pt x="1524" y="0"/>
                    <a:pt x="1492" y="1"/>
                    <a:pt x="1460" y="2"/>
                  </a:cubicBezTo>
                  <a:cubicBezTo>
                    <a:pt x="1340" y="10"/>
                    <a:pt x="1220" y="42"/>
                    <a:pt x="1112" y="102"/>
                  </a:cubicBezTo>
                  <a:cubicBezTo>
                    <a:pt x="1048" y="134"/>
                    <a:pt x="996" y="178"/>
                    <a:pt x="948" y="234"/>
                  </a:cubicBezTo>
                  <a:cubicBezTo>
                    <a:pt x="936" y="246"/>
                    <a:pt x="932" y="258"/>
                    <a:pt x="920" y="274"/>
                  </a:cubicBezTo>
                  <a:lnTo>
                    <a:pt x="904" y="294"/>
                  </a:lnTo>
                  <a:lnTo>
                    <a:pt x="892" y="318"/>
                  </a:lnTo>
                  <a:lnTo>
                    <a:pt x="840" y="406"/>
                  </a:lnTo>
                  <a:cubicBezTo>
                    <a:pt x="772" y="534"/>
                    <a:pt x="720" y="666"/>
                    <a:pt x="676" y="802"/>
                  </a:cubicBezTo>
                  <a:cubicBezTo>
                    <a:pt x="632" y="938"/>
                    <a:pt x="600" y="1090"/>
                    <a:pt x="564" y="1238"/>
                  </a:cubicBezTo>
                  <a:cubicBezTo>
                    <a:pt x="532" y="1390"/>
                    <a:pt x="500" y="1542"/>
                    <a:pt x="464" y="1698"/>
                  </a:cubicBezTo>
                  <a:cubicBezTo>
                    <a:pt x="448" y="1774"/>
                    <a:pt x="428" y="1850"/>
                    <a:pt x="404" y="1926"/>
                  </a:cubicBezTo>
                  <a:cubicBezTo>
                    <a:pt x="392" y="1966"/>
                    <a:pt x="380" y="2006"/>
                    <a:pt x="368" y="2046"/>
                  </a:cubicBezTo>
                  <a:cubicBezTo>
                    <a:pt x="356" y="2082"/>
                    <a:pt x="344" y="2118"/>
                    <a:pt x="328" y="2158"/>
                  </a:cubicBezTo>
                  <a:cubicBezTo>
                    <a:pt x="272" y="2314"/>
                    <a:pt x="204" y="2466"/>
                    <a:pt x="128" y="2614"/>
                  </a:cubicBezTo>
                  <a:lnTo>
                    <a:pt x="64" y="2726"/>
                  </a:lnTo>
                  <a:cubicBezTo>
                    <a:pt x="52" y="2746"/>
                    <a:pt x="44" y="2766"/>
                    <a:pt x="32" y="2786"/>
                  </a:cubicBezTo>
                  <a:cubicBezTo>
                    <a:pt x="16" y="2810"/>
                    <a:pt x="8" y="2838"/>
                    <a:pt x="4" y="2866"/>
                  </a:cubicBezTo>
                  <a:cubicBezTo>
                    <a:pt x="0" y="2890"/>
                    <a:pt x="4" y="2918"/>
                    <a:pt x="16" y="2938"/>
                  </a:cubicBezTo>
                  <a:cubicBezTo>
                    <a:pt x="28" y="2958"/>
                    <a:pt x="48" y="2974"/>
                    <a:pt x="68" y="2982"/>
                  </a:cubicBezTo>
                  <a:cubicBezTo>
                    <a:pt x="92" y="2994"/>
                    <a:pt x="116" y="3002"/>
                    <a:pt x="140" y="3010"/>
                  </a:cubicBezTo>
                  <a:cubicBezTo>
                    <a:pt x="172" y="3022"/>
                    <a:pt x="200" y="3042"/>
                    <a:pt x="228" y="3066"/>
                  </a:cubicBezTo>
                  <a:cubicBezTo>
                    <a:pt x="352" y="3186"/>
                    <a:pt x="468" y="3314"/>
                    <a:pt x="580" y="3450"/>
                  </a:cubicBezTo>
                  <a:cubicBezTo>
                    <a:pt x="696" y="3586"/>
                    <a:pt x="824" y="3714"/>
                    <a:pt x="960" y="3830"/>
                  </a:cubicBezTo>
                  <a:cubicBezTo>
                    <a:pt x="1032" y="3898"/>
                    <a:pt x="1124" y="3938"/>
                    <a:pt x="1220" y="3950"/>
                  </a:cubicBezTo>
                  <a:cubicBezTo>
                    <a:pt x="1235" y="3950"/>
                    <a:pt x="1249" y="3949"/>
                    <a:pt x="1264" y="3949"/>
                  </a:cubicBezTo>
                  <a:cubicBezTo>
                    <a:pt x="1335" y="3949"/>
                    <a:pt x="1408" y="3957"/>
                    <a:pt x="1480" y="3970"/>
                  </a:cubicBezTo>
                  <a:cubicBezTo>
                    <a:pt x="1652" y="4006"/>
                    <a:pt x="1820" y="4058"/>
                    <a:pt x="1985" y="4115"/>
                  </a:cubicBezTo>
                  <a:lnTo>
                    <a:pt x="2477" y="4287"/>
                  </a:lnTo>
                  <a:cubicBezTo>
                    <a:pt x="2637" y="4347"/>
                    <a:pt x="2805" y="4395"/>
                    <a:pt x="2973" y="4431"/>
                  </a:cubicBezTo>
                  <a:cubicBezTo>
                    <a:pt x="3027" y="4438"/>
                    <a:pt x="3083" y="4443"/>
                    <a:pt x="3138" y="4443"/>
                  </a:cubicBezTo>
                  <a:cubicBezTo>
                    <a:pt x="3169" y="4443"/>
                    <a:pt x="3199" y="4441"/>
                    <a:pt x="3229" y="4439"/>
                  </a:cubicBezTo>
                  <a:cubicBezTo>
                    <a:pt x="3317" y="4431"/>
                    <a:pt x="3401" y="4403"/>
                    <a:pt x="3481" y="4359"/>
                  </a:cubicBezTo>
                  <a:cubicBezTo>
                    <a:pt x="3617" y="4267"/>
                    <a:pt x="3733" y="4147"/>
                    <a:pt x="3821" y="4002"/>
                  </a:cubicBezTo>
                  <a:cubicBezTo>
                    <a:pt x="3865" y="3938"/>
                    <a:pt x="3901" y="3874"/>
                    <a:pt x="3941" y="3806"/>
                  </a:cubicBezTo>
                  <a:cubicBezTo>
                    <a:pt x="3977" y="3742"/>
                    <a:pt x="4009" y="3674"/>
                    <a:pt x="4041" y="3606"/>
                  </a:cubicBezTo>
                  <a:cubicBezTo>
                    <a:pt x="4097" y="3474"/>
                    <a:pt x="4145" y="3342"/>
                    <a:pt x="4189" y="3214"/>
                  </a:cubicBezTo>
                  <a:cubicBezTo>
                    <a:pt x="4265" y="2982"/>
                    <a:pt x="4329" y="2742"/>
                    <a:pt x="4377" y="2502"/>
                  </a:cubicBezTo>
                  <a:cubicBezTo>
                    <a:pt x="4417" y="2318"/>
                    <a:pt x="4445" y="2130"/>
                    <a:pt x="4461" y="1942"/>
                  </a:cubicBezTo>
                  <a:cubicBezTo>
                    <a:pt x="4469" y="1822"/>
                    <a:pt x="4465" y="1698"/>
                    <a:pt x="4445" y="1578"/>
                  </a:cubicBezTo>
                  <a:cubicBezTo>
                    <a:pt x="4437" y="1546"/>
                    <a:pt x="4429" y="1514"/>
                    <a:pt x="4413" y="1486"/>
                  </a:cubicBezTo>
                  <a:cubicBezTo>
                    <a:pt x="4405" y="1466"/>
                    <a:pt x="4397" y="1454"/>
                    <a:pt x="4397" y="1454"/>
                  </a:cubicBezTo>
                  <a:lnTo>
                    <a:pt x="4385" y="1466"/>
                  </a:lnTo>
                  <a:lnTo>
                    <a:pt x="4397" y="1494"/>
                  </a:lnTo>
                  <a:cubicBezTo>
                    <a:pt x="4409" y="1526"/>
                    <a:pt x="4413" y="1554"/>
                    <a:pt x="4417" y="1586"/>
                  </a:cubicBezTo>
                  <a:cubicBezTo>
                    <a:pt x="4425" y="1706"/>
                    <a:pt x="4421" y="1826"/>
                    <a:pt x="4401" y="1942"/>
                  </a:cubicBezTo>
                  <a:cubicBezTo>
                    <a:pt x="4373" y="2126"/>
                    <a:pt x="4337" y="2306"/>
                    <a:pt x="4289" y="2486"/>
                  </a:cubicBezTo>
                  <a:cubicBezTo>
                    <a:pt x="4233" y="2694"/>
                    <a:pt x="4165" y="2930"/>
                    <a:pt x="4077" y="3178"/>
                  </a:cubicBezTo>
                  <a:cubicBezTo>
                    <a:pt x="4033" y="3302"/>
                    <a:pt x="3981" y="3430"/>
                    <a:pt x="3925" y="3558"/>
                  </a:cubicBezTo>
                  <a:cubicBezTo>
                    <a:pt x="3893" y="3622"/>
                    <a:pt x="3865" y="3690"/>
                    <a:pt x="3829" y="3750"/>
                  </a:cubicBezTo>
                  <a:cubicBezTo>
                    <a:pt x="3793" y="3814"/>
                    <a:pt x="3753" y="3882"/>
                    <a:pt x="3713" y="3942"/>
                  </a:cubicBezTo>
                  <a:cubicBezTo>
                    <a:pt x="3641" y="4071"/>
                    <a:pt x="3541" y="4187"/>
                    <a:pt x="3421" y="4275"/>
                  </a:cubicBezTo>
                  <a:cubicBezTo>
                    <a:pt x="3329" y="4339"/>
                    <a:pt x="3213" y="4366"/>
                    <a:pt x="3092" y="4366"/>
                  </a:cubicBezTo>
                  <a:cubicBezTo>
                    <a:pt x="3055" y="4366"/>
                    <a:pt x="3018" y="4363"/>
                    <a:pt x="2981" y="4359"/>
                  </a:cubicBezTo>
                  <a:cubicBezTo>
                    <a:pt x="2813" y="4335"/>
                    <a:pt x="2653" y="4299"/>
                    <a:pt x="2493" y="4243"/>
                  </a:cubicBezTo>
                  <a:cubicBezTo>
                    <a:pt x="2329" y="4195"/>
                    <a:pt x="2165" y="4139"/>
                    <a:pt x="1997" y="4079"/>
                  </a:cubicBezTo>
                  <a:cubicBezTo>
                    <a:pt x="1832" y="4018"/>
                    <a:pt x="1660" y="3966"/>
                    <a:pt x="1488" y="3922"/>
                  </a:cubicBezTo>
                  <a:cubicBezTo>
                    <a:pt x="1400" y="3902"/>
                    <a:pt x="1312" y="3890"/>
                    <a:pt x="1220" y="3890"/>
                  </a:cubicBezTo>
                  <a:cubicBezTo>
                    <a:pt x="1144" y="3886"/>
                    <a:pt x="1072" y="3830"/>
                    <a:pt x="1008" y="3778"/>
                  </a:cubicBezTo>
                  <a:cubicBezTo>
                    <a:pt x="880" y="3658"/>
                    <a:pt x="764" y="3526"/>
                    <a:pt x="656" y="3386"/>
                  </a:cubicBezTo>
                  <a:cubicBezTo>
                    <a:pt x="548" y="3246"/>
                    <a:pt x="432" y="3110"/>
                    <a:pt x="308" y="2982"/>
                  </a:cubicBezTo>
                  <a:cubicBezTo>
                    <a:pt x="272" y="2942"/>
                    <a:pt x="228" y="2914"/>
                    <a:pt x="176" y="2894"/>
                  </a:cubicBezTo>
                  <a:cubicBezTo>
                    <a:pt x="162" y="2891"/>
                    <a:pt x="148" y="2884"/>
                    <a:pt x="134" y="2880"/>
                  </a:cubicBezTo>
                  <a:lnTo>
                    <a:pt x="134" y="2880"/>
                  </a:lnTo>
                  <a:cubicBezTo>
                    <a:pt x="138" y="2869"/>
                    <a:pt x="142" y="2856"/>
                    <a:pt x="148" y="2846"/>
                  </a:cubicBezTo>
                  <a:cubicBezTo>
                    <a:pt x="156" y="2830"/>
                    <a:pt x="168" y="2810"/>
                    <a:pt x="180" y="2794"/>
                  </a:cubicBezTo>
                  <a:lnTo>
                    <a:pt x="244" y="2682"/>
                  </a:lnTo>
                  <a:cubicBezTo>
                    <a:pt x="332" y="2530"/>
                    <a:pt x="404" y="2374"/>
                    <a:pt x="464" y="2210"/>
                  </a:cubicBezTo>
                  <a:cubicBezTo>
                    <a:pt x="480" y="2174"/>
                    <a:pt x="496" y="2130"/>
                    <a:pt x="508" y="2090"/>
                  </a:cubicBezTo>
                  <a:cubicBezTo>
                    <a:pt x="520" y="2050"/>
                    <a:pt x="536" y="2014"/>
                    <a:pt x="544" y="1974"/>
                  </a:cubicBezTo>
                  <a:cubicBezTo>
                    <a:pt x="568" y="1890"/>
                    <a:pt x="592" y="1814"/>
                    <a:pt x="612" y="1734"/>
                  </a:cubicBezTo>
                  <a:cubicBezTo>
                    <a:pt x="648" y="1574"/>
                    <a:pt x="680" y="1418"/>
                    <a:pt x="708" y="1270"/>
                  </a:cubicBezTo>
                  <a:cubicBezTo>
                    <a:pt x="764" y="970"/>
                    <a:pt x="832" y="698"/>
                    <a:pt x="948" y="462"/>
                  </a:cubicBezTo>
                  <a:lnTo>
                    <a:pt x="992" y="378"/>
                  </a:lnTo>
                  <a:lnTo>
                    <a:pt x="1004" y="358"/>
                  </a:lnTo>
                  <a:lnTo>
                    <a:pt x="1016" y="342"/>
                  </a:lnTo>
                  <a:cubicBezTo>
                    <a:pt x="1024" y="326"/>
                    <a:pt x="1032" y="314"/>
                    <a:pt x="1044" y="302"/>
                  </a:cubicBezTo>
                  <a:cubicBezTo>
                    <a:pt x="1076" y="258"/>
                    <a:pt x="1120" y="222"/>
                    <a:pt x="1164" y="194"/>
                  </a:cubicBezTo>
                  <a:cubicBezTo>
                    <a:pt x="1260" y="142"/>
                    <a:pt x="1364" y="110"/>
                    <a:pt x="1472" y="94"/>
                  </a:cubicBezTo>
                  <a:cubicBezTo>
                    <a:pt x="1543" y="88"/>
                    <a:pt x="1614" y="85"/>
                    <a:pt x="1685" y="85"/>
                  </a:cubicBezTo>
                  <a:cubicBezTo>
                    <a:pt x="1798" y="85"/>
                    <a:pt x="1911" y="93"/>
                    <a:pt x="2025" y="110"/>
                  </a:cubicBezTo>
                  <a:cubicBezTo>
                    <a:pt x="2141" y="126"/>
                    <a:pt x="2257" y="150"/>
                    <a:pt x="2373" y="178"/>
                  </a:cubicBezTo>
                  <a:cubicBezTo>
                    <a:pt x="2453" y="198"/>
                    <a:pt x="2497" y="210"/>
                    <a:pt x="2497" y="210"/>
                  </a:cubicBezTo>
                  <a:lnTo>
                    <a:pt x="2501" y="198"/>
                  </a:lnTo>
                  <a:cubicBezTo>
                    <a:pt x="2501" y="198"/>
                    <a:pt x="2461" y="182"/>
                    <a:pt x="2381" y="154"/>
                  </a:cubicBezTo>
                  <a:cubicBezTo>
                    <a:pt x="2265" y="114"/>
                    <a:pt x="2149" y="82"/>
                    <a:pt x="2029" y="54"/>
                  </a:cubicBezTo>
                  <a:cubicBezTo>
                    <a:pt x="1875" y="18"/>
                    <a:pt x="1715" y="0"/>
                    <a:pt x="15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2438575" y="2888114"/>
              <a:ext cx="690883" cy="903448"/>
            </a:xfrm>
            <a:custGeom>
              <a:avLst/>
              <a:gdLst/>
              <a:ahLst/>
              <a:cxnLst/>
              <a:rect l="l" t="t" r="r" b="b"/>
              <a:pathLst>
                <a:path w="3429" h="4484" extrusionOk="0">
                  <a:moveTo>
                    <a:pt x="1694" y="0"/>
                  </a:moveTo>
                  <a:cubicBezTo>
                    <a:pt x="1662" y="0"/>
                    <a:pt x="1630" y="5"/>
                    <a:pt x="1601" y="16"/>
                  </a:cubicBezTo>
                  <a:cubicBezTo>
                    <a:pt x="1561" y="32"/>
                    <a:pt x="1525" y="48"/>
                    <a:pt x="1489" y="68"/>
                  </a:cubicBezTo>
                  <a:cubicBezTo>
                    <a:pt x="1433" y="96"/>
                    <a:pt x="1405" y="116"/>
                    <a:pt x="1405" y="116"/>
                  </a:cubicBezTo>
                  <a:lnTo>
                    <a:pt x="1413" y="128"/>
                  </a:lnTo>
                  <a:cubicBezTo>
                    <a:pt x="1413" y="128"/>
                    <a:pt x="1445" y="112"/>
                    <a:pt x="1501" y="88"/>
                  </a:cubicBezTo>
                  <a:cubicBezTo>
                    <a:pt x="1537" y="72"/>
                    <a:pt x="1573" y="60"/>
                    <a:pt x="1609" y="52"/>
                  </a:cubicBezTo>
                  <a:cubicBezTo>
                    <a:pt x="1628" y="48"/>
                    <a:pt x="1647" y="45"/>
                    <a:pt x="1667" y="45"/>
                  </a:cubicBezTo>
                  <a:cubicBezTo>
                    <a:pt x="1696" y="45"/>
                    <a:pt x="1726" y="51"/>
                    <a:pt x="1753" y="60"/>
                  </a:cubicBezTo>
                  <a:cubicBezTo>
                    <a:pt x="1853" y="100"/>
                    <a:pt x="1961" y="204"/>
                    <a:pt x="2105" y="292"/>
                  </a:cubicBezTo>
                  <a:cubicBezTo>
                    <a:pt x="2173" y="336"/>
                    <a:pt x="2233" y="392"/>
                    <a:pt x="2281" y="460"/>
                  </a:cubicBezTo>
                  <a:cubicBezTo>
                    <a:pt x="2337" y="536"/>
                    <a:pt x="2385" y="616"/>
                    <a:pt x="2429" y="700"/>
                  </a:cubicBezTo>
                  <a:cubicBezTo>
                    <a:pt x="2521" y="904"/>
                    <a:pt x="2625" y="1100"/>
                    <a:pt x="2741" y="1288"/>
                  </a:cubicBezTo>
                  <a:lnTo>
                    <a:pt x="2789" y="1364"/>
                  </a:lnTo>
                  <a:cubicBezTo>
                    <a:pt x="2809" y="1388"/>
                    <a:pt x="2829" y="1412"/>
                    <a:pt x="2849" y="1436"/>
                  </a:cubicBezTo>
                  <a:cubicBezTo>
                    <a:pt x="2869" y="1460"/>
                    <a:pt x="2889" y="1484"/>
                    <a:pt x="2913" y="1508"/>
                  </a:cubicBezTo>
                  <a:cubicBezTo>
                    <a:pt x="2933" y="1532"/>
                    <a:pt x="2957" y="1556"/>
                    <a:pt x="2981" y="1576"/>
                  </a:cubicBezTo>
                  <a:cubicBezTo>
                    <a:pt x="3005" y="1596"/>
                    <a:pt x="3029" y="1620"/>
                    <a:pt x="3049" y="1640"/>
                  </a:cubicBezTo>
                  <a:cubicBezTo>
                    <a:pt x="3069" y="1656"/>
                    <a:pt x="3093" y="1672"/>
                    <a:pt x="3109" y="1696"/>
                  </a:cubicBezTo>
                  <a:cubicBezTo>
                    <a:pt x="3125" y="1720"/>
                    <a:pt x="3141" y="1740"/>
                    <a:pt x="3161" y="1764"/>
                  </a:cubicBezTo>
                  <a:cubicBezTo>
                    <a:pt x="3173" y="1788"/>
                    <a:pt x="3189" y="1812"/>
                    <a:pt x="3201" y="1840"/>
                  </a:cubicBezTo>
                  <a:cubicBezTo>
                    <a:pt x="3249" y="1948"/>
                    <a:pt x="3277" y="2068"/>
                    <a:pt x="3285" y="2188"/>
                  </a:cubicBezTo>
                  <a:cubicBezTo>
                    <a:pt x="3293" y="2316"/>
                    <a:pt x="3285" y="2444"/>
                    <a:pt x="3269" y="2568"/>
                  </a:cubicBezTo>
                  <a:cubicBezTo>
                    <a:pt x="3245" y="2700"/>
                    <a:pt x="3213" y="2828"/>
                    <a:pt x="3169" y="2948"/>
                  </a:cubicBezTo>
                  <a:cubicBezTo>
                    <a:pt x="3145" y="3012"/>
                    <a:pt x="3117" y="3072"/>
                    <a:pt x="3089" y="3128"/>
                  </a:cubicBezTo>
                  <a:cubicBezTo>
                    <a:pt x="3069" y="3156"/>
                    <a:pt x="3057" y="3184"/>
                    <a:pt x="3041" y="3212"/>
                  </a:cubicBezTo>
                  <a:lnTo>
                    <a:pt x="2981" y="3297"/>
                  </a:lnTo>
                  <a:cubicBezTo>
                    <a:pt x="2897" y="3405"/>
                    <a:pt x="2821" y="3521"/>
                    <a:pt x="2753" y="3641"/>
                  </a:cubicBezTo>
                  <a:cubicBezTo>
                    <a:pt x="2689" y="3757"/>
                    <a:pt x="2625" y="3881"/>
                    <a:pt x="2565" y="4001"/>
                  </a:cubicBezTo>
                  <a:cubicBezTo>
                    <a:pt x="2505" y="4121"/>
                    <a:pt x="2453" y="4245"/>
                    <a:pt x="2405" y="4369"/>
                  </a:cubicBezTo>
                  <a:lnTo>
                    <a:pt x="2405" y="4381"/>
                  </a:lnTo>
                  <a:lnTo>
                    <a:pt x="2405" y="4385"/>
                  </a:lnTo>
                  <a:lnTo>
                    <a:pt x="2405" y="4389"/>
                  </a:lnTo>
                  <a:lnTo>
                    <a:pt x="2405" y="4397"/>
                  </a:lnTo>
                  <a:cubicBezTo>
                    <a:pt x="2401" y="4405"/>
                    <a:pt x="2401" y="4413"/>
                    <a:pt x="2401" y="4417"/>
                  </a:cubicBezTo>
                  <a:cubicBezTo>
                    <a:pt x="2397" y="4433"/>
                    <a:pt x="2389" y="4433"/>
                    <a:pt x="2389" y="4433"/>
                  </a:cubicBezTo>
                  <a:cubicBezTo>
                    <a:pt x="2365" y="4433"/>
                    <a:pt x="2341" y="4421"/>
                    <a:pt x="2321" y="4405"/>
                  </a:cubicBezTo>
                  <a:cubicBezTo>
                    <a:pt x="2269" y="4373"/>
                    <a:pt x="2217" y="4333"/>
                    <a:pt x="2173" y="4293"/>
                  </a:cubicBezTo>
                  <a:cubicBezTo>
                    <a:pt x="2149" y="4273"/>
                    <a:pt x="2125" y="4249"/>
                    <a:pt x="2097" y="4229"/>
                  </a:cubicBezTo>
                  <a:cubicBezTo>
                    <a:pt x="2073" y="4209"/>
                    <a:pt x="2045" y="4189"/>
                    <a:pt x="2017" y="4173"/>
                  </a:cubicBezTo>
                  <a:cubicBezTo>
                    <a:pt x="1961" y="4141"/>
                    <a:pt x="1901" y="4113"/>
                    <a:pt x="1841" y="4089"/>
                  </a:cubicBezTo>
                  <a:cubicBezTo>
                    <a:pt x="1725" y="4049"/>
                    <a:pt x="1605" y="4017"/>
                    <a:pt x="1485" y="3997"/>
                  </a:cubicBezTo>
                  <a:cubicBezTo>
                    <a:pt x="1249" y="3953"/>
                    <a:pt x="1033" y="3933"/>
                    <a:pt x="833" y="3897"/>
                  </a:cubicBezTo>
                  <a:cubicBezTo>
                    <a:pt x="741" y="3885"/>
                    <a:pt x="649" y="3861"/>
                    <a:pt x="557" y="3833"/>
                  </a:cubicBezTo>
                  <a:cubicBezTo>
                    <a:pt x="517" y="3821"/>
                    <a:pt x="473" y="3805"/>
                    <a:pt x="433" y="3789"/>
                  </a:cubicBezTo>
                  <a:lnTo>
                    <a:pt x="417" y="3781"/>
                  </a:lnTo>
                  <a:lnTo>
                    <a:pt x="409" y="3777"/>
                  </a:lnTo>
                  <a:lnTo>
                    <a:pt x="381" y="3761"/>
                  </a:lnTo>
                  <a:cubicBezTo>
                    <a:pt x="365" y="3753"/>
                    <a:pt x="345" y="3741"/>
                    <a:pt x="329" y="3733"/>
                  </a:cubicBezTo>
                  <a:cubicBezTo>
                    <a:pt x="269" y="3689"/>
                    <a:pt x="217" y="3641"/>
                    <a:pt x="173" y="3581"/>
                  </a:cubicBezTo>
                  <a:cubicBezTo>
                    <a:pt x="137" y="3529"/>
                    <a:pt x="105" y="3477"/>
                    <a:pt x="81" y="3417"/>
                  </a:cubicBezTo>
                  <a:cubicBezTo>
                    <a:pt x="49" y="3333"/>
                    <a:pt x="29" y="3244"/>
                    <a:pt x="21" y="3156"/>
                  </a:cubicBezTo>
                  <a:cubicBezTo>
                    <a:pt x="17" y="3124"/>
                    <a:pt x="17" y="3092"/>
                    <a:pt x="17" y="3060"/>
                  </a:cubicBezTo>
                  <a:lnTo>
                    <a:pt x="13" y="3056"/>
                  </a:lnTo>
                  <a:cubicBezTo>
                    <a:pt x="9" y="3088"/>
                    <a:pt x="5" y="3120"/>
                    <a:pt x="5" y="3156"/>
                  </a:cubicBezTo>
                  <a:cubicBezTo>
                    <a:pt x="1" y="3249"/>
                    <a:pt x="13" y="3345"/>
                    <a:pt x="37" y="3437"/>
                  </a:cubicBezTo>
                  <a:cubicBezTo>
                    <a:pt x="57" y="3501"/>
                    <a:pt x="85" y="3565"/>
                    <a:pt x="121" y="3625"/>
                  </a:cubicBezTo>
                  <a:cubicBezTo>
                    <a:pt x="165" y="3693"/>
                    <a:pt x="221" y="3753"/>
                    <a:pt x="289" y="3805"/>
                  </a:cubicBezTo>
                  <a:cubicBezTo>
                    <a:pt x="305" y="3817"/>
                    <a:pt x="325" y="3829"/>
                    <a:pt x="341" y="3841"/>
                  </a:cubicBezTo>
                  <a:lnTo>
                    <a:pt x="373" y="3861"/>
                  </a:lnTo>
                  <a:cubicBezTo>
                    <a:pt x="377" y="3865"/>
                    <a:pt x="381" y="3865"/>
                    <a:pt x="389" y="3869"/>
                  </a:cubicBezTo>
                  <a:lnTo>
                    <a:pt x="405" y="3877"/>
                  </a:lnTo>
                  <a:cubicBezTo>
                    <a:pt x="445" y="3897"/>
                    <a:pt x="489" y="3917"/>
                    <a:pt x="533" y="3933"/>
                  </a:cubicBezTo>
                  <a:cubicBezTo>
                    <a:pt x="625" y="3965"/>
                    <a:pt x="725" y="3993"/>
                    <a:pt x="821" y="4013"/>
                  </a:cubicBezTo>
                  <a:cubicBezTo>
                    <a:pt x="1021" y="4053"/>
                    <a:pt x="1245" y="4073"/>
                    <a:pt x="1473" y="4113"/>
                  </a:cubicBezTo>
                  <a:cubicBezTo>
                    <a:pt x="1701" y="4153"/>
                    <a:pt x="1945" y="4181"/>
                    <a:pt x="2133" y="4345"/>
                  </a:cubicBezTo>
                  <a:cubicBezTo>
                    <a:pt x="2185" y="4385"/>
                    <a:pt x="2241" y="4421"/>
                    <a:pt x="2301" y="4453"/>
                  </a:cubicBezTo>
                  <a:cubicBezTo>
                    <a:pt x="2317" y="4461"/>
                    <a:pt x="2333" y="4469"/>
                    <a:pt x="2349" y="4477"/>
                  </a:cubicBezTo>
                  <a:cubicBezTo>
                    <a:pt x="2360" y="4481"/>
                    <a:pt x="2374" y="4483"/>
                    <a:pt x="2386" y="4483"/>
                  </a:cubicBezTo>
                  <a:cubicBezTo>
                    <a:pt x="2395" y="4483"/>
                    <a:pt x="2404" y="4482"/>
                    <a:pt x="2413" y="4481"/>
                  </a:cubicBezTo>
                  <a:cubicBezTo>
                    <a:pt x="2429" y="4481"/>
                    <a:pt x="2441" y="4469"/>
                    <a:pt x="2449" y="4457"/>
                  </a:cubicBezTo>
                  <a:cubicBezTo>
                    <a:pt x="2453" y="4449"/>
                    <a:pt x="2457" y="4437"/>
                    <a:pt x="2461" y="4425"/>
                  </a:cubicBezTo>
                  <a:cubicBezTo>
                    <a:pt x="2465" y="4417"/>
                    <a:pt x="2465" y="4405"/>
                    <a:pt x="2465" y="4397"/>
                  </a:cubicBezTo>
                  <a:lnTo>
                    <a:pt x="2465" y="4393"/>
                  </a:lnTo>
                  <a:lnTo>
                    <a:pt x="2465" y="4389"/>
                  </a:lnTo>
                  <a:lnTo>
                    <a:pt x="2465" y="4377"/>
                  </a:lnTo>
                  <a:cubicBezTo>
                    <a:pt x="2481" y="4317"/>
                    <a:pt x="2505" y="4257"/>
                    <a:pt x="2529" y="4197"/>
                  </a:cubicBezTo>
                  <a:cubicBezTo>
                    <a:pt x="2557" y="4137"/>
                    <a:pt x="2581" y="4077"/>
                    <a:pt x="2613" y="4017"/>
                  </a:cubicBezTo>
                  <a:cubicBezTo>
                    <a:pt x="2729" y="3773"/>
                    <a:pt x="2873" y="3545"/>
                    <a:pt x="3049" y="3341"/>
                  </a:cubicBezTo>
                  <a:cubicBezTo>
                    <a:pt x="3237" y="3132"/>
                    <a:pt x="3333" y="2860"/>
                    <a:pt x="3393" y="2592"/>
                  </a:cubicBezTo>
                  <a:cubicBezTo>
                    <a:pt x="3417" y="2456"/>
                    <a:pt x="3429" y="2320"/>
                    <a:pt x="3425" y="2180"/>
                  </a:cubicBezTo>
                  <a:cubicBezTo>
                    <a:pt x="3417" y="2044"/>
                    <a:pt x="3389" y="1908"/>
                    <a:pt x="3337" y="1780"/>
                  </a:cubicBezTo>
                  <a:cubicBezTo>
                    <a:pt x="3321" y="1748"/>
                    <a:pt x="3305" y="1720"/>
                    <a:pt x="3289" y="1688"/>
                  </a:cubicBezTo>
                  <a:cubicBezTo>
                    <a:pt x="3269" y="1660"/>
                    <a:pt x="3253" y="1624"/>
                    <a:pt x="3225" y="1604"/>
                  </a:cubicBezTo>
                  <a:cubicBezTo>
                    <a:pt x="3201" y="1580"/>
                    <a:pt x="3173" y="1548"/>
                    <a:pt x="3153" y="1528"/>
                  </a:cubicBezTo>
                  <a:cubicBezTo>
                    <a:pt x="3133" y="1508"/>
                    <a:pt x="3105" y="1488"/>
                    <a:pt x="3085" y="1468"/>
                  </a:cubicBezTo>
                  <a:cubicBezTo>
                    <a:pt x="3073" y="1456"/>
                    <a:pt x="3061" y="1448"/>
                    <a:pt x="3049" y="1436"/>
                  </a:cubicBezTo>
                  <a:lnTo>
                    <a:pt x="3021" y="1408"/>
                  </a:lnTo>
                  <a:cubicBezTo>
                    <a:pt x="3005" y="1388"/>
                    <a:pt x="2985" y="1364"/>
                    <a:pt x="2965" y="1344"/>
                  </a:cubicBezTo>
                  <a:cubicBezTo>
                    <a:pt x="2949" y="1320"/>
                    <a:pt x="2929" y="1300"/>
                    <a:pt x="2913" y="1276"/>
                  </a:cubicBezTo>
                  <a:lnTo>
                    <a:pt x="2865" y="1208"/>
                  </a:lnTo>
                  <a:cubicBezTo>
                    <a:pt x="2737" y="1020"/>
                    <a:pt x="2637" y="824"/>
                    <a:pt x="2537" y="644"/>
                  </a:cubicBezTo>
                  <a:cubicBezTo>
                    <a:pt x="2489" y="556"/>
                    <a:pt x="2433" y="472"/>
                    <a:pt x="2369" y="392"/>
                  </a:cubicBezTo>
                  <a:cubicBezTo>
                    <a:pt x="2309" y="320"/>
                    <a:pt x="2237" y="260"/>
                    <a:pt x="2153" y="216"/>
                  </a:cubicBezTo>
                  <a:cubicBezTo>
                    <a:pt x="2077" y="176"/>
                    <a:pt x="2013" y="140"/>
                    <a:pt x="1953" y="100"/>
                  </a:cubicBezTo>
                  <a:cubicBezTo>
                    <a:pt x="1897" y="60"/>
                    <a:pt x="1833" y="28"/>
                    <a:pt x="1769" y="8"/>
                  </a:cubicBezTo>
                  <a:cubicBezTo>
                    <a:pt x="1744" y="3"/>
                    <a:pt x="1719" y="0"/>
                    <a:pt x="16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2812529" y="2637066"/>
              <a:ext cx="639304" cy="606059"/>
            </a:xfrm>
            <a:custGeom>
              <a:avLst/>
              <a:gdLst/>
              <a:ahLst/>
              <a:cxnLst/>
              <a:rect l="l" t="t" r="r" b="b"/>
              <a:pathLst>
                <a:path w="3173" h="3008" extrusionOk="0">
                  <a:moveTo>
                    <a:pt x="1995" y="1"/>
                  </a:moveTo>
                  <a:cubicBezTo>
                    <a:pt x="1951" y="1"/>
                    <a:pt x="1906" y="3"/>
                    <a:pt x="1861" y="6"/>
                  </a:cubicBezTo>
                  <a:cubicBezTo>
                    <a:pt x="1765" y="18"/>
                    <a:pt x="1669" y="34"/>
                    <a:pt x="1573" y="54"/>
                  </a:cubicBezTo>
                  <a:cubicBezTo>
                    <a:pt x="1481" y="74"/>
                    <a:pt x="1389" y="102"/>
                    <a:pt x="1297" y="126"/>
                  </a:cubicBezTo>
                  <a:cubicBezTo>
                    <a:pt x="1253" y="138"/>
                    <a:pt x="1209" y="150"/>
                    <a:pt x="1165" y="158"/>
                  </a:cubicBezTo>
                  <a:cubicBezTo>
                    <a:pt x="1134" y="161"/>
                    <a:pt x="1103" y="164"/>
                    <a:pt x="1071" y="164"/>
                  </a:cubicBezTo>
                  <a:cubicBezTo>
                    <a:pt x="1059" y="164"/>
                    <a:pt x="1046" y="163"/>
                    <a:pt x="1033" y="162"/>
                  </a:cubicBezTo>
                  <a:cubicBezTo>
                    <a:pt x="841" y="162"/>
                    <a:pt x="649" y="194"/>
                    <a:pt x="461" y="254"/>
                  </a:cubicBezTo>
                  <a:cubicBezTo>
                    <a:pt x="369" y="286"/>
                    <a:pt x="281" y="330"/>
                    <a:pt x="201" y="386"/>
                  </a:cubicBezTo>
                  <a:cubicBezTo>
                    <a:pt x="125" y="442"/>
                    <a:pt x="57" y="510"/>
                    <a:pt x="1" y="594"/>
                  </a:cubicBezTo>
                  <a:lnTo>
                    <a:pt x="13" y="602"/>
                  </a:lnTo>
                  <a:cubicBezTo>
                    <a:pt x="77" y="534"/>
                    <a:pt x="149" y="474"/>
                    <a:pt x="229" y="430"/>
                  </a:cubicBezTo>
                  <a:cubicBezTo>
                    <a:pt x="309" y="386"/>
                    <a:pt x="397" y="350"/>
                    <a:pt x="485" y="330"/>
                  </a:cubicBezTo>
                  <a:cubicBezTo>
                    <a:pt x="626" y="299"/>
                    <a:pt x="769" y="282"/>
                    <a:pt x="915" y="282"/>
                  </a:cubicBezTo>
                  <a:cubicBezTo>
                    <a:pt x="955" y="282"/>
                    <a:pt x="996" y="284"/>
                    <a:pt x="1037" y="286"/>
                  </a:cubicBezTo>
                  <a:cubicBezTo>
                    <a:pt x="1061" y="288"/>
                    <a:pt x="1086" y="289"/>
                    <a:pt x="1111" y="289"/>
                  </a:cubicBezTo>
                  <a:cubicBezTo>
                    <a:pt x="1136" y="289"/>
                    <a:pt x="1161" y="288"/>
                    <a:pt x="1185" y="286"/>
                  </a:cubicBezTo>
                  <a:cubicBezTo>
                    <a:pt x="1237" y="278"/>
                    <a:pt x="1285" y="266"/>
                    <a:pt x="1329" y="258"/>
                  </a:cubicBezTo>
                  <a:cubicBezTo>
                    <a:pt x="1421" y="234"/>
                    <a:pt x="1513" y="210"/>
                    <a:pt x="1605" y="194"/>
                  </a:cubicBezTo>
                  <a:cubicBezTo>
                    <a:pt x="1693" y="178"/>
                    <a:pt x="1785" y="162"/>
                    <a:pt x="1873" y="154"/>
                  </a:cubicBezTo>
                  <a:cubicBezTo>
                    <a:pt x="1919" y="150"/>
                    <a:pt x="1964" y="148"/>
                    <a:pt x="2008" y="148"/>
                  </a:cubicBezTo>
                  <a:cubicBezTo>
                    <a:pt x="2053" y="148"/>
                    <a:pt x="2097" y="150"/>
                    <a:pt x="2141" y="154"/>
                  </a:cubicBezTo>
                  <a:cubicBezTo>
                    <a:pt x="2165" y="154"/>
                    <a:pt x="2185" y="158"/>
                    <a:pt x="2209" y="162"/>
                  </a:cubicBezTo>
                  <a:cubicBezTo>
                    <a:pt x="2229" y="166"/>
                    <a:pt x="2249" y="170"/>
                    <a:pt x="2269" y="174"/>
                  </a:cubicBezTo>
                  <a:lnTo>
                    <a:pt x="2329" y="194"/>
                  </a:lnTo>
                  <a:lnTo>
                    <a:pt x="2393" y="222"/>
                  </a:lnTo>
                  <a:cubicBezTo>
                    <a:pt x="2469" y="258"/>
                    <a:pt x="2533" y="310"/>
                    <a:pt x="2585" y="378"/>
                  </a:cubicBezTo>
                  <a:cubicBezTo>
                    <a:pt x="2613" y="414"/>
                    <a:pt x="2637" y="450"/>
                    <a:pt x="2661" y="486"/>
                  </a:cubicBezTo>
                  <a:cubicBezTo>
                    <a:pt x="2685" y="526"/>
                    <a:pt x="2709" y="566"/>
                    <a:pt x="2725" y="606"/>
                  </a:cubicBezTo>
                  <a:cubicBezTo>
                    <a:pt x="2745" y="650"/>
                    <a:pt x="2761" y="690"/>
                    <a:pt x="2777" y="734"/>
                  </a:cubicBezTo>
                  <a:cubicBezTo>
                    <a:pt x="2797" y="778"/>
                    <a:pt x="2813" y="818"/>
                    <a:pt x="2825" y="862"/>
                  </a:cubicBezTo>
                  <a:cubicBezTo>
                    <a:pt x="2857" y="954"/>
                    <a:pt x="2881" y="1042"/>
                    <a:pt x="2901" y="1134"/>
                  </a:cubicBezTo>
                  <a:cubicBezTo>
                    <a:pt x="2921" y="1226"/>
                    <a:pt x="2933" y="1318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lnTo>
                    <a:pt x="2953" y="1622"/>
                  </a:ln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80"/>
                    <a:pt x="3038" y="1856"/>
                    <a:pt x="3098" y="1920"/>
                  </a:cubicBezTo>
                  <a:lnTo>
                    <a:pt x="3098" y="1920"/>
                  </a:lnTo>
                  <a:lnTo>
                    <a:pt x="3049" y="1942"/>
                  </a:lnTo>
                  <a:lnTo>
                    <a:pt x="2977" y="1982"/>
                  </a:lnTo>
                  <a:cubicBezTo>
                    <a:pt x="2929" y="2014"/>
                    <a:pt x="2881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29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6"/>
                  </a:lnTo>
                  <a:cubicBezTo>
                    <a:pt x="2169" y="2870"/>
                    <a:pt x="2129" y="2886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4"/>
                    <a:pt x="1621" y="2822"/>
                  </a:cubicBezTo>
                  <a:cubicBezTo>
                    <a:pt x="1573" y="2806"/>
                    <a:pt x="1521" y="2786"/>
                    <a:pt x="1473" y="2766"/>
                  </a:cubicBezTo>
                  <a:cubicBezTo>
                    <a:pt x="1421" y="2746"/>
                    <a:pt x="1373" y="2722"/>
                    <a:pt x="1325" y="2694"/>
                  </a:cubicBezTo>
                  <a:cubicBezTo>
                    <a:pt x="1229" y="2642"/>
                    <a:pt x="1121" y="2602"/>
                    <a:pt x="1013" y="2578"/>
                  </a:cubicBezTo>
                  <a:lnTo>
                    <a:pt x="1009" y="2590"/>
                  </a:lnTo>
                  <a:cubicBezTo>
                    <a:pt x="1109" y="2634"/>
                    <a:pt x="1205" y="2686"/>
                    <a:pt x="1297" y="2746"/>
                  </a:cubicBezTo>
                  <a:cubicBezTo>
                    <a:pt x="1341" y="2782"/>
                    <a:pt x="1389" y="2810"/>
                    <a:pt x="1441" y="2838"/>
                  </a:cubicBezTo>
                  <a:cubicBezTo>
                    <a:pt x="1489" y="2862"/>
                    <a:pt x="1541" y="2886"/>
                    <a:pt x="1597" y="2906"/>
                  </a:cubicBezTo>
                  <a:cubicBezTo>
                    <a:pt x="1701" y="2950"/>
                    <a:pt x="1813" y="2978"/>
                    <a:pt x="1925" y="2998"/>
                  </a:cubicBezTo>
                  <a:cubicBezTo>
                    <a:pt x="1969" y="3004"/>
                    <a:pt x="2013" y="3008"/>
                    <a:pt x="2055" y="3008"/>
                  </a:cubicBezTo>
                  <a:cubicBezTo>
                    <a:pt x="2070" y="3008"/>
                    <a:pt x="2086" y="3008"/>
                    <a:pt x="2101" y="3006"/>
                  </a:cubicBezTo>
                  <a:cubicBezTo>
                    <a:pt x="2173" y="3002"/>
                    <a:pt x="2241" y="2974"/>
                    <a:pt x="2293" y="2930"/>
                  </a:cubicBezTo>
                  <a:lnTo>
                    <a:pt x="2321" y="2898"/>
                  </a:lnTo>
                  <a:lnTo>
                    <a:pt x="2349" y="2862"/>
                  </a:lnTo>
                  <a:cubicBezTo>
                    <a:pt x="2369" y="2838"/>
                    <a:pt x="2385" y="2818"/>
                    <a:pt x="2401" y="2794"/>
                  </a:cubicBezTo>
                  <a:lnTo>
                    <a:pt x="2493" y="2658"/>
                  </a:lnTo>
                  <a:cubicBezTo>
                    <a:pt x="2557" y="2566"/>
                    <a:pt x="2617" y="2474"/>
                    <a:pt x="2677" y="2386"/>
                  </a:cubicBezTo>
                  <a:cubicBezTo>
                    <a:pt x="2713" y="2342"/>
                    <a:pt x="2745" y="2298"/>
                    <a:pt x="2777" y="2258"/>
                  </a:cubicBezTo>
                  <a:cubicBezTo>
                    <a:pt x="2813" y="2214"/>
                    <a:pt x="2849" y="2174"/>
                    <a:pt x="2885" y="2134"/>
                  </a:cubicBezTo>
                  <a:cubicBezTo>
                    <a:pt x="2925" y="2098"/>
                    <a:pt x="2965" y="2062"/>
                    <a:pt x="3005" y="2030"/>
                  </a:cubicBezTo>
                  <a:lnTo>
                    <a:pt x="3073" y="1982"/>
                  </a:lnTo>
                  <a:lnTo>
                    <a:pt x="3145" y="1946"/>
                  </a:lnTo>
                  <a:lnTo>
                    <a:pt x="3173" y="1930"/>
                  </a:lnTo>
                  <a:lnTo>
                    <a:pt x="3153" y="1910"/>
                  </a:lnTo>
                  <a:cubicBezTo>
                    <a:pt x="3085" y="1846"/>
                    <a:pt x="3033" y="1770"/>
                    <a:pt x="3005" y="1682"/>
                  </a:cubicBezTo>
                  <a:cubicBezTo>
                    <a:pt x="3001" y="1662"/>
                    <a:pt x="2997" y="1638"/>
                    <a:pt x="2997" y="1618"/>
                  </a:cubicBezTo>
                  <a:cubicBezTo>
                    <a:pt x="2993" y="1606"/>
                    <a:pt x="2993" y="1598"/>
                    <a:pt x="2997" y="1586"/>
                  </a:cubicBezTo>
                  <a:lnTo>
                    <a:pt x="2997" y="1550"/>
                  </a:lnTo>
                  <a:cubicBezTo>
                    <a:pt x="3001" y="1502"/>
                    <a:pt x="2997" y="1454"/>
                    <a:pt x="2997" y="1406"/>
                  </a:cubicBezTo>
                  <a:cubicBezTo>
                    <a:pt x="2989" y="1310"/>
                    <a:pt x="2981" y="1214"/>
                    <a:pt x="2969" y="1122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93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5" y="302"/>
                  </a:cubicBezTo>
                  <a:cubicBezTo>
                    <a:pt x="2625" y="214"/>
                    <a:pt x="2541" y="146"/>
                    <a:pt x="2449" y="98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5" y="34"/>
                    <a:pt x="2261" y="26"/>
                    <a:pt x="2233" y="22"/>
                  </a:cubicBezTo>
                  <a:cubicBezTo>
                    <a:pt x="2209" y="18"/>
                    <a:pt x="2185" y="10"/>
                    <a:pt x="2157" y="10"/>
                  </a:cubicBezTo>
                  <a:cubicBezTo>
                    <a:pt x="2104" y="4"/>
                    <a:pt x="2050" y="1"/>
                    <a:pt x="1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403919" y="1908100"/>
              <a:ext cx="864158" cy="805326"/>
            </a:xfrm>
            <a:custGeom>
              <a:avLst/>
              <a:gdLst/>
              <a:ahLst/>
              <a:cxnLst/>
              <a:rect l="l" t="t" r="r" b="b"/>
              <a:pathLst>
                <a:path w="4289" h="3997" extrusionOk="0">
                  <a:moveTo>
                    <a:pt x="3541" y="0"/>
                  </a:moveTo>
                  <a:lnTo>
                    <a:pt x="3509" y="4"/>
                  </a:lnTo>
                  <a:cubicBezTo>
                    <a:pt x="3369" y="16"/>
                    <a:pt x="3229" y="28"/>
                    <a:pt x="3089" y="36"/>
                  </a:cubicBezTo>
                  <a:cubicBezTo>
                    <a:pt x="3055" y="38"/>
                    <a:pt x="3021" y="39"/>
                    <a:pt x="2986" y="39"/>
                  </a:cubicBezTo>
                  <a:cubicBezTo>
                    <a:pt x="2952" y="39"/>
                    <a:pt x="2917" y="38"/>
                    <a:pt x="2881" y="36"/>
                  </a:cubicBezTo>
                  <a:cubicBezTo>
                    <a:pt x="2809" y="32"/>
                    <a:pt x="2741" y="32"/>
                    <a:pt x="2669" y="32"/>
                  </a:cubicBezTo>
                  <a:cubicBezTo>
                    <a:pt x="2620" y="31"/>
                    <a:pt x="2571" y="30"/>
                    <a:pt x="2523" y="30"/>
                  </a:cubicBezTo>
                  <a:cubicBezTo>
                    <a:pt x="2287" y="30"/>
                    <a:pt x="2053" y="46"/>
                    <a:pt x="1821" y="72"/>
                  </a:cubicBezTo>
                  <a:cubicBezTo>
                    <a:pt x="1677" y="88"/>
                    <a:pt x="1533" y="116"/>
                    <a:pt x="1397" y="160"/>
                  </a:cubicBezTo>
                  <a:cubicBezTo>
                    <a:pt x="1361" y="172"/>
                    <a:pt x="1325" y="184"/>
                    <a:pt x="1293" y="200"/>
                  </a:cubicBezTo>
                  <a:cubicBezTo>
                    <a:pt x="1261" y="212"/>
                    <a:pt x="1225" y="236"/>
                    <a:pt x="1193" y="252"/>
                  </a:cubicBezTo>
                  <a:cubicBezTo>
                    <a:pt x="1165" y="268"/>
                    <a:pt x="1133" y="292"/>
                    <a:pt x="1105" y="304"/>
                  </a:cubicBezTo>
                  <a:cubicBezTo>
                    <a:pt x="1077" y="320"/>
                    <a:pt x="1045" y="332"/>
                    <a:pt x="1017" y="344"/>
                  </a:cubicBezTo>
                  <a:cubicBezTo>
                    <a:pt x="885" y="392"/>
                    <a:pt x="753" y="428"/>
                    <a:pt x="617" y="456"/>
                  </a:cubicBezTo>
                  <a:cubicBezTo>
                    <a:pt x="541" y="476"/>
                    <a:pt x="469" y="508"/>
                    <a:pt x="401" y="548"/>
                  </a:cubicBezTo>
                  <a:cubicBezTo>
                    <a:pt x="337" y="592"/>
                    <a:pt x="277" y="652"/>
                    <a:pt x="233" y="720"/>
                  </a:cubicBezTo>
                  <a:cubicBezTo>
                    <a:pt x="213" y="748"/>
                    <a:pt x="197" y="784"/>
                    <a:pt x="177" y="816"/>
                  </a:cubicBezTo>
                  <a:cubicBezTo>
                    <a:pt x="161" y="848"/>
                    <a:pt x="145" y="884"/>
                    <a:pt x="133" y="920"/>
                  </a:cubicBezTo>
                  <a:cubicBezTo>
                    <a:pt x="105" y="988"/>
                    <a:pt x="81" y="1060"/>
                    <a:pt x="65" y="1128"/>
                  </a:cubicBezTo>
                  <a:cubicBezTo>
                    <a:pt x="29" y="1272"/>
                    <a:pt x="13" y="1416"/>
                    <a:pt x="9" y="1564"/>
                  </a:cubicBezTo>
                  <a:cubicBezTo>
                    <a:pt x="1" y="1708"/>
                    <a:pt x="13" y="1856"/>
                    <a:pt x="45" y="1996"/>
                  </a:cubicBezTo>
                  <a:cubicBezTo>
                    <a:pt x="77" y="2140"/>
                    <a:pt x="125" y="2280"/>
                    <a:pt x="189" y="2408"/>
                  </a:cubicBezTo>
                  <a:cubicBezTo>
                    <a:pt x="245" y="2540"/>
                    <a:pt x="313" y="2664"/>
                    <a:pt x="373" y="2788"/>
                  </a:cubicBezTo>
                  <a:cubicBezTo>
                    <a:pt x="489" y="3040"/>
                    <a:pt x="525" y="3320"/>
                    <a:pt x="481" y="3592"/>
                  </a:cubicBezTo>
                  <a:cubicBezTo>
                    <a:pt x="465" y="3660"/>
                    <a:pt x="457" y="3732"/>
                    <a:pt x="457" y="3804"/>
                  </a:cubicBezTo>
                  <a:cubicBezTo>
                    <a:pt x="469" y="3880"/>
                    <a:pt x="505" y="3948"/>
                    <a:pt x="557" y="3996"/>
                  </a:cubicBezTo>
                  <a:lnTo>
                    <a:pt x="569" y="3988"/>
                  </a:lnTo>
                  <a:cubicBezTo>
                    <a:pt x="525" y="3936"/>
                    <a:pt x="497" y="3872"/>
                    <a:pt x="493" y="3804"/>
                  </a:cubicBezTo>
                  <a:cubicBezTo>
                    <a:pt x="497" y="3736"/>
                    <a:pt x="513" y="3668"/>
                    <a:pt x="533" y="3604"/>
                  </a:cubicBezTo>
                  <a:cubicBezTo>
                    <a:pt x="549" y="3532"/>
                    <a:pt x="561" y="3464"/>
                    <a:pt x="569" y="3392"/>
                  </a:cubicBezTo>
                  <a:cubicBezTo>
                    <a:pt x="569" y="3352"/>
                    <a:pt x="565" y="3316"/>
                    <a:pt x="569" y="3280"/>
                  </a:cubicBezTo>
                  <a:cubicBezTo>
                    <a:pt x="569" y="3248"/>
                    <a:pt x="561" y="3208"/>
                    <a:pt x="561" y="3176"/>
                  </a:cubicBezTo>
                  <a:cubicBezTo>
                    <a:pt x="553" y="3028"/>
                    <a:pt x="517" y="2888"/>
                    <a:pt x="461" y="2752"/>
                  </a:cubicBezTo>
                  <a:cubicBezTo>
                    <a:pt x="409" y="2616"/>
                    <a:pt x="341" y="2492"/>
                    <a:pt x="293" y="2364"/>
                  </a:cubicBezTo>
                  <a:cubicBezTo>
                    <a:pt x="237" y="2240"/>
                    <a:pt x="197" y="2108"/>
                    <a:pt x="169" y="1976"/>
                  </a:cubicBezTo>
                  <a:cubicBezTo>
                    <a:pt x="149" y="1840"/>
                    <a:pt x="141" y="1704"/>
                    <a:pt x="145" y="1568"/>
                  </a:cubicBezTo>
                  <a:cubicBezTo>
                    <a:pt x="153" y="1436"/>
                    <a:pt x="173" y="1300"/>
                    <a:pt x="205" y="1168"/>
                  </a:cubicBezTo>
                  <a:cubicBezTo>
                    <a:pt x="221" y="1104"/>
                    <a:pt x="241" y="1040"/>
                    <a:pt x="269" y="976"/>
                  </a:cubicBezTo>
                  <a:cubicBezTo>
                    <a:pt x="277" y="944"/>
                    <a:pt x="293" y="916"/>
                    <a:pt x="305" y="888"/>
                  </a:cubicBezTo>
                  <a:cubicBezTo>
                    <a:pt x="321" y="860"/>
                    <a:pt x="337" y="832"/>
                    <a:pt x="357" y="804"/>
                  </a:cubicBezTo>
                  <a:cubicBezTo>
                    <a:pt x="425" y="700"/>
                    <a:pt x="533" y="624"/>
                    <a:pt x="657" y="596"/>
                  </a:cubicBezTo>
                  <a:cubicBezTo>
                    <a:pt x="797" y="564"/>
                    <a:pt x="933" y="520"/>
                    <a:pt x="1065" y="468"/>
                  </a:cubicBezTo>
                  <a:cubicBezTo>
                    <a:pt x="1101" y="456"/>
                    <a:pt x="1133" y="440"/>
                    <a:pt x="1165" y="420"/>
                  </a:cubicBezTo>
                  <a:cubicBezTo>
                    <a:pt x="1201" y="400"/>
                    <a:pt x="1233" y="376"/>
                    <a:pt x="1261" y="364"/>
                  </a:cubicBezTo>
                  <a:cubicBezTo>
                    <a:pt x="1289" y="348"/>
                    <a:pt x="1313" y="332"/>
                    <a:pt x="1345" y="316"/>
                  </a:cubicBezTo>
                  <a:cubicBezTo>
                    <a:pt x="1377" y="304"/>
                    <a:pt x="1405" y="292"/>
                    <a:pt x="1437" y="280"/>
                  </a:cubicBezTo>
                  <a:cubicBezTo>
                    <a:pt x="1565" y="236"/>
                    <a:pt x="1701" y="204"/>
                    <a:pt x="1837" y="184"/>
                  </a:cubicBezTo>
                  <a:cubicBezTo>
                    <a:pt x="2113" y="140"/>
                    <a:pt x="2393" y="112"/>
                    <a:pt x="2669" y="104"/>
                  </a:cubicBezTo>
                  <a:cubicBezTo>
                    <a:pt x="2720" y="101"/>
                    <a:pt x="2771" y="98"/>
                    <a:pt x="2820" y="98"/>
                  </a:cubicBezTo>
                  <a:cubicBezTo>
                    <a:pt x="2841" y="98"/>
                    <a:pt x="2861" y="99"/>
                    <a:pt x="2881" y="100"/>
                  </a:cubicBezTo>
                  <a:cubicBezTo>
                    <a:pt x="2949" y="100"/>
                    <a:pt x="3025" y="96"/>
                    <a:pt x="3093" y="92"/>
                  </a:cubicBezTo>
                  <a:cubicBezTo>
                    <a:pt x="3226" y="81"/>
                    <a:pt x="3356" y="70"/>
                    <a:pt x="3486" y="56"/>
                  </a:cubicBezTo>
                  <a:lnTo>
                    <a:pt x="3486" y="56"/>
                  </a:lnTo>
                  <a:cubicBezTo>
                    <a:pt x="3466" y="145"/>
                    <a:pt x="3456" y="235"/>
                    <a:pt x="3453" y="324"/>
                  </a:cubicBezTo>
                  <a:cubicBezTo>
                    <a:pt x="3449" y="424"/>
                    <a:pt x="3453" y="528"/>
                    <a:pt x="3473" y="628"/>
                  </a:cubicBezTo>
                  <a:cubicBezTo>
                    <a:pt x="3481" y="680"/>
                    <a:pt x="3493" y="728"/>
                    <a:pt x="3509" y="780"/>
                  </a:cubicBezTo>
                  <a:lnTo>
                    <a:pt x="3541" y="852"/>
                  </a:lnTo>
                  <a:lnTo>
                    <a:pt x="3573" y="920"/>
                  </a:lnTo>
                  <a:cubicBezTo>
                    <a:pt x="3625" y="1008"/>
                    <a:pt x="3669" y="1096"/>
                    <a:pt x="3709" y="1184"/>
                  </a:cubicBezTo>
                  <a:cubicBezTo>
                    <a:pt x="3753" y="1276"/>
                    <a:pt x="3793" y="1368"/>
                    <a:pt x="3829" y="1460"/>
                  </a:cubicBezTo>
                  <a:cubicBezTo>
                    <a:pt x="3869" y="1552"/>
                    <a:pt x="3905" y="1644"/>
                    <a:pt x="3941" y="1736"/>
                  </a:cubicBezTo>
                  <a:cubicBezTo>
                    <a:pt x="3973" y="1828"/>
                    <a:pt x="4009" y="1924"/>
                    <a:pt x="4041" y="2016"/>
                  </a:cubicBezTo>
                  <a:cubicBezTo>
                    <a:pt x="4069" y="2112"/>
                    <a:pt x="4101" y="2204"/>
                    <a:pt x="4125" y="2300"/>
                  </a:cubicBezTo>
                  <a:cubicBezTo>
                    <a:pt x="4145" y="2392"/>
                    <a:pt x="4161" y="2484"/>
                    <a:pt x="4169" y="2576"/>
                  </a:cubicBezTo>
                  <a:cubicBezTo>
                    <a:pt x="4169" y="2672"/>
                    <a:pt x="4149" y="2764"/>
                    <a:pt x="4113" y="2852"/>
                  </a:cubicBezTo>
                  <a:cubicBezTo>
                    <a:pt x="4049" y="3032"/>
                    <a:pt x="3937" y="3192"/>
                    <a:pt x="3789" y="3312"/>
                  </a:cubicBezTo>
                  <a:cubicBezTo>
                    <a:pt x="3717" y="3372"/>
                    <a:pt x="3633" y="3420"/>
                    <a:pt x="3545" y="3448"/>
                  </a:cubicBezTo>
                  <a:cubicBezTo>
                    <a:pt x="3525" y="3456"/>
                    <a:pt x="3497" y="3464"/>
                    <a:pt x="3473" y="3468"/>
                  </a:cubicBezTo>
                  <a:lnTo>
                    <a:pt x="3401" y="3484"/>
                  </a:lnTo>
                  <a:cubicBezTo>
                    <a:pt x="3349" y="3496"/>
                    <a:pt x="3301" y="3512"/>
                    <a:pt x="3253" y="3532"/>
                  </a:cubicBezTo>
                  <a:cubicBezTo>
                    <a:pt x="3157" y="3568"/>
                    <a:pt x="3065" y="3612"/>
                    <a:pt x="2977" y="3664"/>
                  </a:cubicBezTo>
                  <a:cubicBezTo>
                    <a:pt x="2893" y="3716"/>
                    <a:pt x="2809" y="3772"/>
                    <a:pt x="2733" y="3840"/>
                  </a:cubicBezTo>
                  <a:lnTo>
                    <a:pt x="2737" y="3848"/>
                  </a:lnTo>
                  <a:cubicBezTo>
                    <a:pt x="2821" y="3792"/>
                    <a:pt x="2905" y="3740"/>
                    <a:pt x="2997" y="3696"/>
                  </a:cubicBezTo>
                  <a:cubicBezTo>
                    <a:pt x="3085" y="3652"/>
                    <a:pt x="3177" y="3616"/>
                    <a:pt x="3269" y="3588"/>
                  </a:cubicBezTo>
                  <a:cubicBezTo>
                    <a:pt x="3317" y="3576"/>
                    <a:pt x="3361" y="3564"/>
                    <a:pt x="3413" y="3552"/>
                  </a:cubicBezTo>
                  <a:lnTo>
                    <a:pt x="3485" y="3540"/>
                  </a:lnTo>
                  <a:cubicBezTo>
                    <a:pt x="3509" y="3536"/>
                    <a:pt x="3537" y="3532"/>
                    <a:pt x="3561" y="3524"/>
                  </a:cubicBezTo>
                  <a:cubicBezTo>
                    <a:pt x="3665" y="3496"/>
                    <a:pt x="3761" y="3452"/>
                    <a:pt x="3845" y="3388"/>
                  </a:cubicBezTo>
                  <a:cubicBezTo>
                    <a:pt x="4017" y="3260"/>
                    <a:pt x="4145" y="3088"/>
                    <a:pt x="4221" y="2892"/>
                  </a:cubicBezTo>
                  <a:cubicBezTo>
                    <a:pt x="4261" y="2792"/>
                    <a:pt x="4285" y="2688"/>
                    <a:pt x="4289" y="2580"/>
                  </a:cubicBezTo>
                  <a:cubicBezTo>
                    <a:pt x="4285" y="2476"/>
                    <a:pt x="4269" y="2368"/>
                    <a:pt x="4241" y="2264"/>
                  </a:cubicBezTo>
                  <a:cubicBezTo>
                    <a:pt x="4213" y="2168"/>
                    <a:pt x="4185" y="2068"/>
                    <a:pt x="4149" y="1972"/>
                  </a:cubicBezTo>
                  <a:cubicBezTo>
                    <a:pt x="4117" y="1880"/>
                    <a:pt x="4081" y="1784"/>
                    <a:pt x="4041" y="1692"/>
                  </a:cubicBezTo>
                  <a:cubicBezTo>
                    <a:pt x="4001" y="1600"/>
                    <a:pt x="3957" y="1508"/>
                    <a:pt x="3913" y="1416"/>
                  </a:cubicBezTo>
                  <a:cubicBezTo>
                    <a:pt x="3869" y="1324"/>
                    <a:pt x="3821" y="1236"/>
                    <a:pt x="3777" y="1148"/>
                  </a:cubicBezTo>
                  <a:cubicBezTo>
                    <a:pt x="3729" y="1060"/>
                    <a:pt x="3681" y="968"/>
                    <a:pt x="3625" y="888"/>
                  </a:cubicBezTo>
                  <a:lnTo>
                    <a:pt x="3589" y="820"/>
                  </a:lnTo>
                  <a:cubicBezTo>
                    <a:pt x="3577" y="800"/>
                    <a:pt x="3569" y="780"/>
                    <a:pt x="3561" y="756"/>
                  </a:cubicBezTo>
                  <a:cubicBezTo>
                    <a:pt x="3545" y="712"/>
                    <a:pt x="3529" y="664"/>
                    <a:pt x="3517" y="616"/>
                  </a:cubicBezTo>
                  <a:cubicBezTo>
                    <a:pt x="3501" y="520"/>
                    <a:pt x="3493" y="420"/>
                    <a:pt x="3497" y="324"/>
                  </a:cubicBezTo>
                  <a:cubicBezTo>
                    <a:pt x="3497" y="224"/>
                    <a:pt x="3513" y="128"/>
                    <a:pt x="3533" y="32"/>
                  </a:cubicBezTo>
                  <a:lnTo>
                    <a:pt x="35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1737410" y="2169625"/>
              <a:ext cx="773894" cy="711838"/>
            </a:xfrm>
            <a:custGeom>
              <a:avLst/>
              <a:gdLst/>
              <a:ahLst/>
              <a:cxnLst/>
              <a:rect l="l" t="t" r="r" b="b"/>
              <a:pathLst>
                <a:path w="3841" h="3533" extrusionOk="0">
                  <a:moveTo>
                    <a:pt x="1907" y="1"/>
                  </a:moveTo>
                  <a:cubicBezTo>
                    <a:pt x="1880" y="1"/>
                    <a:pt x="1852" y="1"/>
                    <a:pt x="1825" y="2"/>
                  </a:cubicBezTo>
                  <a:cubicBezTo>
                    <a:pt x="1721" y="2"/>
                    <a:pt x="1621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6" y="126"/>
                    <a:pt x="828" y="142"/>
                    <a:pt x="780" y="158"/>
                  </a:cubicBezTo>
                  <a:lnTo>
                    <a:pt x="640" y="214"/>
                  </a:lnTo>
                  <a:cubicBezTo>
                    <a:pt x="548" y="254"/>
                    <a:pt x="452" y="282"/>
                    <a:pt x="356" y="298"/>
                  </a:cubicBezTo>
                  <a:cubicBezTo>
                    <a:pt x="306" y="311"/>
                    <a:pt x="253" y="317"/>
                    <a:pt x="199" y="317"/>
                  </a:cubicBezTo>
                  <a:cubicBezTo>
                    <a:pt x="156" y="317"/>
                    <a:pt x="112" y="313"/>
                    <a:pt x="68" y="306"/>
                  </a:cubicBezTo>
                  <a:lnTo>
                    <a:pt x="0" y="294"/>
                  </a:lnTo>
                  <a:lnTo>
                    <a:pt x="40" y="354"/>
                  </a:lnTo>
                  <a:cubicBezTo>
                    <a:pt x="96" y="446"/>
                    <a:pt x="132" y="550"/>
                    <a:pt x="144" y="662"/>
                  </a:cubicBezTo>
                  <a:cubicBezTo>
                    <a:pt x="156" y="770"/>
                    <a:pt x="148" y="878"/>
                    <a:pt x="120" y="986"/>
                  </a:cubicBezTo>
                  <a:lnTo>
                    <a:pt x="100" y="1070"/>
                  </a:lnTo>
                  <a:lnTo>
                    <a:pt x="84" y="1158"/>
                  </a:lnTo>
                  <a:cubicBezTo>
                    <a:pt x="80" y="1218"/>
                    <a:pt x="72" y="1278"/>
                    <a:pt x="72" y="1334"/>
                  </a:cubicBezTo>
                  <a:cubicBezTo>
                    <a:pt x="68" y="1454"/>
                    <a:pt x="80" y="1574"/>
                    <a:pt x="104" y="1690"/>
                  </a:cubicBezTo>
                  <a:cubicBezTo>
                    <a:pt x="128" y="1810"/>
                    <a:pt x="172" y="1922"/>
                    <a:pt x="232" y="2030"/>
                  </a:cubicBezTo>
                  <a:cubicBezTo>
                    <a:pt x="296" y="2134"/>
                    <a:pt x="372" y="2230"/>
                    <a:pt x="468" y="2306"/>
                  </a:cubicBezTo>
                  <a:lnTo>
                    <a:pt x="540" y="2362"/>
                  </a:lnTo>
                  <a:cubicBezTo>
                    <a:pt x="564" y="2382"/>
                    <a:pt x="592" y="2398"/>
                    <a:pt x="616" y="2414"/>
                  </a:cubicBezTo>
                  <a:cubicBezTo>
                    <a:pt x="668" y="2446"/>
                    <a:pt x="724" y="2470"/>
                    <a:pt x="780" y="2494"/>
                  </a:cubicBezTo>
                  <a:cubicBezTo>
                    <a:pt x="888" y="2542"/>
                    <a:pt x="996" y="2578"/>
                    <a:pt x="1104" y="2614"/>
                  </a:cubicBezTo>
                  <a:cubicBezTo>
                    <a:pt x="1324" y="2690"/>
                    <a:pt x="1544" y="2754"/>
                    <a:pt x="1757" y="2834"/>
                  </a:cubicBezTo>
                  <a:cubicBezTo>
                    <a:pt x="1861" y="2874"/>
                    <a:pt x="1965" y="2914"/>
                    <a:pt x="2065" y="2966"/>
                  </a:cubicBezTo>
                  <a:cubicBezTo>
                    <a:pt x="2165" y="3014"/>
                    <a:pt x="2257" y="3074"/>
                    <a:pt x="2341" y="3142"/>
                  </a:cubicBezTo>
                  <a:cubicBezTo>
                    <a:pt x="2381" y="3178"/>
                    <a:pt x="2421" y="3218"/>
                    <a:pt x="2457" y="3258"/>
                  </a:cubicBezTo>
                  <a:lnTo>
                    <a:pt x="2481" y="3290"/>
                  </a:lnTo>
                  <a:lnTo>
                    <a:pt x="2489" y="3298"/>
                  </a:lnTo>
                  <a:lnTo>
                    <a:pt x="2493" y="3302"/>
                  </a:lnTo>
                  <a:lnTo>
                    <a:pt x="2501" y="3310"/>
                  </a:lnTo>
                  <a:lnTo>
                    <a:pt x="2517" y="3326"/>
                  </a:lnTo>
                  <a:cubicBezTo>
                    <a:pt x="2533" y="3346"/>
                    <a:pt x="2557" y="3370"/>
                    <a:pt x="2581" y="3390"/>
                  </a:cubicBezTo>
                  <a:cubicBezTo>
                    <a:pt x="2677" y="3466"/>
                    <a:pt x="2793" y="3514"/>
                    <a:pt x="2917" y="3526"/>
                  </a:cubicBezTo>
                  <a:cubicBezTo>
                    <a:pt x="2958" y="3531"/>
                    <a:pt x="3000" y="3533"/>
                    <a:pt x="3042" y="3533"/>
                  </a:cubicBezTo>
                  <a:cubicBezTo>
                    <a:pt x="3118" y="3533"/>
                    <a:pt x="3193" y="3526"/>
                    <a:pt x="3265" y="3510"/>
                  </a:cubicBezTo>
                  <a:cubicBezTo>
                    <a:pt x="3381" y="3490"/>
                    <a:pt x="3493" y="3454"/>
                    <a:pt x="3597" y="3410"/>
                  </a:cubicBezTo>
                  <a:lnTo>
                    <a:pt x="3593" y="3398"/>
                  </a:lnTo>
                  <a:cubicBezTo>
                    <a:pt x="3485" y="3430"/>
                    <a:pt x="3373" y="3454"/>
                    <a:pt x="3261" y="3466"/>
                  </a:cubicBezTo>
                  <a:cubicBezTo>
                    <a:pt x="3219" y="3471"/>
                    <a:pt x="3177" y="3473"/>
                    <a:pt x="3135" y="3473"/>
                  </a:cubicBezTo>
                  <a:cubicBezTo>
                    <a:pt x="3065" y="3473"/>
                    <a:pt x="2996" y="3467"/>
                    <a:pt x="2929" y="3454"/>
                  </a:cubicBezTo>
                  <a:cubicBezTo>
                    <a:pt x="2821" y="3438"/>
                    <a:pt x="2725" y="3390"/>
                    <a:pt x="2645" y="3322"/>
                  </a:cubicBezTo>
                  <a:cubicBezTo>
                    <a:pt x="2625" y="3302"/>
                    <a:pt x="2605" y="3282"/>
                    <a:pt x="2589" y="3262"/>
                  </a:cubicBezTo>
                  <a:lnTo>
                    <a:pt x="2565" y="3230"/>
                  </a:lnTo>
                  <a:lnTo>
                    <a:pt x="2537" y="3194"/>
                  </a:lnTo>
                  <a:cubicBezTo>
                    <a:pt x="2501" y="3146"/>
                    <a:pt x="2457" y="3102"/>
                    <a:pt x="2413" y="3062"/>
                  </a:cubicBezTo>
                  <a:cubicBezTo>
                    <a:pt x="2325" y="2982"/>
                    <a:pt x="2229" y="2914"/>
                    <a:pt x="2121" y="2858"/>
                  </a:cubicBezTo>
                  <a:cubicBezTo>
                    <a:pt x="2021" y="2802"/>
                    <a:pt x="1913" y="2750"/>
                    <a:pt x="1805" y="2706"/>
                  </a:cubicBezTo>
                  <a:cubicBezTo>
                    <a:pt x="1588" y="2622"/>
                    <a:pt x="1368" y="2550"/>
                    <a:pt x="1152" y="2478"/>
                  </a:cubicBezTo>
                  <a:lnTo>
                    <a:pt x="992" y="2422"/>
                  </a:lnTo>
                  <a:cubicBezTo>
                    <a:pt x="940" y="2402"/>
                    <a:pt x="880" y="2382"/>
                    <a:pt x="836" y="2362"/>
                  </a:cubicBezTo>
                  <a:cubicBezTo>
                    <a:pt x="784" y="2342"/>
                    <a:pt x="736" y="2318"/>
                    <a:pt x="688" y="2290"/>
                  </a:cubicBezTo>
                  <a:cubicBezTo>
                    <a:pt x="548" y="2214"/>
                    <a:pt x="432" y="2102"/>
                    <a:pt x="348" y="1962"/>
                  </a:cubicBezTo>
                  <a:cubicBezTo>
                    <a:pt x="292" y="1870"/>
                    <a:pt x="248" y="1770"/>
                    <a:pt x="224" y="1662"/>
                  </a:cubicBezTo>
                  <a:cubicBezTo>
                    <a:pt x="196" y="1558"/>
                    <a:pt x="184" y="1446"/>
                    <a:pt x="184" y="1338"/>
                  </a:cubicBezTo>
                  <a:cubicBezTo>
                    <a:pt x="184" y="1282"/>
                    <a:pt x="184" y="1226"/>
                    <a:pt x="192" y="1170"/>
                  </a:cubicBezTo>
                  <a:lnTo>
                    <a:pt x="200" y="1090"/>
                  </a:lnTo>
                  <a:lnTo>
                    <a:pt x="212" y="1006"/>
                  </a:lnTo>
                  <a:cubicBezTo>
                    <a:pt x="236" y="890"/>
                    <a:pt x="240" y="770"/>
                    <a:pt x="220" y="650"/>
                  </a:cubicBezTo>
                  <a:cubicBezTo>
                    <a:pt x="204" y="551"/>
                    <a:pt x="171" y="457"/>
                    <a:pt x="122" y="371"/>
                  </a:cubicBezTo>
                  <a:lnTo>
                    <a:pt x="122" y="371"/>
                  </a:lnTo>
                  <a:cubicBezTo>
                    <a:pt x="132" y="372"/>
                    <a:pt x="142" y="372"/>
                    <a:pt x="153" y="372"/>
                  </a:cubicBezTo>
                  <a:cubicBezTo>
                    <a:pt x="224" y="372"/>
                    <a:pt x="295" y="363"/>
                    <a:pt x="364" y="346"/>
                  </a:cubicBezTo>
                  <a:cubicBezTo>
                    <a:pt x="464" y="326"/>
                    <a:pt x="564" y="294"/>
                    <a:pt x="656" y="254"/>
                  </a:cubicBezTo>
                  <a:cubicBezTo>
                    <a:pt x="700" y="234"/>
                    <a:pt x="748" y="214"/>
                    <a:pt x="792" y="198"/>
                  </a:cubicBezTo>
                  <a:cubicBezTo>
                    <a:pt x="840" y="186"/>
                    <a:pt x="884" y="170"/>
                    <a:pt x="936" y="158"/>
                  </a:cubicBezTo>
                  <a:cubicBezTo>
                    <a:pt x="1032" y="138"/>
                    <a:pt x="1132" y="118"/>
                    <a:pt x="1228" y="110"/>
                  </a:cubicBezTo>
                  <a:cubicBezTo>
                    <a:pt x="1328" y="98"/>
                    <a:pt x="1428" y="90"/>
                    <a:pt x="1528" y="90"/>
                  </a:cubicBezTo>
                  <a:cubicBezTo>
                    <a:pt x="1568" y="89"/>
                    <a:pt x="1609" y="88"/>
                    <a:pt x="1650" y="88"/>
                  </a:cubicBezTo>
                  <a:cubicBezTo>
                    <a:pt x="1707" y="88"/>
                    <a:pt x="1766" y="90"/>
                    <a:pt x="1825" y="94"/>
                  </a:cubicBezTo>
                  <a:cubicBezTo>
                    <a:pt x="1921" y="98"/>
                    <a:pt x="2021" y="106"/>
                    <a:pt x="2117" y="122"/>
                  </a:cubicBezTo>
                  <a:cubicBezTo>
                    <a:pt x="2165" y="130"/>
                    <a:pt x="2213" y="134"/>
                    <a:pt x="2261" y="146"/>
                  </a:cubicBezTo>
                  <a:lnTo>
                    <a:pt x="2333" y="162"/>
                  </a:lnTo>
                  <a:lnTo>
                    <a:pt x="2405" y="178"/>
                  </a:lnTo>
                  <a:cubicBezTo>
                    <a:pt x="2453" y="190"/>
                    <a:pt x="2493" y="206"/>
                    <a:pt x="2537" y="222"/>
                  </a:cubicBezTo>
                  <a:cubicBezTo>
                    <a:pt x="2557" y="230"/>
                    <a:pt x="2581" y="242"/>
                    <a:pt x="2605" y="254"/>
                  </a:cubicBezTo>
                  <a:lnTo>
                    <a:pt x="2633" y="266"/>
                  </a:lnTo>
                  <a:lnTo>
                    <a:pt x="2661" y="286"/>
                  </a:lnTo>
                  <a:cubicBezTo>
                    <a:pt x="2741" y="334"/>
                    <a:pt x="2809" y="398"/>
                    <a:pt x="2861" y="474"/>
                  </a:cubicBezTo>
                  <a:cubicBezTo>
                    <a:pt x="2921" y="554"/>
                    <a:pt x="2969" y="634"/>
                    <a:pt x="3013" y="722"/>
                  </a:cubicBezTo>
                  <a:cubicBezTo>
                    <a:pt x="3057" y="810"/>
                    <a:pt x="3097" y="898"/>
                    <a:pt x="3137" y="990"/>
                  </a:cubicBezTo>
                  <a:lnTo>
                    <a:pt x="3253" y="1266"/>
                  </a:lnTo>
                  <a:cubicBezTo>
                    <a:pt x="3293" y="1362"/>
                    <a:pt x="3341" y="1454"/>
                    <a:pt x="3401" y="1538"/>
                  </a:cubicBezTo>
                  <a:lnTo>
                    <a:pt x="3425" y="1574"/>
                  </a:lnTo>
                  <a:lnTo>
                    <a:pt x="3453" y="1598"/>
                  </a:lnTo>
                  <a:lnTo>
                    <a:pt x="3465" y="1610"/>
                  </a:lnTo>
                  <a:cubicBezTo>
                    <a:pt x="3473" y="1618"/>
                    <a:pt x="3477" y="1622"/>
                    <a:pt x="3485" y="1626"/>
                  </a:cubicBezTo>
                  <a:lnTo>
                    <a:pt x="3513" y="1646"/>
                  </a:lnTo>
                  <a:cubicBezTo>
                    <a:pt x="3553" y="1678"/>
                    <a:pt x="3589" y="1710"/>
                    <a:pt x="3629" y="1742"/>
                  </a:cubicBezTo>
                  <a:cubicBezTo>
                    <a:pt x="3701" y="1810"/>
                    <a:pt x="3769" y="1878"/>
                    <a:pt x="3833" y="1958"/>
                  </a:cubicBezTo>
                  <a:lnTo>
                    <a:pt x="3841" y="1946"/>
                  </a:lnTo>
                  <a:cubicBezTo>
                    <a:pt x="3789" y="1862"/>
                    <a:pt x="3725" y="1782"/>
                    <a:pt x="3657" y="1710"/>
                  </a:cubicBezTo>
                  <a:cubicBezTo>
                    <a:pt x="3621" y="1670"/>
                    <a:pt x="3585" y="1634"/>
                    <a:pt x="3549" y="1602"/>
                  </a:cubicBezTo>
                  <a:lnTo>
                    <a:pt x="3521" y="1574"/>
                  </a:lnTo>
                  <a:cubicBezTo>
                    <a:pt x="3517" y="1570"/>
                    <a:pt x="3513" y="1570"/>
                    <a:pt x="3509" y="1566"/>
                  </a:cubicBezTo>
                  <a:lnTo>
                    <a:pt x="3497" y="1550"/>
                  </a:lnTo>
                  <a:lnTo>
                    <a:pt x="3473" y="1522"/>
                  </a:lnTo>
                  <a:lnTo>
                    <a:pt x="3453" y="1494"/>
                  </a:lnTo>
                  <a:cubicBezTo>
                    <a:pt x="3405" y="1410"/>
                    <a:pt x="3365" y="1322"/>
                    <a:pt x="3333" y="1230"/>
                  </a:cubicBezTo>
                  <a:lnTo>
                    <a:pt x="3233" y="950"/>
                  </a:lnTo>
                  <a:cubicBezTo>
                    <a:pt x="3197" y="854"/>
                    <a:pt x="3157" y="762"/>
                    <a:pt x="3113" y="670"/>
                  </a:cubicBezTo>
                  <a:cubicBezTo>
                    <a:pt x="3069" y="574"/>
                    <a:pt x="3017" y="486"/>
                    <a:pt x="2957" y="402"/>
                  </a:cubicBezTo>
                  <a:cubicBezTo>
                    <a:pt x="2893" y="314"/>
                    <a:pt x="2817" y="238"/>
                    <a:pt x="2725" y="178"/>
                  </a:cubicBezTo>
                  <a:lnTo>
                    <a:pt x="2689" y="154"/>
                  </a:lnTo>
                  <a:lnTo>
                    <a:pt x="2653" y="138"/>
                  </a:lnTo>
                  <a:cubicBezTo>
                    <a:pt x="2629" y="130"/>
                    <a:pt x="2609" y="118"/>
                    <a:pt x="2585" y="106"/>
                  </a:cubicBezTo>
                  <a:cubicBezTo>
                    <a:pt x="2533" y="90"/>
                    <a:pt x="2485" y="74"/>
                    <a:pt x="2433" y="62"/>
                  </a:cubicBezTo>
                  <a:lnTo>
                    <a:pt x="2357" y="42"/>
                  </a:lnTo>
                  <a:lnTo>
                    <a:pt x="2281" y="30"/>
                  </a:lnTo>
                  <a:cubicBezTo>
                    <a:pt x="2229" y="22"/>
                    <a:pt x="2181" y="14"/>
                    <a:pt x="2129" y="10"/>
                  </a:cubicBezTo>
                  <a:cubicBezTo>
                    <a:pt x="2055" y="4"/>
                    <a:pt x="1982" y="1"/>
                    <a:pt x="19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371682" y="2363452"/>
              <a:ext cx="208131" cy="385436"/>
            </a:xfrm>
            <a:custGeom>
              <a:avLst/>
              <a:gdLst/>
              <a:ahLst/>
              <a:cxnLst/>
              <a:rect l="l" t="t" r="r" b="b"/>
              <a:pathLst>
                <a:path w="1033" h="1913" extrusionOk="0">
                  <a:moveTo>
                    <a:pt x="549" y="0"/>
                  </a:moveTo>
                  <a:cubicBezTo>
                    <a:pt x="541" y="44"/>
                    <a:pt x="549" y="92"/>
                    <a:pt x="573" y="132"/>
                  </a:cubicBezTo>
                  <a:cubicBezTo>
                    <a:pt x="593" y="172"/>
                    <a:pt x="617" y="208"/>
                    <a:pt x="645" y="244"/>
                  </a:cubicBezTo>
                  <a:cubicBezTo>
                    <a:pt x="705" y="312"/>
                    <a:pt x="769" y="376"/>
                    <a:pt x="821" y="440"/>
                  </a:cubicBezTo>
                  <a:cubicBezTo>
                    <a:pt x="849" y="472"/>
                    <a:pt x="869" y="508"/>
                    <a:pt x="885" y="544"/>
                  </a:cubicBezTo>
                  <a:cubicBezTo>
                    <a:pt x="901" y="584"/>
                    <a:pt x="917" y="624"/>
                    <a:pt x="925" y="664"/>
                  </a:cubicBezTo>
                  <a:cubicBezTo>
                    <a:pt x="945" y="744"/>
                    <a:pt x="953" y="828"/>
                    <a:pt x="953" y="912"/>
                  </a:cubicBezTo>
                  <a:cubicBezTo>
                    <a:pt x="953" y="956"/>
                    <a:pt x="945" y="996"/>
                    <a:pt x="941" y="1040"/>
                  </a:cubicBezTo>
                  <a:cubicBezTo>
                    <a:pt x="937" y="1060"/>
                    <a:pt x="933" y="1080"/>
                    <a:pt x="925" y="1100"/>
                  </a:cubicBezTo>
                  <a:cubicBezTo>
                    <a:pt x="921" y="1120"/>
                    <a:pt x="913" y="1140"/>
                    <a:pt x="909" y="1160"/>
                  </a:cubicBezTo>
                  <a:cubicBezTo>
                    <a:pt x="877" y="1244"/>
                    <a:pt x="845" y="1328"/>
                    <a:pt x="821" y="1412"/>
                  </a:cubicBezTo>
                  <a:cubicBezTo>
                    <a:pt x="809" y="1456"/>
                    <a:pt x="797" y="1496"/>
                    <a:pt x="789" y="1544"/>
                  </a:cubicBezTo>
                  <a:cubicBezTo>
                    <a:pt x="777" y="1588"/>
                    <a:pt x="773" y="1632"/>
                    <a:pt x="773" y="1676"/>
                  </a:cubicBezTo>
                  <a:cubicBezTo>
                    <a:pt x="773" y="1724"/>
                    <a:pt x="781" y="1768"/>
                    <a:pt x="801" y="1812"/>
                  </a:cubicBezTo>
                  <a:cubicBezTo>
                    <a:pt x="807" y="1824"/>
                    <a:pt x="814" y="1836"/>
                    <a:pt x="822" y="1846"/>
                  </a:cubicBezTo>
                  <a:lnTo>
                    <a:pt x="822" y="1846"/>
                  </a:lnTo>
                  <a:cubicBezTo>
                    <a:pt x="751" y="1808"/>
                    <a:pt x="680" y="1768"/>
                    <a:pt x="609" y="1728"/>
                  </a:cubicBezTo>
                  <a:cubicBezTo>
                    <a:pt x="585" y="1716"/>
                    <a:pt x="561" y="1704"/>
                    <a:pt x="541" y="1688"/>
                  </a:cubicBezTo>
                  <a:cubicBezTo>
                    <a:pt x="521" y="1668"/>
                    <a:pt x="509" y="1648"/>
                    <a:pt x="501" y="1624"/>
                  </a:cubicBezTo>
                  <a:cubicBezTo>
                    <a:pt x="481" y="1576"/>
                    <a:pt x="461" y="1524"/>
                    <a:pt x="449" y="1468"/>
                  </a:cubicBezTo>
                  <a:cubicBezTo>
                    <a:pt x="437" y="1412"/>
                    <a:pt x="421" y="1356"/>
                    <a:pt x="401" y="1304"/>
                  </a:cubicBezTo>
                  <a:cubicBezTo>
                    <a:pt x="389" y="1276"/>
                    <a:pt x="377" y="1248"/>
                    <a:pt x="361" y="1224"/>
                  </a:cubicBezTo>
                  <a:cubicBezTo>
                    <a:pt x="345" y="1196"/>
                    <a:pt x="329" y="1172"/>
                    <a:pt x="309" y="1152"/>
                  </a:cubicBezTo>
                  <a:cubicBezTo>
                    <a:pt x="225" y="1068"/>
                    <a:pt x="117" y="1012"/>
                    <a:pt x="1" y="988"/>
                  </a:cubicBezTo>
                  <a:lnTo>
                    <a:pt x="1" y="992"/>
                  </a:lnTo>
                  <a:cubicBezTo>
                    <a:pt x="105" y="1032"/>
                    <a:pt x="197" y="1096"/>
                    <a:pt x="273" y="1180"/>
                  </a:cubicBezTo>
                  <a:cubicBezTo>
                    <a:pt x="289" y="1200"/>
                    <a:pt x="301" y="1224"/>
                    <a:pt x="313" y="1244"/>
                  </a:cubicBezTo>
                  <a:cubicBezTo>
                    <a:pt x="325" y="1272"/>
                    <a:pt x="337" y="1296"/>
                    <a:pt x="345" y="1320"/>
                  </a:cubicBezTo>
                  <a:cubicBezTo>
                    <a:pt x="365" y="1372"/>
                    <a:pt x="377" y="1428"/>
                    <a:pt x="393" y="1484"/>
                  </a:cubicBezTo>
                  <a:cubicBezTo>
                    <a:pt x="405" y="1540"/>
                    <a:pt x="425" y="1596"/>
                    <a:pt x="449" y="1648"/>
                  </a:cubicBezTo>
                  <a:cubicBezTo>
                    <a:pt x="461" y="1680"/>
                    <a:pt x="481" y="1704"/>
                    <a:pt x="509" y="1724"/>
                  </a:cubicBezTo>
                  <a:cubicBezTo>
                    <a:pt x="533" y="1740"/>
                    <a:pt x="561" y="1756"/>
                    <a:pt x="589" y="1768"/>
                  </a:cubicBezTo>
                  <a:cubicBezTo>
                    <a:pt x="682" y="1808"/>
                    <a:pt x="778" y="1850"/>
                    <a:pt x="869" y="1893"/>
                  </a:cubicBezTo>
                  <a:lnTo>
                    <a:pt x="869" y="1893"/>
                  </a:lnTo>
                  <a:cubicBezTo>
                    <a:pt x="878" y="1900"/>
                    <a:pt x="887" y="1907"/>
                    <a:pt x="897" y="1912"/>
                  </a:cubicBezTo>
                  <a:lnTo>
                    <a:pt x="899" y="1908"/>
                  </a:lnTo>
                  <a:lnTo>
                    <a:pt x="899" y="1908"/>
                  </a:lnTo>
                  <a:cubicBezTo>
                    <a:pt x="900" y="1908"/>
                    <a:pt x="900" y="1908"/>
                    <a:pt x="901" y="1908"/>
                  </a:cubicBezTo>
                  <a:lnTo>
                    <a:pt x="904" y="1900"/>
                  </a:lnTo>
                  <a:lnTo>
                    <a:pt x="909" y="1892"/>
                  </a:lnTo>
                  <a:cubicBezTo>
                    <a:pt x="908" y="1892"/>
                    <a:pt x="908" y="1892"/>
                    <a:pt x="907" y="1892"/>
                  </a:cubicBezTo>
                  <a:lnTo>
                    <a:pt x="907" y="1892"/>
                  </a:lnTo>
                  <a:lnTo>
                    <a:pt x="909" y="1888"/>
                  </a:lnTo>
                  <a:cubicBezTo>
                    <a:pt x="873" y="1868"/>
                    <a:pt x="841" y="1840"/>
                    <a:pt x="825" y="1800"/>
                  </a:cubicBezTo>
                  <a:cubicBezTo>
                    <a:pt x="817" y="1780"/>
                    <a:pt x="809" y="1760"/>
                    <a:pt x="805" y="1740"/>
                  </a:cubicBezTo>
                  <a:cubicBezTo>
                    <a:pt x="805" y="1720"/>
                    <a:pt x="805" y="1700"/>
                    <a:pt x="805" y="1676"/>
                  </a:cubicBezTo>
                  <a:cubicBezTo>
                    <a:pt x="809" y="1636"/>
                    <a:pt x="817" y="1592"/>
                    <a:pt x="829" y="1552"/>
                  </a:cubicBezTo>
                  <a:cubicBezTo>
                    <a:pt x="841" y="1508"/>
                    <a:pt x="853" y="1468"/>
                    <a:pt x="869" y="1428"/>
                  </a:cubicBezTo>
                  <a:cubicBezTo>
                    <a:pt x="901" y="1348"/>
                    <a:pt x="937" y="1268"/>
                    <a:pt x="969" y="1184"/>
                  </a:cubicBezTo>
                  <a:cubicBezTo>
                    <a:pt x="977" y="1164"/>
                    <a:pt x="985" y="1140"/>
                    <a:pt x="993" y="1120"/>
                  </a:cubicBezTo>
                  <a:cubicBezTo>
                    <a:pt x="1001" y="1100"/>
                    <a:pt x="1005" y="1076"/>
                    <a:pt x="1009" y="1056"/>
                  </a:cubicBezTo>
                  <a:cubicBezTo>
                    <a:pt x="1017" y="1008"/>
                    <a:pt x="1025" y="964"/>
                    <a:pt x="1029" y="920"/>
                  </a:cubicBezTo>
                  <a:cubicBezTo>
                    <a:pt x="1033" y="828"/>
                    <a:pt x="1021" y="736"/>
                    <a:pt x="997" y="644"/>
                  </a:cubicBezTo>
                  <a:cubicBezTo>
                    <a:pt x="985" y="600"/>
                    <a:pt x="969" y="560"/>
                    <a:pt x="949" y="516"/>
                  </a:cubicBezTo>
                  <a:cubicBezTo>
                    <a:pt x="925" y="476"/>
                    <a:pt x="897" y="436"/>
                    <a:pt x="865" y="404"/>
                  </a:cubicBezTo>
                  <a:cubicBezTo>
                    <a:pt x="805" y="336"/>
                    <a:pt x="737" y="280"/>
                    <a:pt x="677" y="220"/>
                  </a:cubicBezTo>
                  <a:cubicBezTo>
                    <a:pt x="645" y="188"/>
                    <a:pt x="617" y="156"/>
                    <a:pt x="593" y="120"/>
                  </a:cubicBezTo>
                  <a:cubicBezTo>
                    <a:pt x="569" y="84"/>
                    <a:pt x="557" y="40"/>
                    <a:pt x="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129901" y="2815580"/>
              <a:ext cx="354811" cy="308873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7" y="0"/>
                  </a:moveTo>
                  <a:cubicBezTo>
                    <a:pt x="1153" y="44"/>
                    <a:pt x="1197" y="80"/>
                    <a:pt x="1245" y="104"/>
                  </a:cubicBezTo>
                  <a:cubicBezTo>
                    <a:pt x="1297" y="128"/>
                    <a:pt x="1349" y="144"/>
                    <a:pt x="1405" y="156"/>
                  </a:cubicBezTo>
                  <a:cubicBezTo>
                    <a:pt x="1433" y="160"/>
                    <a:pt x="1461" y="160"/>
                    <a:pt x="1489" y="160"/>
                  </a:cubicBezTo>
                  <a:cubicBezTo>
                    <a:pt x="1517" y="160"/>
                    <a:pt x="1545" y="160"/>
                    <a:pt x="1573" y="156"/>
                  </a:cubicBezTo>
                  <a:lnTo>
                    <a:pt x="1657" y="148"/>
                  </a:lnTo>
                  <a:lnTo>
                    <a:pt x="1691" y="140"/>
                  </a:lnTo>
                  <a:lnTo>
                    <a:pt x="1691" y="140"/>
                  </a:lnTo>
                  <a:cubicBezTo>
                    <a:pt x="1686" y="169"/>
                    <a:pt x="1679" y="199"/>
                    <a:pt x="1669" y="228"/>
                  </a:cubicBezTo>
                  <a:cubicBezTo>
                    <a:pt x="1649" y="268"/>
                    <a:pt x="1625" y="308"/>
                    <a:pt x="1593" y="340"/>
                  </a:cubicBezTo>
                  <a:cubicBezTo>
                    <a:pt x="1561" y="372"/>
                    <a:pt x="1521" y="400"/>
                    <a:pt x="1477" y="416"/>
                  </a:cubicBezTo>
                  <a:cubicBezTo>
                    <a:pt x="1433" y="436"/>
                    <a:pt x="1389" y="452"/>
                    <a:pt x="1345" y="468"/>
                  </a:cubicBezTo>
                  <a:cubicBezTo>
                    <a:pt x="1253" y="500"/>
                    <a:pt x="1161" y="528"/>
                    <a:pt x="1069" y="560"/>
                  </a:cubicBezTo>
                  <a:cubicBezTo>
                    <a:pt x="977" y="596"/>
                    <a:pt x="889" y="640"/>
                    <a:pt x="805" y="688"/>
                  </a:cubicBezTo>
                  <a:cubicBezTo>
                    <a:pt x="765" y="716"/>
                    <a:pt x="725" y="744"/>
                    <a:pt x="685" y="776"/>
                  </a:cubicBezTo>
                  <a:cubicBezTo>
                    <a:pt x="645" y="804"/>
                    <a:pt x="609" y="836"/>
                    <a:pt x="573" y="872"/>
                  </a:cubicBezTo>
                  <a:cubicBezTo>
                    <a:pt x="505" y="940"/>
                    <a:pt x="433" y="1008"/>
                    <a:pt x="369" y="1080"/>
                  </a:cubicBezTo>
                  <a:cubicBezTo>
                    <a:pt x="305" y="1152"/>
                    <a:pt x="241" y="1224"/>
                    <a:pt x="181" y="1296"/>
                  </a:cubicBezTo>
                  <a:cubicBezTo>
                    <a:pt x="117" y="1372"/>
                    <a:pt x="57" y="1448"/>
                    <a:pt x="1" y="1528"/>
                  </a:cubicBezTo>
                  <a:lnTo>
                    <a:pt x="5" y="1532"/>
                  </a:lnTo>
                  <a:lnTo>
                    <a:pt x="213" y="1332"/>
                  </a:lnTo>
                  <a:lnTo>
                    <a:pt x="421" y="1128"/>
                  </a:lnTo>
                  <a:lnTo>
                    <a:pt x="625" y="928"/>
                  </a:lnTo>
                  <a:cubicBezTo>
                    <a:pt x="661" y="896"/>
                    <a:pt x="693" y="864"/>
                    <a:pt x="729" y="832"/>
                  </a:cubicBezTo>
                  <a:cubicBezTo>
                    <a:pt x="765" y="804"/>
                    <a:pt x="801" y="772"/>
                    <a:pt x="841" y="748"/>
                  </a:cubicBezTo>
                  <a:cubicBezTo>
                    <a:pt x="881" y="720"/>
                    <a:pt x="917" y="696"/>
                    <a:pt x="961" y="672"/>
                  </a:cubicBezTo>
                  <a:cubicBezTo>
                    <a:pt x="1001" y="648"/>
                    <a:pt x="1045" y="624"/>
                    <a:pt x="1085" y="604"/>
                  </a:cubicBezTo>
                  <a:cubicBezTo>
                    <a:pt x="1173" y="560"/>
                    <a:pt x="1261" y="524"/>
                    <a:pt x="1353" y="492"/>
                  </a:cubicBezTo>
                  <a:cubicBezTo>
                    <a:pt x="1397" y="476"/>
                    <a:pt x="1441" y="460"/>
                    <a:pt x="1489" y="444"/>
                  </a:cubicBezTo>
                  <a:cubicBezTo>
                    <a:pt x="1537" y="424"/>
                    <a:pt x="1581" y="400"/>
                    <a:pt x="1617" y="372"/>
                  </a:cubicBezTo>
                  <a:cubicBezTo>
                    <a:pt x="1657" y="336"/>
                    <a:pt x="1689" y="296"/>
                    <a:pt x="1717" y="252"/>
                  </a:cubicBezTo>
                  <a:cubicBezTo>
                    <a:pt x="1741" y="204"/>
                    <a:pt x="1753" y="156"/>
                    <a:pt x="1761" y="100"/>
                  </a:cubicBezTo>
                  <a:lnTo>
                    <a:pt x="1761" y="64"/>
                  </a:lnTo>
                  <a:lnTo>
                    <a:pt x="1721" y="72"/>
                  </a:lnTo>
                  <a:lnTo>
                    <a:pt x="1645" y="88"/>
                  </a:lnTo>
                  <a:cubicBezTo>
                    <a:pt x="1617" y="92"/>
                    <a:pt x="1593" y="100"/>
                    <a:pt x="1565" y="100"/>
                  </a:cubicBezTo>
                  <a:cubicBezTo>
                    <a:pt x="1537" y="104"/>
                    <a:pt x="1513" y="108"/>
                    <a:pt x="1489" y="108"/>
                  </a:cubicBezTo>
                  <a:lnTo>
                    <a:pt x="1413" y="108"/>
                  </a:lnTo>
                  <a:cubicBezTo>
                    <a:pt x="1357" y="108"/>
                    <a:pt x="1309" y="96"/>
                    <a:pt x="1257" y="80"/>
                  </a:cubicBezTo>
                  <a:cubicBezTo>
                    <a:pt x="1209" y="64"/>
                    <a:pt x="1161" y="36"/>
                    <a:pt x="11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2095246" y="2872801"/>
              <a:ext cx="290336" cy="45334"/>
            </a:xfrm>
            <a:custGeom>
              <a:avLst/>
              <a:gdLst/>
              <a:ahLst/>
              <a:cxnLst/>
              <a:rect l="l" t="t" r="r" b="b"/>
              <a:pathLst>
                <a:path w="1441" h="225" extrusionOk="0">
                  <a:moveTo>
                    <a:pt x="1437" y="0"/>
                  </a:moveTo>
                  <a:lnTo>
                    <a:pt x="1373" y="16"/>
                  </a:lnTo>
                  <a:cubicBezTo>
                    <a:pt x="1333" y="24"/>
                    <a:pt x="1277" y="44"/>
                    <a:pt x="1213" y="64"/>
                  </a:cubicBezTo>
                  <a:cubicBezTo>
                    <a:pt x="1181" y="76"/>
                    <a:pt x="1145" y="88"/>
                    <a:pt x="1105" y="104"/>
                  </a:cubicBezTo>
                  <a:cubicBezTo>
                    <a:pt x="1069" y="120"/>
                    <a:pt x="1033" y="136"/>
                    <a:pt x="989" y="152"/>
                  </a:cubicBezTo>
                  <a:cubicBezTo>
                    <a:pt x="949" y="172"/>
                    <a:pt x="905" y="184"/>
                    <a:pt x="861" y="192"/>
                  </a:cubicBezTo>
                  <a:cubicBezTo>
                    <a:pt x="844" y="194"/>
                    <a:pt x="828" y="195"/>
                    <a:pt x="812" y="195"/>
                  </a:cubicBezTo>
                  <a:cubicBezTo>
                    <a:pt x="784" y="195"/>
                    <a:pt x="756" y="192"/>
                    <a:pt x="729" y="184"/>
                  </a:cubicBezTo>
                  <a:cubicBezTo>
                    <a:pt x="689" y="176"/>
                    <a:pt x="649" y="144"/>
                    <a:pt x="601" y="128"/>
                  </a:cubicBezTo>
                  <a:cubicBezTo>
                    <a:pt x="557" y="112"/>
                    <a:pt x="509" y="100"/>
                    <a:pt x="465" y="96"/>
                  </a:cubicBezTo>
                  <a:cubicBezTo>
                    <a:pt x="439" y="92"/>
                    <a:pt x="413" y="90"/>
                    <a:pt x="387" y="90"/>
                  </a:cubicBezTo>
                  <a:cubicBezTo>
                    <a:pt x="369" y="90"/>
                    <a:pt x="351" y="91"/>
                    <a:pt x="333" y="92"/>
                  </a:cubicBezTo>
                  <a:cubicBezTo>
                    <a:pt x="293" y="96"/>
                    <a:pt x="253" y="104"/>
                    <a:pt x="213" y="112"/>
                  </a:cubicBezTo>
                  <a:cubicBezTo>
                    <a:pt x="157" y="128"/>
                    <a:pt x="105" y="152"/>
                    <a:pt x="53" y="180"/>
                  </a:cubicBezTo>
                  <a:cubicBezTo>
                    <a:pt x="37" y="192"/>
                    <a:pt x="17" y="204"/>
                    <a:pt x="1" y="216"/>
                  </a:cubicBezTo>
                  <a:lnTo>
                    <a:pt x="1" y="224"/>
                  </a:lnTo>
                  <a:lnTo>
                    <a:pt x="65" y="208"/>
                  </a:lnTo>
                  <a:cubicBezTo>
                    <a:pt x="85" y="200"/>
                    <a:pt x="109" y="196"/>
                    <a:pt x="137" y="188"/>
                  </a:cubicBezTo>
                  <a:cubicBezTo>
                    <a:pt x="165" y="184"/>
                    <a:pt x="193" y="176"/>
                    <a:pt x="229" y="172"/>
                  </a:cubicBezTo>
                  <a:cubicBezTo>
                    <a:pt x="275" y="167"/>
                    <a:pt x="322" y="164"/>
                    <a:pt x="369" y="164"/>
                  </a:cubicBezTo>
                  <a:cubicBezTo>
                    <a:pt x="398" y="164"/>
                    <a:pt x="428" y="165"/>
                    <a:pt x="457" y="168"/>
                  </a:cubicBezTo>
                  <a:cubicBezTo>
                    <a:pt x="497" y="168"/>
                    <a:pt x="541" y="176"/>
                    <a:pt x="581" y="188"/>
                  </a:cubicBezTo>
                  <a:cubicBezTo>
                    <a:pt x="629" y="204"/>
                    <a:pt x="673" y="216"/>
                    <a:pt x="721" y="224"/>
                  </a:cubicBezTo>
                  <a:cubicBezTo>
                    <a:pt x="745" y="224"/>
                    <a:pt x="769" y="224"/>
                    <a:pt x="793" y="220"/>
                  </a:cubicBezTo>
                  <a:cubicBezTo>
                    <a:pt x="817" y="220"/>
                    <a:pt x="841" y="212"/>
                    <a:pt x="865" y="212"/>
                  </a:cubicBezTo>
                  <a:lnTo>
                    <a:pt x="1001" y="188"/>
                  </a:lnTo>
                  <a:cubicBezTo>
                    <a:pt x="1041" y="184"/>
                    <a:pt x="1085" y="172"/>
                    <a:pt x="1125" y="164"/>
                  </a:cubicBezTo>
                  <a:cubicBezTo>
                    <a:pt x="1165" y="152"/>
                    <a:pt x="1201" y="136"/>
                    <a:pt x="1233" y="124"/>
                  </a:cubicBezTo>
                  <a:cubicBezTo>
                    <a:pt x="1305" y="92"/>
                    <a:pt x="1377" y="52"/>
                    <a:pt x="1441" y="4"/>
                  </a:cubicBezTo>
                  <a:lnTo>
                    <a:pt x="14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2304789" y="2585889"/>
              <a:ext cx="214579" cy="193625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1" y="0"/>
                  </a:moveTo>
                  <a:lnTo>
                    <a:pt x="1" y="8"/>
                  </a:lnTo>
                  <a:lnTo>
                    <a:pt x="13" y="16"/>
                  </a:lnTo>
                  <a:cubicBezTo>
                    <a:pt x="29" y="20"/>
                    <a:pt x="41" y="24"/>
                    <a:pt x="53" y="36"/>
                  </a:cubicBezTo>
                  <a:cubicBezTo>
                    <a:pt x="73" y="48"/>
                    <a:pt x="89" y="64"/>
                    <a:pt x="101" y="84"/>
                  </a:cubicBezTo>
                  <a:cubicBezTo>
                    <a:pt x="117" y="112"/>
                    <a:pt x="129" y="140"/>
                    <a:pt x="141" y="168"/>
                  </a:cubicBezTo>
                  <a:cubicBezTo>
                    <a:pt x="161" y="236"/>
                    <a:pt x="181" y="316"/>
                    <a:pt x="213" y="404"/>
                  </a:cubicBezTo>
                  <a:cubicBezTo>
                    <a:pt x="229" y="452"/>
                    <a:pt x="245" y="496"/>
                    <a:pt x="265" y="540"/>
                  </a:cubicBezTo>
                  <a:cubicBezTo>
                    <a:pt x="277" y="560"/>
                    <a:pt x="289" y="584"/>
                    <a:pt x="301" y="604"/>
                  </a:cubicBezTo>
                  <a:cubicBezTo>
                    <a:pt x="317" y="624"/>
                    <a:pt x="333" y="644"/>
                    <a:pt x="349" y="664"/>
                  </a:cubicBezTo>
                  <a:cubicBezTo>
                    <a:pt x="381" y="704"/>
                    <a:pt x="421" y="736"/>
                    <a:pt x="461" y="764"/>
                  </a:cubicBezTo>
                  <a:cubicBezTo>
                    <a:pt x="501" y="796"/>
                    <a:pt x="541" y="820"/>
                    <a:pt x="581" y="844"/>
                  </a:cubicBezTo>
                  <a:cubicBezTo>
                    <a:pt x="617" y="868"/>
                    <a:pt x="657" y="892"/>
                    <a:pt x="701" y="908"/>
                  </a:cubicBezTo>
                  <a:cubicBezTo>
                    <a:pt x="737" y="924"/>
                    <a:pt x="777" y="936"/>
                    <a:pt x="817" y="944"/>
                  </a:cubicBezTo>
                  <a:cubicBezTo>
                    <a:pt x="877" y="956"/>
                    <a:pt x="937" y="960"/>
                    <a:pt x="997" y="960"/>
                  </a:cubicBezTo>
                  <a:cubicBezTo>
                    <a:pt x="1017" y="960"/>
                    <a:pt x="1041" y="956"/>
                    <a:pt x="1065" y="952"/>
                  </a:cubicBezTo>
                  <a:lnTo>
                    <a:pt x="1065" y="944"/>
                  </a:lnTo>
                  <a:cubicBezTo>
                    <a:pt x="1065" y="944"/>
                    <a:pt x="965" y="924"/>
                    <a:pt x="829" y="884"/>
                  </a:cubicBezTo>
                  <a:cubicBezTo>
                    <a:pt x="797" y="876"/>
                    <a:pt x="761" y="864"/>
                    <a:pt x="721" y="848"/>
                  </a:cubicBezTo>
                  <a:cubicBezTo>
                    <a:pt x="681" y="836"/>
                    <a:pt x="641" y="828"/>
                    <a:pt x="597" y="812"/>
                  </a:cubicBezTo>
                  <a:cubicBezTo>
                    <a:pt x="553" y="796"/>
                    <a:pt x="513" y="772"/>
                    <a:pt x="473" y="748"/>
                  </a:cubicBezTo>
                  <a:cubicBezTo>
                    <a:pt x="437" y="720"/>
                    <a:pt x="405" y="684"/>
                    <a:pt x="381" y="644"/>
                  </a:cubicBezTo>
                  <a:cubicBezTo>
                    <a:pt x="357" y="604"/>
                    <a:pt x="337" y="560"/>
                    <a:pt x="321" y="516"/>
                  </a:cubicBezTo>
                  <a:cubicBezTo>
                    <a:pt x="305" y="472"/>
                    <a:pt x="293" y="428"/>
                    <a:pt x="281" y="384"/>
                  </a:cubicBezTo>
                  <a:cubicBezTo>
                    <a:pt x="269" y="340"/>
                    <a:pt x="257" y="300"/>
                    <a:pt x="241" y="260"/>
                  </a:cubicBezTo>
                  <a:cubicBezTo>
                    <a:pt x="229" y="220"/>
                    <a:pt x="213" y="184"/>
                    <a:pt x="197" y="148"/>
                  </a:cubicBezTo>
                  <a:cubicBezTo>
                    <a:pt x="181" y="112"/>
                    <a:pt x="161" y="84"/>
                    <a:pt x="137" y="60"/>
                  </a:cubicBezTo>
                  <a:cubicBezTo>
                    <a:pt x="125" y="48"/>
                    <a:pt x="113" y="36"/>
                    <a:pt x="101" y="28"/>
                  </a:cubicBezTo>
                  <a:cubicBezTo>
                    <a:pt x="93" y="20"/>
                    <a:pt x="81" y="16"/>
                    <a:pt x="69" y="12"/>
                  </a:cubicBezTo>
                  <a:cubicBezTo>
                    <a:pt x="53" y="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2239508" y="2695496"/>
              <a:ext cx="275830" cy="117061"/>
            </a:xfrm>
            <a:custGeom>
              <a:avLst/>
              <a:gdLst/>
              <a:ahLst/>
              <a:cxnLst/>
              <a:rect l="l" t="t" r="r" b="b"/>
              <a:pathLst>
                <a:path w="1369" h="581" extrusionOk="0">
                  <a:moveTo>
                    <a:pt x="1" y="0"/>
                  </a:moveTo>
                  <a:cubicBezTo>
                    <a:pt x="13" y="20"/>
                    <a:pt x="25" y="40"/>
                    <a:pt x="37" y="56"/>
                  </a:cubicBezTo>
                  <a:cubicBezTo>
                    <a:pt x="69" y="104"/>
                    <a:pt x="109" y="152"/>
                    <a:pt x="153" y="192"/>
                  </a:cubicBezTo>
                  <a:cubicBezTo>
                    <a:pt x="181" y="216"/>
                    <a:pt x="213" y="244"/>
                    <a:pt x="245" y="264"/>
                  </a:cubicBezTo>
                  <a:cubicBezTo>
                    <a:pt x="281" y="288"/>
                    <a:pt x="317" y="312"/>
                    <a:pt x="357" y="332"/>
                  </a:cubicBezTo>
                  <a:cubicBezTo>
                    <a:pt x="401" y="352"/>
                    <a:pt x="441" y="376"/>
                    <a:pt x="481" y="396"/>
                  </a:cubicBezTo>
                  <a:cubicBezTo>
                    <a:pt x="525" y="412"/>
                    <a:pt x="565" y="444"/>
                    <a:pt x="609" y="464"/>
                  </a:cubicBezTo>
                  <a:lnTo>
                    <a:pt x="677" y="496"/>
                  </a:lnTo>
                  <a:cubicBezTo>
                    <a:pt x="697" y="504"/>
                    <a:pt x="721" y="512"/>
                    <a:pt x="745" y="520"/>
                  </a:cubicBezTo>
                  <a:cubicBezTo>
                    <a:pt x="789" y="536"/>
                    <a:pt x="833" y="552"/>
                    <a:pt x="881" y="560"/>
                  </a:cubicBezTo>
                  <a:cubicBezTo>
                    <a:pt x="925" y="572"/>
                    <a:pt x="969" y="576"/>
                    <a:pt x="1013" y="576"/>
                  </a:cubicBezTo>
                  <a:cubicBezTo>
                    <a:pt x="1033" y="580"/>
                    <a:pt x="1053" y="580"/>
                    <a:pt x="1073" y="580"/>
                  </a:cubicBezTo>
                  <a:lnTo>
                    <a:pt x="1129" y="576"/>
                  </a:lnTo>
                  <a:cubicBezTo>
                    <a:pt x="1165" y="576"/>
                    <a:pt x="1197" y="572"/>
                    <a:pt x="1229" y="564"/>
                  </a:cubicBezTo>
                  <a:cubicBezTo>
                    <a:pt x="1261" y="556"/>
                    <a:pt x="1285" y="552"/>
                    <a:pt x="1305" y="548"/>
                  </a:cubicBezTo>
                  <a:cubicBezTo>
                    <a:pt x="1345" y="536"/>
                    <a:pt x="1369" y="528"/>
                    <a:pt x="1369" y="528"/>
                  </a:cubicBezTo>
                  <a:lnTo>
                    <a:pt x="1369" y="520"/>
                  </a:lnTo>
                  <a:lnTo>
                    <a:pt x="1229" y="520"/>
                  </a:lnTo>
                  <a:cubicBezTo>
                    <a:pt x="1201" y="520"/>
                    <a:pt x="1165" y="516"/>
                    <a:pt x="1133" y="516"/>
                  </a:cubicBezTo>
                  <a:lnTo>
                    <a:pt x="1077" y="516"/>
                  </a:lnTo>
                  <a:lnTo>
                    <a:pt x="1021" y="508"/>
                  </a:lnTo>
                  <a:cubicBezTo>
                    <a:pt x="981" y="504"/>
                    <a:pt x="937" y="500"/>
                    <a:pt x="893" y="492"/>
                  </a:cubicBezTo>
                  <a:cubicBezTo>
                    <a:pt x="849" y="488"/>
                    <a:pt x="805" y="476"/>
                    <a:pt x="761" y="468"/>
                  </a:cubicBezTo>
                  <a:cubicBezTo>
                    <a:pt x="741" y="460"/>
                    <a:pt x="717" y="456"/>
                    <a:pt x="693" y="452"/>
                  </a:cubicBezTo>
                  <a:lnTo>
                    <a:pt x="625" y="432"/>
                  </a:lnTo>
                  <a:cubicBezTo>
                    <a:pt x="581" y="420"/>
                    <a:pt x="537" y="400"/>
                    <a:pt x="493" y="380"/>
                  </a:cubicBezTo>
                  <a:cubicBezTo>
                    <a:pt x="453" y="360"/>
                    <a:pt x="417" y="332"/>
                    <a:pt x="381" y="304"/>
                  </a:cubicBezTo>
                  <a:lnTo>
                    <a:pt x="281" y="224"/>
                  </a:lnTo>
                  <a:cubicBezTo>
                    <a:pt x="249" y="196"/>
                    <a:pt x="217" y="172"/>
                    <a:pt x="189" y="152"/>
                  </a:cubicBezTo>
                  <a:cubicBezTo>
                    <a:pt x="161" y="132"/>
                    <a:pt x="137" y="108"/>
                    <a:pt x="113" y="92"/>
                  </a:cubicBezTo>
                  <a:cubicBezTo>
                    <a:pt x="93" y="72"/>
                    <a:pt x="73" y="56"/>
                    <a:pt x="57" y="44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2600568" y="2433568"/>
              <a:ext cx="126732" cy="333051"/>
            </a:xfrm>
            <a:custGeom>
              <a:avLst/>
              <a:gdLst/>
              <a:ahLst/>
              <a:cxnLst/>
              <a:rect l="l" t="t" r="r" b="b"/>
              <a:pathLst>
                <a:path w="629" h="1653" extrusionOk="0">
                  <a:moveTo>
                    <a:pt x="581" y="0"/>
                  </a:moveTo>
                  <a:cubicBezTo>
                    <a:pt x="589" y="28"/>
                    <a:pt x="589" y="56"/>
                    <a:pt x="589" y="84"/>
                  </a:cubicBezTo>
                  <a:cubicBezTo>
                    <a:pt x="589" y="112"/>
                    <a:pt x="589" y="140"/>
                    <a:pt x="585" y="172"/>
                  </a:cubicBezTo>
                  <a:cubicBezTo>
                    <a:pt x="577" y="208"/>
                    <a:pt x="565" y="240"/>
                    <a:pt x="545" y="272"/>
                  </a:cubicBezTo>
                  <a:cubicBezTo>
                    <a:pt x="533" y="288"/>
                    <a:pt x="517" y="300"/>
                    <a:pt x="501" y="308"/>
                  </a:cubicBezTo>
                  <a:cubicBezTo>
                    <a:pt x="485" y="312"/>
                    <a:pt x="461" y="320"/>
                    <a:pt x="437" y="328"/>
                  </a:cubicBezTo>
                  <a:cubicBezTo>
                    <a:pt x="405" y="336"/>
                    <a:pt x="377" y="352"/>
                    <a:pt x="357" y="372"/>
                  </a:cubicBezTo>
                  <a:cubicBezTo>
                    <a:pt x="333" y="392"/>
                    <a:pt x="313" y="412"/>
                    <a:pt x="297" y="436"/>
                  </a:cubicBezTo>
                  <a:cubicBezTo>
                    <a:pt x="261" y="476"/>
                    <a:pt x="221" y="520"/>
                    <a:pt x="185" y="568"/>
                  </a:cubicBezTo>
                  <a:cubicBezTo>
                    <a:pt x="149" y="616"/>
                    <a:pt x="117" y="668"/>
                    <a:pt x="93" y="724"/>
                  </a:cubicBezTo>
                  <a:cubicBezTo>
                    <a:pt x="65" y="776"/>
                    <a:pt x="41" y="832"/>
                    <a:pt x="25" y="892"/>
                  </a:cubicBezTo>
                  <a:cubicBezTo>
                    <a:pt x="9" y="948"/>
                    <a:pt x="1" y="1004"/>
                    <a:pt x="1" y="1064"/>
                  </a:cubicBezTo>
                  <a:cubicBezTo>
                    <a:pt x="5" y="1120"/>
                    <a:pt x="9" y="1176"/>
                    <a:pt x="21" y="1228"/>
                  </a:cubicBezTo>
                  <a:cubicBezTo>
                    <a:pt x="33" y="1280"/>
                    <a:pt x="49" y="1324"/>
                    <a:pt x="57" y="1368"/>
                  </a:cubicBezTo>
                  <a:cubicBezTo>
                    <a:pt x="77" y="1432"/>
                    <a:pt x="89" y="1500"/>
                    <a:pt x="85" y="1568"/>
                  </a:cubicBezTo>
                  <a:cubicBezTo>
                    <a:pt x="81" y="1584"/>
                    <a:pt x="81" y="1592"/>
                    <a:pt x="81" y="1604"/>
                  </a:cubicBezTo>
                  <a:lnTo>
                    <a:pt x="73" y="1628"/>
                  </a:lnTo>
                  <a:lnTo>
                    <a:pt x="69" y="1648"/>
                  </a:lnTo>
                  <a:lnTo>
                    <a:pt x="73" y="1652"/>
                  </a:lnTo>
                  <a:lnTo>
                    <a:pt x="85" y="1632"/>
                  </a:lnTo>
                  <a:cubicBezTo>
                    <a:pt x="89" y="1628"/>
                    <a:pt x="93" y="1620"/>
                    <a:pt x="101" y="1612"/>
                  </a:cubicBezTo>
                  <a:lnTo>
                    <a:pt x="113" y="1576"/>
                  </a:lnTo>
                  <a:cubicBezTo>
                    <a:pt x="125" y="1544"/>
                    <a:pt x="129" y="1512"/>
                    <a:pt x="129" y="1476"/>
                  </a:cubicBezTo>
                  <a:cubicBezTo>
                    <a:pt x="129" y="1436"/>
                    <a:pt x="125" y="1392"/>
                    <a:pt x="113" y="1352"/>
                  </a:cubicBezTo>
                  <a:cubicBezTo>
                    <a:pt x="105" y="1308"/>
                    <a:pt x="93" y="1260"/>
                    <a:pt x="81" y="1212"/>
                  </a:cubicBezTo>
                  <a:cubicBezTo>
                    <a:pt x="65" y="1164"/>
                    <a:pt x="49" y="1116"/>
                    <a:pt x="37" y="1060"/>
                  </a:cubicBezTo>
                  <a:cubicBezTo>
                    <a:pt x="25" y="1008"/>
                    <a:pt x="29" y="952"/>
                    <a:pt x="45" y="896"/>
                  </a:cubicBezTo>
                  <a:cubicBezTo>
                    <a:pt x="61" y="840"/>
                    <a:pt x="89" y="788"/>
                    <a:pt x="125" y="744"/>
                  </a:cubicBezTo>
                  <a:cubicBezTo>
                    <a:pt x="157" y="696"/>
                    <a:pt x="197" y="652"/>
                    <a:pt x="233" y="608"/>
                  </a:cubicBezTo>
                  <a:cubicBezTo>
                    <a:pt x="273" y="564"/>
                    <a:pt x="309" y="524"/>
                    <a:pt x="349" y="484"/>
                  </a:cubicBezTo>
                  <a:cubicBezTo>
                    <a:pt x="369" y="464"/>
                    <a:pt x="385" y="444"/>
                    <a:pt x="405" y="428"/>
                  </a:cubicBezTo>
                  <a:cubicBezTo>
                    <a:pt x="421" y="416"/>
                    <a:pt x="441" y="404"/>
                    <a:pt x="461" y="396"/>
                  </a:cubicBezTo>
                  <a:cubicBezTo>
                    <a:pt x="485" y="388"/>
                    <a:pt x="513" y="376"/>
                    <a:pt x="537" y="364"/>
                  </a:cubicBezTo>
                  <a:cubicBezTo>
                    <a:pt x="557" y="348"/>
                    <a:pt x="577" y="328"/>
                    <a:pt x="593" y="308"/>
                  </a:cubicBezTo>
                  <a:cubicBezTo>
                    <a:pt x="617" y="268"/>
                    <a:pt x="629" y="224"/>
                    <a:pt x="629" y="180"/>
                  </a:cubicBezTo>
                  <a:cubicBezTo>
                    <a:pt x="629" y="144"/>
                    <a:pt x="625" y="112"/>
                    <a:pt x="617" y="80"/>
                  </a:cubicBezTo>
                  <a:cubicBezTo>
                    <a:pt x="609" y="52"/>
                    <a:pt x="601" y="28"/>
                    <a:pt x="5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2678744" y="2209519"/>
              <a:ext cx="199266" cy="565964"/>
            </a:xfrm>
            <a:custGeom>
              <a:avLst/>
              <a:gdLst/>
              <a:ahLst/>
              <a:cxnLst/>
              <a:rect l="l" t="t" r="r" b="b"/>
              <a:pathLst>
                <a:path w="989" h="2809" extrusionOk="0">
                  <a:moveTo>
                    <a:pt x="833" y="0"/>
                  </a:moveTo>
                  <a:lnTo>
                    <a:pt x="829" y="4"/>
                  </a:lnTo>
                  <a:cubicBezTo>
                    <a:pt x="829" y="4"/>
                    <a:pt x="849" y="48"/>
                    <a:pt x="869" y="132"/>
                  </a:cubicBezTo>
                  <a:cubicBezTo>
                    <a:pt x="881" y="172"/>
                    <a:pt x="893" y="224"/>
                    <a:pt x="905" y="280"/>
                  </a:cubicBezTo>
                  <a:cubicBezTo>
                    <a:pt x="917" y="344"/>
                    <a:pt x="921" y="408"/>
                    <a:pt x="925" y="472"/>
                  </a:cubicBezTo>
                  <a:cubicBezTo>
                    <a:pt x="929" y="548"/>
                    <a:pt x="925" y="624"/>
                    <a:pt x="909" y="700"/>
                  </a:cubicBezTo>
                  <a:cubicBezTo>
                    <a:pt x="897" y="784"/>
                    <a:pt x="873" y="868"/>
                    <a:pt x="833" y="944"/>
                  </a:cubicBezTo>
                  <a:cubicBezTo>
                    <a:pt x="789" y="1028"/>
                    <a:pt x="737" y="1104"/>
                    <a:pt x="677" y="1176"/>
                  </a:cubicBezTo>
                  <a:cubicBezTo>
                    <a:pt x="649" y="1212"/>
                    <a:pt x="613" y="1248"/>
                    <a:pt x="585" y="1284"/>
                  </a:cubicBezTo>
                  <a:lnTo>
                    <a:pt x="485" y="1388"/>
                  </a:lnTo>
                  <a:cubicBezTo>
                    <a:pt x="413" y="1460"/>
                    <a:pt x="349" y="1528"/>
                    <a:pt x="285" y="1600"/>
                  </a:cubicBezTo>
                  <a:cubicBezTo>
                    <a:pt x="217" y="1672"/>
                    <a:pt x="161" y="1748"/>
                    <a:pt x="105" y="1824"/>
                  </a:cubicBezTo>
                  <a:cubicBezTo>
                    <a:pt x="49" y="1904"/>
                    <a:pt x="17" y="1996"/>
                    <a:pt x="21" y="2096"/>
                  </a:cubicBezTo>
                  <a:cubicBezTo>
                    <a:pt x="25" y="2136"/>
                    <a:pt x="33" y="2176"/>
                    <a:pt x="33" y="2212"/>
                  </a:cubicBezTo>
                  <a:lnTo>
                    <a:pt x="33" y="2324"/>
                  </a:lnTo>
                  <a:cubicBezTo>
                    <a:pt x="29" y="2468"/>
                    <a:pt x="17" y="2592"/>
                    <a:pt x="13" y="2676"/>
                  </a:cubicBezTo>
                  <a:cubicBezTo>
                    <a:pt x="5" y="2760"/>
                    <a:pt x="1" y="2808"/>
                    <a:pt x="1" y="2808"/>
                  </a:cubicBezTo>
                  <a:lnTo>
                    <a:pt x="5" y="2808"/>
                  </a:lnTo>
                  <a:cubicBezTo>
                    <a:pt x="5" y="2808"/>
                    <a:pt x="21" y="2760"/>
                    <a:pt x="37" y="2676"/>
                  </a:cubicBezTo>
                  <a:cubicBezTo>
                    <a:pt x="49" y="2636"/>
                    <a:pt x="57" y="2588"/>
                    <a:pt x="69" y="2528"/>
                  </a:cubicBezTo>
                  <a:cubicBezTo>
                    <a:pt x="77" y="2468"/>
                    <a:pt x="85" y="2400"/>
                    <a:pt x="93" y="2328"/>
                  </a:cubicBezTo>
                  <a:cubicBezTo>
                    <a:pt x="93" y="2292"/>
                    <a:pt x="97" y="2252"/>
                    <a:pt x="97" y="2212"/>
                  </a:cubicBezTo>
                  <a:cubicBezTo>
                    <a:pt x="97" y="2168"/>
                    <a:pt x="97" y="2128"/>
                    <a:pt x="89" y="2088"/>
                  </a:cubicBezTo>
                  <a:cubicBezTo>
                    <a:pt x="93" y="2008"/>
                    <a:pt x="117" y="1928"/>
                    <a:pt x="165" y="1864"/>
                  </a:cubicBezTo>
                  <a:cubicBezTo>
                    <a:pt x="213" y="1784"/>
                    <a:pt x="269" y="1712"/>
                    <a:pt x="329" y="1640"/>
                  </a:cubicBezTo>
                  <a:lnTo>
                    <a:pt x="509" y="1416"/>
                  </a:lnTo>
                  <a:lnTo>
                    <a:pt x="693" y="1188"/>
                  </a:lnTo>
                  <a:cubicBezTo>
                    <a:pt x="753" y="1112"/>
                    <a:pt x="817" y="1040"/>
                    <a:pt x="865" y="964"/>
                  </a:cubicBezTo>
                  <a:cubicBezTo>
                    <a:pt x="913" y="884"/>
                    <a:pt x="949" y="800"/>
                    <a:pt x="969" y="712"/>
                  </a:cubicBezTo>
                  <a:cubicBezTo>
                    <a:pt x="985" y="632"/>
                    <a:pt x="989" y="552"/>
                    <a:pt x="981" y="472"/>
                  </a:cubicBezTo>
                  <a:cubicBezTo>
                    <a:pt x="977" y="404"/>
                    <a:pt x="965" y="336"/>
                    <a:pt x="945" y="272"/>
                  </a:cubicBezTo>
                  <a:cubicBezTo>
                    <a:pt x="933" y="220"/>
                    <a:pt x="917" y="168"/>
                    <a:pt x="897" y="120"/>
                  </a:cubicBezTo>
                  <a:cubicBezTo>
                    <a:pt x="881" y="80"/>
                    <a:pt x="857" y="40"/>
                    <a:pt x="8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2756919" y="2420673"/>
              <a:ext cx="387048" cy="332245"/>
            </a:xfrm>
            <a:custGeom>
              <a:avLst/>
              <a:gdLst/>
              <a:ahLst/>
              <a:cxnLst/>
              <a:rect l="l" t="t" r="r" b="b"/>
              <a:pathLst>
                <a:path w="1921" h="1649" extrusionOk="0">
                  <a:moveTo>
                    <a:pt x="1917" y="0"/>
                  </a:moveTo>
                  <a:lnTo>
                    <a:pt x="1909" y="32"/>
                  </a:lnTo>
                  <a:cubicBezTo>
                    <a:pt x="1901" y="60"/>
                    <a:pt x="1893" y="88"/>
                    <a:pt x="1881" y="112"/>
                  </a:cubicBezTo>
                  <a:cubicBezTo>
                    <a:pt x="1869" y="156"/>
                    <a:pt x="1853" y="196"/>
                    <a:pt x="1833" y="236"/>
                  </a:cubicBezTo>
                  <a:cubicBezTo>
                    <a:pt x="1813" y="280"/>
                    <a:pt x="1789" y="332"/>
                    <a:pt x="1757" y="384"/>
                  </a:cubicBezTo>
                  <a:cubicBezTo>
                    <a:pt x="1721" y="444"/>
                    <a:pt x="1681" y="500"/>
                    <a:pt x="1641" y="552"/>
                  </a:cubicBezTo>
                  <a:cubicBezTo>
                    <a:pt x="1597" y="612"/>
                    <a:pt x="1545" y="668"/>
                    <a:pt x="1493" y="720"/>
                  </a:cubicBezTo>
                  <a:cubicBezTo>
                    <a:pt x="1461" y="744"/>
                    <a:pt x="1433" y="772"/>
                    <a:pt x="1401" y="796"/>
                  </a:cubicBezTo>
                  <a:cubicBezTo>
                    <a:pt x="1365" y="820"/>
                    <a:pt x="1329" y="840"/>
                    <a:pt x="1293" y="856"/>
                  </a:cubicBezTo>
                  <a:cubicBezTo>
                    <a:pt x="1217" y="892"/>
                    <a:pt x="1137" y="916"/>
                    <a:pt x="1057" y="932"/>
                  </a:cubicBezTo>
                  <a:cubicBezTo>
                    <a:pt x="1017" y="940"/>
                    <a:pt x="977" y="936"/>
                    <a:pt x="933" y="940"/>
                  </a:cubicBezTo>
                  <a:cubicBezTo>
                    <a:pt x="889" y="944"/>
                    <a:pt x="849" y="948"/>
                    <a:pt x="805" y="952"/>
                  </a:cubicBezTo>
                  <a:cubicBezTo>
                    <a:pt x="721" y="964"/>
                    <a:pt x="637" y="988"/>
                    <a:pt x="561" y="1016"/>
                  </a:cubicBezTo>
                  <a:cubicBezTo>
                    <a:pt x="421" y="1068"/>
                    <a:pt x="293" y="1156"/>
                    <a:pt x="193" y="1268"/>
                  </a:cubicBezTo>
                  <a:cubicBezTo>
                    <a:pt x="153" y="1312"/>
                    <a:pt x="117" y="1360"/>
                    <a:pt x="85" y="1408"/>
                  </a:cubicBezTo>
                  <a:cubicBezTo>
                    <a:pt x="61" y="1448"/>
                    <a:pt x="41" y="1488"/>
                    <a:pt x="29" y="1532"/>
                  </a:cubicBezTo>
                  <a:cubicBezTo>
                    <a:pt x="17" y="1560"/>
                    <a:pt x="9" y="1588"/>
                    <a:pt x="5" y="1620"/>
                  </a:cubicBezTo>
                  <a:lnTo>
                    <a:pt x="1" y="1648"/>
                  </a:lnTo>
                  <a:lnTo>
                    <a:pt x="9" y="1648"/>
                  </a:lnTo>
                  <a:cubicBezTo>
                    <a:pt x="9" y="1648"/>
                    <a:pt x="9" y="1640"/>
                    <a:pt x="17" y="1620"/>
                  </a:cubicBezTo>
                  <a:cubicBezTo>
                    <a:pt x="25" y="1592"/>
                    <a:pt x="37" y="1568"/>
                    <a:pt x="53" y="1544"/>
                  </a:cubicBezTo>
                  <a:cubicBezTo>
                    <a:pt x="73" y="1504"/>
                    <a:pt x="97" y="1468"/>
                    <a:pt x="125" y="1432"/>
                  </a:cubicBezTo>
                  <a:cubicBezTo>
                    <a:pt x="157" y="1388"/>
                    <a:pt x="197" y="1348"/>
                    <a:pt x="237" y="1308"/>
                  </a:cubicBezTo>
                  <a:cubicBezTo>
                    <a:pt x="337" y="1212"/>
                    <a:pt x="457" y="1132"/>
                    <a:pt x="585" y="1080"/>
                  </a:cubicBezTo>
                  <a:cubicBezTo>
                    <a:pt x="661" y="1048"/>
                    <a:pt x="733" y="1024"/>
                    <a:pt x="813" y="1008"/>
                  </a:cubicBezTo>
                  <a:cubicBezTo>
                    <a:pt x="853" y="1000"/>
                    <a:pt x="893" y="996"/>
                    <a:pt x="937" y="988"/>
                  </a:cubicBezTo>
                  <a:cubicBezTo>
                    <a:pt x="977" y="980"/>
                    <a:pt x="1021" y="976"/>
                    <a:pt x="1065" y="964"/>
                  </a:cubicBezTo>
                  <a:cubicBezTo>
                    <a:pt x="1105" y="952"/>
                    <a:pt x="1145" y="940"/>
                    <a:pt x="1185" y="924"/>
                  </a:cubicBezTo>
                  <a:cubicBezTo>
                    <a:pt x="1205" y="916"/>
                    <a:pt x="1225" y="908"/>
                    <a:pt x="1245" y="900"/>
                  </a:cubicBezTo>
                  <a:lnTo>
                    <a:pt x="1301" y="872"/>
                  </a:lnTo>
                  <a:cubicBezTo>
                    <a:pt x="1341" y="856"/>
                    <a:pt x="1377" y="836"/>
                    <a:pt x="1413" y="812"/>
                  </a:cubicBezTo>
                  <a:cubicBezTo>
                    <a:pt x="1449" y="788"/>
                    <a:pt x="1481" y="768"/>
                    <a:pt x="1517" y="744"/>
                  </a:cubicBezTo>
                  <a:cubicBezTo>
                    <a:pt x="1545" y="720"/>
                    <a:pt x="1577" y="696"/>
                    <a:pt x="1609" y="668"/>
                  </a:cubicBezTo>
                  <a:lnTo>
                    <a:pt x="1649" y="628"/>
                  </a:lnTo>
                  <a:lnTo>
                    <a:pt x="1689" y="584"/>
                  </a:lnTo>
                  <a:cubicBezTo>
                    <a:pt x="1769" y="484"/>
                    <a:pt x="1833" y="372"/>
                    <a:pt x="1877" y="248"/>
                  </a:cubicBezTo>
                  <a:cubicBezTo>
                    <a:pt x="1889" y="204"/>
                    <a:pt x="1901" y="160"/>
                    <a:pt x="1909" y="116"/>
                  </a:cubicBezTo>
                  <a:cubicBezTo>
                    <a:pt x="1913" y="88"/>
                    <a:pt x="1917" y="60"/>
                    <a:pt x="1921" y="28"/>
                  </a:cubicBezTo>
                  <a:lnTo>
                    <a:pt x="19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2762561" y="2739822"/>
              <a:ext cx="381406" cy="55005"/>
            </a:xfrm>
            <a:custGeom>
              <a:avLst/>
              <a:gdLst/>
              <a:ahLst/>
              <a:cxnLst/>
              <a:rect l="l" t="t" r="r" b="b"/>
              <a:pathLst>
                <a:path w="1893" h="273" extrusionOk="0">
                  <a:moveTo>
                    <a:pt x="961" y="0"/>
                  </a:moveTo>
                  <a:cubicBezTo>
                    <a:pt x="897" y="0"/>
                    <a:pt x="833" y="4"/>
                    <a:pt x="773" y="8"/>
                  </a:cubicBezTo>
                  <a:cubicBezTo>
                    <a:pt x="709" y="16"/>
                    <a:pt x="649" y="24"/>
                    <a:pt x="589" y="32"/>
                  </a:cubicBezTo>
                  <a:cubicBezTo>
                    <a:pt x="533" y="40"/>
                    <a:pt x="477" y="52"/>
                    <a:pt x="421" y="64"/>
                  </a:cubicBezTo>
                  <a:cubicBezTo>
                    <a:pt x="369" y="80"/>
                    <a:pt x="321" y="96"/>
                    <a:pt x="277" y="116"/>
                  </a:cubicBezTo>
                  <a:cubicBezTo>
                    <a:pt x="181" y="156"/>
                    <a:pt x="85" y="204"/>
                    <a:pt x="1" y="264"/>
                  </a:cubicBezTo>
                  <a:lnTo>
                    <a:pt x="1" y="272"/>
                  </a:lnTo>
                  <a:lnTo>
                    <a:pt x="85" y="244"/>
                  </a:lnTo>
                  <a:lnTo>
                    <a:pt x="297" y="172"/>
                  </a:lnTo>
                  <a:lnTo>
                    <a:pt x="441" y="124"/>
                  </a:lnTo>
                  <a:cubicBezTo>
                    <a:pt x="489" y="104"/>
                    <a:pt x="541" y="84"/>
                    <a:pt x="597" y="68"/>
                  </a:cubicBezTo>
                  <a:cubicBezTo>
                    <a:pt x="676" y="43"/>
                    <a:pt x="755" y="28"/>
                    <a:pt x="837" y="28"/>
                  </a:cubicBezTo>
                  <a:cubicBezTo>
                    <a:pt x="846" y="28"/>
                    <a:pt x="855" y="28"/>
                    <a:pt x="865" y="28"/>
                  </a:cubicBezTo>
                  <a:cubicBezTo>
                    <a:pt x="897" y="32"/>
                    <a:pt x="929" y="32"/>
                    <a:pt x="957" y="40"/>
                  </a:cubicBezTo>
                  <a:cubicBezTo>
                    <a:pt x="1013" y="52"/>
                    <a:pt x="1073" y="72"/>
                    <a:pt x="1133" y="92"/>
                  </a:cubicBezTo>
                  <a:lnTo>
                    <a:pt x="1309" y="140"/>
                  </a:lnTo>
                  <a:cubicBezTo>
                    <a:pt x="1361" y="156"/>
                    <a:pt x="1417" y="168"/>
                    <a:pt x="1477" y="176"/>
                  </a:cubicBezTo>
                  <a:cubicBezTo>
                    <a:pt x="1525" y="188"/>
                    <a:pt x="1577" y="192"/>
                    <a:pt x="1629" y="192"/>
                  </a:cubicBezTo>
                  <a:cubicBezTo>
                    <a:pt x="1677" y="192"/>
                    <a:pt x="1721" y="188"/>
                    <a:pt x="1765" y="176"/>
                  </a:cubicBezTo>
                  <a:cubicBezTo>
                    <a:pt x="1801" y="164"/>
                    <a:pt x="1833" y="148"/>
                    <a:pt x="1857" y="120"/>
                  </a:cubicBezTo>
                  <a:cubicBezTo>
                    <a:pt x="1869" y="104"/>
                    <a:pt x="1881" y="80"/>
                    <a:pt x="1885" y="60"/>
                  </a:cubicBezTo>
                  <a:cubicBezTo>
                    <a:pt x="1893" y="44"/>
                    <a:pt x="1893" y="36"/>
                    <a:pt x="1893" y="36"/>
                  </a:cubicBezTo>
                  <a:lnTo>
                    <a:pt x="1885" y="36"/>
                  </a:lnTo>
                  <a:lnTo>
                    <a:pt x="1873" y="56"/>
                  </a:lnTo>
                  <a:cubicBezTo>
                    <a:pt x="1865" y="72"/>
                    <a:pt x="1853" y="88"/>
                    <a:pt x="1837" y="100"/>
                  </a:cubicBezTo>
                  <a:cubicBezTo>
                    <a:pt x="1813" y="120"/>
                    <a:pt x="1785" y="128"/>
                    <a:pt x="1753" y="132"/>
                  </a:cubicBezTo>
                  <a:cubicBezTo>
                    <a:pt x="1733" y="134"/>
                    <a:pt x="1713" y="135"/>
                    <a:pt x="1693" y="135"/>
                  </a:cubicBezTo>
                  <a:cubicBezTo>
                    <a:pt x="1673" y="135"/>
                    <a:pt x="1653" y="134"/>
                    <a:pt x="1633" y="132"/>
                  </a:cubicBezTo>
                  <a:cubicBezTo>
                    <a:pt x="1545" y="124"/>
                    <a:pt x="1437" y="96"/>
                    <a:pt x="1325" y="72"/>
                  </a:cubicBezTo>
                  <a:lnTo>
                    <a:pt x="1149" y="32"/>
                  </a:lnTo>
                  <a:cubicBezTo>
                    <a:pt x="1089" y="16"/>
                    <a:pt x="1025" y="8"/>
                    <a:pt x="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2806887" y="2818401"/>
              <a:ext cx="323379" cy="141642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4" y="1"/>
                  </a:moveTo>
                  <a:cubicBezTo>
                    <a:pt x="311" y="1"/>
                    <a:pt x="298" y="1"/>
                    <a:pt x="285" y="2"/>
                  </a:cubicBezTo>
                  <a:cubicBezTo>
                    <a:pt x="189" y="2"/>
                    <a:pt x="93" y="14"/>
                    <a:pt x="1" y="38"/>
                  </a:cubicBezTo>
                  <a:lnTo>
                    <a:pt x="5" y="46"/>
                  </a:lnTo>
                  <a:lnTo>
                    <a:pt x="81" y="50"/>
                  </a:lnTo>
                  <a:cubicBezTo>
                    <a:pt x="133" y="54"/>
                    <a:pt x="201" y="58"/>
                    <a:pt x="285" y="58"/>
                  </a:cubicBezTo>
                  <a:lnTo>
                    <a:pt x="421" y="66"/>
                  </a:lnTo>
                  <a:cubicBezTo>
                    <a:pt x="453" y="66"/>
                    <a:pt x="486" y="65"/>
                    <a:pt x="521" y="65"/>
                  </a:cubicBezTo>
                  <a:cubicBezTo>
                    <a:pt x="538" y="65"/>
                    <a:pt x="555" y="65"/>
                    <a:pt x="573" y="66"/>
                  </a:cubicBezTo>
                  <a:cubicBezTo>
                    <a:pt x="625" y="66"/>
                    <a:pt x="681" y="74"/>
                    <a:pt x="733" y="90"/>
                  </a:cubicBezTo>
                  <a:cubicBezTo>
                    <a:pt x="789" y="102"/>
                    <a:pt x="841" y="126"/>
                    <a:pt x="889" y="154"/>
                  </a:cubicBezTo>
                  <a:cubicBezTo>
                    <a:pt x="981" y="206"/>
                    <a:pt x="1065" y="274"/>
                    <a:pt x="1141" y="354"/>
                  </a:cubicBezTo>
                  <a:cubicBezTo>
                    <a:pt x="1177" y="390"/>
                    <a:pt x="1209" y="430"/>
                    <a:pt x="1249" y="462"/>
                  </a:cubicBezTo>
                  <a:cubicBezTo>
                    <a:pt x="1265" y="482"/>
                    <a:pt x="1285" y="498"/>
                    <a:pt x="1309" y="514"/>
                  </a:cubicBezTo>
                  <a:lnTo>
                    <a:pt x="1365" y="546"/>
                  </a:lnTo>
                  <a:lnTo>
                    <a:pt x="1601" y="702"/>
                  </a:lnTo>
                  <a:lnTo>
                    <a:pt x="1605" y="698"/>
                  </a:lnTo>
                  <a:cubicBezTo>
                    <a:pt x="1605" y="698"/>
                    <a:pt x="1585" y="678"/>
                    <a:pt x="1553" y="638"/>
                  </a:cubicBezTo>
                  <a:cubicBezTo>
                    <a:pt x="1505" y="590"/>
                    <a:pt x="1453" y="542"/>
                    <a:pt x="1401" y="498"/>
                  </a:cubicBezTo>
                  <a:lnTo>
                    <a:pt x="1345" y="458"/>
                  </a:lnTo>
                  <a:cubicBezTo>
                    <a:pt x="1329" y="446"/>
                    <a:pt x="1313" y="430"/>
                    <a:pt x="1297" y="414"/>
                  </a:cubicBezTo>
                  <a:cubicBezTo>
                    <a:pt x="1265" y="382"/>
                    <a:pt x="1229" y="342"/>
                    <a:pt x="1189" y="306"/>
                  </a:cubicBezTo>
                  <a:cubicBezTo>
                    <a:pt x="1149" y="266"/>
                    <a:pt x="1105" y="230"/>
                    <a:pt x="1057" y="198"/>
                  </a:cubicBezTo>
                  <a:cubicBezTo>
                    <a:pt x="1009" y="166"/>
                    <a:pt x="957" y="138"/>
                    <a:pt x="901" y="118"/>
                  </a:cubicBezTo>
                  <a:cubicBezTo>
                    <a:pt x="849" y="102"/>
                    <a:pt x="793" y="82"/>
                    <a:pt x="737" y="70"/>
                  </a:cubicBezTo>
                  <a:cubicBezTo>
                    <a:pt x="681" y="58"/>
                    <a:pt x="629" y="42"/>
                    <a:pt x="577" y="30"/>
                  </a:cubicBezTo>
                  <a:cubicBezTo>
                    <a:pt x="525" y="18"/>
                    <a:pt x="473" y="10"/>
                    <a:pt x="421" y="6"/>
                  </a:cubicBezTo>
                  <a:cubicBezTo>
                    <a:pt x="390" y="4"/>
                    <a:pt x="356" y="1"/>
                    <a:pt x="3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2752084" y="2839758"/>
              <a:ext cx="241980" cy="167835"/>
            </a:xfrm>
            <a:custGeom>
              <a:avLst/>
              <a:gdLst/>
              <a:ahLst/>
              <a:cxnLst/>
              <a:rect l="l" t="t" r="r" b="b"/>
              <a:pathLst>
                <a:path w="1201" h="833" extrusionOk="0">
                  <a:moveTo>
                    <a:pt x="5" y="0"/>
                  </a:moveTo>
                  <a:lnTo>
                    <a:pt x="1" y="4"/>
                  </a:lnTo>
                  <a:cubicBezTo>
                    <a:pt x="1" y="4"/>
                    <a:pt x="85" y="48"/>
                    <a:pt x="213" y="108"/>
                  </a:cubicBezTo>
                  <a:cubicBezTo>
                    <a:pt x="245" y="120"/>
                    <a:pt x="277" y="136"/>
                    <a:pt x="313" y="152"/>
                  </a:cubicBezTo>
                  <a:cubicBezTo>
                    <a:pt x="349" y="168"/>
                    <a:pt x="393" y="176"/>
                    <a:pt x="433" y="192"/>
                  </a:cubicBezTo>
                  <a:cubicBezTo>
                    <a:pt x="477" y="208"/>
                    <a:pt x="517" y="228"/>
                    <a:pt x="557" y="248"/>
                  </a:cubicBezTo>
                  <a:cubicBezTo>
                    <a:pt x="597" y="272"/>
                    <a:pt x="633" y="296"/>
                    <a:pt x="669" y="324"/>
                  </a:cubicBezTo>
                  <a:cubicBezTo>
                    <a:pt x="709" y="352"/>
                    <a:pt x="745" y="384"/>
                    <a:pt x="777" y="412"/>
                  </a:cubicBezTo>
                  <a:cubicBezTo>
                    <a:pt x="813" y="440"/>
                    <a:pt x="849" y="468"/>
                    <a:pt x="877" y="496"/>
                  </a:cubicBezTo>
                  <a:cubicBezTo>
                    <a:pt x="909" y="524"/>
                    <a:pt x="941" y="552"/>
                    <a:pt x="969" y="580"/>
                  </a:cubicBezTo>
                  <a:cubicBezTo>
                    <a:pt x="997" y="608"/>
                    <a:pt x="1025" y="632"/>
                    <a:pt x="1049" y="656"/>
                  </a:cubicBezTo>
                  <a:cubicBezTo>
                    <a:pt x="1069" y="680"/>
                    <a:pt x="1089" y="704"/>
                    <a:pt x="1109" y="724"/>
                  </a:cubicBezTo>
                  <a:cubicBezTo>
                    <a:pt x="1129" y="744"/>
                    <a:pt x="1141" y="764"/>
                    <a:pt x="1157" y="780"/>
                  </a:cubicBezTo>
                  <a:cubicBezTo>
                    <a:pt x="1181" y="812"/>
                    <a:pt x="1197" y="832"/>
                    <a:pt x="1197" y="832"/>
                  </a:cubicBezTo>
                  <a:lnTo>
                    <a:pt x="1201" y="832"/>
                  </a:lnTo>
                  <a:cubicBezTo>
                    <a:pt x="1201" y="832"/>
                    <a:pt x="1193" y="808"/>
                    <a:pt x="1181" y="772"/>
                  </a:cubicBezTo>
                  <a:cubicBezTo>
                    <a:pt x="1173" y="748"/>
                    <a:pt x="1161" y="724"/>
                    <a:pt x="1149" y="700"/>
                  </a:cubicBezTo>
                  <a:cubicBezTo>
                    <a:pt x="1133" y="676"/>
                    <a:pt x="1121" y="648"/>
                    <a:pt x="1097" y="620"/>
                  </a:cubicBezTo>
                  <a:cubicBezTo>
                    <a:pt x="1073" y="592"/>
                    <a:pt x="1053" y="560"/>
                    <a:pt x="1021" y="528"/>
                  </a:cubicBezTo>
                  <a:cubicBezTo>
                    <a:pt x="993" y="500"/>
                    <a:pt x="961" y="468"/>
                    <a:pt x="925" y="444"/>
                  </a:cubicBezTo>
                  <a:cubicBezTo>
                    <a:pt x="889" y="416"/>
                    <a:pt x="853" y="388"/>
                    <a:pt x="813" y="364"/>
                  </a:cubicBezTo>
                  <a:cubicBezTo>
                    <a:pt x="773" y="340"/>
                    <a:pt x="733" y="316"/>
                    <a:pt x="689" y="296"/>
                  </a:cubicBezTo>
                  <a:cubicBezTo>
                    <a:pt x="609" y="256"/>
                    <a:pt x="525" y="212"/>
                    <a:pt x="449" y="164"/>
                  </a:cubicBezTo>
                  <a:cubicBezTo>
                    <a:pt x="413" y="140"/>
                    <a:pt x="373" y="116"/>
                    <a:pt x="341" y="100"/>
                  </a:cubicBezTo>
                  <a:cubicBezTo>
                    <a:pt x="305" y="80"/>
                    <a:pt x="269" y="68"/>
                    <a:pt x="233" y="56"/>
                  </a:cubicBezTo>
                  <a:cubicBezTo>
                    <a:pt x="181" y="36"/>
                    <a:pt x="125" y="20"/>
                    <a:pt x="69" y="8"/>
                  </a:cubicBezTo>
                  <a:cubicBezTo>
                    <a:pt x="49" y="4"/>
                    <a:pt x="25" y="0"/>
                    <a:pt x="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2683579" y="2876831"/>
              <a:ext cx="297590" cy="396719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5" y="0"/>
                  </a:moveTo>
                  <a:lnTo>
                    <a:pt x="1" y="12"/>
                  </a:lnTo>
                  <a:cubicBezTo>
                    <a:pt x="17" y="44"/>
                    <a:pt x="41" y="72"/>
                    <a:pt x="65" y="100"/>
                  </a:cubicBezTo>
                  <a:cubicBezTo>
                    <a:pt x="125" y="176"/>
                    <a:pt x="197" y="240"/>
                    <a:pt x="273" y="300"/>
                  </a:cubicBezTo>
                  <a:cubicBezTo>
                    <a:pt x="325" y="340"/>
                    <a:pt x="377" y="376"/>
                    <a:pt x="433" y="408"/>
                  </a:cubicBezTo>
                  <a:cubicBezTo>
                    <a:pt x="493" y="444"/>
                    <a:pt x="553" y="484"/>
                    <a:pt x="605" y="528"/>
                  </a:cubicBezTo>
                  <a:cubicBezTo>
                    <a:pt x="665" y="576"/>
                    <a:pt x="717" y="628"/>
                    <a:pt x="765" y="688"/>
                  </a:cubicBezTo>
                  <a:cubicBezTo>
                    <a:pt x="789" y="720"/>
                    <a:pt x="813" y="752"/>
                    <a:pt x="833" y="784"/>
                  </a:cubicBezTo>
                  <a:cubicBezTo>
                    <a:pt x="853" y="816"/>
                    <a:pt x="873" y="848"/>
                    <a:pt x="893" y="884"/>
                  </a:cubicBezTo>
                  <a:cubicBezTo>
                    <a:pt x="929" y="952"/>
                    <a:pt x="965" y="1024"/>
                    <a:pt x="997" y="1092"/>
                  </a:cubicBezTo>
                  <a:cubicBezTo>
                    <a:pt x="1029" y="1160"/>
                    <a:pt x="1053" y="1232"/>
                    <a:pt x="1077" y="1300"/>
                  </a:cubicBezTo>
                  <a:cubicBezTo>
                    <a:pt x="1101" y="1368"/>
                    <a:pt x="1117" y="1432"/>
                    <a:pt x="1133" y="1500"/>
                  </a:cubicBezTo>
                  <a:cubicBezTo>
                    <a:pt x="1145" y="1564"/>
                    <a:pt x="1165" y="1628"/>
                    <a:pt x="1193" y="1688"/>
                  </a:cubicBezTo>
                  <a:cubicBezTo>
                    <a:pt x="1217" y="1740"/>
                    <a:pt x="1245" y="1788"/>
                    <a:pt x="1281" y="1832"/>
                  </a:cubicBezTo>
                  <a:cubicBezTo>
                    <a:pt x="1309" y="1864"/>
                    <a:pt x="1341" y="1896"/>
                    <a:pt x="1377" y="1920"/>
                  </a:cubicBezTo>
                  <a:cubicBezTo>
                    <a:pt x="1405" y="1944"/>
                    <a:pt x="1441" y="1960"/>
                    <a:pt x="1477" y="1968"/>
                  </a:cubicBezTo>
                  <a:lnTo>
                    <a:pt x="1477" y="1964"/>
                  </a:lnTo>
                  <a:cubicBezTo>
                    <a:pt x="1469" y="1960"/>
                    <a:pt x="1461" y="1956"/>
                    <a:pt x="1453" y="1948"/>
                  </a:cubicBezTo>
                  <a:cubicBezTo>
                    <a:pt x="1429" y="1932"/>
                    <a:pt x="1409" y="1916"/>
                    <a:pt x="1393" y="1900"/>
                  </a:cubicBezTo>
                  <a:cubicBezTo>
                    <a:pt x="1361" y="1872"/>
                    <a:pt x="1337" y="1840"/>
                    <a:pt x="1317" y="1804"/>
                  </a:cubicBezTo>
                  <a:cubicBezTo>
                    <a:pt x="1289" y="1760"/>
                    <a:pt x="1265" y="1712"/>
                    <a:pt x="1245" y="1664"/>
                  </a:cubicBezTo>
                  <a:cubicBezTo>
                    <a:pt x="1225" y="1608"/>
                    <a:pt x="1209" y="1548"/>
                    <a:pt x="1201" y="1488"/>
                  </a:cubicBezTo>
                  <a:cubicBezTo>
                    <a:pt x="1189" y="1416"/>
                    <a:pt x="1169" y="1344"/>
                    <a:pt x="1141" y="1276"/>
                  </a:cubicBezTo>
                  <a:cubicBezTo>
                    <a:pt x="1089" y="1128"/>
                    <a:pt x="1013" y="988"/>
                    <a:pt x="921" y="860"/>
                  </a:cubicBezTo>
                  <a:cubicBezTo>
                    <a:pt x="877" y="796"/>
                    <a:pt x="829" y="732"/>
                    <a:pt x="777" y="672"/>
                  </a:cubicBezTo>
                  <a:cubicBezTo>
                    <a:pt x="729" y="612"/>
                    <a:pt x="677" y="552"/>
                    <a:pt x="629" y="496"/>
                  </a:cubicBezTo>
                  <a:cubicBezTo>
                    <a:pt x="577" y="440"/>
                    <a:pt x="521" y="396"/>
                    <a:pt x="461" y="352"/>
                  </a:cubicBezTo>
                  <a:cubicBezTo>
                    <a:pt x="405" y="320"/>
                    <a:pt x="353" y="284"/>
                    <a:pt x="305" y="248"/>
                  </a:cubicBezTo>
                  <a:cubicBezTo>
                    <a:pt x="257" y="216"/>
                    <a:pt x="213" y="184"/>
                    <a:pt x="177" y="156"/>
                  </a:cubicBezTo>
                  <a:cubicBezTo>
                    <a:pt x="141" y="124"/>
                    <a:pt x="109" y="96"/>
                    <a:pt x="81" y="76"/>
                  </a:cubicBezTo>
                  <a:cubicBezTo>
                    <a:pt x="33" y="28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2594926" y="2889726"/>
              <a:ext cx="89660" cy="434598"/>
            </a:xfrm>
            <a:custGeom>
              <a:avLst/>
              <a:gdLst/>
              <a:ahLst/>
              <a:cxnLst/>
              <a:rect l="l" t="t" r="r" b="b"/>
              <a:pathLst>
                <a:path w="445" h="2157" extrusionOk="0">
                  <a:moveTo>
                    <a:pt x="265" y="0"/>
                  </a:moveTo>
                  <a:cubicBezTo>
                    <a:pt x="253" y="28"/>
                    <a:pt x="245" y="60"/>
                    <a:pt x="237" y="96"/>
                  </a:cubicBezTo>
                  <a:cubicBezTo>
                    <a:pt x="217" y="180"/>
                    <a:pt x="213" y="268"/>
                    <a:pt x="221" y="360"/>
                  </a:cubicBezTo>
                  <a:cubicBezTo>
                    <a:pt x="225" y="420"/>
                    <a:pt x="241" y="480"/>
                    <a:pt x="269" y="536"/>
                  </a:cubicBezTo>
                  <a:cubicBezTo>
                    <a:pt x="277" y="548"/>
                    <a:pt x="285" y="564"/>
                    <a:pt x="297" y="580"/>
                  </a:cubicBezTo>
                  <a:lnTo>
                    <a:pt x="325" y="616"/>
                  </a:lnTo>
                  <a:cubicBezTo>
                    <a:pt x="337" y="628"/>
                    <a:pt x="345" y="640"/>
                    <a:pt x="357" y="656"/>
                  </a:cubicBezTo>
                  <a:lnTo>
                    <a:pt x="377" y="696"/>
                  </a:lnTo>
                  <a:cubicBezTo>
                    <a:pt x="405" y="756"/>
                    <a:pt x="417" y="824"/>
                    <a:pt x="421" y="896"/>
                  </a:cubicBezTo>
                  <a:cubicBezTo>
                    <a:pt x="425" y="964"/>
                    <a:pt x="421" y="1036"/>
                    <a:pt x="409" y="1104"/>
                  </a:cubicBezTo>
                  <a:cubicBezTo>
                    <a:pt x="393" y="1176"/>
                    <a:pt x="377" y="1244"/>
                    <a:pt x="357" y="1312"/>
                  </a:cubicBezTo>
                  <a:cubicBezTo>
                    <a:pt x="341" y="1376"/>
                    <a:pt x="313" y="1436"/>
                    <a:pt x="281" y="1492"/>
                  </a:cubicBezTo>
                  <a:cubicBezTo>
                    <a:pt x="273" y="1504"/>
                    <a:pt x="265" y="1516"/>
                    <a:pt x="257" y="1528"/>
                  </a:cubicBezTo>
                  <a:lnTo>
                    <a:pt x="221" y="1564"/>
                  </a:lnTo>
                  <a:cubicBezTo>
                    <a:pt x="201" y="1588"/>
                    <a:pt x="181" y="1616"/>
                    <a:pt x="165" y="1644"/>
                  </a:cubicBezTo>
                  <a:cubicBezTo>
                    <a:pt x="133" y="1692"/>
                    <a:pt x="101" y="1748"/>
                    <a:pt x="81" y="1800"/>
                  </a:cubicBezTo>
                  <a:cubicBezTo>
                    <a:pt x="57" y="1844"/>
                    <a:pt x="41" y="1892"/>
                    <a:pt x="25" y="1940"/>
                  </a:cubicBezTo>
                  <a:cubicBezTo>
                    <a:pt x="13" y="1980"/>
                    <a:pt x="9" y="2016"/>
                    <a:pt x="5" y="2056"/>
                  </a:cubicBezTo>
                  <a:cubicBezTo>
                    <a:pt x="1" y="2080"/>
                    <a:pt x="5" y="2108"/>
                    <a:pt x="9" y="2132"/>
                  </a:cubicBezTo>
                  <a:cubicBezTo>
                    <a:pt x="17" y="2148"/>
                    <a:pt x="21" y="2156"/>
                    <a:pt x="21" y="2156"/>
                  </a:cubicBezTo>
                  <a:lnTo>
                    <a:pt x="29" y="2152"/>
                  </a:lnTo>
                  <a:cubicBezTo>
                    <a:pt x="29" y="2152"/>
                    <a:pt x="25" y="2144"/>
                    <a:pt x="25" y="2128"/>
                  </a:cubicBezTo>
                  <a:cubicBezTo>
                    <a:pt x="21" y="2104"/>
                    <a:pt x="25" y="2084"/>
                    <a:pt x="33" y="2060"/>
                  </a:cubicBezTo>
                  <a:cubicBezTo>
                    <a:pt x="57" y="1980"/>
                    <a:pt x="89" y="1900"/>
                    <a:pt x="133" y="1828"/>
                  </a:cubicBezTo>
                  <a:cubicBezTo>
                    <a:pt x="157" y="1780"/>
                    <a:pt x="189" y="1736"/>
                    <a:pt x="221" y="1684"/>
                  </a:cubicBezTo>
                  <a:cubicBezTo>
                    <a:pt x="241" y="1664"/>
                    <a:pt x="257" y="1636"/>
                    <a:pt x="277" y="1612"/>
                  </a:cubicBezTo>
                  <a:lnTo>
                    <a:pt x="309" y="1576"/>
                  </a:lnTo>
                  <a:cubicBezTo>
                    <a:pt x="321" y="1560"/>
                    <a:pt x="333" y="1544"/>
                    <a:pt x="341" y="1528"/>
                  </a:cubicBezTo>
                  <a:cubicBezTo>
                    <a:pt x="373" y="1464"/>
                    <a:pt x="401" y="1396"/>
                    <a:pt x="413" y="1328"/>
                  </a:cubicBezTo>
                  <a:cubicBezTo>
                    <a:pt x="429" y="1256"/>
                    <a:pt x="441" y="1184"/>
                    <a:pt x="441" y="1108"/>
                  </a:cubicBezTo>
                  <a:cubicBezTo>
                    <a:pt x="445" y="1036"/>
                    <a:pt x="445" y="964"/>
                    <a:pt x="437" y="892"/>
                  </a:cubicBezTo>
                  <a:cubicBezTo>
                    <a:pt x="437" y="824"/>
                    <a:pt x="425" y="752"/>
                    <a:pt x="409" y="684"/>
                  </a:cubicBezTo>
                  <a:cubicBezTo>
                    <a:pt x="389" y="612"/>
                    <a:pt x="341" y="560"/>
                    <a:pt x="321" y="512"/>
                  </a:cubicBezTo>
                  <a:cubicBezTo>
                    <a:pt x="297" y="460"/>
                    <a:pt x="285" y="408"/>
                    <a:pt x="277" y="356"/>
                  </a:cubicBezTo>
                  <a:cubicBezTo>
                    <a:pt x="269" y="308"/>
                    <a:pt x="265" y="260"/>
                    <a:pt x="265" y="212"/>
                  </a:cubicBezTo>
                  <a:lnTo>
                    <a:pt x="265" y="100"/>
                  </a:lnTo>
                  <a:cubicBezTo>
                    <a:pt x="265" y="36"/>
                    <a:pt x="269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2482095" y="2920351"/>
              <a:ext cx="82406" cy="256487"/>
            </a:xfrm>
            <a:custGeom>
              <a:avLst/>
              <a:gdLst/>
              <a:ahLst/>
              <a:cxnLst/>
              <a:rect l="l" t="t" r="r" b="b"/>
              <a:pathLst>
                <a:path w="409" h="1273" extrusionOk="0">
                  <a:moveTo>
                    <a:pt x="405" y="0"/>
                  </a:moveTo>
                  <a:cubicBezTo>
                    <a:pt x="345" y="44"/>
                    <a:pt x="293" y="96"/>
                    <a:pt x="249" y="152"/>
                  </a:cubicBezTo>
                  <a:cubicBezTo>
                    <a:pt x="229" y="180"/>
                    <a:pt x="209" y="208"/>
                    <a:pt x="189" y="240"/>
                  </a:cubicBezTo>
                  <a:cubicBezTo>
                    <a:pt x="173" y="276"/>
                    <a:pt x="157" y="312"/>
                    <a:pt x="145" y="352"/>
                  </a:cubicBezTo>
                  <a:cubicBezTo>
                    <a:pt x="133" y="396"/>
                    <a:pt x="129" y="436"/>
                    <a:pt x="133" y="480"/>
                  </a:cubicBezTo>
                  <a:cubicBezTo>
                    <a:pt x="137" y="524"/>
                    <a:pt x="137" y="568"/>
                    <a:pt x="137" y="608"/>
                  </a:cubicBezTo>
                  <a:cubicBezTo>
                    <a:pt x="133" y="652"/>
                    <a:pt x="129" y="692"/>
                    <a:pt x="125" y="736"/>
                  </a:cubicBezTo>
                  <a:cubicBezTo>
                    <a:pt x="121" y="776"/>
                    <a:pt x="117" y="816"/>
                    <a:pt x="109" y="856"/>
                  </a:cubicBezTo>
                  <a:cubicBezTo>
                    <a:pt x="93" y="932"/>
                    <a:pt x="77" y="1000"/>
                    <a:pt x="61" y="1064"/>
                  </a:cubicBezTo>
                  <a:cubicBezTo>
                    <a:pt x="45" y="1124"/>
                    <a:pt x="33" y="1176"/>
                    <a:pt x="21" y="1212"/>
                  </a:cubicBezTo>
                  <a:cubicBezTo>
                    <a:pt x="9" y="1248"/>
                    <a:pt x="1" y="1268"/>
                    <a:pt x="1" y="1268"/>
                  </a:cubicBezTo>
                  <a:lnTo>
                    <a:pt x="9" y="1272"/>
                  </a:lnTo>
                  <a:cubicBezTo>
                    <a:pt x="9" y="1272"/>
                    <a:pt x="21" y="1252"/>
                    <a:pt x="45" y="1224"/>
                  </a:cubicBezTo>
                  <a:cubicBezTo>
                    <a:pt x="57" y="1204"/>
                    <a:pt x="69" y="1184"/>
                    <a:pt x="81" y="1164"/>
                  </a:cubicBezTo>
                  <a:cubicBezTo>
                    <a:pt x="93" y="1136"/>
                    <a:pt x="109" y="1112"/>
                    <a:pt x="121" y="1084"/>
                  </a:cubicBezTo>
                  <a:cubicBezTo>
                    <a:pt x="133" y="1052"/>
                    <a:pt x="145" y="1016"/>
                    <a:pt x="153" y="984"/>
                  </a:cubicBezTo>
                  <a:cubicBezTo>
                    <a:pt x="165" y="944"/>
                    <a:pt x="173" y="904"/>
                    <a:pt x="177" y="864"/>
                  </a:cubicBezTo>
                  <a:cubicBezTo>
                    <a:pt x="181" y="824"/>
                    <a:pt x="185" y="780"/>
                    <a:pt x="185" y="740"/>
                  </a:cubicBezTo>
                  <a:cubicBezTo>
                    <a:pt x="185" y="696"/>
                    <a:pt x="181" y="652"/>
                    <a:pt x="173" y="608"/>
                  </a:cubicBezTo>
                  <a:cubicBezTo>
                    <a:pt x="165" y="564"/>
                    <a:pt x="157" y="524"/>
                    <a:pt x="153" y="480"/>
                  </a:cubicBezTo>
                  <a:cubicBezTo>
                    <a:pt x="149" y="440"/>
                    <a:pt x="161" y="400"/>
                    <a:pt x="181" y="368"/>
                  </a:cubicBezTo>
                  <a:cubicBezTo>
                    <a:pt x="201" y="332"/>
                    <a:pt x="225" y="304"/>
                    <a:pt x="241" y="272"/>
                  </a:cubicBezTo>
                  <a:lnTo>
                    <a:pt x="297" y="188"/>
                  </a:lnTo>
                  <a:cubicBezTo>
                    <a:pt x="333" y="132"/>
                    <a:pt x="361" y="88"/>
                    <a:pt x="381" y="56"/>
                  </a:cubicBezTo>
                  <a:cubicBezTo>
                    <a:pt x="397" y="24"/>
                    <a:pt x="409" y="8"/>
                    <a:pt x="409" y="8"/>
                  </a:cubicBezTo>
                  <a:lnTo>
                    <a:pt x="4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2586061" y="2944529"/>
              <a:ext cx="34856" cy="170253"/>
            </a:xfrm>
            <a:custGeom>
              <a:avLst/>
              <a:gdLst/>
              <a:ahLst/>
              <a:cxnLst/>
              <a:rect l="l" t="t" r="r" b="b"/>
              <a:pathLst>
                <a:path w="173" h="845" extrusionOk="0">
                  <a:moveTo>
                    <a:pt x="33" y="0"/>
                  </a:moveTo>
                  <a:cubicBezTo>
                    <a:pt x="25" y="12"/>
                    <a:pt x="21" y="24"/>
                    <a:pt x="21" y="36"/>
                  </a:cubicBezTo>
                  <a:cubicBezTo>
                    <a:pt x="9" y="68"/>
                    <a:pt x="5" y="100"/>
                    <a:pt x="1" y="136"/>
                  </a:cubicBezTo>
                  <a:cubicBezTo>
                    <a:pt x="1" y="156"/>
                    <a:pt x="1" y="180"/>
                    <a:pt x="1" y="200"/>
                  </a:cubicBezTo>
                  <a:cubicBezTo>
                    <a:pt x="5" y="224"/>
                    <a:pt x="9" y="252"/>
                    <a:pt x="17" y="276"/>
                  </a:cubicBezTo>
                  <a:cubicBezTo>
                    <a:pt x="29" y="324"/>
                    <a:pt x="33" y="380"/>
                    <a:pt x="29" y="432"/>
                  </a:cubicBezTo>
                  <a:cubicBezTo>
                    <a:pt x="25" y="488"/>
                    <a:pt x="29" y="540"/>
                    <a:pt x="37" y="596"/>
                  </a:cubicBezTo>
                  <a:cubicBezTo>
                    <a:pt x="45" y="640"/>
                    <a:pt x="61" y="688"/>
                    <a:pt x="81" y="732"/>
                  </a:cubicBezTo>
                  <a:cubicBezTo>
                    <a:pt x="93" y="748"/>
                    <a:pt x="101" y="764"/>
                    <a:pt x="113" y="780"/>
                  </a:cubicBezTo>
                  <a:cubicBezTo>
                    <a:pt x="121" y="792"/>
                    <a:pt x="129" y="804"/>
                    <a:pt x="141" y="816"/>
                  </a:cubicBezTo>
                  <a:cubicBezTo>
                    <a:pt x="157" y="832"/>
                    <a:pt x="169" y="844"/>
                    <a:pt x="169" y="844"/>
                  </a:cubicBezTo>
                  <a:lnTo>
                    <a:pt x="173" y="840"/>
                  </a:lnTo>
                  <a:cubicBezTo>
                    <a:pt x="173" y="840"/>
                    <a:pt x="169" y="824"/>
                    <a:pt x="165" y="800"/>
                  </a:cubicBezTo>
                  <a:cubicBezTo>
                    <a:pt x="161" y="788"/>
                    <a:pt x="157" y="776"/>
                    <a:pt x="153" y="760"/>
                  </a:cubicBezTo>
                  <a:cubicBezTo>
                    <a:pt x="149" y="748"/>
                    <a:pt x="145" y="728"/>
                    <a:pt x="141" y="712"/>
                  </a:cubicBezTo>
                  <a:cubicBezTo>
                    <a:pt x="137" y="692"/>
                    <a:pt x="129" y="672"/>
                    <a:pt x="125" y="648"/>
                  </a:cubicBezTo>
                  <a:cubicBezTo>
                    <a:pt x="121" y="628"/>
                    <a:pt x="113" y="604"/>
                    <a:pt x="109" y="580"/>
                  </a:cubicBezTo>
                  <a:cubicBezTo>
                    <a:pt x="101" y="556"/>
                    <a:pt x="93" y="536"/>
                    <a:pt x="89" y="508"/>
                  </a:cubicBezTo>
                  <a:cubicBezTo>
                    <a:pt x="85" y="480"/>
                    <a:pt x="73" y="456"/>
                    <a:pt x="65" y="432"/>
                  </a:cubicBezTo>
                  <a:cubicBezTo>
                    <a:pt x="57" y="404"/>
                    <a:pt x="53" y="380"/>
                    <a:pt x="49" y="352"/>
                  </a:cubicBezTo>
                  <a:cubicBezTo>
                    <a:pt x="49" y="328"/>
                    <a:pt x="49" y="300"/>
                    <a:pt x="53" y="276"/>
                  </a:cubicBezTo>
                  <a:cubicBezTo>
                    <a:pt x="57" y="248"/>
                    <a:pt x="61" y="224"/>
                    <a:pt x="61" y="204"/>
                  </a:cubicBezTo>
                  <a:lnTo>
                    <a:pt x="61" y="140"/>
                  </a:lnTo>
                  <a:cubicBezTo>
                    <a:pt x="61" y="92"/>
                    <a:pt x="53" y="48"/>
                    <a:pt x="41" y="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2268522" y="2873607"/>
              <a:ext cx="281471" cy="35964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89" y="0"/>
                  </a:moveTo>
                  <a:cubicBezTo>
                    <a:pt x="1281" y="52"/>
                    <a:pt x="1181" y="116"/>
                    <a:pt x="1085" y="192"/>
                  </a:cubicBezTo>
                  <a:cubicBezTo>
                    <a:pt x="1037" y="228"/>
                    <a:pt x="993" y="264"/>
                    <a:pt x="949" y="304"/>
                  </a:cubicBezTo>
                  <a:cubicBezTo>
                    <a:pt x="901" y="352"/>
                    <a:pt x="857" y="400"/>
                    <a:pt x="821" y="452"/>
                  </a:cubicBezTo>
                  <a:cubicBezTo>
                    <a:pt x="777" y="512"/>
                    <a:pt x="745" y="572"/>
                    <a:pt x="721" y="640"/>
                  </a:cubicBezTo>
                  <a:cubicBezTo>
                    <a:pt x="689" y="704"/>
                    <a:pt x="657" y="768"/>
                    <a:pt x="621" y="828"/>
                  </a:cubicBezTo>
                  <a:lnTo>
                    <a:pt x="401" y="1188"/>
                  </a:lnTo>
                  <a:cubicBezTo>
                    <a:pt x="333" y="1300"/>
                    <a:pt x="269" y="1408"/>
                    <a:pt x="213" y="1500"/>
                  </a:cubicBezTo>
                  <a:cubicBezTo>
                    <a:pt x="169" y="1572"/>
                    <a:pt x="121" y="1644"/>
                    <a:pt x="73" y="1716"/>
                  </a:cubicBezTo>
                  <a:cubicBezTo>
                    <a:pt x="57" y="1732"/>
                    <a:pt x="41" y="1752"/>
                    <a:pt x="21" y="1764"/>
                  </a:cubicBezTo>
                  <a:cubicBezTo>
                    <a:pt x="17" y="1768"/>
                    <a:pt x="9" y="1772"/>
                    <a:pt x="1" y="1776"/>
                  </a:cubicBezTo>
                  <a:lnTo>
                    <a:pt x="1" y="1784"/>
                  </a:lnTo>
                  <a:cubicBezTo>
                    <a:pt x="9" y="1784"/>
                    <a:pt x="21" y="1780"/>
                    <a:pt x="29" y="1776"/>
                  </a:cubicBezTo>
                  <a:cubicBezTo>
                    <a:pt x="49" y="1764"/>
                    <a:pt x="73" y="1748"/>
                    <a:pt x="89" y="1732"/>
                  </a:cubicBezTo>
                  <a:cubicBezTo>
                    <a:pt x="153" y="1672"/>
                    <a:pt x="209" y="1604"/>
                    <a:pt x="261" y="1532"/>
                  </a:cubicBezTo>
                  <a:cubicBezTo>
                    <a:pt x="333" y="1432"/>
                    <a:pt x="401" y="1328"/>
                    <a:pt x="461" y="1220"/>
                  </a:cubicBezTo>
                  <a:cubicBezTo>
                    <a:pt x="497" y="1160"/>
                    <a:pt x="529" y="1100"/>
                    <a:pt x="561" y="1036"/>
                  </a:cubicBezTo>
                  <a:cubicBezTo>
                    <a:pt x="593" y="972"/>
                    <a:pt x="625" y="908"/>
                    <a:pt x="653" y="844"/>
                  </a:cubicBezTo>
                  <a:lnTo>
                    <a:pt x="741" y="644"/>
                  </a:lnTo>
                  <a:cubicBezTo>
                    <a:pt x="753" y="612"/>
                    <a:pt x="769" y="580"/>
                    <a:pt x="785" y="552"/>
                  </a:cubicBezTo>
                  <a:cubicBezTo>
                    <a:pt x="805" y="524"/>
                    <a:pt x="825" y="496"/>
                    <a:pt x="849" y="472"/>
                  </a:cubicBezTo>
                  <a:cubicBezTo>
                    <a:pt x="897" y="424"/>
                    <a:pt x="945" y="384"/>
                    <a:pt x="993" y="344"/>
                  </a:cubicBezTo>
                  <a:cubicBezTo>
                    <a:pt x="1037" y="304"/>
                    <a:pt x="1081" y="268"/>
                    <a:pt x="1121" y="232"/>
                  </a:cubicBezTo>
                  <a:lnTo>
                    <a:pt x="1321" y="64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2526422" y="2497035"/>
              <a:ext cx="216997" cy="320962"/>
            </a:xfrm>
            <a:custGeom>
              <a:avLst/>
              <a:gdLst/>
              <a:ahLst/>
              <a:cxnLst/>
              <a:rect l="l" t="t" r="r" b="b"/>
              <a:pathLst>
                <a:path w="1077" h="1593" extrusionOk="0">
                  <a:moveTo>
                    <a:pt x="992" y="1"/>
                  </a:moveTo>
                  <a:cubicBezTo>
                    <a:pt x="989" y="1"/>
                    <a:pt x="987" y="1"/>
                    <a:pt x="985" y="1"/>
                  </a:cubicBezTo>
                  <a:lnTo>
                    <a:pt x="957" y="1"/>
                  </a:lnTo>
                  <a:cubicBezTo>
                    <a:pt x="945" y="1"/>
                    <a:pt x="933" y="5"/>
                    <a:pt x="925" y="13"/>
                  </a:cubicBezTo>
                  <a:cubicBezTo>
                    <a:pt x="909" y="25"/>
                    <a:pt x="897" y="37"/>
                    <a:pt x="885" y="49"/>
                  </a:cubicBezTo>
                  <a:cubicBezTo>
                    <a:pt x="857" y="73"/>
                    <a:pt x="837" y="101"/>
                    <a:pt x="821" y="133"/>
                  </a:cubicBezTo>
                  <a:cubicBezTo>
                    <a:pt x="785" y="197"/>
                    <a:pt x="765" y="269"/>
                    <a:pt x="765" y="341"/>
                  </a:cubicBezTo>
                  <a:cubicBezTo>
                    <a:pt x="765" y="413"/>
                    <a:pt x="773" y="481"/>
                    <a:pt x="773" y="549"/>
                  </a:cubicBezTo>
                  <a:cubicBezTo>
                    <a:pt x="769" y="581"/>
                    <a:pt x="765" y="613"/>
                    <a:pt x="753" y="645"/>
                  </a:cubicBezTo>
                  <a:cubicBezTo>
                    <a:pt x="737" y="677"/>
                    <a:pt x="717" y="705"/>
                    <a:pt x="693" y="725"/>
                  </a:cubicBezTo>
                  <a:cubicBezTo>
                    <a:pt x="645" y="773"/>
                    <a:pt x="589" y="813"/>
                    <a:pt x="537" y="853"/>
                  </a:cubicBezTo>
                  <a:cubicBezTo>
                    <a:pt x="485" y="889"/>
                    <a:pt x="433" y="929"/>
                    <a:pt x="389" y="969"/>
                  </a:cubicBezTo>
                  <a:cubicBezTo>
                    <a:pt x="341" y="1009"/>
                    <a:pt x="305" y="1057"/>
                    <a:pt x="277" y="1109"/>
                  </a:cubicBezTo>
                  <a:cubicBezTo>
                    <a:pt x="253" y="1153"/>
                    <a:pt x="241" y="1201"/>
                    <a:pt x="241" y="1249"/>
                  </a:cubicBezTo>
                  <a:cubicBezTo>
                    <a:pt x="209" y="1217"/>
                    <a:pt x="177" y="1185"/>
                    <a:pt x="145" y="1149"/>
                  </a:cubicBezTo>
                  <a:cubicBezTo>
                    <a:pt x="109" y="1105"/>
                    <a:pt x="81" y="1053"/>
                    <a:pt x="61" y="1001"/>
                  </a:cubicBezTo>
                  <a:cubicBezTo>
                    <a:pt x="53" y="973"/>
                    <a:pt x="45" y="945"/>
                    <a:pt x="45" y="917"/>
                  </a:cubicBezTo>
                  <a:cubicBezTo>
                    <a:pt x="41" y="889"/>
                    <a:pt x="41" y="861"/>
                    <a:pt x="49" y="837"/>
                  </a:cubicBezTo>
                  <a:cubicBezTo>
                    <a:pt x="65" y="781"/>
                    <a:pt x="85" y="733"/>
                    <a:pt x="113" y="685"/>
                  </a:cubicBezTo>
                  <a:cubicBezTo>
                    <a:pt x="145" y="633"/>
                    <a:pt x="173" y="577"/>
                    <a:pt x="189" y="521"/>
                  </a:cubicBezTo>
                  <a:cubicBezTo>
                    <a:pt x="201" y="485"/>
                    <a:pt x="197" y="445"/>
                    <a:pt x="185" y="413"/>
                  </a:cubicBezTo>
                  <a:cubicBezTo>
                    <a:pt x="166" y="372"/>
                    <a:pt x="130" y="349"/>
                    <a:pt x="90" y="349"/>
                  </a:cubicBezTo>
                  <a:cubicBezTo>
                    <a:pt x="87" y="349"/>
                    <a:pt x="84" y="349"/>
                    <a:pt x="81" y="349"/>
                  </a:cubicBezTo>
                  <a:cubicBezTo>
                    <a:pt x="77" y="349"/>
                    <a:pt x="73" y="353"/>
                    <a:pt x="69" y="353"/>
                  </a:cubicBezTo>
                  <a:cubicBezTo>
                    <a:pt x="41" y="369"/>
                    <a:pt x="17" y="397"/>
                    <a:pt x="9" y="429"/>
                  </a:cubicBezTo>
                  <a:cubicBezTo>
                    <a:pt x="5" y="457"/>
                    <a:pt x="9" y="489"/>
                    <a:pt x="21" y="517"/>
                  </a:cubicBezTo>
                  <a:cubicBezTo>
                    <a:pt x="37" y="553"/>
                    <a:pt x="53" y="589"/>
                    <a:pt x="69" y="621"/>
                  </a:cubicBezTo>
                  <a:cubicBezTo>
                    <a:pt x="65" y="633"/>
                    <a:pt x="61" y="645"/>
                    <a:pt x="57" y="657"/>
                  </a:cubicBezTo>
                  <a:cubicBezTo>
                    <a:pt x="25" y="709"/>
                    <a:pt x="9" y="769"/>
                    <a:pt x="1" y="829"/>
                  </a:cubicBezTo>
                  <a:cubicBezTo>
                    <a:pt x="1" y="861"/>
                    <a:pt x="5" y="893"/>
                    <a:pt x="13" y="921"/>
                  </a:cubicBezTo>
                  <a:cubicBezTo>
                    <a:pt x="21" y="949"/>
                    <a:pt x="29" y="977"/>
                    <a:pt x="41" y="1005"/>
                  </a:cubicBezTo>
                  <a:cubicBezTo>
                    <a:pt x="61" y="1061"/>
                    <a:pt x="85" y="1117"/>
                    <a:pt x="113" y="1169"/>
                  </a:cubicBezTo>
                  <a:cubicBezTo>
                    <a:pt x="141" y="1221"/>
                    <a:pt x="177" y="1269"/>
                    <a:pt x="221" y="1309"/>
                  </a:cubicBezTo>
                  <a:cubicBezTo>
                    <a:pt x="237" y="1329"/>
                    <a:pt x="257" y="1345"/>
                    <a:pt x="269" y="1365"/>
                  </a:cubicBezTo>
                  <a:cubicBezTo>
                    <a:pt x="281" y="1377"/>
                    <a:pt x="289" y="1389"/>
                    <a:pt x="301" y="1401"/>
                  </a:cubicBezTo>
                  <a:cubicBezTo>
                    <a:pt x="309" y="1413"/>
                    <a:pt x="317" y="1421"/>
                    <a:pt x="321" y="1433"/>
                  </a:cubicBezTo>
                  <a:cubicBezTo>
                    <a:pt x="349" y="1481"/>
                    <a:pt x="349" y="1537"/>
                    <a:pt x="325" y="1585"/>
                  </a:cubicBezTo>
                  <a:cubicBezTo>
                    <a:pt x="325" y="1589"/>
                    <a:pt x="325" y="1589"/>
                    <a:pt x="325" y="1589"/>
                  </a:cubicBezTo>
                  <a:cubicBezTo>
                    <a:pt x="327" y="1591"/>
                    <a:pt x="328" y="1592"/>
                    <a:pt x="329" y="1592"/>
                  </a:cubicBezTo>
                  <a:cubicBezTo>
                    <a:pt x="330" y="1592"/>
                    <a:pt x="331" y="1591"/>
                    <a:pt x="333" y="1589"/>
                  </a:cubicBezTo>
                  <a:cubicBezTo>
                    <a:pt x="353" y="1569"/>
                    <a:pt x="369" y="1541"/>
                    <a:pt x="373" y="1509"/>
                  </a:cubicBezTo>
                  <a:cubicBezTo>
                    <a:pt x="381" y="1477"/>
                    <a:pt x="377" y="1445"/>
                    <a:pt x="365" y="1413"/>
                  </a:cubicBezTo>
                  <a:cubicBezTo>
                    <a:pt x="357" y="1385"/>
                    <a:pt x="341" y="1357"/>
                    <a:pt x="321" y="1333"/>
                  </a:cubicBezTo>
                  <a:cubicBezTo>
                    <a:pt x="309" y="1317"/>
                    <a:pt x="297" y="1305"/>
                    <a:pt x="285" y="1289"/>
                  </a:cubicBezTo>
                  <a:cubicBezTo>
                    <a:pt x="285" y="1277"/>
                    <a:pt x="285" y="1265"/>
                    <a:pt x="285" y="1249"/>
                  </a:cubicBezTo>
                  <a:cubicBezTo>
                    <a:pt x="289" y="1209"/>
                    <a:pt x="301" y="1165"/>
                    <a:pt x="325" y="1129"/>
                  </a:cubicBezTo>
                  <a:cubicBezTo>
                    <a:pt x="353" y="1085"/>
                    <a:pt x="389" y="1049"/>
                    <a:pt x="429" y="1017"/>
                  </a:cubicBezTo>
                  <a:lnTo>
                    <a:pt x="561" y="885"/>
                  </a:lnTo>
                  <a:cubicBezTo>
                    <a:pt x="609" y="837"/>
                    <a:pt x="657" y="789"/>
                    <a:pt x="709" y="745"/>
                  </a:cubicBezTo>
                  <a:cubicBezTo>
                    <a:pt x="761" y="693"/>
                    <a:pt x="797" y="629"/>
                    <a:pt x="809" y="557"/>
                  </a:cubicBezTo>
                  <a:cubicBezTo>
                    <a:pt x="817" y="509"/>
                    <a:pt x="821" y="457"/>
                    <a:pt x="821" y="409"/>
                  </a:cubicBezTo>
                  <a:cubicBezTo>
                    <a:pt x="837" y="401"/>
                    <a:pt x="857" y="389"/>
                    <a:pt x="881" y="373"/>
                  </a:cubicBezTo>
                  <a:cubicBezTo>
                    <a:pt x="909" y="353"/>
                    <a:pt x="941" y="329"/>
                    <a:pt x="969" y="305"/>
                  </a:cubicBezTo>
                  <a:cubicBezTo>
                    <a:pt x="1005" y="269"/>
                    <a:pt x="1037" y="229"/>
                    <a:pt x="1057" y="181"/>
                  </a:cubicBezTo>
                  <a:cubicBezTo>
                    <a:pt x="1069" y="153"/>
                    <a:pt x="1077" y="121"/>
                    <a:pt x="1077" y="89"/>
                  </a:cubicBezTo>
                  <a:cubicBezTo>
                    <a:pt x="1077" y="40"/>
                    <a:pt x="1040" y="1"/>
                    <a:pt x="9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2643282" y="2586494"/>
              <a:ext cx="165417" cy="213168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750" y="1"/>
                  </a:moveTo>
                  <a:cubicBezTo>
                    <a:pt x="747" y="1"/>
                    <a:pt x="744" y="1"/>
                    <a:pt x="741" y="1"/>
                  </a:cubicBezTo>
                  <a:cubicBezTo>
                    <a:pt x="701" y="1"/>
                    <a:pt x="669" y="25"/>
                    <a:pt x="657" y="57"/>
                  </a:cubicBezTo>
                  <a:cubicBezTo>
                    <a:pt x="645" y="81"/>
                    <a:pt x="641" y="105"/>
                    <a:pt x="637" y="129"/>
                  </a:cubicBezTo>
                  <a:cubicBezTo>
                    <a:pt x="625" y="213"/>
                    <a:pt x="617" y="277"/>
                    <a:pt x="613" y="329"/>
                  </a:cubicBezTo>
                  <a:cubicBezTo>
                    <a:pt x="613" y="353"/>
                    <a:pt x="613" y="369"/>
                    <a:pt x="609" y="381"/>
                  </a:cubicBezTo>
                  <a:cubicBezTo>
                    <a:pt x="609" y="397"/>
                    <a:pt x="593" y="421"/>
                    <a:pt x="589" y="437"/>
                  </a:cubicBezTo>
                  <a:cubicBezTo>
                    <a:pt x="569" y="489"/>
                    <a:pt x="545" y="537"/>
                    <a:pt x="517" y="589"/>
                  </a:cubicBezTo>
                  <a:cubicBezTo>
                    <a:pt x="493" y="633"/>
                    <a:pt x="457" y="673"/>
                    <a:pt x="413" y="701"/>
                  </a:cubicBezTo>
                  <a:cubicBezTo>
                    <a:pt x="369" y="721"/>
                    <a:pt x="325" y="741"/>
                    <a:pt x="281" y="757"/>
                  </a:cubicBezTo>
                  <a:cubicBezTo>
                    <a:pt x="237" y="773"/>
                    <a:pt x="197" y="793"/>
                    <a:pt x="157" y="817"/>
                  </a:cubicBezTo>
                  <a:cubicBezTo>
                    <a:pt x="93" y="853"/>
                    <a:pt x="41" y="905"/>
                    <a:pt x="13" y="973"/>
                  </a:cubicBezTo>
                  <a:cubicBezTo>
                    <a:pt x="5" y="993"/>
                    <a:pt x="1" y="1013"/>
                    <a:pt x="1" y="1033"/>
                  </a:cubicBezTo>
                  <a:lnTo>
                    <a:pt x="1" y="1053"/>
                  </a:lnTo>
                  <a:cubicBezTo>
                    <a:pt x="1" y="1053"/>
                    <a:pt x="5" y="1053"/>
                    <a:pt x="5" y="1057"/>
                  </a:cubicBezTo>
                  <a:lnTo>
                    <a:pt x="9" y="1057"/>
                  </a:lnTo>
                  <a:lnTo>
                    <a:pt x="13" y="1037"/>
                  </a:lnTo>
                  <a:cubicBezTo>
                    <a:pt x="21" y="1017"/>
                    <a:pt x="29" y="1001"/>
                    <a:pt x="37" y="985"/>
                  </a:cubicBezTo>
                  <a:cubicBezTo>
                    <a:pt x="77" y="937"/>
                    <a:pt x="125" y="893"/>
                    <a:pt x="185" y="869"/>
                  </a:cubicBezTo>
                  <a:cubicBezTo>
                    <a:pt x="217" y="849"/>
                    <a:pt x="261" y="833"/>
                    <a:pt x="301" y="813"/>
                  </a:cubicBezTo>
                  <a:cubicBezTo>
                    <a:pt x="349" y="789"/>
                    <a:pt x="393" y="761"/>
                    <a:pt x="433" y="729"/>
                  </a:cubicBezTo>
                  <a:cubicBezTo>
                    <a:pt x="473" y="693"/>
                    <a:pt x="509" y="649"/>
                    <a:pt x="537" y="597"/>
                  </a:cubicBezTo>
                  <a:cubicBezTo>
                    <a:pt x="565" y="549"/>
                    <a:pt x="593" y="501"/>
                    <a:pt x="621" y="457"/>
                  </a:cubicBezTo>
                  <a:cubicBezTo>
                    <a:pt x="649" y="409"/>
                    <a:pt x="681" y="361"/>
                    <a:pt x="705" y="313"/>
                  </a:cubicBezTo>
                  <a:lnTo>
                    <a:pt x="785" y="173"/>
                  </a:lnTo>
                  <a:cubicBezTo>
                    <a:pt x="801" y="149"/>
                    <a:pt x="813" y="117"/>
                    <a:pt x="817" y="89"/>
                  </a:cubicBezTo>
                  <a:cubicBezTo>
                    <a:pt x="821" y="65"/>
                    <a:pt x="813" y="45"/>
                    <a:pt x="801" y="25"/>
                  </a:cubicBezTo>
                  <a:cubicBezTo>
                    <a:pt x="787" y="11"/>
                    <a:pt x="770" y="1"/>
                    <a:pt x="7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2673102" y="2700332"/>
              <a:ext cx="217803" cy="135195"/>
            </a:xfrm>
            <a:custGeom>
              <a:avLst/>
              <a:gdLst/>
              <a:ahLst/>
              <a:cxnLst/>
              <a:rect l="l" t="t" r="r" b="b"/>
              <a:pathLst>
                <a:path w="1081" h="671" extrusionOk="0">
                  <a:moveTo>
                    <a:pt x="961" y="0"/>
                  </a:moveTo>
                  <a:cubicBezTo>
                    <a:pt x="929" y="4"/>
                    <a:pt x="901" y="16"/>
                    <a:pt x="877" y="40"/>
                  </a:cubicBezTo>
                  <a:cubicBezTo>
                    <a:pt x="857" y="60"/>
                    <a:pt x="841" y="88"/>
                    <a:pt x="833" y="116"/>
                  </a:cubicBezTo>
                  <a:cubicBezTo>
                    <a:pt x="821" y="172"/>
                    <a:pt x="817" y="224"/>
                    <a:pt x="817" y="280"/>
                  </a:cubicBezTo>
                  <a:cubicBezTo>
                    <a:pt x="821" y="328"/>
                    <a:pt x="809" y="372"/>
                    <a:pt x="777" y="412"/>
                  </a:cubicBezTo>
                  <a:cubicBezTo>
                    <a:pt x="741" y="448"/>
                    <a:pt x="693" y="468"/>
                    <a:pt x="645" y="480"/>
                  </a:cubicBezTo>
                  <a:cubicBezTo>
                    <a:pt x="593" y="492"/>
                    <a:pt x="545" y="500"/>
                    <a:pt x="493" y="504"/>
                  </a:cubicBezTo>
                  <a:cubicBezTo>
                    <a:pt x="445" y="508"/>
                    <a:pt x="397" y="512"/>
                    <a:pt x="349" y="512"/>
                  </a:cubicBezTo>
                  <a:lnTo>
                    <a:pt x="225" y="524"/>
                  </a:lnTo>
                  <a:cubicBezTo>
                    <a:pt x="185" y="524"/>
                    <a:pt x="149" y="532"/>
                    <a:pt x="109" y="544"/>
                  </a:cubicBezTo>
                  <a:cubicBezTo>
                    <a:pt x="81" y="556"/>
                    <a:pt x="53" y="572"/>
                    <a:pt x="33" y="596"/>
                  </a:cubicBezTo>
                  <a:cubicBezTo>
                    <a:pt x="17" y="612"/>
                    <a:pt x="5" y="640"/>
                    <a:pt x="1" y="664"/>
                  </a:cubicBezTo>
                  <a:cubicBezTo>
                    <a:pt x="1" y="668"/>
                    <a:pt x="3" y="670"/>
                    <a:pt x="5" y="670"/>
                  </a:cubicBezTo>
                  <a:cubicBezTo>
                    <a:pt x="7" y="670"/>
                    <a:pt x="9" y="668"/>
                    <a:pt x="9" y="664"/>
                  </a:cubicBezTo>
                  <a:cubicBezTo>
                    <a:pt x="13" y="660"/>
                    <a:pt x="13" y="656"/>
                    <a:pt x="17" y="648"/>
                  </a:cubicBezTo>
                  <a:cubicBezTo>
                    <a:pt x="29" y="636"/>
                    <a:pt x="41" y="624"/>
                    <a:pt x="53" y="612"/>
                  </a:cubicBezTo>
                  <a:cubicBezTo>
                    <a:pt x="73" y="600"/>
                    <a:pt x="97" y="592"/>
                    <a:pt x="125" y="584"/>
                  </a:cubicBezTo>
                  <a:cubicBezTo>
                    <a:pt x="157" y="580"/>
                    <a:pt x="193" y="580"/>
                    <a:pt x="225" y="580"/>
                  </a:cubicBezTo>
                  <a:cubicBezTo>
                    <a:pt x="269" y="580"/>
                    <a:pt x="313" y="576"/>
                    <a:pt x="357" y="572"/>
                  </a:cubicBezTo>
                  <a:cubicBezTo>
                    <a:pt x="405" y="564"/>
                    <a:pt x="453" y="552"/>
                    <a:pt x="501" y="536"/>
                  </a:cubicBezTo>
                  <a:cubicBezTo>
                    <a:pt x="549" y="524"/>
                    <a:pt x="601" y="512"/>
                    <a:pt x="649" y="496"/>
                  </a:cubicBezTo>
                  <a:cubicBezTo>
                    <a:pt x="705" y="488"/>
                    <a:pt x="757" y="468"/>
                    <a:pt x="805" y="436"/>
                  </a:cubicBezTo>
                  <a:cubicBezTo>
                    <a:pt x="849" y="396"/>
                    <a:pt x="877" y="340"/>
                    <a:pt x="881" y="280"/>
                  </a:cubicBezTo>
                  <a:cubicBezTo>
                    <a:pt x="881" y="264"/>
                    <a:pt x="881" y="248"/>
                    <a:pt x="885" y="232"/>
                  </a:cubicBezTo>
                  <a:cubicBezTo>
                    <a:pt x="889" y="228"/>
                    <a:pt x="893" y="224"/>
                    <a:pt x="901" y="224"/>
                  </a:cubicBezTo>
                  <a:cubicBezTo>
                    <a:pt x="921" y="216"/>
                    <a:pt x="945" y="212"/>
                    <a:pt x="981" y="200"/>
                  </a:cubicBezTo>
                  <a:cubicBezTo>
                    <a:pt x="1001" y="196"/>
                    <a:pt x="1017" y="188"/>
                    <a:pt x="1033" y="176"/>
                  </a:cubicBezTo>
                  <a:cubicBezTo>
                    <a:pt x="1057" y="164"/>
                    <a:pt x="1073" y="140"/>
                    <a:pt x="1081" y="112"/>
                  </a:cubicBezTo>
                  <a:cubicBezTo>
                    <a:pt x="1081" y="84"/>
                    <a:pt x="1073" y="52"/>
                    <a:pt x="1049" y="32"/>
                  </a:cubicBezTo>
                  <a:cubicBezTo>
                    <a:pt x="1025" y="12"/>
                    <a:pt x="993" y="0"/>
                    <a:pt x="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2622328" y="2846205"/>
              <a:ext cx="147687" cy="153530"/>
            </a:xfrm>
            <a:custGeom>
              <a:avLst/>
              <a:gdLst/>
              <a:ahLst/>
              <a:cxnLst/>
              <a:rect l="l" t="t" r="r" b="b"/>
              <a:pathLst>
                <a:path w="733" h="762" extrusionOk="0">
                  <a:moveTo>
                    <a:pt x="49" y="0"/>
                  </a:moveTo>
                  <a:cubicBezTo>
                    <a:pt x="31" y="0"/>
                    <a:pt x="14" y="6"/>
                    <a:pt x="1" y="16"/>
                  </a:cubicBezTo>
                  <a:cubicBezTo>
                    <a:pt x="1" y="16"/>
                    <a:pt x="1" y="16"/>
                    <a:pt x="1" y="20"/>
                  </a:cubicBezTo>
                  <a:lnTo>
                    <a:pt x="5" y="20"/>
                  </a:lnTo>
                  <a:cubicBezTo>
                    <a:pt x="10" y="19"/>
                    <a:pt x="15" y="19"/>
                    <a:pt x="20" y="19"/>
                  </a:cubicBezTo>
                  <a:cubicBezTo>
                    <a:pt x="55" y="19"/>
                    <a:pt x="87" y="41"/>
                    <a:pt x="101" y="72"/>
                  </a:cubicBezTo>
                  <a:cubicBezTo>
                    <a:pt x="117" y="116"/>
                    <a:pt x="129" y="156"/>
                    <a:pt x="133" y="200"/>
                  </a:cubicBezTo>
                  <a:cubicBezTo>
                    <a:pt x="137" y="224"/>
                    <a:pt x="145" y="248"/>
                    <a:pt x="157" y="268"/>
                  </a:cubicBezTo>
                  <a:cubicBezTo>
                    <a:pt x="165" y="292"/>
                    <a:pt x="177" y="312"/>
                    <a:pt x="193" y="332"/>
                  </a:cubicBezTo>
                  <a:cubicBezTo>
                    <a:pt x="217" y="372"/>
                    <a:pt x="249" y="408"/>
                    <a:pt x="277" y="448"/>
                  </a:cubicBezTo>
                  <a:cubicBezTo>
                    <a:pt x="301" y="484"/>
                    <a:pt x="329" y="524"/>
                    <a:pt x="357" y="560"/>
                  </a:cubicBezTo>
                  <a:cubicBezTo>
                    <a:pt x="381" y="600"/>
                    <a:pt x="409" y="640"/>
                    <a:pt x="437" y="676"/>
                  </a:cubicBezTo>
                  <a:cubicBezTo>
                    <a:pt x="473" y="716"/>
                    <a:pt x="517" y="748"/>
                    <a:pt x="573" y="760"/>
                  </a:cubicBezTo>
                  <a:cubicBezTo>
                    <a:pt x="580" y="761"/>
                    <a:pt x="587" y="762"/>
                    <a:pt x="594" y="762"/>
                  </a:cubicBezTo>
                  <a:cubicBezTo>
                    <a:pt x="615" y="762"/>
                    <a:pt x="636" y="757"/>
                    <a:pt x="657" y="748"/>
                  </a:cubicBezTo>
                  <a:cubicBezTo>
                    <a:pt x="689" y="740"/>
                    <a:pt x="713" y="716"/>
                    <a:pt x="729" y="688"/>
                  </a:cubicBezTo>
                  <a:cubicBezTo>
                    <a:pt x="733" y="676"/>
                    <a:pt x="729" y="660"/>
                    <a:pt x="721" y="652"/>
                  </a:cubicBezTo>
                  <a:cubicBezTo>
                    <a:pt x="709" y="640"/>
                    <a:pt x="697" y="628"/>
                    <a:pt x="681" y="620"/>
                  </a:cubicBezTo>
                  <a:cubicBezTo>
                    <a:pt x="665" y="612"/>
                    <a:pt x="649" y="608"/>
                    <a:pt x="633" y="604"/>
                  </a:cubicBezTo>
                  <a:cubicBezTo>
                    <a:pt x="605" y="600"/>
                    <a:pt x="577" y="600"/>
                    <a:pt x="549" y="600"/>
                  </a:cubicBezTo>
                  <a:cubicBezTo>
                    <a:pt x="535" y="602"/>
                    <a:pt x="522" y="603"/>
                    <a:pt x="509" y="603"/>
                  </a:cubicBezTo>
                  <a:cubicBezTo>
                    <a:pt x="497" y="603"/>
                    <a:pt x="485" y="602"/>
                    <a:pt x="473" y="600"/>
                  </a:cubicBezTo>
                  <a:cubicBezTo>
                    <a:pt x="457" y="600"/>
                    <a:pt x="445" y="596"/>
                    <a:pt x="433" y="596"/>
                  </a:cubicBezTo>
                  <a:lnTo>
                    <a:pt x="429" y="592"/>
                  </a:lnTo>
                  <a:lnTo>
                    <a:pt x="381" y="544"/>
                  </a:lnTo>
                  <a:cubicBezTo>
                    <a:pt x="345" y="512"/>
                    <a:pt x="317" y="476"/>
                    <a:pt x="289" y="436"/>
                  </a:cubicBezTo>
                  <a:cubicBezTo>
                    <a:pt x="265" y="400"/>
                    <a:pt x="245" y="356"/>
                    <a:pt x="229" y="316"/>
                  </a:cubicBezTo>
                  <a:cubicBezTo>
                    <a:pt x="221" y="292"/>
                    <a:pt x="217" y="272"/>
                    <a:pt x="209" y="252"/>
                  </a:cubicBezTo>
                  <a:lnTo>
                    <a:pt x="193" y="188"/>
                  </a:lnTo>
                  <a:cubicBezTo>
                    <a:pt x="181" y="140"/>
                    <a:pt x="165" y="92"/>
                    <a:pt x="141" y="52"/>
                  </a:cubicBezTo>
                  <a:cubicBezTo>
                    <a:pt x="125" y="28"/>
                    <a:pt x="101" y="12"/>
                    <a:pt x="77" y="4"/>
                  </a:cubicBezTo>
                  <a:cubicBezTo>
                    <a:pt x="67" y="2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2432127" y="2847817"/>
              <a:ext cx="150104" cy="149701"/>
            </a:xfrm>
            <a:custGeom>
              <a:avLst/>
              <a:gdLst/>
              <a:ahLst/>
              <a:cxnLst/>
              <a:rect l="l" t="t" r="r" b="b"/>
              <a:pathLst>
                <a:path w="745" h="743" extrusionOk="0">
                  <a:moveTo>
                    <a:pt x="741" y="0"/>
                  </a:moveTo>
                  <a:cubicBezTo>
                    <a:pt x="677" y="0"/>
                    <a:pt x="609" y="16"/>
                    <a:pt x="553" y="52"/>
                  </a:cubicBezTo>
                  <a:cubicBezTo>
                    <a:pt x="545" y="56"/>
                    <a:pt x="537" y="64"/>
                    <a:pt x="541" y="76"/>
                  </a:cubicBezTo>
                  <a:lnTo>
                    <a:pt x="541" y="80"/>
                  </a:lnTo>
                  <a:cubicBezTo>
                    <a:pt x="541" y="124"/>
                    <a:pt x="533" y="168"/>
                    <a:pt x="521" y="212"/>
                  </a:cubicBezTo>
                  <a:cubicBezTo>
                    <a:pt x="505" y="260"/>
                    <a:pt x="489" y="304"/>
                    <a:pt x="469" y="348"/>
                  </a:cubicBezTo>
                  <a:cubicBezTo>
                    <a:pt x="429" y="440"/>
                    <a:pt x="365" y="520"/>
                    <a:pt x="289" y="580"/>
                  </a:cubicBezTo>
                  <a:cubicBezTo>
                    <a:pt x="273" y="592"/>
                    <a:pt x="257" y="604"/>
                    <a:pt x="237" y="616"/>
                  </a:cubicBezTo>
                  <a:cubicBezTo>
                    <a:pt x="229" y="616"/>
                    <a:pt x="221" y="612"/>
                    <a:pt x="213" y="608"/>
                  </a:cubicBezTo>
                  <a:cubicBezTo>
                    <a:pt x="189" y="604"/>
                    <a:pt x="169" y="588"/>
                    <a:pt x="141" y="580"/>
                  </a:cubicBezTo>
                  <a:cubicBezTo>
                    <a:pt x="129" y="575"/>
                    <a:pt x="116" y="573"/>
                    <a:pt x="102" y="573"/>
                  </a:cubicBezTo>
                  <a:cubicBezTo>
                    <a:pt x="84" y="573"/>
                    <a:pt x="65" y="577"/>
                    <a:pt x="49" y="584"/>
                  </a:cubicBezTo>
                  <a:cubicBezTo>
                    <a:pt x="29" y="596"/>
                    <a:pt x="17" y="612"/>
                    <a:pt x="9" y="632"/>
                  </a:cubicBezTo>
                  <a:cubicBezTo>
                    <a:pt x="1" y="652"/>
                    <a:pt x="5" y="676"/>
                    <a:pt x="17" y="696"/>
                  </a:cubicBezTo>
                  <a:cubicBezTo>
                    <a:pt x="37" y="724"/>
                    <a:pt x="66" y="742"/>
                    <a:pt x="99" y="742"/>
                  </a:cubicBezTo>
                  <a:cubicBezTo>
                    <a:pt x="105" y="742"/>
                    <a:pt x="111" y="742"/>
                    <a:pt x="117" y="740"/>
                  </a:cubicBezTo>
                  <a:cubicBezTo>
                    <a:pt x="145" y="740"/>
                    <a:pt x="173" y="728"/>
                    <a:pt x="201" y="716"/>
                  </a:cubicBezTo>
                  <a:cubicBezTo>
                    <a:pt x="249" y="692"/>
                    <a:pt x="293" y="660"/>
                    <a:pt x="329" y="620"/>
                  </a:cubicBezTo>
                  <a:cubicBezTo>
                    <a:pt x="361" y="580"/>
                    <a:pt x="393" y="536"/>
                    <a:pt x="417" y="492"/>
                  </a:cubicBezTo>
                  <a:cubicBezTo>
                    <a:pt x="441" y="448"/>
                    <a:pt x="465" y="404"/>
                    <a:pt x="493" y="364"/>
                  </a:cubicBezTo>
                  <a:cubicBezTo>
                    <a:pt x="525" y="320"/>
                    <a:pt x="553" y="276"/>
                    <a:pt x="577" y="232"/>
                  </a:cubicBezTo>
                  <a:cubicBezTo>
                    <a:pt x="597" y="188"/>
                    <a:pt x="605" y="136"/>
                    <a:pt x="601" y="88"/>
                  </a:cubicBezTo>
                  <a:cubicBezTo>
                    <a:pt x="645" y="56"/>
                    <a:pt x="697" y="28"/>
                    <a:pt x="745" y="4"/>
                  </a:cubicBezTo>
                  <a:cubicBezTo>
                    <a:pt x="745" y="0"/>
                    <a:pt x="745" y="0"/>
                    <a:pt x="7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2327355" y="2810543"/>
              <a:ext cx="234727" cy="76362"/>
            </a:xfrm>
            <a:custGeom>
              <a:avLst/>
              <a:gdLst/>
              <a:ahLst/>
              <a:cxnLst/>
              <a:rect l="l" t="t" r="r" b="b"/>
              <a:pathLst>
                <a:path w="1165" h="379" extrusionOk="0">
                  <a:moveTo>
                    <a:pt x="983" y="1"/>
                  </a:moveTo>
                  <a:cubicBezTo>
                    <a:pt x="934" y="1"/>
                    <a:pt x="886" y="12"/>
                    <a:pt x="841" y="33"/>
                  </a:cubicBezTo>
                  <a:cubicBezTo>
                    <a:pt x="813" y="45"/>
                    <a:pt x="789" y="61"/>
                    <a:pt x="769" y="77"/>
                  </a:cubicBezTo>
                  <a:cubicBezTo>
                    <a:pt x="745" y="97"/>
                    <a:pt x="725" y="117"/>
                    <a:pt x="709" y="133"/>
                  </a:cubicBezTo>
                  <a:cubicBezTo>
                    <a:pt x="673" y="173"/>
                    <a:pt x="633" y="209"/>
                    <a:pt x="585" y="229"/>
                  </a:cubicBezTo>
                  <a:cubicBezTo>
                    <a:pt x="557" y="241"/>
                    <a:pt x="527" y="247"/>
                    <a:pt x="498" y="247"/>
                  </a:cubicBezTo>
                  <a:cubicBezTo>
                    <a:pt x="477" y="247"/>
                    <a:pt x="457" y="244"/>
                    <a:pt x="437" y="237"/>
                  </a:cubicBezTo>
                  <a:cubicBezTo>
                    <a:pt x="385" y="229"/>
                    <a:pt x="337" y="209"/>
                    <a:pt x="285" y="197"/>
                  </a:cubicBezTo>
                  <a:cubicBezTo>
                    <a:pt x="249" y="182"/>
                    <a:pt x="211" y="175"/>
                    <a:pt x="173" y="175"/>
                  </a:cubicBezTo>
                  <a:cubicBezTo>
                    <a:pt x="152" y="175"/>
                    <a:pt x="130" y="177"/>
                    <a:pt x="109" y="181"/>
                  </a:cubicBezTo>
                  <a:cubicBezTo>
                    <a:pt x="77" y="193"/>
                    <a:pt x="49" y="217"/>
                    <a:pt x="29" y="245"/>
                  </a:cubicBezTo>
                  <a:cubicBezTo>
                    <a:pt x="5" y="277"/>
                    <a:pt x="1" y="317"/>
                    <a:pt x="17" y="349"/>
                  </a:cubicBezTo>
                  <a:lnTo>
                    <a:pt x="17" y="353"/>
                  </a:lnTo>
                  <a:cubicBezTo>
                    <a:pt x="17" y="361"/>
                    <a:pt x="25" y="369"/>
                    <a:pt x="33" y="369"/>
                  </a:cubicBezTo>
                  <a:cubicBezTo>
                    <a:pt x="50" y="376"/>
                    <a:pt x="67" y="379"/>
                    <a:pt x="85" y="379"/>
                  </a:cubicBezTo>
                  <a:cubicBezTo>
                    <a:pt x="122" y="379"/>
                    <a:pt x="158" y="366"/>
                    <a:pt x="185" y="341"/>
                  </a:cubicBezTo>
                  <a:cubicBezTo>
                    <a:pt x="197" y="333"/>
                    <a:pt x="205" y="325"/>
                    <a:pt x="213" y="313"/>
                  </a:cubicBezTo>
                  <a:lnTo>
                    <a:pt x="233" y="289"/>
                  </a:lnTo>
                  <a:cubicBezTo>
                    <a:pt x="246" y="276"/>
                    <a:pt x="259" y="263"/>
                    <a:pt x="274" y="263"/>
                  </a:cubicBezTo>
                  <a:cubicBezTo>
                    <a:pt x="277" y="263"/>
                    <a:pt x="281" y="264"/>
                    <a:pt x="285" y="265"/>
                  </a:cubicBezTo>
                  <a:lnTo>
                    <a:pt x="289" y="265"/>
                  </a:lnTo>
                  <a:cubicBezTo>
                    <a:pt x="333" y="277"/>
                    <a:pt x="381" y="281"/>
                    <a:pt x="429" y="285"/>
                  </a:cubicBezTo>
                  <a:cubicBezTo>
                    <a:pt x="485" y="285"/>
                    <a:pt x="541" y="273"/>
                    <a:pt x="593" y="249"/>
                  </a:cubicBezTo>
                  <a:cubicBezTo>
                    <a:pt x="641" y="221"/>
                    <a:pt x="689" y="193"/>
                    <a:pt x="733" y="161"/>
                  </a:cubicBezTo>
                  <a:cubicBezTo>
                    <a:pt x="773" y="133"/>
                    <a:pt x="817" y="109"/>
                    <a:pt x="865" y="85"/>
                  </a:cubicBezTo>
                  <a:cubicBezTo>
                    <a:pt x="909" y="65"/>
                    <a:pt x="957" y="53"/>
                    <a:pt x="1005" y="49"/>
                  </a:cubicBezTo>
                  <a:cubicBezTo>
                    <a:pt x="1023" y="47"/>
                    <a:pt x="1041" y="45"/>
                    <a:pt x="1060" y="45"/>
                  </a:cubicBezTo>
                  <a:cubicBezTo>
                    <a:pt x="1093" y="45"/>
                    <a:pt x="1126" y="50"/>
                    <a:pt x="1157" y="57"/>
                  </a:cubicBezTo>
                  <a:lnTo>
                    <a:pt x="1161" y="57"/>
                  </a:lnTo>
                  <a:cubicBezTo>
                    <a:pt x="1165" y="53"/>
                    <a:pt x="1165" y="53"/>
                    <a:pt x="1161" y="53"/>
                  </a:cubicBezTo>
                  <a:cubicBezTo>
                    <a:pt x="1117" y="21"/>
                    <a:pt x="1061" y="5"/>
                    <a:pt x="1005" y="1"/>
                  </a:cubicBezTo>
                  <a:cubicBezTo>
                    <a:pt x="998" y="1"/>
                    <a:pt x="990" y="1"/>
                    <a:pt x="9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2370876" y="2618126"/>
              <a:ext cx="194431" cy="180730"/>
            </a:xfrm>
            <a:custGeom>
              <a:avLst/>
              <a:gdLst/>
              <a:ahLst/>
              <a:cxnLst/>
              <a:rect l="l" t="t" r="r" b="b"/>
              <a:pathLst>
                <a:path w="965" h="897" extrusionOk="0">
                  <a:moveTo>
                    <a:pt x="61" y="0"/>
                  </a:moveTo>
                  <a:cubicBezTo>
                    <a:pt x="45" y="12"/>
                    <a:pt x="33" y="24"/>
                    <a:pt x="21" y="40"/>
                  </a:cubicBezTo>
                  <a:cubicBezTo>
                    <a:pt x="9" y="56"/>
                    <a:pt x="1" y="76"/>
                    <a:pt x="5" y="100"/>
                  </a:cubicBezTo>
                  <a:cubicBezTo>
                    <a:pt x="9" y="132"/>
                    <a:pt x="21" y="164"/>
                    <a:pt x="45" y="192"/>
                  </a:cubicBezTo>
                  <a:cubicBezTo>
                    <a:pt x="57" y="216"/>
                    <a:pt x="77" y="240"/>
                    <a:pt x="97" y="264"/>
                  </a:cubicBezTo>
                  <a:cubicBezTo>
                    <a:pt x="105" y="276"/>
                    <a:pt x="117" y="284"/>
                    <a:pt x="129" y="296"/>
                  </a:cubicBezTo>
                  <a:cubicBezTo>
                    <a:pt x="141" y="304"/>
                    <a:pt x="153" y="312"/>
                    <a:pt x="169" y="320"/>
                  </a:cubicBezTo>
                  <a:cubicBezTo>
                    <a:pt x="221" y="348"/>
                    <a:pt x="273" y="372"/>
                    <a:pt x="325" y="392"/>
                  </a:cubicBezTo>
                  <a:cubicBezTo>
                    <a:pt x="377" y="412"/>
                    <a:pt x="429" y="432"/>
                    <a:pt x="481" y="452"/>
                  </a:cubicBezTo>
                  <a:cubicBezTo>
                    <a:pt x="533" y="468"/>
                    <a:pt x="581" y="500"/>
                    <a:pt x="613" y="544"/>
                  </a:cubicBezTo>
                  <a:cubicBezTo>
                    <a:pt x="641" y="588"/>
                    <a:pt x="653" y="644"/>
                    <a:pt x="685" y="696"/>
                  </a:cubicBezTo>
                  <a:cubicBezTo>
                    <a:pt x="745" y="796"/>
                    <a:pt x="845" y="868"/>
                    <a:pt x="961" y="896"/>
                  </a:cubicBezTo>
                  <a:lnTo>
                    <a:pt x="965" y="896"/>
                  </a:lnTo>
                  <a:cubicBezTo>
                    <a:pt x="965" y="892"/>
                    <a:pt x="965" y="892"/>
                    <a:pt x="965" y="888"/>
                  </a:cubicBezTo>
                  <a:cubicBezTo>
                    <a:pt x="921" y="860"/>
                    <a:pt x="877" y="824"/>
                    <a:pt x="837" y="784"/>
                  </a:cubicBezTo>
                  <a:cubicBezTo>
                    <a:pt x="801" y="748"/>
                    <a:pt x="765" y="708"/>
                    <a:pt x="737" y="664"/>
                  </a:cubicBezTo>
                  <a:cubicBezTo>
                    <a:pt x="705" y="616"/>
                    <a:pt x="673" y="572"/>
                    <a:pt x="637" y="528"/>
                  </a:cubicBezTo>
                  <a:cubicBezTo>
                    <a:pt x="593" y="488"/>
                    <a:pt x="545" y="452"/>
                    <a:pt x="497" y="428"/>
                  </a:cubicBezTo>
                  <a:cubicBezTo>
                    <a:pt x="445" y="400"/>
                    <a:pt x="401" y="368"/>
                    <a:pt x="353" y="340"/>
                  </a:cubicBezTo>
                  <a:cubicBezTo>
                    <a:pt x="301" y="312"/>
                    <a:pt x="257" y="288"/>
                    <a:pt x="213" y="264"/>
                  </a:cubicBezTo>
                  <a:lnTo>
                    <a:pt x="213" y="224"/>
                  </a:lnTo>
                  <a:cubicBezTo>
                    <a:pt x="213" y="192"/>
                    <a:pt x="213" y="164"/>
                    <a:pt x="213" y="132"/>
                  </a:cubicBezTo>
                  <a:cubicBezTo>
                    <a:pt x="209" y="96"/>
                    <a:pt x="197" y="64"/>
                    <a:pt x="181" y="36"/>
                  </a:cubicBezTo>
                  <a:cubicBezTo>
                    <a:pt x="165" y="16"/>
                    <a:pt x="145" y="8"/>
                    <a:pt x="1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CUSTOM_18"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" name="Google Shape;652;p14"/>
          <p:cNvGrpSpPr/>
          <p:nvPr/>
        </p:nvGrpSpPr>
        <p:grpSpPr>
          <a:xfrm>
            <a:off x="-191863" y="-679522"/>
            <a:ext cx="2038777" cy="2153738"/>
            <a:chOff x="1668906" y="1908100"/>
            <a:chExt cx="1782927" cy="1883462"/>
          </a:xfrm>
        </p:grpSpPr>
        <p:sp>
          <p:nvSpPr>
            <p:cNvPr id="653" name="Google Shape;653;p14"/>
            <p:cNvSpPr/>
            <p:nvPr/>
          </p:nvSpPr>
          <p:spPr>
            <a:xfrm>
              <a:off x="1668906" y="2722495"/>
              <a:ext cx="900425" cy="895187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4" y="2872"/>
                  </a:moveTo>
                  <a:cubicBezTo>
                    <a:pt x="124" y="2872"/>
                    <a:pt x="126" y="2874"/>
                    <a:pt x="128" y="2878"/>
                  </a:cubicBezTo>
                  <a:cubicBezTo>
                    <a:pt x="124" y="2874"/>
                    <a:pt x="123" y="2872"/>
                    <a:pt x="124" y="2872"/>
                  </a:cubicBezTo>
                  <a:close/>
                  <a:moveTo>
                    <a:pt x="1555" y="0"/>
                  </a:moveTo>
                  <a:cubicBezTo>
                    <a:pt x="1524" y="0"/>
                    <a:pt x="1492" y="1"/>
                    <a:pt x="1460" y="2"/>
                  </a:cubicBezTo>
                  <a:cubicBezTo>
                    <a:pt x="1340" y="10"/>
                    <a:pt x="1220" y="42"/>
                    <a:pt x="1112" y="102"/>
                  </a:cubicBezTo>
                  <a:cubicBezTo>
                    <a:pt x="1048" y="134"/>
                    <a:pt x="996" y="178"/>
                    <a:pt x="948" y="234"/>
                  </a:cubicBezTo>
                  <a:cubicBezTo>
                    <a:pt x="936" y="246"/>
                    <a:pt x="932" y="258"/>
                    <a:pt x="920" y="274"/>
                  </a:cubicBezTo>
                  <a:lnTo>
                    <a:pt x="904" y="294"/>
                  </a:lnTo>
                  <a:lnTo>
                    <a:pt x="892" y="318"/>
                  </a:lnTo>
                  <a:lnTo>
                    <a:pt x="840" y="406"/>
                  </a:lnTo>
                  <a:cubicBezTo>
                    <a:pt x="772" y="534"/>
                    <a:pt x="720" y="666"/>
                    <a:pt x="676" y="802"/>
                  </a:cubicBezTo>
                  <a:cubicBezTo>
                    <a:pt x="632" y="938"/>
                    <a:pt x="600" y="1090"/>
                    <a:pt x="564" y="1238"/>
                  </a:cubicBezTo>
                  <a:cubicBezTo>
                    <a:pt x="532" y="1390"/>
                    <a:pt x="500" y="1542"/>
                    <a:pt x="464" y="1698"/>
                  </a:cubicBezTo>
                  <a:cubicBezTo>
                    <a:pt x="448" y="1774"/>
                    <a:pt x="428" y="1850"/>
                    <a:pt x="404" y="1926"/>
                  </a:cubicBezTo>
                  <a:cubicBezTo>
                    <a:pt x="392" y="1966"/>
                    <a:pt x="380" y="2006"/>
                    <a:pt x="368" y="2046"/>
                  </a:cubicBezTo>
                  <a:cubicBezTo>
                    <a:pt x="356" y="2082"/>
                    <a:pt x="344" y="2118"/>
                    <a:pt x="328" y="2158"/>
                  </a:cubicBezTo>
                  <a:cubicBezTo>
                    <a:pt x="272" y="2314"/>
                    <a:pt x="204" y="2466"/>
                    <a:pt x="128" y="2614"/>
                  </a:cubicBezTo>
                  <a:lnTo>
                    <a:pt x="64" y="2726"/>
                  </a:lnTo>
                  <a:cubicBezTo>
                    <a:pt x="52" y="2746"/>
                    <a:pt x="44" y="2766"/>
                    <a:pt x="32" y="2786"/>
                  </a:cubicBezTo>
                  <a:cubicBezTo>
                    <a:pt x="16" y="2810"/>
                    <a:pt x="8" y="2838"/>
                    <a:pt x="4" y="2866"/>
                  </a:cubicBezTo>
                  <a:cubicBezTo>
                    <a:pt x="0" y="2890"/>
                    <a:pt x="4" y="2918"/>
                    <a:pt x="16" y="2938"/>
                  </a:cubicBezTo>
                  <a:cubicBezTo>
                    <a:pt x="28" y="2958"/>
                    <a:pt x="48" y="2974"/>
                    <a:pt x="68" y="2982"/>
                  </a:cubicBezTo>
                  <a:cubicBezTo>
                    <a:pt x="92" y="2994"/>
                    <a:pt x="116" y="3002"/>
                    <a:pt x="140" y="3010"/>
                  </a:cubicBezTo>
                  <a:cubicBezTo>
                    <a:pt x="172" y="3022"/>
                    <a:pt x="200" y="3042"/>
                    <a:pt x="228" y="3066"/>
                  </a:cubicBezTo>
                  <a:cubicBezTo>
                    <a:pt x="352" y="3186"/>
                    <a:pt x="468" y="3314"/>
                    <a:pt x="580" y="3450"/>
                  </a:cubicBezTo>
                  <a:cubicBezTo>
                    <a:pt x="696" y="3586"/>
                    <a:pt x="824" y="3714"/>
                    <a:pt x="960" y="3830"/>
                  </a:cubicBezTo>
                  <a:cubicBezTo>
                    <a:pt x="1032" y="3898"/>
                    <a:pt x="1124" y="3938"/>
                    <a:pt x="1220" y="3950"/>
                  </a:cubicBezTo>
                  <a:cubicBezTo>
                    <a:pt x="1235" y="3950"/>
                    <a:pt x="1249" y="3949"/>
                    <a:pt x="1264" y="3949"/>
                  </a:cubicBezTo>
                  <a:cubicBezTo>
                    <a:pt x="1335" y="3949"/>
                    <a:pt x="1408" y="3957"/>
                    <a:pt x="1480" y="3970"/>
                  </a:cubicBezTo>
                  <a:cubicBezTo>
                    <a:pt x="1652" y="4006"/>
                    <a:pt x="1820" y="4058"/>
                    <a:pt x="1985" y="4115"/>
                  </a:cubicBezTo>
                  <a:lnTo>
                    <a:pt x="2477" y="4287"/>
                  </a:lnTo>
                  <a:cubicBezTo>
                    <a:pt x="2637" y="4347"/>
                    <a:pt x="2805" y="4395"/>
                    <a:pt x="2973" y="4431"/>
                  </a:cubicBezTo>
                  <a:cubicBezTo>
                    <a:pt x="3027" y="4438"/>
                    <a:pt x="3083" y="4443"/>
                    <a:pt x="3138" y="4443"/>
                  </a:cubicBezTo>
                  <a:cubicBezTo>
                    <a:pt x="3169" y="4443"/>
                    <a:pt x="3199" y="4441"/>
                    <a:pt x="3229" y="4439"/>
                  </a:cubicBezTo>
                  <a:cubicBezTo>
                    <a:pt x="3317" y="4431"/>
                    <a:pt x="3401" y="4403"/>
                    <a:pt x="3481" y="4359"/>
                  </a:cubicBezTo>
                  <a:cubicBezTo>
                    <a:pt x="3617" y="4267"/>
                    <a:pt x="3733" y="4147"/>
                    <a:pt x="3821" y="4002"/>
                  </a:cubicBezTo>
                  <a:cubicBezTo>
                    <a:pt x="3865" y="3938"/>
                    <a:pt x="3901" y="3874"/>
                    <a:pt x="3941" y="3806"/>
                  </a:cubicBezTo>
                  <a:cubicBezTo>
                    <a:pt x="3977" y="3742"/>
                    <a:pt x="4009" y="3674"/>
                    <a:pt x="4041" y="3606"/>
                  </a:cubicBezTo>
                  <a:cubicBezTo>
                    <a:pt x="4097" y="3474"/>
                    <a:pt x="4145" y="3342"/>
                    <a:pt x="4189" y="3214"/>
                  </a:cubicBezTo>
                  <a:cubicBezTo>
                    <a:pt x="4265" y="2982"/>
                    <a:pt x="4329" y="2742"/>
                    <a:pt x="4377" y="2502"/>
                  </a:cubicBezTo>
                  <a:cubicBezTo>
                    <a:pt x="4417" y="2318"/>
                    <a:pt x="4445" y="2130"/>
                    <a:pt x="4461" y="1942"/>
                  </a:cubicBezTo>
                  <a:cubicBezTo>
                    <a:pt x="4469" y="1822"/>
                    <a:pt x="4465" y="1698"/>
                    <a:pt x="4445" y="1578"/>
                  </a:cubicBezTo>
                  <a:cubicBezTo>
                    <a:pt x="4437" y="1546"/>
                    <a:pt x="4429" y="1514"/>
                    <a:pt x="4413" y="1486"/>
                  </a:cubicBezTo>
                  <a:cubicBezTo>
                    <a:pt x="4405" y="1466"/>
                    <a:pt x="4397" y="1454"/>
                    <a:pt x="4397" y="1454"/>
                  </a:cubicBezTo>
                  <a:lnTo>
                    <a:pt x="4385" y="1466"/>
                  </a:lnTo>
                  <a:lnTo>
                    <a:pt x="4397" y="1494"/>
                  </a:lnTo>
                  <a:cubicBezTo>
                    <a:pt x="4409" y="1526"/>
                    <a:pt x="4413" y="1554"/>
                    <a:pt x="4417" y="1586"/>
                  </a:cubicBezTo>
                  <a:cubicBezTo>
                    <a:pt x="4425" y="1706"/>
                    <a:pt x="4421" y="1826"/>
                    <a:pt x="4401" y="1942"/>
                  </a:cubicBezTo>
                  <a:cubicBezTo>
                    <a:pt x="4373" y="2126"/>
                    <a:pt x="4337" y="2306"/>
                    <a:pt x="4289" y="2486"/>
                  </a:cubicBezTo>
                  <a:cubicBezTo>
                    <a:pt x="4233" y="2694"/>
                    <a:pt x="4165" y="2930"/>
                    <a:pt x="4077" y="3178"/>
                  </a:cubicBezTo>
                  <a:cubicBezTo>
                    <a:pt x="4033" y="3302"/>
                    <a:pt x="3981" y="3430"/>
                    <a:pt x="3925" y="3558"/>
                  </a:cubicBezTo>
                  <a:cubicBezTo>
                    <a:pt x="3893" y="3622"/>
                    <a:pt x="3865" y="3690"/>
                    <a:pt x="3829" y="3750"/>
                  </a:cubicBezTo>
                  <a:cubicBezTo>
                    <a:pt x="3793" y="3814"/>
                    <a:pt x="3753" y="3882"/>
                    <a:pt x="3713" y="3942"/>
                  </a:cubicBezTo>
                  <a:cubicBezTo>
                    <a:pt x="3641" y="4071"/>
                    <a:pt x="3541" y="4187"/>
                    <a:pt x="3421" y="4275"/>
                  </a:cubicBezTo>
                  <a:cubicBezTo>
                    <a:pt x="3329" y="4339"/>
                    <a:pt x="3213" y="4366"/>
                    <a:pt x="3092" y="4366"/>
                  </a:cubicBezTo>
                  <a:cubicBezTo>
                    <a:pt x="3055" y="4366"/>
                    <a:pt x="3018" y="4363"/>
                    <a:pt x="2981" y="4359"/>
                  </a:cubicBezTo>
                  <a:cubicBezTo>
                    <a:pt x="2813" y="4335"/>
                    <a:pt x="2653" y="4299"/>
                    <a:pt x="2493" y="4243"/>
                  </a:cubicBezTo>
                  <a:cubicBezTo>
                    <a:pt x="2329" y="4195"/>
                    <a:pt x="2165" y="4139"/>
                    <a:pt x="1997" y="4079"/>
                  </a:cubicBezTo>
                  <a:cubicBezTo>
                    <a:pt x="1832" y="4018"/>
                    <a:pt x="1660" y="3966"/>
                    <a:pt x="1488" y="3922"/>
                  </a:cubicBezTo>
                  <a:cubicBezTo>
                    <a:pt x="1400" y="3902"/>
                    <a:pt x="1312" y="3890"/>
                    <a:pt x="1220" y="3890"/>
                  </a:cubicBezTo>
                  <a:cubicBezTo>
                    <a:pt x="1144" y="3886"/>
                    <a:pt x="1072" y="3830"/>
                    <a:pt x="1008" y="3778"/>
                  </a:cubicBezTo>
                  <a:cubicBezTo>
                    <a:pt x="880" y="3658"/>
                    <a:pt x="764" y="3526"/>
                    <a:pt x="656" y="3386"/>
                  </a:cubicBezTo>
                  <a:cubicBezTo>
                    <a:pt x="548" y="3246"/>
                    <a:pt x="432" y="3110"/>
                    <a:pt x="308" y="2982"/>
                  </a:cubicBezTo>
                  <a:cubicBezTo>
                    <a:pt x="272" y="2942"/>
                    <a:pt x="228" y="2914"/>
                    <a:pt x="176" y="2894"/>
                  </a:cubicBezTo>
                  <a:cubicBezTo>
                    <a:pt x="162" y="2891"/>
                    <a:pt x="148" y="2884"/>
                    <a:pt x="134" y="2880"/>
                  </a:cubicBezTo>
                  <a:lnTo>
                    <a:pt x="134" y="2880"/>
                  </a:lnTo>
                  <a:cubicBezTo>
                    <a:pt x="138" y="2869"/>
                    <a:pt x="142" y="2856"/>
                    <a:pt x="148" y="2846"/>
                  </a:cubicBezTo>
                  <a:cubicBezTo>
                    <a:pt x="156" y="2830"/>
                    <a:pt x="168" y="2810"/>
                    <a:pt x="180" y="2794"/>
                  </a:cubicBezTo>
                  <a:lnTo>
                    <a:pt x="244" y="2682"/>
                  </a:lnTo>
                  <a:cubicBezTo>
                    <a:pt x="332" y="2530"/>
                    <a:pt x="404" y="2374"/>
                    <a:pt x="464" y="2210"/>
                  </a:cubicBezTo>
                  <a:cubicBezTo>
                    <a:pt x="480" y="2174"/>
                    <a:pt x="496" y="2130"/>
                    <a:pt x="508" y="2090"/>
                  </a:cubicBezTo>
                  <a:cubicBezTo>
                    <a:pt x="520" y="2050"/>
                    <a:pt x="536" y="2014"/>
                    <a:pt x="544" y="1974"/>
                  </a:cubicBezTo>
                  <a:cubicBezTo>
                    <a:pt x="568" y="1890"/>
                    <a:pt x="592" y="1814"/>
                    <a:pt x="612" y="1734"/>
                  </a:cubicBezTo>
                  <a:cubicBezTo>
                    <a:pt x="648" y="1574"/>
                    <a:pt x="680" y="1418"/>
                    <a:pt x="708" y="1270"/>
                  </a:cubicBezTo>
                  <a:cubicBezTo>
                    <a:pt x="764" y="970"/>
                    <a:pt x="832" y="698"/>
                    <a:pt x="948" y="462"/>
                  </a:cubicBezTo>
                  <a:lnTo>
                    <a:pt x="992" y="378"/>
                  </a:lnTo>
                  <a:lnTo>
                    <a:pt x="1004" y="358"/>
                  </a:lnTo>
                  <a:lnTo>
                    <a:pt x="1016" y="342"/>
                  </a:lnTo>
                  <a:cubicBezTo>
                    <a:pt x="1024" y="326"/>
                    <a:pt x="1032" y="314"/>
                    <a:pt x="1044" y="302"/>
                  </a:cubicBezTo>
                  <a:cubicBezTo>
                    <a:pt x="1076" y="258"/>
                    <a:pt x="1120" y="222"/>
                    <a:pt x="1164" y="194"/>
                  </a:cubicBezTo>
                  <a:cubicBezTo>
                    <a:pt x="1260" y="142"/>
                    <a:pt x="1364" y="110"/>
                    <a:pt x="1472" y="94"/>
                  </a:cubicBezTo>
                  <a:cubicBezTo>
                    <a:pt x="1543" y="88"/>
                    <a:pt x="1614" y="85"/>
                    <a:pt x="1685" y="85"/>
                  </a:cubicBezTo>
                  <a:cubicBezTo>
                    <a:pt x="1798" y="85"/>
                    <a:pt x="1911" y="93"/>
                    <a:pt x="2025" y="110"/>
                  </a:cubicBezTo>
                  <a:cubicBezTo>
                    <a:pt x="2141" y="126"/>
                    <a:pt x="2257" y="150"/>
                    <a:pt x="2373" y="178"/>
                  </a:cubicBezTo>
                  <a:cubicBezTo>
                    <a:pt x="2453" y="198"/>
                    <a:pt x="2497" y="210"/>
                    <a:pt x="2497" y="210"/>
                  </a:cubicBezTo>
                  <a:lnTo>
                    <a:pt x="2501" y="198"/>
                  </a:lnTo>
                  <a:cubicBezTo>
                    <a:pt x="2501" y="198"/>
                    <a:pt x="2461" y="182"/>
                    <a:pt x="2381" y="154"/>
                  </a:cubicBezTo>
                  <a:cubicBezTo>
                    <a:pt x="2265" y="114"/>
                    <a:pt x="2149" y="82"/>
                    <a:pt x="2029" y="54"/>
                  </a:cubicBezTo>
                  <a:cubicBezTo>
                    <a:pt x="1875" y="18"/>
                    <a:pt x="1715" y="0"/>
                    <a:pt x="1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2438575" y="2888114"/>
              <a:ext cx="690883" cy="903448"/>
            </a:xfrm>
            <a:custGeom>
              <a:avLst/>
              <a:gdLst/>
              <a:ahLst/>
              <a:cxnLst/>
              <a:rect l="l" t="t" r="r" b="b"/>
              <a:pathLst>
                <a:path w="3429" h="4484" extrusionOk="0">
                  <a:moveTo>
                    <a:pt x="1694" y="0"/>
                  </a:moveTo>
                  <a:cubicBezTo>
                    <a:pt x="1662" y="0"/>
                    <a:pt x="1630" y="5"/>
                    <a:pt x="1601" y="16"/>
                  </a:cubicBezTo>
                  <a:cubicBezTo>
                    <a:pt x="1561" y="32"/>
                    <a:pt x="1525" y="48"/>
                    <a:pt x="1489" y="68"/>
                  </a:cubicBezTo>
                  <a:cubicBezTo>
                    <a:pt x="1433" y="96"/>
                    <a:pt x="1405" y="116"/>
                    <a:pt x="1405" y="116"/>
                  </a:cubicBezTo>
                  <a:lnTo>
                    <a:pt x="1413" y="128"/>
                  </a:lnTo>
                  <a:cubicBezTo>
                    <a:pt x="1413" y="128"/>
                    <a:pt x="1445" y="112"/>
                    <a:pt x="1501" y="88"/>
                  </a:cubicBezTo>
                  <a:cubicBezTo>
                    <a:pt x="1537" y="72"/>
                    <a:pt x="1573" y="60"/>
                    <a:pt x="1609" y="52"/>
                  </a:cubicBezTo>
                  <a:cubicBezTo>
                    <a:pt x="1628" y="48"/>
                    <a:pt x="1647" y="45"/>
                    <a:pt x="1667" y="45"/>
                  </a:cubicBezTo>
                  <a:cubicBezTo>
                    <a:pt x="1696" y="45"/>
                    <a:pt x="1726" y="51"/>
                    <a:pt x="1753" y="60"/>
                  </a:cubicBezTo>
                  <a:cubicBezTo>
                    <a:pt x="1853" y="100"/>
                    <a:pt x="1961" y="204"/>
                    <a:pt x="2105" y="292"/>
                  </a:cubicBezTo>
                  <a:cubicBezTo>
                    <a:pt x="2173" y="336"/>
                    <a:pt x="2233" y="392"/>
                    <a:pt x="2281" y="460"/>
                  </a:cubicBezTo>
                  <a:cubicBezTo>
                    <a:pt x="2337" y="536"/>
                    <a:pt x="2385" y="616"/>
                    <a:pt x="2429" y="700"/>
                  </a:cubicBezTo>
                  <a:cubicBezTo>
                    <a:pt x="2521" y="904"/>
                    <a:pt x="2625" y="1100"/>
                    <a:pt x="2741" y="1288"/>
                  </a:cubicBezTo>
                  <a:lnTo>
                    <a:pt x="2789" y="1364"/>
                  </a:lnTo>
                  <a:cubicBezTo>
                    <a:pt x="2809" y="1388"/>
                    <a:pt x="2829" y="1412"/>
                    <a:pt x="2849" y="1436"/>
                  </a:cubicBezTo>
                  <a:cubicBezTo>
                    <a:pt x="2869" y="1460"/>
                    <a:pt x="2889" y="1484"/>
                    <a:pt x="2913" y="1508"/>
                  </a:cubicBezTo>
                  <a:cubicBezTo>
                    <a:pt x="2933" y="1532"/>
                    <a:pt x="2957" y="1556"/>
                    <a:pt x="2981" y="1576"/>
                  </a:cubicBezTo>
                  <a:cubicBezTo>
                    <a:pt x="3005" y="1596"/>
                    <a:pt x="3029" y="1620"/>
                    <a:pt x="3049" y="1640"/>
                  </a:cubicBezTo>
                  <a:cubicBezTo>
                    <a:pt x="3069" y="1656"/>
                    <a:pt x="3093" y="1672"/>
                    <a:pt x="3109" y="1696"/>
                  </a:cubicBezTo>
                  <a:cubicBezTo>
                    <a:pt x="3125" y="1720"/>
                    <a:pt x="3141" y="1740"/>
                    <a:pt x="3161" y="1764"/>
                  </a:cubicBezTo>
                  <a:cubicBezTo>
                    <a:pt x="3173" y="1788"/>
                    <a:pt x="3189" y="1812"/>
                    <a:pt x="3201" y="1840"/>
                  </a:cubicBezTo>
                  <a:cubicBezTo>
                    <a:pt x="3249" y="1948"/>
                    <a:pt x="3277" y="2068"/>
                    <a:pt x="3285" y="2188"/>
                  </a:cubicBezTo>
                  <a:cubicBezTo>
                    <a:pt x="3293" y="2316"/>
                    <a:pt x="3285" y="2444"/>
                    <a:pt x="3269" y="2568"/>
                  </a:cubicBezTo>
                  <a:cubicBezTo>
                    <a:pt x="3245" y="2700"/>
                    <a:pt x="3213" y="2828"/>
                    <a:pt x="3169" y="2948"/>
                  </a:cubicBezTo>
                  <a:cubicBezTo>
                    <a:pt x="3145" y="3012"/>
                    <a:pt x="3117" y="3072"/>
                    <a:pt x="3089" y="3128"/>
                  </a:cubicBezTo>
                  <a:cubicBezTo>
                    <a:pt x="3069" y="3156"/>
                    <a:pt x="3057" y="3184"/>
                    <a:pt x="3041" y="3212"/>
                  </a:cubicBezTo>
                  <a:lnTo>
                    <a:pt x="2981" y="3297"/>
                  </a:lnTo>
                  <a:cubicBezTo>
                    <a:pt x="2897" y="3405"/>
                    <a:pt x="2821" y="3521"/>
                    <a:pt x="2753" y="3641"/>
                  </a:cubicBezTo>
                  <a:cubicBezTo>
                    <a:pt x="2689" y="3757"/>
                    <a:pt x="2625" y="3881"/>
                    <a:pt x="2565" y="4001"/>
                  </a:cubicBezTo>
                  <a:cubicBezTo>
                    <a:pt x="2505" y="4121"/>
                    <a:pt x="2453" y="4245"/>
                    <a:pt x="2405" y="4369"/>
                  </a:cubicBezTo>
                  <a:lnTo>
                    <a:pt x="2405" y="4381"/>
                  </a:lnTo>
                  <a:lnTo>
                    <a:pt x="2405" y="4385"/>
                  </a:lnTo>
                  <a:lnTo>
                    <a:pt x="2405" y="4389"/>
                  </a:lnTo>
                  <a:lnTo>
                    <a:pt x="2405" y="4397"/>
                  </a:lnTo>
                  <a:cubicBezTo>
                    <a:pt x="2401" y="4405"/>
                    <a:pt x="2401" y="4413"/>
                    <a:pt x="2401" y="4417"/>
                  </a:cubicBezTo>
                  <a:cubicBezTo>
                    <a:pt x="2397" y="4433"/>
                    <a:pt x="2389" y="4433"/>
                    <a:pt x="2389" y="4433"/>
                  </a:cubicBezTo>
                  <a:cubicBezTo>
                    <a:pt x="2365" y="4433"/>
                    <a:pt x="2341" y="4421"/>
                    <a:pt x="2321" y="4405"/>
                  </a:cubicBezTo>
                  <a:cubicBezTo>
                    <a:pt x="2269" y="4373"/>
                    <a:pt x="2217" y="4333"/>
                    <a:pt x="2173" y="4293"/>
                  </a:cubicBezTo>
                  <a:cubicBezTo>
                    <a:pt x="2149" y="4273"/>
                    <a:pt x="2125" y="4249"/>
                    <a:pt x="2097" y="4229"/>
                  </a:cubicBezTo>
                  <a:cubicBezTo>
                    <a:pt x="2073" y="4209"/>
                    <a:pt x="2045" y="4189"/>
                    <a:pt x="2017" y="4173"/>
                  </a:cubicBezTo>
                  <a:cubicBezTo>
                    <a:pt x="1961" y="4141"/>
                    <a:pt x="1901" y="4113"/>
                    <a:pt x="1841" y="4089"/>
                  </a:cubicBezTo>
                  <a:cubicBezTo>
                    <a:pt x="1725" y="4049"/>
                    <a:pt x="1605" y="4017"/>
                    <a:pt x="1485" y="3997"/>
                  </a:cubicBezTo>
                  <a:cubicBezTo>
                    <a:pt x="1249" y="3953"/>
                    <a:pt x="1033" y="3933"/>
                    <a:pt x="833" y="3897"/>
                  </a:cubicBezTo>
                  <a:cubicBezTo>
                    <a:pt x="741" y="3885"/>
                    <a:pt x="649" y="3861"/>
                    <a:pt x="557" y="3833"/>
                  </a:cubicBezTo>
                  <a:cubicBezTo>
                    <a:pt x="517" y="3821"/>
                    <a:pt x="473" y="3805"/>
                    <a:pt x="433" y="3789"/>
                  </a:cubicBezTo>
                  <a:lnTo>
                    <a:pt x="417" y="3781"/>
                  </a:lnTo>
                  <a:lnTo>
                    <a:pt x="409" y="3777"/>
                  </a:lnTo>
                  <a:lnTo>
                    <a:pt x="381" y="3761"/>
                  </a:lnTo>
                  <a:cubicBezTo>
                    <a:pt x="365" y="3753"/>
                    <a:pt x="345" y="3741"/>
                    <a:pt x="329" y="3733"/>
                  </a:cubicBezTo>
                  <a:cubicBezTo>
                    <a:pt x="269" y="3689"/>
                    <a:pt x="217" y="3641"/>
                    <a:pt x="173" y="3581"/>
                  </a:cubicBezTo>
                  <a:cubicBezTo>
                    <a:pt x="137" y="3529"/>
                    <a:pt x="105" y="3477"/>
                    <a:pt x="81" y="3417"/>
                  </a:cubicBezTo>
                  <a:cubicBezTo>
                    <a:pt x="49" y="3333"/>
                    <a:pt x="29" y="3244"/>
                    <a:pt x="21" y="3156"/>
                  </a:cubicBezTo>
                  <a:cubicBezTo>
                    <a:pt x="17" y="3124"/>
                    <a:pt x="17" y="3092"/>
                    <a:pt x="17" y="3060"/>
                  </a:cubicBezTo>
                  <a:lnTo>
                    <a:pt x="13" y="3056"/>
                  </a:lnTo>
                  <a:cubicBezTo>
                    <a:pt x="9" y="3088"/>
                    <a:pt x="5" y="3120"/>
                    <a:pt x="5" y="3156"/>
                  </a:cubicBezTo>
                  <a:cubicBezTo>
                    <a:pt x="1" y="3249"/>
                    <a:pt x="13" y="3345"/>
                    <a:pt x="37" y="3437"/>
                  </a:cubicBezTo>
                  <a:cubicBezTo>
                    <a:pt x="57" y="3501"/>
                    <a:pt x="85" y="3565"/>
                    <a:pt x="121" y="3625"/>
                  </a:cubicBezTo>
                  <a:cubicBezTo>
                    <a:pt x="165" y="3693"/>
                    <a:pt x="221" y="3753"/>
                    <a:pt x="289" y="3805"/>
                  </a:cubicBezTo>
                  <a:cubicBezTo>
                    <a:pt x="305" y="3817"/>
                    <a:pt x="325" y="3829"/>
                    <a:pt x="341" y="3841"/>
                  </a:cubicBezTo>
                  <a:lnTo>
                    <a:pt x="373" y="3861"/>
                  </a:lnTo>
                  <a:cubicBezTo>
                    <a:pt x="377" y="3865"/>
                    <a:pt x="381" y="3865"/>
                    <a:pt x="389" y="3869"/>
                  </a:cubicBezTo>
                  <a:lnTo>
                    <a:pt x="405" y="3877"/>
                  </a:lnTo>
                  <a:cubicBezTo>
                    <a:pt x="445" y="3897"/>
                    <a:pt x="489" y="3917"/>
                    <a:pt x="533" y="3933"/>
                  </a:cubicBezTo>
                  <a:cubicBezTo>
                    <a:pt x="625" y="3965"/>
                    <a:pt x="725" y="3993"/>
                    <a:pt x="821" y="4013"/>
                  </a:cubicBezTo>
                  <a:cubicBezTo>
                    <a:pt x="1021" y="4053"/>
                    <a:pt x="1245" y="4073"/>
                    <a:pt x="1473" y="4113"/>
                  </a:cubicBezTo>
                  <a:cubicBezTo>
                    <a:pt x="1701" y="4153"/>
                    <a:pt x="1945" y="4181"/>
                    <a:pt x="2133" y="4345"/>
                  </a:cubicBezTo>
                  <a:cubicBezTo>
                    <a:pt x="2185" y="4385"/>
                    <a:pt x="2241" y="4421"/>
                    <a:pt x="2301" y="4453"/>
                  </a:cubicBezTo>
                  <a:cubicBezTo>
                    <a:pt x="2317" y="4461"/>
                    <a:pt x="2333" y="4469"/>
                    <a:pt x="2349" y="4477"/>
                  </a:cubicBezTo>
                  <a:cubicBezTo>
                    <a:pt x="2360" y="4481"/>
                    <a:pt x="2374" y="4483"/>
                    <a:pt x="2386" y="4483"/>
                  </a:cubicBezTo>
                  <a:cubicBezTo>
                    <a:pt x="2395" y="4483"/>
                    <a:pt x="2404" y="4482"/>
                    <a:pt x="2413" y="4481"/>
                  </a:cubicBezTo>
                  <a:cubicBezTo>
                    <a:pt x="2429" y="4481"/>
                    <a:pt x="2441" y="4469"/>
                    <a:pt x="2449" y="4457"/>
                  </a:cubicBezTo>
                  <a:cubicBezTo>
                    <a:pt x="2453" y="4449"/>
                    <a:pt x="2457" y="4437"/>
                    <a:pt x="2461" y="4425"/>
                  </a:cubicBezTo>
                  <a:cubicBezTo>
                    <a:pt x="2465" y="4417"/>
                    <a:pt x="2465" y="4405"/>
                    <a:pt x="2465" y="4397"/>
                  </a:cubicBezTo>
                  <a:lnTo>
                    <a:pt x="2465" y="4393"/>
                  </a:lnTo>
                  <a:lnTo>
                    <a:pt x="2465" y="4389"/>
                  </a:lnTo>
                  <a:lnTo>
                    <a:pt x="2465" y="4377"/>
                  </a:lnTo>
                  <a:cubicBezTo>
                    <a:pt x="2481" y="4317"/>
                    <a:pt x="2505" y="4257"/>
                    <a:pt x="2529" y="4197"/>
                  </a:cubicBezTo>
                  <a:cubicBezTo>
                    <a:pt x="2557" y="4137"/>
                    <a:pt x="2581" y="4077"/>
                    <a:pt x="2613" y="4017"/>
                  </a:cubicBezTo>
                  <a:cubicBezTo>
                    <a:pt x="2729" y="3773"/>
                    <a:pt x="2873" y="3545"/>
                    <a:pt x="3049" y="3341"/>
                  </a:cubicBezTo>
                  <a:cubicBezTo>
                    <a:pt x="3237" y="3132"/>
                    <a:pt x="3333" y="2860"/>
                    <a:pt x="3393" y="2592"/>
                  </a:cubicBezTo>
                  <a:cubicBezTo>
                    <a:pt x="3417" y="2456"/>
                    <a:pt x="3429" y="2320"/>
                    <a:pt x="3425" y="2180"/>
                  </a:cubicBezTo>
                  <a:cubicBezTo>
                    <a:pt x="3417" y="2044"/>
                    <a:pt x="3389" y="1908"/>
                    <a:pt x="3337" y="1780"/>
                  </a:cubicBezTo>
                  <a:cubicBezTo>
                    <a:pt x="3321" y="1748"/>
                    <a:pt x="3305" y="1720"/>
                    <a:pt x="3289" y="1688"/>
                  </a:cubicBezTo>
                  <a:cubicBezTo>
                    <a:pt x="3269" y="1660"/>
                    <a:pt x="3253" y="1624"/>
                    <a:pt x="3225" y="1604"/>
                  </a:cubicBezTo>
                  <a:cubicBezTo>
                    <a:pt x="3201" y="1580"/>
                    <a:pt x="3173" y="1548"/>
                    <a:pt x="3153" y="1528"/>
                  </a:cubicBezTo>
                  <a:cubicBezTo>
                    <a:pt x="3133" y="1508"/>
                    <a:pt x="3105" y="1488"/>
                    <a:pt x="3085" y="1468"/>
                  </a:cubicBezTo>
                  <a:cubicBezTo>
                    <a:pt x="3073" y="1456"/>
                    <a:pt x="3061" y="1448"/>
                    <a:pt x="3049" y="1436"/>
                  </a:cubicBezTo>
                  <a:lnTo>
                    <a:pt x="3021" y="1408"/>
                  </a:lnTo>
                  <a:cubicBezTo>
                    <a:pt x="3005" y="1388"/>
                    <a:pt x="2985" y="1364"/>
                    <a:pt x="2965" y="1344"/>
                  </a:cubicBezTo>
                  <a:cubicBezTo>
                    <a:pt x="2949" y="1320"/>
                    <a:pt x="2929" y="1300"/>
                    <a:pt x="2913" y="1276"/>
                  </a:cubicBezTo>
                  <a:lnTo>
                    <a:pt x="2865" y="1208"/>
                  </a:lnTo>
                  <a:cubicBezTo>
                    <a:pt x="2737" y="1020"/>
                    <a:pt x="2637" y="824"/>
                    <a:pt x="2537" y="644"/>
                  </a:cubicBezTo>
                  <a:cubicBezTo>
                    <a:pt x="2489" y="556"/>
                    <a:pt x="2433" y="472"/>
                    <a:pt x="2369" y="392"/>
                  </a:cubicBezTo>
                  <a:cubicBezTo>
                    <a:pt x="2309" y="320"/>
                    <a:pt x="2237" y="260"/>
                    <a:pt x="2153" y="216"/>
                  </a:cubicBezTo>
                  <a:cubicBezTo>
                    <a:pt x="2077" y="176"/>
                    <a:pt x="2013" y="140"/>
                    <a:pt x="1953" y="100"/>
                  </a:cubicBezTo>
                  <a:cubicBezTo>
                    <a:pt x="1897" y="60"/>
                    <a:pt x="1833" y="28"/>
                    <a:pt x="1769" y="8"/>
                  </a:cubicBezTo>
                  <a:cubicBezTo>
                    <a:pt x="1744" y="3"/>
                    <a:pt x="1719" y="0"/>
                    <a:pt x="1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2812529" y="2637066"/>
              <a:ext cx="639304" cy="606059"/>
            </a:xfrm>
            <a:custGeom>
              <a:avLst/>
              <a:gdLst/>
              <a:ahLst/>
              <a:cxnLst/>
              <a:rect l="l" t="t" r="r" b="b"/>
              <a:pathLst>
                <a:path w="3173" h="3008" extrusionOk="0">
                  <a:moveTo>
                    <a:pt x="1995" y="1"/>
                  </a:moveTo>
                  <a:cubicBezTo>
                    <a:pt x="1951" y="1"/>
                    <a:pt x="1906" y="3"/>
                    <a:pt x="1861" y="6"/>
                  </a:cubicBezTo>
                  <a:cubicBezTo>
                    <a:pt x="1765" y="18"/>
                    <a:pt x="1669" y="34"/>
                    <a:pt x="1573" y="54"/>
                  </a:cubicBezTo>
                  <a:cubicBezTo>
                    <a:pt x="1481" y="74"/>
                    <a:pt x="1389" y="102"/>
                    <a:pt x="1297" y="126"/>
                  </a:cubicBezTo>
                  <a:cubicBezTo>
                    <a:pt x="1253" y="138"/>
                    <a:pt x="1209" y="150"/>
                    <a:pt x="1165" y="158"/>
                  </a:cubicBezTo>
                  <a:cubicBezTo>
                    <a:pt x="1134" y="161"/>
                    <a:pt x="1103" y="164"/>
                    <a:pt x="1071" y="164"/>
                  </a:cubicBezTo>
                  <a:cubicBezTo>
                    <a:pt x="1059" y="164"/>
                    <a:pt x="1046" y="163"/>
                    <a:pt x="1033" y="162"/>
                  </a:cubicBezTo>
                  <a:cubicBezTo>
                    <a:pt x="841" y="162"/>
                    <a:pt x="649" y="194"/>
                    <a:pt x="461" y="254"/>
                  </a:cubicBezTo>
                  <a:cubicBezTo>
                    <a:pt x="369" y="286"/>
                    <a:pt x="281" y="330"/>
                    <a:pt x="201" y="386"/>
                  </a:cubicBezTo>
                  <a:cubicBezTo>
                    <a:pt x="125" y="442"/>
                    <a:pt x="57" y="510"/>
                    <a:pt x="1" y="594"/>
                  </a:cubicBezTo>
                  <a:lnTo>
                    <a:pt x="13" y="602"/>
                  </a:lnTo>
                  <a:cubicBezTo>
                    <a:pt x="77" y="534"/>
                    <a:pt x="149" y="474"/>
                    <a:pt x="229" y="430"/>
                  </a:cubicBezTo>
                  <a:cubicBezTo>
                    <a:pt x="309" y="386"/>
                    <a:pt x="397" y="350"/>
                    <a:pt x="485" y="330"/>
                  </a:cubicBezTo>
                  <a:cubicBezTo>
                    <a:pt x="626" y="299"/>
                    <a:pt x="769" y="282"/>
                    <a:pt x="915" y="282"/>
                  </a:cubicBezTo>
                  <a:cubicBezTo>
                    <a:pt x="955" y="282"/>
                    <a:pt x="996" y="284"/>
                    <a:pt x="1037" y="286"/>
                  </a:cubicBezTo>
                  <a:cubicBezTo>
                    <a:pt x="1061" y="288"/>
                    <a:pt x="1086" y="289"/>
                    <a:pt x="1111" y="289"/>
                  </a:cubicBezTo>
                  <a:cubicBezTo>
                    <a:pt x="1136" y="289"/>
                    <a:pt x="1161" y="288"/>
                    <a:pt x="1185" y="286"/>
                  </a:cubicBezTo>
                  <a:cubicBezTo>
                    <a:pt x="1237" y="278"/>
                    <a:pt x="1285" y="266"/>
                    <a:pt x="1329" y="258"/>
                  </a:cubicBezTo>
                  <a:cubicBezTo>
                    <a:pt x="1421" y="234"/>
                    <a:pt x="1513" y="210"/>
                    <a:pt x="1605" y="194"/>
                  </a:cubicBezTo>
                  <a:cubicBezTo>
                    <a:pt x="1693" y="178"/>
                    <a:pt x="1785" y="162"/>
                    <a:pt x="1873" y="154"/>
                  </a:cubicBezTo>
                  <a:cubicBezTo>
                    <a:pt x="1919" y="150"/>
                    <a:pt x="1964" y="148"/>
                    <a:pt x="2008" y="148"/>
                  </a:cubicBezTo>
                  <a:cubicBezTo>
                    <a:pt x="2053" y="148"/>
                    <a:pt x="2097" y="150"/>
                    <a:pt x="2141" y="154"/>
                  </a:cubicBezTo>
                  <a:cubicBezTo>
                    <a:pt x="2165" y="154"/>
                    <a:pt x="2185" y="158"/>
                    <a:pt x="2209" y="162"/>
                  </a:cubicBezTo>
                  <a:cubicBezTo>
                    <a:pt x="2229" y="166"/>
                    <a:pt x="2249" y="170"/>
                    <a:pt x="2269" y="174"/>
                  </a:cubicBezTo>
                  <a:lnTo>
                    <a:pt x="2329" y="194"/>
                  </a:lnTo>
                  <a:lnTo>
                    <a:pt x="2393" y="222"/>
                  </a:lnTo>
                  <a:cubicBezTo>
                    <a:pt x="2469" y="258"/>
                    <a:pt x="2533" y="310"/>
                    <a:pt x="2585" y="378"/>
                  </a:cubicBezTo>
                  <a:cubicBezTo>
                    <a:pt x="2613" y="414"/>
                    <a:pt x="2637" y="450"/>
                    <a:pt x="2661" y="486"/>
                  </a:cubicBezTo>
                  <a:cubicBezTo>
                    <a:pt x="2685" y="526"/>
                    <a:pt x="2709" y="566"/>
                    <a:pt x="2725" y="606"/>
                  </a:cubicBezTo>
                  <a:cubicBezTo>
                    <a:pt x="2745" y="650"/>
                    <a:pt x="2761" y="690"/>
                    <a:pt x="2777" y="734"/>
                  </a:cubicBezTo>
                  <a:cubicBezTo>
                    <a:pt x="2797" y="778"/>
                    <a:pt x="2813" y="818"/>
                    <a:pt x="2825" y="862"/>
                  </a:cubicBezTo>
                  <a:cubicBezTo>
                    <a:pt x="2857" y="954"/>
                    <a:pt x="2881" y="1042"/>
                    <a:pt x="2901" y="1134"/>
                  </a:cubicBezTo>
                  <a:cubicBezTo>
                    <a:pt x="2921" y="1226"/>
                    <a:pt x="2933" y="1318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lnTo>
                    <a:pt x="2953" y="1622"/>
                  </a:ln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80"/>
                    <a:pt x="3038" y="1856"/>
                    <a:pt x="3098" y="1920"/>
                  </a:cubicBezTo>
                  <a:lnTo>
                    <a:pt x="3098" y="1920"/>
                  </a:lnTo>
                  <a:lnTo>
                    <a:pt x="3049" y="1942"/>
                  </a:lnTo>
                  <a:lnTo>
                    <a:pt x="2977" y="1982"/>
                  </a:lnTo>
                  <a:cubicBezTo>
                    <a:pt x="2929" y="2014"/>
                    <a:pt x="2881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29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6"/>
                  </a:lnTo>
                  <a:cubicBezTo>
                    <a:pt x="2169" y="2870"/>
                    <a:pt x="2129" y="2886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4"/>
                    <a:pt x="1621" y="2822"/>
                  </a:cubicBezTo>
                  <a:cubicBezTo>
                    <a:pt x="1573" y="2806"/>
                    <a:pt x="1521" y="2786"/>
                    <a:pt x="1473" y="2766"/>
                  </a:cubicBezTo>
                  <a:cubicBezTo>
                    <a:pt x="1421" y="2746"/>
                    <a:pt x="1373" y="2722"/>
                    <a:pt x="1325" y="2694"/>
                  </a:cubicBezTo>
                  <a:cubicBezTo>
                    <a:pt x="1229" y="2642"/>
                    <a:pt x="1121" y="2602"/>
                    <a:pt x="1013" y="2578"/>
                  </a:cubicBezTo>
                  <a:lnTo>
                    <a:pt x="1009" y="2590"/>
                  </a:lnTo>
                  <a:cubicBezTo>
                    <a:pt x="1109" y="2634"/>
                    <a:pt x="1205" y="2686"/>
                    <a:pt x="1297" y="2746"/>
                  </a:cubicBezTo>
                  <a:cubicBezTo>
                    <a:pt x="1341" y="2782"/>
                    <a:pt x="1389" y="2810"/>
                    <a:pt x="1441" y="2838"/>
                  </a:cubicBezTo>
                  <a:cubicBezTo>
                    <a:pt x="1489" y="2862"/>
                    <a:pt x="1541" y="2886"/>
                    <a:pt x="1597" y="2906"/>
                  </a:cubicBezTo>
                  <a:cubicBezTo>
                    <a:pt x="1701" y="2950"/>
                    <a:pt x="1813" y="2978"/>
                    <a:pt x="1925" y="2998"/>
                  </a:cubicBezTo>
                  <a:cubicBezTo>
                    <a:pt x="1969" y="3004"/>
                    <a:pt x="2013" y="3008"/>
                    <a:pt x="2055" y="3008"/>
                  </a:cubicBezTo>
                  <a:cubicBezTo>
                    <a:pt x="2070" y="3008"/>
                    <a:pt x="2086" y="3008"/>
                    <a:pt x="2101" y="3006"/>
                  </a:cubicBezTo>
                  <a:cubicBezTo>
                    <a:pt x="2173" y="3002"/>
                    <a:pt x="2241" y="2974"/>
                    <a:pt x="2293" y="2930"/>
                  </a:cubicBezTo>
                  <a:lnTo>
                    <a:pt x="2321" y="2898"/>
                  </a:lnTo>
                  <a:lnTo>
                    <a:pt x="2349" y="2862"/>
                  </a:lnTo>
                  <a:cubicBezTo>
                    <a:pt x="2369" y="2838"/>
                    <a:pt x="2385" y="2818"/>
                    <a:pt x="2401" y="2794"/>
                  </a:cubicBezTo>
                  <a:lnTo>
                    <a:pt x="2493" y="2658"/>
                  </a:lnTo>
                  <a:cubicBezTo>
                    <a:pt x="2557" y="2566"/>
                    <a:pt x="2617" y="2474"/>
                    <a:pt x="2677" y="2386"/>
                  </a:cubicBezTo>
                  <a:cubicBezTo>
                    <a:pt x="2713" y="2342"/>
                    <a:pt x="2745" y="2298"/>
                    <a:pt x="2777" y="2258"/>
                  </a:cubicBezTo>
                  <a:cubicBezTo>
                    <a:pt x="2813" y="2214"/>
                    <a:pt x="2849" y="2174"/>
                    <a:pt x="2885" y="2134"/>
                  </a:cubicBezTo>
                  <a:cubicBezTo>
                    <a:pt x="2925" y="2098"/>
                    <a:pt x="2965" y="2062"/>
                    <a:pt x="3005" y="2030"/>
                  </a:cubicBezTo>
                  <a:lnTo>
                    <a:pt x="3073" y="1982"/>
                  </a:lnTo>
                  <a:lnTo>
                    <a:pt x="3145" y="1946"/>
                  </a:lnTo>
                  <a:lnTo>
                    <a:pt x="3173" y="1930"/>
                  </a:lnTo>
                  <a:lnTo>
                    <a:pt x="3153" y="1910"/>
                  </a:lnTo>
                  <a:cubicBezTo>
                    <a:pt x="3085" y="1846"/>
                    <a:pt x="3033" y="1770"/>
                    <a:pt x="3005" y="1682"/>
                  </a:cubicBezTo>
                  <a:cubicBezTo>
                    <a:pt x="3001" y="1662"/>
                    <a:pt x="2997" y="1638"/>
                    <a:pt x="2997" y="1618"/>
                  </a:cubicBezTo>
                  <a:cubicBezTo>
                    <a:pt x="2993" y="1606"/>
                    <a:pt x="2993" y="1598"/>
                    <a:pt x="2997" y="1586"/>
                  </a:cubicBezTo>
                  <a:lnTo>
                    <a:pt x="2997" y="1550"/>
                  </a:lnTo>
                  <a:cubicBezTo>
                    <a:pt x="3001" y="1502"/>
                    <a:pt x="2997" y="1454"/>
                    <a:pt x="2997" y="1406"/>
                  </a:cubicBezTo>
                  <a:cubicBezTo>
                    <a:pt x="2989" y="1310"/>
                    <a:pt x="2981" y="1214"/>
                    <a:pt x="2969" y="1122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93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5" y="302"/>
                  </a:cubicBezTo>
                  <a:cubicBezTo>
                    <a:pt x="2625" y="214"/>
                    <a:pt x="2541" y="146"/>
                    <a:pt x="2449" y="98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5" y="34"/>
                    <a:pt x="2261" y="26"/>
                    <a:pt x="2233" y="22"/>
                  </a:cubicBezTo>
                  <a:cubicBezTo>
                    <a:pt x="2209" y="18"/>
                    <a:pt x="2185" y="10"/>
                    <a:pt x="2157" y="10"/>
                  </a:cubicBezTo>
                  <a:cubicBezTo>
                    <a:pt x="2104" y="4"/>
                    <a:pt x="2050" y="1"/>
                    <a:pt x="19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2403919" y="1908100"/>
              <a:ext cx="864158" cy="805326"/>
            </a:xfrm>
            <a:custGeom>
              <a:avLst/>
              <a:gdLst/>
              <a:ahLst/>
              <a:cxnLst/>
              <a:rect l="l" t="t" r="r" b="b"/>
              <a:pathLst>
                <a:path w="4289" h="3997" extrusionOk="0">
                  <a:moveTo>
                    <a:pt x="3541" y="0"/>
                  </a:moveTo>
                  <a:lnTo>
                    <a:pt x="3509" y="4"/>
                  </a:lnTo>
                  <a:cubicBezTo>
                    <a:pt x="3369" y="16"/>
                    <a:pt x="3229" y="28"/>
                    <a:pt x="3089" y="36"/>
                  </a:cubicBezTo>
                  <a:cubicBezTo>
                    <a:pt x="3055" y="38"/>
                    <a:pt x="3021" y="39"/>
                    <a:pt x="2986" y="39"/>
                  </a:cubicBezTo>
                  <a:cubicBezTo>
                    <a:pt x="2952" y="39"/>
                    <a:pt x="2917" y="38"/>
                    <a:pt x="2881" y="36"/>
                  </a:cubicBezTo>
                  <a:cubicBezTo>
                    <a:pt x="2809" y="32"/>
                    <a:pt x="2741" y="32"/>
                    <a:pt x="2669" y="32"/>
                  </a:cubicBezTo>
                  <a:cubicBezTo>
                    <a:pt x="2620" y="31"/>
                    <a:pt x="2571" y="30"/>
                    <a:pt x="2523" y="30"/>
                  </a:cubicBezTo>
                  <a:cubicBezTo>
                    <a:pt x="2287" y="30"/>
                    <a:pt x="2053" y="46"/>
                    <a:pt x="1821" y="72"/>
                  </a:cubicBezTo>
                  <a:cubicBezTo>
                    <a:pt x="1677" y="88"/>
                    <a:pt x="1533" y="116"/>
                    <a:pt x="1397" y="160"/>
                  </a:cubicBezTo>
                  <a:cubicBezTo>
                    <a:pt x="1361" y="172"/>
                    <a:pt x="1325" y="184"/>
                    <a:pt x="1293" y="200"/>
                  </a:cubicBezTo>
                  <a:cubicBezTo>
                    <a:pt x="1261" y="212"/>
                    <a:pt x="1225" y="236"/>
                    <a:pt x="1193" y="252"/>
                  </a:cubicBezTo>
                  <a:cubicBezTo>
                    <a:pt x="1165" y="268"/>
                    <a:pt x="1133" y="292"/>
                    <a:pt x="1105" y="304"/>
                  </a:cubicBezTo>
                  <a:cubicBezTo>
                    <a:pt x="1077" y="320"/>
                    <a:pt x="1045" y="332"/>
                    <a:pt x="1017" y="344"/>
                  </a:cubicBezTo>
                  <a:cubicBezTo>
                    <a:pt x="885" y="392"/>
                    <a:pt x="753" y="428"/>
                    <a:pt x="617" y="456"/>
                  </a:cubicBezTo>
                  <a:cubicBezTo>
                    <a:pt x="541" y="476"/>
                    <a:pt x="469" y="508"/>
                    <a:pt x="401" y="548"/>
                  </a:cubicBezTo>
                  <a:cubicBezTo>
                    <a:pt x="337" y="592"/>
                    <a:pt x="277" y="652"/>
                    <a:pt x="233" y="720"/>
                  </a:cubicBezTo>
                  <a:cubicBezTo>
                    <a:pt x="213" y="748"/>
                    <a:pt x="197" y="784"/>
                    <a:pt x="177" y="816"/>
                  </a:cubicBezTo>
                  <a:cubicBezTo>
                    <a:pt x="161" y="848"/>
                    <a:pt x="145" y="884"/>
                    <a:pt x="133" y="920"/>
                  </a:cubicBezTo>
                  <a:cubicBezTo>
                    <a:pt x="105" y="988"/>
                    <a:pt x="81" y="1060"/>
                    <a:pt x="65" y="1128"/>
                  </a:cubicBezTo>
                  <a:cubicBezTo>
                    <a:pt x="29" y="1272"/>
                    <a:pt x="13" y="1416"/>
                    <a:pt x="9" y="1564"/>
                  </a:cubicBezTo>
                  <a:cubicBezTo>
                    <a:pt x="1" y="1708"/>
                    <a:pt x="13" y="1856"/>
                    <a:pt x="45" y="1996"/>
                  </a:cubicBezTo>
                  <a:cubicBezTo>
                    <a:pt x="77" y="2140"/>
                    <a:pt x="125" y="2280"/>
                    <a:pt x="189" y="2408"/>
                  </a:cubicBezTo>
                  <a:cubicBezTo>
                    <a:pt x="245" y="2540"/>
                    <a:pt x="313" y="2664"/>
                    <a:pt x="373" y="2788"/>
                  </a:cubicBezTo>
                  <a:cubicBezTo>
                    <a:pt x="489" y="3040"/>
                    <a:pt x="525" y="3320"/>
                    <a:pt x="481" y="3592"/>
                  </a:cubicBezTo>
                  <a:cubicBezTo>
                    <a:pt x="465" y="3660"/>
                    <a:pt x="457" y="3732"/>
                    <a:pt x="457" y="3804"/>
                  </a:cubicBezTo>
                  <a:cubicBezTo>
                    <a:pt x="469" y="3880"/>
                    <a:pt x="505" y="3948"/>
                    <a:pt x="557" y="3996"/>
                  </a:cubicBezTo>
                  <a:lnTo>
                    <a:pt x="569" y="3988"/>
                  </a:lnTo>
                  <a:cubicBezTo>
                    <a:pt x="525" y="3936"/>
                    <a:pt x="497" y="3872"/>
                    <a:pt x="493" y="3804"/>
                  </a:cubicBezTo>
                  <a:cubicBezTo>
                    <a:pt x="497" y="3736"/>
                    <a:pt x="513" y="3668"/>
                    <a:pt x="533" y="3604"/>
                  </a:cubicBezTo>
                  <a:cubicBezTo>
                    <a:pt x="549" y="3532"/>
                    <a:pt x="561" y="3464"/>
                    <a:pt x="569" y="3392"/>
                  </a:cubicBezTo>
                  <a:cubicBezTo>
                    <a:pt x="569" y="3352"/>
                    <a:pt x="565" y="3316"/>
                    <a:pt x="569" y="3280"/>
                  </a:cubicBezTo>
                  <a:cubicBezTo>
                    <a:pt x="569" y="3248"/>
                    <a:pt x="561" y="3208"/>
                    <a:pt x="561" y="3176"/>
                  </a:cubicBezTo>
                  <a:cubicBezTo>
                    <a:pt x="553" y="3028"/>
                    <a:pt x="517" y="2888"/>
                    <a:pt x="461" y="2752"/>
                  </a:cubicBezTo>
                  <a:cubicBezTo>
                    <a:pt x="409" y="2616"/>
                    <a:pt x="341" y="2492"/>
                    <a:pt x="293" y="2364"/>
                  </a:cubicBezTo>
                  <a:cubicBezTo>
                    <a:pt x="237" y="2240"/>
                    <a:pt x="197" y="2108"/>
                    <a:pt x="169" y="1976"/>
                  </a:cubicBezTo>
                  <a:cubicBezTo>
                    <a:pt x="149" y="1840"/>
                    <a:pt x="141" y="1704"/>
                    <a:pt x="145" y="1568"/>
                  </a:cubicBezTo>
                  <a:cubicBezTo>
                    <a:pt x="153" y="1436"/>
                    <a:pt x="173" y="1300"/>
                    <a:pt x="205" y="1168"/>
                  </a:cubicBezTo>
                  <a:cubicBezTo>
                    <a:pt x="221" y="1104"/>
                    <a:pt x="241" y="1040"/>
                    <a:pt x="269" y="976"/>
                  </a:cubicBezTo>
                  <a:cubicBezTo>
                    <a:pt x="277" y="944"/>
                    <a:pt x="293" y="916"/>
                    <a:pt x="305" y="888"/>
                  </a:cubicBezTo>
                  <a:cubicBezTo>
                    <a:pt x="321" y="860"/>
                    <a:pt x="337" y="832"/>
                    <a:pt x="357" y="804"/>
                  </a:cubicBezTo>
                  <a:cubicBezTo>
                    <a:pt x="425" y="700"/>
                    <a:pt x="533" y="624"/>
                    <a:pt x="657" y="596"/>
                  </a:cubicBezTo>
                  <a:cubicBezTo>
                    <a:pt x="797" y="564"/>
                    <a:pt x="933" y="520"/>
                    <a:pt x="1065" y="468"/>
                  </a:cubicBezTo>
                  <a:cubicBezTo>
                    <a:pt x="1101" y="456"/>
                    <a:pt x="1133" y="440"/>
                    <a:pt x="1165" y="420"/>
                  </a:cubicBezTo>
                  <a:cubicBezTo>
                    <a:pt x="1201" y="400"/>
                    <a:pt x="1233" y="376"/>
                    <a:pt x="1261" y="364"/>
                  </a:cubicBezTo>
                  <a:cubicBezTo>
                    <a:pt x="1289" y="348"/>
                    <a:pt x="1313" y="332"/>
                    <a:pt x="1345" y="316"/>
                  </a:cubicBezTo>
                  <a:cubicBezTo>
                    <a:pt x="1377" y="304"/>
                    <a:pt x="1405" y="292"/>
                    <a:pt x="1437" y="280"/>
                  </a:cubicBezTo>
                  <a:cubicBezTo>
                    <a:pt x="1565" y="236"/>
                    <a:pt x="1701" y="204"/>
                    <a:pt x="1837" y="184"/>
                  </a:cubicBezTo>
                  <a:cubicBezTo>
                    <a:pt x="2113" y="140"/>
                    <a:pt x="2393" y="112"/>
                    <a:pt x="2669" y="104"/>
                  </a:cubicBezTo>
                  <a:cubicBezTo>
                    <a:pt x="2720" y="101"/>
                    <a:pt x="2771" y="98"/>
                    <a:pt x="2820" y="98"/>
                  </a:cubicBezTo>
                  <a:cubicBezTo>
                    <a:pt x="2841" y="98"/>
                    <a:pt x="2861" y="99"/>
                    <a:pt x="2881" y="100"/>
                  </a:cubicBezTo>
                  <a:cubicBezTo>
                    <a:pt x="2949" y="100"/>
                    <a:pt x="3025" y="96"/>
                    <a:pt x="3093" y="92"/>
                  </a:cubicBezTo>
                  <a:cubicBezTo>
                    <a:pt x="3226" y="81"/>
                    <a:pt x="3356" y="70"/>
                    <a:pt x="3486" y="56"/>
                  </a:cubicBezTo>
                  <a:lnTo>
                    <a:pt x="3486" y="56"/>
                  </a:lnTo>
                  <a:cubicBezTo>
                    <a:pt x="3466" y="145"/>
                    <a:pt x="3456" y="235"/>
                    <a:pt x="3453" y="324"/>
                  </a:cubicBezTo>
                  <a:cubicBezTo>
                    <a:pt x="3449" y="424"/>
                    <a:pt x="3453" y="528"/>
                    <a:pt x="3473" y="628"/>
                  </a:cubicBezTo>
                  <a:cubicBezTo>
                    <a:pt x="3481" y="680"/>
                    <a:pt x="3493" y="728"/>
                    <a:pt x="3509" y="780"/>
                  </a:cubicBezTo>
                  <a:lnTo>
                    <a:pt x="3541" y="852"/>
                  </a:lnTo>
                  <a:lnTo>
                    <a:pt x="3573" y="920"/>
                  </a:lnTo>
                  <a:cubicBezTo>
                    <a:pt x="3625" y="1008"/>
                    <a:pt x="3669" y="1096"/>
                    <a:pt x="3709" y="1184"/>
                  </a:cubicBezTo>
                  <a:cubicBezTo>
                    <a:pt x="3753" y="1276"/>
                    <a:pt x="3793" y="1368"/>
                    <a:pt x="3829" y="1460"/>
                  </a:cubicBezTo>
                  <a:cubicBezTo>
                    <a:pt x="3869" y="1552"/>
                    <a:pt x="3905" y="1644"/>
                    <a:pt x="3941" y="1736"/>
                  </a:cubicBezTo>
                  <a:cubicBezTo>
                    <a:pt x="3973" y="1828"/>
                    <a:pt x="4009" y="1924"/>
                    <a:pt x="4041" y="2016"/>
                  </a:cubicBezTo>
                  <a:cubicBezTo>
                    <a:pt x="4069" y="2112"/>
                    <a:pt x="4101" y="2204"/>
                    <a:pt x="4125" y="2300"/>
                  </a:cubicBezTo>
                  <a:cubicBezTo>
                    <a:pt x="4145" y="2392"/>
                    <a:pt x="4161" y="2484"/>
                    <a:pt x="4169" y="2576"/>
                  </a:cubicBezTo>
                  <a:cubicBezTo>
                    <a:pt x="4169" y="2672"/>
                    <a:pt x="4149" y="2764"/>
                    <a:pt x="4113" y="2852"/>
                  </a:cubicBezTo>
                  <a:cubicBezTo>
                    <a:pt x="4049" y="3032"/>
                    <a:pt x="3937" y="3192"/>
                    <a:pt x="3789" y="3312"/>
                  </a:cubicBezTo>
                  <a:cubicBezTo>
                    <a:pt x="3717" y="3372"/>
                    <a:pt x="3633" y="3420"/>
                    <a:pt x="3545" y="3448"/>
                  </a:cubicBezTo>
                  <a:cubicBezTo>
                    <a:pt x="3525" y="3456"/>
                    <a:pt x="3497" y="3464"/>
                    <a:pt x="3473" y="3468"/>
                  </a:cubicBezTo>
                  <a:lnTo>
                    <a:pt x="3401" y="3484"/>
                  </a:lnTo>
                  <a:cubicBezTo>
                    <a:pt x="3349" y="3496"/>
                    <a:pt x="3301" y="3512"/>
                    <a:pt x="3253" y="3532"/>
                  </a:cubicBezTo>
                  <a:cubicBezTo>
                    <a:pt x="3157" y="3568"/>
                    <a:pt x="3065" y="3612"/>
                    <a:pt x="2977" y="3664"/>
                  </a:cubicBezTo>
                  <a:cubicBezTo>
                    <a:pt x="2893" y="3716"/>
                    <a:pt x="2809" y="3772"/>
                    <a:pt x="2733" y="3840"/>
                  </a:cubicBezTo>
                  <a:lnTo>
                    <a:pt x="2737" y="3848"/>
                  </a:lnTo>
                  <a:cubicBezTo>
                    <a:pt x="2821" y="3792"/>
                    <a:pt x="2905" y="3740"/>
                    <a:pt x="2997" y="3696"/>
                  </a:cubicBezTo>
                  <a:cubicBezTo>
                    <a:pt x="3085" y="3652"/>
                    <a:pt x="3177" y="3616"/>
                    <a:pt x="3269" y="3588"/>
                  </a:cubicBezTo>
                  <a:cubicBezTo>
                    <a:pt x="3317" y="3576"/>
                    <a:pt x="3361" y="3564"/>
                    <a:pt x="3413" y="3552"/>
                  </a:cubicBezTo>
                  <a:lnTo>
                    <a:pt x="3485" y="3540"/>
                  </a:lnTo>
                  <a:cubicBezTo>
                    <a:pt x="3509" y="3536"/>
                    <a:pt x="3537" y="3532"/>
                    <a:pt x="3561" y="3524"/>
                  </a:cubicBezTo>
                  <a:cubicBezTo>
                    <a:pt x="3665" y="3496"/>
                    <a:pt x="3761" y="3452"/>
                    <a:pt x="3845" y="3388"/>
                  </a:cubicBezTo>
                  <a:cubicBezTo>
                    <a:pt x="4017" y="3260"/>
                    <a:pt x="4145" y="3088"/>
                    <a:pt x="4221" y="2892"/>
                  </a:cubicBezTo>
                  <a:cubicBezTo>
                    <a:pt x="4261" y="2792"/>
                    <a:pt x="4285" y="2688"/>
                    <a:pt x="4289" y="2580"/>
                  </a:cubicBezTo>
                  <a:cubicBezTo>
                    <a:pt x="4285" y="2476"/>
                    <a:pt x="4269" y="2368"/>
                    <a:pt x="4241" y="2264"/>
                  </a:cubicBezTo>
                  <a:cubicBezTo>
                    <a:pt x="4213" y="2168"/>
                    <a:pt x="4185" y="2068"/>
                    <a:pt x="4149" y="1972"/>
                  </a:cubicBezTo>
                  <a:cubicBezTo>
                    <a:pt x="4117" y="1880"/>
                    <a:pt x="4081" y="1784"/>
                    <a:pt x="4041" y="1692"/>
                  </a:cubicBezTo>
                  <a:cubicBezTo>
                    <a:pt x="4001" y="1600"/>
                    <a:pt x="3957" y="1508"/>
                    <a:pt x="3913" y="1416"/>
                  </a:cubicBezTo>
                  <a:cubicBezTo>
                    <a:pt x="3869" y="1324"/>
                    <a:pt x="3821" y="1236"/>
                    <a:pt x="3777" y="1148"/>
                  </a:cubicBezTo>
                  <a:cubicBezTo>
                    <a:pt x="3729" y="1060"/>
                    <a:pt x="3681" y="968"/>
                    <a:pt x="3625" y="888"/>
                  </a:cubicBezTo>
                  <a:lnTo>
                    <a:pt x="3589" y="820"/>
                  </a:lnTo>
                  <a:cubicBezTo>
                    <a:pt x="3577" y="800"/>
                    <a:pt x="3569" y="780"/>
                    <a:pt x="3561" y="756"/>
                  </a:cubicBezTo>
                  <a:cubicBezTo>
                    <a:pt x="3545" y="712"/>
                    <a:pt x="3529" y="664"/>
                    <a:pt x="3517" y="616"/>
                  </a:cubicBezTo>
                  <a:cubicBezTo>
                    <a:pt x="3501" y="520"/>
                    <a:pt x="3493" y="420"/>
                    <a:pt x="3497" y="324"/>
                  </a:cubicBezTo>
                  <a:cubicBezTo>
                    <a:pt x="3497" y="224"/>
                    <a:pt x="3513" y="128"/>
                    <a:pt x="3533" y="32"/>
                  </a:cubicBezTo>
                  <a:lnTo>
                    <a:pt x="35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1737410" y="2169625"/>
              <a:ext cx="773894" cy="711838"/>
            </a:xfrm>
            <a:custGeom>
              <a:avLst/>
              <a:gdLst/>
              <a:ahLst/>
              <a:cxnLst/>
              <a:rect l="l" t="t" r="r" b="b"/>
              <a:pathLst>
                <a:path w="3841" h="3533" extrusionOk="0">
                  <a:moveTo>
                    <a:pt x="1907" y="1"/>
                  </a:moveTo>
                  <a:cubicBezTo>
                    <a:pt x="1880" y="1"/>
                    <a:pt x="1852" y="1"/>
                    <a:pt x="1825" y="2"/>
                  </a:cubicBezTo>
                  <a:cubicBezTo>
                    <a:pt x="1721" y="2"/>
                    <a:pt x="1621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6" y="126"/>
                    <a:pt x="828" y="142"/>
                    <a:pt x="780" y="158"/>
                  </a:cubicBezTo>
                  <a:lnTo>
                    <a:pt x="640" y="214"/>
                  </a:lnTo>
                  <a:cubicBezTo>
                    <a:pt x="548" y="254"/>
                    <a:pt x="452" y="282"/>
                    <a:pt x="356" y="298"/>
                  </a:cubicBezTo>
                  <a:cubicBezTo>
                    <a:pt x="306" y="311"/>
                    <a:pt x="253" y="317"/>
                    <a:pt x="199" y="317"/>
                  </a:cubicBezTo>
                  <a:cubicBezTo>
                    <a:pt x="156" y="317"/>
                    <a:pt x="112" y="313"/>
                    <a:pt x="68" y="306"/>
                  </a:cubicBezTo>
                  <a:lnTo>
                    <a:pt x="0" y="294"/>
                  </a:lnTo>
                  <a:lnTo>
                    <a:pt x="40" y="354"/>
                  </a:lnTo>
                  <a:cubicBezTo>
                    <a:pt x="96" y="446"/>
                    <a:pt x="132" y="550"/>
                    <a:pt x="144" y="662"/>
                  </a:cubicBezTo>
                  <a:cubicBezTo>
                    <a:pt x="156" y="770"/>
                    <a:pt x="148" y="878"/>
                    <a:pt x="120" y="986"/>
                  </a:cubicBezTo>
                  <a:lnTo>
                    <a:pt x="100" y="1070"/>
                  </a:lnTo>
                  <a:lnTo>
                    <a:pt x="84" y="1158"/>
                  </a:lnTo>
                  <a:cubicBezTo>
                    <a:pt x="80" y="1218"/>
                    <a:pt x="72" y="1278"/>
                    <a:pt x="72" y="1334"/>
                  </a:cubicBezTo>
                  <a:cubicBezTo>
                    <a:pt x="68" y="1454"/>
                    <a:pt x="80" y="1574"/>
                    <a:pt x="104" y="1690"/>
                  </a:cubicBezTo>
                  <a:cubicBezTo>
                    <a:pt x="128" y="1810"/>
                    <a:pt x="172" y="1922"/>
                    <a:pt x="232" y="2030"/>
                  </a:cubicBezTo>
                  <a:cubicBezTo>
                    <a:pt x="296" y="2134"/>
                    <a:pt x="372" y="2230"/>
                    <a:pt x="468" y="2306"/>
                  </a:cubicBezTo>
                  <a:lnTo>
                    <a:pt x="540" y="2362"/>
                  </a:lnTo>
                  <a:cubicBezTo>
                    <a:pt x="564" y="2382"/>
                    <a:pt x="592" y="2398"/>
                    <a:pt x="616" y="2414"/>
                  </a:cubicBezTo>
                  <a:cubicBezTo>
                    <a:pt x="668" y="2446"/>
                    <a:pt x="724" y="2470"/>
                    <a:pt x="780" y="2494"/>
                  </a:cubicBezTo>
                  <a:cubicBezTo>
                    <a:pt x="888" y="2542"/>
                    <a:pt x="996" y="2578"/>
                    <a:pt x="1104" y="2614"/>
                  </a:cubicBezTo>
                  <a:cubicBezTo>
                    <a:pt x="1324" y="2690"/>
                    <a:pt x="1544" y="2754"/>
                    <a:pt x="1757" y="2834"/>
                  </a:cubicBezTo>
                  <a:cubicBezTo>
                    <a:pt x="1861" y="2874"/>
                    <a:pt x="1965" y="2914"/>
                    <a:pt x="2065" y="2966"/>
                  </a:cubicBezTo>
                  <a:cubicBezTo>
                    <a:pt x="2165" y="3014"/>
                    <a:pt x="2257" y="3074"/>
                    <a:pt x="2341" y="3142"/>
                  </a:cubicBezTo>
                  <a:cubicBezTo>
                    <a:pt x="2381" y="3178"/>
                    <a:pt x="2421" y="3218"/>
                    <a:pt x="2457" y="3258"/>
                  </a:cubicBezTo>
                  <a:lnTo>
                    <a:pt x="2481" y="3290"/>
                  </a:lnTo>
                  <a:lnTo>
                    <a:pt x="2489" y="3298"/>
                  </a:lnTo>
                  <a:lnTo>
                    <a:pt x="2493" y="3302"/>
                  </a:lnTo>
                  <a:lnTo>
                    <a:pt x="2501" y="3310"/>
                  </a:lnTo>
                  <a:lnTo>
                    <a:pt x="2517" y="3326"/>
                  </a:lnTo>
                  <a:cubicBezTo>
                    <a:pt x="2533" y="3346"/>
                    <a:pt x="2557" y="3370"/>
                    <a:pt x="2581" y="3390"/>
                  </a:cubicBezTo>
                  <a:cubicBezTo>
                    <a:pt x="2677" y="3466"/>
                    <a:pt x="2793" y="3514"/>
                    <a:pt x="2917" y="3526"/>
                  </a:cubicBezTo>
                  <a:cubicBezTo>
                    <a:pt x="2958" y="3531"/>
                    <a:pt x="3000" y="3533"/>
                    <a:pt x="3042" y="3533"/>
                  </a:cubicBezTo>
                  <a:cubicBezTo>
                    <a:pt x="3118" y="3533"/>
                    <a:pt x="3193" y="3526"/>
                    <a:pt x="3265" y="3510"/>
                  </a:cubicBezTo>
                  <a:cubicBezTo>
                    <a:pt x="3381" y="3490"/>
                    <a:pt x="3493" y="3454"/>
                    <a:pt x="3597" y="3410"/>
                  </a:cubicBezTo>
                  <a:lnTo>
                    <a:pt x="3593" y="3398"/>
                  </a:lnTo>
                  <a:cubicBezTo>
                    <a:pt x="3485" y="3430"/>
                    <a:pt x="3373" y="3454"/>
                    <a:pt x="3261" y="3466"/>
                  </a:cubicBezTo>
                  <a:cubicBezTo>
                    <a:pt x="3219" y="3471"/>
                    <a:pt x="3177" y="3473"/>
                    <a:pt x="3135" y="3473"/>
                  </a:cubicBezTo>
                  <a:cubicBezTo>
                    <a:pt x="3065" y="3473"/>
                    <a:pt x="2996" y="3467"/>
                    <a:pt x="2929" y="3454"/>
                  </a:cubicBezTo>
                  <a:cubicBezTo>
                    <a:pt x="2821" y="3438"/>
                    <a:pt x="2725" y="3390"/>
                    <a:pt x="2645" y="3322"/>
                  </a:cubicBezTo>
                  <a:cubicBezTo>
                    <a:pt x="2625" y="3302"/>
                    <a:pt x="2605" y="3282"/>
                    <a:pt x="2589" y="3262"/>
                  </a:cubicBezTo>
                  <a:lnTo>
                    <a:pt x="2565" y="3230"/>
                  </a:lnTo>
                  <a:lnTo>
                    <a:pt x="2537" y="3194"/>
                  </a:lnTo>
                  <a:cubicBezTo>
                    <a:pt x="2501" y="3146"/>
                    <a:pt x="2457" y="3102"/>
                    <a:pt x="2413" y="3062"/>
                  </a:cubicBezTo>
                  <a:cubicBezTo>
                    <a:pt x="2325" y="2982"/>
                    <a:pt x="2229" y="2914"/>
                    <a:pt x="2121" y="2858"/>
                  </a:cubicBezTo>
                  <a:cubicBezTo>
                    <a:pt x="2021" y="2802"/>
                    <a:pt x="1913" y="2750"/>
                    <a:pt x="1805" y="2706"/>
                  </a:cubicBezTo>
                  <a:cubicBezTo>
                    <a:pt x="1588" y="2622"/>
                    <a:pt x="1368" y="2550"/>
                    <a:pt x="1152" y="2478"/>
                  </a:cubicBezTo>
                  <a:lnTo>
                    <a:pt x="992" y="2422"/>
                  </a:lnTo>
                  <a:cubicBezTo>
                    <a:pt x="940" y="2402"/>
                    <a:pt x="880" y="2382"/>
                    <a:pt x="836" y="2362"/>
                  </a:cubicBezTo>
                  <a:cubicBezTo>
                    <a:pt x="784" y="2342"/>
                    <a:pt x="736" y="2318"/>
                    <a:pt x="688" y="2290"/>
                  </a:cubicBezTo>
                  <a:cubicBezTo>
                    <a:pt x="548" y="2214"/>
                    <a:pt x="432" y="2102"/>
                    <a:pt x="348" y="1962"/>
                  </a:cubicBezTo>
                  <a:cubicBezTo>
                    <a:pt x="292" y="1870"/>
                    <a:pt x="248" y="1770"/>
                    <a:pt x="224" y="1662"/>
                  </a:cubicBezTo>
                  <a:cubicBezTo>
                    <a:pt x="196" y="1558"/>
                    <a:pt x="184" y="1446"/>
                    <a:pt x="184" y="1338"/>
                  </a:cubicBezTo>
                  <a:cubicBezTo>
                    <a:pt x="184" y="1282"/>
                    <a:pt x="184" y="1226"/>
                    <a:pt x="192" y="1170"/>
                  </a:cubicBezTo>
                  <a:lnTo>
                    <a:pt x="200" y="1090"/>
                  </a:lnTo>
                  <a:lnTo>
                    <a:pt x="212" y="1006"/>
                  </a:lnTo>
                  <a:cubicBezTo>
                    <a:pt x="236" y="890"/>
                    <a:pt x="240" y="770"/>
                    <a:pt x="220" y="650"/>
                  </a:cubicBezTo>
                  <a:cubicBezTo>
                    <a:pt x="204" y="551"/>
                    <a:pt x="171" y="457"/>
                    <a:pt x="122" y="371"/>
                  </a:cubicBezTo>
                  <a:lnTo>
                    <a:pt x="122" y="371"/>
                  </a:lnTo>
                  <a:cubicBezTo>
                    <a:pt x="132" y="372"/>
                    <a:pt x="142" y="372"/>
                    <a:pt x="153" y="372"/>
                  </a:cubicBezTo>
                  <a:cubicBezTo>
                    <a:pt x="224" y="372"/>
                    <a:pt x="295" y="363"/>
                    <a:pt x="364" y="346"/>
                  </a:cubicBezTo>
                  <a:cubicBezTo>
                    <a:pt x="464" y="326"/>
                    <a:pt x="564" y="294"/>
                    <a:pt x="656" y="254"/>
                  </a:cubicBezTo>
                  <a:cubicBezTo>
                    <a:pt x="700" y="234"/>
                    <a:pt x="748" y="214"/>
                    <a:pt x="792" y="198"/>
                  </a:cubicBezTo>
                  <a:cubicBezTo>
                    <a:pt x="840" y="186"/>
                    <a:pt x="884" y="170"/>
                    <a:pt x="936" y="158"/>
                  </a:cubicBezTo>
                  <a:cubicBezTo>
                    <a:pt x="1032" y="138"/>
                    <a:pt x="1132" y="118"/>
                    <a:pt x="1228" y="110"/>
                  </a:cubicBezTo>
                  <a:cubicBezTo>
                    <a:pt x="1328" y="98"/>
                    <a:pt x="1428" y="90"/>
                    <a:pt x="1528" y="90"/>
                  </a:cubicBezTo>
                  <a:cubicBezTo>
                    <a:pt x="1568" y="89"/>
                    <a:pt x="1609" y="88"/>
                    <a:pt x="1650" y="88"/>
                  </a:cubicBezTo>
                  <a:cubicBezTo>
                    <a:pt x="1707" y="88"/>
                    <a:pt x="1766" y="90"/>
                    <a:pt x="1825" y="94"/>
                  </a:cubicBezTo>
                  <a:cubicBezTo>
                    <a:pt x="1921" y="98"/>
                    <a:pt x="2021" y="106"/>
                    <a:pt x="2117" y="122"/>
                  </a:cubicBezTo>
                  <a:cubicBezTo>
                    <a:pt x="2165" y="130"/>
                    <a:pt x="2213" y="134"/>
                    <a:pt x="2261" y="146"/>
                  </a:cubicBezTo>
                  <a:lnTo>
                    <a:pt x="2333" y="162"/>
                  </a:lnTo>
                  <a:lnTo>
                    <a:pt x="2405" y="178"/>
                  </a:lnTo>
                  <a:cubicBezTo>
                    <a:pt x="2453" y="190"/>
                    <a:pt x="2493" y="206"/>
                    <a:pt x="2537" y="222"/>
                  </a:cubicBezTo>
                  <a:cubicBezTo>
                    <a:pt x="2557" y="230"/>
                    <a:pt x="2581" y="242"/>
                    <a:pt x="2605" y="254"/>
                  </a:cubicBezTo>
                  <a:lnTo>
                    <a:pt x="2633" y="266"/>
                  </a:lnTo>
                  <a:lnTo>
                    <a:pt x="2661" y="286"/>
                  </a:lnTo>
                  <a:cubicBezTo>
                    <a:pt x="2741" y="334"/>
                    <a:pt x="2809" y="398"/>
                    <a:pt x="2861" y="474"/>
                  </a:cubicBezTo>
                  <a:cubicBezTo>
                    <a:pt x="2921" y="554"/>
                    <a:pt x="2969" y="634"/>
                    <a:pt x="3013" y="722"/>
                  </a:cubicBezTo>
                  <a:cubicBezTo>
                    <a:pt x="3057" y="810"/>
                    <a:pt x="3097" y="898"/>
                    <a:pt x="3137" y="990"/>
                  </a:cubicBezTo>
                  <a:lnTo>
                    <a:pt x="3253" y="1266"/>
                  </a:lnTo>
                  <a:cubicBezTo>
                    <a:pt x="3293" y="1362"/>
                    <a:pt x="3341" y="1454"/>
                    <a:pt x="3401" y="1538"/>
                  </a:cubicBezTo>
                  <a:lnTo>
                    <a:pt x="3425" y="1574"/>
                  </a:lnTo>
                  <a:lnTo>
                    <a:pt x="3453" y="1598"/>
                  </a:lnTo>
                  <a:lnTo>
                    <a:pt x="3465" y="1610"/>
                  </a:lnTo>
                  <a:cubicBezTo>
                    <a:pt x="3473" y="1618"/>
                    <a:pt x="3477" y="1622"/>
                    <a:pt x="3485" y="1626"/>
                  </a:cubicBezTo>
                  <a:lnTo>
                    <a:pt x="3513" y="1646"/>
                  </a:lnTo>
                  <a:cubicBezTo>
                    <a:pt x="3553" y="1678"/>
                    <a:pt x="3589" y="1710"/>
                    <a:pt x="3629" y="1742"/>
                  </a:cubicBezTo>
                  <a:cubicBezTo>
                    <a:pt x="3701" y="1810"/>
                    <a:pt x="3769" y="1878"/>
                    <a:pt x="3833" y="1958"/>
                  </a:cubicBezTo>
                  <a:lnTo>
                    <a:pt x="3841" y="1946"/>
                  </a:lnTo>
                  <a:cubicBezTo>
                    <a:pt x="3789" y="1862"/>
                    <a:pt x="3725" y="1782"/>
                    <a:pt x="3657" y="1710"/>
                  </a:cubicBezTo>
                  <a:cubicBezTo>
                    <a:pt x="3621" y="1670"/>
                    <a:pt x="3585" y="1634"/>
                    <a:pt x="3549" y="1602"/>
                  </a:cubicBezTo>
                  <a:lnTo>
                    <a:pt x="3521" y="1574"/>
                  </a:lnTo>
                  <a:cubicBezTo>
                    <a:pt x="3517" y="1570"/>
                    <a:pt x="3513" y="1570"/>
                    <a:pt x="3509" y="1566"/>
                  </a:cubicBezTo>
                  <a:lnTo>
                    <a:pt x="3497" y="1550"/>
                  </a:lnTo>
                  <a:lnTo>
                    <a:pt x="3473" y="1522"/>
                  </a:lnTo>
                  <a:lnTo>
                    <a:pt x="3453" y="1494"/>
                  </a:lnTo>
                  <a:cubicBezTo>
                    <a:pt x="3405" y="1410"/>
                    <a:pt x="3365" y="1322"/>
                    <a:pt x="3333" y="1230"/>
                  </a:cubicBezTo>
                  <a:lnTo>
                    <a:pt x="3233" y="950"/>
                  </a:lnTo>
                  <a:cubicBezTo>
                    <a:pt x="3197" y="854"/>
                    <a:pt x="3157" y="762"/>
                    <a:pt x="3113" y="670"/>
                  </a:cubicBezTo>
                  <a:cubicBezTo>
                    <a:pt x="3069" y="574"/>
                    <a:pt x="3017" y="486"/>
                    <a:pt x="2957" y="402"/>
                  </a:cubicBezTo>
                  <a:cubicBezTo>
                    <a:pt x="2893" y="314"/>
                    <a:pt x="2817" y="238"/>
                    <a:pt x="2725" y="178"/>
                  </a:cubicBezTo>
                  <a:lnTo>
                    <a:pt x="2689" y="154"/>
                  </a:lnTo>
                  <a:lnTo>
                    <a:pt x="2653" y="138"/>
                  </a:lnTo>
                  <a:cubicBezTo>
                    <a:pt x="2629" y="130"/>
                    <a:pt x="2609" y="118"/>
                    <a:pt x="2585" y="106"/>
                  </a:cubicBezTo>
                  <a:cubicBezTo>
                    <a:pt x="2533" y="90"/>
                    <a:pt x="2485" y="74"/>
                    <a:pt x="2433" y="62"/>
                  </a:cubicBezTo>
                  <a:lnTo>
                    <a:pt x="2357" y="42"/>
                  </a:lnTo>
                  <a:lnTo>
                    <a:pt x="2281" y="30"/>
                  </a:lnTo>
                  <a:cubicBezTo>
                    <a:pt x="2229" y="22"/>
                    <a:pt x="2181" y="14"/>
                    <a:pt x="2129" y="10"/>
                  </a:cubicBezTo>
                  <a:cubicBezTo>
                    <a:pt x="2055" y="4"/>
                    <a:pt x="1982" y="1"/>
                    <a:pt x="1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4"/>
            <p:cNvSpPr/>
            <p:nvPr/>
          </p:nvSpPr>
          <p:spPr>
            <a:xfrm>
              <a:off x="2371682" y="2363452"/>
              <a:ext cx="208131" cy="385436"/>
            </a:xfrm>
            <a:custGeom>
              <a:avLst/>
              <a:gdLst/>
              <a:ahLst/>
              <a:cxnLst/>
              <a:rect l="l" t="t" r="r" b="b"/>
              <a:pathLst>
                <a:path w="1033" h="1913" extrusionOk="0">
                  <a:moveTo>
                    <a:pt x="549" y="0"/>
                  </a:moveTo>
                  <a:cubicBezTo>
                    <a:pt x="541" y="44"/>
                    <a:pt x="549" y="92"/>
                    <a:pt x="573" y="132"/>
                  </a:cubicBezTo>
                  <a:cubicBezTo>
                    <a:pt x="593" y="172"/>
                    <a:pt x="617" y="208"/>
                    <a:pt x="645" y="244"/>
                  </a:cubicBezTo>
                  <a:cubicBezTo>
                    <a:pt x="705" y="312"/>
                    <a:pt x="769" y="376"/>
                    <a:pt x="821" y="440"/>
                  </a:cubicBezTo>
                  <a:cubicBezTo>
                    <a:pt x="849" y="472"/>
                    <a:pt x="869" y="508"/>
                    <a:pt x="885" y="544"/>
                  </a:cubicBezTo>
                  <a:cubicBezTo>
                    <a:pt x="901" y="584"/>
                    <a:pt x="917" y="624"/>
                    <a:pt x="925" y="664"/>
                  </a:cubicBezTo>
                  <a:cubicBezTo>
                    <a:pt x="945" y="744"/>
                    <a:pt x="953" y="828"/>
                    <a:pt x="953" y="912"/>
                  </a:cubicBezTo>
                  <a:cubicBezTo>
                    <a:pt x="953" y="956"/>
                    <a:pt x="945" y="996"/>
                    <a:pt x="941" y="1040"/>
                  </a:cubicBezTo>
                  <a:cubicBezTo>
                    <a:pt x="937" y="1060"/>
                    <a:pt x="933" y="1080"/>
                    <a:pt x="925" y="1100"/>
                  </a:cubicBezTo>
                  <a:cubicBezTo>
                    <a:pt x="921" y="1120"/>
                    <a:pt x="913" y="1140"/>
                    <a:pt x="909" y="1160"/>
                  </a:cubicBezTo>
                  <a:cubicBezTo>
                    <a:pt x="877" y="1244"/>
                    <a:pt x="845" y="1328"/>
                    <a:pt x="821" y="1412"/>
                  </a:cubicBezTo>
                  <a:cubicBezTo>
                    <a:pt x="809" y="1456"/>
                    <a:pt x="797" y="1496"/>
                    <a:pt x="789" y="1544"/>
                  </a:cubicBezTo>
                  <a:cubicBezTo>
                    <a:pt x="777" y="1588"/>
                    <a:pt x="773" y="1632"/>
                    <a:pt x="773" y="1676"/>
                  </a:cubicBezTo>
                  <a:cubicBezTo>
                    <a:pt x="773" y="1724"/>
                    <a:pt x="781" y="1768"/>
                    <a:pt x="801" y="1812"/>
                  </a:cubicBezTo>
                  <a:cubicBezTo>
                    <a:pt x="807" y="1824"/>
                    <a:pt x="814" y="1836"/>
                    <a:pt x="822" y="1846"/>
                  </a:cubicBezTo>
                  <a:lnTo>
                    <a:pt x="822" y="1846"/>
                  </a:lnTo>
                  <a:cubicBezTo>
                    <a:pt x="751" y="1808"/>
                    <a:pt x="680" y="1768"/>
                    <a:pt x="609" y="1728"/>
                  </a:cubicBezTo>
                  <a:cubicBezTo>
                    <a:pt x="585" y="1716"/>
                    <a:pt x="561" y="1704"/>
                    <a:pt x="541" y="1688"/>
                  </a:cubicBezTo>
                  <a:cubicBezTo>
                    <a:pt x="521" y="1668"/>
                    <a:pt x="509" y="1648"/>
                    <a:pt x="501" y="1624"/>
                  </a:cubicBezTo>
                  <a:cubicBezTo>
                    <a:pt x="481" y="1576"/>
                    <a:pt x="461" y="1524"/>
                    <a:pt x="449" y="1468"/>
                  </a:cubicBezTo>
                  <a:cubicBezTo>
                    <a:pt x="437" y="1412"/>
                    <a:pt x="421" y="1356"/>
                    <a:pt x="401" y="1304"/>
                  </a:cubicBezTo>
                  <a:cubicBezTo>
                    <a:pt x="389" y="1276"/>
                    <a:pt x="377" y="1248"/>
                    <a:pt x="361" y="1224"/>
                  </a:cubicBezTo>
                  <a:cubicBezTo>
                    <a:pt x="345" y="1196"/>
                    <a:pt x="329" y="1172"/>
                    <a:pt x="309" y="1152"/>
                  </a:cubicBezTo>
                  <a:cubicBezTo>
                    <a:pt x="225" y="1068"/>
                    <a:pt x="117" y="1012"/>
                    <a:pt x="1" y="988"/>
                  </a:cubicBezTo>
                  <a:lnTo>
                    <a:pt x="1" y="992"/>
                  </a:lnTo>
                  <a:cubicBezTo>
                    <a:pt x="105" y="1032"/>
                    <a:pt x="197" y="1096"/>
                    <a:pt x="273" y="1180"/>
                  </a:cubicBezTo>
                  <a:cubicBezTo>
                    <a:pt x="289" y="1200"/>
                    <a:pt x="301" y="1224"/>
                    <a:pt x="313" y="1244"/>
                  </a:cubicBezTo>
                  <a:cubicBezTo>
                    <a:pt x="325" y="1272"/>
                    <a:pt x="337" y="1296"/>
                    <a:pt x="345" y="1320"/>
                  </a:cubicBezTo>
                  <a:cubicBezTo>
                    <a:pt x="365" y="1372"/>
                    <a:pt x="377" y="1428"/>
                    <a:pt x="393" y="1484"/>
                  </a:cubicBezTo>
                  <a:cubicBezTo>
                    <a:pt x="405" y="1540"/>
                    <a:pt x="425" y="1596"/>
                    <a:pt x="449" y="1648"/>
                  </a:cubicBezTo>
                  <a:cubicBezTo>
                    <a:pt x="461" y="1680"/>
                    <a:pt x="481" y="1704"/>
                    <a:pt x="509" y="1724"/>
                  </a:cubicBezTo>
                  <a:cubicBezTo>
                    <a:pt x="533" y="1740"/>
                    <a:pt x="561" y="1756"/>
                    <a:pt x="589" y="1768"/>
                  </a:cubicBezTo>
                  <a:cubicBezTo>
                    <a:pt x="682" y="1808"/>
                    <a:pt x="778" y="1850"/>
                    <a:pt x="869" y="1893"/>
                  </a:cubicBezTo>
                  <a:lnTo>
                    <a:pt x="869" y="1893"/>
                  </a:lnTo>
                  <a:cubicBezTo>
                    <a:pt x="878" y="1900"/>
                    <a:pt x="887" y="1907"/>
                    <a:pt x="897" y="1912"/>
                  </a:cubicBezTo>
                  <a:lnTo>
                    <a:pt x="899" y="1908"/>
                  </a:lnTo>
                  <a:lnTo>
                    <a:pt x="899" y="1908"/>
                  </a:lnTo>
                  <a:cubicBezTo>
                    <a:pt x="900" y="1908"/>
                    <a:pt x="900" y="1908"/>
                    <a:pt x="901" y="1908"/>
                  </a:cubicBezTo>
                  <a:lnTo>
                    <a:pt x="904" y="1900"/>
                  </a:lnTo>
                  <a:lnTo>
                    <a:pt x="909" y="1892"/>
                  </a:lnTo>
                  <a:cubicBezTo>
                    <a:pt x="908" y="1892"/>
                    <a:pt x="908" y="1892"/>
                    <a:pt x="907" y="1892"/>
                  </a:cubicBezTo>
                  <a:lnTo>
                    <a:pt x="907" y="1892"/>
                  </a:lnTo>
                  <a:lnTo>
                    <a:pt x="909" y="1888"/>
                  </a:lnTo>
                  <a:cubicBezTo>
                    <a:pt x="873" y="1868"/>
                    <a:pt x="841" y="1840"/>
                    <a:pt x="825" y="1800"/>
                  </a:cubicBezTo>
                  <a:cubicBezTo>
                    <a:pt x="817" y="1780"/>
                    <a:pt x="809" y="1760"/>
                    <a:pt x="805" y="1740"/>
                  </a:cubicBezTo>
                  <a:cubicBezTo>
                    <a:pt x="805" y="1720"/>
                    <a:pt x="805" y="1700"/>
                    <a:pt x="805" y="1676"/>
                  </a:cubicBezTo>
                  <a:cubicBezTo>
                    <a:pt x="809" y="1636"/>
                    <a:pt x="817" y="1592"/>
                    <a:pt x="829" y="1552"/>
                  </a:cubicBezTo>
                  <a:cubicBezTo>
                    <a:pt x="841" y="1508"/>
                    <a:pt x="853" y="1468"/>
                    <a:pt x="869" y="1428"/>
                  </a:cubicBezTo>
                  <a:cubicBezTo>
                    <a:pt x="901" y="1348"/>
                    <a:pt x="937" y="1268"/>
                    <a:pt x="969" y="1184"/>
                  </a:cubicBezTo>
                  <a:cubicBezTo>
                    <a:pt x="977" y="1164"/>
                    <a:pt x="985" y="1140"/>
                    <a:pt x="993" y="1120"/>
                  </a:cubicBezTo>
                  <a:cubicBezTo>
                    <a:pt x="1001" y="1100"/>
                    <a:pt x="1005" y="1076"/>
                    <a:pt x="1009" y="1056"/>
                  </a:cubicBezTo>
                  <a:cubicBezTo>
                    <a:pt x="1017" y="1008"/>
                    <a:pt x="1025" y="964"/>
                    <a:pt x="1029" y="920"/>
                  </a:cubicBezTo>
                  <a:cubicBezTo>
                    <a:pt x="1033" y="828"/>
                    <a:pt x="1021" y="736"/>
                    <a:pt x="997" y="644"/>
                  </a:cubicBezTo>
                  <a:cubicBezTo>
                    <a:pt x="985" y="600"/>
                    <a:pt x="969" y="560"/>
                    <a:pt x="949" y="516"/>
                  </a:cubicBezTo>
                  <a:cubicBezTo>
                    <a:pt x="925" y="476"/>
                    <a:pt x="897" y="436"/>
                    <a:pt x="865" y="404"/>
                  </a:cubicBezTo>
                  <a:cubicBezTo>
                    <a:pt x="805" y="336"/>
                    <a:pt x="737" y="280"/>
                    <a:pt x="677" y="220"/>
                  </a:cubicBezTo>
                  <a:cubicBezTo>
                    <a:pt x="645" y="188"/>
                    <a:pt x="617" y="156"/>
                    <a:pt x="593" y="120"/>
                  </a:cubicBezTo>
                  <a:cubicBezTo>
                    <a:pt x="569" y="84"/>
                    <a:pt x="557" y="40"/>
                    <a:pt x="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4"/>
            <p:cNvSpPr/>
            <p:nvPr/>
          </p:nvSpPr>
          <p:spPr>
            <a:xfrm>
              <a:off x="2129901" y="2815580"/>
              <a:ext cx="354811" cy="308873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7" y="0"/>
                  </a:moveTo>
                  <a:cubicBezTo>
                    <a:pt x="1153" y="44"/>
                    <a:pt x="1197" y="80"/>
                    <a:pt x="1245" y="104"/>
                  </a:cubicBezTo>
                  <a:cubicBezTo>
                    <a:pt x="1297" y="128"/>
                    <a:pt x="1349" y="144"/>
                    <a:pt x="1405" y="156"/>
                  </a:cubicBezTo>
                  <a:cubicBezTo>
                    <a:pt x="1433" y="160"/>
                    <a:pt x="1461" y="160"/>
                    <a:pt x="1489" y="160"/>
                  </a:cubicBezTo>
                  <a:cubicBezTo>
                    <a:pt x="1517" y="160"/>
                    <a:pt x="1545" y="160"/>
                    <a:pt x="1573" y="156"/>
                  </a:cubicBezTo>
                  <a:lnTo>
                    <a:pt x="1657" y="148"/>
                  </a:lnTo>
                  <a:lnTo>
                    <a:pt x="1691" y="140"/>
                  </a:lnTo>
                  <a:lnTo>
                    <a:pt x="1691" y="140"/>
                  </a:lnTo>
                  <a:cubicBezTo>
                    <a:pt x="1686" y="169"/>
                    <a:pt x="1679" y="199"/>
                    <a:pt x="1669" y="228"/>
                  </a:cubicBezTo>
                  <a:cubicBezTo>
                    <a:pt x="1649" y="268"/>
                    <a:pt x="1625" y="308"/>
                    <a:pt x="1593" y="340"/>
                  </a:cubicBezTo>
                  <a:cubicBezTo>
                    <a:pt x="1561" y="372"/>
                    <a:pt x="1521" y="400"/>
                    <a:pt x="1477" y="416"/>
                  </a:cubicBezTo>
                  <a:cubicBezTo>
                    <a:pt x="1433" y="436"/>
                    <a:pt x="1389" y="452"/>
                    <a:pt x="1345" y="468"/>
                  </a:cubicBezTo>
                  <a:cubicBezTo>
                    <a:pt x="1253" y="500"/>
                    <a:pt x="1161" y="528"/>
                    <a:pt x="1069" y="560"/>
                  </a:cubicBezTo>
                  <a:cubicBezTo>
                    <a:pt x="977" y="596"/>
                    <a:pt x="889" y="640"/>
                    <a:pt x="805" y="688"/>
                  </a:cubicBezTo>
                  <a:cubicBezTo>
                    <a:pt x="765" y="716"/>
                    <a:pt x="725" y="744"/>
                    <a:pt x="685" y="776"/>
                  </a:cubicBezTo>
                  <a:cubicBezTo>
                    <a:pt x="645" y="804"/>
                    <a:pt x="609" y="836"/>
                    <a:pt x="573" y="872"/>
                  </a:cubicBezTo>
                  <a:cubicBezTo>
                    <a:pt x="505" y="940"/>
                    <a:pt x="433" y="1008"/>
                    <a:pt x="369" y="1080"/>
                  </a:cubicBezTo>
                  <a:cubicBezTo>
                    <a:pt x="305" y="1152"/>
                    <a:pt x="241" y="1224"/>
                    <a:pt x="181" y="1296"/>
                  </a:cubicBezTo>
                  <a:cubicBezTo>
                    <a:pt x="117" y="1372"/>
                    <a:pt x="57" y="1448"/>
                    <a:pt x="1" y="1528"/>
                  </a:cubicBezTo>
                  <a:lnTo>
                    <a:pt x="5" y="1532"/>
                  </a:lnTo>
                  <a:lnTo>
                    <a:pt x="213" y="1332"/>
                  </a:lnTo>
                  <a:lnTo>
                    <a:pt x="421" y="1128"/>
                  </a:lnTo>
                  <a:lnTo>
                    <a:pt x="625" y="928"/>
                  </a:lnTo>
                  <a:cubicBezTo>
                    <a:pt x="661" y="896"/>
                    <a:pt x="693" y="864"/>
                    <a:pt x="729" y="832"/>
                  </a:cubicBezTo>
                  <a:cubicBezTo>
                    <a:pt x="765" y="804"/>
                    <a:pt x="801" y="772"/>
                    <a:pt x="841" y="748"/>
                  </a:cubicBezTo>
                  <a:cubicBezTo>
                    <a:pt x="881" y="720"/>
                    <a:pt x="917" y="696"/>
                    <a:pt x="961" y="672"/>
                  </a:cubicBezTo>
                  <a:cubicBezTo>
                    <a:pt x="1001" y="648"/>
                    <a:pt x="1045" y="624"/>
                    <a:pt x="1085" y="604"/>
                  </a:cubicBezTo>
                  <a:cubicBezTo>
                    <a:pt x="1173" y="560"/>
                    <a:pt x="1261" y="524"/>
                    <a:pt x="1353" y="492"/>
                  </a:cubicBezTo>
                  <a:cubicBezTo>
                    <a:pt x="1397" y="476"/>
                    <a:pt x="1441" y="460"/>
                    <a:pt x="1489" y="444"/>
                  </a:cubicBezTo>
                  <a:cubicBezTo>
                    <a:pt x="1537" y="424"/>
                    <a:pt x="1581" y="400"/>
                    <a:pt x="1617" y="372"/>
                  </a:cubicBezTo>
                  <a:cubicBezTo>
                    <a:pt x="1657" y="336"/>
                    <a:pt x="1689" y="296"/>
                    <a:pt x="1717" y="252"/>
                  </a:cubicBezTo>
                  <a:cubicBezTo>
                    <a:pt x="1741" y="204"/>
                    <a:pt x="1753" y="156"/>
                    <a:pt x="1761" y="100"/>
                  </a:cubicBezTo>
                  <a:lnTo>
                    <a:pt x="1761" y="64"/>
                  </a:lnTo>
                  <a:lnTo>
                    <a:pt x="1721" y="72"/>
                  </a:lnTo>
                  <a:lnTo>
                    <a:pt x="1645" y="88"/>
                  </a:lnTo>
                  <a:cubicBezTo>
                    <a:pt x="1617" y="92"/>
                    <a:pt x="1593" y="100"/>
                    <a:pt x="1565" y="100"/>
                  </a:cubicBezTo>
                  <a:cubicBezTo>
                    <a:pt x="1537" y="104"/>
                    <a:pt x="1513" y="108"/>
                    <a:pt x="1489" y="108"/>
                  </a:cubicBezTo>
                  <a:lnTo>
                    <a:pt x="1413" y="108"/>
                  </a:lnTo>
                  <a:cubicBezTo>
                    <a:pt x="1357" y="108"/>
                    <a:pt x="1309" y="96"/>
                    <a:pt x="1257" y="80"/>
                  </a:cubicBezTo>
                  <a:cubicBezTo>
                    <a:pt x="1209" y="64"/>
                    <a:pt x="1161" y="36"/>
                    <a:pt x="1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4"/>
            <p:cNvSpPr/>
            <p:nvPr/>
          </p:nvSpPr>
          <p:spPr>
            <a:xfrm>
              <a:off x="2095246" y="2872801"/>
              <a:ext cx="290336" cy="45334"/>
            </a:xfrm>
            <a:custGeom>
              <a:avLst/>
              <a:gdLst/>
              <a:ahLst/>
              <a:cxnLst/>
              <a:rect l="l" t="t" r="r" b="b"/>
              <a:pathLst>
                <a:path w="1441" h="225" extrusionOk="0">
                  <a:moveTo>
                    <a:pt x="1437" y="0"/>
                  </a:moveTo>
                  <a:lnTo>
                    <a:pt x="1373" y="16"/>
                  </a:lnTo>
                  <a:cubicBezTo>
                    <a:pt x="1333" y="24"/>
                    <a:pt x="1277" y="44"/>
                    <a:pt x="1213" y="64"/>
                  </a:cubicBezTo>
                  <a:cubicBezTo>
                    <a:pt x="1181" y="76"/>
                    <a:pt x="1145" y="88"/>
                    <a:pt x="1105" y="104"/>
                  </a:cubicBezTo>
                  <a:cubicBezTo>
                    <a:pt x="1069" y="120"/>
                    <a:pt x="1033" y="136"/>
                    <a:pt x="989" y="152"/>
                  </a:cubicBezTo>
                  <a:cubicBezTo>
                    <a:pt x="949" y="172"/>
                    <a:pt x="905" y="184"/>
                    <a:pt x="861" y="192"/>
                  </a:cubicBezTo>
                  <a:cubicBezTo>
                    <a:pt x="844" y="194"/>
                    <a:pt x="828" y="195"/>
                    <a:pt x="812" y="195"/>
                  </a:cubicBezTo>
                  <a:cubicBezTo>
                    <a:pt x="784" y="195"/>
                    <a:pt x="756" y="192"/>
                    <a:pt x="729" y="184"/>
                  </a:cubicBezTo>
                  <a:cubicBezTo>
                    <a:pt x="689" y="176"/>
                    <a:pt x="649" y="144"/>
                    <a:pt x="601" y="128"/>
                  </a:cubicBezTo>
                  <a:cubicBezTo>
                    <a:pt x="557" y="112"/>
                    <a:pt x="509" y="100"/>
                    <a:pt x="465" y="96"/>
                  </a:cubicBezTo>
                  <a:cubicBezTo>
                    <a:pt x="439" y="92"/>
                    <a:pt x="413" y="90"/>
                    <a:pt x="387" y="90"/>
                  </a:cubicBezTo>
                  <a:cubicBezTo>
                    <a:pt x="369" y="90"/>
                    <a:pt x="351" y="91"/>
                    <a:pt x="333" y="92"/>
                  </a:cubicBezTo>
                  <a:cubicBezTo>
                    <a:pt x="293" y="96"/>
                    <a:pt x="253" y="104"/>
                    <a:pt x="213" y="112"/>
                  </a:cubicBezTo>
                  <a:cubicBezTo>
                    <a:pt x="157" y="128"/>
                    <a:pt x="105" y="152"/>
                    <a:pt x="53" y="180"/>
                  </a:cubicBezTo>
                  <a:cubicBezTo>
                    <a:pt x="37" y="192"/>
                    <a:pt x="17" y="204"/>
                    <a:pt x="1" y="216"/>
                  </a:cubicBezTo>
                  <a:lnTo>
                    <a:pt x="1" y="224"/>
                  </a:lnTo>
                  <a:lnTo>
                    <a:pt x="65" y="208"/>
                  </a:lnTo>
                  <a:cubicBezTo>
                    <a:pt x="85" y="200"/>
                    <a:pt x="109" y="196"/>
                    <a:pt x="137" y="188"/>
                  </a:cubicBezTo>
                  <a:cubicBezTo>
                    <a:pt x="165" y="184"/>
                    <a:pt x="193" y="176"/>
                    <a:pt x="229" y="172"/>
                  </a:cubicBezTo>
                  <a:cubicBezTo>
                    <a:pt x="275" y="167"/>
                    <a:pt x="322" y="164"/>
                    <a:pt x="369" y="164"/>
                  </a:cubicBezTo>
                  <a:cubicBezTo>
                    <a:pt x="398" y="164"/>
                    <a:pt x="428" y="165"/>
                    <a:pt x="457" y="168"/>
                  </a:cubicBezTo>
                  <a:cubicBezTo>
                    <a:pt x="497" y="168"/>
                    <a:pt x="541" y="176"/>
                    <a:pt x="581" y="188"/>
                  </a:cubicBezTo>
                  <a:cubicBezTo>
                    <a:pt x="629" y="204"/>
                    <a:pt x="673" y="216"/>
                    <a:pt x="721" y="224"/>
                  </a:cubicBezTo>
                  <a:cubicBezTo>
                    <a:pt x="745" y="224"/>
                    <a:pt x="769" y="224"/>
                    <a:pt x="793" y="220"/>
                  </a:cubicBezTo>
                  <a:cubicBezTo>
                    <a:pt x="817" y="220"/>
                    <a:pt x="841" y="212"/>
                    <a:pt x="865" y="212"/>
                  </a:cubicBezTo>
                  <a:lnTo>
                    <a:pt x="1001" y="188"/>
                  </a:lnTo>
                  <a:cubicBezTo>
                    <a:pt x="1041" y="184"/>
                    <a:pt x="1085" y="172"/>
                    <a:pt x="1125" y="164"/>
                  </a:cubicBezTo>
                  <a:cubicBezTo>
                    <a:pt x="1165" y="152"/>
                    <a:pt x="1201" y="136"/>
                    <a:pt x="1233" y="124"/>
                  </a:cubicBezTo>
                  <a:cubicBezTo>
                    <a:pt x="1305" y="92"/>
                    <a:pt x="1377" y="52"/>
                    <a:pt x="1441" y="4"/>
                  </a:cubicBezTo>
                  <a:lnTo>
                    <a:pt x="14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2304789" y="2585889"/>
              <a:ext cx="214579" cy="193625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1" y="0"/>
                  </a:moveTo>
                  <a:lnTo>
                    <a:pt x="1" y="8"/>
                  </a:lnTo>
                  <a:lnTo>
                    <a:pt x="13" y="16"/>
                  </a:lnTo>
                  <a:cubicBezTo>
                    <a:pt x="29" y="20"/>
                    <a:pt x="41" y="24"/>
                    <a:pt x="53" y="36"/>
                  </a:cubicBezTo>
                  <a:cubicBezTo>
                    <a:pt x="73" y="48"/>
                    <a:pt x="89" y="64"/>
                    <a:pt x="101" y="84"/>
                  </a:cubicBezTo>
                  <a:cubicBezTo>
                    <a:pt x="117" y="112"/>
                    <a:pt x="129" y="140"/>
                    <a:pt x="141" y="168"/>
                  </a:cubicBezTo>
                  <a:cubicBezTo>
                    <a:pt x="161" y="236"/>
                    <a:pt x="181" y="316"/>
                    <a:pt x="213" y="404"/>
                  </a:cubicBezTo>
                  <a:cubicBezTo>
                    <a:pt x="229" y="452"/>
                    <a:pt x="245" y="496"/>
                    <a:pt x="265" y="540"/>
                  </a:cubicBezTo>
                  <a:cubicBezTo>
                    <a:pt x="277" y="560"/>
                    <a:pt x="289" y="584"/>
                    <a:pt x="301" y="604"/>
                  </a:cubicBezTo>
                  <a:cubicBezTo>
                    <a:pt x="317" y="624"/>
                    <a:pt x="333" y="644"/>
                    <a:pt x="349" y="664"/>
                  </a:cubicBezTo>
                  <a:cubicBezTo>
                    <a:pt x="381" y="704"/>
                    <a:pt x="421" y="736"/>
                    <a:pt x="461" y="764"/>
                  </a:cubicBezTo>
                  <a:cubicBezTo>
                    <a:pt x="501" y="796"/>
                    <a:pt x="541" y="820"/>
                    <a:pt x="581" y="844"/>
                  </a:cubicBezTo>
                  <a:cubicBezTo>
                    <a:pt x="617" y="868"/>
                    <a:pt x="657" y="892"/>
                    <a:pt x="701" y="908"/>
                  </a:cubicBezTo>
                  <a:cubicBezTo>
                    <a:pt x="737" y="924"/>
                    <a:pt x="777" y="936"/>
                    <a:pt x="817" y="944"/>
                  </a:cubicBezTo>
                  <a:cubicBezTo>
                    <a:pt x="877" y="956"/>
                    <a:pt x="937" y="960"/>
                    <a:pt x="997" y="960"/>
                  </a:cubicBezTo>
                  <a:cubicBezTo>
                    <a:pt x="1017" y="960"/>
                    <a:pt x="1041" y="956"/>
                    <a:pt x="1065" y="952"/>
                  </a:cubicBezTo>
                  <a:lnTo>
                    <a:pt x="1065" y="944"/>
                  </a:lnTo>
                  <a:cubicBezTo>
                    <a:pt x="1065" y="944"/>
                    <a:pt x="965" y="924"/>
                    <a:pt x="829" y="884"/>
                  </a:cubicBezTo>
                  <a:cubicBezTo>
                    <a:pt x="797" y="876"/>
                    <a:pt x="761" y="864"/>
                    <a:pt x="721" y="848"/>
                  </a:cubicBezTo>
                  <a:cubicBezTo>
                    <a:pt x="681" y="836"/>
                    <a:pt x="641" y="828"/>
                    <a:pt x="597" y="812"/>
                  </a:cubicBezTo>
                  <a:cubicBezTo>
                    <a:pt x="553" y="796"/>
                    <a:pt x="513" y="772"/>
                    <a:pt x="473" y="748"/>
                  </a:cubicBezTo>
                  <a:cubicBezTo>
                    <a:pt x="437" y="720"/>
                    <a:pt x="405" y="684"/>
                    <a:pt x="381" y="644"/>
                  </a:cubicBezTo>
                  <a:cubicBezTo>
                    <a:pt x="357" y="604"/>
                    <a:pt x="337" y="560"/>
                    <a:pt x="321" y="516"/>
                  </a:cubicBezTo>
                  <a:cubicBezTo>
                    <a:pt x="305" y="472"/>
                    <a:pt x="293" y="428"/>
                    <a:pt x="281" y="384"/>
                  </a:cubicBezTo>
                  <a:cubicBezTo>
                    <a:pt x="269" y="340"/>
                    <a:pt x="257" y="300"/>
                    <a:pt x="241" y="260"/>
                  </a:cubicBezTo>
                  <a:cubicBezTo>
                    <a:pt x="229" y="220"/>
                    <a:pt x="213" y="184"/>
                    <a:pt x="197" y="148"/>
                  </a:cubicBezTo>
                  <a:cubicBezTo>
                    <a:pt x="181" y="112"/>
                    <a:pt x="161" y="84"/>
                    <a:pt x="137" y="60"/>
                  </a:cubicBezTo>
                  <a:cubicBezTo>
                    <a:pt x="125" y="48"/>
                    <a:pt x="113" y="36"/>
                    <a:pt x="101" y="28"/>
                  </a:cubicBezTo>
                  <a:cubicBezTo>
                    <a:pt x="93" y="20"/>
                    <a:pt x="81" y="16"/>
                    <a:pt x="69" y="12"/>
                  </a:cubicBezTo>
                  <a:cubicBezTo>
                    <a:pt x="53" y="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2239508" y="2695496"/>
              <a:ext cx="275830" cy="117061"/>
            </a:xfrm>
            <a:custGeom>
              <a:avLst/>
              <a:gdLst/>
              <a:ahLst/>
              <a:cxnLst/>
              <a:rect l="l" t="t" r="r" b="b"/>
              <a:pathLst>
                <a:path w="1369" h="581" extrusionOk="0">
                  <a:moveTo>
                    <a:pt x="1" y="0"/>
                  </a:moveTo>
                  <a:cubicBezTo>
                    <a:pt x="13" y="20"/>
                    <a:pt x="25" y="40"/>
                    <a:pt x="37" y="56"/>
                  </a:cubicBezTo>
                  <a:cubicBezTo>
                    <a:pt x="69" y="104"/>
                    <a:pt x="109" y="152"/>
                    <a:pt x="153" y="192"/>
                  </a:cubicBezTo>
                  <a:cubicBezTo>
                    <a:pt x="181" y="216"/>
                    <a:pt x="213" y="244"/>
                    <a:pt x="245" y="264"/>
                  </a:cubicBezTo>
                  <a:cubicBezTo>
                    <a:pt x="281" y="288"/>
                    <a:pt x="317" y="312"/>
                    <a:pt x="357" y="332"/>
                  </a:cubicBezTo>
                  <a:cubicBezTo>
                    <a:pt x="401" y="352"/>
                    <a:pt x="441" y="376"/>
                    <a:pt x="481" y="396"/>
                  </a:cubicBezTo>
                  <a:cubicBezTo>
                    <a:pt x="525" y="412"/>
                    <a:pt x="565" y="444"/>
                    <a:pt x="609" y="464"/>
                  </a:cubicBezTo>
                  <a:lnTo>
                    <a:pt x="677" y="496"/>
                  </a:lnTo>
                  <a:cubicBezTo>
                    <a:pt x="697" y="504"/>
                    <a:pt x="721" y="512"/>
                    <a:pt x="745" y="520"/>
                  </a:cubicBezTo>
                  <a:cubicBezTo>
                    <a:pt x="789" y="536"/>
                    <a:pt x="833" y="552"/>
                    <a:pt x="881" y="560"/>
                  </a:cubicBezTo>
                  <a:cubicBezTo>
                    <a:pt x="925" y="572"/>
                    <a:pt x="969" y="576"/>
                    <a:pt x="1013" y="576"/>
                  </a:cubicBezTo>
                  <a:cubicBezTo>
                    <a:pt x="1033" y="580"/>
                    <a:pt x="1053" y="580"/>
                    <a:pt x="1073" y="580"/>
                  </a:cubicBezTo>
                  <a:lnTo>
                    <a:pt x="1129" y="576"/>
                  </a:lnTo>
                  <a:cubicBezTo>
                    <a:pt x="1165" y="576"/>
                    <a:pt x="1197" y="572"/>
                    <a:pt x="1229" y="564"/>
                  </a:cubicBezTo>
                  <a:cubicBezTo>
                    <a:pt x="1261" y="556"/>
                    <a:pt x="1285" y="552"/>
                    <a:pt x="1305" y="548"/>
                  </a:cubicBezTo>
                  <a:cubicBezTo>
                    <a:pt x="1345" y="536"/>
                    <a:pt x="1369" y="528"/>
                    <a:pt x="1369" y="528"/>
                  </a:cubicBezTo>
                  <a:lnTo>
                    <a:pt x="1369" y="520"/>
                  </a:lnTo>
                  <a:lnTo>
                    <a:pt x="1229" y="520"/>
                  </a:lnTo>
                  <a:cubicBezTo>
                    <a:pt x="1201" y="520"/>
                    <a:pt x="1165" y="516"/>
                    <a:pt x="1133" y="516"/>
                  </a:cubicBezTo>
                  <a:lnTo>
                    <a:pt x="1077" y="516"/>
                  </a:lnTo>
                  <a:lnTo>
                    <a:pt x="1021" y="508"/>
                  </a:lnTo>
                  <a:cubicBezTo>
                    <a:pt x="981" y="504"/>
                    <a:pt x="937" y="500"/>
                    <a:pt x="893" y="492"/>
                  </a:cubicBezTo>
                  <a:cubicBezTo>
                    <a:pt x="849" y="488"/>
                    <a:pt x="805" y="476"/>
                    <a:pt x="761" y="468"/>
                  </a:cubicBezTo>
                  <a:cubicBezTo>
                    <a:pt x="741" y="460"/>
                    <a:pt x="717" y="456"/>
                    <a:pt x="693" y="452"/>
                  </a:cubicBezTo>
                  <a:lnTo>
                    <a:pt x="625" y="432"/>
                  </a:lnTo>
                  <a:cubicBezTo>
                    <a:pt x="581" y="420"/>
                    <a:pt x="537" y="400"/>
                    <a:pt x="493" y="380"/>
                  </a:cubicBezTo>
                  <a:cubicBezTo>
                    <a:pt x="453" y="360"/>
                    <a:pt x="417" y="332"/>
                    <a:pt x="381" y="304"/>
                  </a:cubicBezTo>
                  <a:lnTo>
                    <a:pt x="281" y="224"/>
                  </a:lnTo>
                  <a:cubicBezTo>
                    <a:pt x="249" y="196"/>
                    <a:pt x="217" y="172"/>
                    <a:pt x="189" y="152"/>
                  </a:cubicBezTo>
                  <a:cubicBezTo>
                    <a:pt x="161" y="132"/>
                    <a:pt x="137" y="108"/>
                    <a:pt x="113" y="92"/>
                  </a:cubicBezTo>
                  <a:cubicBezTo>
                    <a:pt x="93" y="72"/>
                    <a:pt x="73" y="56"/>
                    <a:pt x="57" y="44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4"/>
            <p:cNvSpPr/>
            <p:nvPr/>
          </p:nvSpPr>
          <p:spPr>
            <a:xfrm>
              <a:off x="2600568" y="2433568"/>
              <a:ext cx="126732" cy="333051"/>
            </a:xfrm>
            <a:custGeom>
              <a:avLst/>
              <a:gdLst/>
              <a:ahLst/>
              <a:cxnLst/>
              <a:rect l="l" t="t" r="r" b="b"/>
              <a:pathLst>
                <a:path w="629" h="1653" extrusionOk="0">
                  <a:moveTo>
                    <a:pt x="581" y="0"/>
                  </a:moveTo>
                  <a:cubicBezTo>
                    <a:pt x="589" y="28"/>
                    <a:pt x="589" y="56"/>
                    <a:pt x="589" y="84"/>
                  </a:cubicBezTo>
                  <a:cubicBezTo>
                    <a:pt x="589" y="112"/>
                    <a:pt x="589" y="140"/>
                    <a:pt x="585" y="172"/>
                  </a:cubicBezTo>
                  <a:cubicBezTo>
                    <a:pt x="577" y="208"/>
                    <a:pt x="565" y="240"/>
                    <a:pt x="545" y="272"/>
                  </a:cubicBezTo>
                  <a:cubicBezTo>
                    <a:pt x="533" y="288"/>
                    <a:pt x="517" y="300"/>
                    <a:pt x="501" y="308"/>
                  </a:cubicBezTo>
                  <a:cubicBezTo>
                    <a:pt x="485" y="312"/>
                    <a:pt x="461" y="320"/>
                    <a:pt x="437" y="328"/>
                  </a:cubicBezTo>
                  <a:cubicBezTo>
                    <a:pt x="405" y="336"/>
                    <a:pt x="377" y="352"/>
                    <a:pt x="357" y="372"/>
                  </a:cubicBezTo>
                  <a:cubicBezTo>
                    <a:pt x="333" y="392"/>
                    <a:pt x="313" y="412"/>
                    <a:pt x="297" y="436"/>
                  </a:cubicBezTo>
                  <a:cubicBezTo>
                    <a:pt x="261" y="476"/>
                    <a:pt x="221" y="520"/>
                    <a:pt x="185" y="568"/>
                  </a:cubicBezTo>
                  <a:cubicBezTo>
                    <a:pt x="149" y="616"/>
                    <a:pt x="117" y="668"/>
                    <a:pt x="93" y="724"/>
                  </a:cubicBezTo>
                  <a:cubicBezTo>
                    <a:pt x="65" y="776"/>
                    <a:pt x="41" y="832"/>
                    <a:pt x="25" y="892"/>
                  </a:cubicBezTo>
                  <a:cubicBezTo>
                    <a:pt x="9" y="948"/>
                    <a:pt x="1" y="1004"/>
                    <a:pt x="1" y="1064"/>
                  </a:cubicBezTo>
                  <a:cubicBezTo>
                    <a:pt x="5" y="1120"/>
                    <a:pt x="9" y="1176"/>
                    <a:pt x="21" y="1228"/>
                  </a:cubicBezTo>
                  <a:cubicBezTo>
                    <a:pt x="33" y="1280"/>
                    <a:pt x="49" y="1324"/>
                    <a:pt x="57" y="1368"/>
                  </a:cubicBezTo>
                  <a:cubicBezTo>
                    <a:pt x="77" y="1432"/>
                    <a:pt x="89" y="1500"/>
                    <a:pt x="85" y="1568"/>
                  </a:cubicBezTo>
                  <a:cubicBezTo>
                    <a:pt x="81" y="1584"/>
                    <a:pt x="81" y="1592"/>
                    <a:pt x="81" y="1604"/>
                  </a:cubicBezTo>
                  <a:lnTo>
                    <a:pt x="73" y="1628"/>
                  </a:lnTo>
                  <a:lnTo>
                    <a:pt x="69" y="1648"/>
                  </a:lnTo>
                  <a:lnTo>
                    <a:pt x="73" y="1652"/>
                  </a:lnTo>
                  <a:lnTo>
                    <a:pt x="85" y="1632"/>
                  </a:lnTo>
                  <a:cubicBezTo>
                    <a:pt x="89" y="1628"/>
                    <a:pt x="93" y="1620"/>
                    <a:pt x="101" y="1612"/>
                  </a:cubicBezTo>
                  <a:lnTo>
                    <a:pt x="113" y="1576"/>
                  </a:lnTo>
                  <a:cubicBezTo>
                    <a:pt x="125" y="1544"/>
                    <a:pt x="129" y="1512"/>
                    <a:pt x="129" y="1476"/>
                  </a:cubicBezTo>
                  <a:cubicBezTo>
                    <a:pt x="129" y="1436"/>
                    <a:pt x="125" y="1392"/>
                    <a:pt x="113" y="1352"/>
                  </a:cubicBezTo>
                  <a:cubicBezTo>
                    <a:pt x="105" y="1308"/>
                    <a:pt x="93" y="1260"/>
                    <a:pt x="81" y="1212"/>
                  </a:cubicBezTo>
                  <a:cubicBezTo>
                    <a:pt x="65" y="1164"/>
                    <a:pt x="49" y="1116"/>
                    <a:pt x="37" y="1060"/>
                  </a:cubicBezTo>
                  <a:cubicBezTo>
                    <a:pt x="25" y="1008"/>
                    <a:pt x="29" y="952"/>
                    <a:pt x="45" y="896"/>
                  </a:cubicBezTo>
                  <a:cubicBezTo>
                    <a:pt x="61" y="840"/>
                    <a:pt x="89" y="788"/>
                    <a:pt x="125" y="744"/>
                  </a:cubicBezTo>
                  <a:cubicBezTo>
                    <a:pt x="157" y="696"/>
                    <a:pt x="197" y="652"/>
                    <a:pt x="233" y="608"/>
                  </a:cubicBezTo>
                  <a:cubicBezTo>
                    <a:pt x="273" y="564"/>
                    <a:pt x="309" y="524"/>
                    <a:pt x="349" y="484"/>
                  </a:cubicBezTo>
                  <a:cubicBezTo>
                    <a:pt x="369" y="464"/>
                    <a:pt x="385" y="444"/>
                    <a:pt x="405" y="428"/>
                  </a:cubicBezTo>
                  <a:cubicBezTo>
                    <a:pt x="421" y="416"/>
                    <a:pt x="441" y="404"/>
                    <a:pt x="461" y="396"/>
                  </a:cubicBezTo>
                  <a:cubicBezTo>
                    <a:pt x="485" y="388"/>
                    <a:pt x="513" y="376"/>
                    <a:pt x="537" y="364"/>
                  </a:cubicBezTo>
                  <a:cubicBezTo>
                    <a:pt x="557" y="348"/>
                    <a:pt x="577" y="328"/>
                    <a:pt x="593" y="308"/>
                  </a:cubicBezTo>
                  <a:cubicBezTo>
                    <a:pt x="617" y="268"/>
                    <a:pt x="629" y="224"/>
                    <a:pt x="629" y="180"/>
                  </a:cubicBezTo>
                  <a:cubicBezTo>
                    <a:pt x="629" y="144"/>
                    <a:pt x="625" y="112"/>
                    <a:pt x="617" y="80"/>
                  </a:cubicBezTo>
                  <a:cubicBezTo>
                    <a:pt x="609" y="52"/>
                    <a:pt x="601" y="28"/>
                    <a:pt x="5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2678744" y="2209519"/>
              <a:ext cx="199266" cy="565964"/>
            </a:xfrm>
            <a:custGeom>
              <a:avLst/>
              <a:gdLst/>
              <a:ahLst/>
              <a:cxnLst/>
              <a:rect l="l" t="t" r="r" b="b"/>
              <a:pathLst>
                <a:path w="989" h="2809" extrusionOk="0">
                  <a:moveTo>
                    <a:pt x="833" y="0"/>
                  </a:moveTo>
                  <a:lnTo>
                    <a:pt x="829" y="4"/>
                  </a:lnTo>
                  <a:cubicBezTo>
                    <a:pt x="829" y="4"/>
                    <a:pt x="849" y="48"/>
                    <a:pt x="869" y="132"/>
                  </a:cubicBezTo>
                  <a:cubicBezTo>
                    <a:pt x="881" y="172"/>
                    <a:pt x="893" y="224"/>
                    <a:pt x="905" y="280"/>
                  </a:cubicBezTo>
                  <a:cubicBezTo>
                    <a:pt x="917" y="344"/>
                    <a:pt x="921" y="408"/>
                    <a:pt x="925" y="472"/>
                  </a:cubicBezTo>
                  <a:cubicBezTo>
                    <a:pt x="929" y="548"/>
                    <a:pt x="925" y="624"/>
                    <a:pt x="909" y="700"/>
                  </a:cubicBezTo>
                  <a:cubicBezTo>
                    <a:pt x="897" y="784"/>
                    <a:pt x="873" y="868"/>
                    <a:pt x="833" y="944"/>
                  </a:cubicBezTo>
                  <a:cubicBezTo>
                    <a:pt x="789" y="1028"/>
                    <a:pt x="737" y="1104"/>
                    <a:pt x="677" y="1176"/>
                  </a:cubicBezTo>
                  <a:cubicBezTo>
                    <a:pt x="649" y="1212"/>
                    <a:pt x="613" y="1248"/>
                    <a:pt x="585" y="1284"/>
                  </a:cubicBezTo>
                  <a:lnTo>
                    <a:pt x="485" y="1388"/>
                  </a:lnTo>
                  <a:cubicBezTo>
                    <a:pt x="413" y="1460"/>
                    <a:pt x="349" y="1528"/>
                    <a:pt x="285" y="1600"/>
                  </a:cubicBezTo>
                  <a:cubicBezTo>
                    <a:pt x="217" y="1672"/>
                    <a:pt x="161" y="1748"/>
                    <a:pt x="105" y="1824"/>
                  </a:cubicBezTo>
                  <a:cubicBezTo>
                    <a:pt x="49" y="1904"/>
                    <a:pt x="17" y="1996"/>
                    <a:pt x="21" y="2096"/>
                  </a:cubicBezTo>
                  <a:cubicBezTo>
                    <a:pt x="25" y="2136"/>
                    <a:pt x="33" y="2176"/>
                    <a:pt x="33" y="2212"/>
                  </a:cubicBezTo>
                  <a:lnTo>
                    <a:pt x="33" y="2324"/>
                  </a:lnTo>
                  <a:cubicBezTo>
                    <a:pt x="29" y="2468"/>
                    <a:pt x="17" y="2592"/>
                    <a:pt x="13" y="2676"/>
                  </a:cubicBezTo>
                  <a:cubicBezTo>
                    <a:pt x="5" y="2760"/>
                    <a:pt x="1" y="2808"/>
                    <a:pt x="1" y="2808"/>
                  </a:cubicBezTo>
                  <a:lnTo>
                    <a:pt x="5" y="2808"/>
                  </a:lnTo>
                  <a:cubicBezTo>
                    <a:pt x="5" y="2808"/>
                    <a:pt x="21" y="2760"/>
                    <a:pt x="37" y="2676"/>
                  </a:cubicBezTo>
                  <a:cubicBezTo>
                    <a:pt x="49" y="2636"/>
                    <a:pt x="57" y="2588"/>
                    <a:pt x="69" y="2528"/>
                  </a:cubicBezTo>
                  <a:cubicBezTo>
                    <a:pt x="77" y="2468"/>
                    <a:pt x="85" y="2400"/>
                    <a:pt x="93" y="2328"/>
                  </a:cubicBezTo>
                  <a:cubicBezTo>
                    <a:pt x="93" y="2292"/>
                    <a:pt x="97" y="2252"/>
                    <a:pt x="97" y="2212"/>
                  </a:cubicBezTo>
                  <a:cubicBezTo>
                    <a:pt x="97" y="2168"/>
                    <a:pt x="97" y="2128"/>
                    <a:pt x="89" y="2088"/>
                  </a:cubicBezTo>
                  <a:cubicBezTo>
                    <a:pt x="93" y="2008"/>
                    <a:pt x="117" y="1928"/>
                    <a:pt x="165" y="1864"/>
                  </a:cubicBezTo>
                  <a:cubicBezTo>
                    <a:pt x="213" y="1784"/>
                    <a:pt x="269" y="1712"/>
                    <a:pt x="329" y="1640"/>
                  </a:cubicBezTo>
                  <a:lnTo>
                    <a:pt x="509" y="1416"/>
                  </a:lnTo>
                  <a:lnTo>
                    <a:pt x="693" y="1188"/>
                  </a:lnTo>
                  <a:cubicBezTo>
                    <a:pt x="753" y="1112"/>
                    <a:pt x="817" y="1040"/>
                    <a:pt x="865" y="964"/>
                  </a:cubicBezTo>
                  <a:cubicBezTo>
                    <a:pt x="913" y="884"/>
                    <a:pt x="949" y="800"/>
                    <a:pt x="969" y="712"/>
                  </a:cubicBezTo>
                  <a:cubicBezTo>
                    <a:pt x="985" y="632"/>
                    <a:pt x="989" y="552"/>
                    <a:pt x="981" y="472"/>
                  </a:cubicBezTo>
                  <a:cubicBezTo>
                    <a:pt x="977" y="404"/>
                    <a:pt x="965" y="336"/>
                    <a:pt x="945" y="272"/>
                  </a:cubicBezTo>
                  <a:cubicBezTo>
                    <a:pt x="933" y="220"/>
                    <a:pt x="917" y="168"/>
                    <a:pt x="897" y="120"/>
                  </a:cubicBezTo>
                  <a:cubicBezTo>
                    <a:pt x="881" y="80"/>
                    <a:pt x="857" y="40"/>
                    <a:pt x="8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4"/>
            <p:cNvSpPr/>
            <p:nvPr/>
          </p:nvSpPr>
          <p:spPr>
            <a:xfrm>
              <a:off x="2756919" y="2420673"/>
              <a:ext cx="387048" cy="332245"/>
            </a:xfrm>
            <a:custGeom>
              <a:avLst/>
              <a:gdLst/>
              <a:ahLst/>
              <a:cxnLst/>
              <a:rect l="l" t="t" r="r" b="b"/>
              <a:pathLst>
                <a:path w="1921" h="1649" extrusionOk="0">
                  <a:moveTo>
                    <a:pt x="1917" y="0"/>
                  </a:moveTo>
                  <a:lnTo>
                    <a:pt x="1909" y="32"/>
                  </a:lnTo>
                  <a:cubicBezTo>
                    <a:pt x="1901" y="60"/>
                    <a:pt x="1893" y="88"/>
                    <a:pt x="1881" y="112"/>
                  </a:cubicBezTo>
                  <a:cubicBezTo>
                    <a:pt x="1869" y="156"/>
                    <a:pt x="1853" y="196"/>
                    <a:pt x="1833" y="236"/>
                  </a:cubicBezTo>
                  <a:cubicBezTo>
                    <a:pt x="1813" y="280"/>
                    <a:pt x="1789" y="332"/>
                    <a:pt x="1757" y="384"/>
                  </a:cubicBezTo>
                  <a:cubicBezTo>
                    <a:pt x="1721" y="444"/>
                    <a:pt x="1681" y="500"/>
                    <a:pt x="1641" y="552"/>
                  </a:cubicBezTo>
                  <a:cubicBezTo>
                    <a:pt x="1597" y="612"/>
                    <a:pt x="1545" y="668"/>
                    <a:pt x="1493" y="720"/>
                  </a:cubicBezTo>
                  <a:cubicBezTo>
                    <a:pt x="1461" y="744"/>
                    <a:pt x="1433" y="772"/>
                    <a:pt x="1401" y="796"/>
                  </a:cubicBezTo>
                  <a:cubicBezTo>
                    <a:pt x="1365" y="820"/>
                    <a:pt x="1329" y="840"/>
                    <a:pt x="1293" y="856"/>
                  </a:cubicBezTo>
                  <a:cubicBezTo>
                    <a:pt x="1217" y="892"/>
                    <a:pt x="1137" y="916"/>
                    <a:pt x="1057" y="932"/>
                  </a:cubicBezTo>
                  <a:cubicBezTo>
                    <a:pt x="1017" y="940"/>
                    <a:pt x="977" y="936"/>
                    <a:pt x="933" y="940"/>
                  </a:cubicBezTo>
                  <a:cubicBezTo>
                    <a:pt x="889" y="944"/>
                    <a:pt x="849" y="948"/>
                    <a:pt x="805" y="952"/>
                  </a:cubicBezTo>
                  <a:cubicBezTo>
                    <a:pt x="721" y="964"/>
                    <a:pt x="637" y="988"/>
                    <a:pt x="561" y="1016"/>
                  </a:cubicBezTo>
                  <a:cubicBezTo>
                    <a:pt x="421" y="1068"/>
                    <a:pt x="293" y="1156"/>
                    <a:pt x="193" y="1268"/>
                  </a:cubicBezTo>
                  <a:cubicBezTo>
                    <a:pt x="153" y="1312"/>
                    <a:pt x="117" y="1360"/>
                    <a:pt x="85" y="1408"/>
                  </a:cubicBezTo>
                  <a:cubicBezTo>
                    <a:pt x="61" y="1448"/>
                    <a:pt x="41" y="1488"/>
                    <a:pt x="29" y="1532"/>
                  </a:cubicBezTo>
                  <a:cubicBezTo>
                    <a:pt x="17" y="1560"/>
                    <a:pt x="9" y="1588"/>
                    <a:pt x="5" y="1620"/>
                  </a:cubicBezTo>
                  <a:lnTo>
                    <a:pt x="1" y="1648"/>
                  </a:lnTo>
                  <a:lnTo>
                    <a:pt x="9" y="1648"/>
                  </a:lnTo>
                  <a:cubicBezTo>
                    <a:pt x="9" y="1648"/>
                    <a:pt x="9" y="1640"/>
                    <a:pt x="17" y="1620"/>
                  </a:cubicBezTo>
                  <a:cubicBezTo>
                    <a:pt x="25" y="1592"/>
                    <a:pt x="37" y="1568"/>
                    <a:pt x="53" y="1544"/>
                  </a:cubicBezTo>
                  <a:cubicBezTo>
                    <a:pt x="73" y="1504"/>
                    <a:pt x="97" y="1468"/>
                    <a:pt x="125" y="1432"/>
                  </a:cubicBezTo>
                  <a:cubicBezTo>
                    <a:pt x="157" y="1388"/>
                    <a:pt x="197" y="1348"/>
                    <a:pt x="237" y="1308"/>
                  </a:cubicBezTo>
                  <a:cubicBezTo>
                    <a:pt x="337" y="1212"/>
                    <a:pt x="457" y="1132"/>
                    <a:pt x="585" y="1080"/>
                  </a:cubicBezTo>
                  <a:cubicBezTo>
                    <a:pt x="661" y="1048"/>
                    <a:pt x="733" y="1024"/>
                    <a:pt x="813" y="1008"/>
                  </a:cubicBezTo>
                  <a:cubicBezTo>
                    <a:pt x="853" y="1000"/>
                    <a:pt x="893" y="996"/>
                    <a:pt x="937" y="988"/>
                  </a:cubicBezTo>
                  <a:cubicBezTo>
                    <a:pt x="977" y="980"/>
                    <a:pt x="1021" y="976"/>
                    <a:pt x="1065" y="964"/>
                  </a:cubicBezTo>
                  <a:cubicBezTo>
                    <a:pt x="1105" y="952"/>
                    <a:pt x="1145" y="940"/>
                    <a:pt x="1185" y="924"/>
                  </a:cubicBezTo>
                  <a:cubicBezTo>
                    <a:pt x="1205" y="916"/>
                    <a:pt x="1225" y="908"/>
                    <a:pt x="1245" y="900"/>
                  </a:cubicBezTo>
                  <a:lnTo>
                    <a:pt x="1301" y="872"/>
                  </a:lnTo>
                  <a:cubicBezTo>
                    <a:pt x="1341" y="856"/>
                    <a:pt x="1377" y="836"/>
                    <a:pt x="1413" y="812"/>
                  </a:cubicBezTo>
                  <a:cubicBezTo>
                    <a:pt x="1449" y="788"/>
                    <a:pt x="1481" y="768"/>
                    <a:pt x="1517" y="744"/>
                  </a:cubicBezTo>
                  <a:cubicBezTo>
                    <a:pt x="1545" y="720"/>
                    <a:pt x="1577" y="696"/>
                    <a:pt x="1609" y="668"/>
                  </a:cubicBezTo>
                  <a:lnTo>
                    <a:pt x="1649" y="628"/>
                  </a:lnTo>
                  <a:lnTo>
                    <a:pt x="1689" y="584"/>
                  </a:lnTo>
                  <a:cubicBezTo>
                    <a:pt x="1769" y="484"/>
                    <a:pt x="1833" y="372"/>
                    <a:pt x="1877" y="248"/>
                  </a:cubicBezTo>
                  <a:cubicBezTo>
                    <a:pt x="1889" y="204"/>
                    <a:pt x="1901" y="160"/>
                    <a:pt x="1909" y="116"/>
                  </a:cubicBezTo>
                  <a:cubicBezTo>
                    <a:pt x="1913" y="88"/>
                    <a:pt x="1917" y="60"/>
                    <a:pt x="1921" y="28"/>
                  </a:cubicBezTo>
                  <a:lnTo>
                    <a:pt x="19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4"/>
            <p:cNvSpPr/>
            <p:nvPr/>
          </p:nvSpPr>
          <p:spPr>
            <a:xfrm>
              <a:off x="2762561" y="2739822"/>
              <a:ext cx="381406" cy="55005"/>
            </a:xfrm>
            <a:custGeom>
              <a:avLst/>
              <a:gdLst/>
              <a:ahLst/>
              <a:cxnLst/>
              <a:rect l="l" t="t" r="r" b="b"/>
              <a:pathLst>
                <a:path w="1893" h="273" extrusionOk="0">
                  <a:moveTo>
                    <a:pt x="961" y="0"/>
                  </a:moveTo>
                  <a:cubicBezTo>
                    <a:pt x="897" y="0"/>
                    <a:pt x="833" y="4"/>
                    <a:pt x="773" y="8"/>
                  </a:cubicBezTo>
                  <a:cubicBezTo>
                    <a:pt x="709" y="16"/>
                    <a:pt x="649" y="24"/>
                    <a:pt x="589" y="32"/>
                  </a:cubicBezTo>
                  <a:cubicBezTo>
                    <a:pt x="533" y="40"/>
                    <a:pt x="477" y="52"/>
                    <a:pt x="421" y="64"/>
                  </a:cubicBezTo>
                  <a:cubicBezTo>
                    <a:pt x="369" y="80"/>
                    <a:pt x="321" y="96"/>
                    <a:pt x="277" y="116"/>
                  </a:cubicBezTo>
                  <a:cubicBezTo>
                    <a:pt x="181" y="156"/>
                    <a:pt x="85" y="204"/>
                    <a:pt x="1" y="264"/>
                  </a:cubicBezTo>
                  <a:lnTo>
                    <a:pt x="1" y="272"/>
                  </a:lnTo>
                  <a:lnTo>
                    <a:pt x="85" y="244"/>
                  </a:lnTo>
                  <a:lnTo>
                    <a:pt x="297" y="172"/>
                  </a:lnTo>
                  <a:lnTo>
                    <a:pt x="441" y="124"/>
                  </a:lnTo>
                  <a:cubicBezTo>
                    <a:pt x="489" y="104"/>
                    <a:pt x="541" y="84"/>
                    <a:pt x="597" y="68"/>
                  </a:cubicBezTo>
                  <a:cubicBezTo>
                    <a:pt x="676" y="43"/>
                    <a:pt x="755" y="28"/>
                    <a:pt x="837" y="28"/>
                  </a:cubicBezTo>
                  <a:cubicBezTo>
                    <a:pt x="846" y="28"/>
                    <a:pt x="855" y="28"/>
                    <a:pt x="865" y="28"/>
                  </a:cubicBezTo>
                  <a:cubicBezTo>
                    <a:pt x="897" y="32"/>
                    <a:pt x="929" y="32"/>
                    <a:pt x="957" y="40"/>
                  </a:cubicBezTo>
                  <a:cubicBezTo>
                    <a:pt x="1013" y="52"/>
                    <a:pt x="1073" y="72"/>
                    <a:pt x="1133" y="92"/>
                  </a:cubicBezTo>
                  <a:lnTo>
                    <a:pt x="1309" y="140"/>
                  </a:lnTo>
                  <a:cubicBezTo>
                    <a:pt x="1361" y="156"/>
                    <a:pt x="1417" y="168"/>
                    <a:pt x="1477" y="176"/>
                  </a:cubicBezTo>
                  <a:cubicBezTo>
                    <a:pt x="1525" y="188"/>
                    <a:pt x="1577" y="192"/>
                    <a:pt x="1629" y="192"/>
                  </a:cubicBezTo>
                  <a:cubicBezTo>
                    <a:pt x="1677" y="192"/>
                    <a:pt x="1721" y="188"/>
                    <a:pt x="1765" y="176"/>
                  </a:cubicBezTo>
                  <a:cubicBezTo>
                    <a:pt x="1801" y="164"/>
                    <a:pt x="1833" y="148"/>
                    <a:pt x="1857" y="120"/>
                  </a:cubicBezTo>
                  <a:cubicBezTo>
                    <a:pt x="1869" y="104"/>
                    <a:pt x="1881" y="80"/>
                    <a:pt x="1885" y="60"/>
                  </a:cubicBezTo>
                  <a:cubicBezTo>
                    <a:pt x="1893" y="44"/>
                    <a:pt x="1893" y="36"/>
                    <a:pt x="1893" y="36"/>
                  </a:cubicBezTo>
                  <a:lnTo>
                    <a:pt x="1885" y="36"/>
                  </a:lnTo>
                  <a:lnTo>
                    <a:pt x="1873" y="56"/>
                  </a:lnTo>
                  <a:cubicBezTo>
                    <a:pt x="1865" y="72"/>
                    <a:pt x="1853" y="88"/>
                    <a:pt x="1837" y="100"/>
                  </a:cubicBezTo>
                  <a:cubicBezTo>
                    <a:pt x="1813" y="120"/>
                    <a:pt x="1785" y="128"/>
                    <a:pt x="1753" y="132"/>
                  </a:cubicBezTo>
                  <a:cubicBezTo>
                    <a:pt x="1733" y="134"/>
                    <a:pt x="1713" y="135"/>
                    <a:pt x="1693" y="135"/>
                  </a:cubicBezTo>
                  <a:cubicBezTo>
                    <a:pt x="1673" y="135"/>
                    <a:pt x="1653" y="134"/>
                    <a:pt x="1633" y="132"/>
                  </a:cubicBezTo>
                  <a:cubicBezTo>
                    <a:pt x="1545" y="124"/>
                    <a:pt x="1437" y="96"/>
                    <a:pt x="1325" y="72"/>
                  </a:cubicBezTo>
                  <a:lnTo>
                    <a:pt x="1149" y="32"/>
                  </a:lnTo>
                  <a:cubicBezTo>
                    <a:pt x="1089" y="16"/>
                    <a:pt x="1025" y="8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4"/>
            <p:cNvSpPr/>
            <p:nvPr/>
          </p:nvSpPr>
          <p:spPr>
            <a:xfrm>
              <a:off x="2806887" y="2818401"/>
              <a:ext cx="323379" cy="141642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4" y="1"/>
                  </a:moveTo>
                  <a:cubicBezTo>
                    <a:pt x="311" y="1"/>
                    <a:pt x="298" y="1"/>
                    <a:pt x="285" y="2"/>
                  </a:cubicBezTo>
                  <a:cubicBezTo>
                    <a:pt x="189" y="2"/>
                    <a:pt x="93" y="14"/>
                    <a:pt x="1" y="38"/>
                  </a:cubicBezTo>
                  <a:lnTo>
                    <a:pt x="5" y="46"/>
                  </a:lnTo>
                  <a:lnTo>
                    <a:pt x="81" y="50"/>
                  </a:lnTo>
                  <a:cubicBezTo>
                    <a:pt x="133" y="54"/>
                    <a:pt x="201" y="58"/>
                    <a:pt x="285" y="58"/>
                  </a:cubicBezTo>
                  <a:lnTo>
                    <a:pt x="421" y="66"/>
                  </a:lnTo>
                  <a:cubicBezTo>
                    <a:pt x="453" y="66"/>
                    <a:pt x="486" y="65"/>
                    <a:pt x="521" y="65"/>
                  </a:cubicBezTo>
                  <a:cubicBezTo>
                    <a:pt x="538" y="65"/>
                    <a:pt x="555" y="65"/>
                    <a:pt x="573" y="66"/>
                  </a:cubicBezTo>
                  <a:cubicBezTo>
                    <a:pt x="625" y="66"/>
                    <a:pt x="681" y="74"/>
                    <a:pt x="733" y="90"/>
                  </a:cubicBezTo>
                  <a:cubicBezTo>
                    <a:pt x="789" y="102"/>
                    <a:pt x="841" y="126"/>
                    <a:pt x="889" y="154"/>
                  </a:cubicBezTo>
                  <a:cubicBezTo>
                    <a:pt x="981" y="206"/>
                    <a:pt x="1065" y="274"/>
                    <a:pt x="1141" y="354"/>
                  </a:cubicBezTo>
                  <a:cubicBezTo>
                    <a:pt x="1177" y="390"/>
                    <a:pt x="1209" y="430"/>
                    <a:pt x="1249" y="462"/>
                  </a:cubicBezTo>
                  <a:cubicBezTo>
                    <a:pt x="1265" y="482"/>
                    <a:pt x="1285" y="498"/>
                    <a:pt x="1309" y="514"/>
                  </a:cubicBezTo>
                  <a:lnTo>
                    <a:pt x="1365" y="546"/>
                  </a:lnTo>
                  <a:lnTo>
                    <a:pt x="1601" y="702"/>
                  </a:lnTo>
                  <a:lnTo>
                    <a:pt x="1605" y="698"/>
                  </a:lnTo>
                  <a:cubicBezTo>
                    <a:pt x="1605" y="698"/>
                    <a:pt x="1585" y="678"/>
                    <a:pt x="1553" y="638"/>
                  </a:cubicBezTo>
                  <a:cubicBezTo>
                    <a:pt x="1505" y="590"/>
                    <a:pt x="1453" y="542"/>
                    <a:pt x="1401" y="498"/>
                  </a:cubicBezTo>
                  <a:lnTo>
                    <a:pt x="1345" y="458"/>
                  </a:lnTo>
                  <a:cubicBezTo>
                    <a:pt x="1329" y="446"/>
                    <a:pt x="1313" y="430"/>
                    <a:pt x="1297" y="414"/>
                  </a:cubicBezTo>
                  <a:cubicBezTo>
                    <a:pt x="1265" y="382"/>
                    <a:pt x="1229" y="342"/>
                    <a:pt x="1189" y="306"/>
                  </a:cubicBezTo>
                  <a:cubicBezTo>
                    <a:pt x="1149" y="266"/>
                    <a:pt x="1105" y="230"/>
                    <a:pt x="1057" y="198"/>
                  </a:cubicBezTo>
                  <a:cubicBezTo>
                    <a:pt x="1009" y="166"/>
                    <a:pt x="957" y="138"/>
                    <a:pt x="901" y="118"/>
                  </a:cubicBezTo>
                  <a:cubicBezTo>
                    <a:pt x="849" y="102"/>
                    <a:pt x="793" y="82"/>
                    <a:pt x="737" y="70"/>
                  </a:cubicBezTo>
                  <a:cubicBezTo>
                    <a:pt x="681" y="58"/>
                    <a:pt x="629" y="42"/>
                    <a:pt x="577" y="30"/>
                  </a:cubicBezTo>
                  <a:cubicBezTo>
                    <a:pt x="525" y="18"/>
                    <a:pt x="473" y="10"/>
                    <a:pt x="421" y="6"/>
                  </a:cubicBezTo>
                  <a:cubicBezTo>
                    <a:pt x="390" y="4"/>
                    <a:pt x="356" y="1"/>
                    <a:pt x="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4"/>
            <p:cNvSpPr/>
            <p:nvPr/>
          </p:nvSpPr>
          <p:spPr>
            <a:xfrm>
              <a:off x="2752084" y="2839758"/>
              <a:ext cx="241980" cy="167835"/>
            </a:xfrm>
            <a:custGeom>
              <a:avLst/>
              <a:gdLst/>
              <a:ahLst/>
              <a:cxnLst/>
              <a:rect l="l" t="t" r="r" b="b"/>
              <a:pathLst>
                <a:path w="1201" h="833" extrusionOk="0">
                  <a:moveTo>
                    <a:pt x="5" y="0"/>
                  </a:moveTo>
                  <a:lnTo>
                    <a:pt x="1" y="4"/>
                  </a:lnTo>
                  <a:cubicBezTo>
                    <a:pt x="1" y="4"/>
                    <a:pt x="85" y="48"/>
                    <a:pt x="213" y="108"/>
                  </a:cubicBezTo>
                  <a:cubicBezTo>
                    <a:pt x="245" y="120"/>
                    <a:pt x="277" y="136"/>
                    <a:pt x="313" y="152"/>
                  </a:cubicBezTo>
                  <a:cubicBezTo>
                    <a:pt x="349" y="168"/>
                    <a:pt x="393" y="176"/>
                    <a:pt x="433" y="192"/>
                  </a:cubicBezTo>
                  <a:cubicBezTo>
                    <a:pt x="477" y="208"/>
                    <a:pt x="517" y="228"/>
                    <a:pt x="557" y="248"/>
                  </a:cubicBezTo>
                  <a:cubicBezTo>
                    <a:pt x="597" y="272"/>
                    <a:pt x="633" y="296"/>
                    <a:pt x="669" y="324"/>
                  </a:cubicBezTo>
                  <a:cubicBezTo>
                    <a:pt x="709" y="352"/>
                    <a:pt x="745" y="384"/>
                    <a:pt x="777" y="412"/>
                  </a:cubicBezTo>
                  <a:cubicBezTo>
                    <a:pt x="813" y="440"/>
                    <a:pt x="849" y="468"/>
                    <a:pt x="877" y="496"/>
                  </a:cubicBezTo>
                  <a:cubicBezTo>
                    <a:pt x="909" y="524"/>
                    <a:pt x="941" y="552"/>
                    <a:pt x="969" y="580"/>
                  </a:cubicBezTo>
                  <a:cubicBezTo>
                    <a:pt x="997" y="608"/>
                    <a:pt x="1025" y="632"/>
                    <a:pt x="1049" y="656"/>
                  </a:cubicBezTo>
                  <a:cubicBezTo>
                    <a:pt x="1069" y="680"/>
                    <a:pt x="1089" y="704"/>
                    <a:pt x="1109" y="724"/>
                  </a:cubicBezTo>
                  <a:cubicBezTo>
                    <a:pt x="1129" y="744"/>
                    <a:pt x="1141" y="764"/>
                    <a:pt x="1157" y="780"/>
                  </a:cubicBezTo>
                  <a:cubicBezTo>
                    <a:pt x="1181" y="812"/>
                    <a:pt x="1197" y="832"/>
                    <a:pt x="1197" y="832"/>
                  </a:cubicBezTo>
                  <a:lnTo>
                    <a:pt x="1201" y="832"/>
                  </a:lnTo>
                  <a:cubicBezTo>
                    <a:pt x="1201" y="832"/>
                    <a:pt x="1193" y="808"/>
                    <a:pt x="1181" y="772"/>
                  </a:cubicBezTo>
                  <a:cubicBezTo>
                    <a:pt x="1173" y="748"/>
                    <a:pt x="1161" y="724"/>
                    <a:pt x="1149" y="700"/>
                  </a:cubicBezTo>
                  <a:cubicBezTo>
                    <a:pt x="1133" y="676"/>
                    <a:pt x="1121" y="648"/>
                    <a:pt x="1097" y="620"/>
                  </a:cubicBezTo>
                  <a:cubicBezTo>
                    <a:pt x="1073" y="592"/>
                    <a:pt x="1053" y="560"/>
                    <a:pt x="1021" y="528"/>
                  </a:cubicBezTo>
                  <a:cubicBezTo>
                    <a:pt x="993" y="500"/>
                    <a:pt x="961" y="468"/>
                    <a:pt x="925" y="444"/>
                  </a:cubicBezTo>
                  <a:cubicBezTo>
                    <a:pt x="889" y="416"/>
                    <a:pt x="853" y="388"/>
                    <a:pt x="813" y="364"/>
                  </a:cubicBezTo>
                  <a:cubicBezTo>
                    <a:pt x="773" y="340"/>
                    <a:pt x="733" y="316"/>
                    <a:pt x="689" y="296"/>
                  </a:cubicBezTo>
                  <a:cubicBezTo>
                    <a:pt x="609" y="256"/>
                    <a:pt x="525" y="212"/>
                    <a:pt x="449" y="164"/>
                  </a:cubicBezTo>
                  <a:cubicBezTo>
                    <a:pt x="413" y="140"/>
                    <a:pt x="373" y="116"/>
                    <a:pt x="341" y="100"/>
                  </a:cubicBezTo>
                  <a:cubicBezTo>
                    <a:pt x="305" y="80"/>
                    <a:pt x="269" y="68"/>
                    <a:pt x="233" y="56"/>
                  </a:cubicBezTo>
                  <a:cubicBezTo>
                    <a:pt x="181" y="36"/>
                    <a:pt x="125" y="20"/>
                    <a:pt x="69" y="8"/>
                  </a:cubicBezTo>
                  <a:cubicBezTo>
                    <a:pt x="49" y="4"/>
                    <a:pt x="25" y="0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4"/>
            <p:cNvSpPr/>
            <p:nvPr/>
          </p:nvSpPr>
          <p:spPr>
            <a:xfrm>
              <a:off x="2683579" y="2876831"/>
              <a:ext cx="297590" cy="396719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5" y="0"/>
                  </a:moveTo>
                  <a:lnTo>
                    <a:pt x="1" y="12"/>
                  </a:lnTo>
                  <a:cubicBezTo>
                    <a:pt x="17" y="44"/>
                    <a:pt x="41" y="72"/>
                    <a:pt x="65" y="100"/>
                  </a:cubicBezTo>
                  <a:cubicBezTo>
                    <a:pt x="125" y="176"/>
                    <a:pt x="197" y="240"/>
                    <a:pt x="273" y="300"/>
                  </a:cubicBezTo>
                  <a:cubicBezTo>
                    <a:pt x="325" y="340"/>
                    <a:pt x="377" y="376"/>
                    <a:pt x="433" y="408"/>
                  </a:cubicBezTo>
                  <a:cubicBezTo>
                    <a:pt x="493" y="444"/>
                    <a:pt x="553" y="484"/>
                    <a:pt x="605" y="528"/>
                  </a:cubicBezTo>
                  <a:cubicBezTo>
                    <a:pt x="665" y="576"/>
                    <a:pt x="717" y="628"/>
                    <a:pt x="765" y="688"/>
                  </a:cubicBezTo>
                  <a:cubicBezTo>
                    <a:pt x="789" y="720"/>
                    <a:pt x="813" y="752"/>
                    <a:pt x="833" y="784"/>
                  </a:cubicBezTo>
                  <a:cubicBezTo>
                    <a:pt x="853" y="816"/>
                    <a:pt x="873" y="848"/>
                    <a:pt x="893" y="884"/>
                  </a:cubicBezTo>
                  <a:cubicBezTo>
                    <a:pt x="929" y="952"/>
                    <a:pt x="965" y="1024"/>
                    <a:pt x="997" y="1092"/>
                  </a:cubicBezTo>
                  <a:cubicBezTo>
                    <a:pt x="1029" y="1160"/>
                    <a:pt x="1053" y="1232"/>
                    <a:pt x="1077" y="1300"/>
                  </a:cubicBezTo>
                  <a:cubicBezTo>
                    <a:pt x="1101" y="1368"/>
                    <a:pt x="1117" y="1432"/>
                    <a:pt x="1133" y="1500"/>
                  </a:cubicBezTo>
                  <a:cubicBezTo>
                    <a:pt x="1145" y="1564"/>
                    <a:pt x="1165" y="1628"/>
                    <a:pt x="1193" y="1688"/>
                  </a:cubicBezTo>
                  <a:cubicBezTo>
                    <a:pt x="1217" y="1740"/>
                    <a:pt x="1245" y="1788"/>
                    <a:pt x="1281" y="1832"/>
                  </a:cubicBezTo>
                  <a:cubicBezTo>
                    <a:pt x="1309" y="1864"/>
                    <a:pt x="1341" y="1896"/>
                    <a:pt x="1377" y="1920"/>
                  </a:cubicBezTo>
                  <a:cubicBezTo>
                    <a:pt x="1405" y="1944"/>
                    <a:pt x="1441" y="1960"/>
                    <a:pt x="1477" y="1968"/>
                  </a:cubicBezTo>
                  <a:lnTo>
                    <a:pt x="1477" y="1964"/>
                  </a:lnTo>
                  <a:cubicBezTo>
                    <a:pt x="1469" y="1960"/>
                    <a:pt x="1461" y="1956"/>
                    <a:pt x="1453" y="1948"/>
                  </a:cubicBezTo>
                  <a:cubicBezTo>
                    <a:pt x="1429" y="1932"/>
                    <a:pt x="1409" y="1916"/>
                    <a:pt x="1393" y="1900"/>
                  </a:cubicBezTo>
                  <a:cubicBezTo>
                    <a:pt x="1361" y="1872"/>
                    <a:pt x="1337" y="1840"/>
                    <a:pt x="1317" y="1804"/>
                  </a:cubicBezTo>
                  <a:cubicBezTo>
                    <a:pt x="1289" y="1760"/>
                    <a:pt x="1265" y="1712"/>
                    <a:pt x="1245" y="1664"/>
                  </a:cubicBezTo>
                  <a:cubicBezTo>
                    <a:pt x="1225" y="1608"/>
                    <a:pt x="1209" y="1548"/>
                    <a:pt x="1201" y="1488"/>
                  </a:cubicBezTo>
                  <a:cubicBezTo>
                    <a:pt x="1189" y="1416"/>
                    <a:pt x="1169" y="1344"/>
                    <a:pt x="1141" y="1276"/>
                  </a:cubicBezTo>
                  <a:cubicBezTo>
                    <a:pt x="1089" y="1128"/>
                    <a:pt x="1013" y="988"/>
                    <a:pt x="921" y="860"/>
                  </a:cubicBezTo>
                  <a:cubicBezTo>
                    <a:pt x="877" y="796"/>
                    <a:pt x="829" y="732"/>
                    <a:pt x="777" y="672"/>
                  </a:cubicBezTo>
                  <a:cubicBezTo>
                    <a:pt x="729" y="612"/>
                    <a:pt x="677" y="552"/>
                    <a:pt x="629" y="496"/>
                  </a:cubicBezTo>
                  <a:cubicBezTo>
                    <a:pt x="577" y="440"/>
                    <a:pt x="521" y="396"/>
                    <a:pt x="461" y="352"/>
                  </a:cubicBezTo>
                  <a:cubicBezTo>
                    <a:pt x="405" y="320"/>
                    <a:pt x="353" y="284"/>
                    <a:pt x="305" y="248"/>
                  </a:cubicBezTo>
                  <a:cubicBezTo>
                    <a:pt x="257" y="216"/>
                    <a:pt x="213" y="184"/>
                    <a:pt x="177" y="156"/>
                  </a:cubicBezTo>
                  <a:cubicBezTo>
                    <a:pt x="141" y="124"/>
                    <a:pt x="109" y="96"/>
                    <a:pt x="81" y="76"/>
                  </a:cubicBezTo>
                  <a:cubicBezTo>
                    <a:pt x="33" y="28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4"/>
            <p:cNvSpPr/>
            <p:nvPr/>
          </p:nvSpPr>
          <p:spPr>
            <a:xfrm>
              <a:off x="2594926" y="2889726"/>
              <a:ext cx="89660" cy="434598"/>
            </a:xfrm>
            <a:custGeom>
              <a:avLst/>
              <a:gdLst/>
              <a:ahLst/>
              <a:cxnLst/>
              <a:rect l="l" t="t" r="r" b="b"/>
              <a:pathLst>
                <a:path w="445" h="2157" extrusionOk="0">
                  <a:moveTo>
                    <a:pt x="265" y="0"/>
                  </a:moveTo>
                  <a:cubicBezTo>
                    <a:pt x="253" y="28"/>
                    <a:pt x="245" y="60"/>
                    <a:pt x="237" y="96"/>
                  </a:cubicBezTo>
                  <a:cubicBezTo>
                    <a:pt x="217" y="180"/>
                    <a:pt x="213" y="268"/>
                    <a:pt x="221" y="360"/>
                  </a:cubicBezTo>
                  <a:cubicBezTo>
                    <a:pt x="225" y="420"/>
                    <a:pt x="241" y="480"/>
                    <a:pt x="269" y="536"/>
                  </a:cubicBezTo>
                  <a:cubicBezTo>
                    <a:pt x="277" y="548"/>
                    <a:pt x="285" y="564"/>
                    <a:pt x="297" y="580"/>
                  </a:cubicBezTo>
                  <a:lnTo>
                    <a:pt x="325" y="616"/>
                  </a:lnTo>
                  <a:cubicBezTo>
                    <a:pt x="337" y="628"/>
                    <a:pt x="345" y="640"/>
                    <a:pt x="357" y="656"/>
                  </a:cubicBezTo>
                  <a:lnTo>
                    <a:pt x="377" y="696"/>
                  </a:lnTo>
                  <a:cubicBezTo>
                    <a:pt x="405" y="756"/>
                    <a:pt x="417" y="824"/>
                    <a:pt x="421" y="896"/>
                  </a:cubicBezTo>
                  <a:cubicBezTo>
                    <a:pt x="425" y="964"/>
                    <a:pt x="421" y="1036"/>
                    <a:pt x="409" y="1104"/>
                  </a:cubicBezTo>
                  <a:cubicBezTo>
                    <a:pt x="393" y="1176"/>
                    <a:pt x="377" y="1244"/>
                    <a:pt x="357" y="1312"/>
                  </a:cubicBezTo>
                  <a:cubicBezTo>
                    <a:pt x="341" y="1376"/>
                    <a:pt x="313" y="1436"/>
                    <a:pt x="281" y="1492"/>
                  </a:cubicBezTo>
                  <a:cubicBezTo>
                    <a:pt x="273" y="1504"/>
                    <a:pt x="265" y="1516"/>
                    <a:pt x="257" y="1528"/>
                  </a:cubicBezTo>
                  <a:lnTo>
                    <a:pt x="221" y="1564"/>
                  </a:lnTo>
                  <a:cubicBezTo>
                    <a:pt x="201" y="1588"/>
                    <a:pt x="181" y="1616"/>
                    <a:pt x="165" y="1644"/>
                  </a:cubicBezTo>
                  <a:cubicBezTo>
                    <a:pt x="133" y="1692"/>
                    <a:pt x="101" y="1748"/>
                    <a:pt x="81" y="1800"/>
                  </a:cubicBezTo>
                  <a:cubicBezTo>
                    <a:pt x="57" y="1844"/>
                    <a:pt x="41" y="1892"/>
                    <a:pt x="25" y="1940"/>
                  </a:cubicBezTo>
                  <a:cubicBezTo>
                    <a:pt x="13" y="1980"/>
                    <a:pt x="9" y="2016"/>
                    <a:pt x="5" y="2056"/>
                  </a:cubicBezTo>
                  <a:cubicBezTo>
                    <a:pt x="1" y="2080"/>
                    <a:pt x="5" y="2108"/>
                    <a:pt x="9" y="2132"/>
                  </a:cubicBezTo>
                  <a:cubicBezTo>
                    <a:pt x="17" y="2148"/>
                    <a:pt x="21" y="2156"/>
                    <a:pt x="21" y="2156"/>
                  </a:cubicBezTo>
                  <a:lnTo>
                    <a:pt x="29" y="2152"/>
                  </a:lnTo>
                  <a:cubicBezTo>
                    <a:pt x="29" y="2152"/>
                    <a:pt x="25" y="2144"/>
                    <a:pt x="25" y="2128"/>
                  </a:cubicBezTo>
                  <a:cubicBezTo>
                    <a:pt x="21" y="2104"/>
                    <a:pt x="25" y="2084"/>
                    <a:pt x="33" y="2060"/>
                  </a:cubicBezTo>
                  <a:cubicBezTo>
                    <a:pt x="57" y="1980"/>
                    <a:pt x="89" y="1900"/>
                    <a:pt x="133" y="1828"/>
                  </a:cubicBezTo>
                  <a:cubicBezTo>
                    <a:pt x="157" y="1780"/>
                    <a:pt x="189" y="1736"/>
                    <a:pt x="221" y="1684"/>
                  </a:cubicBezTo>
                  <a:cubicBezTo>
                    <a:pt x="241" y="1664"/>
                    <a:pt x="257" y="1636"/>
                    <a:pt x="277" y="1612"/>
                  </a:cubicBezTo>
                  <a:lnTo>
                    <a:pt x="309" y="1576"/>
                  </a:lnTo>
                  <a:cubicBezTo>
                    <a:pt x="321" y="1560"/>
                    <a:pt x="333" y="1544"/>
                    <a:pt x="341" y="1528"/>
                  </a:cubicBezTo>
                  <a:cubicBezTo>
                    <a:pt x="373" y="1464"/>
                    <a:pt x="401" y="1396"/>
                    <a:pt x="413" y="1328"/>
                  </a:cubicBezTo>
                  <a:cubicBezTo>
                    <a:pt x="429" y="1256"/>
                    <a:pt x="441" y="1184"/>
                    <a:pt x="441" y="1108"/>
                  </a:cubicBezTo>
                  <a:cubicBezTo>
                    <a:pt x="445" y="1036"/>
                    <a:pt x="445" y="964"/>
                    <a:pt x="437" y="892"/>
                  </a:cubicBezTo>
                  <a:cubicBezTo>
                    <a:pt x="437" y="824"/>
                    <a:pt x="425" y="752"/>
                    <a:pt x="409" y="684"/>
                  </a:cubicBezTo>
                  <a:cubicBezTo>
                    <a:pt x="389" y="612"/>
                    <a:pt x="341" y="560"/>
                    <a:pt x="321" y="512"/>
                  </a:cubicBezTo>
                  <a:cubicBezTo>
                    <a:pt x="297" y="460"/>
                    <a:pt x="285" y="408"/>
                    <a:pt x="277" y="356"/>
                  </a:cubicBezTo>
                  <a:cubicBezTo>
                    <a:pt x="269" y="308"/>
                    <a:pt x="265" y="260"/>
                    <a:pt x="265" y="212"/>
                  </a:cubicBezTo>
                  <a:lnTo>
                    <a:pt x="265" y="100"/>
                  </a:lnTo>
                  <a:cubicBezTo>
                    <a:pt x="265" y="36"/>
                    <a:pt x="269" y="0"/>
                    <a:pt x="2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4"/>
            <p:cNvSpPr/>
            <p:nvPr/>
          </p:nvSpPr>
          <p:spPr>
            <a:xfrm>
              <a:off x="2482095" y="2920351"/>
              <a:ext cx="82406" cy="256487"/>
            </a:xfrm>
            <a:custGeom>
              <a:avLst/>
              <a:gdLst/>
              <a:ahLst/>
              <a:cxnLst/>
              <a:rect l="l" t="t" r="r" b="b"/>
              <a:pathLst>
                <a:path w="409" h="1273" extrusionOk="0">
                  <a:moveTo>
                    <a:pt x="405" y="0"/>
                  </a:moveTo>
                  <a:cubicBezTo>
                    <a:pt x="345" y="44"/>
                    <a:pt x="293" y="96"/>
                    <a:pt x="249" y="152"/>
                  </a:cubicBezTo>
                  <a:cubicBezTo>
                    <a:pt x="229" y="180"/>
                    <a:pt x="209" y="208"/>
                    <a:pt x="189" y="240"/>
                  </a:cubicBezTo>
                  <a:cubicBezTo>
                    <a:pt x="173" y="276"/>
                    <a:pt x="157" y="312"/>
                    <a:pt x="145" y="352"/>
                  </a:cubicBezTo>
                  <a:cubicBezTo>
                    <a:pt x="133" y="396"/>
                    <a:pt x="129" y="436"/>
                    <a:pt x="133" y="480"/>
                  </a:cubicBezTo>
                  <a:cubicBezTo>
                    <a:pt x="137" y="524"/>
                    <a:pt x="137" y="568"/>
                    <a:pt x="137" y="608"/>
                  </a:cubicBezTo>
                  <a:cubicBezTo>
                    <a:pt x="133" y="652"/>
                    <a:pt x="129" y="692"/>
                    <a:pt x="125" y="736"/>
                  </a:cubicBezTo>
                  <a:cubicBezTo>
                    <a:pt x="121" y="776"/>
                    <a:pt x="117" y="816"/>
                    <a:pt x="109" y="856"/>
                  </a:cubicBezTo>
                  <a:cubicBezTo>
                    <a:pt x="93" y="932"/>
                    <a:pt x="77" y="1000"/>
                    <a:pt x="61" y="1064"/>
                  </a:cubicBezTo>
                  <a:cubicBezTo>
                    <a:pt x="45" y="1124"/>
                    <a:pt x="33" y="1176"/>
                    <a:pt x="21" y="1212"/>
                  </a:cubicBezTo>
                  <a:cubicBezTo>
                    <a:pt x="9" y="1248"/>
                    <a:pt x="1" y="1268"/>
                    <a:pt x="1" y="1268"/>
                  </a:cubicBezTo>
                  <a:lnTo>
                    <a:pt x="9" y="1272"/>
                  </a:lnTo>
                  <a:cubicBezTo>
                    <a:pt x="9" y="1272"/>
                    <a:pt x="21" y="1252"/>
                    <a:pt x="45" y="1224"/>
                  </a:cubicBezTo>
                  <a:cubicBezTo>
                    <a:pt x="57" y="1204"/>
                    <a:pt x="69" y="1184"/>
                    <a:pt x="81" y="1164"/>
                  </a:cubicBezTo>
                  <a:cubicBezTo>
                    <a:pt x="93" y="1136"/>
                    <a:pt x="109" y="1112"/>
                    <a:pt x="121" y="1084"/>
                  </a:cubicBezTo>
                  <a:cubicBezTo>
                    <a:pt x="133" y="1052"/>
                    <a:pt x="145" y="1016"/>
                    <a:pt x="153" y="984"/>
                  </a:cubicBezTo>
                  <a:cubicBezTo>
                    <a:pt x="165" y="944"/>
                    <a:pt x="173" y="904"/>
                    <a:pt x="177" y="864"/>
                  </a:cubicBezTo>
                  <a:cubicBezTo>
                    <a:pt x="181" y="824"/>
                    <a:pt x="185" y="780"/>
                    <a:pt x="185" y="740"/>
                  </a:cubicBezTo>
                  <a:cubicBezTo>
                    <a:pt x="185" y="696"/>
                    <a:pt x="181" y="652"/>
                    <a:pt x="173" y="608"/>
                  </a:cubicBezTo>
                  <a:cubicBezTo>
                    <a:pt x="165" y="564"/>
                    <a:pt x="157" y="524"/>
                    <a:pt x="153" y="480"/>
                  </a:cubicBezTo>
                  <a:cubicBezTo>
                    <a:pt x="149" y="440"/>
                    <a:pt x="161" y="400"/>
                    <a:pt x="181" y="368"/>
                  </a:cubicBezTo>
                  <a:cubicBezTo>
                    <a:pt x="201" y="332"/>
                    <a:pt x="225" y="304"/>
                    <a:pt x="241" y="272"/>
                  </a:cubicBezTo>
                  <a:lnTo>
                    <a:pt x="297" y="188"/>
                  </a:lnTo>
                  <a:cubicBezTo>
                    <a:pt x="333" y="132"/>
                    <a:pt x="361" y="88"/>
                    <a:pt x="381" y="56"/>
                  </a:cubicBezTo>
                  <a:cubicBezTo>
                    <a:pt x="397" y="24"/>
                    <a:pt x="409" y="8"/>
                    <a:pt x="409" y="8"/>
                  </a:cubicBezTo>
                  <a:lnTo>
                    <a:pt x="4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4"/>
            <p:cNvSpPr/>
            <p:nvPr/>
          </p:nvSpPr>
          <p:spPr>
            <a:xfrm>
              <a:off x="2586061" y="2944529"/>
              <a:ext cx="34856" cy="170253"/>
            </a:xfrm>
            <a:custGeom>
              <a:avLst/>
              <a:gdLst/>
              <a:ahLst/>
              <a:cxnLst/>
              <a:rect l="l" t="t" r="r" b="b"/>
              <a:pathLst>
                <a:path w="173" h="845" extrusionOk="0">
                  <a:moveTo>
                    <a:pt x="33" y="0"/>
                  </a:moveTo>
                  <a:cubicBezTo>
                    <a:pt x="25" y="12"/>
                    <a:pt x="21" y="24"/>
                    <a:pt x="21" y="36"/>
                  </a:cubicBezTo>
                  <a:cubicBezTo>
                    <a:pt x="9" y="68"/>
                    <a:pt x="5" y="100"/>
                    <a:pt x="1" y="136"/>
                  </a:cubicBezTo>
                  <a:cubicBezTo>
                    <a:pt x="1" y="156"/>
                    <a:pt x="1" y="180"/>
                    <a:pt x="1" y="200"/>
                  </a:cubicBezTo>
                  <a:cubicBezTo>
                    <a:pt x="5" y="224"/>
                    <a:pt x="9" y="252"/>
                    <a:pt x="17" y="276"/>
                  </a:cubicBezTo>
                  <a:cubicBezTo>
                    <a:pt x="29" y="324"/>
                    <a:pt x="33" y="380"/>
                    <a:pt x="29" y="432"/>
                  </a:cubicBezTo>
                  <a:cubicBezTo>
                    <a:pt x="25" y="488"/>
                    <a:pt x="29" y="540"/>
                    <a:pt x="37" y="596"/>
                  </a:cubicBezTo>
                  <a:cubicBezTo>
                    <a:pt x="45" y="640"/>
                    <a:pt x="61" y="688"/>
                    <a:pt x="81" y="732"/>
                  </a:cubicBezTo>
                  <a:cubicBezTo>
                    <a:pt x="93" y="748"/>
                    <a:pt x="101" y="764"/>
                    <a:pt x="113" y="780"/>
                  </a:cubicBezTo>
                  <a:cubicBezTo>
                    <a:pt x="121" y="792"/>
                    <a:pt x="129" y="804"/>
                    <a:pt x="141" y="816"/>
                  </a:cubicBezTo>
                  <a:cubicBezTo>
                    <a:pt x="157" y="832"/>
                    <a:pt x="169" y="844"/>
                    <a:pt x="169" y="844"/>
                  </a:cubicBezTo>
                  <a:lnTo>
                    <a:pt x="173" y="840"/>
                  </a:lnTo>
                  <a:cubicBezTo>
                    <a:pt x="173" y="840"/>
                    <a:pt x="169" y="824"/>
                    <a:pt x="165" y="800"/>
                  </a:cubicBezTo>
                  <a:cubicBezTo>
                    <a:pt x="161" y="788"/>
                    <a:pt x="157" y="776"/>
                    <a:pt x="153" y="760"/>
                  </a:cubicBezTo>
                  <a:cubicBezTo>
                    <a:pt x="149" y="748"/>
                    <a:pt x="145" y="728"/>
                    <a:pt x="141" y="712"/>
                  </a:cubicBezTo>
                  <a:cubicBezTo>
                    <a:pt x="137" y="692"/>
                    <a:pt x="129" y="672"/>
                    <a:pt x="125" y="648"/>
                  </a:cubicBezTo>
                  <a:cubicBezTo>
                    <a:pt x="121" y="628"/>
                    <a:pt x="113" y="604"/>
                    <a:pt x="109" y="580"/>
                  </a:cubicBezTo>
                  <a:cubicBezTo>
                    <a:pt x="101" y="556"/>
                    <a:pt x="93" y="536"/>
                    <a:pt x="89" y="508"/>
                  </a:cubicBezTo>
                  <a:cubicBezTo>
                    <a:pt x="85" y="480"/>
                    <a:pt x="73" y="456"/>
                    <a:pt x="65" y="432"/>
                  </a:cubicBezTo>
                  <a:cubicBezTo>
                    <a:pt x="57" y="404"/>
                    <a:pt x="53" y="380"/>
                    <a:pt x="49" y="352"/>
                  </a:cubicBezTo>
                  <a:cubicBezTo>
                    <a:pt x="49" y="328"/>
                    <a:pt x="49" y="300"/>
                    <a:pt x="53" y="276"/>
                  </a:cubicBezTo>
                  <a:cubicBezTo>
                    <a:pt x="57" y="248"/>
                    <a:pt x="61" y="224"/>
                    <a:pt x="61" y="204"/>
                  </a:cubicBezTo>
                  <a:lnTo>
                    <a:pt x="61" y="140"/>
                  </a:lnTo>
                  <a:cubicBezTo>
                    <a:pt x="61" y="92"/>
                    <a:pt x="53" y="48"/>
                    <a:pt x="41" y="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4"/>
            <p:cNvSpPr/>
            <p:nvPr/>
          </p:nvSpPr>
          <p:spPr>
            <a:xfrm>
              <a:off x="2268522" y="2873607"/>
              <a:ext cx="281471" cy="35964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89" y="0"/>
                  </a:moveTo>
                  <a:cubicBezTo>
                    <a:pt x="1281" y="52"/>
                    <a:pt x="1181" y="116"/>
                    <a:pt x="1085" y="192"/>
                  </a:cubicBezTo>
                  <a:cubicBezTo>
                    <a:pt x="1037" y="228"/>
                    <a:pt x="993" y="264"/>
                    <a:pt x="949" y="304"/>
                  </a:cubicBezTo>
                  <a:cubicBezTo>
                    <a:pt x="901" y="352"/>
                    <a:pt x="857" y="400"/>
                    <a:pt x="821" y="452"/>
                  </a:cubicBezTo>
                  <a:cubicBezTo>
                    <a:pt x="777" y="512"/>
                    <a:pt x="745" y="572"/>
                    <a:pt x="721" y="640"/>
                  </a:cubicBezTo>
                  <a:cubicBezTo>
                    <a:pt x="689" y="704"/>
                    <a:pt x="657" y="768"/>
                    <a:pt x="621" y="828"/>
                  </a:cubicBezTo>
                  <a:lnTo>
                    <a:pt x="401" y="1188"/>
                  </a:lnTo>
                  <a:cubicBezTo>
                    <a:pt x="333" y="1300"/>
                    <a:pt x="269" y="1408"/>
                    <a:pt x="213" y="1500"/>
                  </a:cubicBezTo>
                  <a:cubicBezTo>
                    <a:pt x="169" y="1572"/>
                    <a:pt x="121" y="1644"/>
                    <a:pt x="73" y="1716"/>
                  </a:cubicBezTo>
                  <a:cubicBezTo>
                    <a:pt x="57" y="1732"/>
                    <a:pt x="41" y="1752"/>
                    <a:pt x="21" y="1764"/>
                  </a:cubicBezTo>
                  <a:cubicBezTo>
                    <a:pt x="17" y="1768"/>
                    <a:pt x="9" y="1772"/>
                    <a:pt x="1" y="1776"/>
                  </a:cubicBezTo>
                  <a:lnTo>
                    <a:pt x="1" y="1784"/>
                  </a:lnTo>
                  <a:cubicBezTo>
                    <a:pt x="9" y="1784"/>
                    <a:pt x="21" y="1780"/>
                    <a:pt x="29" y="1776"/>
                  </a:cubicBezTo>
                  <a:cubicBezTo>
                    <a:pt x="49" y="1764"/>
                    <a:pt x="73" y="1748"/>
                    <a:pt x="89" y="1732"/>
                  </a:cubicBezTo>
                  <a:cubicBezTo>
                    <a:pt x="153" y="1672"/>
                    <a:pt x="209" y="1604"/>
                    <a:pt x="261" y="1532"/>
                  </a:cubicBezTo>
                  <a:cubicBezTo>
                    <a:pt x="333" y="1432"/>
                    <a:pt x="401" y="1328"/>
                    <a:pt x="461" y="1220"/>
                  </a:cubicBezTo>
                  <a:cubicBezTo>
                    <a:pt x="497" y="1160"/>
                    <a:pt x="529" y="1100"/>
                    <a:pt x="561" y="1036"/>
                  </a:cubicBezTo>
                  <a:cubicBezTo>
                    <a:pt x="593" y="972"/>
                    <a:pt x="625" y="908"/>
                    <a:pt x="653" y="844"/>
                  </a:cubicBezTo>
                  <a:lnTo>
                    <a:pt x="741" y="644"/>
                  </a:lnTo>
                  <a:cubicBezTo>
                    <a:pt x="753" y="612"/>
                    <a:pt x="769" y="580"/>
                    <a:pt x="785" y="552"/>
                  </a:cubicBezTo>
                  <a:cubicBezTo>
                    <a:pt x="805" y="524"/>
                    <a:pt x="825" y="496"/>
                    <a:pt x="849" y="472"/>
                  </a:cubicBezTo>
                  <a:cubicBezTo>
                    <a:pt x="897" y="424"/>
                    <a:pt x="945" y="384"/>
                    <a:pt x="993" y="344"/>
                  </a:cubicBezTo>
                  <a:cubicBezTo>
                    <a:pt x="1037" y="304"/>
                    <a:pt x="1081" y="268"/>
                    <a:pt x="1121" y="232"/>
                  </a:cubicBezTo>
                  <a:lnTo>
                    <a:pt x="1321" y="64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4"/>
            <p:cNvSpPr/>
            <p:nvPr/>
          </p:nvSpPr>
          <p:spPr>
            <a:xfrm>
              <a:off x="2526422" y="2497035"/>
              <a:ext cx="216997" cy="320962"/>
            </a:xfrm>
            <a:custGeom>
              <a:avLst/>
              <a:gdLst/>
              <a:ahLst/>
              <a:cxnLst/>
              <a:rect l="l" t="t" r="r" b="b"/>
              <a:pathLst>
                <a:path w="1077" h="1593" extrusionOk="0">
                  <a:moveTo>
                    <a:pt x="992" y="1"/>
                  </a:moveTo>
                  <a:cubicBezTo>
                    <a:pt x="989" y="1"/>
                    <a:pt x="987" y="1"/>
                    <a:pt x="985" y="1"/>
                  </a:cubicBezTo>
                  <a:lnTo>
                    <a:pt x="957" y="1"/>
                  </a:lnTo>
                  <a:cubicBezTo>
                    <a:pt x="945" y="1"/>
                    <a:pt x="933" y="5"/>
                    <a:pt x="925" y="13"/>
                  </a:cubicBezTo>
                  <a:cubicBezTo>
                    <a:pt x="909" y="25"/>
                    <a:pt x="897" y="37"/>
                    <a:pt x="885" y="49"/>
                  </a:cubicBezTo>
                  <a:cubicBezTo>
                    <a:pt x="857" y="73"/>
                    <a:pt x="837" y="101"/>
                    <a:pt x="821" y="133"/>
                  </a:cubicBezTo>
                  <a:cubicBezTo>
                    <a:pt x="785" y="197"/>
                    <a:pt x="765" y="269"/>
                    <a:pt x="765" y="341"/>
                  </a:cubicBezTo>
                  <a:cubicBezTo>
                    <a:pt x="765" y="413"/>
                    <a:pt x="773" y="481"/>
                    <a:pt x="773" y="549"/>
                  </a:cubicBezTo>
                  <a:cubicBezTo>
                    <a:pt x="769" y="581"/>
                    <a:pt x="765" y="613"/>
                    <a:pt x="753" y="645"/>
                  </a:cubicBezTo>
                  <a:cubicBezTo>
                    <a:pt x="737" y="677"/>
                    <a:pt x="717" y="705"/>
                    <a:pt x="693" y="725"/>
                  </a:cubicBezTo>
                  <a:cubicBezTo>
                    <a:pt x="645" y="773"/>
                    <a:pt x="589" y="813"/>
                    <a:pt x="537" y="853"/>
                  </a:cubicBezTo>
                  <a:cubicBezTo>
                    <a:pt x="485" y="889"/>
                    <a:pt x="433" y="929"/>
                    <a:pt x="389" y="969"/>
                  </a:cubicBezTo>
                  <a:cubicBezTo>
                    <a:pt x="341" y="1009"/>
                    <a:pt x="305" y="1057"/>
                    <a:pt x="277" y="1109"/>
                  </a:cubicBezTo>
                  <a:cubicBezTo>
                    <a:pt x="253" y="1153"/>
                    <a:pt x="241" y="1201"/>
                    <a:pt x="241" y="1249"/>
                  </a:cubicBezTo>
                  <a:cubicBezTo>
                    <a:pt x="209" y="1217"/>
                    <a:pt x="177" y="1185"/>
                    <a:pt x="145" y="1149"/>
                  </a:cubicBezTo>
                  <a:cubicBezTo>
                    <a:pt x="109" y="1105"/>
                    <a:pt x="81" y="1053"/>
                    <a:pt x="61" y="1001"/>
                  </a:cubicBezTo>
                  <a:cubicBezTo>
                    <a:pt x="53" y="973"/>
                    <a:pt x="45" y="945"/>
                    <a:pt x="45" y="917"/>
                  </a:cubicBezTo>
                  <a:cubicBezTo>
                    <a:pt x="41" y="889"/>
                    <a:pt x="41" y="861"/>
                    <a:pt x="49" y="837"/>
                  </a:cubicBezTo>
                  <a:cubicBezTo>
                    <a:pt x="65" y="781"/>
                    <a:pt x="85" y="733"/>
                    <a:pt x="113" y="685"/>
                  </a:cubicBezTo>
                  <a:cubicBezTo>
                    <a:pt x="145" y="633"/>
                    <a:pt x="173" y="577"/>
                    <a:pt x="189" y="521"/>
                  </a:cubicBezTo>
                  <a:cubicBezTo>
                    <a:pt x="201" y="485"/>
                    <a:pt x="197" y="445"/>
                    <a:pt x="185" y="413"/>
                  </a:cubicBezTo>
                  <a:cubicBezTo>
                    <a:pt x="166" y="372"/>
                    <a:pt x="130" y="349"/>
                    <a:pt x="90" y="349"/>
                  </a:cubicBezTo>
                  <a:cubicBezTo>
                    <a:pt x="87" y="349"/>
                    <a:pt x="84" y="349"/>
                    <a:pt x="81" y="349"/>
                  </a:cubicBezTo>
                  <a:cubicBezTo>
                    <a:pt x="77" y="349"/>
                    <a:pt x="73" y="353"/>
                    <a:pt x="69" y="353"/>
                  </a:cubicBezTo>
                  <a:cubicBezTo>
                    <a:pt x="41" y="369"/>
                    <a:pt x="17" y="397"/>
                    <a:pt x="9" y="429"/>
                  </a:cubicBezTo>
                  <a:cubicBezTo>
                    <a:pt x="5" y="457"/>
                    <a:pt x="9" y="489"/>
                    <a:pt x="21" y="517"/>
                  </a:cubicBezTo>
                  <a:cubicBezTo>
                    <a:pt x="37" y="553"/>
                    <a:pt x="53" y="589"/>
                    <a:pt x="69" y="621"/>
                  </a:cubicBezTo>
                  <a:cubicBezTo>
                    <a:pt x="65" y="633"/>
                    <a:pt x="61" y="645"/>
                    <a:pt x="57" y="657"/>
                  </a:cubicBezTo>
                  <a:cubicBezTo>
                    <a:pt x="25" y="709"/>
                    <a:pt x="9" y="769"/>
                    <a:pt x="1" y="829"/>
                  </a:cubicBezTo>
                  <a:cubicBezTo>
                    <a:pt x="1" y="861"/>
                    <a:pt x="5" y="893"/>
                    <a:pt x="13" y="921"/>
                  </a:cubicBezTo>
                  <a:cubicBezTo>
                    <a:pt x="21" y="949"/>
                    <a:pt x="29" y="977"/>
                    <a:pt x="41" y="1005"/>
                  </a:cubicBezTo>
                  <a:cubicBezTo>
                    <a:pt x="61" y="1061"/>
                    <a:pt x="85" y="1117"/>
                    <a:pt x="113" y="1169"/>
                  </a:cubicBezTo>
                  <a:cubicBezTo>
                    <a:pt x="141" y="1221"/>
                    <a:pt x="177" y="1269"/>
                    <a:pt x="221" y="1309"/>
                  </a:cubicBezTo>
                  <a:cubicBezTo>
                    <a:pt x="237" y="1329"/>
                    <a:pt x="257" y="1345"/>
                    <a:pt x="269" y="1365"/>
                  </a:cubicBezTo>
                  <a:cubicBezTo>
                    <a:pt x="281" y="1377"/>
                    <a:pt x="289" y="1389"/>
                    <a:pt x="301" y="1401"/>
                  </a:cubicBezTo>
                  <a:cubicBezTo>
                    <a:pt x="309" y="1413"/>
                    <a:pt x="317" y="1421"/>
                    <a:pt x="321" y="1433"/>
                  </a:cubicBezTo>
                  <a:cubicBezTo>
                    <a:pt x="349" y="1481"/>
                    <a:pt x="349" y="1537"/>
                    <a:pt x="325" y="1585"/>
                  </a:cubicBezTo>
                  <a:cubicBezTo>
                    <a:pt x="325" y="1589"/>
                    <a:pt x="325" y="1589"/>
                    <a:pt x="325" y="1589"/>
                  </a:cubicBezTo>
                  <a:cubicBezTo>
                    <a:pt x="327" y="1591"/>
                    <a:pt x="328" y="1592"/>
                    <a:pt x="329" y="1592"/>
                  </a:cubicBezTo>
                  <a:cubicBezTo>
                    <a:pt x="330" y="1592"/>
                    <a:pt x="331" y="1591"/>
                    <a:pt x="333" y="1589"/>
                  </a:cubicBezTo>
                  <a:cubicBezTo>
                    <a:pt x="353" y="1569"/>
                    <a:pt x="369" y="1541"/>
                    <a:pt x="373" y="1509"/>
                  </a:cubicBezTo>
                  <a:cubicBezTo>
                    <a:pt x="381" y="1477"/>
                    <a:pt x="377" y="1445"/>
                    <a:pt x="365" y="1413"/>
                  </a:cubicBezTo>
                  <a:cubicBezTo>
                    <a:pt x="357" y="1385"/>
                    <a:pt x="341" y="1357"/>
                    <a:pt x="321" y="1333"/>
                  </a:cubicBezTo>
                  <a:cubicBezTo>
                    <a:pt x="309" y="1317"/>
                    <a:pt x="297" y="1305"/>
                    <a:pt x="285" y="1289"/>
                  </a:cubicBezTo>
                  <a:cubicBezTo>
                    <a:pt x="285" y="1277"/>
                    <a:pt x="285" y="1265"/>
                    <a:pt x="285" y="1249"/>
                  </a:cubicBezTo>
                  <a:cubicBezTo>
                    <a:pt x="289" y="1209"/>
                    <a:pt x="301" y="1165"/>
                    <a:pt x="325" y="1129"/>
                  </a:cubicBezTo>
                  <a:cubicBezTo>
                    <a:pt x="353" y="1085"/>
                    <a:pt x="389" y="1049"/>
                    <a:pt x="429" y="1017"/>
                  </a:cubicBezTo>
                  <a:lnTo>
                    <a:pt x="561" y="885"/>
                  </a:lnTo>
                  <a:cubicBezTo>
                    <a:pt x="609" y="837"/>
                    <a:pt x="657" y="789"/>
                    <a:pt x="709" y="745"/>
                  </a:cubicBezTo>
                  <a:cubicBezTo>
                    <a:pt x="761" y="693"/>
                    <a:pt x="797" y="629"/>
                    <a:pt x="809" y="557"/>
                  </a:cubicBezTo>
                  <a:cubicBezTo>
                    <a:pt x="817" y="509"/>
                    <a:pt x="821" y="457"/>
                    <a:pt x="821" y="409"/>
                  </a:cubicBezTo>
                  <a:cubicBezTo>
                    <a:pt x="837" y="401"/>
                    <a:pt x="857" y="389"/>
                    <a:pt x="881" y="373"/>
                  </a:cubicBezTo>
                  <a:cubicBezTo>
                    <a:pt x="909" y="353"/>
                    <a:pt x="941" y="329"/>
                    <a:pt x="969" y="305"/>
                  </a:cubicBezTo>
                  <a:cubicBezTo>
                    <a:pt x="1005" y="269"/>
                    <a:pt x="1037" y="229"/>
                    <a:pt x="1057" y="181"/>
                  </a:cubicBezTo>
                  <a:cubicBezTo>
                    <a:pt x="1069" y="153"/>
                    <a:pt x="1077" y="121"/>
                    <a:pt x="1077" y="89"/>
                  </a:cubicBezTo>
                  <a:cubicBezTo>
                    <a:pt x="1077" y="40"/>
                    <a:pt x="1040" y="1"/>
                    <a:pt x="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4"/>
            <p:cNvSpPr/>
            <p:nvPr/>
          </p:nvSpPr>
          <p:spPr>
            <a:xfrm>
              <a:off x="2643282" y="2586494"/>
              <a:ext cx="165417" cy="213168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750" y="1"/>
                  </a:moveTo>
                  <a:cubicBezTo>
                    <a:pt x="747" y="1"/>
                    <a:pt x="744" y="1"/>
                    <a:pt x="741" y="1"/>
                  </a:cubicBezTo>
                  <a:cubicBezTo>
                    <a:pt x="701" y="1"/>
                    <a:pt x="669" y="25"/>
                    <a:pt x="657" y="57"/>
                  </a:cubicBezTo>
                  <a:cubicBezTo>
                    <a:pt x="645" y="81"/>
                    <a:pt x="641" y="105"/>
                    <a:pt x="637" y="129"/>
                  </a:cubicBezTo>
                  <a:cubicBezTo>
                    <a:pt x="625" y="213"/>
                    <a:pt x="617" y="277"/>
                    <a:pt x="613" y="329"/>
                  </a:cubicBezTo>
                  <a:cubicBezTo>
                    <a:pt x="613" y="353"/>
                    <a:pt x="613" y="369"/>
                    <a:pt x="609" y="381"/>
                  </a:cubicBezTo>
                  <a:cubicBezTo>
                    <a:pt x="609" y="397"/>
                    <a:pt x="593" y="421"/>
                    <a:pt x="589" y="437"/>
                  </a:cubicBezTo>
                  <a:cubicBezTo>
                    <a:pt x="569" y="489"/>
                    <a:pt x="545" y="537"/>
                    <a:pt x="517" y="589"/>
                  </a:cubicBezTo>
                  <a:cubicBezTo>
                    <a:pt x="493" y="633"/>
                    <a:pt x="457" y="673"/>
                    <a:pt x="413" y="701"/>
                  </a:cubicBezTo>
                  <a:cubicBezTo>
                    <a:pt x="369" y="721"/>
                    <a:pt x="325" y="741"/>
                    <a:pt x="281" y="757"/>
                  </a:cubicBezTo>
                  <a:cubicBezTo>
                    <a:pt x="237" y="773"/>
                    <a:pt x="197" y="793"/>
                    <a:pt x="157" y="817"/>
                  </a:cubicBezTo>
                  <a:cubicBezTo>
                    <a:pt x="93" y="853"/>
                    <a:pt x="41" y="905"/>
                    <a:pt x="13" y="973"/>
                  </a:cubicBezTo>
                  <a:cubicBezTo>
                    <a:pt x="5" y="993"/>
                    <a:pt x="1" y="1013"/>
                    <a:pt x="1" y="1033"/>
                  </a:cubicBezTo>
                  <a:lnTo>
                    <a:pt x="1" y="1053"/>
                  </a:lnTo>
                  <a:cubicBezTo>
                    <a:pt x="1" y="1053"/>
                    <a:pt x="5" y="1053"/>
                    <a:pt x="5" y="1057"/>
                  </a:cubicBezTo>
                  <a:lnTo>
                    <a:pt x="9" y="1057"/>
                  </a:lnTo>
                  <a:lnTo>
                    <a:pt x="13" y="1037"/>
                  </a:lnTo>
                  <a:cubicBezTo>
                    <a:pt x="21" y="1017"/>
                    <a:pt x="29" y="1001"/>
                    <a:pt x="37" y="985"/>
                  </a:cubicBezTo>
                  <a:cubicBezTo>
                    <a:pt x="77" y="937"/>
                    <a:pt x="125" y="893"/>
                    <a:pt x="185" y="869"/>
                  </a:cubicBezTo>
                  <a:cubicBezTo>
                    <a:pt x="217" y="849"/>
                    <a:pt x="261" y="833"/>
                    <a:pt x="301" y="813"/>
                  </a:cubicBezTo>
                  <a:cubicBezTo>
                    <a:pt x="349" y="789"/>
                    <a:pt x="393" y="761"/>
                    <a:pt x="433" y="729"/>
                  </a:cubicBezTo>
                  <a:cubicBezTo>
                    <a:pt x="473" y="693"/>
                    <a:pt x="509" y="649"/>
                    <a:pt x="537" y="597"/>
                  </a:cubicBezTo>
                  <a:cubicBezTo>
                    <a:pt x="565" y="549"/>
                    <a:pt x="593" y="501"/>
                    <a:pt x="621" y="457"/>
                  </a:cubicBezTo>
                  <a:cubicBezTo>
                    <a:pt x="649" y="409"/>
                    <a:pt x="681" y="361"/>
                    <a:pt x="705" y="313"/>
                  </a:cubicBezTo>
                  <a:lnTo>
                    <a:pt x="785" y="173"/>
                  </a:lnTo>
                  <a:cubicBezTo>
                    <a:pt x="801" y="149"/>
                    <a:pt x="813" y="117"/>
                    <a:pt x="817" y="89"/>
                  </a:cubicBezTo>
                  <a:cubicBezTo>
                    <a:pt x="821" y="65"/>
                    <a:pt x="813" y="45"/>
                    <a:pt x="801" y="25"/>
                  </a:cubicBezTo>
                  <a:cubicBezTo>
                    <a:pt x="787" y="11"/>
                    <a:pt x="770" y="1"/>
                    <a:pt x="7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4"/>
            <p:cNvSpPr/>
            <p:nvPr/>
          </p:nvSpPr>
          <p:spPr>
            <a:xfrm>
              <a:off x="2673102" y="2700332"/>
              <a:ext cx="217803" cy="135195"/>
            </a:xfrm>
            <a:custGeom>
              <a:avLst/>
              <a:gdLst/>
              <a:ahLst/>
              <a:cxnLst/>
              <a:rect l="l" t="t" r="r" b="b"/>
              <a:pathLst>
                <a:path w="1081" h="671" extrusionOk="0">
                  <a:moveTo>
                    <a:pt x="961" y="0"/>
                  </a:moveTo>
                  <a:cubicBezTo>
                    <a:pt x="929" y="4"/>
                    <a:pt x="901" y="16"/>
                    <a:pt x="877" y="40"/>
                  </a:cubicBezTo>
                  <a:cubicBezTo>
                    <a:pt x="857" y="60"/>
                    <a:pt x="841" y="88"/>
                    <a:pt x="833" y="116"/>
                  </a:cubicBezTo>
                  <a:cubicBezTo>
                    <a:pt x="821" y="172"/>
                    <a:pt x="817" y="224"/>
                    <a:pt x="817" y="280"/>
                  </a:cubicBezTo>
                  <a:cubicBezTo>
                    <a:pt x="821" y="328"/>
                    <a:pt x="809" y="372"/>
                    <a:pt x="777" y="412"/>
                  </a:cubicBezTo>
                  <a:cubicBezTo>
                    <a:pt x="741" y="448"/>
                    <a:pt x="693" y="468"/>
                    <a:pt x="645" y="480"/>
                  </a:cubicBezTo>
                  <a:cubicBezTo>
                    <a:pt x="593" y="492"/>
                    <a:pt x="545" y="500"/>
                    <a:pt x="493" y="504"/>
                  </a:cubicBezTo>
                  <a:cubicBezTo>
                    <a:pt x="445" y="508"/>
                    <a:pt x="397" y="512"/>
                    <a:pt x="349" y="512"/>
                  </a:cubicBezTo>
                  <a:lnTo>
                    <a:pt x="225" y="524"/>
                  </a:lnTo>
                  <a:cubicBezTo>
                    <a:pt x="185" y="524"/>
                    <a:pt x="149" y="532"/>
                    <a:pt x="109" y="544"/>
                  </a:cubicBezTo>
                  <a:cubicBezTo>
                    <a:pt x="81" y="556"/>
                    <a:pt x="53" y="572"/>
                    <a:pt x="33" y="596"/>
                  </a:cubicBezTo>
                  <a:cubicBezTo>
                    <a:pt x="17" y="612"/>
                    <a:pt x="5" y="640"/>
                    <a:pt x="1" y="664"/>
                  </a:cubicBezTo>
                  <a:cubicBezTo>
                    <a:pt x="1" y="668"/>
                    <a:pt x="3" y="670"/>
                    <a:pt x="5" y="670"/>
                  </a:cubicBezTo>
                  <a:cubicBezTo>
                    <a:pt x="7" y="670"/>
                    <a:pt x="9" y="668"/>
                    <a:pt x="9" y="664"/>
                  </a:cubicBezTo>
                  <a:cubicBezTo>
                    <a:pt x="13" y="660"/>
                    <a:pt x="13" y="656"/>
                    <a:pt x="17" y="648"/>
                  </a:cubicBezTo>
                  <a:cubicBezTo>
                    <a:pt x="29" y="636"/>
                    <a:pt x="41" y="624"/>
                    <a:pt x="53" y="612"/>
                  </a:cubicBezTo>
                  <a:cubicBezTo>
                    <a:pt x="73" y="600"/>
                    <a:pt x="97" y="592"/>
                    <a:pt x="125" y="584"/>
                  </a:cubicBezTo>
                  <a:cubicBezTo>
                    <a:pt x="157" y="580"/>
                    <a:pt x="193" y="580"/>
                    <a:pt x="225" y="580"/>
                  </a:cubicBezTo>
                  <a:cubicBezTo>
                    <a:pt x="269" y="580"/>
                    <a:pt x="313" y="576"/>
                    <a:pt x="357" y="572"/>
                  </a:cubicBezTo>
                  <a:cubicBezTo>
                    <a:pt x="405" y="564"/>
                    <a:pt x="453" y="552"/>
                    <a:pt x="501" y="536"/>
                  </a:cubicBezTo>
                  <a:cubicBezTo>
                    <a:pt x="549" y="524"/>
                    <a:pt x="601" y="512"/>
                    <a:pt x="649" y="496"/>
                  </a:cubicBezTo>
                  <a:cubicBezTo>
                    <a:pt x="705" y="488"/>
                    <a:pt x="757" y="468"/>
                    <a:pt x="805" y="436"/>
                  </a:cubicBezTo>
                  <a:cubicBezTo>
                    <a:pt x="849" y="396"/>
                    <a:pt x="877" y="340"/>
                    <a:pt x="881" y="280"/>
                  </a:cubicBezTo>
                  <a:cubicBezTo>
                    <a:pt x="881" y="264"/>
                    <a:pt x="881" y="248"/>
                    <a:pt x="885" y="232"/>
                  </a:cubicBezTo>
                  <a:cubicBezTo>
                    <a:pt x="889" y="228"/>
                    <a:pt x="893" y="224"/>
                    <a:pt x="901" y="224"/>
                  </a:cubicBezTo>
                  <a:cubicBezTo>
                    <a:pt x="921" y="216"/>
                    <a:pt x="945" y="212"/>
                    <a:pt x="981" y="200"/>
                  </a:cubicBezTo>
                  <a:cubicBezTo>
                    <a:pt x="1001" y="196"/>
                    <a:pt x="1017" y="188"/>
                    <a:pt x="1033" y="176"/>
                  </a:cubicBezTo>
                  <a:cubicBezTo>
                    <a:pt x="1057" y="164"/>
                    <a:pt x="1073" y="140"/>
                    <a:pt x="1081" y="112"/>
                  </a:cubicBezTo>
                  <a:cubicBezTo>
                    <a:pt x="1081" y="84"/>
                    <a:pt x="1073" y="52"/>
                    <a:pt x="1049" y="32"/>
                  </a:cubicBezTo>
                  <a:cubicBezTo>
                    <a:pt x="1025" y="12"/>
                    <a:pt x="993" y="0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2622328" y="2846205"/>
              <a:ext cx="147687" cy="153530"/>
            </a:xfrm>
            <a:custGeom>
              <a:avLst/>
              <a:gdLst/>
              <a:ahLst/>
              <a:cxnLst/>
              <a:rect l="l" t="t" r="r" b="b"/>
              <a:pathLst>
                <a:path w="733" h="762" extrusionOk="0">
                  <a:moveTo>
                    <a:pt x="49" y="0"/>
                  </a:moveTo>
                  <a:cubicBezTo>
                    <a:pt x="31" y="0"/>
                    <a:pt x="14" y="6"/>
                    <a:pt x="1" y="16"/>
                  </a:cubicBezTo>
                  <a:cubicBezTo>
                    <a:pt x="1" y="16"/>
                    <a:pt x="1" y="16"/>
                    <a:pt x="1" y="20"/>
                  </a:cubicBezTo>
                  <a:lnTo>
                    <a:pt x="5" y="20"/>
                  </a:lnTo>
                  <a:cubicBezTo>
                    <a:pt x="10" y="19"/>
                    <a:pt x="15" y="19"/>
                    <a:pt x="20" y="19"/>
                  </a:cubicBezTo>
                  <a:cubicBezTo>
                    <a:pt x="55" y="19"/>
                    <a:pt x="87" y="41"/>
                    <a:pt x="101" y="72"/>
                  </a:cubicBezTo>
                  <a:cubicBezTo>
                    <a:pt x="117" y="116"/>
                    <a:pt x="129" y="156"/>
                    <a:pt x="133" y="200"/>
                  </a:cubicBezTo>
                  <a:cubicBezTo>
                    <a:pt x="137" y="224"/>
                    <a:pt x="145" y="248"/>
                    <a:pt x="157" y="268"/>
                  </a:cubicBezTo>
                  <a:cubicBezTo>
                    <a:pt x="165" y="292"/>
                    <a:pt x="177" y="312"/>
                    <a:pt x="193" y="332"/>
                  </a:cubicBezTo>
                  <a:cubicBezTo>
                    <a:pt x="217" y="372"/>
                    <a:pt x="249" y="408"/>
                    <a:pt x="277" y="448"/>
                  </a:cubicBezTo>
                  <a:cubicBezTo>
                    <a:pt x="301" y="484"/>
                    <a:pt x="329" y="524"/>
                    <a:pt x="357" y="560"/>
                  </a:cubicBezTo>
                  <a:cubicBezTo>
                    <a:pt x="381" y="600"/>
                    <a:pt x="409" y="640"/>
                    <a:pt x="437" y="676"/>
                  </a:cubicBezTo>
                  <a:cubicBezTo>
                    <a:pt x="473" y="716"/>
                    <a:pt x="517" y="748"/>
                    <a:pt x="573" y="760"/>
                  </a:cubicBezTo>
                  <a:cubicBezTo>
                    <a:pt x="580" y="761"/>
                    <a:pt x="587" y="762"/>
                    <a:pt x="594" y="762"/>
                  </a:cubicBezTo>
                  <a:cubicBezTo>
                    <a:pt x="615" y="762"/>
                    <a:pt x="636" y="757"/>
                    <a:pt x="657" y="748"/>
                  </a:cubicBezTo>
                  <a:cubicBezTo>
                    <a:pt x="689" y="740"/>
                    <a:pt x="713" y="716"/>
                    <a:pt x="729" y="688"/>
                  </a:cubicBezTo>
                  <a:cubicBezTo>
                    <a:pt x="733" y="676"/>
                    <a:pt x="729" y="660"/>
                    <a:pt x="721" y="652"/>
                  </a:cubicBezTo>
                  <a:cubicBezTo>
                    <a:pt x="709" y="640"/>
                    <a:pt x="697" y="628"/>
                    <a:pt x="681" y="620"/>
                  </a:cubicBezTo>
                  <a:cubicBezTo>
                    <a:pt x="665" y="612"/>
                    <a:pt x="649" y="608"/>
                    <a:pt x="633" y="604"/>
                  </a:cubicBezTo>
                  <a:cubicBezTo>
                    <a:pt x="605" y="600"/>
                    <a:pt x="577" y="600"/>
                    <a:pt x="549" y="600"/>
                  </a:cubicBezTo>
                  <a:cubicBezTo>
                    <a:pt x="535" y="602"/>
                    <a:pt x="522" y="603"/>
                    <a:pt x="509" y="603"/>
                  </a:cubicBezTo>
                  <a:cubicBezTo>
                    <a:pt x="497" y="603"/>
                    <a:pt x="485" y="602"/>
                    <a:pt x="473" y="600"/>
                  </a:cubicBezTo>
                  <a:cubicBezTo>
                    <a:pt x="457" y="600"/>
                    <a:pt x="445" y="596"/>
                    <a:pt x="433" y="596"/>
                  </a:cubicBezTo>
                  <a:lnTo>
                    <a:pt x="429" y="592"/>
                  </a:lnTo>
                  <a:lnTo>
                    <a:pt x="381" y="544"/>
                  </a:lnTo>
                  <a:cubicBezTo>
                    <a:pt x="345" y="512"/>
                    <a:pt x="317" y="476"/>
                    <a:pt x="289" y="436"/>
                  </a:cubicBezTo>
                  <a:cubicBezTo>
                    <a:pt x="265" y="400"/>
                    <a:pt x="245" y="356"/>
                    <a:pt x="229" y="316"/>
                  </a:cubicBezTo>
                  <a:cubicBezTo>
                    <a:pt x="221" y="292"/>
                    <a:pt x="217" y="272"/>
                    <a:pt x="209" y="252"/>
                  </a:cubicBezTo>
                  <a:lnTo>
                    <a:pt x="193" y="188"/>
                  </a:lnTo>
                  <a:cubicBezTo>
                    <a:pt x="181" y="140"/>
                    <a:pt x="165" y="92"/>
                    <a:pt x="141" y="52"/>
                  </a:cubicBezTo>
                  <a:cubicBezTo>
                    <a:pt x="125" y="28"/>
                    <a:pt x="101" y="12"/>
                    <a:pt x="77" y="4"/>
                  </a:cubicBezTo>
                  <a:cubicBezTo>
                    <a:pt x="67" y="2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2432127" y="2847817"/>
              <a:ext cx="150104" cy="149701"/>
            </a:xfrm>
            <a:custGeom>
              <a:avLst/>
              <a:gdLst/>
              <a:ahLst/>
              <a:cxnLst/>
              <a:rect l="l" t="t" r="r" b="b"/>
              <a:pathLst>
                <a:path w="745" h="743" extrusionOk="0">
                  <a:moveTo>
                    <a:pt x="741" y="0"/>
                  </a:moveTo>
                  <a:cubicBezTo>
                    <a:pt x="677" y="0"/>
                    <a:pt x="609" y="16"/>
                    <a:pt x="553" y="52"/>
                  </a:cubicBezTo>
                  <a:cubicBezTo>
                    <a:pt x="545" y="56"/>
                    <a:pt x="537" y="64"/>
                    <a:pt x="541" y="76"/>
                  </a:cubicBezTo>
                  <a:lnTo>
                    <a:pt x="541" y="80"/>
                  </a:lnTo>
                  <a:cubicBezTo>
                    <a:pt x="541" y="124"/>
                    <a:pt x="533" y="168"/>
                    <a:pt x="521" y="212"/>
                  </a:cubicBezTo>
                  <a:cubicBezTo>
                    <a:pt x="505" y="260"/>
                    <a:pt x="489" y="304"/>
                    <a:pt x="469" y="348"/>
                  </a:cubicBezTo>
                  <a:cubicBezTo>
                    <a:pt x="429" y="440"/>
                    <a:pt x="365" y="520"/>
                    <a:pt x="289" y="580"/>
                  </a:cubicBezTo>
                  <a:cubicBezTo>
                    <a:pt x="273" y="592"/>
                    <a:pt x="257" y="604"/>
                    <a:pt x="237" y="616"/>
                  </a:cubicBezTo>
                  <a:cubicBezTo>
                    <a:pt x="229" y="616"/>
                    <a:pt x="221" y="612"/>
                    <a:pt x="213" y="608"/>
                  </a:cubicBezTo>
                  <a:cubicBezTo>
                    <a:pt x="189" y="604"/>
                    <a:pt x="169" y="588"/>
                    <a:pt x="141" y="580"/>
                  </a:cubicBezTo>
                  <a:cubicBezTo>
                    <a:pt x="129" y="575"/>
                    <a:pt x="116" y="573"/>
                    <a:pt x="102" y="573"/>
                  </a:cubicBezTo>
                  <a:cubicBezTo>
                    <a:pt x="84" y="573"/>
                    <a:pt x="65" y="577"/>
                    <a:pt x="49" y="584"/>
                  </a:cubicBezTo>
                  <a:cubicBezTo>
                    <a:pt x="29" y="596"/>
                    <a:pt x="17" y="612"/>
                    <a:pt x="9" y="632"/>
                  </a:cubicBezTo>
                  <a:cubicBezTo>
                    <a:pt x="1" y="652"/>
                    <a:pt x="5" y="676"/>
                    <a:pt x="17" y="696"/>
                  </a:cubicBezTo>
                  <a:cubicBezTo>
                    <a:pt x="37" y="724"/>
                    <a:pt x="66" y="742"/>
                    <a:pt x="99" y="742"/>
                  </a:cubicBezTo>
                  <a:cubicBezTo>
                    <a:pt x="105" y="742"/>
                    <a:pt x="111" y="742"/>
                    <a:pt x="117" y="740"/>
                  </a:cubicBezTo>
                  <a:cubicBezTo>
                    <a:pt x="145" y="740"/>
                    <a:pt x="173" y="728"/>
                    <a:pt x="201" y="716"/>
                  </a:cubicBezTo>
                  <a:cubicBezTo>
                    <a:pt x="249" y="692"/>
                    <a:pt x="293" y="660"/>
                    <a:pt x="329" y="620"/>
                  </a:cubicBezTo>
                  <a:cubicBezTo>
                    <a:pt x="361" y="580"/>
                    <a:pt x="393" y="536"/>
                    <a:pt x="417" y="492"/>
                  </a:cubicBezTo>
                  <a:cubicBezTo>
                    <a:pt x="441" y="448"/>
                    <a:pt x="465" y="404"/>
                    <a:pt x="493" y="364"/>
                  </a:cubicBezTo>
                  <a:cubicBezTo>
                    <a:pt x="525" y="320"/>
                    <a:pt x="553" y="276"/>
                    <a:pt x="577" y="232"/>
                  </a:cubicBezTo>
                  <a:cubicBezTo>
                    <a:pt x="597" y="188"/>
                    <a:pt x="605" y="136"/>
                    <a:pt x="601" y="88"/>
                  </a:cubicBezTo>
                  <a:cubicBezTo>
                    <a:pt x="645" y="56"/>
                    <a:pt x="697" y="28"/>
                    <a:pt x="745" y="4"/>
                  </a:cubicBezTo>
                  <a:cubicBezTo>
                    <a:pt x="745" y="0"/>
                    <a:pt x="745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2327355" y="2810543"/>
              <a:ext cx="234727" cy="76362"/>
            </a:xfrm>
            <a:custGeom>
              <a:avLst/>
              <a:gdLst/>
              <a:ahLst/>
              <a:cxnLst/>
              <a:rect l="l" t="t" r="r" b="b"/>
              <a:pathLst>
                <a:path w="1165" h="379" extrusionOk="0">
                  <a:moveTo>
                    <a:pt x="983" y="1"/>
                  </a:moveTo>
                  <a:cubicBezTo>
                    <a:pt x="934" y="1"/>
                    <a:pt x="886" y="12"/>
                    <a:pt x="841" y="33"/>
                  </a:cubicBezTo>
                  <a:cubicBezTo>
                    <a:pt x="813" y="45"/>
                    <a:pt x="789" y="61"/>
                    <a:pt x="769" y="77"/>
                  </a:cubicBezTo>
                  <a:cubicBezTo>
                    <a:pt x="745" y="97"/>
                    <a:pt x="725" y="117"/>
                    <a:pt x="709" y="133"/>
                  </a:cubicBezTo>
                  <a:cubicBezTo>
                    <a:pt x="673" y="173"/>
                    <a:pt x="633" y="209"/>
                    <a:pt x="585" y="229"/>
                  </a:cubicBezTo>
                  <a:cubicBezTo>
                    <a:pt x="557" y="241"/>
                    <a:pt x="527" y="247"/>
                    <a:pt x="498" y="247"/>
                  </a:cubicBezTo>
                  <a:cubicBezTo>
                    <a:pt x="477" y="247"/>
                    <a:pt x="457" y="244"/>
                    <a:pt x="437" y="237"/>
                  </a:cubicBezTo>
                  <a:cubicBezTo>
                    <a:pt x="385" y="229"/>
                    <a:pt x="337" y="209"/>
                    <a:pt x="285" y="197"/>
                  </a:cubicBezTo>
                  <a:cubicBezTo>
                    <a:pt x="249" y="182"/>
                    <a:pt x="211" y="175"/>
                    <a:pt x="173" y="175"/>
                  </a:cubicBezTo>
                  <a:cubicBezTo>
                    <a:pt x="152" y="175"/>
                    <a:pt x="130" y="177"/>
                    <a:pt x="109" y="181"/>
                  </a:cubicBezTo>
                  <a:cubicBezTo>
                    <a:pt x="77" y="193"/>
                    <a:pt x="49" y="217"/>
                    <a:pt x="29" y="245"/>
                  </a:cubicBezTo>
                  <a:cubicBezTo>
                    <a:pt x="5" y="277"/>
                    <a:pt x="1" y="317"/>
                    <a:pt x="17" y="349"/>
                  </a:cubicBezTo>
                  <a:lnTo>
                    <a:pt x="17" y="353"/>
                  </a:lnTo>
                  <a:cubicBezTo>
                    <a:pt x="17" y="361"/>
                    <a:pt x="25" y="369"/>
                    <a:pt x="33" y="369"/>
                  </a:cubicBezTo>
                  <a:cubicBezTo>
                    <a:pt x="50" y="376"/>
                    <a:pt x="67" y="379"/>
                    <a:pt x="85" y="379"/>
                  </a:cubicBezTo>
                  <a:cubicBezTo>
                    <a:pt x="122" y="379"/>
                    <a:pt x="158" y="366"/>
                    <a:pt x="185" y="341"/>
                  </a:cubicBezTo>
                  <a:cubicBezTo>
                    <a:pt x="197" y="333"/>
                    <a:pt x="205" y="325"/>
                    <a:pt x="213" y="313"/>
                  </a:cubicBezTo>
                  <a:lnTo>
                    <a:pt x="233" y="289"/>
                  </a:lnTo>
                  <a:cubicBezTo>
                    <a:pt x="246" y="276"/>
                    <a:pt x="259" y="263"/>
                    <a:pt x="274" y="263"/>
                  </a:cubicBezTo>
                  <a:cubicBezTo>
                    <a:pt x="277" y="263"/>
                    <a:pt x="281" y="264"/>
                    <a:pt x="285" y="265"/>
                  </a:cubicBezTo>
                  <a:lnTo>
                    <a:pt x="289" y="265"/>
                  </a:lnTo>
                  <a:cubicBezTo>
                    <a:pt x="333" y="277"/>
                    <a:pt x="381" y="281"/>
                    <a:pt x="429" y="285"/>
                  </a:cubicBezTo>
                  <a:cubicBezTo>
                    <a:pt x="485" y="285"/>
                    <a:pt x="541" y="273"/>
                    <a:pt x="593" y="249"/>
                  </a:cubicBezTo>
                  <a:cubicBezTo>
                    <a:pt x="641" y="221"/>
                    <a:pt x="689" y="193"/>
                    <a:pt x="733" y="161"/>
                  </a:cubicBezTo>
                  <a:cubicBezTo>
                    <a:pt x="773" y="133"/>
                    <a:pt x="817" y="109"/>
                    <a:pt x="865" y="85"/>
                  </a:cubicBezTo>
                  <a:cubicBezTo>
                    <a:pt x="909" y="65"/>
                    <a:pt x="957" y="53"/>
                    <a:pt x="1005" y="49"/>
                  </a:cubicBezTo>
                  <a:cubicBezTo>
                    <a:pt x="1023" y="47"/>
                    <a:pt x="1041" y="45"/>
                    <a:pt x="1060" y="45"/>
                  </a:cubicBezTo>
                  <a:cubicBezTo>
                    <a:pt x="1093" y="45"/>
                    <a:pt x="1126" y="50"/>
                    <a:pt x="1157" y="57"/>
                  </a:cubicBezTo>
                  <a:lnTo>
                    <a:pt x="1161" y="57"/>
                  </a:lnTo>
                  <a:cubicBezTo>
                    <a:pt x="1165" y="53"/>
                    <a:pt x="1165" y="53"/>
                    <a:pt x="1161" y="53"/>
                  </a:cubicBezTo>
                  <a:cubicBezTo>
                    <a:pt x="1117" y="21"/>
                    <a:pt x="1061" y="5"/>
                    <a:pt x="1005" y="1"/>
                  </a:cubicBezTo>
                  <a:cubicBezTo>
                    <a:pt x="998" y="1"/>
                    <a:pt x="990" y="1"/>
                    <a:pt x="9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2370876" y="2618126"/>
              <a:ext cx="194431" cy="180730"/>
            </a:xfrm>
            <a:custGeom>
              <a:avLst/>
              <a:gdLst/>
              <a:ahLst/>
              <a:cxnLst/>
              <a:rect l="l" t="t" r="r" b="b"/>
              <a:pathLst>
                <a:path w="965" h="897" extrusionOk="0">
                  <a:moveTo>
                    <a:pt x="61" y="0"/>
                  </a:moveTo>
                  <a:cubicBezTo>
                    <a:pt x="45" y="12"/>
                    <a:pt x="33" y="24"/>
                    <a:pt x="21" y="40"/>
                  </a:cubicBezTo>
                  <a:cubicBezTo>
                    <a:pt x="9" y="56"/>
                    <a:pt x="1" y="76"/>
                    <a:pt x="5" y="100"/>
                  </a:cubicBezTo>
                  <a:cubicBezTo>
                    <a:pt x="9" y="132"/>
                    <a:pt x="21" y="164"/>
                    <a:pt x="45" y="192"/>
                  </a:cubicBezTo>
                  <a:cubicBezTo>
                    <a:pt x="57" y="216"/>
                    <a:pt x="77" y="240"/>
                    <a:pt x="97" y="264"/>
                  </a:cubicBezTo>
                  <a:cubicBezTo>
                    <a:pt x="105" y="276"/>
                    <a:pt x="117" y="284"/>
                    <a:pt x="129" y="296"/>
                  </a:cubicBezTo>
                  <a:cubicBezTo>
                    <a:pt x="141" y="304"/>
                    <a:pt x="153" y="312"/>
                    <a:pt x="169" y="320"/>
                  </a:cubicBezTo>
                  <a:cubicBezTo>
                    <a:pt x="221" y="348"/>
                    <a:pt x="273" y="372"/>
                    <a:pt x="325" y="392"/>
                  </a:cubicBezTo>
                  <a:cubicBezTo>
                    <a:pt x="377" y="412"/>
                    <a:pt x="429" y="432"/>
                    <a:pt x="481" y="452"/>
                  </a:cubicBezTo>
                  <a:cubicBezTo>
                    <a:pt x="533" y="468"/>
                    <a:pt x="581" y="500"/>
                    <a:pt x="613" y="544"/>
                  </a:cubicBezTo>
                  <a:cubicBezTo>
                    <a:pt x="641" y="588"/>
                    <a:pt x="653" y="644"/>
                    <a:pt x="685" y="696"/>
                  </a:cubicBezTo>
                  <a:cubicBezTo>
                    <a:pt x="745" y="796"/>
                    <a:pt x="845" y="868"/>
                    <a:pt x="961" y="896"/>
                  </a:cubicBezTo>
                  <a:lnTo>
                    <a:pt x="965" y="896"/>
                  </a:lnTo>
                  <a:cubicBezTo>
                    <a:pt x="965" y="892"/>
                    <a:pt x="965" y="892"/>
                    <a:pt x="965" y="888"/>
                  </a:cubicBezTo>
                  <a:cubicBezTo>
                    <a:pt x="921" y="860"/>
                    <a:pt x="877" y="824"/>
                    <a:pt x="837" y="784"/>
                  </a:cubicBezTo>
                  <a:cubicBezTo>
                    <a:pt x="801" y="748"/>
                    <a:pt x="765" y="708"/>
                    <a:pt x="737" y="664"/>
                  </a:cubicBezTo>
                  <a:cubicBezTo>
                    <a:pt x="705" y="616"/>
                    <a:pt x="673" y="572"/>
                    <a:pt x="637" y="528"/>
                  </a:cubicBezTo>
                  <a:cubicBezTo>
                    <a:pt x="593" y="488"/>
                    <a:pt x="545" y="452"/>
                    <a:pt x="497" y="428"/>
                  </a:cubicBezTo>
                  <a:cubicBezTo>
                    <a:pt x="445" y="400"/>
                    <a:pt x="401" y="368"/>
                    <a:pt x="353" y="340"/>
                  </a:cubicBezTo>
                  <a:cubicBezTo>
                    <a:pt x="301" y="312"/>
                    <a:pt x="257" y="288"/>
                    <a:pt x="213" y="264"/>
                  </a:cubicBezTo>
                  <a:lnTo>
                    <a:pt x="213" y="224"/>
                  </a:lnTo>
                  <a:cubicBezTo>
                    <a:pt x="213" y="192"/>
                    <a:pt x="213" y="164"/>
                    <a:pt x="213" y="132"/>
                  </a:cubicBezTo>
                  <a:cubicBezTo>
                    <a:pt x="209" y="96"/>
                    <a:pt x="197" y="64"/>
                    <a:pt x="181" y="36"/>
                  </a:cubicBezTo>
                  <a:cubicBezTo>
                    <a:pt x="165" y="16"/>
                    <a:pt x="145" y="8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1" name="Google Shape;681;p14"/>
          <p:cNvSpPr txBox="1">
            <a:spLocks noGrp="1"/>
          </p:cNvSpPr>
          <p:nvPr>
            <p:ph type="title" hasCustomPrompt="1"/>
          </p:nvPr>
        </p:nvSpPr>
        <p:spPr>
          <a:xfrm>
            <a:off x="807625" y="1622375"/>
            <a:ext cx="4212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682" name="Google Shape;682;p14"/>
          <p:cNvSpPr txBox="1">
            <a:spLocks noGrp="1"/>
          </p:cNvSpPr>
          <p:nvPr>
            <p:ph type="subTitle" idx="1"/>
          </p:nvPr>
        </p:nvSpPr>
        <p:spPr>
          <a:xfrm>
            <a:off x="1233820" y="1612178"/>
            <a:ext cx="2314500" cy="35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683" name="Google Shape;683;p14"/>
          <p:cNvSpPr txBox="1">
            <a:spLocks noGrp="1"/>
          </p:cNvSpPr>
          <p:nvPr>
            <p:ph type="subTitle" idx="2"/>
          </p:nvPr>
        </p:nvSpPr>
        <p:spPr>
          <a:xfrm>
            <a:off x="720605" y="2078753"/>
            <a:ext cx="2654700" cy="53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84" name="Google Shape;684;p14"/>
          <p:cNvSpPr txBox="1">
            <a:spLocks noGrp="1"/>
          </p:cNvSpPr>
          <p:nvPr>
            <p:ph type="title" idx="3"/>
          </p:nvPr>
        </p:nvSpPr>
        <p:spPr>
          <a:xfrm>
            <a:off x="720000" y="4064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685" name="Google Shape;685;p14"/>
          <p:cNvSpPr txBox="1">
            <a:spLocks noGrp="1"/>
          </p:cNvSpPr>
          <p:nvPr>
            <p:ph type="title" idx="4" hasCustomPrompt="1"/>
          </p:nvPr>
        </p:nvSpPr>
        <p:spPr>
          <a:xfrm>
            <a:off x="807626" y="3186025"/>
            <a:ext cx="4212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686" name="Google Shape;686;p14"/>
          <p:cNvSpPr txBox="1">
            <a:spLocks noGrp="1"/>
          </p:cNvSpPr>
          <p:nvPr>
            <p:ph type="subTitle" idx="5"/>
          </p:nvPr>
        </p:nvSpPr>
        <p:spPr>
          <a:xfrm>
            <a:off x="1233820" y="3175828"/>
            <a:ext cx="2314500" cy="35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687" name="Google Shape;687;p14"/>
          <p:cNvSpPr txBox="1">
            <a:spLocks noGrp="1"/>
          </p:cNvSpPr>
          <p:nvPr>
            <p:ph type="subTitle" idx="6"/>
          </p:nvPr>
        </p:nvSpPr>
        <p:spPr>
          <a:xfrm>
            <a:off x="720605" y="3642403"/>
            <a:ext cx="2654700" cy="53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88" name="Google Shape;688;p14"/>
          <p:cNvSpPr txBox="1">
            <a:spLocks noGrp="1"/>
          </p:cNvSpPr>
          <p:nvPr>
            <p:ph type="title" idx="7" hasCustomPrompt="1"/>
          </p:nvPr>
        </p:nvSpPr>
        <p:spPr>
          <a:xfrm flipH="1">
            <a:off x="7916374" y="1622375"/>
            <a:ext cx="4212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689" name="Google Shape;689;p14"/>
          <p:cNvSpPr txBox="1">
            <a:spLocks noGrp="1"/>
          </p:cNvSpPr>
          <p:nvPr>
            <p:ph type="subTitle" idx="8"/>
          </p:nvPr>
        </p:nvSpPr>
        <p:spPr>
          <a:xfrm flipH="1">
            <a:off x="5596880" y="1612178"/>
            <a:ext cx="2314500" cy="35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690" name="Google Shape;690;p14"/>
          <p:cNvSpPr txBox="1">
            <a:spLocks noGrp="1"/>
          </p:cNvSpPr>
          <p:nvPr>
            <p:ph type="subTitle" idx="9"/>
          </p:nvPr>
        </p:nvSpPr>
        <p:spPr>
          <a:xfrm flipH="1">
            <a:off x="5768704" y="2078753"/>
            <a:ext cx="2654700" cy="53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91" name="Google Shape;691;p14"/>
          <p:cNvSpPr txBox="1">
            <a:spLocks noGrp="1"/>
          </p:cNvSpPr>
          <p:nvPr>
            <p:ph type="title" idx="13" hasCustomPrompt="1"/>
          </p:nvPr>
        </p:nvSpPr>
        <p:spPr>
          <a:xfrm flipH="1">
            <a:off x="7913993" y="3186025"/>
            <a:ext cx="421200" cy="30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692" name="Google Shape;692;p14"/>
          <p:cNvSpPr txBox="1">
            <a:spLocks noGrp="1"/>
          </p:cNvSpPr>
          <p:nvPr>
            <p:ph type="subTitle" idx="14"/>
          </p:nvPr>
        </p:nvSpPr>
        <p:spPr>
          <a:xfrm flipH="1">
            <a:off x="5596284" y="3175828"/>
            <a:ext cx="2314500" cy="359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693" name="Google Shape;693;p14"/>
          <p:cNvSpPr txBox="1">
            <a:spLocks noGrp="1"/>
          </p:cNvSpPr>
          <p:nvPr>
            <p:ph type="subTitle" idx="15"/>
          </p:nvPr>
        </p:nvSpPr>
        <p:spPr>
          <a:xfrm flipH="1">
            <a:off x="5768704" y="3642403"/>
            <a:ext cx="2654700" cy="53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2_2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16"/>
          <p:cNvGrpSpPr/>
          <p:nvPr/>
        </p:nvGrpSpPr>
        <p:grpSpPr>
          <a:xfrm flipH="1">
            <a:off x="7183049" y="3651063"/>
            <a:ext cx="2090500" cy="1568640"/>
            <a:chOff x="1536645" y="1457564"/>
            <a:chExt cx="1782943" cy="1337973"/>
          </a:xfrm>
        </p:grpSpPr>
        <p:sp>
          <p:nvSpPr>
            <p:cNvPr id="760" name="Google Shape;760;p16"/>
            <p:cNvSpPr/>
            <p:nvPr/>
          </p:nvSpPr>
          <p:spPr>
            <a:xfrm>
              <a:off x="2157696" y="2388210"/>
              <a:ext cx="1127282" cy="407328"/>
            </a:xfrm>
            <a:custGeom>
              <a:avLst/>
              <a:gdLst/>
              <a:ahLst/>
              <a:cxnLst/>
              <a:rect l="l" t="t" r="r" b="b"/>
              <a:pathLst>
                <a:path w="4821" h="1742" extrusionOk="0">
                  <a:moveTo>
                    <a:pt x="1402" y="119"/>
                  </a:moveTo>
                  <a:cubicBezTo>
                    <a:pt x="1408" y="119"/>
                    <a:pt x="1414" y="120"/>
                    <a:pt x="1421" y="121"/>
                  </a:cubicBezTo>
                  <a:cubicBezTo>
                    <a:pt x="1469" y="121"/>
                    <a:pt x="1521" y="125"/>
                    <a:pt x="1569" y="137"/>
                  </a:cubicBezTo>
                  <a:cubicBezTo>
                    <a:pt x="1677" y="165"/>
                    <a:pt x="1781" y="197"/>
                    <a:pt x="1881" y="237"/>
                  </a:cubicBezTo>
                  <a:cubicBezTo>
                    <a:pt x="1985" y="273"/>
                    <a:pt x="2089" y="313"/>
                    <a:pt x="2193" y="357"/>
                  </a:cubicBezTo>
                  <a:cubicBezTo>
                    <a:pt x="2401" y="437"/>
                    <a:pt x="2605" y="529"/>
                    <a:pt x="2813" y="613"/>
                  </a:cubicBezTo>
                  <a:cubicBezTo>
                    <a:pt x="2913" y="657"/>
                    <a:pt x="3017" y="701"/>
                    <a:pt x="3125" y="741"/>
                  </a:cubicBezTo>
                  <a:cubicBezTo>
                    <a:pt x="3229" y="785"/>
                    <a:pt x="3337" y="821"/>
                    <a:pt x="3449" y="845"/>
                  </a:cubicBezTo>
                  <a:lnTo>
                    <a:pt x="3613" y="869"/>
                  </a:lnTo>
                  <a:lnTo>
                    <a:pt x="3781" y="885"/>
                  </a:lnTo>
                  <a:cubicBezTo>
                    <a:pt x="3897" y="893"/>
                    <a:pt x="4009" y="893"/>
                    <a:pt x="4121" y="893"/>
                  </a:cubicBezTo>
                  <a:cubicBezTo>
                    <a:pt x="4233" y="885"/>
                    <a:pt x="4349" y="873"/>
                    <a:pt x="4461" y="857"/>
                  </a:cubicBezTo>
                  <a:cubicBezTo>
                    <a:pt x="4545" y="842"/>
                    <a:pt x="4630" y="820"/>
                    <a:pt x="4711" y="789"/>
                  </a:cubicBezTo>
                  <a:lnTo>
                    <a:pt x="4711" y="789"/>
                  </a:lnTo>
                  <a:cubicBezTo>
                    <a:pt x="4692" y="842"/>
                    <a:pt x="4667" y="891"/>
                    <a:pt x="4637" y="941"/>
                  </a:cubicBezTo>
                  <a:cubicBezTo>
                    <a:pt x="4597" y="1009"/>
                    <a:pt x="4545" y="1073"/>
                    <a:pt x="4485" y="1129"/>
                  </a:cubicBezTo>
                  <a:cubicBezTo>
                    <a:pt x="4425" y="1181"/>
                    <a:pt x="4357" y="1221"/>
                    <a:pt x="4281" y="1249"/>
                  </a:cubicBezTo>
                  <a:cubicBezTo>
                    <a:pt x="4241" y="1261"/>
                    <a:pt x="4201" y="1273"/>
                    <a:pt x="4161" y="1281"/>
                  </a:cubicBezTo>
                  <a:lnTo>
                    <a:pt x="4037" y="1313"/>
                  </a:lnTo>
                  <a:cubicBezTo>
                    <a:pt x="3705" y="1393"/>
                    <a:pt x="3365" y="1461"/>
                    <a:pt x="3029" y="1541"/>
                  </a:cubicBezTo>
                  <a:cubicBezTo>
                    <a:pt x="2985" y="1549"/>
                    <a:pt x="2945" y="1561"/>
                    <a:pt x="2901" y="1573"/>
                  </a:cubicBezTo>
                  <a:lnTo>
                    <a:pt x="2873" y="1581"/>
                  </a:lnTo>
                  <a:lnTo>
                    <a:pt x="2853" y="1585"/>
                  </a:lnTo>
                  <a:lnTo>
                    <a:pt x="2845" y="1585"/>
                  </a:lnTo>
                  <a:cubicBezTo>
                    <a:pt x="2825" y="1589"/>
                    <a:pt x="2809" y="1593"/>
                    <a:pt x="2789" y="1593"/>
                  </a:cubicBezTo>
                  <a:cubicBezTo>
                    <a:pt x="2775" y="1593"/>
                    <a:pt x="2760" y="1594"/>
                    <a:pt x="2746" y="1594"/>
                  </a:cubicBezTo>
                  <a:cubicBezTo>
                    <a:pt x="2679" y="1594"/>
                    <a:pt x="2611" y="1587"/>
                    <a:pt x="2545" y="1577"/>
                  </a:cubicBezTo>
                  <a:cubicBezTo>
                    <a:pt x="2377" y="1557"/>
                    <a:pt x="2213" y="1525"/>
                    <a:pt x="2045" y="1485"/>
                  </a:cubicBezTo>
                  <a:cubicBezTo>
                    <a:pt x="1877" y="1445"/>
                    <a:pt x="1713" y="1401"/>
                    <a:pt x="1545" y="1357"/>
                  </a:cubicBezTo>
                  <a:cubicBezTo>
                    <a:pt x="1381" y="1313"/>
                    <a:pt x="1217" y="1265"/>
                    <a:pt x="1053" y="1213"/>
                  </a:cubicBezTo>
                  <a:lnTo>
                    <a:pt x="1041" y="1209"/>
                  </a:lnTo>
                  <a:lnTo>
                    <a:pt x="1029" y="1209"/>
                  </a:lnTo>
                  <a:cubicBezTo>
                    <a:pt x="1009" y="1213"/>
                    <a:pt x="985" y="1217"/>
                    <a:pt x="965" y="1217"/>
                  </a:cubicBezTo>
                  <a:lnTo>
                    <a:pt x="893" y="1217"/>
                  </a:lnTo>
                  <a:cubicBezTo>
                    <a:pt x="845" y="1213"/>
                    <a:pt x="797" y="1205"/>
                    <a:pt x="753" y="1197"/>
                  </a:cubicBezTo>
                  <a:cubicBezTo>
                    <a:pt x="661" y="1173"/>
                    <a:pt x="569" y="1141"/>
                    <a:pt x="485" y="1097"/>
                  </a:cubicBezTo>
                  <a:cubicBezTo>
                    <a:pt x="401" y="1049"/>
                    <a:pt x="321" y="993"/>
                    <a:pt x="249" y="929"/>
                  </a:cubicBezTo>
                  <a:cubicBezTo>
                    <a:pt x="177" y="865"/>
                    <a:pt x="109" y="793"/>
                    <a:pt x="49" y="717"/>
                  </a:cubicBezTo>
                  <a:cubicBezTo>
                    <a:pt x="29" y="609"/>
                    <a:pt x="41" y="497"/>
                    <a:pt x="81" y="397"/>
                  </a:cubicBezTo>
                  <a:cubicBezTo>
                    <a:pt x="101" y="345"/>
                    <a:pt x="129" y="297"/>
                    <a:pt x="161" y="257"/>
                  </a:cubicBezTo>
                  <a:cubicBezTo>
                    <a:pt x="169" y="245"/>
                    <a:pt x="177" y="233"/>
                    <a:pt x="185" y="225"/>
                  </a:cubicBezTo>
                  <a:cubicBezTo>
                    <a:pt x="193" y="213"/>
                    <a:pt x="201" y="205"/>
                    <a:pt x="209" y="197"/>
                  </a:cubicBezTo>
                  <a:cubicBezTo>
                    <a:pt x="229" y="181"/>
                    <a:pt x="249" y="169"/>
                    <a:pt x="273" y="161"/>
                  </a:cubicBezTo>
                  <a:cubicBezTo>
                    <a:pt x="343" y="138"/>
                    <a:pt x="417" y="126"/>
                    <a:pt x="491" y="126"/>
                  </a:cubicBezTo>
                  <a:cubicBezTo>
                    <a:pt x="522" y="126"/>
                    <a:pt x="554" y="128"/>
                    <a:pt x="585" y="133"/>
                  </a:cubicBezTo>
                  <a:cubicBezTo>
                    <a:pt x="693" y="141"/>
                    <a:pt x="805" y="157"/>
                    <a:pt x="917" y="165"/>
                  </a:cubicBezTo>
                  <a:cubicBezTo>
                    <a:pt x="962" y="169"/>
                    <a:pt x="1006" y="171"/>
                    <a:pt x="1050" y="171"/>
                  </a:cubicBezTo>
                  <a:cubicBezTo>
                    <a:pt x="1124" y="171"/>
                    <a:pt x="1196" y="165"/>
                    <a:pt x="1269" y="153"/>
                  </a:cubicBezTo>
                  <a:lnTo>
                    <a:pt x="1313" y="141"/>
                  </a:lnTo>
                  <a:lnTo>
                    <a:pt x="1353" y="129"/>
                  </a:lnTo>
                  <a:cubicBezTo>
                    <a:pt x="1370" y="123"/>
                    <a:pt x="1386" y="119"/>
                    <a:pt x="1402" y="119"/>
                  </a:cubicBezTo>
                  <a:close/>
                  <a:moveTo>
                    <a:pt x="1417" y="1"/>
                  </a:moveTo>
                  <a:cubicBezTo>
                    <a:pt x="1397" y="1"/>
                    <a:pt x="1381" y="1"/>
                    <a:pt x="1365" y="5"/>
                  </a:cubicBezTo>
                  <a:cubicBezTo>
                    <a:pt x="1349" y="5"/>
                    <a:pt x="1333" y="9"/>
                    <a:pt x="1317" y="13"/>
                  </a:cubicBezTo>
                  <a:lnTo>
                    <a:pt x="1277" y="29"/>
                  </a:lnTo>
                  <a:lnTo>
                    <a:pt x="1241" y="37"/>
                  </a:lnTo>
                  <a:cubicBezTo>
                    <a:pt x="1164" y="52"/>
                    <a:pt x="1084" y="60"/>
                    <a:pt x="1004" y="60"/>
                  </a:cubicBezTo>
                  <a:cubicBezTo>
                    <a:pt x="977" y="60"/>
                    <a:pt x="949" y="59"/>
                    <a:pt x="921" y="57"/>
                  </a:cubicBezTo>
                  <a:cubicBezTo>
                    <a:pt x="813" y="53"/>
                    <a:pt x="701" y="41"/>
                    <a:pt x="585" y="41"/>
                  </a:cubicBezTo>
                  <a:cubicBezTo>
                    <a:pt x="566" y="39"/>
                    <a:pt x="547" y="39"/>
                    <a:pt x="527" y="39"/>
                  </a:cubicBezTo>
                  <a:cubicBezTo>
                    <a:pt x="430" y="39"/>
                    <a:pt x="330" y="56"/>
                    <a:pt x="237" y="93"/>
                  </a:cubicBezTo>
                  <a:cubicBezTo>
                    <a:pt x="209" y="109"/>
                    <a:pt x="181" y="125"/>
                    <a:pt x="161" y="149"/>
                  </a:cubicBezTo>
                  <a:cubicBezTo>
                    <a:pt x="149" y="161"/>
                    <a:pt x="141" y="169"/>
                    <a:pt x="129" y="185"/>
                  </a:cubicBezTo>
                  <a:cubicBezTo>
                    <a:pt x="121" y="197"/>
                    <a:pt x="113" y="209"/>
                    <a:pt x="105" y="221"/>
                  </a:cubicBezTo>
                  <a:cubicBezTo>
                    <a:pt x="73" y="273"/>
                    <a:pt x="53" y="325"/>
                    <a:pt x="37" y="381"/>
                  </a:cubicBezTo>
                  <a:cubicBezTo>
                    <a:pt x="1" y="493"/>
                    <a:pt x="1" y="609"/>
                    <a:pt x="37" y="721"/>
                  </a:cubicBezTo>
                  <a:lnTo>
                    <a:pt x="33" y="721"/>
                  </a:lnTo>
                  <a:cubicBezTo>
                    <a:pt x="61" y="761"/>
                    <a:pt x="89" y="801"/>
                    <a:pt x="121" y="841"/>
                  </a:cubicBezTo>
                  <a:cubicBezTo>
                    <a:pt x="149" y="881"/>
                    <a:pt x="185" y="921"/>
                    <a:pt x="221" y="957"/>
                  </a:cubicBezTo>
                  <a:cubicBezTo>
                    <a:pt x="289" y="1029"/>
                    <a:pt x="369" y="1093"/>
                    <a:pt x="453" y="1149"/>
                  </a:cubicBezTo>
                  <a:cubicBezTo>
                    <a:pt x="541" y="1201"/>
                    <a:pt x="633" y="1245"/>
                    <a:pt x="733" y="1273"/>
                  </a:cubicBezTo>
                  <a:cubicBezTo>
                    <a:pt x="781" y="1285"/>
                    <a:pt x="833" y="1297"/>
                    <a:pt x="881" y="1305"/>
                  </a:cubicBezTo>
                  <a:cubicBezTo>
                    <a:pt x="909" y="1309"/>
                    <a:pt x="933" y="1309"/>
                    <a:pt x="961" y="1309"/>
                  </a:cubicBezTo>
                  <a:cubicBezTo>
                    <a:pt x="975" y="1311"/>
                    <a:pt x="988" y="1312"/>
                    <a:pt x="1001" y="1312"/>
                  </a:cubicBezTo>
                  <a:cubicBezTo>
                    <a:pt x="1008" y="1312"/>
                    <a:pt x="1015" y="1311"/>
                    <a:pt x="1023" y="1311"/>
                  </a:cubicBezTo>
                  <a:lnTo>
                    <a:pt x="1023" y="1311"/>
                  </a:lnTo>
                  <a:cubicBezTo>
                    <a:pt x="1185" y="1370"/>
                    <a:pt x="1347" y="1425"/>
                    <a:pt x="1513" y="1473"/>
                  </a:cubicBezTo>
                  <a:cubicBezTo>
                    <a:pt x="1677" y="1525"/>
                    <a:pt x="1841" y="1577"/>
                    <a:pt x="2013" y="1621"/>
                  </a:cubicBezTo>
                  <a:cubicBezTo>
                    <a:pt x="2181" y="1665"/>
                    <a:pt x="2353" y="1701"/>
                    <a:pt x="2525" y="1725"/>
                  </a:cubicBezTo>
                  <a:cubicBezTo>
                    <a:pt x="2601" y="1735"/>
                    <a:pt x="2674" y="1742"/>
                    <a:pt x="2748" y="1742"/>
                  </a:cubicBezTo>
                  <a:cubicBezTo>
                    <a:pt x="2764" y="1742"/>
                    <a:pt x="2781" y="1741"/>
                    <a:pt x="2797" y="1741"/>
                  </a:cubicBezTo>
                  <a:cubicBezTo>
                    <a:pt x="2821" y="1737"/>
                    <a:pt x="2849" y="1733"/>
                    <a:pt x="2873" y="1729"/>
                  </a:cubicBezTo>
                  <a:lnTo>
                    <a:pt x="2893" y="1725"/>
                  </a:lnTo>
                  <a:lnTo>
                    <a:pt x="2905" y="1721"/>
                  </a:lnTo>
                  <a:lnTo>
                    <a:pt x="2937" y="1713"/>
                  </a:lnTo>
                  <a:lnTo>
                    <a:pt x="3061" y="1681"/>
                  </a:lnTo>
                  <a:cubicBezTo>
                    <a:pt x="3393" y="1593"/>
                    <a:pt x="3729" y="1521"/>
                    <a:pt x="4065" y="1429"/>
                  </a:cubicBezTo>
                  <a:lnTo>
                    <a:pt x="4189" y="1393"/>
                  </a:lnTo>
                  <a:cubicBezTo>
                    <a:pt x="4233" y="1381"/>
                    <a:pt x="4277" y="1369"/>
                    <a:pt x="4317" y="1353"/>
                  </a:cubicBezTo>
                  <a:cubicBezTo>
                    <a:pt x="4405" y="1317"/>
                    <a:pt x="4485" y="1265"/>
                    <a:pt x="4553" y="1201"/>
                  </a:cubicBezTo>
                  <a:cubicBezTo>
                    <a:pt x="4617" y="1137"/>
                    <a:pt x="4673" y="1065"/>
                    <a:pt x="4713" y="981"/>
                  </a:cubicBezTo>
                  <a:cubicBezTo>
                    <a:pt x="4757" y="901"/>
                    <a:pt x="4789" y="817"/>
                    <a:pt x="4805" y="729"/>
                  </a:cubicBezTo>
                  <a:lnTo>
                    <a:pt x="4821" y="645"/>
                  </a:lnTo>
                  <a:lnTo>
                    <a:pt x="4749" y="689"/>
                  </a:lnTo>
                  <a:cubicBezTo>
                    <a:pt x="4653" y="737"/>
                    <a:pt x="4549" y="773"/>
                    <a:pt x="4445" y="797"/>
                  </a:cubicBezTo>
                  <a:cubicBezTo>
                    <a:pt x="4337" y="821"/>
                    <a:pt x="4225" y="837"/>
                    <a:pt x="4117" y="841"/>
                  </a:cubicBezTo>
                  <a:cubicBezTo>
                    <a:pt x="4061" y="845"/>
                    <a:pt x="4005" y="847"/>
                    <a:pt x="3949" y="847"/>
                  </a:cubicBezTo>
                  <a:cubicBezTo>
                    <a:pt x="3894" y="847"/>
                    <a:pt x="3839" y="845"/>
                    <a:pt x="3785" y="841"/>
                  </a:cubicBezTo>
                  <a:cubicBezTo>
                    <a:pt x="3729" y="837"/>
                    <a:pt x="3673" y="833"/>
                    <a:pt x="3617" y="825"/>
                  </a:cubicBezTo>
                  <a:lnTo>
                    <a:pt x="3453" y="801"/>
                  </a:lnTo>
                  <a:cubicBezTo>
                    <a:pt x="3345" y="777"/>
                    <a:pt x="3241" y="737"/>
                    <a:pt x="3141" y="693"/>
                  </a:cubicBezTo>
                  <a:cubicBezTo>
                    <a:pt x="3041" y="645"/>
                    <a:pt x="2941" y="597"/>
                    <a:pt x="2841" y="545"/>
                  </a:cubicBezTo>
                  <a:cubicBezTo>
                    <a:pt x="2641" y="449"/>
                    <a:pt x="2441" y="345"/>
                    <a:pt x="2237" y="253"/>
                  </a:cubicBezTo>
                  <a:cubicBezTo>
                    <a:pt x="2133" y="205"/>
                    <a:pt x="2033" y="161"/>
                    <a:pt x="1925" y="121"/>
                  </a:cubicBezTo>
                  <a:cubicBezTo>
                    <a:pt x="1817" y="77"/>
                    <a:pt x="1709" y="45"/>
                    <a:pt x="1597" y="21"/>
                  </a:cubicBezTo>
                  <a:cubicBezTo>
                    <a:pt x="1537" y="5"/>
                    <a:pt x="1477" y="1"/>
                    <a:pt x="14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1716226" y="1738161"/>
              <a:ext cx="712940" cy="851366"/>
            </a:xfrm>
            <a:custGeom>
              <a:avLst/>
              <a:gdLst/>
              <a:ahLst/>
              <a:cxnLst/>
              <a:rect l="l" t="t" r="r" b="b"/>
              <a:pathLst>
                <a:path w="3049" h="3641" extrusionOk="0">
                  <a:moveTo>
                    <a:pt x="1909" y="1"/>
                  </a:moveTo>
                  <a:lnTo>
                    <a:pt x="1877" y="37"/>
                  </a:lnTo>
                  <a:cubicBezTo>
                    <a:pt x="1822" y="99"/>
                    <a:pt x="1745" y="161"/>
                    <a:pt x="1664" y="161"/>
                  </a:cubicBezTo>
                  <a:cubicBezTo>
                    <a:pt x="1662" y="161"/>
                    <a:pt x="1659" y="161"/>
                    <a:pt x="1657" y="161"/>
                  </a:cubicBezTo>
                  <a:cubicBezTo>
                    <a:pt x="1637" y="157"/>
                    <a:pt x="1617" y="153"/>
                    <a:pt x="1597" y="141"/>
                  </a:cubicBezTo>
                  <a:cubicBezTo>
                    <a:pt x="1573" y="137"/>
                    <a:pt x="1549" y="129"/>
                    <a:pt x="1525" y="121"/>
                  </a:cubicBezTo>
                  <a:cubicBezTo>
                    <a:pt x="1477" y="113"/>
                    <a:pt x="1433" y="105"/>
                    <a:pt x="1385" y="97"/>
                  </a:cubicBezTo>
                  <a:cubicBezTo>
                    <a:pt x="1273" y="77"/>
                    <a:pt x="1159" y="68"/>
                    <a:pt x="1045" y="68"/>
                  </a:cubicBezTo>
                  <a:cubicBezTo>
                    <a:pt x="968" y="68"/>
                    <a:pt x="890" y="73"/>
                    <a:pt x="813" y="81"/>
                  </a:cubicBezTo>
                  <a:cubicBezTo>
                    <a:pt x="765" y="89"/>
                    <a:pt x="717" y="97"/>
                    <a:pt x="669" y="109"/>
                  </a:cubicBezTo>
                  <a:cubicBezTo>
                    <a:pt x="621" y="121"/>
                    <a:pt x="577" y="141"/>
                    <a:pt x="533" y="157"/>
                  </a:cubicBezTo>
                  <a:cubicBezTo>
                    <a:pt x="437" y="189"/>
                    <a:pt x="349" y="241"/>
                    <a:pt x="273" y="309"/>
                  </a:cubicBezTo>
                  <a:cubicBezTo>
                    <a:pt x="205" y="385"/>
                    <a:pt x="153" y="473"/>
                    <a:pt x="121" y="569"/>
                  </a:cubicBezTo>
                  <a:cubicBezTo>
                    <a:pt x="85" y="661"/>
                    <a:pt x="57" y="753"/>
                    <a:pt x="33" y="845"/>
                  </a:cubicBezTo>
                  <a:cubicBezTo>
                    <a:pt x="13" y="945"/>
                    <a:pt x="1" y="1041"/>
                    <a:pt x="1" y="1141"/>
                  </a:cubicBezTo>
                  <a:cubicBezTo>
                    <a:pt x="1" y="1237"/>
                    <a:pt x="5" y="1337"/>
                    <a:pt x="17" y="1433"/>
                  </a:cubicBezTo>
                  <a:cubicBezTo>
                    <a:pt x="25" y="1529"/>
                    <a:pt x="41" y="1625"/>
                    <a:pt x="65" y="1717"/>
                  </a:cubicBezTo>
                  <a:cubicBezTo>
                    <a:pt x="85" y="1813"/>
                    <a:pt x="113" y="1909"/>
                    <a:pt x="149" y="1997"/>
                  </a:cubicBezTo>
                  <a:cubicBezTo>
                    <a:pt x="181" y="2093"/>
                    <a:pt x="229" y="2185"/>
                    <a:pt x="285" y="2265"/>
                  </a:cubicBezTo>
                  <a:cubicBezTo>
                    <a:pt x="301" y="2289"/>
                    <a:pt x="317" y="2309"/>
                    <a:pt x="337" y="2329"/>
                  </a:cubicBezTo>
                  <a:cubicBezTo>
                    <a:pt x="353" y="2349"/>
                    <a:pt x="369" y="2361"/>
                    <a:pt x="385" y="2377"/>
                  </a:cubicBezTo>
                  <a:lnTo>
                    <a:pt x="485" y="2477"/>
                  </a:lnTo>
                  <a:lnTo>
                    <a:pt x="891" y="2863"/>
                  </a:lnTo>
                  <a:lnTo>
                    <a:pt x="891" y="2863"/>
                  </a:lnTo>
                  <a:cubicBezTo>
                    <a:pt x="905" y="2887"/>
                    <a:pt x="918" y="2908"/>
                    <a:pt x="929" y="2929"/>
                  </a:cubicBezTo>
                  <a:cubicBezTo>
                    <a:pt x="945" y="2953"/>
                    <a:pt x="965" y="2981"/>
                    <a:pt x="981" y="3005"/>
                  </a:cubicBezTo>
                  <a:cubicBezTo>
                    <a:pt x="1017" y="3053"/>
                    <a:pt x="1053" y="3101"/>
                    <a:pt x="1093" y="3145"/>
                  </a:cubicBezTo>
                  <a:cubicBezTo>
                    <a:pt x="1133" y="3185"/>
                    <a:pt x="1173" y="3229"/>
                    <a:pt x="1217" y="3269"/>
                  </a:cubicBezTo>
                  <a:cubicBezTo>
                    <a:pt x="1241" y="3289"/>
                    <a:pt x="1265" y="3305"/>
                    <a:pt x="1285" y="3325"/>
                  </a:cubicBezTo>
                  <a:cubicBezTo>
                    <a:pt x="1305" y="3345"/>
                    <a:pt x="1333" y="3361"/>
                    <a:pt x="1357" y="3381"/>
                  </a:cubicBezTo>
                  <a:cubicBezTo>
                    <a:pt x="1381" y="3397"/>
                    <a:pt x="1405" y="3413"/>
                    <a:pt x="1429" y="3429"/>
                  </a:cubicBezTo>
                  <a:lnTo>
                    <a:pt x="1505" y="3477"/>
                  </a:lnTo>
                  <a:cubicBezTo>
                    <a:pt x="1557" y="3505"/>
                    <a:pt x="1609" y="3529"/>
                    <a:pt x="1665" y="3553"/>
                  </a:cubicBezTo>
                  <a:cubicBezTo>
                    <a:pt x="1689" y="3561"/>
                    <a:pt x="1717" y="3573"/>
                    <a:pt x="1745" y="3581"/>
                  </a:cubicBezTo>
                  <a:lnTo>
                    <a:pt x="1829" y="3609"/>
                  </a:lnTo>
                  <a:cubicBezTo>
                    <a:pt x="1885" y="3621"/>
                    <a:pt x="1945" y="3633"/>
                    <a:pt x="2001" y="3641"/>
                  </a:cubicBezTo>
                  <a:lnTo>
                    <a:pt x="2001" y="3629"/>
                  </a:lnTo>
                  <a:cubicBezTo>
                    <a:pt x="1949" y="3609"/>
                    <a:pt x="1893" y="3597"/>
                    <a:pt x="1841" y="3577"/>
                  </a:cubicBezTo>
                  <a:lnTo>
                    <a:pt x="1761" y="3545"/>
                  </a:lnTo>
                  <a:cubicBezTo>
                    <a:pt x="1733" y="3533"/>
                    <a:pt x="1709" y="3517"/>
                    <a:pt x="1685" y="3505"/>
                  </a:cubicBezTo>
                  <a:cubicBezTo>
                    <a:pt x="1661" y="3493"/>
                    <a:pt x="1633" y="3481"/>
                    <a:pt x="1609" y="3465"/>
                  </a:cubicBezTo>
                  <a:lnTo>
                    <a:pt x="1537" y="3421"/>
                  </a:lnTo>
                  <a:lnTo>
                    <a:pt x="1469" y="3369"/>
                  </a:lnTo>
                  <a:cubicBezTo>
                    <a:pt x="1449" y="3353"/>
                    <a:pt x="1425" y="3337"/>
                    <a:pt x="1405" y="3317"/>
                  </a:cubicBezTo>
                  <a:cubicBezTo>
                    <a:pt x="1385" y="3301"/>
                    <a:pt x="1361" y="3281"/>
                    <a:pt x="1341" y="3261"/>
                  </a:cubicBezTo>
                  <a:cubicBezTo>
                    <a:pt x="1321" y="3241"/>
                    <a:pt x="1301" y="3225"/>
                    <a:pt x="1281" y="3205"/>
                  </a:cubicBezTo>
                  <a:cubicBezTo>
                    <a:pt x="1241" y="3161"/>
                    <a:pt x="1209" y="3121"/>
                    <a:pt x="1173" y="3077"/>
                  </a:cubicBezTo>
                  <a:cubicBezTo>
                    <a:pt x="1133" y="3033"/>
                    <a:pt x="1101" y="2989"/>
                    <a:pt x="1073" y="2941"/>
                  </a:cubicBezTo>
                  <a:cubicBezTo>
                    <a:pt x="1057" y="2917"/>
                    <a:pt x="1041" y="2893"/>
                    <a:pt x="1029" y="2869"/>
                  </a:cubicBezTo>
                  <a:cubicBezTo>
                    <a:pt x="1013" y="2849"/>
                    <a:pt x="1001" y="2821"/>
                    <a:pt x="989" y="2801"/>
                  </a:cubicBezTo>
                  <a:lnTo>
                    <a:pt x="985" y="2789"/>
                  </a:lnTo>
                  <a:lnTo>
                    <a:pt x="977" y="2781"/>
                  </a:lnTo>
                  <a:lnTo>
                    <a:pt x="581" y="2377"/>
                  </a:lnTo>
                  <a:lnTo>
                    <a:pt x="481" y="2277"/>
                  </a:lnTo>
                  <a:cubicBezTo>
                    <a:pt x="465" y="2261"/>
                    <a:pt x="449" y="2245"/>
                    <a:pt x="437" y="2229"/>
                  </a:cubicBezTo>
                  <a:cubicBezTo>
                    <a:pt x="421" y="2209"/>
                    <a:pt x="409" y="2193"/>
                    <a:pt x="397" y="2177"/>
                  </a:cubicBezTo>
                  <a:cubicBezTo>
                    <a:pt x="349" y="2105"/>
                    <a:pt x="309" y="2025"/>
                    <a:pt x="277" y="1941"/>
                  </a:cubicBezTo>
                  <a:cubicBezTo>
                    <a:pt x="245" y="1857"/>
                    <a:pt x="217" y="1769"/>
                    <a:pt x="197" y="1681"/>
                  </a:cubicBezTo>
                  <a:cubicBezTo>
                    <a:pt x="177" y="1593"/>
                    <a:pt x="157" y="1501"/>
                    <a:pt x="145" y="1413"/>
                  </a:cubicBezTo>
                  <a:cubicBezTo>
                    <a:pt x="133" y="1321"/>
                    <a:pt x="129" y="1229"/>
                    <a:pt x="125" y="1137"/>
                  </a:cubicBezTo>
                  <a:cubicBezTo>
                    <a:pt x="125" y="1049"/>
                    <a:pt x="133" y="957"/>
                    <a:pt x="145" y="869"/>
                  </a:cubicBezTo>
                  <a:cubicBezTo>
                    <a:pt x="165" y="781"/>
                    <a:pt x="189" y="689"/>
                    <a:pt x="217" y="605"/>
                  </a:cubicBezTo>
                  <a:cubicBezTo>
                    <a:pt x="241" y="521"/>
                    <a:pt x="281" y="441"/>
                    <a:pt x="337" y="373"/>
                  </a:cubicBezTo>
                  <a:cubicBezTo>
                    <a:pt x="401" y="309"/>
                    <a:pt x="473" y="261"/>
                    <a:pt x="557" y="225"/>
                  </a:cubicBezTo>
                  <a:cubicBezTo>
                    <a:pt x="597" y="205"/>
                    <a:pt x="637" y="189"/>
                    <a:pt x="681" y="173"/>
                  </a:cubicBezTo>
                  <a:cubicBezTo>
                    <a:pt x="725" y="161"/>
                    <a:pt x="769" y="149"/>
                    <a:pt x="813" y="141"/>
                  </a:cubicBezTo>
                  <a:cubicBezTo>
                    <a:pt x="910" y="124"/>
                    <a:pt x="1006" y="116"/>
                    <a:pt x="1102" y="116"/>
                  </a:cubicBezTo>
                  <a:cubicBezTo>
                    <a:pt x="1192" y="116"/>
                    <a:pt x="1282" y="123"/>
                    <a:pt x="1373" y="137"/>
                  </a:cubicBezTo>
                  <a:cubicBezTo>
                    <a:pt x="1417" y="141"/>
                    <a:pt x="1465" y="149"/>
                    <a:pt x="1509" y="161"/>
                  </a:cubicBezTo>
                  <a:cubicBezTo>
                    <a:pt x="1529" y="165"/>
                    <a:pt x="1553" y="173"/>
                    <a:pt x="1573" y="181"/>
                  </a:cubicBezTo>
                  <a:cubicBezTo>
                    <a:pt x="1597" y="189"/>
                    <a:pt x="1621" y="197"/>
                    <a:pt x="1645" y="201"/>
                  </a:cubicBezTo>
                  <a:cubicBezTo>
                    <a:pt x="1650" y="201"/>
                    <a:pt x="1656" y="201"/>
                    <a:pt x="1662" y="201"/>
                  </a:cubicBezTo>
                  <a:cubicBezTo>
                    <a:pt x="1711" y="201"/>
                    <a:pt x="1757" y="186"/>
                    <a:pt x="1797" y="161"/>
                  </a:cubicBezTo>
                  <a:cubicBezTo>
                    <a:pt x="1826" y="145"/>
                    <a:pt x="1852" y="125"/>
                    <a:pt x="1876" y="104"/>
                  </a:cubicBezTo>
                  <a:lnTo>
                    <a:pt x="1876" y="104"/>
                  </a:lnTo>
                  <a:lnTo>
                    <a:pt x="1889" y="157"/>
                  </a:lnTo>
                  <a:lnTo>
                    <a:pt x="1921" y="253"/>
                  </a:lnTo>
                  <a:cubicBezTo>
                    <a:pt x="1945" y="317"/>
                    <a:pt x="1973" y="381"/>
                    <a:pt x="2001" y="441"/>
                  </a:cubicBezTo>
                  <a:cubicBezTo>
                    <a:pt x="2061" y="561"/>
                    <a:pt x="2133" y="677"/>
                    <a:pt x="2205" y="793"/>
                  </a:cubicBezTo>
                  <a:cubicBezTo>
                    <a:pt x="2281" y="905"/>
                    <a:pt x="2357" y="1013"/>
                    <a:pt x="2429" y="1121"/>
                  </a:cubicBezTo>
                  <a:cubicBezTo>
                    <a:pt x="2465" y="1169"/>
                    <a:pt x="2493" y="1221"/>
                    <a:pt x="2513" y="1277"/>
                  </a:cubicBezTo>
                  <a:lnTo>
                    <a:pt x="2517" y="1301"/>
                  </a:lnTo>
                  <a:lnTo>
                    <a:pt x="2517" y="1305"/>
                  </a:lnTo>
                  <a:lnTo>
                    <a:pt x="2521" y="1321"/>
                  </a:lnTo>
                  <a:cubicBezTo>
                    <a:pt x="2525" y="1341"/>
                    <a:pt x="2529" y="1357"/>
                    <a:pt x="2533" y="1377"/>
                  </a:cubicBezTo>
                  <a:cubicBezTo>
                    <a:pt x="2545" y="1413"/>
                    <a:pt x="2557" y="1445"/>
                    <a:pt x="2573" y="1477"/>
                  </a:cubicBezTo>
                  <a:cubicBezTo>
                    <a:pt x="2629" y="1605"/>
                    <a:pt x="2697" y="1721"/>
                    <a:pt x="2761" y="1837"/>
                  </a:cubicBezTo>
                  <a:cubicBezTo>
                    <a:pt x="2829" y="1949"/>
                    <a:pt x="2885" y="2065"/>
                    <a:pt x="2937" y="2185"/>
                  </a:cubicBezTo>
                  <a:lnTo>
                    <a:pt x="2949" y="2229"/>
                  </a:lnTo>
                  <a:cubicBezTo>
                    <a:pt x="2953" y="2241"/>
                    <a:pt x="2961" y="2269"/>
                    <a:pt x="2961" y="2277"/>
                  </a:cubicBezTo>
                  <a:lnTo>
                    <a:pt x="2961" y="2317"/>
                  </a:lnTo>
                  <a:lnTo>
                    <a:pt x="2953" y="2361"/>
                  </a:lnTo>
                  <a:cubicBezTo>
                    <a:pt x="2941" y="2425"/>
                    <a:pt x="2921" y="2485"/>
                    <a:pt x="2897" y="2545"/>
                  </a:cubicBezTo>
                  <a:cubicBezTo>
                    <a:pt x="2841" y="2665"/>
                    <a:pt x="2777" y="2781"/>
                    <a:pt x="2701" y="2889"/>
                  </a:cubicBezTo>
                  <a:lnTo>
                    <a:pt x="2721" y="2905"/>
                  </a:lnTo>
                  <a:cubicBezTo>
                    <a:pt x="2813" y="2805"/>
                    <a:pt x="2889" y="2693"/>
                    <a:pt x="2957" y="2577"/>
                  </a:cubicBezTo>
                  <a:cubicBezTo>
                    <a:pt x="2993" y="2517"/>
                    <a:pt x="3017" y="2453"/>
                    <a:pt x="3037" y="2385"/>
                  </a:cubicBezTo>
                  <a:lnTo>
                    <a:pt x="3045" y="2329"/>
                  </a:lnTo>
                  <a:cubicBezTo>
                    <a:pt x="3049" y="2309"/>
                    <a:pt x="3049" y="2293"/>
                    <a:pt x="3045" y="2273"/>
                  </a:cubicBezTo>
                  <a:cubicBezTo>
                    <a:pt x="3045" y="2253"/>
                    <a:pt x="3045" y="2237"/>
                    <a:pt x="3041" y="2221"/>
                  </a:cubicBezTo>
                  <a:cubicBezTo>
                    <a:pt x="3037" y="2205"/>
                    <a:pt x="3033" y="2185"/>
                    <a:pt x="3025" y="2165"/>
                  </a:cubicBezTo>
                  <a:cubicBezTo>
                    <a:pt x="2981" y="2037"/>
                    <a:pt x="2929" y="1913"/>
                    <a:pt x="2861" y="1793"/>
                  </a:cubicBezTo>
                  <a:cubicBezTo>
                    <a:pt x="2801" y="1673"/>
                    <a:pt x="2737" y="1557"/>
                    <a:pt x="2689" y="1437"/>
                  </a:cubicBezTo>
                  <a:cubicBezTo>
                    <a:pt x="2677" y="1409"/>
                    <a:pt x="2665" y="1381"/>
                    <a:pt x="2657" y="1353"/>
                  </a:cubicBezTo>
                  <a:cubicBezTo>
                    <a:pt x="2653" y="1337"/>
                    <a:pt x="2649" y="1325"/>
                    <a:pt x="2649" y="1313"/>
                  </a:cubicBezTo>
                  <a:lnTo>
                    <a:pt x="2645" y="1281"/>
                  </a:lnTo>
                  <a:lnTo>
                    <a:pt x="2637" y="1257"/>
                  </a:lnTo>
                  <a:cubicBezTo>
                    <a:pt x="2613" y="1185"/>
                    <a:pt x="2581" y="1121"/>
                    <a:pt x="2537" y="1057"/>
                  </a:cubicBezTo>
                  <a:cubicBezTo>
                    <a:pt x="2461" y="945"/>
                    <a:pt x="2377" y="841"/>
                    <a:pt x="2297" y="733"/>
                  </a:cubicBezTo>
                  <a:cubicBezTo>
                    <a:pt x="2217" y="629"/>
                    <a:pt x="2145" y="521"/>
                    <a:pt x="2077" y="409"/>
                  </a:cubicBezTo>
                  <a:cubicBezTo>
                    <a:pt x="2045" y="353"/>
                    <a:pt x="2017" y="293"/>
                    <a:pt x="1989" y="233"/>
                  </a:cubicBezTo>
                  <a:lnTo>
                    <a:pt x="1953" y="141"/>
                  </a:lnTo>
                  <a:lnTo>
                    <a:pt x="1921" y="49"/>
                  </a:lnTo>
                  <a:lnTo>
                    <a:pt x="1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1536645" y="1457564"/>
              <a:ext cx="304210" cy="795247"/>
            </a:xfrm>
            <a:custGeom>
              <a:avLst/>
              <a:gdLst/>
              <a:ahLst/>
              <a:cxnLst/>
              <a:rect l="l" t="t" r="r" b="b"/>
              <a:pathLst>
                <a:path w="1301" h="3401" extrusionOk="0">
                  <a:moveTo>
                    <a:pt x="177" y="1"/>
                  </a:moveTo>
                  <a:lnTo>
                    <a:pt x="321" y="101"/>
                  </a:lnTo>
                  <a:cubicBezTo>
                    <a:pt x="381" y="141"/>
                    <a:pt x="425" y="201"/>
                    <a:pt x="441" y="273"/>
                  </a:cubicBezTo>
                  <a:cubicBezTo>
                    <a:pt x="449" y="305"/>
                    <a:pt x="449" y="345"/>
                    <a:pt x="441" y="381"/>
                  </a:cubicBezTo>
                  <a:cubicBezTo>
                    <a:pt x="429" y="417"/>
                    <a:pt x="417" y="453"/>
                    <a:pt x="401" y="485"/>
                  </a:cubicBezTo>
                  <a:cubicBezTo>
                    <a:pt x="369" y="557"/>
                    <a:pt x="337" y="629"/>
                    <a:pt x="301" y="701"/>
                  </a:cubicBezTo>
                  <a:lnTo>
                    <a:pt x="197" y="917"/>
                  </a:lnTo>
                  <a:cubicBezTo>
                    <a:pt x="125" y="1061"/>
                    <a:pt x="69" y="1213"/>
                    <a:pt x="29" y="1369"/>
                  </a:cubicBezTo>
                  <a:cubicBezTo>
                    <a:pt x="5" y="1453"/>
                    <a:pt x="1" y="1541"/>
                    <a:pt x="13" y="1629"/>
                  </a:cubicBezTo>
                  <a:cubicBezTo>
                    <a:pt x="17" y="1653"/>
                    <a:pt x="25" y="1677"/>
                    <a:pt x="37" y="1697"/>
                  </a:cubicBezTo>
                  <a:cubicBezTo>
                    <a:pt x="41" y="1709"/>
                    <a:pt x="45" y="1721"/>
                    <a:pt x="53" y="1733"/>
                  </a:cubicBezTo>
                  <a:lnTo>
                    <a:pt x="65" y="1757"/>
                  </a:lnTo>
                  <a:cubicBezTo>
                    <a:pt x="85" y="1789"/>
                    <a:pt x="101" y="1821"/>
                    <a:pt x="117" y="1857"/>
                  </a:cubicBezTo>
                  <a:cubicBezTo>
                    <a:pt x="145" y="1925"/>
                    <a:pt x="169" y="1997"/>
                    <a:pt x="193" y="2073"/>
                  </a:cubicBezTo>
                  <a:cubicBezTo>
                    <a:pt x="217" y="2145"/>
                    <a:pt x="241" y="2221"/>
                    <a:pt x="261" y="2297"/>
                  </a:cubicBezTo>
                  <a:cubicBezTo>
                    <a:pt x="309" y="2445"/>
                    <a:pt x="353" y="2601"/>
                    <a:pt x="401" y="2749"/>
                  </a:cubicBezTo>
                  <a:cubicBezTo>
                    <a:pt x="425" y="2829"/>
                    <a:pt x="457" y="2905"/>
                    <a:pt x="493" y="2977"/>
                  </a:cubicBezTo>
                  <a:cubicBezTo>
                    <a:pt x="533" y="3057"/>
                    <a:pt x="593" y="3121"/>
                    <a:pt x="665" y="3169"/>
                  </a:cubicBezTo>
                  <a:cubicBezTo>
                    <a:pt x="729" y="3217"/>
                    <a:pt x="797" y="3261"/>
                    <a:pt x="869" y="3297"/>
                  </a:cubicBezTo>
                  <a:cubicBezTo>
                    <a:pt x="941" y="3333"/>
                    <a:pt x="1013" y="3369"/>
                    <a:pt x="1085" y="3401"/>
                  </a:cubicBezTo>
                  <a:lnTo>
                    <a:pt x="1093" y="3389"/>
                  </a:lnTo>
                  <a:cubicBezTo>
                    <a:pt x="1025" y="3345"/>
                    <a:pt x="961" y="3301"/>
                    <a:pt x="901" y="3249"/>
                  </a:cubicBezTo>
                  <a:cubicBezTo>
                    <a:pt x="837" y="3201"/>
                    <a:pt x="773" y="3149"/>
                    <a:pt x="717" y="3101"/>
                  </a:cubicBezTo>
                  <a:cubicBezTo>
                    <a:pt x="665" y="3057"/>
                    <a:pt x="621" y="2997"/>
                    <a:pt x="593" y="2929"/>
                  </a:cubicBezTo>
                  <a:cubicBezTo>
                    <a:pt x="565" y="2857"/>
                    <a:pt x="541" y="2785"/>
                    <a:pt x="525" y="2713"/>
                  </a:cubicBezTo>
                  <a:cubicBezTo>
                    <a:pt x="485" y="2561"/>
                    <a:pt x="445" y="2405"/>
                    <a:pt x="405" y="2253"/>
                  </a:cubicBezTo>
                  <a:cubicBezTo>
                    <a:pt x="361" y="2097"/>
                    <a:pt x="309" y="1945"/>
                    <a:pt x="241" y="1797"/>
                  </a:cubicBezTo>
                  <a:cubicBezTo>
                    <a:pt x="225" y="1761"/>
                    <a:pt x="201" y="1721"/>
                    <a:pt x="181" y="1689"/>
                  </a:cubicBezTo>
                  <a:lnTo>
                    <a:pt x="165" y="1661"/>
                  </a:lnTo>
                  <a:cubicBezTo>
                    <a:pt x="161" y="1657"/>
                    <a:pt x="157" y="1649"/>
                    <a:pt x="153" y="1645"/>
                  </a:cubicBezTo>
                  <a:cubicBezTo>
                    <a:pt x="149" y="1629"/>
                    <a:pt x="141" y="1613"/>
                    <a:pt x="141" y="1601"/>
                  </a:cubicBezTo>
                  <a:cubicBezTo>
                    <a:pt x="125" y="1529"/>
                    <a:pt x="125" y="1457"/>
                    <a:pt x="141" y="1389"/>
                  </a:cubicBezTo>
                  <a:cubicBezTo>
                    <a:pt x="165" y="1237"/>
                    <a:pt x="205" y="1085"/>
                    <a:pt x="261" y="937"/>
                  </a:cubicBezTo>
                  <a:cubicBezTo>
                    <a:pt x="289" y="865"/>
                    <a:pt x="313" y="789"/>
                    <a:pt x="345" y="717"/>
                  </a:cubicBezTo>
                  <a:lnTo>
                    <a:pt x="441" y="501"/>
                  </a:lnTo>
                  <a:cubicBezTo>
                    <a:pt x="457" y="461"/>
                    <a:pt x="469" y="425"/>
                    <a:pt x="481" y="385"/>
                  </a:cubicBezTo>
                  <a:cubicBezTo>
                    <a:pt x="493" y="345"/>
                    <a:pt x="497" y="301"/>
                    <a:pt x="489" y="257"/>
                  </a:cubicBezTo>
                  <a:cubicBezTo>
                    <a:pt x="483" y="216"/>
                    <a:pt x="470" y="177"/>
                    <a:pt x="450" y="140"/>
                  </a:cubicBezTo>
                  <a:lnTo>
                    <a:pt x="450" y="140"/>
                  </a:lnTo>
                  <a:cubicBezTo>
                    <a:pt x="542" y="176"/>
                    <a:pt x="632" y="221"/>
                    <a:pt x="721" y="273"/>
                  </a:cubicBezTo>
                  <a:cubicBezTo>
                    <a:pt x="745" y="289"/>
                    <a:pt x="769" y="309"/>
                    <a:pt x="789" y="329"/>
                  </a:cubicBezTo>
                  <a:cubicBezTo>
                    <a:pt x="793" y="337"/>
                    <a:pt x="797" y="337"/>
                    <a:pt x="801" y="345"/>
                  </a:cubicBezTo>
                  <a:lnTo>
                    <a:pt x="817" y="369"/>
                  </a:lnTo>
                  <a:lnTo>
                    <a:pt x="837" y="409"/>
                  </a:lnTo>
                  <a:lnTo>
                    <a:pt x="929" y="609"/>
                  </a:lnTo>
                  <a:cubicBezTo>
                    <a:pt x="961" y="673"/>
                    <a:pt x="993" y="741"/>
                    <a:pt x="1029" y="805"/>
                  </a:cubicBezTo>
                  <a:cubicBezTo>
                    <a:pt x="1049" y="837"/>
                    <a:pt x="1069" y="869"/>
                    <a:pt x="1089" y="901"/>
                  </a:cubicBezTo>
                  <a:cubicBezTo>
                    <a:pt x="1097" y="921"/>
                    <a:pt x="1109" y="933"/>
                    <a:pt x="1121" y="949"/>
                  </a:cubicBezTo>
                  <a:cubicBezTo>
                    <a:pt x="1129" y="961"/>
                    <a:pt x="1137" y="977"/>
                    <a:pt x="1145" y="989"/>
                  </a:cubicBezTo>
                  <a:cubicBezTo>
                    <a:pt x="1173" y="1053"/>
                    <a:pt x="1201" y="1121"/>
                    <a:pt x="1221" y="1189"/>
                  </a:cubicBezTo>
                  <a:cubicBezTo>
                    <a:pt x="1245" y="1257"/>
                    <a:pt x="1265" y="1329"/>
                    <a:pt x="1289" y="1397"/>
                  </a:cubicBezTo>
                  <a:lnTo>
                    <a:pt x="1301" y="1397"/>
                  </a:lnTo>
                  <a:cubicBezTo>
                    <a:pt x="1293" y="1325"/>
                    <a:pt x="1285" y="1249"/>
                    <a:pt x="1273" y="1177"/>
                  </a:cubicBezTo>
                  <a:cubicBezTo>
                    <a:pt x="1261" y="1105"/>
                    <a:pt x="1245" y="1029"/>
                    <a:pt x="1221" y="957"/>
                  </a:cubicBezTo>
                  <a:cubicBezTo>
                    <a:pt x="1213" y="941"/>
                    <a:pt x="1205" y="921"/>
                    <a:pt x="1193" y="901"/>
                  </a:cubicBezTo>
                  <a:cubicBezTo>
                    <a:pt x="1185" y="885"/>
                    <a:pt x="1173" y="869"/>
                    <a:pt x="1169" y="857"/>
                  </a:cubicBezTo>
                  <a:cubicBezTo>
                    <a:pt x="1153" y="825"/>
                    <a:pt x="1137" y="793"/>
                    <a:pt x="1121" y="761"/>
                  </a:cubicBezTo>
                  <a:cubicBezTo>
                    <a:pt x="1093" y="693"/>
                    <a:pt x="1065" y="629"/>
                    <a:pt x="1033" y="561"/>
                  </a:cubicBezTo>
                  <a:lnTo>
                    <a:pt x="945" y="361"/>
                  </a:lnTo>
                  <a:lnTo>
                    <a:pt x="933" y="337"/>
                  </a:lnTo>
                  <a:lnTo>
                    <a:pt x="929" y="325"/>
                  </a:lnTo>
                  <a:lnTo>
                    <a:pt x="925" y="317"/>
                  </a:lnTo>
                  <a:lnTo>
                    <a:pt x="921" y="309"/>
                  </a:lnTo>
                  <a:lnTo>
                    <a:pt x="921" y="305"/>
                  </a:lnTo>
                  <a:lnTo>
                    <a:pt x="905" y="281"/>
                  </a:lnTo>
                  <a:cubicBezTo>
                    <a:pt x="897" y="273"/>
                    <a:pt x="889" y="265"/>
                    <a:pt x="881" y="253"/>
                  </a:cubicBezTo>
                  <a:cubicBezTo>
                    <a:pt x="853" y="221"/>
                    <a:pt x="821" y="197"/>
                    <a:pt x="781" y="177"/>
                  </a:cubicBezTo>
                  <a:cubicBezTo>
                    <a:pt x="717" y="137"/>
                    <a:pt x="645" y="109"/>
                    <a:pt x="569" y="85"/>
                  </a:cubicBezTo>
                  <a:cubicBezTo>
                    <a:pt x="502" y="66"/>
                    <a:pt x="435" y="47"/>
                    <a:pt x="368" y="35"/>
                  </a:cubicBezTo>
                  <a:lnTo>
                    <a:pt x="368" y="35"/>
                  </a:lnTo>
                  <a:cubicBezTo>
                    <a:pt x="367" y="34"/>
                    <a:pt x="366" y="33"/>
                    <a:pt x="365" y="33"/>
                  </a:cubicBezTo>
                  <a:lnTo>
                    <a:pt x="364" y="34"/>
                  </a:lnTo>
                  <a:lnTo>
                    <a:pt x="364" y="34"/>
                  </a:lnTo>
                  <a:cubicBezTo>
                    <a:pt x="360" y="34"/>
                    <a:pt x="356" y="33"/>
                    <a:pt x="353" y="33"/>
                  </a:cubicBezTo>
                  <a:lnTo>
                    <a:pt x="1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1976244" y="1611892"/>
              <a:ext cx="539908" cy="601638"/>
            </a:xfrm>
            <a:custGeom>
              <a:avLst/>
              <a:gdLst/>
              <a:ahLst/>
              <a:cxnLst/>
              <a:rect l="l" t="t" r="r" b="b"/>
              <a:pathLst>
                <a:path w="2309" h="2573" extrusionOk="0">
                  <a:moveTo>
                    <a:pt x="1097" y="1"/>
                  </a:moveTo>
                  <a:cubicBezTo>
                    <a:pt x="1077" y="1"/>
                    <a:pt x="1065" y="5"/>
                    <a:pt x="1049" y="17"/>
                  </a:cubicBezTo>
                  <a:cubicBezTo>
                    <a:pt x="1041" y="21"/>
                    <a:pt x="1033" y="29"/>
                    <a:pt x="1029" y="41"/>
                  </a:cubicBezTo>
                  <a:cubicBezTo>
                    <a:pt x="1029" y="45"/>
                    <a:pt x="1025" y="53"/>
                    <a:pt x="1025" y="57"/>
                  </a:cubicBezTo>
                  <a:lnTo>
                    <a:pt x="1025" y="65"/>
                  </a:lnTo>
                  <a:cubicBezTo>
                    <a:pt x="1025" y="69"/>
                    <a:pt x="1025" y="69"/>
                    <a:pt x="1025" y="73"/>
                  </a:cubicBezTo>
                  <a:cubicBezTo>
                    <a:pt x="1021" y="77"/>
                    <a:pt x="1017" y="77"/>
                    <a:pt x="1017" y="81"/>
                  </a:cubicBezTo>
                  <a:cubicBezTo>
                    <a:pt x="997" y="101"/>
                    <a:pt x="977" y="117"/>
                    <a:pt x="957" y="125"/>
                  </a:cubicBezTo>
                  <a:cubicBezTo>
                    <a:pt x="909" y="153"/>
                    <a:pt x="857" y="173"/>
                    <a:pt x="805" y="189"/>
                  </a:cubicBezTo>
                  <a:cubicBezTo>
                    <a:pt x="701" y="217"/>
                    <a:pt x="601" y="241"/>
                    <a:pt x="497" y="253"/>
                  </a:cubicBezTo>
                  <a:cubicBezTo>
                    <a:pt x="449" y="257"/>
                    <a:pt x="405" y="265"/>
                    <a:pt x="357" y="265"/>
                  </a:cubicBezTo>
                  <a:cubicBezTo>
                    <a:pt x="333" y="265"/>
                    <a:pt x="305" y="269"/>
                    <a:pt x="285" y="269"/>
                  </a:cubicBezTo>
                  <a:cubicBezTo>
                    <a:pt x="261" y="277"/>
                    <a:pt x="237" y="281"/>
                    <a:pt x="213" y="289"/>
                  </a:cubicBezTo>
                  <a:cubicBezTo>
                    <a:pt x="137" y="313"/>
                    <a:pt x="69" y="369"/>
                    <a:pt x="33" y="441"/>
                  </a:cubicBezTo>
                  <a:cubicBezTo>
                    <a:pt x="13" y="485"/>
                    <a:pt x="1" y="537"/>
                    <a:pt x="1" y="585"/>
                  </a:cubicBezTo>
                  <a:cubicBezTo>
                    <a:pt x="1" y="601"/>
                    <a:pt x="5" y="617"/>
                    <a:pt x="9" y="637"/>
                  </a:cubicBezTo>
                  <a:lnTo>
                    <a:pt x="17" y="641"/>
                  </a:lnTo>
                  <a:cubicBezTo>
                    <a:pt x="21" y="625"/>
                    <a:pt x="21" y="609"/>
                    <a:pt x="29" y="593"/>
                  </a:cubicBezTo>
                  <a:cubicBezTo>
                    <a:pt x="37" y="553"/>
                    <a:pt x="57" y="513"/>
                    <a:pt x="81" y="477"/>
                  </a:cubicBezTo>
                  <a:cubicBezTo>
                    <a:pt x="117" y="429"/>
                    <a:pt x="173" y="393"/>
                    <a:pt x="237" y="385"/>
                  </a:cubicBezTo>
                  <a:cubicBezTo>
                    <a:pt x="253" y="381"/>
                    <a:pt x="273" y="377"/>
                    <a:pt x="293" y="377"/>
                  </a:cubicBezTo>
                  <a:lnTo>
                    <a:pt x="353" y="377"/>
                  </a:lnTo>
                  <a:cubicBezTo>
                    <a:pt x="377" y="379"/>
                    <a:pt x="401" y="380"/>
                    <a:pt x="426" y="380"/>
                  </a:cubicBezTo>
                  <a:cubicBezTo>
                    <a:pt x="451" y="380"/>
                    <a:pt x="477" y="379"/>
                    <a:pt x="505" y="377"/>
                  </a:cubicBezTo>
                  <a:cubicBezTo>
                    <a:pt x="617" y="369"/>
                    <a:pt x="729" y="345"/>
                    <a:pt x="837" y="309"/>
                  </a:cubicBezTo>
                  <a:cubicBezTo>
                    <a:pt x="897" y="289"/>
                    <a:pt x="957" y="257"/>
                    <a:pt x="1009" y="221"/>
                  </a:cubicBezTo>
                  <a:cubicBezTo>
                    <a:pt x="1041" y="197"/>
                    <a:pt x="1065" y="169"/>
                    <a:pt x="1085" y="141"/>
                  </a:cubicBezTo>
                  <a:cubicBezTo>
                    <a:pt x="1089" y="129"/>
                    <a:pt x="1097" y="121"/>
                    <a:pt x="1101" y="109"/>
                  </a:cubicBezTo>
                  <a:lnTo>
                    <a:pt x="1105" y="93"/>
                  </a:lnTo>
                  <a:lnTo>
                    <a:pt x="1105" y="85"/>
                  </a:lnTo>
                  <a:lnTo>
                    <a:pt x="1105" y="85"/>
                  </a:lnTo>
                  <a:cubicBezTo>
                    <a:pt x="1129" y="85"/>
                    <a:pt x="1151" y="90"/>
                    <a:pt x="1173" y="101"/>
                  </a:cubicBezTo>
                  <a:cubicBezTo>
                    <a:pt x="1201" y="117"/>
                    <a:pt x="1229" y="129"/>
                    <a:pt x="1253" y="149"/>
                  </a:cubicBezTo>
                  <a:cubicBezTo>
                    <a:pt x="1305" y="185"/>
                    <a:pt x="1357" y="229"/>
                    <a:pt x="1397" y="277"/>
                  </a:cubicBezTo>
                  <a:cubicBezTo>
                    <a:pt x="1441" y="325"/>
                    <a:pt x="1481" y="381"/>
                    <a:pt x="1509" y="437"/>
                  </a:cubicBezTo>
                  <a:cubicBezTo>
                    <a:pt x="1525" y="469"/>
                    <a:pt x="1537" y="497"/>
                    <a:pt x="1549" y="529"/>
                  </a:cubicBezTo>
                  <a:cubicBezTo>
                    <a:pt x="1557" y="557"/>
                    <a:pt x="1565" y="593"/>
                    <a:pt x="1577" y="625"/>
                  </a:cubicBezTo>
                  <a:cubicBezTo>
                    <a:pt x="1609" y="757"/>
                    <a:pt x="1661" y="885"/>
                    <a:pt x="1725" y="1009"/>
                  </a:cubicBezTo>
                  <a:cubicBezTo>
                    <a:pt x="1789" y="1129"/>
                    <a:pt x="1857" y="1241"/>
                    <a:pt x="1941" y="1349"/>
                  </a:cubicBezTo>
                  <a:cubicBezTo>
                    <a:pt x="1961" y="1377"/>
                    <a:pt x="1981" y="1401"/>
                    <a:pt x="2005" y="1425"/>
                  </a:cubicBezTo>
                  <a:cubicBezTo>
                    <a:pt x="2013" y="1433"/>
                    <a:pt x="2021" y="1441"/>
                    <a:pt x="2029" y="1445"/>
                  </a:cubicBezTo>
                  <a:lnTo>
                    <a:pt x="2033" y="1453"/>
                  </a:lnTo>
                  <a:lnTo>
                    <a:pt x="2037" y="1453"/>
                  </a:lnTo>
                  <a:cubicBezTo>
                    <a:pt x="2045" y="1461"/>
                    <a:pt x="2049" y="1469"/>
                    <a:pt x="2053" y="1481"/>
                  </a:cubicBezTo>
                  <a:cubicBezTo>
                    <a:pt x="2061" y="1489"/>
                    <a:pt x="2065" y="1501"/>
                    <a:pt x="2069" y="1513"/>
                  </a:cubicBezTo>
                  <a:cubicBezTo>
                    <a:pt x="2077" y="1525"/>
                    <a:pt x="2081" y="1537"/>
                    <a:pt x="2085" y="1549"/>
                  </a:cubicBezTo>
                  <a:cubicBezTo>
                    <a:pt x="2097" y="1577"/>
                    <a:pt x="2105" y="1601"/>
                    <a:pt x="2113" y="1625"/>
                  </a:cubicBezTo>
                  <a:cubicBezTo>
                    <a:pt x="2145" y="1725"/>
                    <a:pt x="2169" y="1829"/>
                    <a:pt x="2181" y="1933"/>
                  </a:cubicBezTo>
                  <a:cubicBezTo>
                    <a:pt x="2193" y="2021"/>
                    <a:pt x="2197" y="2109"/>
                    <a:pt x="2189" y="2197"/>
                  </a:cubicBezTo>
                  <a:cubicBezTo>
                    <a:pt x="2189" y="2237"/>
                    <a:pt x="2181" y="2273"/>
                    <a:pt x="2173" y="2305"/>
                  </a:cubicBezTo>
                  <a:cubicBezTo>
                    <a:pt x="2169" y="2341"/>
                    <a:pt x="2157" y="2369"/>
                    <a:pt x="2153" y="2397"/>
                  </a:cubicBezTo>
                  <a:cubicBezTo>
                    <a:pt x="2137" y="2441"/>
                    <a:pt x="2121" y="2481"/>
                    <a:pt x="2097" y="2521"/>
                  </a:cubicBezTo>
                  <a:lnTo>
                    <a:pt x="2077" y="2565"/>
                  </a:lnTo>
                  <a:lnTo>
                    <a:pt x="2085" y="2573"/>
                  </a:lnTo>
                  <a:lnTo>
                    <a:pt x="2121" y="2537"/>
                  </a:lnTo>
                  <a:cubicBezTo>
                    <a:pt x="2153" y="2501"/>
                    <a:pt x="2177" y="2461"/>
                    <a:pt x="2201" y="2421"/>
                  </a:cubicBezTo>
                  <a:cubicBezTo>
                    <a:pt x="2217" y="2393"/>
                    <a:pt x="2229" y="2361"/>
                    <a:pt x="2245" y="2325"/>
                  </a:cubicBezTo>
                  <a:cubicBezTo>
                    <a:pt x="2257" y="2289"/>
                    <a:pt x="2269" y="2249"/>
                    <a:pt x="2277" y="2209"/>
                  </a:cubicBezTo>
                  <a:cubicBezTo>
                    <a:pt x="2297" y="2117"/>
                    <a:pt x="2309" y="2021"/>
                    <a:pt x="2305" y="1921"/>
                  </a:cubicBezTo>
                  <a:cubicBezTo>
                    <a:pt x="2301" y="1809"/>
                    <a:pt x="2285" y="1697"/>
                    <a:pt x="2253" y="1585"/>
                  </a:cubicBezTo>
                  <a:cubicBezTo>
                    <a:pt x="2245" y="1553"/>
                    <a:pt x="2237" y="1525"/>
                    <a:pt x="2225" y="1493"/>
                  </a:cubicBezTo>
                  <a:cubicBezTo>
                    <a:pt x="2221" y="1481"/>
                    <a:pt x="2213" y="1465"/>
                    <a:pt x="2205" y="1449"/>
                  </a:cubicBezTo>
                  <a:cubicBezTo>
                    <a:pt x="2197" y="1433"/>
                    <a:pt x="2189" y="1417"/>
                    <a:pt x="2181" y="1401"/>
                  </a:cubicBezTo>
                  <a:cubicBezTo>
                    <a:pt x="2169" y="1381"/>
                    <a:pt x="2157" y="1365"/>
                    <a:pt x="2145" y="1349"/>
                  </a:cubicBezTo>
                  <a:lnTo>
                    <a:pt x="2137" y="1341"/>
                  </a:lnTo>
                  <a:lnTo>
                    <a:pt x="2121" y="1329"/>
                  </a:lnTo>
                  <a:cubicBezTo>
                    <a:pt x="2117" y="1325"/>
                    <a:pt x="2113" y="1321"/>
                    <a:pt x="2109" y="1317"/>
                  </a:cubicBezTo>
                  <a:cubicBezTo>
                    <a:pt x="2093" y="1297"/>
                    <a:pt x="2069" y="1277"/>
                    <a:pt x="2049" y="1253"/>
                  </a:cubicBezTo>
                  <a:cubicBezTo>
                    <a:pt x="1969" y="1153"/>
                    <a:pt x="1897" y="1049"/>
                    <a:pt x="1833" y="941"/>
                  </a:cubicBezTo>
                  <a:cubicBezTo>
                    <a:pt x="1761" y="829"/>
                    <a:pt x="1701" y="713"/>
                    <a:pt x="1645" y="593"/>
                  </a:cubicBezTo>
                  <a:cubicBezTo>
                    <a:pt x="1597" y="461"/>
                    <a:pt x="1525" y="345"/>
                    <a:pt x="1429" y="241"/>
                  </a:cubicBezTo>
                  <a:cubicBezTo>
                    <a:pt x="1385" y="193"/>
                    <a:pt x="1333" y="145"/>
                    <a:pt x="1281" y="101"/>
                  </a:cubicBezTo>
                  <a:cubicBezTo>
                    <a:pt x="1257" y="81"/>
                    <a:pt x="1229" y="61"/>
                    <a:pt x="1201" y="41"/>
                  </a:cubicBezTo>
                  <a:cubicBezTo>
                    <a:pt x="1169" y="21"/>
                    <a:pt x="1133" y="5"/>
                    <a:pt x="1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2409297" y="2200210"/>
              <a:ext cx="910290" cy="384646"/>
            </a:xfrm>
            <a:custGeom>
              <a:avLst/>
              <a:gdLst/>
              <a:ahLst/>
              <a:cxnLst/>
              <a:rect l="l" t="t" r="r" b="b"/>
              <a:pathLst>
                <a:path w="3893" h="1645" extrusionOk="0">
                  <a:moveTo>
                    <a:pt x="449" y="1"/>
                  </a:moveTo>
                  <a:cubicBezTo>
                    <a:pt x="365" y="1"/>
                    <a:pt x="281" y="13"/>
                    <a:pt x="201" y="37"/>
                  </a:cubicBezTo>
                  <a:cubicBezTo>
                    <a:pt x="161" y="49"/>
                    <a:pt x="121" y="65"/>
                    <a:pt x="85" y="85"/>
                  </a:cubicBezTo>
                  <a:cubicBezTo>
                    <a:pt x="49" y="109"/>
                    <a:pt x="17" y="141"/>
                    <a:pt x="1" y="181"/>
                  </a:cubicBezTo>
                  <a:lnTo>
                    <a:pt x="17" y="185"/>
                  </a:lnTo>
                  <a:cubicBezTo>
                    <a:pt x="69" y="129"/>
                    <a:pt x="141" y="97"/>
                    <a:pt x="217" y="93"/>
                  </a:cubicBezTo>
                  <a:cubicBezTo>
                    <a:pt x="243" y="87"/>
                    <a:pt x="272" y="83"/>
                    <a:pt x="299" y="83"/>
                  </a:cubicBezTo>
                  <a:cubicBezTo>
                    <a:pt x="309" y="83"/>
                    <a:pt x="319" y="84"/>
                    <a:pt x="329" y="85"/>
                  </a:cubicBezTo>
                  <a:cubicBezTo>
                    <a:pt x="369" y="85"/>
                    <a:pt x="409" y="85"/>
                    <a:pt x="449" y="89"/>
                  </a:cubicBezTo>
                  <a:cubicBezTo>
                    <a:pt x="525" y="93"/>
                    <a:pt x="601" y="105"/>
                    <a:pt x="681" y="121"/>
                  </a:cubicBezTo>
                  <a:cubicBezTo>
                    <a:pt x="757" y="133"/>
                    <a:pt x="833" y="153"/>
                    <a:pt x="909" y="169"/>
                  </a:cubicBezTo>
                  <a:cubicBezTo>
                    <a:pt x="989" y="189"/>
                    <a:pt x="1065" y="209"/>
                    <a:pt x="1141" y="229"/>
                  </a:cubicBezTo>
                  <a:cubicBezTo>
                    <a:pt x="1221" y="249"/>
                    <a:pt x="1297" y="265"/>
                    <a:pt x="1377" y="281"/>
                  </a:cubicBezTo>
                  <a:cubicBezTo>
                    <a:pt x="1457" y="297"/>
                    <a:pt x="1537" y="309"/>
                    <a:pt x="1613" y="325"/>
                  </a:cubicBezTo>
                  <a:cubicBezTo>
                    <a:pt x="1693" y="341"/>
                    <a:pt x="1773" y="349"/>
                    <a:pt x="1853" y="365"/>
                  </a:cubicBezTo>
                  <a:cubicBezTo>
                    <a:pt x="2013" y="389"/>
                    <a:pt x="2169" y="421"/>
                    <a:pt x="2329" y="445"/>
                  </a:cubicBezTo>
                  <a:cubicBezTo>
                    <a:pt x="2485" y="473"/>
                    <a:pt x="2645" y="505"/>
                    <a:pt x="2805" y="525"/>
                  </a:cubicBezTo>
                  <a:cubicBezTo>
                    <a:pt x="2885" y="537"/>
                    <a:pt x="2969" y="541"/>
                    <a:pt x="3049" y="541"/>
                  </a:cubicBezTo>
                  <a:cubicBezTo>
                    <a:pt x="3057" y="542"/>
                    <a:pt x="3065" y="542"/>
                    <a:pt x="3072" y="542"/>
                  </a:cubicBezTo>
                  <a:cubicBezTo>
                    <a:pt x="3086" y="542"/>
                    <a:pt x="3100" y="541"/>
                    <a:pt x="3113" y="541"/>
                  </a:cubicBezTo>
                  <a:lnTo>
                    <a:pt x="3169" y="541"/>
                  </a:lnTo>
                  <a:cubicBezTo>
                    <a:pt x="3201" y="545"/>
                    <a:pt x="3237" y="557"/>
                    <a:pt x="3269" y="565"/>
                  </a:cubicBezTo>
                  <a:cubicBezTo>
                    <a:pt x="3337" y="593"/>
                    <a:pt x="3405" y="625"/>
                    <a:pt x="3469" y="665"/>
                  </a:cubicBezTo>
                  <a:cubicBezTo>
                    <a:pt x="3483" y="674"/>
                    <a:pt x="3496" y="683"/>
                    <a:pt x="3509" y="693"/>
                  </a:cubicBezTo>
                  <a:lnTo>
                    <a:pt x="3509" y="693"/>
                  </a:lnTo>
                  <a:cubicBezTo>
                    <a:pt x="3500" y="694"/>
                    <a:pt x="3490" y="696"/>
                    <a:pt x="3481" y="697"/>
                  </a:cubicBezTo>
                  <a:cubicBezTo>
                    <a:pt x="3445" y="705"/>
                    <a:pt x="3409" y="717"/>
                    <a:pt x="3373" y="729"/>
                  </a:cubicBezTo>
                  <a:cubicBezTo>
                    <a:pt x="3333" y="745"/>
                    <a:pt x="3297" y="765"/>
                    <a:pt x="3265" y="793"/>
                  </a:cubicBezTo>
                  <a:cubicBezTo>
                    <a:pt x="3253" y="801"/>
                    <a:pt x="3245" y="809"/>
                    <a:pt x="3237" y="821"/>
                  </a:cubicBezTo>
                  <a:lnTo>
                    <a:pt x="3221" y="841"/>
                  </a:lnTo>
                  <a:cubicBezTo>
                    <a:pt x="3209" y="857"/>
                    <a:pt x="3197" y="881"/>
                    <a:pt x="3189" y="893"/>
                  </a:cubicBezTo>
                  <a:cubicBezTo>
                    <a:pt x="3173" y="925"/>
                    <a:pt x="3161" y="957"/>
                    <a:pt x="3145" y="985"/>
                  </a:cubicBezTo>
                  <a:cubicBezTo>
                    <a:pt x="3113" y="1045"/>
                    <a:pt x="3081" y="1105"/>
                    <a:pt x="3049" y="1161"/>
                  </a:cubicBezTo>
                  <a:cubicBezTo>
                    <a:pt x="3033" y="1189"/>
                    <a:pt x="3017" y="1217"/>
                    <a:pt x="2997" y="1241"/>
                  </a:cubicBezTo>
                  <a:cubicBezTo>
                    <a:pt x="2977" y="1269"/>
                    <a:pt x="2957" y="1297"/>
                    <a:pt x="2937" y="1321"/>
                  </a:cubicBezTo>
                  <a:cubicBezTo>
                    <a:pt x="2917" y="1345"/>
                    <a:pt x="2897" y="1369"/>
                    <a:pt x="2873" y="1393"/>
                  </a:cubicBezTo>
                  <a:cubicBezTo>
                    <a:pt x="2849" y="1417"/>
                    <a:pt x="2825" y="1437"/>
                    <a:pt x="2801" y="1461"/>
                  </a:cubicBezTo>
                  <a:cubicBezTo>
                    <a:pt x="2777" y="1481"/>
                    <a:pt x="2749" y="1497"/>
                    <a:pt x="2721" y="1517"/>
                  </a:cubicBezTo>
                  <a:lnTo>
                    <a:pt x="2637" y="1565"/>
                  </a:lnTo>
                  <a:lnTo>
                    <a:pt x="2545" y="1605"/>
                  </a:lnTo>
                  <a:lnTo>
                    <a:pt x="2449" y="1633"/>
                  </a:lnTo>
                  <a:lnTo>
                    <a:pt x="2449" y="1645"/>
                  </a:lnTo>
                  <a:cubicBezTo>
                    <a:pt x="2481" y="1641"/>
                    <a:pt x="2517" y="1641"/>
                    <a:pt x="2549" y="1637"/>
                  </a:cubicBezTo>
                  <a:lnTo>
                    <a:pt x="2649" y="1613"/>
                  </a:lnTo>
                  <a:cubicBezTo>
                    <a:pt x="2685" y="1601"/>
                    <a:pt x="2721" y="1593"/>
                    <a:pt x="2749" y="1577"/>
                  </a:cubicBezTo>
                  <a:cubicBezTo>
                    <a:pt x="2781" y="1561"/>
                    <a:pt x="2813" y="1545"/>
                    <a:pt x="2845" y="1525"/>
                  </a:cubicBezTo>
                  <a:cubicBezTo>
                    <a:pt x="2873" y="1509"/>
                    <a:pt x="2901" y="1485"/>
                    <a:pt x="2929" y="1465"/>
                  </a:cubicBezTo>
                  <a:cubicBezTo>
                    <a:pt x="2957" y="1441"/>
                    <a:pt x="2985" y="1417"/>
                    <a:pt x="3009" y="1393"/>
                  </a:cubicBezTo>
                  <a:cubicBezTo>
                    <a:pt x="3033" y="1369"/>
                    <a:pt x="3057" y="1341"/>
                    <a:pt x="3081" y="1313"/>
                  </a:cubicBezTo>
                  <a:cubicBezTo>
                    <a:pt x="3105" y="1289"/>
                    <a:pt x="3125" y="1257"/>
                    <a:pt x="3145" y="1229"/>
                  </a:cubicBezTo>
                  <a:cubicBezTo>
                    <a:pt x="3185" y="1173"/>
                    <a:pt x="3225" y="1113"/>
                    <a:pt x="3257" y="1053"/>
                  </a:cubicBezTo>
                  <a:lnTo>
                    <a:pt x="3309" y="965"/>
                  </a:lnTo>
                  <a:lnTo>
                    <a:pt x="3329" y="929"/>
                  </a:lnTo>
                  <a:lnTo>
                    <a:pt x="3345" y="909"/>
                  </a:lnTo>
                  <a:lnTo>
                    <a:pt x="3353" y="905"/>
                  </a:lnTo>
                  <a:cubicBezTo>
                    <a:pt x="3373" y="889"/>
                    <a:pt x="3397" y="877"/>
                    <a:pt x="3421" y="869"/>
                  </a:cubicBezTo>
                  <a:cubicBezTo>
                    <a:pt x="3449" y="861"/>
                    <a:pt x="3477" y="853"/>
                    <a:pt x="3509" y="845"/>
                  </a:cubicBezTo>
                  <a:cubicBezTo>
                    <a:pt x="3541" y="841"/>
                    <a:pt x="3573" y="837"/>
                    <a:pt x="3601" y="833"/>
                  </a:cubicBezTo>
                  <a:cubicBezTo>
                    <a:pt x="3633" y="829"/>
                    <a:pt x="3669" y="825"/>
                    <a:pt x="3697" y="825"/>
                  </a:cubicBezTo>
                  <a:lnTo>
                    <a:pt x="3893" y="813"/>
                  </a:lnTo>
                  <a:lnTo>
                    <a:pt x="3745" y="693"/>
                  </a:lnTo>
                  <a:cubicBezTo>
                    <a:pt x="3677" y="641"/>
                    <a:pt x="3609" y="593"/>
                    <a:pt x="3537" y="553"/>
                  </a:cubicBezTo>
                  <a:cubicBezTo>
                    <a:pt x="3461" y="509"/>
                    <a:pt x="3385" y="473"/>
                    <a:pt x="3305" y="449"/>
                  </a:cubicBezTo>
                  <a:cubicBezTo>
                    <a:pt x="3261" y="433"/>
                    <a:pt x="3213" y="425"/>
                    <a:pt x="3169" y="421"/>
                  </a:cubicBezTo>
                  <a:lnTo>
                    <a:pt x="3101" y="421"/>
                  </a:lnTo>
                  <a:cubicBezTo>
                    <a:pt x="3081" y="425"/>
                    <a:pt x="3065" y="429"/>
                    <a:pt x="3045" y="429"/>
                  </a:cubicBezTo>
                  <a:cubicBezTo>
                    <a:pt x="2969" y="433"/>
                    <a:pt x="2889" y="433"/>
                    <a:pt x="2809" y="433"/>
                  </a:cubicBezTo>
                  <a:cubicBezTo>
                    <a:pt x="2649" y="429"/>
                    <a:pt x="2493" y="421"/>
                    <a:pt x="2333" y="401"/>
                  </a:cubicBezTo>
                  <a:cubicBezTo>
                    <a:pt x="2253" y="389"/>
                    <a:pt x="2173" y="377"/>
                    <a:pt x="2097" y="361"/>
                  </a:cubicBezTo>
                  <a:cubicBezTo>
                    <a:pt x="2017" y="349"/>
                    <a:pt x="1941" y="333"/>
                    <a:pt x="1861" y="313"/>
                  </a:cubicBezTo>
                  <a:cubicBezTo>
                    <a:pt x="1709" y="273"/>
                    <a:pt x="1553" y="225"/>
                    <a:pt x="1401" y="177"/>
                  </a:cubicBezTo>
                  <a:cubicBezTo>
                    <a:pt x="1249" y="133"/>
                    <a:pt x="1097" y="85"/>
                    <a:pt x="937" y="53"/>
                  </a:cubicBezTo>
                  <a:lnTo>
                    <a:pt x="817" y="29"/>
                  </a:lnTo>
                  <a:lnTo>
                    <a:pt x="693" y="13"/>
                  </a:lnTo>
                  <a:cubicBezTo>
                    <a:pt x="613" y="5"/>
                    <a:pt x="529" y="1"/>
                    <a:pt x="4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2369078" y="2368802"/>
              <a:ext cx="769059" cy="127904"/>
            </a:xfrm>
            <a:custGeom>
              <a:avLst/>
              <a:gdLst/>
              <a:ahLst/>
              <a:cxnLst/>
              <a:rect l="l" t="t" r="r" b="b"/>
              <a:pathLst>
                <a:path w="3289" h="547" extrusionOk="0">
                  <a:moveTo>
                    <a:pt x="718" y="1"/>
                  </a:moveTo>
                  <a:cubicBezTo>
                    <a:pt x="658" y="1"/>
                    <a:pt x="597" y="4"/>
                    <a:pt x="537" y="12"/>
                  </a:cubicBezTo>
                  <a:cubicBezTo>
                    <a:pt x="493" y="16"/>
                    <a:pt x="453" y="20"/>
                    <a:pt x="417" y="28"/>
                  </a:cubicBezTo>
                  <a:cubicBezTo>
                    <a:pt x="377" y="36"/>
                    <a:pt x="341" y="44"/>
                    <a:pt x="309" y="52"/>
                  </a:cubicBezTo>
                  <a:cubicBezTo>
                    <a:pt x="253" y="68"/>
                    <a:pt x="197" y="88"/>
                    <a:pt x="141" y="108"/>
                  </a:cubicBezTo>
                  <a:cubicBezTo>
                    <a:pt x="97" y="124"/>
                    <a:pt x="61" y="140"/>
                    <a:pt x="37" y="152"/>
                  </a:cubicBezTo>
                  <a:lnTo>
                    <a:pt x="1" y="168"/>
                  </a:lnTo>
                  <a:lnTo>
                    <a:pt x="5" y="176"/>
                  </a:lnTo>
                  <a:lnTo>
                    <a:pt x="45" y="164"/>
                  </a:lnTo>
                  <a:cubicBezTo>
                    <a:pt x="69" y="160"/>
                    <a:pt x="105" y="144"/>
                    <a:pt x="149" y="132"/>
                  </a:cubicBezTo>
                  <a:lnTo>
                    <a:pt x="229" y="116"/>
                  </a:lnTo>
                  <a:lnTo>
                    <a:pt x="321" y="96"/>
                  </a:lnTo>
                  <a:lnTo>
                    <a:pt x="425" y="80"/>
                  </a:lnTo>
                  <a:cubicBezTo>
                    <a:pt x="461" y="76"/>
                    <a:pt x="501" y="72"/>
                    <a:pt x="541" y="72"/>
                  </a:cubicBezTo>
                  <a:cubicBezTo>
                    <a:pt x="577" y="70"/>
                    <a:pt x="614" y="69"/>
                    <a:pt x="650" y="69"/>
                  </a:cubicBezTo>
                  <a:cubicBezTo>
                    <a:pt x="702" y="69"/>
                    <a:pt x="753" y="71"/>
                    <a:pt x="805" y="76"/>
                  </a:cubicBezTo>
                  <a:cubicBezTo>
                    <a:pt x="901" y="84"/>
                    <a:pt x="997" y="100"/>
                    <a:pt x="1093" y="120"/>
                  </a:cubicBezTo>
                  <a:cubicBezTo>
                    <a:pt x="1301" y="172"/>
                    <a:pt x="1505" y="236"/>
                    <a:pt x="1705" y="320"/>
                  </a:cubicBezTo>
                  <a:lnTo>
                    <a:pt x="2009" y="444"/>
                  </a:lnTo>
                  <a:cubicBezTo>
                    <a:pt x="2109" y="484"/>
                    <a:pt x="2213" y="516"/>
                    <a:pt x="2317" y="540"/>
                  </a:cubicBezTo>
                  <a:cubicBezTo>
                    <a:pt x="2347" y="544"/>
                    <a:pt x="2379" y="546"/>
                    <a:pt x="2411" y="546"/>
                  </a:cubicBezTo>
                  <a:cubicBezTo>
                    <a:pt x="2433" y="546"/>
                    <a:pt x="2455" y="545"/>
                    <a:pt x="2477" y="544"/>
                  </a:cubicBezTo>
                  <a:cubicBezTo>
                    <a:pt x="2525" y="536"/>
                    <a:pt x="2573" y="524"/>
                    <a:pt x="2621" y="512"/>
                  </a:cubicBezTo>
                  <a:cubicBezTo>
                    <a:pt x="2709" y="488"/>
                    <a:pt x="2797" y="452"/>
                    <a:pt x="2877" y="408"/>
                  </a:cubicBezTo>
                  <a:cubicBezTo>
                    <a:pt x="2941" y="372"/>
                    <a:pt x="3005" y="328"/>
                    <a:pt x="3065" y="276"/>
                  </a:cubicBezTo>
                  <a:cubicBezTo>
                    <a:pt x="3109" y="240"/>
                    <a:pt x="3153" y="200"/>
                    <a:pt x="3193" y="156"/>
                  </a:cubicBezTo>
                  <a:cubicBezTo>
                    <a:pt x="3229" y="120"/>
                    <a:pt x="3261" y="76"/>
                    <a:pt x="3289" y="36"/>
                  </a:cubicBezTo>
                  <a:lnTo>
                    <a:pt x="3281" y="32"/>
                  </a:lnTo>
                  <a:cubicBezTo>
                    <a:pt x="3249" y="68"/>
                    <a:pt x="3213" y="104"/>
                    <a:pt x="3173" y="136"/>
                  </a:cubicBezTo>
                  <a:cubicBezTo>
                    <a:pt x="3129" y="172"/>
                    <a:pt x="3085" y="208"/>
                    <a:pt x="3037" y="240"/>
                  </a:cubicBezTo>
                  <a:cubicBezTo>
                    <a:pt x="2977" y="284"/>
                    <a:pt x="2913" y="324"/>
                    <a:pt x="2845" y="356"/>
                  </a:cubicBezTo>
                  <a:cubicBezTo>
                    <a:pt x="2769" y="396"/>
                    <a:pt x="2689" y="428"/>
                    <a:pt x="2605" y="456"/>
                  </a:cubicBezTo>
                  <a:cubicBezTo>
                    <a:pt x="2561" y="472"/>
                    <a:pt x="2513" y="480"/>
                    <a:pt x="2469" y="496"/>
                  </a:cubicBezTo>
                  <a:cubicBezTo>
                    <a:pt x="2434" y="502"/>
                    <a:pt x="2396" y="505"/>
                    <a:pt x="2360" y="505"/>
                  </a:cubicBezTo>
                  <a:cubicBezTo>
                    <a:pt x="2347" y="505"/>
                    <a:pt x="2334" y="505"/>
                    <a:pt x="2321" y="504"/>
                  </a:cubicBezTo>
                  <a:cubicBezTo>
                    <a:pt x="2217" y="496"/>
                    <a:pt x="2113" y="468"/>
                    <a:pt x="2017" y="424"/>
                  </a:cubicBezTo>
                  <a:cubicBezTo>
                    <a:pt x="1917" y="388"/>
                    <a:pt x="1813" y="336"/>
                    <a:pt x="1717" y="288"/>
                  </a:cubicBezTo>
                  <a:cubicBezTo>
                    <a:pt x="1621" y="236"/>
                    <a:pt x="1521" y="192"/>
                    <a:pt x="1417" y="148"/>
                  </a:cubicBezTo>
                  <a:cubicBezTo>
                    <a:pt x="1317" y="112"/>
                    <a:pt x="1213" y="76"/>
                    <a:pt x="1109" y="48"/>
                  </a:cubicBezTo>
                  <a:cubicBezTo>
                    <a:pt x="980" y="18"/>
                    <a:pt x="849" y="1"/>
                    <a:pt x="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2412103" y="2261707"/>
              <a:ext cx="576385" cy="68278"/>
            </a:xfrm>
            <a:custGeom>
              <a:avLst/>
              <a:gdLst/>
              <a:ahLst/>
              <a:cxnLst/>
              <a:rect l="l" t="t" r="r" b="b"/>
              <a:pathLst>
                <a:path w="2465" h="292" extrusionOk="0">
                  <a:moveTo>
                    <a:pt x="540" y="0"/>
                  </a:moveTo>
                  <a:cubicBezTo>
                    <a:pt x="486" y="0"/>
                    <a:pt x="431" y="3"/>
                    <a:pt x="377" y="10"/>
                  </a:cubicBezTo>
                  <a:cubicBezTo>
                    <a:pt x="321" y="14"/>
                    <a:pt x="269" y="26"/>
                    <a:pt x="217" y="38"/>
                  </a:cubicBezTo>
                  <a:cubicBezTo>
                    <a:pt x="177" y="50"/>
                    <a:pt x="137" y="66"/>
                    <a:pt x="97" y="82"/>
                  </a:cubicBezTo>
                  <a:cubicBezTo>
                    <a:pt x="73" y="94"/>
                    <a:pt x="49" y="106"/>
                    <a:pt x="25" y="118"/>
                  </a:cubicBezTo>
                  <a:lnTo>
                    <a:pt x="1" y="134"/>
                  </a:lnTo>
                  <a:lnTo>
                    <a:pt x="5" y="138"/>
                  </a:lnTo>
                  <a:lnTo>
                    <a:pt x="33" y="130"/>
                  </a:lnTo>
                  <a:cubicBezTo>
                    <a:pt x="49" y="126"/>
                    <a:pt x="73" y="114"/>
                    <a:pt x="105" y="106"/>
                  </a:cubicBezTo>
                  <a:cubicBezTo>
                    <a:pt x="145" y="98"/>
                    <a:pt x="185" y="90"/>
                    <a:pt x="225" y="82"/>
                  </a:cubicBezTo>
                  <a:cubicBezTo>
                    <a:pt x="273" y="78"/>
                    <a:pt x="325" y="70"/>
                    <a:pt x="381" y="70"/>
                  </a:cubicBezTo>
                  <a:cubicBezTo>
                    <a:pt x="397" y="69"/>
                    <a:pt x="414" y="68"/>
                    <a:pt x="432" y="68"/>
                  </a:cubicBezTo>
                  <a:cubicBezTo>
                    <a:pt x="474" y="68"/>
                    <a:pt x="520" y="71"/>
                    <a:pt x="565" y="74"/>
                  </a:cubicBezTo>
                  <a:cubicBezTo>
                    <a:pt x="633" y="78"/>
                    <a:pt x="701" y="86"/>
                    <a:pt x="773" y="94"/>
                  </a:cubicBezTo>
                  <a:cubicBezTo>
                    <a:pt x="917" y="110"/>
                    <a:pt x="1069" y="138"/>
                    <a:pt x="1225" y="158"/>
                  </a:cubicBezTo>
                  <a:cubicBezTo>
                    <a:pt x="1301" y="166"/>
                    <a:pt x="1381" y="178"/>
                    <a:pt x="1457" y="190"/>
                  </a:cubicBezTo>
                  <a:cubicBezTo>
                    <a:pt x="1533" y="198"/>
                    <a:pt x="1605" y="214"/>
                    <a:pt x="1677" y="230"/>
                  </a:cubicBezTo>
                  <a:cubicBezTo>
                    <a:pt x="1749" y="242"/>
                    <a:pt x="1821" y="258"/>
                    <a:pt x="1885" y="266"/>
                  </a:cubicBezTo>
                  <a:cubicBezTo>
                    <a:pt x="1953" y="274"/>
                    <a:pt x="2017" y="282"/>
                    <a:pt x="2073" y="286"/>
                  </a:cubicBezTo>
                  <a:cubicBezTo>
                    <a:pt x="2158" y="289"/>
                    <a:pt x="2231" y="291"/>
                    <a:pt x="2290" y="291"/>
                  </a:cubicBezTo>
                  <a:cubicBezTo>
                    <a:pt x="2315" y="291"/>
                    <a:pt x="2337" y="291"/>
                    <a:pt x="2357" y="290"/>
                  </a:cubicBezTo>
                  <a:cubicBezTo>
                    <a:pt x="2429" y="290"/>
                    <a:pt x="2465" y="286"/>
                    <a:pt x="2465" y="286"/>
                  </a:cubicBezTo>
                  <a:lnTo>
                    <a:pt x="2465" y="282"/>
                  </a:lnTo>
                  <a:cubicBezTo>
                    <a:pt x="2465" y="282"/>
                    <a:pt x="2429" y="274"/>
                    <a:pt x="2361" y="266"/>
                  </a:cubicBezTo>
                  <a:cubicBezTo>
                    <a:pt x="2325" y="258"/>
                    <a:pt x="2285" y="254"/>
                    <a:pt x="2237" y="250"/>
                  </a:cubicBezTo>
                  <a:lnTo>
                    <a:pt x="2081" y="230"/>
                  </a:lnTo>
                  <a:cubicBezTo>
                    <a:pt x="2021" y="222"/>
                    <a:pt x="1961" y="214"/>
                    <a:pt x="1893" y="210"/>
                  </a:cubicBezTo>
                  <a:cubicBezTo>
                    <a:pt x="1825" y="202"/>
                    <a:pt x="1757" y="202"/>
                    <a:pt x="1681" y="194"/>
                  </a:cubicBezTo>
                  <a:cubicBezTo>
                    <a:pt x="1609" y="190"/>
                    <a:pt x="1533" y="182"/>
                    <a:pt x="1461" y="170"/>
                  </a:cubicBezTo>
                  <a:cubicBezTo>
                    <a:pt x="1381" y="154"/>
                    <a:pt x="1309" y="138"/>
                    <a:pt x="1233" y="118"/>
                  </a:cubicBezTo>
                  <a:cubicBezTo>
                    <a:pt x="1153" y="102"/>
                    <a:pt x="1077" y="82"/>
                    <a:pt x="1005" y="66"/>
                  </a:cubicBezTo>
                  <a:cubicBezTo>
                    <a:pt x="933" y="50"/>
                    <a:pt x="853" y="34"/>
                    <a:pt x="781" y="22"/>
                  </a:cubicBezTo>
                  <a:cubicBezTo>
                    <a:pt x="702" y="7"/>
                    <a:pt x="621" y="0"/>
                    <a:pt x="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2381237" y="2334663"/>
              <a:ext cx="504366" cy="96805"/>
            </a:xfrm>
            <a:custGeom>
              <a:avLst/>
              <a:gdLst/>
              <a:ahLst/>
              <a:cxnLst/>
              <a:rect l="l" t="t" r="r" b="b"/>
              <a:pathLst>
                <a:path w="2157" h="414" extrusionOk="0">
                  <a:moveTo>
                    <a:pt x="638" y="1"/>
                  </a:moveTo>
                  <a:cubicBezTo>
                    <a:pt x="538" y="1"/>
                    <a:pt x="437" y="10"/>
                    <a:pt x="337" y="30"/>
                  </a:cubicBezTo>
                  <a:cubicBezTo>
                    <a:pt x="289" y="38"/>
                    <a:pt x="241" y="46"/>
                    <a:pt x="193" y="62"/>
                  </a:cubicBezTo>
                  <a:cubicBezTo>
                    <a:pt x="157" y="74"/>
                    <a:pt x="125" y="86"/>
                    <a:pt x="89" y="98"/>
                  </a:cubicBezTo>
                  <a:cubicBezTo>
                    <a:pt x="57" y="110"/>
                    <a:pt x="29" y="126"/>
                    <a:pt x="1" y="138"/>
                  </a:cubicBezTo>
                  <a:lnTo>
                    <a:pt x="1" y="146"/>
                  </a:lnTo>
                  <a:lnTo>
                    <a:pt x="25" y="142"/>
                  </a:lnTo>
                  <a:cubicBezTo>
                    <a:pt x="41" y="138"/>
                    <a:pt x="65" y="130"/>
                    <a:pt x="93" y="126"/>
                  </a:cubicBezTo>
                  <a:cubicBezTo>
                    <a:pt x="125" y="118"/>
                    <a:pt x="161" y="110"/>
                    <a:pt x="201" y="106"/>
                  </a:cubicBezTo>
                  <a:cubicBezTo>
                    <a:pt x="241" y="98"/>
                    <a:pt x="289" y="94"/>
                    <a:pt x="341" y="86"/>
                  </a:cubicBezTo>
                  <a:cubicBezTo>
                    <a:pt x="393" y="82"/>
                    <a:pt x="449" y="78"/>
                    <a:pt x="509" y="78"/>
                  </a:cubicBezTo>
                  <a:cubicBezTo>
                    <a:pt x="569" y="74"/>
                    <a:pt x="633" y="74"/>
                    <a:pt x="697" y="74"/>
                  </a:cubicBezTo>
                  <a:cubicBezTo>
                    <a:pt x="718" y="72"/>
                    <a:pt x="740" y="72"/>
                    <a:pt x="762" y="72"/>
                  </a:cubicBezTo>
                  <a:cubicBezTo>
                    <a:pt x="806" y="72"/>
                    <a:pt x="852" y="74"/>
                    <a:pt x="897" y="74"/>
                  </a:cubicBezTo>
                  <a:lnTo>
                    <a:pt x="1105" y="78"/>
                  </a:lnTo>
                  <a:cubicBezTo>
                    <a:pt x="1173" y="82"/>
                    <a:pt x="1245" y="86"/>
                    <a:pt x="1313" y="98"/>
                  </a:cubicBezTo>
                  <a:cubicBezTo>
                    <a:pt x="1377" y="102"/>
                    <a:pt x="1445" y="118"/>
                    <a:pt x="1509" y="138"/>
                  </a:cubicBezTo>
                  <a:cubicBezTo>
                    <a:pt x="1573" y="154"/>
                    <a:pt x="1629" y="178"/>
                    <a:pt x="1685" y="198"/>
                  </a:cubicBezTo>
                  <a:cubicBezTo>
                    <a:pt x="1741" y="222"/>
                    <a:pt x="1793" y="238"/>
                    <a:pt x="1841" y="262"/>
                  </a:cubicBezTo>
                  <a:cubicBezTo>
                    <a:pt x="1933" y="302"/>
                    <a:pt x="2013" y="342"/>
                    <a:pt x="2065" y="370"/>
                  </a:cubicBezTo>
                  <a:lnTo>
                    <a:pt x="2153" y="414"/>
                  </a:lnTo>
                  <a:lnTo>
                    <a:pt x="2157" y="410"/>
                  </a:lnTo>
                  <a:cubicBezTo>
                    <a:pt x="2137" y="386"/>
                    <a:pt x="2109" y="366"/>
                    <a:pt x="2085" y="346"/>
                  </a:cubicBezTo>
                  <a:cubicBezTo>
                    <a:pt x="1973" y="254"/>
                    <a:pt x="1845" y="186"/>
                    <a:pt x="1709" y="142"/>
                  </a:cubicBezTo>
                  <a:cubicBezTo>
                    <a:pt x="1649" y="122"/>
                    <a:pt x="1585" y="110"/>
                    <a:pt x="1521" y="98"/>
                  </a:cubicBezTo>
                  <a:cubicBezTo>
                    <a:pt x="1457" y="90"/>
                    <a:pt x="1385" y="82"/>
                    <a:pt x="1317" y="74"/>
                  </a:cubicBezTo>
                  <a:cubicBezTo>
                    <a:pt x="1249" y="66"/>
                    <a:pt x="1181" y="54"/>
                    <a:pt x="1113" y="42"/>
                  </a:cubicBezTo>
                  <a:cubicBezTo>
                    <a:pt x="1041" y="30"/>
                    <a:pt x="973" y="22"/>
                    <a:pt x="901" y="14"/>
                  </a:cubicBezTo>
                  <a:cubicBezTo>
                    <a:pt x="833" y="6"/>
                    <a:pt x="765" y="2"/>
                    <a:pt x="697" y="2"/>
                  </a:cubicBezTo>
                  <a:cubicBezTo>
                    <a:pt x="677" y="1"/>
                    <a:pt x="658" y="1"/>
                    <a:pt x="6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2081000" y="1669882"/>
              <a:ext cx="160172" cy="104053"/>
            </a:xfrm>
            <a:custGeom>
              <a:avLst/>
              <a:gdLst/>
              <a:ahLst/>
              <a:cxnLst/>
              <a:rect l="l" t="t" r="r" b="b"/>
              <a:pathLst>
                <a:path w="685" h="445" extrusionOk="0">
                  <a:moveTo>
                    <a:pt x="649" y="1"/>
                  </a:moveTo>
                  <a:lnTo>
                    <a:pt x="645" y="5"/>
                  </a:lnTo>
                  <a:cubicBezTo>
                    <a:pt x="649" y="13"/>
                    <a:pt x="649" y="25"/>
                    <a:pt x="649" y="37"/>
                  </a:cubicBezTo>
                  <a:cubicBezTo>
                    <a:pt x="645" y="61"/>
                    <a:pt x="633" y="85"/>
                    <a:pt x="613" y="101"/>
                  </a:cubicBezTo>
                  <a:cubicBezTo>
                    <a:pt x="597" y="113"/>
                    <a:pt x="585" y="121"/>
                    <a:pt x="569" y="129"/>
                  </a:cubicBezTo>
                  <a:lnTo>
                    <a:pt x="509" y="165"/>
                  </a:lnTo>
                  <a:cubicBezTo>
                    <a:pt x="485" y="181"/>
                    <a:pt x="461" y="193"/>
                    <a:pt x="437" y="201"/>
                  </a:cubicBezTo>
                  <a:cubicBezTo>
                    <a:pt x="413" y="209"/>
                    <a:pt x="385" y="213"/>
                    <a:pt x="361" y="217"/>
                  </a:cubicBezTo>
                  <a:cubicBezTo>
                    <a:pt x="309" y="225"/>
                    <a:pt x="257" y="237"/>
                    <a:pt x="205" y="257"/>
                  </a:cubicBezTo>
                  <a:cubicBezTo>
                    <a:pt x="161" y="273"/>
                    <a:pt x="117" y="297"/>
                    <a:pt x="81" y="325"/>
                  </a:cubicBezTo>
                  <a:cubicBezTo>
                    <a:pt x="53" y="349"/>
                    <a:pt x="33" y="377"/>
                    <a:pt x="17" y="405"/>
                  </a:cubicBezTo>
                  <a:cubicBezTo>
                    <a:pt x="9" y="417"/>
                    <a:pt x="5" y="429"/>
                    <a:pt x="1" y="441"/>
                  </a:cubicBezTo>
                  <a:lnTo>
                    <a:pt x="9" y="445"/>
                  </a:lnTo>
                  <a:lnTo>
                    <a:pt x="17" y="441"/>
                  </a:lnTo>
                  <a:cubicBezTo>
                    <a:pt x="21" y="437"/>
                    <a:pt x="29" y="429"/>
                    <a:pt x="37" y="425"/>
                  </a:cubicBezTo>
                  <a:cubicBezTo>
                    <a:pt x="61" y="405"/>
                    <a:pt x="89" y="389"/>
                    <a:pt x="117" y="377"/>
                  </a:cubicBezTo>
                  <a:cubicBezTo>
                    <a:pt x="149" y="361"/>
                    <a:pt x="189" y="345"/>
                    <a:pt x="233" y="321"/>
                  </a:cubicBezTo>
                  <a:lnTo>
                    <a:pt x="301" y="293"/>
                  </a:lnTo>
                  <a:cubicBezTo>
                    <a:pt x="325" y="281"/>
                    <a:pt x="349" y="269"/>
                    <a:pt x="373" y="253"/>
                  </a:cubicBezTo>
                  <a:cubicBezTo>
                    <a:pt x="397" y="241"/>
                    <a:pt x="421" y="229"/>
                    <a:pt x="445" y="221"/>
                  </a:cubicBezTo>
                  <a:cubicBezTo>
                    <a:pt x="469" y="209"/>
                    <a:pt x="493" y="205"/>
                    <a:pt x="521" y="201"/>
                  </a:cubicBezTo>
                  <a:cubicBezTo>
                    <a:pt x="545" y="197"/>
                    <a:pt x="569" y="193"/>
                    <a:pt x="593" y="185"/>
                  </a:cubicBezTo>
                  <a:cubicBezTo>
                    <a:pt x="617" y="177"/>
                    <a:pt x="637" y="161"/>
                    <a:pt x="653" y="141"/>
                  </a:cubicBezTo>
                  <a:cubicBezTo>
                    <a:pt x="669" y="125"/>
                    <a:pt x="681" y="105"/>
                    <a:pt x="685" y="81"/>
                  </a:cubicBezTo>
                  <a:cubicBezTo>
                    <a:pt x="685" y="65"/>
                    <a:pt x="685" y="49"/>
                    <a:pt x="677" y="33"/>
                  </a:cubicBezTo>
                  <a:cubicBezTo>
                    <a:pt x="673" y="17"/>
                    <a:pt x="665" y="5"/>
                    <a:pt x="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2306412" y="1723196"/>
              <a:ext cx="147077" cy="495948"/>
            </a:xfrm>
            <a:custGeom>
              <a:avLst/>
              <a:gdLst/>
              <a:ahLst/>
              <a:cxnLst/>
              <a:rect l="l" t="t" r="r" b="b"/>
              <a:pathLst>
                <a:path w="629" h="2121" extrusionOk="0">
                  <a:moveTo>
                    <a:pt x="5" y="1"/>
                  </a:moveTo>
                  <a:lnTo>
                    <a:pt x="1" y="5"/>
                  </a:lnTo>
                  <a:lnTo>
                    <a:pt x="1" y="33"/>
                  </a:lnTo>
                  <a:cubicBezTo>
                    <a:pt x="1" y="57"/>
                    <a:pt x="5" y="81"/>
                    <a:pt x="9" y="105"/>
                  </a:cubicBezTo>
                  <a:cubicBezTo>
                    <a:pt x="25" y="189"/>
                    <a:pt x="61" y="273"/>
                    <a:pt x="109" y="345"/>
                  </a:cubicBezTo>
                  <a:cubicBezTo>
                    <a:pt x="137" y="393"/>
                    <a:pt x="169" y="441"/>
                    <a:pt x="201" y="489"/>
                  </a:cubicBezTo>
                  <a:cubicBezTo>
                    <a:pt x="237" y="537"/>
                    <a:pt x="277" y="589"/>
                    <a:pt x="309" y="645"/>
                  </a:cubicBezTo>
                  <a:cubicBezTo>
                    <a:pt x="345" y="701"/>
                    <a:pt x="373" y="761"/>
                    <a:pt x="397" y="825"/>
                  </a:cubicBezTo>
                  <a:cubicBezTo>
                    <a:pt x="417" y="893"/>
                    <a:pt x="437" y="957"/>
                    <a:pt x="453" y="1025"/>
                  </a:cubicBezTo>
                  <a:cubicBezTo>
                    <a:pt x="485" y="1165"/>
                    <a:pt x="517" y="1301"/>
                    <a:pt x="537" y="1429"/>
                  </a:cubicBezTo>
                  <a:cubicBezTo>
                    <a:pt x="553" y="1545"/>
                    <a:pt x="561" y="1661"/>
                    <a:pt x="561" y="1781"/>
                  </a:cubicBezTo>
                  <a:cubicBezTo>
                    <a:pt x="557" y="1829"/>
                    <a:pt x="553" y="1877"/>
                    <a:pt x="545" y="1921"/>
                  </a:cubicBezTo>
                  <a:cubicBezTo>
                    <a:pt x="541" y="1957"/>
                    <a:pt x="533" y="1993"/>
                    <a:pt x="525" y="2025"/>
                  </a:cubicBezTo>
                  <a:cubicBezTo>
                    <a:pt x="521" y="2049"/>
                    <a:pt x="513" y="2073"/>
                    <a:pt x="505" y="2093"/>
                  </a:cubicBezTo>
                  <a:cubicBezTo>
                    <a:pt x="501" y="2109"/>
                    <a:pt x="497" y="2121"/>
                    <a:pt x="497" y="2121"/>
                  </a:cubicBezTo>
                  <a:lnTo>
                    <a:pt x="505" y="2121"/>
                  </a:lnTo>
                  <a:lnTo>
                    <a:pt x="517" y="2101"/>
                  </a:lnTo>
                  <a:cubicBezTo>
                    <a:pt x="525" y="2085"/>
                    <a:pt x="537" y="2065"/>
                    <a:pt x="549" y="2037"/>
                  </a:cubicBezTo>
                  <a:cubicBezTo>
                    <a:pt x="565" y="2001"/>
                    <a:pt x="581" y="1965"/>
                    <a:pt x="589" y="1929"/>
                  </a:cubicBezTo>
                  <a:cubicBezTo>
                    <a:pt x="605" y="1881"/>
                    <a:pt x="613" y="1833"/>
                    <a:pt x="621" y="1785"/>
                  </a:cubicBezTo>
                  <a:cubicBezTo>
                    <a:pt x="629" y="1725"/>
                    <a:pt x="629" y="1665"/>
                    <a:pt x="629" y="1609"/>
                  </a:cubicBezTo>
                  <a:cubicBezTo>
                    <a:pt x="625" y="1545"/>
                    <a:pt x="617" y="1477"/>
                    <a:pt x="605" y="1417"/>
                  </a:cubicBezTo>
                  <a:cubicBezTo>
                    <a:pt x="589" y="1349"/>
                    <a:pt x="573" y="1281"/>
                    <a:pt x="557" y="1217"/>
                  </a:cubicBezTo>
                  <a:cubicBezTo>
                    <a:pt x="537" y="1149"/>
                    <a:pt x="513" y="1081"/>
                    <a:pt x="489" y="1017"/>
                  </a:cubicBezTo>
                  <a:lnTo>
                    <a:pt x="413" y="817"/>
                  </a:lnTo>
                  <a:cubicBezTo>
                    <a:pt x="389" y="749"/>
                    <a:pt x="365" y="685"/>
                    <a:pt x="341" y="621"/>
                  </a:cubicBezTo>
                  <a:cubicBezTo>
                    <a:pt x="317" y="561"/>
                    <a:pt x="285" y="505"/>
                    <a:pt x="253" y="449"/>
                  </a:cubicBezTo>
                  <a:cubicBezTo>
                    <a:pt x="217" y="397"/>
                    <a:pt x="185" y="353"/>
                    <a:pt x="157" y="309"/>
                  </a:cubicBezTo>
                  <a:cubicBezTo>
                    <a:pt x="105" y="241"/>
                    <a:pt x="65" y="169"/>
                    <a:pt x="33" y="93"/>
                  </a:cubicBezTo>
                  <a:cubicBezTo>
                    <a:pt x="25" y="69"/>
                    <a:pt x="17" y="49"/>
                    <a:pt x="9" y="2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2273676" y="1837305"/>
              <a:ext cx="79735" cy="248091"/>
            </a:xfrm>
            <a:custGeom>
              <a:avLst/>
              <a:gdLst/>
              <a:ahLst/>
              <a:cxnLst/>
              <a:rect l="l" t="t" r="r" b="b"/>
              <a:pathLst>
                <a:path w="341" h="1061" extrusionOk="0">
                  <a:moveTo>
                    <a:pt x="5" y="1"/>
                  </a:moveTo>
                  <a:lnTo>
                    <a:pt x="1" y="5"/>
                  </a:lnTo>
                  <a:lnTo>
                    <a:pt x="13" y="13"/>
                  </a:lnTo>
                  <a:cubicBezTo>
                    <a:pt x="21" y="17"/>
                    <a:pt x="29" y="25"/>
                    <a:pt x="37" y="33"/>
                  </a:cubicBezTo>
                  <a:cubicBezTo>
                    <a:pt x="65" y="61"/>
                    <a:pt x="85" y="97"/>
                    <a:pt x="97" y="133"/>
                  </a:cubicBezTo>
                  <a:cubicBezTo>
                    <a:pt x="109" y="157"/>
                    <a:pt x="117" y="185"/>
                    <a:pt x="129" y="213"/>
                  </a:cubicBezTo>
                  <a:cubicBezTo>
                    <a:pt x="141" y="241"/>
                    <a:pt x="157" y="269"/>
                    <a:pt x="173" y="297"/>
                  </a:cubicBezTo>
                  <a:cubicBezTo>
                    <a:pt x="189" y="329"/>
                    <a:pt x="201" y="361"/>
                    <a:pt x="209" y="393"/>
                  </a:cubicBezTo>
                  <a:cubicBezTo>
                    <a:pt x="221" y="429"/>
                    <a:pt x="225" y="465"/>
                    <a:pt x="229" y="497"/>
                  </a:cubicBezTo>
                  <a:cubicBezTo>
                    <a:pt x="233" y="569"/>
                    <a:pt x="245" y="641"/>
                    <a:pt x="253" y="705"/>
                  </a:cubicBezTo>
                  <a:cubicBezTo>
                    <a:pt x="261" y="773"/>
                    <a:pt x="269" y="833"/>
                    <a:pt x="277" y="885"/>
                  </a:cubicBezTo>
                  <a:cubicBezTo>
                    <a:pt x="285" y="937"/>
                    <a:pt x="293" y="981"/>
                    <a:pt x="301" y="1013"/>
                  </a:cubicBezTo>
                  <a:cubicBezTo>
                    <a:pt x="305" y="1045"/>
                    <a:pt x="313" y="1061"/>
                    <a:pt x="313" y="1061"/>
                  </a:cubicBezTo>
                  <a:lnTo>
                    <a:pt x="321" y="1061"/>
                  </a:lnTo>
                  <a:cubicBezTo>
                    <a:pt x="333" y="1001"/>
                    <a:pt x="341" y="941"/>
                    <a:pt x="341" y="881"/>
                  </a:cubicBezTo>
                  <a:cubicBezTo>
                    <a:pt x="341" y="853"/>
                    <a:pt x="341" y="825"/>
                    <a:pt x="337" y="793"/>
                  </a:cubicBezTo>
                  <a:cubicBezTo>
                    <a:pt x="337" y="761"/>
                    <a:pt x="333" y="729"/>
                    <a:pt x="325" y="697"/>
                  </a:cubicBezTo>
                  <a:cubicBezTo>
                    <a:pt x="317" y="661"/>
                    <a:pt x="313" y="629"/>
                    <a:pt x="301" y="593"/>
                  </a:cubicBezTo>
                  <a:cubicBezTo>
                    <a:pt x="293" y="557"/>
                    <a:pt x="281" y="525"/>
                    <a:pt x="269" y="489"/>
                  </a:cubicBezTo>
                  <a:cubicBezTo>
                    <a:pt x="257" y="457"/>
                    <a:pt x="241" y="425"/>
                    <a:pt x="233" y="389"/>
                  </a:cubicBezTo>
                  <a:cubicBezTo>
                    <a:pt x="221" y="357"/>
                    <a:pt x="217" y="325"/>
                    <a:pt x="209" y="289"/>
                  </a:cubicBezTo>
                  <a:cubicBezTo>
                    <a:pt x="205" y="257"/>
                    <a:pt x="197" y="225"/>
                    <a:pt x="189" y="193"/>
                  </a:cubicBezTo>
                  <a:cubicBezTo>
                    <a:pt x="177" y="165"/>
                    <a:pt x="165" y="137"/>
                    <a:pt x="153" y="113"/>
                  </a:cubicBezTo>
                  <a:cubicBezTo>
                    <a:pt x="133" y="69"/>
                    <a:pt x="97" y="33"/>
                    <a:pt x="57" y="13"/>
                  </a:cubicBezTo>
                  <a:cubicBezTo>
                    <a:pt x="45" y="9"/>
                    <a:pt x="29" y="5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1786375" y="1983215"/>
              <a:ext cx="90024" cy="363134"/>
            </a:xfrm>
            <a:custGeom>
              <a:avLst/>
              <a:gdLst/>
              <a:ahLst/>
              <a:cxnLst/>
              <a:rect l="l" t="t" r="r" b="b"/>
              <a:pathLst>
                <a:path w="385" h="1553" extrusionOk="0">
                  <a:moveTo>
                    <a:pt x="97" y="1"/>
                  </a:moveTo>
                  <a:cubicBezTo>
                    <a:pt x="81" y="17"/>
                    <a:pt x="69" y="41"/>
                    <a:pt x="57" y="61"/>
                  </a:cubicBezTo>
                  <a:cubicBezTo>
                    <a:pt x="29" y="117"/>
                    <a:pt x="13" y="181"/>
                    <a:pt x="9" y="245"/>
                  </a:cubicBezTo>
                  <a:cubicBezTo>
                    <a:pt x="1" y="285"/>
                    <a:pt x="1" y="329"/>
                    <a:pt x="1" y="369"/>
                  </a:cubicBezTo>
                  <a:cubicBezTo>
                    <a:pt x="1" y="417"/>
                    <a:pt x="9" y="461"/>
                    <a:pt x="17" y="509"/>
                  </a:cubicBezTo>
                  <a:cubicBezTo>
                    <a:pt x="33" y="609"/>
                    <a:pt x="41" y="709"/>
                    <a:pt x="45" y="809"/>
                  </a:cubicBezTo>
                  <a:cubicBezTo>
                    <a:pt x="49" y="861"/>
                    <a:pt x="57" y="913"/>
                    <a:pt x="65" y="965"/>
                  </a:cubicBezTo>
                  <a:cubicBezTo>
                    <a:pt x="73" y="1013"/>
                    <a:pt x="85" y="1061"/>
                    <a:pt x="101" y="1109"/>
                  </a:cubicBezTo>
                  <a:cubicBezTo>
                    <a:pt x="125" y="1193"/>
                    <a:pt x="161" y="1277"/>
                    <a:pt x="209" y="1353"/>
                  </a:cubicBezTo>
                  <a:cubicBezTo>
                    <a:pt x="245" y="1409"/>
                    <a:pt x="281" y="1457"/>
                    <a:pt x="325" y="1505"/>
                  </a:cubicBezTo>
                  <a:cubicBezTo>
                    <a:pt x="361" y="1537"/>
                    <a:pt x="381" y="1553"/>
                    <a:pt x="381" y="1553"/>
                  </a:cubicBezTo>
                  <a:lnTo>
                    <a:pt x="385" y="1549"/>
                  </a:lnTo>
                  <a:cubicBezTo>
                    <a:pt x="385" y="1549"/>
                    <a:pt x="373" y="1525"/>
                    <a:pt x="349" y="1489"/>
                  </a:cubicBezTo>
                  <a:lnTo>
                    <a:pt x="309" y="1417"/>
                  </a:lnTo>
                  <a:cubicBezTo>
                    <a:pt x="297" y="1389"/>
                    <a:pt x="281" y="1361"/>
                    <a:pt x="265" y="1325"/>
                  </a:cubicBezTo>
                  <a:cubicBezTo>
                    <a:pt x="245" y="1293"/>
                    <a:pt x="233" y="1253"/>
                    <a:pt x="213" y="1217"/>
                  </a:cubicBezTo>
                  <a:cubicBezTo>
                    <a:pt x="209" y="1197"/>
                    <a:pt x="197" y="1173"/>
                    <a:pt x="189" y="1153"/>
                  </a:cubicBezTo>
                  <a:cubicBezTo>
                    <a:pt x="181" y="1133"/>
                    <a:pt x="177" y="1109"/>
                    <a:pt x="165" y="1089"/>
                  </a:cubicBezTo>
                  <a:cubicBezTo>
                    <a:pt x="133" y="1001"/>
                    <a:pt x="109" y="905"/>
                    <a:pt x="81" y="805"/>
                  </a:cubicBezTo>
                  <a:cubicBezTo>
                    <a:pt x="69" y="757"/>
                    <a:pt x="61" y="705"/>
                    <a:pt x="53" y="657"/>
                  </a:cubicBezTo>
                  <a:cubicBezTo>
                    <a:pt x="49" y="605"/>
                    <a:pt x="49" y="557"/>
                    <a:pt x="53" y="509"/>
                  </a:cubicBezTo>
                  <a:cubicBezTo>
                    <a:pt x="57" y="461"/>
                    <a:pt x="61" y="413"/>
                    <a:pt x="61" y="369"/>
                  </a:cubicBezTo>
                  <a:cubicBezTo>
                    <a:pt x="65" y="329"/>
                    <a:pt x="65" y="285"/>
                    <a:pt x="65" y="249"/>
                  </a:cubicBezTo>
                  <a:cubicBezTo>
                    <a:pt x="69" y="189"/>
                    <a:pt x="73" y="129"/>
                    <a:pt x="89" y="69"/>
                  </a:cubicBezTo>
                  <a:cubicBezTo>
                    <a:pt x="89" y="53"/>
                    <a:pt x="93" y="37"/>
                    <a:pt x="101" y="21"/>
                  </a:cubicBezTo>
                  <a:cubicBezTo>
                    <a:pt x="105" y="9"/>
                    <a:pt x="105" y="1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1922931" y="2076747"/>
              <a:ext cx="42323" cy="369681"/>
            </a:xfrm>
            <a:custGeom>
              <a:avLst/>
              <a:gdLst/>
              <a:ahLst/>
              <a:cxnLst/>
              <a:rect l="l" t="t" r="r" b="b"/>
              <a:pathLst>
                <a:path w="181" h="1581" extrusionOk="0">
                  <a:moveTo>
                    <a:pt x="69" y="1"/>
                  </a:moveTo>
                  <a:cubicBezTo>
                    <a:pt x="69" y="1"/>
                    <a:pt x="61" y="25"/>
                    <a:pt x="45" y="65"/>
                  </a:cubicBezTo>
                  <a:cubicBezTo>
                    <a:pt x="29" y="125"/>
                    <a:pt x="17" y="185"/>
                    <a:pt x="9" y="245"/>
                  </a:cubicBezTo>
                  <a:cubicBezTo>
                    <a:pt x="5" y="281"/>
                    <a:pt x="1" y="321"/>
                    <a:pt x="1" y="365"/>
                  </a:cubicBezTo>
                  <a:cubicBezTo>
                    <a:pt x="1" y="413"/>
                    <a:pt x="1" y="457"/>
                    <a:pt x="9" y="501"/>
                  </a:cubicBezTo>
                  <a:cubicBezTo>
                    <a:pt x="13" y="549"/>
                    <a:pt x="17" y="597"/>
                    <a:pt x="21" y="645"/>
                  </a:cubicBezTo>
                  <a:cubicBezTo>
                    <a:pt x="25" y="697"/>
                    <a:pt x="25" y="745"/>
                    <a:pt x="29" y="797"/>
                  </a:cubicBezTo>
                  <a:cubicBezTo>
                    <a:pt x="29" y="845"/>
                    <a:pt x="33" y="897"/>
                    <a:pt x="41" y="945"/>
                  </a:cubicBezTo>
                  <a:cubicBezTo>
                    <a:pt x="45" y="993"/>
                    <a:pt x="53" y="1041"/>
                    <a:pt x="61" y="1089"/>
                  </a:cubicBezTo>
                  <a:cubicBezTo>
                    <a:pt x="73" y="1181"/>
                    <a:pt x="93" y="1265"/>
                    <a:pt x="109" y="1337"/>
                  </a:cubicBezTo>
                  <a:lnTo>
                    <a:pt x="165" y="1581"/>
                  </a:lnTo>
                  <a:lnTo>
                    <a:pt x="173" y="1581"/>
                  </a:lnTo>
                  <a:cubicBezTo>
                    <a:pt x="181" y="1497"/>
                    <a:pt x="181" y="1413"/>
                    <a:pt x="173" y="1333"/>
                  </a:cubicBezTo>
                  <a:cubicBezTo>
                    <a:pt x="165" y="1245"/>
                    <a:pt x="149" y="1165"/>
                    <a:pt x="129" y="1081"/>
                  </a:cubicBezTo>
                  <a:cubicBezTo>
                    <a:pt x="121" y="1037"/>
                    <a:pt x="109" y="989"/>
                    <a:pt x="101" y="941"/>
                  </a:cubicBezTo>
                  <a:cubicBezTo>
                    <a:pt x="89" y="893"/>
                    <a:pt x="77" y="849"/>
                    <a:pt x="65" y="797"/>
                  </a:cubicBezTo>
                  <a:cubicBezTo>
                    <a:pt x="53" y="749"/>
                    <a:pt x="45" y="701"/>
                    <a:pt x="45" y="653"/>
                  </a:cubicBezTo>
                  <a:cubicBezTo>
                    <a:pt x="41" y="605"/>
                    <a:pt x="41" y="557"/>
                    <a:pt x="45" y="509"/>
                  </a:cubicBezTo>
                  <a:cubicBezTo>
                    <a:pt x="49" y="465"/>
                    <a:pt x="57" y="421"/>
                    <a:pt x="61" y="377"/>
                  </a:cubicBezTo>
                  <a:cubicBezTo>
                    <a:pt x="61" y="337"/>
                    <a:pt x="65" y="297"/>
                    <a:pt x="65" y="257"/>
                  </a:cubicBezTo>
                  <a:cubicBezTo>
                    <a:pt x="69" y="185"/>
                    <a:pt x="77" y="125"/>
                    <a:pt x="77" y="81"/>
                  </a:cubicBezTo>
                  <a:lnTo>
                    <a:pt x="77" y="9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2095030" y="2227334"/>
              <a:ext cx="218161" cy="313563"/>
            </a:xfrm>
            <a:custGeom>
              <a:avLst/>
              <a:gdLst/>
              <a:ahLst/>
              <a:cxnLst/>
              <a:rect l="l" t="t" r="r" b="b"/>
              <a:pathLst>
                <a:path w="933" h="1341" extrusionOk="0">
                  <a:moveTo>
                    <a:pt x="921" y="1"/>
                  </a:moveTo>
                  <a:cubicBezTo>
                    <a:pt x="921" y="1"/>
                    <a:pt x="913" y="25"/>
                    <a:pt x="893" y="69"/>
                  </a:cubicBezTo>
                  <a:cubicBezTo>
                    <a:pt x="873" y="113"/>
                    <a:pt x="849" y="173"/>
                    <a:pt x="817" y="245"/>
                  </a:cubicBezTo>
                  <a:cubicBezTo>
                    <a:pt x="805" y="281"/>
                    <a:pt x="785" y="317"/>
                    <a:pt x="769" y="357"/>
                  </a:cubicBezTo>
                  <a:cubicBezTo>
                    <a:pt x="749" y="401"/>
                    <a:pt x="733" y="441"/>
                    <a:pt x="709" y="485"/>
                  </a:cubicBezTo>
                  <a:cubicBezTo>
                    <a:pt x="661" y="577"/>
                    <a:pt x="581" y="645"/>
                    <a:pt x="485" y="685"/>
                  </a:cubicBezTo>
                  <a:cubicBezTo>
                    <a:pt x="437" y="705"/>
                    <a:pt x="389" y="725"/>
                    <a:pt x="341" y="753"/>
                  </a:cubicBezTo>
                  <a:cubicBezTo>
                    <a:pt x="297" y="781"/>
                    <a:pt x="253" y="813"/>
                    <a:pt x="217" y="853"/>
                  </a:cubicBezTo>
                  <a:cubicBezTo>
                    <a:pt x="149" y="921"/>
                    <a:pt x="105" y="1009"/>
                    <a:pt x="81" y="1101"/>
                  </a:cubicBezTo>
                  <a:cubicBezTo>
                    <a:pt x="73" y="1137"/>
                    <a:pt x="69" y="1177"/>
                    <a:pt x="65" y="1213"/>
                  </a:cubicBezTo>
                  <a:cubicBezTo>
                    <a:pt x="65" y="1237"/>
                    <a:pt x="57" y="1265"/>
                    <a:pt x="49" y="1289"/>
                  </a:cubicBezTo>
                  <a:cubicBezTo>
                    <a:pt x="41" y="1309"/>
                    <a:pt x="25" y="1325"/>
                    <a:pt x="1" y="1333"/>
                  </a:cubicBezTo>
                  <a:lnTo>
                    <a:pt x="1" y="1341"/>
                  </a:lnTo>
                  <a:cubicBezTo>
                    <a:pt x="9" y="1341"/>
                    <a:pt x="17" y="1337"/>
                    <a:pt x="25" y="1337"/>
                  </a:cubicBezTo>
                  <a:cubicBezTo>
                    <a:pt x="45" y="1333"/>
                    <a:pt x="61" y="1317"/>
                    <a:pt x="73" y="1301"/>
                  </a:cubicBezTo>
                  <a:cubicBezTo>
                    <a:pt x="89" y="1277"/>
                    <a:pt x="101" y="1249"/>
                    <a:pt x="109" y="1221"/>
                  </a:cubicBezTo>
                  <a:cubicBezTo>
                    <a:pt x="121" y="1189"/>
                    <a:pt x="129" y="1157"/>
                    <a:pt x="141" y="1121"/>
                  </a:cubicBezTo>
                  <a:cubicBezTo>
                    <a:pt x="173" y="1041"/>
                    <a:pt x="217" y="965"/>
                    <a:pt x="273" y="901"/>
                  </a:cubicBezTo>
                  <a:cubicBezTo>
                    <a:pt x="301" y="865"/>
                    <a:pt x="337" y="829"/>
                    <a:pt x="377" y="801"/>
                  </a:cubicBezTo>
                  <a:cubicBezTo>
                    <a:pt x="417" y="773"/>
                    <a:pt x="461" y="745"/>
                    <a:pt x="505" y="717"/>
                  </a:cubicBezTo>
                  <a:cubicBezTo>
                    <a:pt x="593" y="657"/>
                    <a:pt x="673" y="585"/>
                    <a:pt x="741" y="505"/>
                  </a:cubicBezTo>
                  <a:cubicBezTo>
                    <a:pt x="773" y="469"/>
                    <a:pt x="801" y="425"/>
                    <a:pt x="825" y="385"/>
                  </a:cubicBezTo>
                  <a:cubicBezTo>
                    <a:pt x="845" y="345"/>
                    <a:pt x="861" y="305"/>
                    <a:pt x="873" y="265"/>
                  </a:cubicBezTo>
                  <a:cubicBezTo>
                    <a:pt x="893" y="201"/>
                    <a:pt x="909" y="141"/>
                    <a:pt x="921" y="77"/>
                  </a:cubicBezTo>
                  <a:cubicBezTo>
                    <a:pt x="933" y="29"/>
                    <a:pt x="933" y="5"/>
                    <a:pt x="933" y="5"/>
                  </a:cubicBezTo>
                  <a:lnTo>
                    <a:pt x="9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2177338" y="2562180"/>
              <a:ext cx="921514" cy="118083"/>
            </a:xfrm>
            <a:custGeom>
              <a:avLst/>
              <a:gdLst/>
              <a:ahLst/>
              <a:cxnLst/>
              <a:rect l="l" t="t" r="r" b="b"/>
              <a:pathLst>
                <a:path w="3941" h="505" extrusionOk="0">
                  <a:moveTo>
                    <a:pt x="9" y="1"/>
                  </a:moveTo>
                  <a:lnTo>
                    <a:pt x="1" y="5"/>
                  </a:lnTo>
                  <a:cubicBezTo>
                    <a:pt x="9" y="17"/>
                    <a:pt x="17" y="33"/>
                    <a:pt x="29" y="45"/>
                  </a:cubicBezTo>
                  <a:cubicBezTo>
                    <a:pt x="57" y="77"/>
                    <a:pt x="93" y="105"/>
                    <a:pt x="133" y="125"/>
                  </a:cubicBezTo>
                  <a:cubicBezTo>
                    <a:pt x="193" y="157"/>
                    <a:pt x="261" y="173"/>
                    <a:pt x="333" y="173"/>
                  </a:cubicBezTo>
                  <a:cubicBezTo>
                    <a:pt x="348" y="173"/>
                    <a:pt x="364" y="174"/>
                    <a:pt x="379" y="174"/>
                  </a:cubicBezTo>
                  <a:cubicBezTo>
                    <a:pt x="449" y="174"/>
                    <a:pt x="521" y="167"/>
                    <a:pt x="593" y="161"/>
                  </a:cubicBezTo>
                  <a:cubicBezTo>
                    <a:pt x="721" y="151"/>
                    <a:pt x="851" y="146"/>
                    <a:pt x="981" y="146"/>
                  </a:cubicBezTo>
                  <a:cubicBezTo>
                    <a:pt x="1065" y="146"/>
                    <a:pt x="1149" y="148"/>
                    <a:pt x="1233" y="153"/>
                  </a:cubicBezTo>
                  <a:cubicBezTo>
                    <a:pt x="1353" y="157"/>
                    <a:pt x="1473" y="169"/>
                    <a:pt x="1593" y="185"/>
                  </a:cubicBezTo>
                  <a:cubicBezTo>
                    <a:pt x="1717" y="201"/>
                    <a:pt x="1841" y="225"/>
                    <a:pt x="1961" y="253"/>
                  </a:cubicBezTo>
                  <a:cubicBezTo>
                    <a:pt x="2085" y="281"/>
                    <a:pt x="2205" y="317"/>
                    <a:pt x="2325" y="357"/>
                  </a:cubicBezTo>
                  <a:cubicBezTo>
                    <a:pt x="2437" y="405"/>
                    <a:pt x="2553" y="445"/>
                    <a:pt x="2673" y="473"/>
                  </a:cubicBezTo>
                  <a:cubicBezTo>
                    <a:pt x="2785" y="493"/>
                    <a:pt x="2901" y="501"/>
                    <a:pt x="3017" y="505"/>
                  </a:cubicBezTo>
                  <a:cubicBezTo>
                    <a:pt x="3121" y="505"/>
                    <a:pt x="3229" y="505"/>
                    <a:pt x="3321" y="501"/>
                  </a:cubicBezTo>
                  <a:cubicBezTo>
                    <a:pt x="3409" y="497"/>
                    <a:pt x="3497" y="489"/>
                    <a:pt x="3581" y="477"/>
                  </a:cubicBezTo>
                  <a:cubicBezTo>
                    <a:pt x="3649" y="465"/>
                    <a:pt x="3713" y="449"/>
                    <a:pt x="3781" y="433"/>
                  </a:cubicBezTo>
                  <a:cubicBezTo>
                    <a:pt x="3833" y="413"/>
                    <a:pt x="3873" y="397"/>
                    <a:pt x="3901" y="389"/>
                  </a:cubicBezTo>
                  <a:lnTo>
                    <a:pt x="3941" y="369"/>
                  </a:lnTo>
                  <a:lnTo>
                    <a:pt x="3941" y="357"/>
                  </a:lnTo>
                  <a:lnTo>
                    <a:pt x="3897" y="373"/>
                  </a:lnTo>
                  <a:cubicBezTo>
                    <a:pt x="3869" y="381"/>
                    <a:pt x="3825" y="389"/>
                    <a:pt x="3773" y="401"/>
                  </a:cubicBezTo>
                  <a:cubicBezTo>
                    <a:pt x="3717" y="409"/>
                    <a:pt x="3653" y="421"/>
                    <a:pt x="3577" y="429"/>
                  </a:cubicBezTo>
                  <a:cubicBezTo>
                    <a:pt x="3501" y="433"/>
                    <a:pt x="3417" y="441"/>
                    <a:pt x="3321" y="441"/>
                  </a:cubicBezTo>
                  <a:lnTo>
                    <a:pt x="3017" y="441"/>
                  </a:lnTo>
                  <a:cubicBezTo>
                    <a:pt x="2987" y="442"/>
                    <a:pt x="2957" y="442"/>
                    <a:pt x="2926" y="442"/>
                  </a:cubicBezTo>
                  <a:cubicBezTo>
                    <a:pt x="2843" y="442"/>
                    <a:pt x="2759" y="439"/>
                    <a:pt x="2677" y="433"/>
                  </a:cubicBezTo>
                  <a:cubicBezTo>
                    <a:pt x="2557" y="417"/>
                    <a:pt x="2441" y="385"/>
                    <a:pt x="2329" y="337"/>
                  </a:cubicBezTo>
                  <a:cubicBezTo>
                    <a:pt x="2213" y="293"/>
                    <a:pt x="2089" y="253"/>
                    <a:pt x="1969" y="213"/>
                  </a:cubicBezTo>
                  <a:cubicBezTo>
                    <a:pt x="1729" y="141"/>
                    <a:pt x="1485" y="97"/>
                    <a:pt x="1237" y="77"/>
                  </a:cubicBezTo>
                  <a:cubicBezTo>
                    <a:pt x="1161" y="71"/>
                    <a:pt x="1086" y="69"/>
                    <a:pt x="1012" y="69"/>
                  </a:cubicBezTo>
                  <a:cubicBezTo>
                    <a:pt x="869" y="69"/>
                    <a:pt x="727" y="78"/>
                    <a:pt x="585" y="97"/>
                  </a:cubicBezTo>
                  <a:cubicBezTo>
                    <a:pt x="489" y="109"/>
                    <a:pt x="405" y="129"/>
                    <a:pt x="333" y="129"/>
                  </a:cubicBezTo>
                  <a:cubicBezTo>
                    <a:pt x="325" y="129"/>
                    <a:pt x="316" y="130"/>
                    <a:pt x="308" y="130"/>
                  </a:cubicBezTo>
                  <a:cubicBezTo>
                    <a:pt x="252" y="130"/>
                    <a:pt x="197" y="118"/>
                    <a:pt x="145" y="101"/>
                  </a:cubicBezTo>
                  <a:cubicBezTo>
                    <a:pt x="105" y="85"/>
                    <a:pt x="69" y="65"/>
                    <a:pt x="37" y="33"/>
                  </a:cubicBezTo>
                  <a:cubicBezTo>
                    <a:pt x="29" y="25"/>
                    <a:pt x="17" y="13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2419585" y="2674418"/>
              <a:ext cx="256509" cy="34840"/>
            </a:xfrm>
            <a:custGeom>
              <a:avLst/>
              <a:gdLst/>
              <a:ahLst/>
              <a:cxnLst/>
              <a:rect l="l" t="t" r="r" b="b"/>
              <a:pathLst>
                <a:path w="1097" h="149" extrusionOk="0">
                  <a:moveTo>
                    <a:pt x="257" y="1"/>
                  </a:moveTo>
                  <a:cubicBezTo>
                    <a:pt x="225" y="1"/>
                    <a:pt x="197" y="5"/>
                    <a:pt x="173" y="9"/>
                  </a:cubicBezTo>
                  <a:cubicBezTo>
                    <a:pt x="113" y="17"/>
                    <a:pt x="57" y="29"/>
                    <a:pt x="1" y="49"/>
                  </a:cubicBezTo>
                  <a:lnTo>
                    <a:pt x="1" y="53"/>
                  </a:lnTo>
                  <a:cubicBezTo>
                    <a:pt x="1" y="53"/>
                    <a:pt x="21" y="57"/>
                    <a:pt x="53" y="61"/>
                  </a:cubicBezTo>
                  <a:cubicBezTo>
                    <a:pt x="81" y="65"/>
                    <a:pt x="125" y="65"/>
                    <a:pt x="177" y="69"/>
                  </a:cubicBezTo>
                  <a:cubicBezTo>
                    <a:pt x="211" y="72"/>
                    <a:pt x="251" y="74"/>
                    <a:pt x="294" y="74"/>
                  </a:cubicBezTo>
                  <a:cubicBezTo>
                    <a:pt x="312" y="74"/>
                    <a:pt x="330" y="74"/>
                    <a:pt x="349" y="73"/>
                  </a:cubicBezTo>
                  <a:cubicBezTo>
                    <a:pt x="381" y="71"/>
                    <a:pt x="414" y="71"/>
                    <a:pt x="447" y="71"/>
                  </a:cubicBezTo>
                  <a:cubicBezTo>
                    <a:pt x="481" y="71"/>
                    <a:pt x="515" y="71"/>
                    <a:pt x="549" y="69"/>
                  </a:cubicBezTo>
                  <a:cubicBezTo>
                    <a:pt x="585" y="69"/>
                    <a:pt x="617" y="69"/>
                    <a:pt x="653" y="73"/>
                  </a:cubicBezTo>
                  <a:cubicBezTo>
                    <a:pt x="685" y="77"/>
                    <a:pt x="717" y="85"/>
                    <a:pt x="749" y="97"/>
                  </a:cubicBezTo>
                  <a:cubicBezTo>
                    <a:pt x="781" y="105"/>
                    <a:pt x="805" y="117"/>
                    <a:pt x="837" y="125"/>
                  </a:cubicBezTo>
                  <a:cubicBezTo>
                    <a:pt x="869" y="133"/>
                    <a:pt x="893" y="137"/>
                    <a:pt x="917" y="141"/>
                  </a:cubicBezTo>
                  <a:cubicBezTo>
                    <a:pt x="961" y="149"/>
                    <a:pt x="1005" y="149"/>
                    <a:pt x="1045" y="149"/>
                  </a:cubicBezTo>
                  <a:cubicBezTo>
                    <a:pt x="1065" y="145"/>
                    <a:pt x="1081" y="141"/>
                    <a:pt x="1097" y="137"/>
                  </a:cubicBezTo>
                  <a:lnTo>
                    <a:pt x="1093" y="129"/>
                  </a:lnTo>
                  <a:lnTo>
                    <a:pt x="1045" y="117"/>
                  </a:lnTo>
                  <a:lnTo>
                    <a:pt x="929" y="81"/>
                  </a:lnTo>
                  <a:cubicBezTo>
                    <a:pt x="901" y="77"/>
                    <a:pt x="873" y="69"/>
                    <a:pt x="849" y="65"/>
                  </a:cubicBezTo>
                  <a:cubicBezTo>
                    <a:pt x="817" y="61"/>
                    <a:pt x="785" y="57"/>
                    <a:pt x="753" y="57"/>
                  </a:cubicBezTo>
                  <a:cubicBezTo>
                    <a:pt x="685" y="57"/>
                    <a:pt x="617" y="49"/>
                    <a:pt x="553" y="29"/>
                  </a:cubicBezTo>
                  <a:cubicBezTo>
                    <a:pt x="517" y="21"/>
                    <a:pt x="485" y="17"/>
                    <a:pt x="449" y="13"/>
                  </a:cubicBezTo>
                  <a:cubicBezTo>
                    <a:pt x="417" y="9"/>
                    <a:pt x="381" y="1"/>
                    <a:pt x="3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1668525" y="1545484"/>
              <a:ext cx="69447" cy="377164"/>
            </a:xfrm>
            <a:custGeom>
              <a:avLst/>
              <a:gdLst/>
              <a:ahLst/>
              <a:cxnLst/>
              <a:rect l="l" t="t" r="r" b="b"/>
              <a:pathLst>
                <a:path w="297" h="1613" extrusionOk="0">
                  <a:moveTo>
                    <a:pt x="1" y="1"/>
                  </a:moveTo>
                  <a:lnTo>
                    <a:pt x="1" y="5"/>
                  </a:lnTo>
                  <a:lnTo>
                    <a:pt x="9" y="21"/>
                  </a:lnTo>
                  <a:cubicBezTo>
                    <a:pt x="17" y="33"/>
                    <a:pt x="21" y="49"/>
                    <a:pt x="29" y="69"/>
                  </a:cubicBezTo>
                  <a:cubicBezTo>
                    <a:pt x="53" y="125"/>
                    <a:pt x="69" y="185"/>
                    <a:pt x="81" y="245"/>
                  </a:cubicBezTo>
                  <a:cubicBezTo>
                    <a:pt x="89" y="281"/>
                    <a:pt x="93" y="321"/>
                    <a:pt x="101" y="365"/>
                  </a:cubicBezTo>
                  <a:cubicBezTo>
                    <a:pt x="109" y="405"/>
                    <a:pt x="117" y="449"/>
                    <a:pt x="121" y="501"/>
                  </a:cubicBezTo>
                  <a:cubicBezTo>
                    <a:pt x="129" y="549"/>
                    <a:pt x="133" y="601"/>
                    <a:pt x="129" y="649"/>
                  </a:cubicBezTo>
                  <a:cubicBezTo>
                    <a:pt x="129" y="701"/>
                    <a:pt x="125" y="753"/>
                    <a:pt x="121" y="805"/>
                  </a:cubicBezTo>
                  <a:cubicBezTo>
                    <a:pt x="117" y="857"/>
                    <a:pt x="113" y="909"/>
                    <a:pt x="117" y="961"/>
                  </a:cubicBezTo>
                  <a:cubicBezTo>
                    <a:pt x="121" y="1013"/>
                    <a:pt x="125" y="1061"/>
                    <a:pt x="137" y="1113"/>
                  </a:cubicBezTo>
                  <a:cubicBezTo>
                    <a:pt x="153" y="1197"/>
                    <a:pt x="181" y="1285"/>
                    <a:pt x="209" y="1369"/>
                  </a:cubicBezTo>
                  <a:cubicBezTo>
                    <a:pt x="237" y="1441"/>
                    <a:pt x="257" y="1501"/>
                    <a:pt x="269" y="1545"/>
                  </a:cubicBezTo>
                  <a:lnTo>
                    <a:pt x="289" y="1613"/>
                  </a:lnTo>
                  <a:lnTo>
                    <a:pt x="297" y="1613"/>
                  </a:lnTo>
                  <a:cubicBezTo>
                    <a:pt x="297" y="1589"/>
                    <a:pt x="297" y="1565"/>
                    <a:pt x="297" y="1541"/>
                  </a:cubicBezTo>
                  <a:cubicBezTo>
                    <a:pt x="293" y="1477"/>
                    <a:pt x="285" y="1413"/>
                    <a:pt x="269" y="1353"/>
                  </a:cubicBezTo>
                  <a:cubicBezTo>
                    <a:pt x="257" y="1277"/>
                    <a:pt x="229" y="1189"/>
                    <a:pt x="205" y="1097"/>
                  </a:cubicBezTo>
                  <a:cubicBezTo>
                    <a:pt x="185" y="1001"/>
                    <a:pt x="169" y="901"/>
                    <a:pt x="157" y="805"/>
                  </a:cubicBezTo>
                  <a:cubicBezTo>
                    <a:pt x="153" y="753"/>
                    <a:pt x="153" y="701"/>
                    <a:pt x="153" y="649"/>
                  </a:cubicBezTo>
                  <a:cubicBezTo>
                    <a:pt x="153" y="601"/>
                    <a:pt x="157" y="549"/>
                    <a:pt x="161" y="501"/>
                  </a:cubicBezTo>
                  <a:cubicBezTo>
                    <a:pt x="165" y="453"/>
                    <a:pt x="165" y="405"/>
                    <a:pt x="161" y="357"/>
                  </a:cubicBezTo>
                  <a:cubicBezTo>
                    <a:pt x="157" y="313"/>
                    <a:pt x="149" y="269"/>
                    <a:pt x="137" y="229"/>
                  </a:cubicBezTo>
                  <a:cubicBezTo>
                    <a:pt x="117" y="165"/>
                    <a:pt x="89" y="109"/>
                    <a:pt x="53" y="57"/>
                  </a:cubicBezTo>
                  <a:cubicBezTo>
                    <a:pt x="37" y="37"/>
                    <a:pt x="21" y="1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1595570" y="1849464"/>
              <a:ext cx="179813" cy="385582"/>
            </a:xfrm>
            <a:custGeom>
              <a:avLst/>
              <a:gdLst/>
              <a:ahLst/>
              <a:cxnLst/>
              <a:rect l="l" t="t" r="r" b="b"/>
              <a:pathLst>
                <a:path w="769" h="1649" extrusionOk="0">
                  <a:moveTo>
                    <a:pt x="1" y="1"/>
                  </a:moveTo>
                  <a:cubicBezTo>
                    <a:pt x="1" y="1"/>
                    <a:pt x="1" y="5"/>
                    <a:pt x="5" y="21"/>
                  </a:cubicBezTo>
                  <a:cubicBezTo>
                    <a:pt x="9" y="33"/>
                    <a:pt x="17" y="53"/>
                    <a:pt x="25" y="77"/>
                  </a:cubicBezTo>
                  <a:cubicBezTo>
                    <a:pt x="33" y="101"/>
                    <a:pt x="41" y="129"/>
                    <a:pt x="53" y="165"/>
                  </a:cubicBezTo>
                  <a:lnTo>
                    <a:pt x="85" y="277"/>
                  </a:lnTo>
                  <a:cubicBezTo>
                    <a:pt x="97" y="317"/>
                    <a:pt x="109" y="361"/>
                    <a:pt x="121" y="413"/>
                  </a:cubicBezTo>
                  <a:cubicBezTo>
                    <a:pt x="137" y="461"/>
                    <a:pt x="153" y="513"/>
                    <a:pt x="169" y="561"/>
                  </a:cubicBezTo>
                  <a:cubicBezTo>
                    <a:pt x="185" y="617"/>
                    <a:pt x="201" y="669"/>
                    <a:pt x="213" y="725"/>
                  </a:cubicBezTo>
                  <a:cubicBezTo>
                    <a:pt x="225" y="781"/>
                    <a:pt x="233" y="841"/>
                    <a:pt x="245" y="897"/>
                  </a:cubicBezTo>
                  <a:cubicBezTo>
                    <a:pt x="253" y="957"/>
                    <a:pt x="269" y="1013"/>
                    <a:pt x="285" y="1069"/>
                  </a:cubicBezTo>
                  <a:cubicBezTo>
                    <a:pt x="301" y="1125"/>
                    <a:pt x="321" y="1177"/>
                    <a:pt x="345" y="1233"/>
                  </a:cubicBezTo>
                  <a:cubicBezTo>
                    <a:pt x="385" y="1325"/>
                    <a:pt x="445" y="1413"/>
                    <a:pt x="517" y="1485"/>
                  </a:cubicBezTo>
                  <a:lnTo>
                    <a:pt x="565" y="1533"/>
                  </a:lnTo>
                  <a:cubicBezTo>
                    <a:pt x="577" y="1545"/>
                    <a:pt x="597" y="1557"/>
                    <a:pt x="609" y="1569"/>
                  </a:cubicBezTo>
                  <a:cubicBezTo>
                    <a:pt x="637" y="1585"/>
                    <a:pt x="661" y="1601"/>
                    <a:pt x="693" y="1617"/>
                  </a:cubicBezTo>
                  <a:cubicBezTo>
                    <a:pt x="709" y="1625"/>
                    <a:pt x="729" y="1633"/>
                    <a:pt x="745" y="1641"/>
                  </a:cubicBezTo>
                  <a:lnTo>
                    <a:pt x="765" y="1649"/>
                  </a:lnTo>
                  <a:lnTo>
                    <a:pt x="769" y="1641"/>
                  </a:lnTo>
                  <a:lnTo>
                    <a:pt x="753" y="1629"/>
                  </a:lnTo>
                  <a:cubicBezTo>
                    <a:pt x="737" y="1617"/>
                    <a:pt x="721" y="1605"/>
                    <a:pt x="705" y="1593"/>
                  </a:cubicBezTo>
                  <a:cubicBezTo>
                    <a:pt x="689" y="1577"/>
                    <a:pt x="661" y="1561"/>
                    <a:pt x="637" y="1533"/>
                  </a:cubicBezTo>
                  <a:cubicBezTo>
                    <a:pt x="613" y="1509"/>
                    <a:pt x="589" y="1481"/>
                    <a:pt x="561" y="1449"/>
                  </a:cubicBezTo>
                  <a:cubicBezTo>
                    <a:pt x="533" y="1413"/>
                    <a:pt x="509" y="1373"/>
                    <a:pt x="485" y="1337"/>
                  </a:cubicBezTo>
                  <a:cubicBezTo>
                    <a:pt x="461" y="1293"/>
                    <a:pt x="433" y="1253"/>
                    <a:pt x="409" y="1201"/>
                  </a:cubicBezTo>
                  <a:cubicBezTo>
                    <a:pt x="361" y="1101"/>
                    <a:pt x="317" y="997"/>
                    <a:pt x="281" y="889"/>
                  </a:cubicBezTo>
                  <a:cubicBezTo>
                    <a:pt x="241" y="781"/>
                    <a:pt x="217" y="669"/>
                    <a:pt x="205" y="557"/>
                  </a:cubicBezTo>
                  <a:cubicBezTo>
                    <a:pt x="197" y="497"/>
                    <a:pt x="193" y="449"/>
                    <a:pt x="181" y="397"/>
                  </a:cubicBezTo>
                  <a:cubicBezTo>
                    <a:pt x="169" y="353"/>
                    <a:pt x="157" y="305"/>
                    <a:pt x="141" y="261"/>
                  </a:cubicBezTo>
                  <a:cubicBezTo>
                    <a:pt x="117" y="193"/>
                    <a:pt x="89" y="129"/>
                    <a:pt x="53" y="65"/>
                  </a:cubicBezTo>
                  <a:cubicBezTo>
                    <a:pt x="37" y="41"/>
                    <a:pt x="21" y="21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1764862" y="1681106"/>
              <a:ext cx="44193" cy="123695"/>
            </a:xfrm>
            <a:custGeom>
              <a:avLst/>
              <a:gdLst/>
              <a:ahLst/>
              <a:cxnLst/>
              <a:rect l="l" t="t" r="r" b="b"/>
              <a:pathLst>
                <a:path w="189" h="529" extrusionOk="0">
                  <a:moveTo>
                    <a:pt x="5" y="1"/>
                  </a:moveTo>
                  <a:lnTo>
                    <a:pt x="1" y="9"/>
                  </a:lnTo>
                  <a:cubicBezTo>
                    <a:pt x="1" y="17"/>
                    <a:pt x="1" y="29"/>
                    <a:pt x="5" y="37"/>
                  </a:cubicBezTo>
                  <a:cubicBezTo>
                    <a:pt x="9" y="57"/>
                    <a:pt x="13" y="77"/>
                    <a:pt x="21" y="97"/>
                  </a:cubicBezTo>
                  <a:cubicBezTo>
                    <a:pt x="25" y="109"/>
                    <a:pt x="33" y="121"/>
                    <a:pt x="41" y="133"/>
                  </a:cubicBezTo>
                  <a:cubicBezTo>
                    <a:pt x="49" y="145"/>
                    <a:pt x="57" y="157"/>
                    <a:pt x="69" y="169"/>
                  </a:cubicBezTo>
                  <a:cubicBezTo>
                    <a:pt x="81" y="181"/>
                    <a:pt x="89" y="197"/>
                    <a:pt x="93" y="213"/>
                  </a:cubicBezTo>
                  <a:cubicBezTo>
                    <a:pt x="97" y="229"/>
                    <a:pt x="101" y="245"/>
                    <a:pt x="101" y="261"/>
                  </a:cubicBezTo>
                  <a:cubicBezTo>
                    <a:pt x="101" y="293"/>
                    <a:pt x="105" y="329"/>
                    <a:pt x="109" y="361"/>
                  </a:cubicBezTo>
                  <a:cubicBezTo>
                    <a:pt x="113" y="389"/>
                    <a:pt x="117" y="417"/>
                    <a:pt x="125" y="445"/>
                  </a:cubicBezTo>
                  <a:cubicBezTo>
                    <a:pt x="133" y="473"/>
                    <a:pt x="145" y="501"/>
                    <a:pt x="157" y="529"/>
                  </a:cubicBezTo>
                  <a:lnTo>
                    <a:pt x="165" y="529"/>
                  </a:lnTo>
                  <a:cubicBezTo>
                    <a:pt x="181" y="485"/>
                    <a:pt x="189" y="441"/>
                    <a:pt x="189" y="397"/>
                  </a:cubicBezTo>
                  <a:cubicBezTo>
                    <a:pt x="185" y="381"/>
                    <a:pt x="185" y="365"/>
                    <a:pt x="181" y="349"/>
                  </a:cubicBezTo>
                  <a:cubicBezTo>
                    <a:pt x="173" y="333"/>
                    <a:pt x="169" y="313"/>
                    <a:pt x="165" y="297"/>
                  </a:cubicBezTo>
                  <a:cubicBezTo>
                    <a:pt x="157" y="281"/>
                    <a:pt x="149" y="265"/>
                    <a:pt x="137" y="249"/>
                  </a:cubicBezTo>
                  <a:cubicBezTo>
                    <a:pt x="129" y="233"/>
                    <a:pt x="121" y="217"/>
                    <a:pt x="113" y="201"/>
                  </a:cubicBezTo>
                  <a:cubicBezTo>
                    <a:pt x="109" y="185"/>
                    <a:pt x="105" y="169"/>
                    <a:pt x="105" y="153"/>
                  </a:cubicBezTo>
                  <a:cubicBezTo>
                    <a:pt x="101" y="133"/>
                    <a:pt x="97" y="117"/>
                    <a:pt x="93" y="101"/>
                  </a:cubicBezTo>
                  <a:cubicBezTo>
                    <a:pt x="89" y="89"/>
                    <a:pt x="81" y="77"/>
                    <a:pt x="73" y="65"/>
                  </a:cubicBezTo>
                  <a:cubicBezTo>
                    <a:pt x="57" y="37"/>
                    <a:pt x="33" y="17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1752703" y="2316190"/>
              <a:ext cx="683010" cy="466018"/>
            </a:xfrm>
            <a:custGeom>
              <a:avLst/>
              <a:gdLst/>
              <a:ahLst/>
              <a:cxnLst/>
              <a:rect l="l" t="t" r="r" b="b"/>
              <a:pathLst>
                <a:path w="2921" h="1993" extrusionOk="0">
                  <a:moveTo>
                    <a:pt x="2397" y="1637"/>
                  </a:moveTo>
                  <a:cubicBezTo>
                    <a:pt x="2397" y="1637"/>
                    <a:pt x="2398" y="1637"/>
                    <a:pt x="2398" y="1637"/>
                  </a:cubicBezTo>
                  <a:cubicBezTo>
                    <a:pt x="2398" y="1637"/>
                    <a:pt x="2398" y="1637"/>
                    <a:pt x="2398" y="1637"/>
                  </a:cubicBezTo>
                  <a:lnTo>
                    <a:pt x="2398" y="1637"/>
                  </a:lnTo>
                  <a:cubicBezTo>
                    <a:pt x="2398" y="1638"/>
                    <a:pt x="2398" y="1639"/>
                    <a:pt x="2399" y="1640"/>
                  </a:cubicBezTo>
                  <a:lnTo>
                    <a:pt x="2399" y="1640"/>
                  </a:lnTo>
                  <a:lnTo>
                    <a:pt x="2397" y="1637"/>
                  </a:lnTo>
                  <a:close/>
                  <a:moveTo>
                    <a:pt x="2005" y="1825"/>
                  </a:moveTo>
                  <a:cubicBezTo>
                    <a:pt x="2005" y="1827"/>
                    <a:pt x="2004" y="1828"/>
                    <a:pt x="2003" y="1828"/>
                  </a:cubicBezTo>
                  <a:lnTo>
                    <a:pt x="2003" y="1828"/>
                  </a:lnTo>
                  <a:cubicBezTo>
                    <a:pt x="2004" y="1827"/>
                    <a:pt x="2005" y="1825"/>
                    <a:pt x="2005" y="1825"/>
                  </a:cubicBezTo>
                  <a:close/>
                  <a:moveTo>
                    <a:pt x="249" y="1"/>
                  </a:moveTo>
                  <a:cubicBezTo>
                    <a:pt x="205" y="1"/>
                    <a:pt x="165" y="9"/>
                    <a:pt x="129" y="21"/>
                  </a:cubicBezTo>
                  <a:cubicBezTo>
                    <a:pt x="109" y="29"/>
                    <a:pt x="89" y="37"/>
                    <a:pt x="73" y="49"/>
                  </a:cubicBezTo>
                  <a:cubicBezTo>
                    <a:pt x="53" y="57"/>
                    <a:pt x="37" y="69"/>
                    <a:pt x="21" y="81"/>
                  </a:cubicBezTo>
                  <a:lnTo>
                    <a:pt x="1" y="97"/>
                  </a:lnTo>
                  <a:lnTo>
                    <a:pt x="9" y="129"/>
                  </a:lnTo>
                  <a:cubicBezTo>
                    <a:pt x="25" y="169"/>
                    <a:pt x="41" y="205"/>
                    <a:pt x="57" y="241"/>
                  </a:cubicBezTo>
                  <a:cubicBezTo>
                    <a:pt x="73" y="281"/>
                    <a:pt x="93" y="317"/>
                    <a:pt x="113" y="353"/>
                  </a:cubicBezTo>
                  <a:cubicBezTo>
                    <a:pt x="133" y="389"/>
                    <a:pt x="157" y="421"/>
                    <a:pt x="181" y="457"/>
                  </a:cubicBezTo>
                  <a:cubicBezTo>
                    <a:pt x="193" y="473"/>
                    <a:pt x="205" y="485"/>
                    <a:pt x="221" y="505"/>
                  </a:cubicBezTo>
                  <a:lnTo>
                    <a:pt x="241" y="525"/>
                  </a:lnTo>
                  <a:cubicBezTo>
                    <a:pt x="249" y="533"/>
                    <a:pt x="261" y="541"/>
                    <a:pt x="269" y="549"/>
                  </a:cubicBezTo>
                  <a:cubicBezTo>
                    <a:pt x="289" y="565"/>
                    <a:pt x="309" y="577"/>
                    <a:pt x="329" y="589"/>
                  </a:cubicBezTo>
                  <a:cubicBezTo>
                    <a:pt x="345" y="601"/>
                    <a:pt x="365" y="609"/>
                    <a:pt x="385" y="617"/>
                  </a:cubicBezTo>
                  <a:cubicBezTo>
                    <a:pt x="421" y="637"/>
                    <a:pt x="461" y="649"/>
                    <a:pt x="501" y="661"/>
                  </a:cubicBezTo>
                  <a:cubicBezTo>
                    <a:pt x="541" y="673"/>
                    <a:pt x="581" y="685"/>
                    <a:pt x="621" y="693"/>
                  </a:cubicBezTo>
                  <a:lnTo>
                    <a:pt x="625" y="694"/>
                  </a:lnTo>
                  <a:lnTo>
                    <a:pt x="625" y="694"/>
                  </a:lnTo>
                  <a:cubicBezTo>
                    <a:pt x="606" y="711"/>
                    <a:pt x="588" y="730"/>
                    <a:pt x="569" y="749"/>
                  </a:cubicBezTo>
                  <a:cubicBezTo>
                    <a:pt x="545" y="773"/>
                    <a:pt x="525" y="797"/>
                    <a:pt x="509" y="825"/>
                  </a:cubicBezTo>
                  <a:cubicBezTo>
                    <a:pt x="497" y="841"/>
                    <a:pt x="489" y="853"/>
                    <a:pt x="481" y="869"/>
                  </a:cubicBezTo>
                  <a:cubicBezTo>
                    <a:pt x="477" y="877"/>
                    <a:pt x="473" y="885"/>
                    <a:pt x="469" y="893"/>
                  </a:cubicBezTo>
                  <a:lnTo>
                    <a:pt x="461" y="925"/>
                  </a:lnTo>
                  <a:cubicBezTo>
                    <a:pt x="457" y="941"/>
                    <a:pt x="457" y="961"/>
                    <a:pt x="457" y="977"/>
                  </a:cubicBezTo>
                  <a:cubicBezTo>
                    <a:pt x="457" y="993"/>
                    <a:pt x="457" y="1009"/>
                    <a:pt x="461" y="1025"/>
                  </a:cubicBezTo>
                  <a:cubicBezTo>
                    <a:pt x="461" y="1061"/>
                    <a:pt x="469" y="1093"/>
                    <a:pt x="477" y="1121"/>
                  </a:cubicBezTo>
                  <a:cubicBezTo>
                    <a:pt x="497" y="1185"/>
                    <a:pt x="517" y="1241"/>
                    <a:pt x="545" y="1301"/>
                  </a:cubicBezTo>
                  <a:lnTo>
                    <a:pt x="545" y="1305"/>
                  </a:lnTo>
                  <a:lnTo>
                    <a:pt x="549" y="1305"/>
                  </a:lnTo>
                  <a:cubicBezTo>
                    <a:pt x="581" y="1329"/>
                    <a:pt x="617" y="1353"/>
                    <a:pt x="657" y="1373"/>
                  </a:cubicBezTo>
                  <a:cubicBezTo>
                    <a:pt x="693" y="1389"/>
                    <a:pt x="733" y="1405"/>
                    <a:pt x="773" y="1417"/>
                  </a:cubicBezTo>
                  <a:cubicBezTo>
                    <a:pt x="813" y="1433"/>
                    <a:pt x="853" y="1441"/>
                    <a:pt x="897" y="1441"/>
                  </a:cubicBezTo>
                  <a:cubicBezTo>
                    <a:pt x="907" y="1443"/>
                    <a:pt x="918" y="1444"/>
                    <a:pt x="929" y="1444"/>
                  </a:cubicBezTo>
                  <a:cubicBezTo>
                    <a:pt x="940" y="1444"/>
                    <a:pt x="951" y="1443"/>
                    <a:pt x="961" y="1441"/>
                  </a:cubicBezTo>
                  <a:cubicBezTo>
                    <a:pt x="981" y="1441"/>
                    <a:pt x="1005" y="1433"/>
                    <a:pt x="1025" y="1429"/>
                  </a:cubicBezTo>
                  <a:cubicBezTo>
                    <a:pt x="1065" y="1417"/>
                    <a:pt x="1105" y="1397"/>
                    <a:pt x="1141" y="1373"/>
                  </a:cubicBezTo>
                  <a:cubicBezTo>
                    <a:pt x="1177" y="1349"/>
                    <a:pt x="1209" y="1325"/>
                    <a:pt x="1241" y="1297"/>
                  </a:cubicBezTo>
                  <a:cubicBezTo>
                    <a:pt x="1273" y="1273"/>
                    <a:pt x="1301" y="1249"/>
                    <a:pt x="1337" y="1225"/>
                  </a:cubicBezTo>
                  <a:cubicBezTo>
                    <a:pt x="1349" y="1217"/>
                    <a:pt x="1365" y="1209"/>
                    <a:pt x="1381" y="1205"/>
                  </a:cubicBezTo>
                  <a:cubicBezTo>
                    <a:pt x="1387" y="1203"/>
                    <a:pt x="1394" y="1200"/>
                    <a:pt x="1402" y="1199"/>
                  </a:cubicBezTo>
                  <a:lnTo>
                    <a:pt x="1402" y="1199"/>
                  </a:lnTo>
                  <a:cubicBezTo>
                    <a:pt x="1420" y="1221"/>
                    <a:pt x="1440" y="1244"/>
                    <a:pt x="1457" y="1265"/>
                  </a:cubicBezTo>
                  <a:cubicBezTo>
                    <a:pt x="1477" y="1293"/>
                    <a:pt x="1497" y="1321"/>
                    <a:pt x="1509" y="1353"/>
                  </a:cubicBezTo>
                  <a:cubicBezTo>
                    <a:pt x="1517" y="1365"/>
                    <a:pt x="1525" y="1381"/>
                    <a:pt x="1529" y="1393"/>
                  </a:cubicBezTo>
                  <a:cubicBezTo>
                    <a:pt x="1533" y="1409"/>
                    <a:pt x="1541" y="1429"/>
                    <a:pt x="1541" y="1445"/>
                  </a:cubicBezTo>
                  <a:lnTo>
                    <a:pt x="1569" y="1553"/>
                  </a:lnTo>
                  <a:cubicBezTo>
                    <a:pt x="1589" y="1629"/>
                    <a:pt x="1617" y="1701"/>
                    <a:pt x="1653" y="1773"/>
                  </a:cubicBezTo>
                  <a:cubicBezTo>
                    <a:pt x="1669" y="1809"/>
                    <a:pt x="1693" y="1845"/>
                    <a:pt x="1721" y="1877"/>
                  </a:cubicBezTo>
                  <a:cubicBezTo>
                    <a:pt x="1745" y="1909"/>
                    <a:pt x="1777" y="1937"/>
                    <a:pt x="1809" y="1965"/>
                  </a:cubicBezTo>
                  <a:lnTo>
                    <a:pt x="1817" y="1973"/>
                  </a:lnTo>
                  <a:lnTo>
                    <a:pt x="1833" y="1977"/>
                  </a:lnTo>
                  <a:cubicBezTo>
                    <a:pt x="1849" y="1981"/>
                    <a:pt x="1865" y="1985"/>
                    <a:pt x="1881" y="1989"/>
                  </a:cubicBezTo>
                  <a:cubicBezTo>
                    <a:pt x="1897" y="1989"/>
                    <a:pt x="1913" y="1993"/>
                    <a:pt x="1933" y="1993"/>
                  </a:cubicBezTo>
                  <a:cubicBezTo>
                    <a:pt x="1969" y="1993"/>
                    <a:pt x="2005" y="1989"/>
                    <a:pt x="2037" y="1977"/>
                  </a:cubicBezTo>
                  <a:cubicBezTo>
                    <a:pt x="2057" y="1969"/>
                    <a:pt x="2077" y="1957"/>
                    <a:pt x="2093" y="1941"/>
                  </a:cubicBezTo>
                  <a:cubicBezTo>
                    <a:pt x="2101" y="1933"/>
                    <a:pt x="2109" y="1925"/>
                    <a:pt x="2117" y="1917"/>
                  </a:cubicBezTo>
                  <a:lnTo>
                    <a:pt x="2125" y="1905"/>
                  </a:lnTo>
                  <a:lnTo>
                    <a:pt x="2129" y="1897"/>
                  </a:lnTo>
                  <a:lnTo>
                    <a:pt x="2133" y="1889"/>
                  </a:lnTo>
                  <a:lnTo>
                    <a:pt x="2141" y="1869"/>
                  </a:lnTo>
                  <a:lnTo>
                    <a:pt x="2149" y="1841"/>
                  </a:lnTo>
                  <a:cubicBezTo>
                    <a:pt x="2153" y="1825"/>
                    <a:pt x="2157" y="1809"/>
                    <a:pt x="2157" y="1789"/>
                  </a:cubicBezTo>
                  <a:cubicBezTo>
                    <a:pt x="2161" y="1733"/>
                    <a:pt x="2161" y="1677"/>
                    <a:pt x="2157" y="1621"/>
                  </a:cubicBezTo>
                  <a:cubicBezTo>
                    <a:pt x="2156" y="1607"/>
                    <a:pt x="2155" y="1593"/>
                    <a:pt x="2153" y="1580"/>
                  </a:cubicBezTo>
                  <a:lnTo>
                    <a:pt x="2153" y="1580"/>
                  </a:lnTo>
                  <a:cubicBezTo>
                    <a:pt x="2178" y="1593"/>
                    <a:pt x="2205" y="1608"/>
                    <a:pt x="2229" y="1625"/>
                  </a:cubicBezTo>
                  <a:cubicBezTo>
                    <a:pt x="2241" y="1633"/>
                    <a:pt x="2253" y="1645"/>
                    <a:pt x="2265" y="1653"/>
                  </a:cubicBezTo>
                  <a:cubicBezTo>
                    <a:pt x="2273" y="1665"/>
                    <a:pt x="2281" y="1673"/>
                    <a:pt x="2289" y="1685"/>
                  </a:cubicBezTo>
                  <a:lnTo>
                    <a:pt x="2289" y="1689"/>
                  </a:lnTo>
                  <a:lnTo>
                    <a:pt x="2297" y="1697"/>
                  </a:lnTo>
                  <a:lnTo>
                    <a:pt x="2305" y="1709"/>
                  </a:lnTo>
                  <a:lnTo>
                    <a:pt x="2309" y="1717"/>
                  </a:lnTo>
                  <a:lnTo>
                    <a:pt x="2317" y="1725"/>
                  </a:lnTo>
                  <a:cubicBezTo>
                    <a:pt x="2325" y="1733"/>
                    <a:pt x="2329" y="1737"/>
                    <a:pt x="2337" y="1741"/>
                  </a:cubicBezTo>
                  <a:cubicBezTo>
                    <a:pt x="2341" y="1749"/>
                    <a:pt x="2349" y="1753"/>
                    <a:pt x="2357" y="1757"/>
                  </a:cubicBezTo>
                  <a:lnTo>
                    <a:pt x="2369" y="1765"/>
                  </a:lnTo>
                  <a:cubicBezTo>
                    <a:pt x="2381" y="1769"/>
                    <a:pt x="2389" y="1773"/>
                    <a:pt x="2401" y="1777"/>
                  </a:cubicBezTo>
                  <a:cubicBezTo>
                    <a:pt x="2441" y="1789"/>
                    <a:pt x="2481" y="1801"/>
                    <a:pt x="2521" y="1809"/>
                  </a:cubicBezTo>
                  <a:cubicBezTo>
                    <a:pt x="2561" y="1813"/>
                    <a:pt x="2597" y="1821"/>
                    <a:pt x="2637" y="1825"/>
                  </a:cubicBezTo>
                  <a:cubicBezTo>
                    <a:pt x="2717" y="1829"/>
                    <a:pt x="2793" y="1837"/>
                    <a:pt x="2869" y="1837"/>
                  </a:cubicBezTo>
                  <a:lnTo>
                    <a:pt x="2921" y="1837"/>
                  </a:lnTo>
                  <a:lnTo>
                    <a:pt x="2901" y="1793"/>
                  </a:lnTo>
                  <a:cubicBezTo>
                    <a:pt x="2881" y="1749"/>
                    <a:pt x="2853" y="1705"/>
                    <a:pt x="2825" y="1665"/>
                  </a:cubicBezTo>
                  <a:cubicBezTo>
                    <a:pt x="2797" y="1625"/>
                    <a:pt x="2757" y="1589"/>
                    <a:pt x="2713" y="1565"/>
                  </a:cubicBezTo>
                  <a:lnTo>
                    <a:pt x="2709" y="1577"/>
                  </a:lnTo>
                  <a:cubicBezTo>
                    <a:pt x="2741" y="1609"/>
                    <a:pt x="2773" y="1645"/>
                    <a:pt x="2793" y="1685"/>
                  </a:cubicBezTo>
                  <a:cubicBezTo>
                    <a:pt x="2805" y="1712"/>
                    <a:pt x="2816" y="1740"/>
                    <a:pt x="2826" y="1767"/>
                  </a:cubicBezTo>
                  <a:lnTo>
                    <a:pt x="2826" y="1767"/>
                  </a:lnTo>
                  <a:cubicBezTo>
                    <a:pt x="2767" y="1759"/>
                    <a:pt x="2705" y="1749"/>
                    <a:pt x="2649" y="1737"/>
                  </a:cubicBezTo>
                  <a:cubicBezTo>
                    <a:pt x="2613" y="1729"/>
                    <a:pt x="2577" y="1721"/>
                    <a:pt x="2541" y="1713"/>
                  </a:cubicBezTo>
                  <a:cubicBezTo>
                    <a:pt x="2509" y="1701"/>
                    <a:pt x="2473" y="1689"/>
                    <a:pt x="2441" y="1677"/>
                  </a:cubicBezTo>
                  <a:cubicBezTo>
                    <a:pt x="2437" y="1673"/>
                    <a:pt x="2429" y="1669"/>
                    <a:pt x="2421" y="1665"/>
                  </a:cubicBezTo>
                  <a:cubicBezTo>
                    <a:pt x="2417" y="1661"/>
                    <a:pt x="2409" y="1653"/>
                    <a:pt x="2409" y="1653"/>
                  </a:cubicBezTo>
                  <a:lnTo>
                    <a:pt x="2405" y="1649"/>
                  </a:lnTo>
                  <a:lnTo>
                    <a:pt x="2401" y="1643"/>
                  </a:lnTo>
                  <a:lnTo>
                    <a:pt x="2401" y="1641"/>
                  </a:lnTo>
                  <a:lnTo>
                    <a:pt x="2397" y="1633"/>
                  </a:lnTo>
                  <a:cubicBezTo>
                    <a:pt x="2389" y="1609"/>
                    <a:pt x="2373" y="1589"/>
                    <a:pt x="2357" y="1569"/>
                  </a:cubicBezTo>
                  <a:cubicBezTo>
                    <a:pt x="2341" y="1553"/>
                    <a:pt x="2325" y="1537"/>
                    <a:pt x="2305" y="1525"/>
                  </a:cubicBezTo>
                  <a:cubicBezTo>
                    <a:pt x="2273" y="1497"/>
                    <a:pt x="2237" y="1477"/>
                    <a:pt x="2201" y="1457"/>
                  </a:cubicBezTo>
                  <a:cubicBezTo>
                    <a:pt x="2165" y="1437"/>
                    <a:pt x="2129" y="1421"/>
                    <a:pt x="2089" y="1405"/>
                  </a:cubicBezTo>
                  <a:lnTo>
                    <a:pt x="1981" y="1361"/>
                  </a:lnTo>
                  <a:lnTo>
                    <a:pt x="1997" y="1485"/>
                  </a:lnTo>
                  <a:cubicBezTo>
                    <a:pt x="2005" y="1533"/>
                    <a:pt x="2013" y="1585"/>
                    <a:pt x="2013" y="1633"/>
                  </a:cubicBezTo>
                  <a:cubicBezTo>
                    <a:pt x="2017" y="1681"/>
                    <a:pt x="2017" y="1729"/>
                    <a:pt x="2013" y="1777"/>
                  </a:cubicBezTo>
                  <a:cubicBezTo>
                    <a:pt x="2013" y="1785"/>
                    <a:pt x="2013" y="1797"/>
                    <a:pt x="2009" y="1805"/>
                  </a:cubicBezTo>
                  <a:cubicBezTo>
                    <a:pt x="2009" y="1809"/>
                    <a:pt x="2009" y="1809"/>
                    <a:pt x="2009" y="1813"/>
                  </a:cubicBezTo>
                  <a:lnTo>
                    <a:pt x="2001" y="1829"/>
                  </a:lnTo>
                  <a:cubicBezTo>
                    <a:pt x="1997" y="1833"/>
                    <a:pt x="1993" y="1837"/>
                    <a:pt x="1989" y="1837"/>
                  </a:cubicBezTo>
                  <a:cubicBezTo>
                    <a:pt x="1973" y="1845"/>
                    <a:pt x="1957" y="1845"/>
                    <a:pt x="1941" y="1845"/>
                  </a:cubicBezTo>
                  <a:lnTo>
                    <a:pt x="1913" y="1845"/>
                  </a:lnTo>
                  <a:cubicBezTo>
                    <a:pt x="1908" y="1845"/>
                    <a:pt x="1901" y="1843"/>
                    <a:pt x="1895" y="1842"/>
                  </a:cubicBezTo>
                  <a:lnTo>
                    <a:pt x="1895" y="1842"/>
                  </a:lnTo>
                  <a:cubicBezTo>
                    <a:pt x="1874" y="1827"/>
                    <a:pt x="1854" y="1810"/>
                    <a:pt x="1837" y="1789"/>
                  </a:cubicBezTo>
                  <a:cubicBezTo>
                    <a:pt x="1817" y="1765"/>
                    <a:pt x="1797" y="1737"/>
                    <a:pt x="1781" y="1709"/>
                  </a:cubicBezTo>
                  <a:cubicBezTo>
                    <a:pt x="1745" y="1649"/>
                    <a:pt x="1721" y="1585"/>
                    <a:pt x="1701" y="1517"/>
                  </a:cubicBezTo>
                  <a:lnTo>
                    <a:pt x="1669" y="1413"/>
                  </a:lnTo>
                  <a:cubicBezTo>
                    <a:pt x="1665" y="1393"/>
                    <a:pt x="1657" y="1373"/>
                    <a:pt x="1649" y="1357"/>
                  </a:cubicBezTo>
                  <a:cubicBezTo>
                    <a:pt x="1641" y="1337"/>
                    <a:pt x="1633" y="1317"/>
                    <a:pt x="1621" y="1297"/>
                  </a:cubicBezTo>
                  <a:cubicBezTo>
                    <a:pt x="1601" y="1265"/>
                    <a:pt x="1577" y="1233"/>
                    <a:pt x="1549" y="1201"/>
                  </a:cubicBezTo>
                  <a:cubicBezTo>
                    <a:pt x="1525" y="1173"/>
                    <a:pt x="1497" y="1145"/>
                    <a:pt x="1465" y="1121"/>
                  </a:cubicBezTo>
                  <a:lnTo>
                    <a:pt x="1453" y="1109"/>
                  </a:lnTo>
                  <a:lnTo>
                    <a:pt x="1437" y="1109"/>
                  </a:lnTo>
                  <a:cubicBezTo>
                    <a:pt x="1432" y="1108"/>
                    <a:pt x="1427" y="1108"/>
                    <a:pt x="1422" y="1108"/>
                  </a:cubicBezTo>
                  <a:cubicBezTo>
                    <a:pt x="1399" y="1108"/>
                    <a:pt x="1376" y="1115"/>
                    <a:pt x="1357" y="1125"/>
                  </a:cubicBezTo>
                  <a:cubicBezTo>
                    <a:pt x="1337" y="1133"/>
                    <a:pt x="1317" y="1145"/>
                    <a:pt x="1297" y="1161"/>
                  </a:cubicBezTo>
                  <a:cubicBezTo>
                    <a:pt x="1265" y="1189"/>
                    <a:pt x="1233" y="1217"/>
                    <a:pt x="1205" y="1245"/>
                  </a:cubicBezTo>
                  <a:cubicBezTo>
                    <a:pt x="1177" y="1273"/>
                    <a:pt x="1149" y="1301"/>
                    <a:pt x="1117" y="1325"/>
                  </a:cubicBezTo>
                  <a:cubicBezTo>
                    <a:pt x="1089" y="1349"/>
                    <a:pt x="1057" y="1369"/>
                    <a:pt x="1021" y="1381"/>
                  </a:cubicBezTo>
                  <a:cubicBezTo>
                    <a:pt x="1001" y="1389"/>
                    <a:pt x="985" y="1393"/>
                    <a:pt x="965" y="1397"/>
                  </a:cubicBezTo>
                  <a:cubicBezTo>
                    <a:pt x="945" y="1401"/>
                    <a:pt x="929" y="1401"/>
                    <a:pt x="909" y="1401"/>
                  </a:cubicBezTo>
                  <a:cubicBezTo>
                    <a:pt x="869" y="1401"/>
                    <a:pt x="833" y="1393"/>
                    <a:pt x="793" y="1381"/>
                  </a:cubicBezTo>
                  <a:cubicBezTo>
                    <a:pt x="757" y="1373"/>
                    <a:pt x="721" y="1357"/>
                    <a:pt x="685" y="1337"/>
                  </a:cubicBezTo>
                  <a:cubicBezTo>
                    <a:pt x="655" y="1322"/>
                    <a:pt x="625" y="1300"/>
                    <a:pt x="595" y="1278"/>
                  </a:cubicBezTo>
                  <a:lnTo>
                    <a:pt x="595" y="1278"/>
                  </a:lnTo>
                  <a:cubicBezTo>
                    <a:pt x="572" y="1223"/>
                    <a:pt x="556" y="1168"/>
                    <a:pt x="545" y="1109"/>
                  </a:cubicBezTo>
                  <a:cubicBezTo>
                    <a:pt x="541" y="1081"/>
                    <a:pt x="537" y="1053"/>
                    <a:pt x="537" y="1025"/>
                  </a:cubicBezTo>
                  <a:cubicBezTo>
                    <a:pt x="537" y="1009"/>
                    <a:pt x="537" y="997"/>
                    <a:pt x="537" y="981"/>
                  </a:cubicBezTo>
                  <a:cubicBezTo>
                    <a:pt x="541" y="969"/>
                    <a:pt x="541" y="957"/>
                    <a:pt x="545" y="945"/>
                  </a:cubicBezTo>
                  <a:cubicBezTo>
                    <a:pt x="549" y="941"/>
                    <a:pt x="549" y="937"/>
                    <a:pt x="549" y="933"/>
                  </a:cubicBezTo>
                  <a:cubicBezTo>
                    <a:pt x="553" y="929"/>
                    <a:pt x="557" y="917"/>
                    <a:pt x="561" y="913"/>
                  </a:cubicBezTo>
                  <a:cubicBezTo>
                    <a:pt x="565" y="909"/>
                    <a:pt x="577" y="893"/>
                    <a:pt x="585" y="881"/>
                  </a:cubicBezTo>
                  <a:cubicBezTo>
                    <a:pt x="605" y="861"/>
                    <a:pt x="625" y="841"/>
                    <a:pt x="645" y="821"/>
                  </a:cubicBezTo>
                  <a:cubicBezTo>
                    <a:pt x="669" y="805"/>
                    <a:pt x="689" y="785"/>
                    <a:pt x="713" y="769"/>
                  </a:cubicBezTo>
                  <a:cubicBezTo>
                    <a:pt x="737" y="753"/>
                    <a:pt x="761" y="737"/>
                    <a:pt x="785" y="725"/>
                  </a:cubicBezTo>
                  <a:lnTo>
                    <a:pt x="877" y="673"/>
                  </a:lnTo>
                  <a:lnTo>
                    <a:pt x="785" y="625"/>
                  </a:lnTo>
                  <a:cubicBezTo>
                    <a:pt x="761" y="613"/>
                    <a:pt x="741" y="605"/>
                    <a:pt x="717" y="597"/>
                  </a:cubicBezTo>
                  <a:lnTo>
                    <a:pt x="657" y="581"/>
                  </a:lnTo>
                  <a:cubicBezTo>
                    <a:pt x="621" y="573"/>
                    <a:pt x="581" y="561"/>
                    <a:pt x="545" y="549"/>
                  </a:cubicBezTo>
                  <a:cubicBezTo>
                    <a:pt x="509" y="541"/>
                    <a:pt x="477" y="529"/>
                    <a:pt x="441" y="513"/>
                  </a:cubicBezTo>
                  <a:cubicBezTo>
                    <a:pt x="425" y="509"/>
                    <a:pt x="409" y="501"/>
                    <a:pt x="393" y="489"/>
                  </a:cubicBezTo>
                  <a:cubicBezTo>
                    <a:pt x="377" y="485"/>
                    <a:pt x="361" y="473"/>
                    <a:pt x="349" y="465"/>
                  </a:cubicBezTo>
                  <a:lnTo>
                    <a:pt x="329" y="449"/>
                  </a:lnTo>
                  <a:lnTo>
                    <a:pt x="309" y="429"/>
                  </a:lnTo>
                  <a:cubicBezTo>
                    <a:pt x="301" y="421"/>
                    <a:pt x="285" y="405"/>
                    <a:pt x="273" y="393"/>
                  </a:cubicBezTo>
                  <a:cubicBezTo>
                    <a:pt x="249" y="361"/>
                    <a:pt x="229" y="333"/>
                    <a:pt x="209" y="301"/>
                  </a:cubicBezTo>
                  <a:cubicBezTo>
                    <a:pt x="170" y="245"/>
                    <a:pt x="135" y="187"/>
                    <a:pt x="106" y="128"/>
                  </a:cubicBezTo>
                  <a:lnTo>
                    <a:pt x="106" y="128"/>
                  </a:lnTo>
                  <a:cubicBezTo>
                    <a:pt x="111" y="123"/>
                    <a:pt x="116" y="118"/>
                    <a:pt x="121" y="113"/>
                  </a:cubicBezTo>
                  <a:cubicBezTo>
                    <a:pt x="133" y="105"/>
                    <a:pt x="149" y="97"/>
                    <a:pt x="165" y="89"/>
                  </a:cubicBezTo>
                  <a:cubicBezTo>
                    <a:pt x="169" y="85"/>
                    <a:pt x="177" y="81"/>
                    <a:pt x="185" y="77"/>
                  </a:cubicBezTo>
                  <a:cubicBezTo>
                    <a:pt x="193" y="77"/>
                    <a:pt x="201" y="69"/>
                    <a:pt x="209" y="69"/>
                  </a:cubicBezTo>
                  <a:cubicBezTo>
                    <a:pt x="225" y="65"/>
                    <a:pt x="241" y="61"/>
                    <a:pt x="261" y="57"/>
                  </a:cubicBezTo>
                  <a:cubicBezTo>
                    <a:pt x="282" y="53"/>
                    <a:pt x="305" y="51"/>
                    <a:pt x="328" y="51"/>
                  </a:cubicBezTo>
                  <a:cubicBezTo>
                    <a:pt x="377" y="51"/>
                    <a:pt x="426" y="59"/>
                    <a:pt x="473" y="73"/>
                  </a:cubicBezTo>
                  <a:lnTo>
                    <a:pt x="473" y="57"/>
                  </a:lnTo>
                  <a:cubicBezTo>
                    <a:pt x="437" y="37"/>
                    <a:pt x="401" y="25"/>
                    <a:pt x="365" y="13"/>
                  </a:cubicBezTo>
                  <a:cubicBezTo>
                    <a:pt x="325" y="5"/>
                    <a:pt x="285" y="1"/>
                    <a:pt x="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2341019" y="1674793"/>
              <a:ext cx="223773" cy="422760"/>
            </a:xfrm>
            <a:custGeom>
              <a:avLst/>
              <a:gdLst/>
              <a:ahLst/>
              <a:cxnLst/>
              <a:rect l="l" t="t" r="r" b="b"/>
              <a:pathLst>
                <a:path w="957" h="1808" extrusionOk="0">
                  <a:moveTo>
                    <a:pt x="857" y="1"/>
                  </a:moveTo>
                  <a:cubicBezTo>
                    <a:pt x="846" y="1"/>
                    <a:pt x="835" y="3"/>
                    <a:pt x="825" y="8"/>
                  </a:cubicBezTo>
                  <a:cubicBezTo>
                    <a:pt x="805" y="16"/>
                    <a:pt x="789" y="28"/>
                    <a:pt x="773" y="44"/>
                  </a:cubicBezTo>
                  <a:cubicBezTo>
                    <a:pt x="669" y="124"/>
                    <a:pt x="605" y="248"/>
                    <a:pt x="613" y="384"/>
                  </a:cubicBezTo>
                  <a:cubicBezTo>
                    <a:pt x="609" y="400"/>
                    <a:pt x="609" y="412"/>
                    <a:pt x="609" y="428"/>
                  </a:cubicBezTo>
                  <a:cubicBezTo>
                    <a:pt x="589" y="672"/>
                    <a:pt x="441" y="884"/>
                    <a:pt x="297" y="1088"/>
                  </a:cubicBezTo>
                  <a:lnTo>
                    <a:pt x="261" y="1148"/>
                  </a:lnTo>
                  <a:cubicBezTo>
                    <a:pt x="149" y="1308"/>
                    <a:pt x="41" y="1492"/>
                    <a:pt x="1" y="1684"/>
                  </a:cubicBezTo>
                  <a:cubicBezTo>
                    <a:pt x="5" y="1692"/>
                    <a:pt x="9" y="1696"/>
                    <a:pt x="9" y="1704"/>
                  </a:cubicBezTo>
                  <a:cubicBezTo>
                    <a:pt x="25" y="1740"/>
                    <a:pt x="41" y="1776"/>
                    <a:pt x="61" y="1808"/>
                  </a:cubicBezTo>
                  <a:cubicBezTo>
                    <a:pt x="65" y="1584"/>
                    <a:pt x="189" y="1372"/>
                    <a:pt x="317" y="1184"/>
                  </a:cubicBezTo>
                  <a:lnTo>
                    <a:pt x="357" y="1128"/>
                  </a:lnTo>
                  <a:cubicBezTo>
                    <a:pt x="505" y="916"/>
                    <a:pt x="657" y="696"/>
                    <a:pt x="677" y="432"/>
                  </a:cubicBezTo>
                  <a:cubicBezTo>
                    <a:pt x="681" y="416"/>
                    <a:pt x="681" y="400"/>
                    <a:pt x="681" y="384"/>
                  </a:cubicBezTo>
                  <a:cubicBezTo>
                    <a:pt x="681" y="368"/>
                    <a:pt x="685" y="352"/>
                    <a:pt x="685" y="332"/>
                  </a:cubicBezTo>
                  <a:cubicBezTo>
                    <a:pt x="753" y="320"/>
                    <a:pt x="817" y="292"/>
                    <a:pt x="873" y="248"/>
                  </a:cubicBezTo>
                  <a:cubicBezTo>
                    <a:pt x="921" y="216"/>
                    <a:pt x="949" y="168"/>
                    <a:pt x="957" y="112"/>
                  </a:cubicBezTo>
                  <a:cubicBezTo>
                    <a:pt x="957" y="76"/>
                    <a:pt x="937" y="40"/>
                    <a:pt x="909" y="20"/>
                  </a:cubicBezTo>
                  <a:cubicBezTo>
                    <a:pt x="894" y="7"/>
                    <a:pt x="876" y="1"/>
                    <a:pt x="8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2399008" y="1896230"/>
              <a:ext cx="236867" cy="304210"/>
            </a:xfrm>
            <a:custGeom>
              <a:avLst/>
              <a:gdLst/>
              <a:ahLst/>
              <a:cxnLst/>
              <a:rect l="l" t="t" r="r" b="b"/>
              <a:pathLst>
                <a:path w="1013" h="1301" extrusionOk="0">
                  <a:moveTo>
                    <a:pt x="901" y="0"/>
                  </a:moveTo>
                  <a:cubicBezTo>
                    <a:pt x="861" y="0"/>
                    <a:pt x="823" y="19"/>
                    <a:pt x="797" y="53"/>
                  </a:cubicBezTo>
                  <a:cubicBezTo>
                    <a:pt x="773" y="101"/>
                    <a:pt x="765" y="153"/>
                    <a:pt x="769" y="205"/>
                  </a:cubicBezTo>
                  <a:lnTo>
                    <a:pt x="769" y="237"/>
                  </a:lnTo>
                  <a:cubicBezTo>
                    <a:pt x="641" y="277"/>
                    <a:pt x="517" y="341"/>
                    <a:pt x="409" y="425"/>
                  </a:cubicBezTo>
                  <a:cubicBezTo>
                    <a:pt x="293" y="525"/>
                    <a:pt x="213" y="669"/>
                    <a:pt x="193" y="825"/>
                  </a:cubicBezTo>
                  <a:cubicBezTo>
                    <a:pt x="189" y="845"/>
                    <a:pt x="185" y="861"/>
                    <a:pt x="185" y="881"/>
                  </a:cubicBezTo>
                  <a:cubicBezTo>
                    <a:pt x="181" y="913"/>
                    <a:pt x="177" y="945"/>
                    <a:pt x="173" y="973"/>
                  </a:cubicBezTo>
                  <a:cubicBezTo>
                    <a:pt x="141" y="1077"/>
                    <a:pt x="81" y="1169"/>
                    <a:pt x="1" y="1237"/>
                  </a:cubicBezTo>
                  <a:cubicBezTo>
                    <a:pt x="9" y="1257"/>
                    <a:pt x="21" y="1281"/>
                    <a:pt x="29" y="1301"/>
                  </a:cubicBezTo>
                  <a:cubicBezTo>
                    <a:pt x="117" y="1221"/>
                    <a:pt x="209" y="1117"/>
                    <a:pt x="241" y="989"/>
                  </a:cubicBezTo>
                  <a:cubicBezTo>
                    <a:pt x="245" y="957"/>
                    <a:pt x="253" y="921"/>
                    <a:pt x="253" y="889"/>
                  </a:cubicBezTo>
                  <a:cubicBezTo>
                    <a:pt x="257" y="869"/>
                    <a:pt x="257" y="849"/>
                    <a:pt x="261" y="833"/>
                  </a:cubicBezTo>
                  <a:cubicBezTo>
                    <a:pt x="281" y="693"/>
                    <a:pt x="349" y="569"/>
                    <a:pt x="457" y="477"/>
                  </a:cubicBezTo>
                  <a:cubicBezTo>
                    <a:pt x="561" y="385"/>
                    <a:pt x="701" y="337"/>
                    <a:pt x="841" y="285"/>
                  </a:cubicBezTo>
                  <a:cubicBezTo>
                    <a:pt x="893" y="269"/>
                    <a:pt x="941" y="241"/>
                    <a:pt x="981" y="197"/>
                  </a:cubicBezTo>
                  <a:cubicBezTo>
                    <a:pt x="1005" y="169"/>
                    <a:pt x="1013" y="129"/>
                    <a:pt x="1009" y="89"/>
                  </a:cubicBezTo>
                  <a:cubicBezTo>
                    <a:pt x="1005" y="61"/>
                    <a:pt x="989" y="33"/>
                    <a:pt x="965" y="17"/>
                  </a:cubicBezTo>
                  <a:cubicBezTo>
                    <a:pt x="944" y="5"/>
                    <a:pt x="922" y="0"/>
                    <a:pt x="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2421456" y="2014081"/>
              <a:ext cx="298598" cy="288309"/>
            </a:xfrm>
            <a:custGeom>
              <a:avLst/>
              <a:gdLst/>
              <a:ahLst/>
              <a:cxnLst/>
              <a:rect l="l" t="t" r="r" b="b"/>
              <a:pathLst>
                <a:path w="1277" h="1233" extrusionOk="0">
                  <a:moveTo>
                    <a:pt x="1165" y="1"/>
                  </a:moveTo>
                  <a:cubicBezTo>
                    <a:pt x="1105" y="9"/>
                    <a:pt x="1053" y="53"/>
                    <a:pt x="1037" y="117"/>
                  </a:cubicBezTo>
                  <a:cubicBezTo>
                    <a:pt x="1029" y="149"/>
                    <a:pt x="1021" y="185"/>
                    <a:pt x="1021" y="217"/>
                  </a:cubicBezTo>
                  <a:cubicBezTo>
                    <a:pt x="1021" y="221"/>
                    <a:pt x="1021" y="229"/>
                    <a:pt x="1021" y="233"/>
                  </a:cubicBezTo>
                  <a:cubicBezTo>
                    <a:pt x="1021" y="241"/>
                    <a:pt x="1021" y="249"/>
                    <a:pt x="1021" y="261"/>
                  </a:cubicBezTo>
                  <a:cubicBezTo>
                    <a:pt x="997" y="445"/>
                    <a:pt x="845" y="589"/>
                    <a:pt x="721" y="681"/>
                  </a:cubicBezTo>
                  <a:cubicBezTo>
                    <a:pt x="665" y="721"/>
                    <a:pt x="605" y="757"/>
                    <a:pt x="545" y="793"/>
                  </a:cubicBezTo>
                  <a:cubicBezTo>
                    <a:pt x="441" y="849"/>
                    <a:pt x="345" y="917"/>
                    <a:pt x="253" y="997"/>
                  </a:cubicBezTo>
                  <a:lnTo>
                    <a:pt x="221" y="1029"/>
                  </a:lnTo>
                  <a:cubicBezTo>
                    <a:pt x="157" y="1085"/>
                    <a:pt x="93" y="1149"/>
                    <a:pt x="21" y="1161"/>
                  </a:cubicBezTo>
                  <a:lnTo>
                    <a:pt x="13" y="1197"/>
                  </a:lnTo>
                  <a:cubicBezTo>
                    <a:pt x="9" y="1209"/>
                    <a:pt x="5" y="1221"/>
                    <a:pt x="1" y="1233"/>
                  </a:cubicBezTo>
                  <a:cubicBezTo>
                    <a:pt x="105" y="1229"/>
                    <a:pt x="193" y="1149"/>
                    <a:pt x="269" y="1077"/>
                  </a:cubicBezTo>
                  <a:cubicBezTo>
                    <a:pt x="281" y="1065"/>
                    <a:pt x="289" y="1057"/>
                    <a:pt x="301" y="1045"/>
                  </a:cubicBezTo>
                  <a:cubicBezTo>
                    <a:pt x="389" y="973"/>
                    <a:pt x="481" y="909"/>
                    <a:pt x="581" y="849"/>
                  </a:cubicBezTo>
                  <a:cubicBezTo>
                    <a:pt x="641" y="813"/>
                    <a:pt x="701" y="777"/>
                    <a:pt x="761" y="737"/>
                  </a:cubicBezTo>
                  <a:cubicBezTo>
                    <a:pt x="897" y="641"/>
                    <a:pt x="1065" y="481"/>
                    <a:pt x="1089" y="269"/>
                  </a:cubicBezTo>
                  <a:cubicBezTo>
                    <a:pt x="1089" y="261"/>
                    <a:pt x="1089" y="253"/>
                    <a:pt x="1089" y="245"/>
                  </a:cubicBezTo>
                  <a:cubicBezTo>
                    <a:pt x="1113" y="229"/>
                    <a:pt x="1141" y="213"/>
                    <a:pt x="1165" y="205"/>
                  </a:cubicBezTo>
                  <a:cubicBezTo>
                    <a:pt x="1201" y="193"/>
                    <a:pt x="1229" y="177"/>
                    <a:pt x="1253" y="153"/>
                  </a:cubicBezTo>
                  <a:cubicBezTo>
                    <a:pt x="1277" y="129"/>
                    <a:pt x="1277" y="89"/>
                    <a:pt x="1261" y="61"/>
                  </a:cubicBezTo>
                  <a:cubicBezTo>
                    <a:pt x="1241" y="25"/>
                    <a:pt x="1205" y="1"/>
                    <a:pt x="1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2479446" y="2136608"/>
              <a:ext cx="337881" cy="252768"/>
            </a:xfrm>
            <a:custGeom>
              <a:avLst/>
              <a:gdLst/>
              <a:ahLst/>
              <a:cxnLst/>
              <a:rect l="l" t="t" r="r" b="b"/>
              <a:pathLst>
                <a:path w="1445" h="1081" extrusionOk="0">
                  <a:moveTo>
                    <a:pt x="1292" y="0"/>
                  </a:moveTo>
                  <a:cubicBezTo>
                    <a:pt x="1237" y="0"/>
                    <a:pt x="1186" y="24"/>
                    <a:pt x="1149" y="61"/>
                  </a:cubicBezTo>
                  <a:cubicBezTo>
                    <a:pt x="1113" y="101"/>
                    <a:pt x="1081" y="145"/>
                    <a:pt x="1057" y="193"/>
                  </a:cubicBezTo>
                  <a:cubicBezTo>
                    <a:pt x="1041" y="225"/>
                    <a:pt x="1025" y="253"/>
                    <a:pt x="1005" y="277"/>
                  </a:cubicBezTo>
                  <a:cubicBezTo>
                    <a:pt x="973" y="317"/>
                    <a:pt x="941" y="349"/>
                    <a:pt x="901" y="381"/>
                  </a:cubicBezTo>
                  <a:lnTo>
                    <a:pt x="737" y="525"/>
                  </a:lnTo>
                  <a:cubicBezTo>
                    <a:pt x="637" y="613"/>
                    <a:pt x="533" y="705"/>
                    <a:pt x="425" y="789"/>
                  </a:cubicBezTo>
                  <a:lnTo>
                    <a:pt x="361" y="841"/>
                  </a:lnTo>
                  <a:cubicBezTo>
                    <a:pt x="313" y="877"/>
                    <a:pt x="261" y="913"/>
                    <a:pt x="213" y="949"/>
                  </a:cubicBezTo>
                  <a:cubicBezTo>
                    <a:pt x="197" y="957"/>
                    <a:pt x="185" y="969"/>
                    <a:pt x="173" y="977"/>
                  </a:cubicBezTo>
                  <a:lnTo>
                    <a:pt x="149" y="989"/>
                  </a:lnTo>
                  <a:lnTo>
                    <a:pt x="101" y="1021"/>
                  </a:lnTo>
                  <a:cubicBezTo>
                    <a:pt x="69" y="1041"/>
                    <a:pt x="33" y="1057"/>
                    <a:pt x="1" y="1077"/>
                  </a:cubicBezTo>
                  <a:cubicBezTo>
                    <a:pt x="7" y="1075"/>
                    <a:pt x="13" y="1074"/>
                    <a:pt x="19" y="1074"/>
                  </a:cubicBezTo>
                  <a:cubicBezTo>
                    <a:pt x="25" y="1074"/>
                    <a:pt x="31" y="1075"/>
                    <a:pt x="37" y="1077"/>
                  </a:cubicBezTo>
                  <a:cubicBezTo>
                    <a:pt x="46" y="1076"/>
                    <a:pt x="56" y="1075"/>
                    <a:pt x="65" y="1075"/>
                  </a:cubicBezTo>
                  <a:cubicBezTo>
                    <a:pt x="88" y="1075"/>
                    <a:pt x="111" y="1078"/>
                    <a:pt x="137" y="1081"/>
                  </a:cubicBezTo>
                  <a:cubicBezTo>
                    <a:pt x="165" y="1065"/>
                    <a:pt x="193" y="1045"/>
                    <a:pt x="225" y="1029"/>
                  </a:cubicBezTo>
                  <a:cubicBezTo>
                    <a:pt x="253" y="1009"/>
                    <a:pt x="281" y="989"/>
                    <a:pt x="309" y="969"/>
                  </a:cubicBezTo>
                  <a:cubicBezTo>
                    <a:pt x="337" y="949"/>
                    <a:pt x="369" y="929"/>
                    <a:pt x="393" y="909"/>
                  </a:cubicBezTo>
                  <a:cubicBezTo>
                    <a:pt x="417" y="889"/>
                    <a:pt x="445" y="873"/>
                    <a:pt x="469" y="853"/>
                  </a:cubicBezTo>
                  <a:cubicBezTo>
                    <a:pt x="469" y="849"/>
                    <a:pt x="473" y="845"/>
                    <a:pt x="477" y="845"/>
                  </a:cubicBezTo>
                  <a:cubicBezTo>
                    <a:pt x="505" y="825"/>
                    <a:pt x="529" y="801"/>
                    <a:pt x="553" y="781"/>
                  </a:cubicBezTo>
                  <a:cubicBezTo>
                    <a:pt x="633" y="717"/>
                    <a:pt x="709" y="649"/>
                    <a:pt x="785" y="581"/>
                  </a:cubicBezTo>
                  <a:lnTo>
                    <a:pt x="949" y="437"/>
                  </a:lnTo>
                  <a:cubicBezTo>
                    <a:pt x="993" y="401"/>
                    <a:pt x="1029" y="365"/>
                    <a:pt x="1065" y="321"/>
                  </a:cubicBezTo>
                  <a:cubicBezTo>
                    <a:pt x="1081" y="293"/>
                    <a:pt x="1101" y="265"/>
                    <a:pt x="1117" y="233"/>
                  </a:cubicBezTo>
                  <a:cubicBezTo>
                    <a:pt x="1141" y="237"/>
                    <a:pt x="1165" y="241"/>
                    <a:pt x="1185" y="245"/>
                  </a:cubicBezTo>
                  <a:cubicBezTo>
                    <a:pt x="1221" y="257"/>
                    <a:pt x="1257" y="261"/>
                    <a:pt x="1293" y="261"/>
                  </a:cubicBezTo>
                  <a:cubicBezTo>
                    <a:pt x="1345" y="245"/>
                    <a:pt x="1389" y="221"/>
                    <a:pt x="1425" y="181"/>
                  </a:cubicBezTo>
                  <a:cubicBezTo>
                    <a:pt x="1437" y="161"/>
                    <a:pt x="1445" y="137"/>
                    <a:pt x="1437" y="117"/>
                  </a:cubicBezTo>
                  <a:cubicBezTo>
                    <a:pt x="1421" y="53"/>
                    <a:pt x="1369" y="5"/>
                    <a:pt x="1305" y="1"/>
                  </a:cubicBezTo>
                  <a:cubicBezTo>
                    <a:pt x="1301" y="0"/>
                    <a:pt x="1296" y="0"/>
                    <a:pt x="1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2291447" y="1771832"/>
              <a:ext cx="76929" cy="233126"/>
            </a:xfrm>
            <a:custGeom>
              <a:avLst/>
              <a:gdLst/>
              <a:ahLst/>
              <a:cxnLst/>
              <a:rect l="l" t="t" r="r" b="b"/>
              <a:pathLst>
                <a:path w="329" h="997" extrusionOk="0">
                  <a:moveTo>
                    <a:pt x="89" y="1"/>
                  </a:moveTo>
                  <a:cubicBezTo>
                    <a:pt x="77" y="1"/>
                    <a:pt x="65" y="2"/>
                    <a:pt x="53" y="5"/>
                  </a:cubicBezTo>
                  <a:lnTo>
                    <a:pt x="41" y="9"/>
                  </a:lnTo>
                  <a:cubicBezTo>
                    <a:pt x="17" y="33"/>
                    <a:pt x="1" y="61"/>
                    <a:pt x="5" y="93"/>
                  </a:cubicBezTo>
                  <a:cubicBezTo>
                    <a:pt x="9" y="145"/>
                    <a:pt x="33" y="189"/>
                    <a:pt x="77" y="217"/>
                  </a:cubicBezTo>
                  <a:cubicBezTo>
                    <a:pt x="101" y="233"/>
                    <a:pt x="129" y="249"/>
                    <a:pt x="157" y="261"/>
                  </a:cubicBezTo>
                  <a:cubicBezTo>
                    <a:pt x="181" y="269"/>
                    <a:pt x="209" y="285"/>
                    <a:pt x="233" y="301"/>
                  </a:cubicBezTo>
                  <a:lnTo>
                    <a:pt x="237" y="293"/>
                  </a:lnTo>
                  <a:lnTo>
                    <a:pt x="237" y="293"/>
                  </a:lnTo>
                  <a:cubicBezTo>
                    <a:pt x="257" y="405"/>
                    <a:pt x="249" y="521"/>
                    <a:pt x="217" y="633"/>
                  </a:cubicBezTo>
                  <a:cubicBezTo>
                    <a:pt x="189" y="737"/>
                    <a:pt x="145" y="841"/>
                    <a:pt x="85" y="933"/>
                  </a:cubicBezTo>
                  <a:cubicBezTo>
                    <a:pt x="97" y="953"/>
                    <a:pt x="113" y="977"/>
                    <a:pt x="125" y="997"/>
                  </a:cubicBezTo>
                  <a:cubicBezTo>
                    <a:pt x="197" y="893"/>
                    <a:pt x="249" y="773"/>
                    <a:pt x="285" y="653"/>
                  </a:cubicBezTo>
                  <a:cubicBezTo>
                    <a:pt x="329" y="497"/>
                    <a:pt x="329" y="329"/>
                    <a:pt x="277" y="177"/>
                  </a:cubicBezTo>
                  <a:cubicBezTo>
                    <a:pt x="265" y="129"/>
                    <a:pt x="237" y="85"/>
                    <a:pt x="205" y="49"/>
                  </a:cubicBezTo>
                  <a:cubicBezTo>
                    <a:pt x="173" y="17"/>
                    <a:pt x="132" y="1"/>
                    <a:pt x="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2241875" y="1710101"/>
              <a:ext cx="42323" cy="212549"/>
            </a:xfrm>
            <a:custGeom>
              <a:avLst/>
              <a:gdLst/>
              <a:ahLst/>
              <a:cxnLst/>
              <a:rect l="l" t="t" r="r" b="b"/>
              <a:pathLst>
                <a:path w="181" h="909" extrusionOk="0">
                  <a:moveTo>
                    <a:pt x="73" y="1"/>
                  </a:moveTo>
                  <a:cubicBezTo>
                    <a:pt x="45" y="1"/>
                    <a:pt x="13" y="21"/>
                    <a:pt x="5" y="73"/>
                  </a:cubicBezTo>
                  <a:cubicBezTo>
                    <a:pt x="1" y="129"/>
                    <a:pt x="5" y="185"/>
                    <a:pt x="13" y="237"/>
                  </a:cubicBezTo>
                  <a:cubicBezTo>
                    <a:pt x="17" y="257"/>
                    <a:pt x="21" y="277"/>
                    <a:pt x="21" y="297"/>
                  </a:cubicBezTo>
                  <a:cubicBezTo>
                    <a:pt x="29" y="401"/>
                    <a:pt x="49" y="501"/>
                    <a:pt x="73" y="601"/>
                  </a:cubicBezTo>
                  <a:cubicBezTo>
                    <a:pt x="69" y="621"/>
                    <a:pt x="69" y="645"/>
                    <a:pt x="77" y="665"/>
                  </a:cubicBezTo>
                  <a:cubicBezTo>
                    <a:pt x="81" y="673"/>
                    <a:pt x="85" y="681"/>
                    <a:pt x="85" y="693"/>
                  </a:cubicBezTo>
                  <a:cubicBezTo>
                    <a:pt x="85" y="705"/>
                    <a:pt x="77" y="721"/>
                    <a:pt x="69" y="733"/>
                  </a:cubicBezTo>
                  <a:cubicBezTo>
                    <a:pt x="61" y="745"/>
                    <a:pt x="57" y="757"/>
                    <a:pt x="53" y="769"/>
                  </a:cubicBezTo>
                  <a:cubicBezTo>
                    <a:pt x="45" y="785"/>
                    <a:pt x="41" y="805"/>
                    <a:pt x="37" y="821"/>
                  </a:cubicBezTo>
                  <a:lnTo>
                    <a:pt x="37" y="833"/>
                  </a:lnTo>
                  <a:cubicBezTo>
                    <a:pt x="37" y="837"/>
                    <a:pt x="37" y="837"/>
                    <a:pt x="37" y="841"/>
                  </a:cubicBezTo>
                  <a:cubicBezTo>
                    <a:pt x="41" y="841"/>
                    <a:pt x="45" y="845"/>
                    <a:pt x="45" y="849"/>
                  </a:cubicBezTo>
                  <a:lnTo>
                    <a:pt x="89" y="909"/>
                  </a:lnTo>
                  <a:cubicBezTo>
                    <a:pt x="97" y="889"/>
                    <a:pt x="105" y="869"/>
                    <a:pt x="109" y="845"/>
                  </a:cubicBezTo>
                  <a:lnTo>
                    <a:pt x="109" y="833"/>
                  </a:lnTo>
                  <a:cubicBezTo>
                    <a:pt x="113" y="817"/>
                    <a:pt x="113" y="805"/>
                    <a:pt x="121" y="793"/>
                  </a:cubicBezTo>
                  <a:cubicBezTo>
                    <a:pt x="125" y="781"/>
                    <a:pt x="129" y="773"/>
                    <a:pt x="133" y="765"/>
                  </a:cubicBezTo>
                  <a:cubicBezTo>
                    <a:pt x="149" y="741"/>
                    <a:pt x="157" y="717"/>
                    <a:pt x="157" y="689"/>
                  </a:cubicBezTo>
                  <a:cubicBezTo>
                    <a:pt x="157" y="673"/>
                    <a:pt x="153" y="653"/>
                    <a:pt x="149" y="641"/>
                  </a:cubicBezTo>
                  <a:cubicBezTo>
                    <a:pt x="141" y="625"/>
                    <a:pt x="141" y="621"/>
                    <a:pt x="137" y="617"/>
                  </a:cubicBezTo>
                  <a:lnTo>
                    <a:pt x="145" y="605"/>
                  </a:lnTo>
                  <a:lnTo>
                    <a:pt x="141" y="593"/>
                  </a:lnTo>
                  <a:cubicBezTo>
                    <a:pt x="117" y="493"/>
                    <a:pt x="97" y="393"/>
                    <a:pt x="89" y="293"/>
                  </a:cubicBezTo>
                  <a:cubicBezTo>
                    <a:pt x="89" y="281"/>
                    <a:pt x="89" y="273"/>
                    <a:pt x="89" y="265"/>
                  </a:cubicBezTo>
                  <a:cubicBezTo>
                    <a:pt x="145" y="241"/>
                    <a:pt x="181" y="181"/>
                    <a:pt x="181" y="121"/>
                  </a:cubicBezTo>
                  <a:cubicBezTo>
                    <a:pt x="177" y="61"/>
                    <a:pt x="133" y="13"/>
                    <a:pt x="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6" name="Google Shape;786;p16"/>
          <p:cNvGrpSpPr/>
          <p:nvPr/>
        </p:nvGrpSpPr>
        <p:grpSpPr>
          <a:xfrm>
            <a:off x="-278369" y="-214541"/>
            <a:ext cx="2509894" cy="1976383"/>
            <a:chOff x="2199201" y="1155985"/>
            <a:chExt cx="1943696" cy="1530538"/>
          </a:xfrm>
        </p:grpSpPr>
        <p:sp>
          <p:nvSpPr>
            <p:cNvPr id="787" name="Google Shape;787;p16"/>
            <p:cNvSpPr/>
            <p:nvPr/>
          </p:nvSpPr>
          <p:spPr>
            <a:xfrm>
              <a:off x="2229590" y="1809344"/>
              <a:ext cx="841720" cy="593938"/>
            </a:xfrm>
            <a:custGeom>
              <a:avLst/>
              <a:gdLst/>
              <a:ahLst/>
              <a:cxnLst/>
              <a:rect l="l" t="t" r="r" b="b"/>
              <a:pathLst>
                <a:path w="4321" h="3049" extrusionOk="0">
                  <a:moveTo>
                    <a:pt x="2588" y="117"/>
                  </a:moveTo>
                  <a:cubicBezTo>
                    <a:pt x="2662" y="117"/>
                    <a:pt x="2736" y="131"/>
                    <a:pt x="2805" y="158"/>
                  </a:cubicBezTo>
                  <a:cubicBezTo>
                    <a:pt x="2889" y="194"/>
                    <a:pt x="2945" y="274"/>
                    <a:pt x="3005" y="366"/>
                  </a:cubicBezTo>
                  <a:cubicBezTo>
                    <a:pt x="3037" y="418"/>
                    <a:pt x="3069" y="462"/>
                    <a:pt x="3109" y="506"/>
                  </a:cubicBezTo>
                  <a:cubicBezTo>
                    <a:pt x="3149" y="550"/>
                    <a:pt x="3193" y="586"/>
                    <a:pt x="3245" y="618"/>
                  </a:cubicBezTo>
                  <a:cubicBezTo>
                    <a:pt x="3273" y="630"/>
                    <a:pt x="3297" y="642"/>
                    <a:pt x="3325" y="654"/>
                  </a:cubicBezTo>
                  <a:cubicBezTo>
                    <a:pt x="3353" y="666"/>
                    <a:pt x="3381" y="670"/>
                    <a:pt x="3409" y="682"/>
                  </a:cubicBezTo>
                  <a:lnTo>
                    <a:pt x="3445" y="694"/>
                  </a:lnTo>
                  <a:cubicBezTo>
                    <a:pt x="3457" y="698"/>
                    <a:pt x="3465" y="702"/>
                    <a:pt x="3477" y="706"/>
                  </a:cubicBezTo>
                  <a:cubicBezTo>
                    <a:pt x="3497" y="718"/>
                    <a:pt x="3517" y="730"/>
                    <a:pt x="3537" y="746"/>
                  </a:cubicBezTo>
                  <a:cubicBezTo>
                    <a:pt x="3613" y="818"/>
                    <a:pt x="3669" y="906"/>
                    <a:pt x="3697" y="1006"/>
                  </a:cubicBezTo>
                  <a:cubicBezTo>
                    <a:pt x="3733" y="1110"/>
                    <a:pt x="3761" y="1214"/>
                    <a:pt x="3781" y="1318"/>
                  </a:cubicBezTo>
                  <a:cubicBezTo>
                    <a:pt x="3801" y="1426"/>
                    <a:pt x="3817" y="1534"/>
                    <a:pt x="3841" y="1642"/>
                  </a:cubicBezTo>
                  <a:cubicBezTo>
                    <a:pt x="3857" y="1754"/>
                    <a:pt x="3897" y="1858"/>
                    <a:pt x="3957" y="1954"/>
                  </a:cubicBezTo>
                  <a:cubicBezTo>
                    <a:pt x="4081" y="2130"/>
                    <a:pt x="4197" y="2318"/>
                    <a:pt x="4245" y="2526"/>
                  </a:cubicBezTo>
                  <a:cubicBezTo>
                    <a:pt x="4261" y="2626"/>
                    <a:pt x="4261" y="2738"/>
                    <a:pt x="4205" y="2814"/>
                  </a:cubicBezTo>
                  <a:lnTo>
                    <a:pt x="4181" y="2838"/>
                  </a:lnTo>
                  <a:cubicBezTo>
                    <a:pt x="4173" y="2846"/>
                    <a:pt x="4161" y="2854"/>
                    <a:pt x="4153" y="2862"/>
                  </a:cubicBezTo>
                  <a:lnTo>
                    <a:pt x="4141" y="2874"/>
                  </a:lnTo>
                  <a:lnTo>
                    <a:pt x="4137" y="2878"/>
                  </a:lnTo>
                  <a:lnTo>
                    <a:pt x="4125" y="2882"/>
                  </a:lnTo>
                  <a:cubicBezTo>
                    <a:pt x="4117" y="2886"/>
                    <a:pt x="4105" y="2890"/>
                    <a:pt x="4093" y="2894"/>
                  </a:cubicBezTo>
                  <a:cubicBezTo>
                    <a:pt x="4041" y="2906"/>
                    <a:pt x="3993" y="2918"/>
                    <a:pt x="3941" y="2922"/>
                  </a:cubicBezTo>
                  <a:cubicBezTo>
                    <a:pt x="3815" y="2929"/>
                    <a:pt x="3690" y="2933"/>
                    <a:pt x="3565" y="2933"/>
                  </a:cubicBezTo>
                  <a:cubicBezTo>
                    <a:pt x="3475" y="2933"/>
                    <a:pt x="3386" y="2931"/>
                    <a:pt x="3297" y="2926"/>
                  </a:cubicBezTo>
                  <a:cubicBezTo>
                    <a:pt x="3077" y="2914"/>
                    <a:pt x="2861" y="2898"/>
                    <a:pt x="2645" y="2878"/>
                  </a:cubicBezTo>
                  <a:cubicBezTo>
                    <a:pt x="2429" y="2854"/>
                    <a:pt x="2213" y="2830"/>
                    <a:pt x="2001" y="2798"/>
                  </a:cubicBezTo>
                  <a:cubicBezTo>
                    <a:pt x="1785" y="2762"/>
                    <a:pt x="1569" y="2730"/>
                    <a:pt x="1361" y="2678"/>
                  </a:cubicBezTo>
                  <a:cubicBezTo>
                    <a:pt x="1261" y="2658"/>
                    <a:pt x="1157" y="2626"/>
                    <a:pt x="1061" y="2590"/>
                  </a:cubicBezTo>
                  <a:cubicBezTo>
                    <a:pt x="1037" y="2582"/>
                    <a:pt x="1017" y="2570"/>
                    <a:pt x="993" y="2558"/>
                  </a:cubicBezTo>
                  <a:cubicBezTo>
                    <a:pt x="985" y="2554"/>
                    <a:pt x="973" y="2550"/>
                    <a:pt x="965" y="2542"/>
                  </a:cubicBezTo>
                  <a:lnTo>
                    <a:pt x="953" y="2534"/>
                  </a:lnTo>
                  <a:lnTo>
                    <a:pt x="945" y="2526"/>
                  </a:lnTo>
                  <a:lnTo>
                    <a:pt x="937" y="2522"/>
                  </a:lnTo>
                  <a:cubicBezTo>
                    <a:pt x="917" y="2506"/>
                    <a:pt x="897" y="2486"/>
                    <a:pt x="873" y="2470"/>
                  </a:cubicBezTo>
                  <a:cubicBezTo>
                    <a:pt x="849" y="2450"/>
                    <a:pt x="825" y="2434"/>
                    <a:pt x="797" y="2422"/>
                  </a:cubicBezTo>
                  <a:cubicBezTo>
                    <a:pt x="693" y="2362"/>
                    <a:pt x="585" y="2322"/>
                    <a:pt x="469" y="2302"/>
                  </a:cubicBezTo>
                  <a:cubicBezTo>
                    <a:pt x="396" y="2289"/>
                    <a:pt x="324" y="2283"/>
                    <a:pt x="251" y="2283"/>
                  </a:cubicBezTo>
                  <a:cubicBezTo>
                    <a:pt x="238" y="2283"/>
                    <a:pt x="226" y="2283"/>
                    <a:pt x="213" y="2284"/>
                  </a:cubicBezTo>
                  <a:lnTo>
                    <a:pt x="213" y="2284"/>
                  </a:lnTo>
                  <a:cubicBezTo>
                    <a:pt x="216" y="2273"/>
                    <a:pt x="218" y="2261"/>
                    <a:pt x="221" y="2250"/>
                  </a:cubicBezTo>
                  <a:cubicBezTo>
                    <a:pt x="233" y="2210"/>
                    <a:pt x="241" y="2170"/>
                    <a:pt x="249" y="2126"/>
                  </a:cubicBezTo>
                  <a:cubicBezTo>
                    <a:pt x="265" y="2046"/>
                    <a:pt x="273" y="1962"/>
                    <a:pt x="273" y="1878"/>
                  </a:cubicBezTo>
                  <a:cubicBezTo>
                    <a:pt x="277" y="1834"/>
                    <a:pt x="273" y="1794"/>
                    <a:pt x="269" y="1750"/>
                  </a:cubicBezTo>
                  <a:cubicBezTo>
                    <a:pt x="265" y="1710"/>
                    <a:pt x="257" y="1666"/>
                    <a:pt x="245" y="1626"/>
                  </a:cubicBezTo>
                  <a:cubicBezTo>
                    <a:pt x="237" y="1606"/>
                    <a:pt x="233" y="1586"/>
                    <a:pt x="221" y="1566"/>
                  </a:cubicBezTo>
                  <a:lnTo>
                    <a:pt x="197" y="1506"/>
                  </a:lnTo>
                  <a:lnTo>
                    <a:pt x="169" y="1454"/>
                  </a:lnTo>
                  <a:cubicBezTo>
                    <a:pt x="161" y="1438"/>
                    <a:pt x="157" y="1418"/>
                    <a:pt x="149" y="1402"/>
                  </a:cubicBezTo>
                  <a:cubicBezTo>
                    <a:pt x="137" y="1366"/>
                    <a:pt x="125" y="1330"/>
                    <a:pt x="117" y="1290"/>
                  </a:cubicBezTo>
                  <a:cubicBezTo>
                    <a:pt x="109" y="1254"/>
                    <a:pt x="97" y="1214"/>
                    <a:pt x="93" y="1174"/>
                  </a:cubicBezTo>
                  <a:cubicBezTo>
                    <a:pt x="77" y="1098"/>
                    <a:pt x="65" y="1018"/>
                    <a:pt x="57" y="938"/>
                  </a:cubicBezTo>
                  <a:cubicBezTo>
                    <a:pt x="37" y="782"/>
                    <a:pt x="29" y="622"/>
                    <a:pt x="21" y="462"/>
                  </a:cubicBezTo>
                  <a:cubicBezTo>
                    <a:pt x="145" y="278"/>
                    <a:pt x="353" y="194"/>
                    <a:pt x="565" y="170"/>
                  </a:cubicBezTo>
                  <a:cubicBezTo>
                    <a:pt x="644" y="163"/>
                    <a:pt x="723" y="159"/>
                    <a:pt x="802" y="159"/>
                  </a:cubicBezTo>
                  <a:cubicBezTo>
                    <a:pt x="939" y="159"/>
                    <a:pt x="1074" y="170"/>
                    <a:pt x="1209" y="190"/>
                  </a:cubicBezTo>
                  <a:lnTo>
                    <a:pt x="1533" y="234"/>
                  </a:lnTo>
                  <a:lnTo>
                    <a:pt x="1617" y="242"/>
                  </a:lnTo>
                  <a:lnTo>
                    <a:pt x="1701" y="246"/>
                  </a:lnTo>
                  <a:cubicBezTo>
                    <a:pt x="1757" y="246"/>
                    <a:pt x="1817" y="242"/>
                    <a:pt x="1873" y="238"/>
                  </a:cubicBezTo>
                  <a:cubicBezTo>
                    <a:pt x="2097" y="214"/>
                    <a:pt x="2309" y="142"/>
                    <a:pt x="2513" y="122"/>
                  </a:cubicBezTo>
                  <a:cubicBezTo>
                    <a:pt x="2538" y="119"/>
                    <a:pt x="2563" y="117"/>
                    <a:pt x="2588" y="117"/>
                  </a:cubicBezTo>
                  <a:close/>
                  <a:moveTo>
                    <a:pt x="2616" y="0"/>
                  </a:moveTo>
                  <a:cubicBezTo>
                    <a:pt x="2607" y="0"/>
                    <a:pt x="2598" y="1"/>
                    <a:pt x="2589" y="2"/>
                  </a:cubicBezTo>
                  <a:cubicBezTo>
                    <a:pt x="2561" y="2"/>
                    <a:pt x="2533" y="2"/>
                    <a:pt x="2505" y="6"/>
                  </a:cubicBezTo>
                  <a:cubicBezTo>
                    <a:pt x="2273" y="22"/>
                    <a:pt x="2069" y="98"/>
                    <a:pt x="1857" y="122"/>
                  </a:cubicBezTo>
                  <a:cubicBezTo>
                    <a:pt x="1805" y="130"/>
                    <a:pt x="1753" y="138"/>
                    <a:pt x="1701" y="138"/>
                  </a:cubicBezTo>
                  <a:lnTo>
                    <a:pt x="1625" y="138"/>
                  </a:lnTo>
                  <a:lnTo>
                    <a:pt x="1541" y="130"/>
                  </a:lnTo>
                  <a:cubicBezTo>
                    <a:pt x="1437" y="118"/>
                    <a:pt x="1325" y="106"/>
                    <a:pt x="1217" y="98"/>
                  </a:cubicBezTo>
                  <a:cubicBezTo>
                    <a:pt x="1115" y="87"/>
                    <a:pt x="1012" y="81"/>
                    <a:pt x="909" y="81"/>
                  </a:cubicBezTo>
                  <a:cubicBezTo>
                    <a:pt x="790" y="81"/>
                    <a:pt x="672" y="89"/>
                    <a:pt x="557" y="106"/>
                  </a:cubicBezTo>
                  <a:cubicBezTo>
                    <a:pt x="445" y="126"/>
                    <a:pt x="337" y="162"/>
                    <a:pt x="241" y="218"/>
                  </a:cubicBezTo>
                  <a:cubicBezTo>
                    <a:pt x="145" y="274"/>
                    <a:pt x="65" y="358"/>
                    <a:pt x="9" y="454"/>
                  </a:cubicBezTo>
                  <a:lnTo>
                    <a:pt x="13" y="462"/>
                  </a:lnTo>
                  <a:cubicBezTo>
                    <a:pt x="1" y="626"/>
                    <a:pt x="1" y="786"/>
                    <a:pt x="9" y="946"/>
                  </a:cubicBezTo>
                  <a:cubicBezTo>
                    <a:pt x="13" y="1030"/>
                    <a:pt x="17" y="1110"/>
                    <a:pt x="29" y="1190"/>
                  </a:cubicBezTo>
                  <a:cubicBezTo>
                    <a:pt x="33" y="1230"/>
                    <a:pt x="41" y="1270"/>
                    <a:pt x="49" y="1310"/>
                  </a:cubicBezTo>
                  <a:cubicBezTo>
                    <a:pt x="57" y="1350"/>
                    <a:pt x="65" y="1390"/>
                    <a:pt x="77" y="1434"/>
                  </a:cubicBezTo>
                  <a:cubicBezTo>
                    <a:pt x="85" y="1454"/>
                    <a:pt x="89" y="1474"/>
                    <a:pt x="97" y="1494"/>
                  </a:cubicBezTo>
                  <a:lnTo>
                    <a:pt x="121" y="1550"/>
                  </a:lnTo>
                  <a:lnTo>
                    <a:pt x="141" y="1602"/>
                  </a:lnTo>
                  <a:cubicBezTo>
                    <a:pt x="149" y="1618"/>
                    <a:pt x="153" y="1634"/>
                    <a:pt x="157" y="1654"/>
                  </a:cubicBezTo>
                  <a:cubicBezTo>
                    <a:pt x="165" y="1690"/>
                    <a:pt x="173" y="1726"/>
                    <a:pt x="173" y="1766"/>
                  </a:cubicBezTo>
                  <a:cubicBezTo>
                    <a:pt x="177" y="1802"/>
                    <a:pt x="177" y="1842"/>
                    <a:pt x="173" y="1878"/>
                  </a:cubicBezTo>
                  <a:cubicBezTo>
                    <a:pt x="169" y="1958"/>
                    <a:pt x="157" y="2034"/>
                    <a:pt x="141" y="2110"/>
                  </a:cubicBezTo>
                  <a:cubicBezTo>
                    <a:pt x="133" y="2146"/>
                    <a:pt x="125" y="2186"/>
                    <a:pt x="113" y="2222"/>
                  </a:cubicBezTo>
                  <a:cubicBezTo>
                    <a:pt x="101" y="2258"/>
                    <a:pt x="89" y="2298"/>
                    <a:pt x="77" y="2330"/>
                  </a:cubicBezTo>
                  <a:lnTo>
                    <a:pt x="45" y="2418"/>
                  </a:lnTo>
                  <a:lnTo>
                    <a:pt x="141" y="2410"/>
                  </a:lnTo>
                  <a:cubicBezTo>
                    <a:pt x="166" y="2408"/>
                    <a:pt x="192" y="2407"/>
                    <a:pt x="218" y="2407"/>
                  </a:cubicBezTo>
                  <a:cubicBezTo>
                    <a:pt x="396" y="2407"/>
                    <a:pt x="571" y="2455"/>
                    <a:pt x="729" y="2542"/>
                  </a:cubicBezTo>
                  <a:cubicBezTo>
                    <a:pt x="749" y="2554"/>
                    <a:pt x="769" y="2570"/>
                    <a:pt x="789" y="2582"/>
                  </a:cubicBezTo>
                  <a:cubicBezTo>
                    <a:pt x="809" y="2594"/>
                    <a:pt x="829" y="2614"/>
                    <a:pt x="849" y="2634"/>
                  </a:cubicBezTo>
                  <a:lnTo>
                    <a:pt x="857" y="2638"/>
                  </a:lnTo>
                  <a:lnTo>
                    <a:pt x="865" y="2646"/>
                  </a:lnTo>
                  <a:lnTo>
                    <a:pt x="885" y="2662"/>
                  </a:lnTo>
                  <a:cubicBezTo>
                    <a:pt x="897" y="2670"/>
                    <a:pt x="913" y="2682"/>
                    <a:pt x="925" y="2690"/>
                  </a:cubicBezTo>
                  <a:cubicBezTo>
                    <a:pt x="953" y="2702"/>
                    <a:pt x="981" y="2718"/>
                    <a:pt x="1009" y="2726"/>
                  </a:cubicBezTo>
                  <a:cubicBezTo>
                    <a:pt x="1113" y="2770"/>
                    <a:pt x="1221" y="2802"/>
                    <a:pt x="1333" y="2826"/>
                  </a:cubicBezTo>
                  <a:cubicBezTo>
                    <a:pt x="1545" y="2878"/>
                    <a:pt x="1765" y="2914"/>
                    <a:pt x="1981" y="2946"/>
                  </a:cubicBezTo>
                  <a:cubicBezTo>
                    <a:pt x="2201" y="2974"/>
                    <a:pt x="2417" y="2994"/>
                    <a:pt x="2637" y="3014"/>
                  </a:cubicBezTo>
                  <a:cubicBezTo>
                    <a:pt x="2853" y="3030"/>
                    <a:pt x="3073" y="3042"/>
                    <a:pt x="3293" y="3046"/>
                  </a:cubicBezTo>
                  <a:cubicBezTo>
                    <a:pt x="3339" y="3048"/>
                    <a:pt x="3385" y="3048"/>
                    <a:pt x="3431" y="3048"/>
                  </a:cubicBezTo>
                  <a:cubicBezTo>
                    <a:pt x="3605" y="3048"/>
                    <a:pt x="3779" y="3037"/>
                    <a:pt x="3953" y="3018"/>
                  </a:cubicBezTo>
                  <a:cubicBezTo>
                    <a:pt x="4013" y="3010"/>
                    <a:pt x="4069" y="2994"/>
                    <a:pt x="4125" y="2978"/>
                  </a:cubicBezTo>
                  <a:cubicBezTo>
                    <a:pt x="4141" y="2970"/>
                    <a:pt x="4153" y="2966"/>
                    <a:pt x="4165" y="2958"/>
                  </a:cubicBezTo>
                  <a:lnTo>
                    <a:pt x="4173" y="2954"/>
                  </a:lnTo>
                  <a:lnTo>
                    <a:pt x="4181" y="2950"/>
                  </a:lnTo>
                  <a:lnTo>
                    <a:pt x="4185" y="2946"/>
                  </a:lnTo>
                  <a:lnTo>
                    <a:pt x="4201" y="2930"/>
                  </a:lnTo>
                  <a:cubicBezTo>
                    <a:pt x="4213" y="2918"/>
                    <a:pt x="4225" y="2910"/>
                    <a:pt x="4237" y="2898"/>
                  </a:cubicBezTo>
                  <a:lnTo>
                    <a:pt x="4265" y="2862"/>
                  </a:lnTo>
                  <a:cubicBezTo>
                    <a:pt x="4297" y="2810"/>
                    <a:pt x="4317" y="2750"/>
                    <a:pt x="4321" y="2690"/>
                  </a:cubicBezTo>
                  <a:cubicBezTo>
                    <a:pt x="4321" y="2630"/>
                    <a:pt x="4317" y="2574"/>
                    <a:pt x="4301" y="2518"/>
                  </a:cubicBezTo>
                  <a:cubicBezTo>
                    <a:pt x="4273" y="2410"/>
                    <a:pt x="4229" y="2306"/>
                    <a:pt x="4173" y="2210"/>
                  </a:cubicBezTo>
                  <a:cubicBezTo>
                    <a:pt x="4117" y="2114"/>
                    <a:pt x="4057" y="2022"/>
                    <a:pt x="3989" y="1934"/>
                  </a:cubicBezTo>
                  <a:cubicBezTo>
                    <a:pt x="3933" y="1842"/>
                    <a:pt x="3897" y="1742"/>
                    <a:pt x="3881" y="1638"/>
                  </a:cubicBezTo>
                  <a:cubicBezTo>
                    <a:pt x="3857" y="1534"/>
                    <a:pt x="3841" y="1426"/>
                    <a:pt x="3821" y="1318"/>
                  </a:cubicBezTo>
                  <a:cubicBezTo>
                    <a:pt x="3805" y="1206"/>
                    <a:pt x="3781" y="1098"/>
                    <a:pt x="3749" y="994"/>
                  </a:cubicBezTo>
                  <a:cubicBezTo>
                    <a:pt x="3721" y="882"/>
                    <a:pt x="3665" y="778"/>
                    <a:pt x="3585" y="694"/>
                  </a:cubicBezTo>
                  <a:cubicBezTo>
                    <a:pt x="3553" y="662"/>
                    <a:pt x="3513" y="638"/>
                    <a:pt x="3469" y="618"/>
                  </a:cubicBezTo>
                  <a:lnTo>
                    <a:pt x="3429" y="606"/>
                  </a:lnTo>
                  <a:cubicBezTo>
                    <a:pt x="3409" y="594"/>
                    <a:pt x="3381" y="586"/>
                    <a:pt x="3357" y="578"/>
                  </a:cubicBezTo>
                  <a:cubicBezTo>
                    <a:pt x="3333" y="566"/>
                    <a:pt x="3313" y="554"/>
                    <a:pt x="3289" y="542"/>
                  </a:cubicBezTo>
                  <a:cubicBezTo>
                    <a:pt x="3249" y="514"/>
                    <a:pt x="3213" y="482"/>
                    <a:pt x="3181" y="446"/>
                  </a:cubicBezTo>
                  <a:cubicBezTo>
                    <a:pt x="3149" y="402"/>
                    <a:pt x="3121" y="358"/>
                    <a:pt x="3093" y="314"/>
                  </a:cubicBezTo>
                  <a:cubicBezTo>
                    <a:pt x="3065" y="266"/>
                    <a:pt x="3037" y="218"/>
                    <a:pt x="3001" y="170"/>
                  </a:cubicBezTo>
                  <a:cubicBezTo>
                    <a:pt x="2961" y="122"/>
                    <a:pt x="2909" y="82"/>
                    <a:pt x="2853" y="54"/>
                  </a:cubicBezTo>
                  <a:lnTo>
                    <a:pt x="2809" y="34"/>
                  </a:lnTo>
                  <a:lnTo>
                    <a:pt x="2769" y="22"/>
                  </a:lnTo>
                  <a:lnTo>
                    <a:pt x="2749" y="18"/>
                  </a:lnTo>
                  <a:cubicBezTo>
                    <a:pt x="2741" y="14"/>
                    <a:pt x="2729" y="14"/>
                    <a:pt x="2721" y="14"/>
                  </a:cubicBezTo>
                  <a:lnTo>
                    <a:pt x="2677" y="6"/>
                  </a:lnTo>
                  <a:cubicBezTo>
                    <a:pt x="2657" y="3"/>
                    <a:pt x="2637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062550" y="2308421"/>
              <a:ext cx="502772" cy="378102"/>
            </a:xfrm>
            <a:custGeom>
              <a:avLst/>
              <a:gdLst/>
              <a:ahLst/>
              <a:cxnLst/>
              <a:rect l="l" t="t" r="r" b="b"/>
              <a:pathLst>
                <a:path w="2581" h="1941" extrusionOk="0">
                  <a:moveTo>
                    <a:pt x="9" y="0"/>
                  </a:moveTo>
                  <a:lnTo>
                    <a:pt x="1" y="12"/>
                  </a:lnTo>
                  <a:cubicBezTo>
                    <a:pt x="1" y="12"/>
                    <a:pt x="37" y="36"/>
                    <a:pt x="97" y="80"/>
                  </a:cubicBezTo>
                  <a:cubicBezTo>
                    <a:pt x="181" y="148"/>
                    <a:pt x="261" y="224"/>
                    <a:pt x="333" y="308"/>
                  </a:cubicBezTo>
                  <a:cubicBezTo>
                    <a:pt x="357" y="336"/>
                    <a:pt x="377" y="364"/>
                    <a:pt x="397" y="396"/>
                  </a:cubicBezTo>
                  <a:cubicBezTo>
                    <a:pt x="405" y="412"/>
                    <a:pt x="417" y="432"/>
                    <a:pt x="425" y="444"/>
                  </a:cubicBezTo>
                  <a:cubicBezTo>
                    <a:pt x="433" y="464"/>
                    <a:pt x="441" y="480"/>
                    <a:pt x="449" y="500"/>
                  </a:cubicBezTo>
                  <a:cubicBezTo>
                    <a:pt x="469" y="584"/>
                    <a:pt x="481" y="676"/>
                    <a:pt x="481" y="764"/>
                  </a:cubicBezTo>
                  <a:cubicBezTo>
                    <a:pt x="481" y="872"/>
                    <a:pt x="493" y="984"/>
                    <a:pt x="513" y="1088"/>
                  </a:cubicBezTo>
                  <a:cubicBezTo>
                    <a:pt x="529" y="1152"/>
                    <a:pt x="553" y="1212"/>
                    <a:pt x="593" y="1264"/>
                  </a:cubicBezTo>
                  <a:cubicBezTo>
                    <a:pt x="637" y="1324"/>
                    <a:pt x="697" y="1364"/>
                    <a:pt x="769" y="1384"/>
                  </a:cubicBezTo>
                  <a:cubicBezTo>
                    <a:pt x="893" y="1420"/>
                    <a:pt x="1021" y="1440"/>
                    <a:pt x="1149" y="1464"/>
                  </a:cubicBezTo>
                  <a:cubicBezTo>
                    <a:pt x="1277" y="1484"/>
                    <a:pt x="1413" y="1508"/>
                    <a:pt x="1549" y="1536"/>
                  </a:cubicBezTo>
                  <a:cubicBezTo>
                    <a:pt x="1685" y="1560"/>
                    <a:pt x="1825" y="1592"/>
                    <a:pt x="1965" y="1632"/>
                  </a:cubicBezTo>
                  <a:cubicBezTo>
                    <a:pt x="2105" y="1668"/>
                    <a:pt x="2241" y="1724"/>
                    <a:pt x="2369" y="1796"/>
                  </a:cubicBezTo>
                  <a:cubicBezTo>
                    <a:pt x="2433" y="1836"/>
                    <a:pt x="2489" y="1884"/>
                    <a:pt x="2533" y="1940"/>
                  </a:cubicBezTo>
                  <a:lnTo>
                    <a:pt x="2581" y="1904"/>
                  </a:lnTo>
                  <a:cubicBezTo>
                    <a:pt x="2537" y="1836"/>
                    <a:pt x="2477" y="1776"/>
                    <a:pt x="2409" y="1732"/>
                  </a:cubicBezTo>
                  <a:cubicBezTo>
                    <a:pt x="2281" y="1644"/>
                    <a:pt x="2141" y="1576"/>
                    <a:pt x="1993" y="1532"/>
                  </a:cubicBezTo>
                  <a:cubicBezTo>
                    <a:pt x="1857" y="1484"/>
                    <a:pt x="1713" y="1444"/>
                    <a:pt x="1573" y="1416"/>
                  </a:cubicBezTo>
                  <a:cubicBezTo>
                    <a:pt x="1433" y="1384"/>
                    <a:pt x="1297" y="1360"/>
                    <a:pt x="1169" y="1340"/>
                  </a:cubicBezTo>
                  <a:cubicBezTo>
                    <a:pt x="1037" y="1320"/>
                    <a:pt x="909" y="1300"/>
                    <a:pt x="797" y="1268"/>
                  </a:cubicBezTo>
                  <a:cubicBezTo>
                    <a:pt x="749" y="1260"/>
                    <a:pt x="709" y="1232"/>
                    <a:pt x="677" y="1196"/>
                  </a:cubicBezTo>
                  <a:cubicBezTo>
                    <a:pt x="649" y="1156"/>
                    <a:pt x="625" y="1108"/>
                    <a:pt x="613" y="1060"/>
                  </a:cubicBezTo>
                  <a:cubicBezTo>
                    <a:pt x="593" y="960"/>
                    <a:pt x="577" y="860"/>
                    <a:pt x="569" y="756"/>
                  </a:cubicBezTo>
                  <a:cubicBezTo>
                    <a:pt x="561" y="660"/>
                    <a:pt x="545" y="564"/>
                    <a:pt x="517" y="472"/>
                  </a:cubicBezTo>
                  <a:cubicBezTo>
                    <a:pt x="505" y="452"/>
                    <a:pt x="497" y="432"/>
                    <a:pt x="485" y="412"/>
                  </a:cubicBezTo>
                  <a:cubicBezTo>
                    <a:pt x="473" y="392"/>
                    <a:pt x="461" y="372"/>
                    <a:pt x="449" y="356"/>
                  </a:cubicBezTo>
                  <a:cubicBezTo>
                    <a:pt x="425" y="324"/>
                    <a:pt x="401" y="296"/>
                    <a:pt x="373" y="268"/>
                  </a:cubicBezTo>
                  <a:cubicBezTo>
                    <a:pt x="293" y="188"/>
                    <a:pt x="205" y="120"/>
                    <a:pt x="109" y="60"/>
                  </a:cubicBezTo>
                  <a:cubicBezTo>
                    <a:pt x="45" y="20"/>
                    <a:pt x="9" y="0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2955800" y="1941418"/>
              <a:ext cx="732633" cy="738867"/>
            </a:xfrm>
            <a:custGeom>
              <a:avLst/>
              <a:gdLst/>
              <a:ahLst/>
              <a:cxnLst/>
              <a:rect l="l" t="t" r="r" b="b"/>
              <a:pathLst>
                <a:path w="3761" h="3793" extrusionOk="0">
                  <a:moveTo>
                    <a:pt x="1624" y="0"/>
                  </a:moveTo>
                  <a:cubicBezTo>
                    <a:pt x="1602" y="0"/>
                    <a:pt x="1579" y="1"/>
                    <a:pt x="1557" y="4"/>
                  </a:cubicBezTo>
                  <a:cubicBezTo>
                    <a:pt x="1433" y="20"/>
                    <a:pt x="1313" y="64"/>
                    <a:pt x="1205" y="124"/>
                  </a:cubicBezTo>
                  <a:cubicBezTo>
                    <a:pt x="1153" y="152"/>
                    <a:pt x="1105" y="180"/>
                    <a:pt x="1061" y="208"/>
                  </a:cubicBezTo>
                  <a:cubicBezTo>
                    <a:pt x="1041" y="220"/>
                    <a:pt x="1013" y="236"/>
                    <a:pt x="1001" y="244"/>
                  </a:cubicBezTo>
                  <a:cubicBezTo>
                    <a:pt x="989" y="248"/>
                    <a:pt x="981" y="252"/>
                    <a:pt x="973" y="252"/>
                  </a:cubicBezTo>
                  <a:cubicBezTo>
                    <a:pt x="961" y="256"/>
                    <a:pt x="953" y="256"/>
                    <a:pt x="941" y="260"/>
                  </a:cubicBezTo>
                  <a:cubicBezTo>
                    <a:pt x="853" y="256"/>
                    <a:pt x="765" y="248"/>
                    <a:pt x="673" y="228"/>
                  </a:cubicBezTo>
                  <a:cubicBezTo>
                    <a:pt x="597" y="216"/>
                    <a:pt x="513" y="212"/>
                    <a:pt x="433" y="212"/>
                  </a:cubicBezTo>
                  <a:cubicBezTo>
                    <a:pt x="321" y="216"/>
                    <a:pt x="209" y="240"/>
                    <a:pt x="105" y="288"/>
                  </a:cubicBezTo>
                  <a:cubicBezTo>
                    <a:pt x="77" y="304"/>
                    <a:pt x="53" y="316"/>
                    <a:pt x="25" y="332"/>
                  </a:cubicBezTo>
                  <a:lnTo>
                    <a:pt x="1" y="348"/>
                  </a:lnTo>
                  <a:lnTo>
                    <a:pt x="9" y="360"/>
                  </a:lnTo>
                  <a:lnTo>
                    <a:pt x="33" y="348"/>
                  </a:lnTo>
                  <a:cubicBezTo>
                    <a:pt x="61" y="336"/>
                    <a:pt x="85" y="324"/>
                    <a:pt x="113" y="316"/>
                  </a:cubicBezTo>
                  <a:cubicBezTo>
                    <a:pt x="204" y="281"/>
                    <a:pt x="299" y="267"/>
                    <a:pt x="394" y="267"/>
                  </a:cubicBezTo>
                  <a:cubicBezTo>
                    <a:pt x="407" y="267"/>
                    <a:pt x="420" y="267"/>
                    <a:pt x="433" y="268"/>
                  </a:cubicBezTo>
                  <a:cubicBezTo>
                    <a:pt x="509" y="276"/>
                    <a:pt x="585" y="288"/>
                    <a:pt x="661" y="304"/>
                  </a:cubicBezTo>
                  <a:cubicBezTo>
                    <a:pt x="753" y="328"/>
                    <a:pt x="849" y="344"/>
                    <a:pt x="945" y="352"/>
                  </a:cubicBezTo>
                  <a:cubicBezTo>
                    <a:pt x="961" y="352"/>
                    <a:pt x="977" y="352"/>
                    <a:pt x="989" y="348"/>
                  </a:cubicBezTo>
                  <a:cubicBezTo>
                    <a:pt x="1005" y="348"/>
                    <a:pt x="1021" y="344"/>
                    <a:pt x="1037" y="336"/>
                  </a:cubicBezTo>
                  <a:cubicBezTo>
                    <a:pt x="1069" y="324"/>
                    <a:pt x="1089" y="312"/>
                    <a:pt x="1113" y="296"/>
                  </a:cubicBezTo>
                  <a:cubicBezTo>
                    <a:pt x="1161" y="272"/>
                    <a:pt x="1205" y="248"/>
                    <a:pt x="1253" y="224"/>
                  </a:cubicBezTo>
                  <a:cubicBezTo>
                    <a:pt x="1353" y="172"/>
                    <a:pt x="1457" y="140"/>
                    <a:pt x="1569" y="128"/>
                  </a:cubicBezTo>
                  <a:cubicBezTo>
                    <a:pt x="1580" y="127"/>
                    <a:pt x="1591" y="127"/>
                    <a:pt x="1603" y="127"/>
                  </a:cubicBezTo>
                  <a:cubicBezTo>
                    <a:pt x="1703" y="127"/>
                    <a:pt x="1802" y="159"/>
                    <a:pt x="1885" y="220"/>
                  </a:cubicBezTo>
                  <a:cubicBezTo>
                    <a:pt x="1937" y="256"/>
                    <a:pt x="1981" y="296"/>
                    <a:pt x="2017" y="344"/>
                  </a:cubicBezTo>
                  <a:cubicBezTo>
                    <a:pt x="2037" y="364"/>
                    <a:pt x="2057" y="392"/>
                    <a:pt x="2077" y="424"/>
                  </a:cubicBezTo>
                  <a:cubicBezTo>
                    <a:pt x="2097" y="452"/>
                    <a:pt x="2121" y="480"/>
                    <a:pt x="2145" y="508"/>
                  </a:cubicBezTo>
                  <a:cubicBezTo>
                    <a:pt x="2241" y="624"/>
                    <a:pt x="2345" y="728"/>
                    <a:pt x="2461" y="820"/>
                  </a:cubicBezTo>
                  <a:cubicBezTo>
                    <a:pt x="2577" y="916"/>
                    <a:pt x="2705" y="1008"/>
                    <a:pt x="2829" y="1096"/>
                  </a:cubicBezTo>
                  <a:cubicBezTo>
                    <a:pt x="2953" y="1184"/>
                    <a:pt x="3081" y="1272"/>
                    <a:pt x="3201" y="1368"/>
                  </a:cubicBezTo>
                  <a:cubicBezTo>
                    <a:pt x="3325" y="1460"/>
                    <a:pt x="3433" y="1568"/>
                    <a:pt x="3521" y="1692"/>
                  </a:cubicBezTo>
                  <a:cubicBezTo>
                    <a:pt x="3609" y="1820"/>
                    <a:pt x="3653" y="1968"/>
                    <a:pt x="3649" y="2120"/>
                  </a:cubicBezTo>
                  <a:cubicBezTo>
                    <a:pt x="3645" y="2280"/>
                    <a:pt x="3617" y="2436"/>
                    <a:pt x="3565" y="2588"/>
                  </a:cubicBezTo>
                  <a:cubicBezTo>
                    <a:pt x="3509" y="2740"/>
                    <a:pt x="3465" y="2900"/>
                    <a:pt x="3433" y="3060"/>
                  </a:cubicBezTo>
                  <a:cubicBezTo>
                    <a:pt x="3425" y="3104"/>
                    <a:pt x="3417" y="3144"/>
                    <a:pt x="3413" y="3184"/>
                  </a:cubicBezTo>
                  <a:cubicBezTo>
                    <a:pt x="3413" y="3228"/>
                    <a:pt x="3413" y="3268"/>
                    <a:pt x="3413" y="3308"/>
                  </a:cubicBezTo>
                  <a:cubicBezTo>
                    <a:pt x="3409" y="3388"/>
                    <a:pt x="3405" y="3468"/>
                    <a:pt x="3401" y="3548"/>
                  </a:cubicBezTo>
                  <a:cubicBezTo>
                    <a:pt x="3397" y="3628"/>
                    <a:pt x="3389" y="3708"/>
                    <a:pt x="3373" y="3784"/>
                  </a:cubicBezTo>
                  <a:lnTo>
                    <a:pt x="3417" y="3792"/>
                  </a:lnTo>
                  <a:cubicBezTo>
                    <a:pt x="3429" y="3712"/>
                    <a:pt x="3437" y="3632"/>
                    <a:pt x="3445" y="3552"/>
                  </a:cubicBezTo>
                  <a:cubicBezTo>
                    <a:pt x="3449" y="3472"/>
                    <a:pt x="3453" y="3388"/>
                    <a:pt x="3457" y="3308"/>
                  </a:cubicBezTo>
                  <a:cubicBezTo>
                    <a:pt x="3457" y="3268"/>
                    <a:pt x="3461" y="3228"/>
                    <a:pt x="3465" y="3188"/>
                  </a:cubicBezTo>
                  <a:cubicBezTo>
                    <a:pt x="3469" y="3148"/>
                    <a:pt x="3473" y="3108"/>
                    <a:pt x="3481" y="3072"/>
                  </a:cubicBezTo>
                  <a:cubicBezTo>
                    <a:pt x="3521" y="2916"/>
                    <a:pt x="3573" y="2760"/>
                    <a:pt x="3633" y="2608"/>
                  </a:cubicBezTo>
                  <a:cubicBezTo>
                    <a:pt x="3697" y="2456"/>
                    <a:pt x="3737" y="2288"/>
                    <a:pt x="3753" y="2120"/>
                  </a:cubicBezTo>
                  <a:cubicBezTo>
                    <a:pt x="3761" y="1948"/>
                    <a:pt x="3713" y="1776"/>
                    <a:pt x="3621" y="1628"/>
                  </a:cubicBezTo>
                  <a:cubicBezTo>
                    <a:pt x="3529" y="1492"/>
                    <a:pt x="3417" y="1368"/>
                    <a:pt x="3285" y="1264"/>
                  </a:cubicBezTo>
                  <a:cubicBezTo>
                    <a:pt x="3161" y="1160"/>
                    <a:pt x="3033" y="1068"/>
                    <a:pt x="2909" y="980"/>
                  </a:cubicBezTo>
                  <a:cubicBezTo>
                    <a:pt x="2785" y="888"/>
                    <a:pt x="2665" y="800"/>
                    <a:pt x="2557" y="708"/>
                  </a:cubicBezTo>
                  <a:cubicBezTo>
                    <a:pt x="2449" y="620"/>
                    <a:pt x="2349" y="524"/>
                    <a:pt x="2257" y="416"/>
                  </a:cubicBezTo>
                  <a:cubicBezTo>
                    <a:pt x="2233" y="392"/>
                    <a:pt x="2217" y="368"/>
                    <a:pt x="2193" y="340"/>
                  </a:cubicBezTo>
                  <a:cubicBezTo>
                    <a:pt x="2169" y="308"/>
                    <a:pt x="2153" y="284"/>
                    <a:pt x="2125" y="256"/>
                  </a:cubicBezTo>
                  <a:cubicBezTo>
                    <a:pt x="2081" y="196"/>
                    <a:pt x="2025" y="148"/>
                    <a:pt x="1965" y="104"/>
                  </a:cubicBezTo>
                  <a:cubicBezTo>
                    <a:pt x="1864" y="36"/>
                    <a:pt x="1745" y="0"/>
                    <a:pt x="16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3134236" y="1639478"/>
              <a:ext cx="1008661" cy="557316"/>
            </a:xfrm>
            <a:custGeom>
              <a:avLst/>
              <a:gdLst/>
              <a:ahLst/>
              <a:cxnLst/>
              <a:rect l="l" t="t" r="r" b="b"/>
              <a:pathLst>
                <a:path w="5178" h="2861" extrusionOk="0">
                  <a:moveTo>
                    <a:pt x="3350" y="0"/>
                  </a:moveTo>
                  <a:cubicBezTo>
                    <a:pt x="3334" y="0"/>
                    <a:pt x="3317" y="1"/>
                    <a:pt x="3301" y="2"/>
                  </a:cubicBezTo>
                  <a:cubicBezTo>
                    <a:pt x="3173" y="6"/>
                    <a:pt x="3049" y="26"/>
                    <a:pt x="2929" y="62"/>
                  </a:cubicBezTo>
                  <a:cubicBezTo>
                    <a:pt x="2809" y="94"/>
                    <a:pt x="2689" y="138"/>
                    <a:pt x="2573" y="182"/>
                  </a:cubicBezTo>
                  <a:cubicBezTo>
                    <a:pt x="2457" y="226"/>
                    <a:pt x="2341" y="274"/>
                    <a:pt x="2225" y="310"/>
                  </a:cubicBezTo>
                  <a:cubicBezTo>
                    <a:pt x="2113" y="350"/>
                    <a:pt x="1993" y="374"/>
                    <a:pt x="1877" y="378"/>
                  </a:cubicBezTo>
                  <a:cubicBezTo>
                    <a:pt x="1757" y="378"/>
                    <a:pt x="1641" y="362"/>
                    <a:pt x="1525" y="330"/>
                  </a:cubicBezTo>
                  <a:cubicBezTo>
                    <a:pt x="1409" y="302"/>
                    <a:pt x="1289" y="266"/>
                    <a:pt x="1169" y="230"/>
                  </a:cubicBezTo>
                  <a:cubicBezTo>
                    <a:pt x="1109" y="210"/>
                    <a:pt x="1045" y="194"/>
                    <a:pt x="981" y="182"/>
                  </a:cubicBezTo>
                  <a:cubicBezTo>
                    <a:pt x="949" y="178"/>
                    <a:pt x="917" y="174"/>
                    <a:pt x="881" y="174"/>
                  </a:cubicBezTo>
                  <a:lnTo>
                    <a:pt x="833" y="174"/>
                  </a:lnTo>
                  <a:cubicBezTo>
                    <a:pt x="817" y="174"/>
                    <a:pt x="797" y="178"/>
                    <a:pt x="781" y="182"/>
                  </a:cubicBezTo>
                  <a:cubicBezTo>
                    <a:pt x="749" y="186"/>
                    <a:pt x="713" y="190"/>
                    <a:pt x="681" y="198"/>
                  </a:cubicBezTo>
                  <a:lnTo>
                    <a:pt x="589" y="234"/>
                  </a:lnTo>
                  <a:lnTo>
                    <a:pt x="501" y="278"/>
                  </a:lnTo>
                  <a:cubicBezTo>
                    <a:pt x="469" y="294"/>
                    <a:pt x="445" y="314"/>
                    <a:pt x="421" y="334"/>
                  </a:cubicBezTo>
                  <a:cubicBezTo>
                    <a:pt x="317" y="414"/>
                    <a:pt x="233" y="510"/>
                    <a:pt x="165" y="618"/>
                  </a:cubicBezTo>
                  <a:cubicBezTo>
                    <a:pt x="97" y="726"/>
                    <a:pt x="41" y="838"/>
                    <a:pt x="1" y="958"/>
                  </a:cubicBezTo>
                  <a:lnTo>
                    <a:pt x="21" y="962"/>
                  </a:lnTo>
                  <a:cubicBezTo>
                    <a:pt x="77" y="854"/>
                    <a:pt x="141" y="750"/>
                    <a:pt x="217" y="650"/>
                  </a:cubicBezTo>
                  <a:cubicBezTo>
                    <a:pt x="289" y="554"/>
                    <a:pt x="377" y="470"/>
                    <a:pt x="477" y="402"/>
                  </a:cubicBezTo>
                  <a:cubicBezTo>
                    <a:pt x="501" y="386"/>
                    <a:pt x="525" y="366"/>
                    <a:pt x="553" y="354"/>
                  </a:cubicBezTo>
                  <a:lnTo>
                    <a:pt x="629" y="318"/>
                  </a:lnTo>
                  <a:lnTo>
                    <a:pt x="713" y="294"/>
                  </a:lnTo>
                  <a:cubicBezTo>
                    <a:pt x="741" y="290"/>
                    <a:pt x="769" y="286"/>
                    <a:pt x="797" y="282"/>
                  </a:cubicBezTo>
                  <a:cubicBezTo>
                    <a:pt x="813" y="282"/>
                    <a:pt x="825" y="282"/>
                    <a:pt x="841" y="278"/>
                  </a:cubicBezTo>
                  <a:lnTo>
                    <a:pt x="885" y="282"/>
                  </a:lnTo>
                  <a:cubicBezTo>
                    <a:pt x="913" y="282"/>
                    <a:pt x="941" y="286"/>
                    <a:pt x="969" y="294"/>
                  </a:cubicBezTo>
                  <a:lnTo>
                    <a:pt x="1053" y="314"/>
                  </a:lnTo>
                  <a:cubicBezTo>
                    <a:pt x="1081" y="318"/>
                    <a:pt x="1113" y="330"/>
                    <a:pt x="1141" y="342"/>
                  </a:cubicBezTo>
                  <a:cubicBezTo>
                    <a:pt x="1257" y="378"/>
                    <a:pt x="1377" y="418"/>
                    <a:pt x="1501" y="450"/>
                  </a:cubicBezTo>
                  <a:cubicBezTo>
                    <a:pt x="1604" y="480"/>
                    <a:pt x="1713" y="496"/>
                    <a:pt x="1820" y="496"/>
                  </a:cubicBezTo>
                  <a:cubicBezTo>
                    <a:pt x="1842" y="496"/>
                    <a:pt x="1863" y="495"/>
                    <a:pt x="1885" y="494"/>
                  </a:cubicBezTo>
                  <a:cubicBezTo>
                    <a:pt x="2017" y="486"/>
                    <a:pt x="2141" y="454"/>
                    <a:pt x="2261" y="402"/>
                  </a:cubicBezTo>
                  <a:cubicBezTo>
                    <a:pt x="2377" y="354"/>
                    <a:pt x="2493" y="302"/>
                    <a:pt x="2605" y="246"/>
                  </a:cubicBezTo>
                  <a:cubicBezTo>
                    <a:pt x="2713" y="194"/>
                    <a:pt x="2829" y="146"/>
                    <a:pt x="2945" y="110"/>
                  </a:cubicBezTo>
                  <a:cubicBezTo>
                    <a:pt x="3061" y="70"/>
                    <a:pt x="3181" y="50"/>
                    <a:pt x="3305" y="42"/>
                  </a:cubicBezTo>
                  <a:cubicBezTo>
                    <a:pt x="3315" y="42"/>
                    <a:pt x="3325" y="41"/>
                    <a:pt x="3335" y="41"/>
                  </a:cubicBezTo>
                  <a:cubicBezTo>
                    <a:pt x="3445" y="41"/>
                    <a:pt x="3558" y="62"/>
                    <a:pt x="3661" y="106"/>
                  </a:cubicBezTo>
                  <a:cubicBezTo>
                    <a:pt x="3769" y="154"/>
                    <a:pt x="3869" y="226"/>
                    <a:pt x="3953" y="314"/>
                  </a:cubicBezTo>
                  <a:lnTo>
                    <a:pt x="4013" y="382"/>
                  </a:lnTo>
                  <a:lnTo>
                    <a:pt x="4069" y="454"/>
                  </a:lnTo>
                  <a:cubicBezTo>
                    <a:pt x="4105" y="502"/>
                    <a:pt x="4141" y="554"/>
                    <a:pt x="4181" y="602"/>
                  </a:cubicBezTo>
                  <a:cubicBezTo>
                    <a:pt x="4261" y="702"/>
                    <a:pt x="4345" y="794"/>
                    <a:pt x="4441" y="882"/>
                  </a:cubicBezTo>
                  <a:cubicBezTo>
                    <a:pt x="4533" y="966"/>
                    <a:pt x="4629" y="1046"/>
                    <a:pt x="4729" y="1122"/>
                  </a:cubicBezTo>
                  <a:cubicBezTo>
                    <a:pt x="4811" y="1185"/>
                    <a:pt x="4893" y="1240"/>
                    <a:pt x="4978" y="1292"/>
                  </a:cubicBezTo>
                  <a:lnTo>
                    <a:pt x="4978" y="1292"/>
                  </a:lnTo>
                  <a:cubicBezTo>
                    <a:pt x="4951" y="1325"/>
                    <a:pt x="4922" y="1357"/>
                    <a:pt x="4889" y="1390"/>
                  </a:cubicBezTo>
                  <a:cubicBezTo>
                    <a:pt x="4841" y="1438"/>
                    <a:pt x="4789" y="1490"/>
                    <a:pt x="4741" y="1534"/>
                  </a:cubicBezTo>
                  <a:cubicBezTo>
                    <a:pt x="4641" y="1626"/>
                    <a:pt x="4529" y="1706"/>
                    <a:pt x="4409" y="1766"/>
                  </a:cubicBezTo>
                  <a:lnTo>
                    <a:pt x="4313" y="1810"/>
                  </a:lnTo>
                  <a:cubicBezTo>
                    <a:pt x="4281" y="1822"/>
                    <a:pt x="4249" y="1842"/>
                    <a:pt x="4213" y="1858"/>
                  </a:cubicBezTo>
                  <a:cubicBezTo>
                    <a:pt x="4149" y="1894"/>
                    <a:pt x="4089" y="1930"/>
                    <a:pt x="4025" y="1970"/>
                  </a:cubicBezTo>
                  <a:cubicBezTo>
                    <a:pt x="3905" y="2042"/>
                    <a:pt x="3785" y="2122"/>
                    <a:pt x="3665" y="2198"/>
                  </a:cubicBezTo>
                  <a:cubicBezTo>
                    <a:pt x="3425" y="2358"/>
                    <a:pt x="3193" y="2518"/>
                    <a:pt x="2953" y="2670"/>
                  </a:cubicBezTo>
                  <a:cubicBezTo>
                    <a:pt x="2897" y="2706"/>
                    <a:pt x="2837" y="2742"/>
                    <a:pt x="2773" y="2770"/>
                  </a:cubicBezTo>
                  <a:cubicBezTo>
                    <a:pt x="2757" y="2774"/>
                    <a:pt x="2745" y="2782"/>
                    <a:pt x="2729" y="2782"/>
                  </a:cubicBezTo>
                  <a:cubicBezTo>
                    <a:pt x="2709" y="2786"/>
                    <a:pt x="2693" y="2790"/>
                    <a:pt x="2677" y="2794"/>
                  </a:cubicBezTo>
                  <a:cubicBezTo>
                    <a:pt x="2645" y="2798"/>
                    <a:pt x="2609" y="2802"/>
                    <a:pt x="2573" y="2802"/>
                  </a:cubicBezTo>
                  <a:cubicBezTo>
                    <a:pt x="2555" y="2802"/>
                    <a:pt x="2537" y="2803"/>
                    <a:pt x="2520" y="2803"/>
                  </a:cubicBezTo>
                  <a:cubicBezTo>
                    <a:pt x="2397" y="2803"/>
                    <a:pt x="2275" y="2791"/>
                    <a:pt x="2153" y="2770"/>
                  </a:cubicBezTo>
                  <a:lnTo>
                    <a:pt x="2149" y="2786"/>
                  </a:lnTo>
                  <a:cubicBezTo>
                    <a:pt x="2289" y="2826"/>
                    <a:pt x="2429" y="2850"/>
                    <a:pt x="2573" y="2858"/>
                  </a:cubicBezTo>
                  <a:cubicBezTo>
                    <a:pt x="2591" y="2860"/>
                    <a:pt x="2610" y="2861"/>
                    <a:pt x="2629" y="2861"/>
                  </a:cubicBezTo>
                  <a:cubicBezTo>
                    <a:pt x="2648" y="2861"/>
                    <a:pt x="2667" y="2860"/>
                    <a:pt x="2685" y="2858"/>
                  </a:cubicBezTo>
                  <a:cubicBezTo>
                    <a:pt x="2705" y="2858"/>
                    <a:pt x="2721" y="2854"/>
                    <a:pt x="2741" y="2854"/>
                  </a:cubicBezTo>
                  <a:cubicBezTo>
                    <a:pt x="2761" y="2850"/>
                    <a:pt x="2777" y="2846"/>
                    <a:pt x="2797" y="2838"/>
                  </a:cubicBezTo>
                  <a:cubicBezTo>
                    <a:pt x="2865" y="2814"/>
                    <a:pt x="2933" y="2782"/>
                    <a:pt x="2997" y="2746"/>
                  </a:cubicBezTo>
                  <a:cubicBezTo>
                    <a:pt x="3125" y="2682"/>
                    <a:pt x="3249" y="2610"/>
                    <a:pt x="3369" y="2534"/>
                  </a:cubicBezTo>
                  <a:lnTo>
                    <a:pt x="3733" y="2314"/>
                  </a:lnTo>
                  <a:cubicBezTo>
                    <a:pt x="3857" y="2238"/>
                    <a:pt x="3977" y="2166"/>
                    <a:pt x="4097" y="2094"/>
                  </a:cubicBezTo>
                  <a:cubicBezTo>
                    <a:pt x="4161" y="2058"/>
                    <a:pt x="4221" y="2022"/>
                    <a:pt x="4281" y="1990"/>
                  </a:cubicBezTo>
                  <a:cubicBezTo>
                    <a:pt x="4313" y="1978"/>
                    <a:pt x="4337" y="1958"/>
                    <a:pt x="4373" y="1946"/>
                  </a:cubicBezTo>
                  <a:lnTo>
                    <a:pt x="4473" y="1902"/>
                  </a:lnTo>
                  <a:cubicBezTo>
                    <a:pt x="4605" y="1834"/>
                    <a:pt x="4729" y="1746"/>
                    <a:pt x="4837" y="1642"/>
                  </a:cubicBezTo>
                  <a:cubicBezTo>
                    <a:pt x="4889" y="1590"/>
                    <a:pt x="4941" y="1538"/>
                    <a:pt x="4989" y="1482"/>
                  </a:cubicBezTo>
                  <a:cubicBezTo>
                    <a:pt x="5037" y="1430"/>
                    <a:pt x="5085" y="1374"/>
                    <a:pt x="5129" y="1314"/>
                  </a:cubicBezTo>
                  <a:lnTo>
                    <a:pt x="5177" y="1250"/>
                  </a:lnTo>
                  <a:lnTo>
                    <a:pt x="5105" y="1214"/>
                  </a:lnTo>
                  <a:cubicBezTo>
                    <a:pt x="5001" y="1158"/>
                    <a:pt x="4897" y="1094"/>
                    <a:pt x="4797" y="1022"/>
                  </a:cubicBezTo>
                  <a:cubicBezTo>
                    <a:pt x="4697" y="954"/>
                    <a:pt x="4601" y="882"/>
                    <a:pt x="4509" y="802"/>
                  </a:cubicBezTo>
                  <a:cubicBezTo>
                    <a:pt x="4417" y="722"/>
                    <a:pt x="4329" y="638"/>
                    <a:pt x="4245" y="546"/>
                  </a:cubicBezTo>
                  <a:cubicBezTo>
                    <a:pt x="4201" y="506"/>
                    <a:pt x="4165" y="454"/>
                    <a:pt x="4121" y="410"/>
                  </a:cubicBezTo>
                  <a:lnTo>
                    <a:pt x="4061" y="334"/>
                  </a:lnTo>
                  <a:lnTo>
                    <a:pt x="3993" y="270"/>
                  </a:lnTo>
                  <a:cubicBezTo>
                    <a:pt x="3901" y="182"/>
                    <a:pt x="3793" y="110"/>
                    <a:pt x="3673" y="62"/>
                  </a:cubicBezTo>
                  <a:cubicBezTo>
                    <a:pt x="3568" y="23"/>
                    <a:pt x="3461" y="0"/>
                    <a:pt x="3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2852946" y="1190854"/>
              <a:ext cx="726400" cy="601729"/>
            </a:xfrm>
            <a:custGeom>
              <a:avLst/>
              <a:gdLst/>
              <a:ahLst/>
              <a:cxnLst/>
              <a:rect l="l" t="t" r="r" b="b"/>
              <a:pathLst>
                <a:path w="3729" h="3089" extrusionOk="0">
                  <a:moveTo>
                    <a:pt x="1601" y="1"/>
                  </a:moveTo>
                  <a:lnTo>
                    <a:pt x="1597" y="45"/>
                  </a:lnTo>
                  <a:cubicBezTo>
                    <a:pt x="1593" y="61"/>
                    <a:pt x="1589" y="77"/>
                    <a:pt x="1581" y="89"/>
                  </a:cubicBezTo>
                  <a:cubicBezTo>
                    <a:pt x="1569" y="101"/>
                    <a:pt x="1557" y="113"/>
                    <a:pt x="1545" y="125"/>
                  </a:cubicBezTo>
                  <a:cubicBezTo>
                    <a:pt x="1509" y="145"/>
                    <a:pt x="1473" y="157"/>
                    <a:pt x="1433" y="161"/>
                  </a:cubicBezTo>
                  <a:cubicBezTo>
                    <a:pt x="1393" y="165"/>
                    <a:pt x="1349" y="165"/>
                    <a:pt x="1309" y="165"/>
                  </a:cubicBezTo>
                  <a:cubicBezTo>
                    <a:pt x="1265" y="161"/>
                    <a:pt x="1221" y="153"/>
                    <a:pt x="1173" y="153"/>
                  </a:cubicBezTo>
                  <a:cubicBezTo>
                    <a:pt x="1156" y="152"/>
                    <a:pt x="1140" y="152"/>
                    <a:pt x="1124" y="152"/>
                  </a:cubicBezTo>
                  <a:cubicBezTo>
                    <a:pt x="1045" y="152"/>
                    <a:pt x="968" y="159"/>
                    <a:pt x="889" y="173"/>
                  </a:cubicBezTo>
                  <a:cubicBezTo>
                    <a:pt x="797" y="189"/>
                    <a:pt x="709" y="209"/>
                    <a:pt x="617" y="241"/>
                  </a:cubicBezTo>
                  <a:cubicBezTo>
                    <a:pt x="529" y="265"/>
                    <a:pt x="441" y="301"/>
                    <a:pt x="357" y="341"/>
                  </a:cubicBezTo>
                  <a:cubicBezTo>
                    <a:pt x="269" y="385"/>
                    <a:pt x="185" y="437"/>
                    <a:pt x="113" y="501"/>
                  </a:cubicBezTo>
                  <a:cubicBezTo>
                    <a:pt x="73" y="541"/>
                    <a:pt x="37" y="585"/>
                    <a:pt x="17" y="641"/>
                  </a:cubicBezTo>
                  <a:cubicBezTo>
                    <a:pt x="5" y="673"/>
                    <a:pt x="1" y="705"/>
                    <a:pt x="5" y="741"/>
                  </a:cubicBezTo>
                  <a:lnTo>
                    <a:pt x="13" y="809"/>
                  </a:lnTo>
                  <a:cubicBezTo>
                    <a:pt x="25" y="901"/>
                    <a:pt x="37" y="989"/>
                    <a:pt x="53" y="1081"/>
                  </a:cubicBezTo>
                  <a:lnTo>
                    <a:pt x="145" y="1621"/>
                  </a:lnTo>
                  <a:cubicBezTo>
                    <a:pt x="157" y="1709"/>
                    <a:pt x="173" y="1801"/>
                    <a:pt x="181" y="1881"/>
                  </a:cubicBezTo>
                  <a:cubicBezTo>
                    <a:pt x="185" y="1901"/>
                    <a:pt x="185" y="1925"/>
                    <a:pt x="181" y="1945"/>
                  </a:cubicBezTo>
                  <a:cubicBezTo>
                    <a:pt x="181" y="1965"/>
                    <a:pt x="177" y="1985"/>
                    <a:pt x="177" y="2009"/>
                  </a:cubicBezTo>
                  <a:cubicBezTo>
                    <a:pt x="173" y="2053"/>
                    <a:pt x="169" y="2097"/>
                    <a:pt x="165" y="2141"/>
                  </a:cubicBezTo>
                  <a:cubicBezTo>
                    <a:pt x="153" y="2233"/>
                    <a:pt x="145" y="2325"/>
                    <a:pt x="149" y="2417"/>
                  </a:cubicBezTo>
                  <a:cubicBezTo>
                    <a:pt x="149" y="2513"/>
                    <a:pt x="165" y="2609"/>
                    <a:pt x="197" y="2697"/>
                  </a:cubicBezTo>
                  <a:cubicBezTo>
                    <a:pt x="229" y="2785"/>
                    <a:pt x="281" y="2869"/>
                    <a:pt x="353" y="2933"/>
                  </a:cubicBezTo>
                  <a:cubicBezTo>
                    <a:pt x="385" y="2965"/>
                    <a:pt x="421" y="2993"/>
                    <a:pt x="461" y="3021"/>
                  </a:cubicBezTo>
                  <a:cubicBezTo>
                    <a:pt x="497" y="3045"/>
                    <a:pt x="541" y="3065"/>
                    <a:pt x="581" y="3089"/>
                  </a:cubicBezTo>
                  <a:lnTo>
                    <a:pt x="585" y="3073"/>
                  </a:lnTo>
                  <a:cubicBezTo>
                    <a:pt x="549" y="3045"/>
                    <a:pt x="513" y="3025"/>
                    <a:pt x="477" y="2997"/>
                  </a:cubicBezTo>
                  <a:cubicBezTo>
                    <a:pt x="445" y="2969"/>
                    <a:pt x="413" y="2937"/>
                    <a:pt x="385" y="2901"/>
                  </a:cubicBezTo>
                  <a:cubicBezTo>
                    <a:pt x="329" y="2837"/>
                    <a:pt x="289" y="2757"/>
                    <a:pt x="265" y="2677"/>
                  </a:cubicBezTo>
                  <a:cubicBezTo>
                    <a:pt x="241" y="2593"/>
                    <a:pt x="233" y="2505"/>
                    <a:pt x="241" y="2421"/>
                  </a:cubicBezTo>
                  <a:cubicBezTo>
                    <a:pt x="245" y="2329"/>
                    <a:pt x="257" y="2241"/>
                    <a:pt x="273" y="2157"/>
                  </a:cubicBezTo>
                  <a:cubicBezTo>
                    <a:pt x="281" y="2113"/>
                    <a:pt x="289" y="2069"/>
                    <a:pt x="297" y="2021"/>
                  </a:cubicBezTo>
                  <a:cubicBezTo>
                    <a:pt x="305" y="1973"/>
                    <a:pt x="305" y="1925"/>
                    <a:pt x="305" y="1877"/>
                  </a:cubicBezTo>
                  <a:cubicBezTo>
                    <a:pt x="301" y="1777"/>
                    <a:pt x="289" y="1693"/>
                    <a:pt x="277" y="1601"/>
                  </a:cubicBezTo>
                  <a:cubicBezTo>
                    <a:pt x="253" y="1421"/>
                    <a:pt x="221" y="1241"/>
                    <a:pt x="197" y="1061"/>
                  </a:cubicBezTo>
                  <a:cubicBezTo>
                    <a:pt x="181" y="973"/>
                    <a:pt x="169" y="885"/>
                    <a:pt x="157" y="797"/>
                  </a:cubicBezTo>
                  <a:lnTo>
                    <a:pt x="149" y="733"/>
                  </a:lnTo>
                  <a:cubicBezTo>
                    <a:pt x="149" y="721"/>
                    <a:pt x="153" y="709"/>
                    <a:pt x="157" y="697"/>
                  </a:cubicBezTo>
                  <a:cubicBezTo>
                    <a:pt x="169" y="665"/>
                    <a:pt x="189" y="637"/>
                    <a:pt x="213" y="613"/>
                  </a:cubicBezTo>
                  <a:cubicBezTo>
                    <a:pt x="273" y="557"/>
                    <a:pt x="345" y="509"/>
                    <a:pt x="417" y="473"/>
                  </a:cubicBezTo>
                  <a:cubicBezTo>
                    <a:pt x="497" y="429"/>
                    <a:pt x="577" y="397"/>
                    <a:pt x="657" y="369"/>
                  </a:cubicBezTo>
                  <a:cubicBezTo>
                    <a:pt x="741" y="341"/>
                    <a:pt x="825" y="317"/>
                    <a:pt x="913" y="301"/>
                  </a:cubicBezTo>
                  <a:cubicBezTo>
                    <a:pt x="997" y="281"/>
                    <a:pt x="1081" y="269"/>
                    <a:pt x="1169" y="269"/>
                  </a:cubicBezTo>
                  <a:cubicBezTo>
                    <a:pt x="1209" y="269"/>
                    <a:pt x="1257" y="273"/>
                    <a:pt x="1305" y="273"/>
                  </a:cubicBezTo>
                  <a:cubicBezTo>
                    <a:pt x="1353" y="273"/>
                    <a:pt x="1401" y="265"/>
                    <a:pt x="1449" y="257"/>
                  </a:cubicBezTo>
                  <a:cubicBezTo>
                    <a:pt x="1501" y="249"/>
                    <a:pt x="1549" y="229"/>
                    <a:pt x="1589" y="197"/>
                  </a:cubicBezTo>
                  <a:cubicBezTo>
                    <a:pt x="1629" y="172"/>
                    <a:pt x="1655" y="133"/>
                    <a:pt x="1665" y="88"/>
                  </a:cubicBezTo>
                  <a:lnTo>
                    <a:pt x="1665" y="88"/>
                  </a:lnTo>
                  <a:cubicBezTo>
                    <a:pt x="1740" y="96"/>
                    <a:pt x="1812" y="108"/>
                    <a:pt x="1885" y="129"/>
                  </a:cubicBezTo>
                  <a:cubicBezTo>
                    <a:pt x="1969" y="149"/>
                    <a:pt x="2049" y="185"/>
                    <a:pt x="2125" y="229"/>
                  </a:cubicBezTo>
                  <a:cubicBezTo>
                    <a:pt x="2197" y="273"/>
                    <a:pt x="2265" y="329"/>
                    <a:pt x="2325" y="393"/>
                  </a:cubicBezTo>
                  <a:cubicBezTo>
                    <a:pt x="2381" y="457"/>
                    <a:pt x="2433" y="529"/>
                    <a:pt x="2481" y="601"/>
                  </a:cubicBezTo>
                  <a:lnTo>
                    <a:pt x="2549" y="717"/>
                  </a:lnTo>
                  <a:cubicBezTo>
                    <a:pt x="2561" y="737"/>
                    <a:pt x="2577" y="753"/>
                    <a:pt x="2593" y="773"/>
                  </a:cubicBezTo>
                  <a:lnTo>
                    <a:pt x="2637" y="825"/>
                  </a:lnTo>
                  <a:cubicBezTo>
                    <a:pt x="2701" y="885"/>
                    <a:pt x="2773" y="945"/>
                    <a:pt x="2845" y="997"/>
                  </a:cubicBezTo>
                  <a:cubicBezTo>
                    <a:pt x="2917" y="1049"/>
                    <a:pt x="2989" y="1101"/>
                    <a:pt x="3061" y="1153"/>
                  </a:cubicBezTo>
                  <a:cubicBezTo>
                    <a:pt x="3133" y="1205"/>
                    <a:pt x="3205" y="1257"/>
                    <a:pt x="3273" y="1309"/>
                  </a:cubicBezTo>
                  <a:cubicBezTo>
                    <a:pt x="3337" y="1361"/>
                    <a:pt x="3401" y="1421"/>
                    <a:pt x="3461" y="1481"/>
                  </a:cubicBezTo>
                  <a:cubicBezTo>
                    <a:pt x="3473" y="1497"/>
                    <a:pt x="3485" y="1509"/>
                    <a:pt x="3501" y="1525"/>
                  </a:cubicBezTo>
                  <a:lnTo>
                    <a:pt x="3517" y="1553"/>
                  </a:lnTo>
                  <a:lnTo>
                    <a:pt x="3529" y="1569"/>
                  </a:lnTo>
                  <a:lnTo>
                    <a:pt x="3533" y="1573"/>
                  </a:lnTo>
                  <a:cubicBezTo>
                    <a:pt x="3532" y="1572"/>
                    <a:pt x="3532" y="1572"/>
                    <a:pt x="3531" y="1572"/>
                  </a:cubicBezTo>
                  <a:lnTo>
                    <a:pt x="3531" y="1572"/>
                  </a:lnTo>
                  <a:cubicBezTo>
                    <a:pt x="3530" y="1572"/>
                    <a:pt x="3533" y="1577"/>
                    <a:pt x="3533" y="1577"/>
                  </a:cubicBezTo>
                  <a:cubicBezTo>
                    <a:pt x="3541" y="1593"/>
                    <a:pt x="3557" y="1609"/>
                    <a:pt x="3561" y="1629"/>
                  </a:cubicBezTo>
                  <a:cubicBezTo>
                    <a:pt x="3569" y="1645"/>
                    <a:pt x="3577" y="1665"/>
                    <a:pt x="3585" y="1681"/>
                  </a:cubicBezTo>
                  <a:cubicBezTo>
                    <a:pt x="3609" y="1753"/>
                    <a:pt x="3605" y="1829"/>
                    <a:pt x="3577" y="1901"/>
                  </a:cubicBezTo>
                  <a:cubicBezTo>
                    <a:pt x="3545" y="1969"/>
                    <a:pt x="3493" y="2029"/>
                    <a:pt x="3425" y="2065"/>
                  </a:cubicBezTo>
                  <a:cubicBezTo>
                    <a:pt x="3409" y="2073"/>
                    <a:pt x="3389" y="2081"/>
                    <a:pt x="3373" y="2093"/>
                  </a:cubicBezTo>
                  <a:lnTo>
                    <a:pt x="3317" y="2109"/>
                  </a:lnTo>
                  <a:cubicBezTo>
                    <a:pt x="3297" y="2113"/>
                    <a:pt x="3277" y="2121"/>
                    <a:pt x="3257" y="2125"/>
                  </a:cubicBezTo>
                  <a:lnTo>
                    <a:pt x="3193" y="2133"/>
                  </a:lnTo>
                  <a:cubicBezTo>
                    <a:pt x="3097" y="2141"/>
                    <a:pt x="3009" y="2169"/>
                    <a:pt x="2925" y="2213"/>
                  </a:cubicBezTo>
                  <a:cubicBezTo>
                    <a:pt x="2845" y="2257"/>
                    <a:pt x="2769" y="2309"/>
                    <a:pt x="2701" y="2369"/>
                  </a:cubicBezTo>
                  <a:cubicBezTo>
                    <a:pt x="2633" y="2429"/>
                    <a:pt x="2573" y="2493"/>
                    <a:pt x="2517" y="2561"/>
                  </a:cubicBezTo>
                  <a:lnTo>
                    <a:pt x="2525" y="2569"/>
                  </a:lnTo>
                  <a:cubicBezTo>
                    <a:pt x="2649" y="2445"/>
                    <a:pt x="2797" y="2345"/>
                    <a:pt x="2957" y="2273"/>
                  </a:cubicBezTo>
                  <a:cubicBezTo>
                    <a:pt x="3033" y="2241"/>
                    <a:pt x="3113" y="2221"/>
                    <a:pt x="3197" y="2217"/>
                  </a:cubicBezTo>
                  <a:lnTo>
                    <a:pt x="3265" y="2213"/>
                  </a:lnTo>
                  <a:cubicBezTo>
                    <a:pt x="3289" y="2213"/>
                    <a:pt x="3317" y="2209"/>
                    <a:pt x="3337" y="2201"/>
                  </a:cubicBezTo>
                  <a:cubicBezTo>
                    <a:pt x="3361" y="2197"/>
                    <a:pt x="3385" y="2193"/>
                    <a:pt x="3409" y="2185"/>
                  </a:cubicBezTo>
                  <a:cubicBezTo>
                    <a:pt x="3433" y="2173"/>
                    <a:pt x="3453" y="2165"/>
                    <a:pt x="3477" y="2153"/>
                  </a:cubicBezTo>
                  <a:cubicBezTo>
                    <a:pt x="3565" y="2109"/>
                    <a:pt x="3641" y="2033"/>
                    <a:pt x="3685" y="1941"/>
                  </a:cubicBezTo>
                  <a:cubicBezTo>
                    <a:pt x="3725" y="1845"/>
                    <a:pt x="3729" y="1741"/>
                    <a:pt x="3701" y="1641"/>
                  </a:cubicBezTo>
                  <a:cubicBezTo>
                    <a:pt x="3693" y="1617"/>
                    <a:pt x="3685" y="1593"/>
                    <a:pt x="3673" y="1573"/>
                  </a:cubicBezTo>
                  <a:cubicBezTo>
                    <a:pt x="3661" y="1549"/>
                    <a:pt x="3649" y="1529"/>
                    <a:pt x="3637" y="1509"/>
                  </a:cubicBezTo>
                  <a:cubicBezTo>
                    <a:pt x="3637" y="1505"/>
                    <a:pt x="3633" y="1501"/>
                    <a:pt x="3633" y="1497"/>
                  </a:cubicBezTo>
                  <a:lnTo>
                    <a:pt x="3625" y="1489"/>
                  </a:lnTo>
                  <a:lnTo>
                    <a:pt x="3617" y="1477"/>
                  </a:lnTo>
                  <a:lnTo>
                    <a:pt x="3597" y="1449"/>
                  </a:lnTo>
                  <a:cubicBezTo>
                    <a:pt x="3581" y="1429"/>
                    <a:pt x="3565" y="1413"/>
                    <a:pt x="3549" y="1393"/>
                  </a:cubicBezTo>
                  <a:cubicBezTo>
                    <a:pt x="3485" y="1329"/>
                    <a:pt x="3417" y="1265"/>
                    <a:pt x="3341" y="1213"/>
                  </a:cubicBezTo>
                  <a:cubicBezTo>
                    <a:pt x="3193" y="1109"/>
                    <a:pt x="3041" y="1021"/>
                    <a:pt x="2889" y="929"/>
                  </a:cubicBezTo>
                  <a:cubicBezTo>
                    <a:pt x="2817" y="881"/>
                    <a:pt x="2745" y="833"/>
                    <a:pt x="2677" y="777"/>
                  </a:cubicBezTo>
                  <a:lnTo>
                    <a:pt x="2633" y="733"/>
                  </a:lnTo>
                  <a:cubicBezTo>
                    <a:pt x="2617" y="717"/>
                    <a:pt x="2605" y="701"/>
                    <a:pt x="2593" y="685"/>
                  </a:cubicBezTo>
                  <a:lnTo>
                    <a:pt x="2517" y="573"/>
                  </a:lnTo>
                  <a:cubicBezTo>
                    <a:pt x="2469" y="497"/>
                    <a:pt x="2413" y="425"/>
                    <a:pt x="2353" y="361"/>
                  </a:cubicBezTo>
                  <a:cubicBezTo>
                    <a:pt x="2293" y="293"/>
                    <a:pt x="2225" y="233"/>
                    <a:pt x="2149" y="185"/>
                  </a:cubicBezTo>
                  <a:cubicBezTo>
                    <a:pt x="2069" y="137"/>
                    <a:pt x="1989" y="97"/>
                    <a:pt x="1901" y="69"/>
                  </a:cubicBezTo>
                  <a:cubicBezTo>
                    <a:pt x="1813" y="41"/>
                    <a:pt x="1725" y="21"/>
                    <a:pt x="1637" y="9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2199201" y="1155985"/>
              <a:ext cx="699907" cy="667766"/>
            </a:xfrm>
            <a:custGeom>
              <a:avLst/>
              <a:gdLst/>
              <a:ahLst/>
              <a:cxnLst/>
              <a:rect l="l" t="t" r="r" b="b"/>
              <a:pathLst>
                <a:path w="3593" h="3428" extrusionOk="0">
                  <a:moveTo>
                    <a:pt x="993" y="1"/>
                  </a:moveTo>
                  <a:cubicBezTo>
                    <a:pt x="893" y="1"/>
                    <a:pt x="793" y="2"/>
                    <a:pt x="693" y="4"/>
                  </a:cubicBezTo>
                  <a:cubicBezTo>
                    <a:pt x="493" y="8"/>
                    <a:pt x="293" y="12"/>
                    <a:pt x="93" y="28"/>
                  </a:cubicBezTo>
                  <a:lnTo>
                    <a:pt x="1" y="32"/>
                  </a:lnTo>
                  <a:lnTo>
                    <a:pt x="77" y="92"/>
                  </a:lnTo>
                  <a:cubicBezTo>
                    <a:pt x="149" y="148"/>
                    <a:pt x="209" y="236"/>
                    <a:pt x="197" y="316"/>
                  </a:cubicBezTo>
                  <a:cubicBezTo>
                    <a:pt x="193" y="356"/>
                    <a:pt x="173" y="392"/>
                    <a:pt x="141" y="424"/>
                  </a:cubicBezTo>
                  <a:lnTo>
                    <a:pt x="137" y="428"/>
                  </a:lnTo>
                  <a:lnTo>
                    <a:pt x="129" y="440"/>
                  </a:lnTo>
                  <a:lnTo>
                    <a:pt x="117" y="452"/>
                  </a:lnTo>
                  <a:cubicBezTo>
                    <a:pt x="109" y="464"/>
                    <a:pt x="97" y="484"/>
                    <a:pt x="89" y="496"/>
                  </a:cubicBezTo>
                  <a:cubicBezTo>
                    <a:pt x="77" y="520"/>
                    <a:pt x="65" y="548"/>
                    <a:pt x="57" y="576"/>
                  </a:cubicBezTo>
                  <a:cubicBezTo>
                    <a:pt x="29" y="680"/>
                    <a:pt x="13" y="784"/>
                    <a:pt x="9" y="892"/>
                  </a:cubicBezTo>
                  <a:cubicBezTo>
                    <a:pt x="1" y="996"/>
                    <a:pt x="1" y="1104"/>
                    <a:pt x="9" y="1208"/>
                  </a:cubicBezTo>
                  <a:cubicBezTo>
                    <a:pt x="17" y="1416"/>
                    <a:pt x="53" y="1624"/>
                    <a:pt x="109" y="1828"/>
                  </a:cubicBezTo>
                  <a:cubicBezTo>
                    <a:pt x="137" y="1936"/>
                    <a:pt x="181" y="2036"/>
                    <a:pt x="237" y="2128"/>
                  </a:cubicBezTo>
                  <a:cubicBezTo>
                    <a:pt x="249" y="2152"/>
                    <a:pt x="269" y="2176"/>
                    <a:pt x="285" y="2200"/>
                  </a:cubicBezTo>
                  <a:cubicBezTo>
                    <a:pt x="305" y="2224"/>
                    <a:pt x="325" y="2244"/>
                    <a:pt x="345" y="2260"/>
                  </a:cubicBezTo>
                  <a:cubicBezTo>
                    <a:pt x="381" y="2296"/>
                    <a:pt x="421" y="2332"/>
                    <a:pt x="461" y="2368"/>
                  </a:cubicBezTo>
                  <a:cubicBezTo>
                    <a:pt x="621" y="2504"/>
                    <a:pt x="789" y="2624"/>
                    <a:pt x="969" y="2736"/>
                  </a:cubicBezTo>
                  <a:cubicBezTo>
                    <a:pt x="1145" y="2848"/>
                    <a:pt x="1341" y="2936"/>
                    <a:pt x="1545" y="2992"/>
                  </a:cubicBezTo>
                  <a:cubicBezTo>
                    <a:pt x="1597" y="3008"/>
                    <a:pt x="1653" y="3012"/>
                    <a:pt x="1709" y="3012"/>
                  </a:cubicBezTo>
                  <a:cubicBezTo>
                    <a:pt x="1757" y="3012"/>
                    <a:pt x="1809" y="3016"/>
                    <a:pt x="1857" y="3024"/>
                  </a:cubicBezTo>
                  <a:cubicBezTo>
                    <a:pt x="1957" y="3032"/>
                    <a:pt x="2053" y="3056"/>
                    <a:pt x="2149" y="3088"/>
                  </a:cubicBezTo>
                  <a:cubicBezTo>
                    <a:pt x="2241" y="3120"/>
                    <a:pt x="2333" y="3168"/>
                    <a:pt x="2417" y="3224"/>
                  </a:cubicBezTo>
                  <a:cubicBezTo>
                    <a:pt x="2497" y="3280"/>
                    <a:pt x="2573" y="3348"/>
                    <a:pt x="2641" y="3428"/>
                  </a:cubicBezTo>
                  <a:lnTo>
                    <a:pt x="2649" y="3420"/>
                  </a:lnTo>
                  <a:cubicBezTo>
                    <a:pt x="2533" y="3244"/>
                    <a:pt x="2369" y="3104"/>
                    <a:pt x="2173" y="3020"/>
                  </a:cubicBezTo>
                  <a:cubicBezTo>
                    <a:pt x="2077" y="2980"/>
                    <a:pt x="1973" y="2952"/>
                    <a:pt x="1869" y="2932"/>
                  </a:cubicBezTo>
                  <a:cubicBezTo>
                    <a:pt x="1821" y="2924"/>
                    <a:pt x="1765" y="2916"/>
                    <a:pt x="1713" y="2912"/>
                  </a:cubicBezTo>
                  <a:cubicBezTo>
                    <a:pt x="1665" y="2908"/>
                    <a:pt x="1617" y="2900"/>
                    <a:pt x="1573" y="2888"/>
                  </a:cubicBezTo>
                  <a:cubicBezTo>
                    <a:pt x="1477" y="2860"/>
                    <a:pt x="1385" y="2820"/>
                    <a:pt x="1301" y="2776"/>
                  </a:cubicBezTo>
                  <a:cubicBezTo>
                    <a:pt x="1209" y="2728"/>
                    <a:pt x="1125" y="2676"/>
                    <a:pt x="1041" y="2620"/>
                  </a:cubicBezTo>
                  <a:cubicBezTo>
                    <a:pt x="869" y="2512"/>
                    <a:pt x="709" y="2388"/>
                    <a:pt x="557" y="2256"/>
                  </a:cubicBezTo>
                  <a:cubicBezTo>
                    <a:pt x="521" y="2224"/>
                    <a:pt x="485" y="2192"/>
                    <a:pt x="449" y="2156"/>
                  </a:cubicBezTo>
                  <a:cubicBezTo>
                    <a:pt x="429" y="2140"/>
                    <a:pt x="413" y="2124"/>
                    <a:pt x="397" y="2104"/>
                  </a:cubicBezTo>
                  <a:cubicBezTo>
                    <a:pt x="385" y="2088"/>
                    <a:pt x="369" y="2072"/>
                    <a:pt x="361" y="2052"/>
                  </a:cubicBezTo>
                  <a:cubicBezTo>
                    <a:pt x="309" y="1968"/>
                    <a:pt x="273" y="1880"/>
                    <a:pt x="245" y="1788"/>
                  </a:cubicBezTo>
                  <a:cubicBezTo>
                    <a:pt x="185" y="1596"/>
                    <a:pt x="149" y="1400"/>
                    <a:pt x="133" y="1200"/>
                  </a:cubicBezTo>
                  <a:cubicBezTo>
                    <a:pt x="125" y="1100"/>
                    <a:pt x="125" y="1000"/>
                    <a:pt x="125" y="900"/>
                  </a:cubicBezTo>
                  <a:cubicBezTo>
                    <a:pt x="125" y="800"/>
                    <a:pt x="137" y="704"/>
                    <a:pt x="161" y="608"/>
                  </a:cubicBezTo>
                  <a:cubicBezTo>
                    <a:pt x="165" y="584"/>
                    <a:pt x="173" y="564"/>
                    <a:pt x="185" y="544"/>
                  </a:cubicBezTo>
                  <a:cubicBezTo>
                    <a:pt x="189" y="536"/>
                    <a:pt x="189" y="528"/>
                    <a:pt x="197" y="520"/>
                  </a:cubicBezTo>
                  <a:lnTo>
                    <a:pt x="209" y="504"/>
                  </a:lnTo>
                  <a:lnTo>
                    <a:pt x="209" y="500"/>
                  </a:lnTo>
                  <a:lnTo>
                    <a:pt x="217" y="492"/>
                  </a:lnTo>
                  <a:cubicBezTo>
                    <a:pt x="257" y="444"/>
                    <a:pt x="285" y="388"/>
                    <a:pt x="289" y="324"/>
                  </a:cubicBezTo>
                  <a:cubicBezTo>
                    <a:pt x="293" y="264"/>
                    <a:pt x="273" y="204"/>
                    <a:pt x="237" y="152"/>
                  </a:cubicBezTo>
                  <a:cubicBezTo>
                    <a:pt x="221" y="130"/>
                    <a:pt x="203" y="109"/>
                    <a:pt x="183" y="90"/>
                  </a:cubicBezTo>
                  <a:lnTo>
                    <a:pt x="183" y="90"/>
                  </a:lnTo>
                  <a:cubicBezTo>
                    <a:pt x="353" y="71"/>
                    <a:pt x="524" y="59"/>
                    <a:pt x="693" y="52"/>
                  </a:cubicBezTo>
                  <a:cubicBezTo>
                    <a:pt x="793" y="48"/>
                    <a:pt x="892" y="46"/>
                    <a:pt x="991" y="46"/>
                  </a:cubicBezTo>
                  <a:cubicBezTo>
                    <a:pt x="1090" y="46"/>
                    <a:pt x="1189" y="48"/>
                    <a:pt x="1289" y="52"/>
                  </a:cubicBezTo>
                  <a:cubicBezTo>
                    <a:pt x="1489" y="60"/>
                    <a:pt x="1685" y="84"/>
                    <a:pt x="1881" y="120"/>
                  </a:cubicBezTo>
                  <a:cubicBezTo>
                    <a:pt x="1977" y="136"/>
                    <a:pt x="2069" y="160"/>
                    <a:pt x="2165" y="188"/>
                  </a:cubicBezTo>
                  <a:cubicBezTo>
                    <a:pt x="2209" y="204"/>
                    <a:pt x="2257" y="220"/>
                    <a:pt x="2297" y="240"/>
                  </a:cubicBezTo>
                  <a:cubicBezTo>
                    <a:pt x="2321" y="248"/>
                    <a:pt x="2345" y="260"/>
                    <a:pt x="2365" y="272"/>
                  </a:cubicBezTo>
                  <a:lnTo>
                    <a:pt x="2429" y="304"/>
                  </a:lnTo>
                  <a:cubicBezTo>
                    <a:pt x="2509" y="352"/>
                    <a:pt x="2589" y="404"/>
                    <a:pt x="2661" y="464"/>
                  </a:cubicBezTo>
                  <a:cubicBezTo>
                    <a:pt x="2733" y="528"/>
                    <a:pt x="2797" y="596"/>
                    <a:pt x="2849" y="676"/>
                  </a:cubicBezTo>
                  <a:cubicBezTo>
                    <a:pt x="2953" y="832"/>
                    <a:pt x="3009" y="1016"/>
                    <a:pt x="3053" y="1208"/>
                  </a:cubicBezTo>
                  <a:cubicBezTo>
                    <a:pt x="3077" y="1304"/>
                    <a:pt x="3097" y="1400"/>
                    <a:pt x="3121" y="1500"/>
                  </a:cubicBezTo>
                  <a:cubicBezTo>
                    <a:pt x="3145" y="1600"/>
                    <a:pt x="3177" y="1696"/>
                    <a:pt x="3221" y="1788"/>
                  </a:cubicBezTo>
                  <a:cubicBezTo>
                    <a:pt x="3265" y="1880"/>
                    <a:pt x="3317" y="1968"/>
                    <a:pt x="3377" y="2052"/>
                  </a:cubicBezTo>
                  <a:cubicBezTo>
                    <a:pt x="3433" y="2132"/>
                    <a:pt x="3501" y="2208"/>
                    <a:pt x="3577" y="2276"/>
                  </a:cubicBezTo>
                  <a:lnTo>
                    <a:pt x="3593" y="2260"/>
                  </a:lnTo>
                  <a:cubicBezTo>
                    <a:pt x="3465" y="2112"/>
                    <a:pt x="3365" y="1940"/>
                    <a:pt x="3297" y="1756"/>
                  </a:cubicBezTo>
                  <a:cubicBezTo>
                    <a:pt x="3265" y="1664"/>
                    <a:pt x="3237" y="1572"/>
                    <a:pt x="3221" y="1476"/>
                  </a:cubicBezTo>
                  <a:lnTo>
                    <a:pt x="3165" y="1184"/>
                  </a:lnTo>
                  <a:cubicBezTo>
                    <a:pt x="3149" y="1084"/>
                    <a:pt x="3121" y="984"/>
                    <a:pt x="3093" y="888"/>
                  </a:cubicBezTo>
                  <a:cubicBezTo>
                    <a:pt x="3057" y="788"/>
                    <a:pt x="3013" y="692"/>
                    <a:pt x="2957" y="604"/>
                  </a:cubicBezTo>
                  <a:cubicBezTo>
                    <a:pt x="2897" y="516"/>
                    <a:pt x="2829" y="436"/>
                    <a:pt x="2749" y="368"/>
                  </a:cubicBezTo>
                  <a:cubicBezTo>
                    <a:pt x="2665" y="304"/>
                    <a:pt x="2577" y="248"/>
                    <a:pt x="2485" y="200"/>
                  </a:cubicBezTo>
                  <a:cubicBezTo>
                    <a:pt x="2461" y="188"/>
                    <a:pt x="2437" y="176"/>
                    <a:pt x="2413" y="168"/>
                  </a:cubicBezTo>
                  <a:cubicBezTo>
                    <a:pt x="2393" y="160"/>
                    <a:pt x="2369" y="148"/>
                    <a:pt x="2345" y="140"/>
                  </a:cubicBezTo>
                  <a:cubicBezTo>
                    <a:pt x="2293" y="120"/>
                    <a:pt x="2245" y="108"/>
                    <a:pt x="2193" y="96"/>
                  </a:cubicBezTo>
                  <a:cubicBezTo>
                    <a:pt x="2097" y="72"/>
                    <a:pt x="1997" y="52"/>
                    <a:pt x="1893" y="44"/>
                  </a:cubicBezTo>
                  <a:cubicBezTo>
                    <a:pt x="1693" y="20"/>
                    <a:pt x="1493" y="8"/>
                    <a:pt x="1293" y="4"/>
                  </a:cubicBezTo>
                  <a:cubicBezTo>
                    <a:pt x="1193" y="2"/>
                    <a:pt x="1093" y="1"/>
                    <a:pt x="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3128002" y="2007455"/>
              <a:ext cx="299404" cy="269795"/>
            </a:xfrm>
            <a:custGeom>
              <a:avLst/>
              <a:gdLst/>
              <a:ahLst/>
              <a:cxnLst/>
              <a:rect l="l" t="t" r="r" b="b"/>
              <a:pathLst>
                <a:path w="1537" h="1385" extrusionOk="0">
                  <a:moveTo>
                    <a:pt x="5" y="1"/>
                  </a:moveTo>
                  <a:lnTo>
                    <a:pt x="1" y="5"/>
                  </a:lnTo>
                  <a:lnTo>
                    <a:pt x="25" y="17"/>
                  </a:lnTo>
                  <a:cubicBezTo>
                    <a:pt x="37" y="21"/>
                    <a:pt x="61" y="29"/>
                    <a:pt x="85" y="41"/>
                  </a:cubicBezTo>
                  <a:cubicBezTo>
                    <a:pt x="157" y="77"/>
                    <a:pt x="229" y="113"/>
                    <a:pt x="293" y="153"/>
                  </a:cubicBezTo>
                  <a:cubicBezTo>
                    <a:pt x="333" y="181"/>
                    <a:pt x="377" y="213"/>
                    <a:pt x="421" y="245"/>
                  </a:cubicBezTo>
                  <a:cubicBezTo>
                    <a:pt x="469" y="281"/>
                    <a:pt x="513" y="317"/>
                    <a:pt x="557" y="357"/>
                  </a:cubicBezTo>
                  <a:cubicBezTo>
                    <a:pt x="605" y="401"/>
                    <a:pt x="645" y="449"/>
                    <a:pt x="681" y="501"/>
                  </a:cubicBezTo>
                  <a:cubicBezTo>
                    <a:pt x="713" y="557"/>
                    <a:pt x="741" y="617"/>
                    <a:pt x="777" y="673"/>
                  </a:cubicBezTo>
                  <a:cubicBezTo>
                    <a:pt x="809" y="737"/>
                    <a:pt x="853" y="789"/>
                    <a:pt x="909" y="833"/>
                  </a:cubicBezTo>
                  <a:cubicBezTo>
                    <a:pt x="961" y="873"/>
                    <a:pt x="1017" y="905"/>
                    <a:pt x="1077" y="933"/>
                  </a:cubicBezTo>
                  <a:cubicBezTo>
                    <a:pt x="1129" y="961"/>
                    <a:pt x="1181" y="989"/>
                    <a:pt x="1229" y="1021"/>
                  </a:cubicBezTo>
                  <a:cubicBezTo>
                    <a:pt x="1269" y="1049"/>
                    <a:pt x="1309" y="1085"/>
                    <a:pt x="1345" y="1121"/>
                  </a:cubicBezTo>
                  <a:cubicBezTo>
                    <a:pt x="1401" y="1177"/>
                    <a:pt x="1449" y="1237"/>
                    <a:pt x="1485" y="1305"/>
                  </a:cubicBezTo>
                  <a:cubicBezTo>
                    <a:pt x="1497" y="1325"/>
                    <a:pt x="1509" y="1345"/>
                    <a:pt x="1517" y="1365"/>
                  </a:cubicBezTo>
                  <a:lnTo>
                    <a:pt x="1529" y="1385"/>
                  </a:lnTo>
                  <a:lnTo>
                    <a:pt x="1537" y="1385"/>
                  </a:lnTo>
                  <a:cubicBezTo>
                    <a:pt x="1529" y="1357"/>
                    <a:pt x="1521" y="1325"/>
                    <a:pt x="1513" y="1297"/>
                  </a:cubicBezTo>
                  <a:cubicBezTo>
                    <a:pt x="1485" y="1217"/>
                    <a:pt x="1445" y="1145"/>
                    <a:pt x="1389" y="1081"/>
                  </a:cubicBezTo>
                  <a:cubicBezTo>
                    <a:pt x="1353" y="1037"/>
                    <a:pt x="1313" y="1001"/>
                    <a:pt x="1269" y="965"/>
                  </a:cubicBezTo>
                  <a:cubicBezTo>
                    <a:pt x="1221" y="929"/>
                    <a:pt x="1165" y="897"/>
                    <a:pt x="1109" y="873"/>
                  </a:cubicBezTo>
                  <a:cubicBezTo>
                    <a:pt x="1053" y="849"/>
                    <a:pt x="997" y="821"/>
                    <a:pt x="945" y="789"/>
                  </a:cubicBezTo>
                  <a:cubicBezTo>
                    <a:pt x="893" y="753"/>
                    <a:pt x="845" y="709"/>
                    <a:pt x="809" y="657"/>
                  </a:cubicBezTo>
                  <a:cubicBezTo>
                    <a:pt x="769" y="605"/>
                    <a:pt x="733" y="549"/>
                    <a:pt x="697" y="493"/>
                  </a:cubicBezTo>
                  <a:cubicBezTo>
                    <a:pt x="661" y="437"/>
                    <a:pt x="625" y="385"/>
                    <a:pt x="585" y="333"/>
                  </a:cubicBezTo>
                  <a:cubicBezTo>
                    <a:pt x="549" y="285"/>
                    <a:pt x="505" y="241"/>
                    <a:pt x="461" y="201"/>
                  </a:cubicBezTo>
                  <a:cubicBezTo>
                    <a:pt x="417" y="165"/>
                    <a:pt x="373" y="133"/>
                    <a:pt x="325" y="109"/>
                  </a:cubicBezTo>
                  <a:cubicBezTo>
                    <a:pt x="253" y="65"/>
                    <a:pt x="173" y="37"/>
                    <a:pt x="93" y="17"/>
                  </a:cubicBezTo>
                  <a:cubicBezTo>
                    <a:pt x="65" y="13"/>
                    <a:pt x="45" y="5"/>
                    <a:pt x="29" y="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166183" y="1980962"/>
              <a:ext cx="231614" cy="119411"/>
            </a:xfrm>
            <a:custGeom>
              <a:avLst/>
              <a:gdLst/>
              <a:ahLst/>
              <a:cxnLst/>
              <a:rect l="l" t="t" r="r" b="b"/>
              <a:pathLst>
                <a:path w="1189" h="613" extrusionOk="0">
                  <a:moveTo>
                    <a:pt x="221" y="1"/>
                  </a:moveTo>
                  <a:cubicBezTo>
                    <a:pt x="189" y="1"/>
                    <a:pt x="157" y="5"/>
                    <a:pt x="129" y="9"/>
                  </a:cubicBezTo>
                  <a:cubicBezTo>
                    <a:pt x="105" y="13"/>
                    <a:pt x="85" y="17"/>
                    <a:pt x="61" y="25"/>
                  </a:cubicBezTo>
                  <a:cubicBezTo>
                    <a:pt x="41" y="33"/>
                    <a:pt x="25" y="41"/>
                    <a:pt x="5" y="49"/>
                  </a:cubicBezTo>
                  <a:lnTo>
                    <a:pt x="1" y="57"/>
                  </a:lnTo>
                  <a:lnTo>
                    <a:pt x="61" y="57"/>
                  </a:lnTo>
                  <a:cubicBezTo>
                    <a:pt x="76" y="56"/>
                    <a:pt x="91" y="55"/>
                    <a:pt x="106" y="55"/>
                  </a:cubicBezTo>
                  <a:cubicBezTo>
                    <a:pt x="141" y="55"/>
                    <a:pt x="176" y="58"/>
                    <a:pt x="213" y="61"/>
                  </a:cubicBezTo>
                  <a:cubicBezTo>
                    <a:pt x="245" y="61"/>
                    <a:pt x="277" y="69"/>
                    <a:pt x="313" y="73"/>
                  </a:cubicBezTo>
                  <a:cubicBezTo>
                    <a:pt x="349" y="77"/>
                    <a:pt x="385" y="81"/>
                    <a:pt x="421" y="89"/>
                  </a:cubicBezTo>
                  <a:cubicBezTo>
                    <a:pt x="461" y="97"/>
                    <a:pt x="501" y="113"/>
                    <a:pt x="537" y="133"/>
                  </a:cubicBezTo>
                  <a:cubicBezTo>
                    <a:pt x="573" y="153"/>
                    <a:pt x="605" y="177"/>
                    <a:pt x="637" y="209"/>
                  </a:cubicBezTo>
                  <a:cubicBezTo>
                    <a:pt x="669" y="237"/>
                    <a:pt x="697" y="269"/>
                    <a:pt x="725" y="301"/>
                  </a:cubicBezTo>
                  <a:lnTo>
                    <a:pt x="817" y="385"/>
                  </a:lnTo>
                  <a:cubicBezTo>
                    <a:pt x="869" y="433"/>
                    <a:pt x="925" y="481"/>
                    <a:pt x="989" y="525"/>
                  </a:cubicBezTo>
                  <a:cubicBezTo>
                    <a:pt x="1033" y="553"/>
                    <a:pt x="1077" y="577"/>
                    <a:pt x="1129" y="597"/>
                  </a:cubicBezTo>
                  <a:cubicBezTo>
                    <a:pt x="1145" y="605"/>
                    <a:pt x="1165" y="609"/>
                    <a:pt x="1185" y="613"/>
                  </a:cubicBezTo>
                  <a:lnTo>
                    <a:pt x="1189" y="609"/>
                  </a:lnTo>
                  <a:cubicBezTo>
                    <a:pt x="1189" y="609"/>
                    <a:pt x="1173" y="597"/>
                    <a:pt x="1141" y="573"/>
                  </a:cubicBezTo>
                  <a:cubicBezTo>
                    <a:pt x="1113" y="549"/>
                    <a:pt x="1073" y="517"/>
                    <a:pt x="1025" y="473"/>
                  </a:cubicBezTo>
                  <a:cubicBezTo>
                    <a:pt x="977" y="429"/>
                    <a:pt x="925" y="381"/>
                    <a:pt x="861" y="329"/>
                  </a:cubicBezTo>
                  <a:cubicBezTo>
                    <a:pt x="797" y="273"/>
                    <a:pt x="733" y="225"/>
                    <a:pt x="661" y="181"/>
                  </a:cubicBezTo>
                  <a:cubicBezTo>
                    <a:pt x="589" y="133"/>
                    <a:pt x="513" y="93"/>
                    <a:pt x="437" y="53"/>
                  </a:cubicBezTo>
                  <a:cubicBezTo>
                    <a:pt x="373" y="17"/>
                    <a:pt x="297" y="1"/>
                    <a:pt x="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014239" y="1996546"/>
              <a:ext cx="177850" cy="240965"/>
            </a:xfrm>
            <a:custGeom>
              <a:avLst/>
              <a:gdLst/>
              <a:ahLst/>
              <a:cxnLst/>
              <a:rect l="l" t="t" r="r" b="b"/>
              <a:pathLst>
                <a:path w="913" h="1237" extrusionOk="0">
                  <a:moveTo>
                    <a:pt x="69" y="1"/>
                  </a:moveTo>
                  <a:cubicBezTo>
                    <a:pt x="45" y="1"/>
                    <a:pt x="21" y="5"/>
                    <a:pt x="1" y="17"/>
                  </a:cubicBezTo>
                  <a:lnTo>
                    <a:pt x="5" y="25"/>
                  </a:lnTo>
                  <a:lnTo>
                    <a:pt x="21" y="25"/>
                  </a:lnTo>
                  <a:cubicBezTo>
                    <a:pt x="37" y="25"/>
                    <a:pt x="53" y="29"/>
                    <a:pt x="69" y="33"/>
                  </a:cubicBezTo>
                  <a:cubicBezTo>
                    <a:pt x="93" y="41"/>
                    <a:pt x="113" y="53"/>
                    <a:pt x="133" y="65"/>
                  </a:cubicBezTo>
                  <a:cubicBezTo>
                    <a:pt x="157" y="85"/>
                    <a:pt x="177" y="109"/>
                    <a:pt x="193" y="133"/>
                  </a:cubicBezTo>
                  <a:cubicBezTo>
                    <a:pt x="213" y="169"/>
                    <a:pt x="229" y="201"/>
                    <a:pt x="245" y="233"/>
                  </a:cubicBezTo>
                  <a:cubicBezTo>
                    <a:pt x="261" y="273"/>
                    <a:pt x="281" y="313"/>
                    <a:pt x="305" y="357"/>
                  </a:cubicBezTo>
                  <a:cubicBezTo>
                    <a:pt x="325" y="397"/>
                    <a:pt x="345" y="441"/>
                    <a:pt x="365" y="489"/>
                  </a:cubicBezTo>
                  <a:cubicBezTo>
                    <a:pt x="381" y="533"/>
                    <a:pt x="397" y="581"/>
                    <a:pt x="409" y="629"/>
                  </a:cubicBezTo>
                  <a:cubicBezTo>
                    <a:pt x="425" y="677"/>
                    <a:pt x="437" y="729"/>
                    <a:pt x="453" y="773"/>
                  </a:cubicBezTo>
                  <a:cubicBezTo>
                    <a:pt x="469" y="821"/>
                    <a:pt x="489" y="869"/>
                    <a:pt x="513" y="913"/>
                  </a:cubicBezTo>
                  <a:cubicBezTo>
                    <a:pt x="533" y="953"/>
                    <a:pt x="561" y="993"/>
                    <a:pt x="597" y="1029"/>
                  </a:cubicBezTo>
                  <a:cubicBezTo>
                    <a:pt x="625" y="1061"/>
                    <a:pt x="657" y="1085"/>
                    <a:pt x="697" y="1109"/>
                  </a:cubicBezTo>
                  <a:cubicBezTo>
                    <a:pt x="729" y="1129"/>
                    <a:pt x="757" y="1145"/>
                    <a:pt x="785" y="1157"/>
                  </a:cubicBezTo>
                  <a:cubicBezTo>
                    <a:pt x="813" y="1173"/>
                    <a:pt x="833" y="1185"/>
                    <a:pt x="853" y="1197"/>
                  </a:cubicBezTo>
                  <a:cubicBezTo>
                    <a:pt x="873" y="1209"/>
                    <a:pt x="889" y="1225"/>
                    <a:pt x="909" y="1237"/>
                  </a:cubicBezTo>
                  <a:lnTo>
                    <a:pt x="913" y="1233"/>
                  </a:lnTo>
                  <a:cubicBezTo>
                    <a:pt x="901" y="1213"/>
                    <a:pt x="885" y="1193"/>
                    <a:pt x="869" y="1177"/>
                  </a:cubicBezTo>
                  <a:cubicBezTo>
                    <a:pt x="825" y="1133"/>
                    <a:pt x="781" y="1093"/>
                    <a:pt x="729" y="1057"/>
                  </a:cubicBezTo>
                  <a:cubicBezTo>
                    <a:pt x="701" y="1033"/>
                    <a:pt x="673" y="1009"/>
                    <a:pt x="649" y="981"/>
                  </a:cubicBezTo>
                  <a:cubicBezTo>
                    <a:pt x="621" y="949"/>
                    <a:pt x="597" y="913"/>
                    <a:pt x="573" y="877"/>
                  </a:cubicBezTo>
                  <a:cubicBezTo>
                    <a:pt x="549" y="837"/>
                    <a:pt x="529" y="793"/>
                    <a:pt x="509" y="753"/>
                  </a:cubicBezTo>
                  <a:cubicBezTo>
                    <a:pt x="489" y="705"/>
                    <a:pt x="465" y="661"/>
                    <a:pt x="445" y="617"/>
                  </a:cubicBezTo>
                  <a:cubicBezTo>
                    <a:pt x="421" y="573"/>
                    <a:pt x="401" y="525"/>
                    <a:pt x="381" y="481"/>
                  </a:cubicBezTo>
                  <a:cubicBezTo>
                    <a:pt x="365" y="433"/>
                    <a:pt x="349" y="389"/>
                    <a:pt x="337" y="341"/>
                  </a:cubicBezTo>
                  <a:cubicBezTo>
                    <a:pt x="325" y="297"/>
                    <a:pt x="313" y="253"/>
                    <a:pt x="297" y="213"/>
                  </a:cubicBezTo>
                  <a:cubicBezTo>
                    <a:pt x="285" y="169"/>
                    <a:pt x="265" y="133"/>
                    <a:pt x="237" y="97"/>
                  </a:cubicBezTo>
                  <a:cubicBezTo>
                    <a:pt x="217" y="69"/>
                    <a:pt x="185" y="41"/>
                    <a:pt x="153" y="25"/>
                  </a:cubicBezTo>
                  <a:cubicBezTo>
                    <a:pt x="129" y="13"/>
                    <a:pt x="101" y="5"/>
                    <a:pt x="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2549060" y="1916289"/>
              <a:ext cx="307196" cy="103827"/>
            </a:xfrm>
            <a:custGeom>
              <a:avLst/>
              <a:gdLst/>
              <a:ahLst/>
              <a:cxnLst/>
              <a:rect l="l" t="t" r="r" b="b"/>
              <a:pathLst>
                <a:path w="1577" h="533" extrusionOk="0">
                  <a:moveTo>
                    <a:pt x="1569" y="1"/>
                  </a:moveTo>
                  <a:lnTo>
                    <a:pt x="1553" y="13"/>
                  </a:lnTo>
                  <a:cubicBezTo>
                    <a:pt x="1541" y="17"/>
                    <a:pt x="1525" y="29"/>
                    <a:pt x="1505" y="41"/>
                  </a:cubicBezTo>
                  <a:cubicBezTo>
                    <a:pt x="1469" y="69"/>
                    <a:pt x="1413" y="105"/>
                    <a:pt x="1349" y="141"/>
                  </a:cubicBezTo>
                  <a:cubicBezTo>
                    <a:pt x="1313" y="161"/>
                    <a:pt x="1277" y="181"/>
                    <a:pt x="1237" y="205"/>
                  </a:cubicBezTo>
                  <a:cubicBezTo>
                    <a:pt x="1201" y="225"/>
                    <a:pt x="1157" y="249"/>
                    <a:pt x="1113" y="273"/>
                  </a:cubicBezTo>
                  <a:cubicBezTo>
                    <a:pt x="1069" y="297"/>
                    <a:pt x="1021" y="313"/>
                    <a:pt x="973" y="329"/>
                  </a:cubicBezTo>
                  <a:cubicBezTo>
                    <a:pt x="921" y="341"/>
                    <a:pt x="873" y="349"/>
                    <a:pt x="817" y="349"/>
                  </a:cubicBezTo>
                  <a:cubicBezTo>
                    <a:pt x="765" y="353"/>
                    <a:pt x="713" y="353"/>
                    <a:pt x="661" y="353"/>
                  </a:cubicBezTo>
                  <a:lnTo>
                    <a:pt x="509" y="357"/>
                  </a:lnTo>
                  <a:cubicBezTo>
                    <a:pt x="417" y="361"/>
                    <a:pt x="325" y="373"/>
                    <a:pt x="237" y="397"/>
                  </a:cubicBezTo>
                  <a:cubicBezTo>
                    <a:pt x="173" y="413"/>
                    <a:pt x="113" y="441"/>
                    <a:pt x="57" y="481"/>
                  </a:cubicBezTo>
                  <a:cubicBezTo>
                    <a:pt x="41" y="489"/>
                    <a:pt x="29" y="501"/>
                    <a:pt x="17" y="513"/>
                  </a:cubicBezTo>
                  <a:lnTo>
                    <a:pt x="1" y="529"/>
                  </a:lnTo>
                  <a:lnTo>
                    <a:pt x="5" y="533"/>
                  </a:lnTo>
                  <a:lnTo>
                    <a:pt x="21" y="525"/>
                  </a:lnTo>
                  <a:cubicBezTo>
                    <a:pt x="37" y="517"/>
                    <a:pt x="53" y="509"/>
                    <a:pt x="73" y="505"/>
                  </a:cubicBezTo>
                  <a:cubicBezTo>
                    <a:pt x="129" y="481"/>
                    <a:pt x="189" y="465"/>
                    <a:pt x="253" y="453"/>
                  </a:cubicBezTo>
                  <a:cubicBezTo>
                    <a:pt x="289" y="449"/>
                    <a:pt x="329" y="445"/>
                    <a:pt x="377" y="441"/>
                  </a:cubicBezTo>
                  <a:lnTo>
                    <a:pt x="517" y="429"/>
                  </a:lnTo>
                  <a:lnTo>
                    <a:pt x="665" y="413"/>
                  </a:lnTo>
                  <a:cubicBezTo>
                    <a:pt x="717" y="409"/>
                    <a:pt x="773" y="397"/>
                    <a:pt x="825" y="385"/>
                  </a:cubicBezTo>
                  <a:cubicBezTo>
                    <a:pt x="877" y="373"/>
                    <a:pt x="929" y="357"/>
                    <a:pt x="977" y="345"/>
                  </a:cubicBezTo>
                  <a:lnTo>
                    <a:pt x="1129" y="305"/>
                  </a:lnTo>
                  <a:cubicBezTo>
                    <a:pt x="1173" y="293"/>
                    <a:pt x="1221" y="277"/>
                    <a:pt x="1265" y="257"/>
                  </a:cubicBezTo>
                  <a:cubicBezTo>
                    <a:pt x="1305" y="237"/>
                    <a:pt x="1341" y="213"/>
                    <a:pt x="1377" y="189"/>
                  </a:cubicBezTo>
                  <a:cubicBezTo>
                    <a:pt x="1433" y="153"/>
                    <a:pt x="1485" y="109"/>
                    <a:pt x="1529" y="61"/>
                  </a:cubicBezTo>
                  <a:cubicBezTo>
                    <a:pt x="1545" y="41"/>
                    <a:pt x="1561" y="25"/>
                    <a:pt x="1577" y="5"/>
                  </a:cubicBezTo>
                  <a:lnTo>
                    <a:pt x="15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2906711" y="1943561"/>
              <a:ext cx="61751" cy="276028"/>
            </a:xfrm>
            <a:custGeom>
              <a:avLst/>
              <a:gdLst/>
              <a:ahLst/>
              <a:cxnLst/>
              <a:rect l="l" t="t" r="r" b="b"/>
              <a:pathLst>
                <a:path w="317" h="1417" extrusionOk="0">
                  <a:moveTo>
                    <a:pt x="9" y="1"/>
                  </a:moveTo>
                  <a:lnTo>
                    <a:pt x="1" y="5"/>
                  </a:lnTo>
                  <a:cubicBezTo>
                    <a:pt x="1" y="5"/>
                    <a:pt x="13" y="29"/>
                    <a:pt x="29" y="65"/>
                  </a:cubicBezTo>
                  <a:cubicBezTo>
                    <a:pt x="49" y="113"/>
                    <a:pt x="65" y="165"/>
                    <a:pt x="77" y="217"/>
                  </a:cubicBezTo>
                  <a:cubicBezTo>
                    <a:pt x="81" y="253"/>
                    <a:pt x="89" y="285"/>
                    <a:pt x="93" y="325"/>
                  </a:cubicBezTo>
                  <a:cubicBezTo>
                    <a:pt x="101" y="361"/>
                    <a:pt x="109" y="405"/>
                    <a:pt x="113" y="445"/>
                  </a:cubicBezTo>
                  <a:cubicBezTo>
                    <a:pt x="117" y="489"/>
                    <a:pt x="121" y="533"/>
                    <a:pt x="117" y="581"/>
                  </a:cubicBezTo>
                  <a:cubicBezTo>
                    <a:pt x="113" y="625"/>
                    <a:pt x="109" y="669"/>
                    <a:pt x="101" y="717"/>
                  </a:cubicBezTo>
                  <a:cubicBezTo>
                    <a:pt x="89" y="765"/>
                    <a:pt x="85" y="809"/>
                    <a:pt x="89" y="857"/>
                  </a:cubicBezTo>
                  <a:cubicBezTo>
                    <a:pt x="89" y="909"/>
                    <a:pt x="105" y="957"/>
                    <a:pt x="129" y="1001"/>
                  </a:cubicBezTo>
                  <a:cubicBezTo>
                    <a:pt x="153" y="1041"/>
                    <a:pt x="177" y="1073"/>
                    <a:pt x="197" y="1105"/>
                  </a:cubicBezTo>
                  <a:cubicBezTo>
                    <a:pt x="213" y="1133"/>
                    <a:pt x="229" y="1165"/>
                    <a:pt x="241" y="1197"/>
                  </a:cubicBezTo>
                  <a:cubicBezTo>
                    <a:pt x="257" y="1249"/>
                    <a:pt x="265" y="1301"/>
                    <a:pt x="265" y="1357"/>
                  </a:cubicBezTo>
                  <a:cubicBezTo>
                    <a:pt x="265" y="1377"/>
                    <a:pt x="261" y="1397"/>
                    <a:pt x="261" y="1417"/>
                  </a:cubicBezTo>
                  <a:lnTo>
                    <a:pt x="265" y="1417"/>
                  </a:lnTo>
                  <a:cubicBezTo>
                    <a:pt x="277" y="1397"/>
                    <a:pt x="285" y="1377"/>
                    <a:pt x="293" y="1357"/>
                  </a:cubicBezTo>
                  <a:cubicBezTo>
                    <a:pt x="317" y="1261"/>
                    <a:pt x="305" y="1157"/>
                    <a:pt x="257" y="1069"/>
                  </a:cubicBezTo>
                  <a:cubicBezTo>
                    <a:pt x="237" y="1029"/>
                    <a:pt x="213" y="997"/>
                    <a:pt x="193" y="961"/>
                  </a:cubicBezTo>
                  <a:cubicBezTo>
                    <a:pt x="169" y="929"/>
                    <a:pt x="153" y="889"/>
                    <a:pt x="149" y="849"/>
                  </a:cubicBezTo>
                  <a:cubicBezTo>
                    <a:pt x="141" y="805"/>
                    <a:pt x="137" y="761"/>
                    <a:pt x="137" y="717"/>
                  </a:cubicBezTo>
                  <a:cubicBezTo>
                    <a:pt x="137" y="669"/>
                    <a:pt x="137" y="625"/>
                    <a:pt x="137" y="577"/>
                  </a:cubicBezTo>
                  <a:cubicBezTo>
                    <a:pt x="141" y="533"/>
                    <a:pt x="145" y="489"/>
                    <a:pt x="149" y="445"/>
                  </a:cubicBezTo>
                  <a:cubicBezTo>
                    <a:pt x="153" y="401"/>
                    <a:pt x="157" y="357"/>
                    <a:pt x="153" y="317"/>
                  </a:cubicBezTo>
                  <a:cubicBezTo>
                    <a:pt x="149" y="277"/>
                    <a:pt x="145" y="237"/>
                    <a:pt x="133" y="201"/>
                  </a:cubicBezTo>
                  <a:cubicBezTo>
                    <a:pt x="117" y="145"/>
                    <a:pt x="89" y="93"/>
                    <a:pt x="53" y="45"/>
                  </a:cubicBezTo>
                  <a:cubicBezTo>
                    <a:pt x="41" y="29"/>
                    <a:pt x="25" y="13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2590357" y="1842265"/>
              <a:ext cx="230835" cy="50647"/>
            </a:xfrm>
            <a:custGeom>
              <a:avLst/>
              <a:gdLst/>
              <a:ahLst/>
              <a:cxnLst/>
              <a:rect l="l" t="t" r="r" b="b"/>
              <a:pathLst>
                <a:path w="1185" h="260" extrusionOk="0">
                  <a:moveTo>
                    <a:pt x="891" y="1"/>
                  </a:moveTo>
                  <a:cubicBezTo>
                    <a:pt x="866" y="1"/>
                    <a:pt x="841" y="3"/>
                    <a:pt x="817" y="9"/>
                  </a:cubicBezTo>
                  <a:cubicBezTo>
                    <a:pt x="741" y="25"/>
                    <a:pt x="665" y="49"/>
                    <a:pt x="589" y="81"/>
                  </a:cubicBezTo>
                  <a:cubicBezTo>
                    <a:pt x="553" y="97"/>
                    <a:pt x="517" y="113"/>
                    <a:pt x="481" y="129"/>
                  </a:cubicBezTo>
                  <a:cubicBezTo>
                    <a:pt x="465" y="137"/>
                    <a:pt x="449" y="145"/>
                    <a:pt x="433" y="149"/>
                  </a:cubicBezTo>
                  <a:cubicBezTo>
                    <a:pt x="417" y="157"/>
                    <a:pt x="401" y="161"/>
                    <a:pt x="381" y="165"/>
                  </a:cubicBezTo>
                  <a:cubicBezTo>
                    <a:pt x="321" y="181"/>
                    <a:pt x="257" y="193"/>
                    <a:pt x="193" y="197"/>
                  </a:cubicBezTo>
                  <a:lnTo>
                    <a:pt x="117" y="197"/>
                  </a:lnTo>
                  <a:cubicBezTo>
                    <a:pt x="93" y="193"/>
                    <a:pt x="73" y="189"/>
                    <a:pt x="57" y="189"/>
                  </a:cubicBezTo>
                  <a:cubicBezTo>
                    <a:pt x="41" y="189"/>
                    <a:pt x="29" y="189"/>
                    <a:pt x="17" y="185"/>
                  </a:cubicBezTo>
                  <a:lnTo>
                    <a:pt x="1" y="185"/>
                  </a:lnTo>
                  <a:lnTo>
                    <a:pt x="1" y="193"/>
                  </a:lnTo>
                  <a:cubicBezTo>
                    <a:pt x="17" y="201"/>
                    <a:pt x="33" y="209"/>
                    <a:pt x="49" y="217"/>
                  </a:cubicBezTo>
                  <a:cubicBezTo>
                    <a:pt x="97" y="237"/>
                    <a:pt x="145" y="253"/>
                    <a:pt x="193" y="257"/>
                  </a:cubicBezTo>
                  <a:cubicBezTo>
                    <a:pt x="209" y="259"/>
                    <a:pt x="226" y="260"/>
                    <a:pt x="243" y="260"/>
                  </a:cubicBezTo>
                  <a:cubicBezTo>
                    <a:pt x="260" y="260"/>
                    <a:pt x="277" y="259"/>
                    <a:pt x="293" y="257"/>
                  </a:cubicBezTo>
                  <a:cubicBezTo>
                    <a:pt x="329" y="253"/>
                    <a:pt x="369" y="245"/>
                    <a:pt x="405" y="233"/>
                  </a:cubicBezTo>
                  <a:cubicBezTo>
                    <a:pt x="421" y="225"/>
                    <a:pt x="441" y="221"/>
                    <a:pt x="457" y="209"/>
                  </a:cubicBezTo>
                  <a:cubicBezTo>
                    <a:pt x="477" y="201"/>
                    <a:pt x="493" y="193"/>
                    <a:pt x="513" y="181"/>
                  </a:cubicBezTo>
                  <a:cubicBezTo>
                    <a:pt x="549" y="165"/>
                    <a:pt x="581" y="137"/>
                    <a:pt x="613" y="113"/>
                  </a:cubicBezTo>
                  <a:cubicBezTo>
                    <a:pt x="641" y="89"/>
                    <a:pt x="677" y="73"/>
                    <a:pt x="713" y="57"/>
                  </a:cubicBezTo>
                  <a:cubicBezTo>
                    <a:pt x="740" y="48"/>
                    <a:pt x="767" y="43"/>
                    <a:pt x="794" y="43"/>
                  </a:cubicBezTo>
                  <a:cubicBezTo>
                    <a:pt x="803" y="43"/>
                    <a:pt x="812" y="44"/>
                    <a:pt x="821" y="45"/>
                  </a:cubicBezTo>
                  <a:cubicBezTo>
                    <a:pt x="857" y="49"/>
                    <a:pt x="889" y="53"/>
                    <a:pt x="921" y="61"/>
                  </a:cubicBezTo>
                  <a:cubicBezTo>
                    <a:pt x="949" y="69"/>
                    <a:pt x="981" y="77"/>
                    <a:pt x="1009" y="85"/>
                  </a:cubicBezTo>
                  <a:cubicBezTo>
                    <a:pt x="1053" y="97"/>
                    <a:pt x="1093" y="117"/>
                    <a:pt x="1133" y="137"/>
                  </a:cubicBezTo>
                  <a:cubicBezTo>
                    <a:pt x="1145" y="145"/>
                    <a:pt x="1157" y="153"/>
                    <a:pt x="1169" y="161"/>
                  </a:cubicBezTo>
                  <a:lnTo>
                    <a:pt x="1181" y="165"/>
                  </a:lnTo>
                  <a:lnTo>
                    <a:pt x="1185" y="161"/>
                  </a:lnTo>
                  <a:lnTo>
                    <a:pt x="1177" y="149"/>
                  </a:lnTo>
                  <a:cubicBezTo>
                    <a:pt x="1169" y="137"/>
                    <a:pt x="1161" y="125"/>
                    <a:pt x="1153" y="117"/>
                  </a:cubicBezTo>
                  <a:cubicBezTo>
                    <a:pt x="1137" y="101"/>
                    <a:pt x="1121" y="85"/>
                    <a:pt x="1101" y="73"/>
                  </a:cubicBezTo>
                  <a:cubicBezTo>
                    <a:pt x="1077" y="57"/>
                    <a:pt x="1053" y="41"/>
                    <a:pt x="1029" y="29"/>
                  </a:cubicBezTo>
                  <a:cubicBezTo>
                    <a:pt x="984" y="11"/>
                    <a:pt x="938" y="1"/>
                    <a:pt x="8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2429843" y="1549286"/>
              <a:ext cx="297845" cy="270574"/>
            </a:xfrm>
            <a:custGeom>
              <a:avLst/>
              <a:gdLst/>
              <a:ahLst/>
              <a:cxnLst/>
              <a:rect l="l" t="t" r="r" b="b"/>
              <a:pathLst>
                <a:path w="1529" h="1389" extrusionOk="0">
                  <a:moveTo>
                    <a:pt x="13" y="1"/>
                  </a:moveTo>
                  <a:lnTo>
                    <a:pt x="1" y="5"/>
                  </a:lnTo>
                  <a:lnTo>
                    <a:pt x="1" y="29"/>
                  </a:lnTo>
                  <a:cubicBezTo>
                    <a:pt x="1" y="53"/>
                    <a:pt x="5" y="77"/>
                    <a:pt x="5" y="101"/>
                  </a:cubicBezTo>
                  <a:cubicBezTo>
                    <a:pt x="17" y="181"/>
                    <a:pt x="45" y="261"/>
                    <a:pt x="89" y="333"/>
                  </a:cubicBezTo>
                  <a:cubicBezTo>
                    <a:pt x="117" y="377"/>
                    <a:pt x="153" y="421"/>
                    <a:pt x="189" y="465"/>
                  </a:cubicBezTo>
                  <a:cubicBezTo>
                    <a:pt x="233" y="505"/>
                    <a:pt x="281" y="545"/>
                    <a:pt x="333" y="581"/>
                  </a:cubicBezTo>
                  <a:cubicBezTo>
                    <a:pt x="385" y="613"/>
                    <a:pt x="441" y="649"/>
                    <a:pt x="497" y="681"/>
                  </a:cubicBezTo>
                  <a:lnTo>
                    <a:pt x="665" y="789"/>
                  </a:lnTo>
                  <a:cubicBezTo>
                    <a:pt x="721" y="821"/>
                    <a:pt x="777" y="857"/>
                    <a:pt x="837" y="889"/>
                  </a:cubicBezTo>
                  <a:cubicBezTo>
                    <a:pt x="893" y="921"/>
                    <a:pt x="949" y="949"/>
                    <a:pt x="1001" y="985"/>
                  </a:cubicBezTo>
                  <a:cubicBezTo>
                    <a:pt x="1093" y="1041"/>
                    <a:pt x="1185" y="1101"/>
                    <a:pt x="1277" y="1169"/>
                  </a:cubicBezTo>
                  <a:cubicBezTo>
                    <a:pt x="1353" y="1233"/>
                    <a:pt x="1413" y="1285"/>
                    <a:pt x="1457" y="1325"/>
                  </a:cubicBezTo>
                  <a:lnTo>
                    <a:pt x="1521" y="1389"/>
                  </a:lnTo>
                  <a:lnTo>
                    <a:pt x="1529" y="1385"/>
                  </a:lnTo>
                  <a:cubicBezTo>
                    <a:pt x="1529" y="1385"/>
                    <a:pt x="1513" y="1357"/>
                    <a:pt x="1477" y="1305"/>
                  </a:cubicBezTo>
                  <a:cubicBezTo>
                    <a:pt x="1429" y="1241"/>
                    <a:pt x="1377" y="1181"/>
                    <a:pt x="1317" y="1125"/>
                  </a:cubicBezTo>
                  <a:cubicBezTo>
                    <a:pt x="1277" y="1085"/>
                    <a:pt x="1233" y="1053"/>
                    <a:pt x="1189" y="1021"/>
                  </a:cubicBezTo>
                  <a:cubicBezTo>
                    <a:pt x="1141" y="981"/>
                    <a:pt x="1089" y="949"/>
                    <a:pt x="1037" y="921"/>
                  </a:cubicBezTo>
                  <a:cubicBezTo>
                    <a:pt x="981" y="889"/>
                    <a:pt x="925" y="861"/>
                    <a:pt x="865" y="833"/>
                  </a:cubicBezTo>
                  <a:cubicBezTo>
                    <a:pt x="805" y="805"/>
                    <a:pt x="745" y="777"/>
                    <a:pt x="685" y="749"/>
                  </a:cubicBezTo>
                  <a:cubicBezTo>
                    <a:pt x="625" y="725"/>
                    <a:pt x="565" y="693"/>
                    <a:pt x="509" y="661"/>
                  </a:cubicBezTo>
                  <a:cubicBezTo>
                    <a:pt x="453" y="629"/>
                    <a:pt x="405" y="589"/>
                    <a:pt x="357" y="545"/>
                  </a:cubicBezTo>
                  <a:cubicBezTo>
                    <a:pt x="317" y="505"/>
                    <a:pt x="277" y="465"/>
                    <a:pt x="237" y="417"/>
                  </a:cubicBezTo>
                  <a:cubicBezTo>
                    <a:pt x="205" y="381"/>
                    <a:pt x="173" y="337"/>
                    <a:pt x="141" y="297"/>
                  </a:cubicBezTo>
                  <a:cubicBezTo>
                    <a:pt x="117" y="261"/>
                    <a:pt x="93" y="221"/>
                    <a:pt x="77" y="185"/>
                  </a:cubicBezTo>
                  <a:cubicBezTo>
                    <a:pt x="57" y="149"/>
                    <a:pt x="45" y="117"/>
                    <a:pt x="37" y="89"/>
                  </a:cubicBezTo>
                  <a:cubicBezTo>
                    <a:pt x="29" y="69"/>
                    <a:pt x="21" y="49"/>
                    <a:pt x="17" y="25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2714249" y="1331110"/>
              <a:ext cx="173175" cy="335246"/>
            </a:xfrm>
            <a:custGeom>
              <a:avLst/>
              <a:gdLst/>
              <a:ahLst/>
              <a:cxnLst/>
              <a:rect l="l" t="t" r="r" b="b"/>
              <a:pathLst>
                <a:path w="889" h="1721" extrusionOk="0">
                  <a:moveTo>
                    <a:pt x="9" y="1"/>
                  </a:moveTo>
                  <a:lnTo>
                    <a:pt x="1" y="9"/>
                  </a:lnTo>
                  <a:lnTo>
                    <a:pt x="13" y="29"/>
                  </a:lnTo>
                  <a:cubicBezTo>
                    <a:pt x="17" y="45"/>
                    <a:pt x="29" y="65"/>
                    <a:pt x="37" y="89"/>
                  </a:cubicBezTo>
                  <a:cubicBezTo>
                    <a:pt x="65" y="157"/>
                    <a:pt x="81" y="233"/>
                    <a:pt x="89" y="305"/>
                  </a:cubicBezTo>
                  <a:cubicBezTo>
                    <a:pt x="97" y="397"/>
                    <a:pt x="89" y="509"/>
                    <a:pt x="109" y="629"/>
                  </a:cubicBezTo>
                  <a:cubicBezTo>
                    <a:pt x="117" y="689"/>
                    <a:pt x="129" y="753"/>
                    <a:pt x="145" y="813"/>
                  </a:cubicBezTo>
                  <a:cubicBezTo>
                    <a:pt x="149" y="845"/>
                    <a:pt x="157" y="877"/>
                    <a:pt x="165" y="905"/>
                  </a:cubicBezTo>
                  <a:cubicBezTo>
                    <a:pt x="173" y="937"/>
                    <a:pt x="181" y="969"/>
                    <a:pt x="189" y="1001"/>
                  </a:cubicBezTo>
                  <a:cubicBezTo>
                    <a:pt x="225" y="1121"/>
                    <a:pt x="285" y="1237"/>
                    <a:pt x="357" y="1341"/>
                  </a:cubicBezTo>
                  <a:cubicBezTo>
                    <a:pt x="393" y="1389"/>
                    <a:pt x="433" y="1433"/>
                    <a:pt x="473" y="1477"/>
                  </a:cubicBezTo>
                  <a:cubicBezTo>
                    <a:pt x="513" y="1513"/>
                    <a:pt x="553" y="1545"/>
                    <a:pt x="597" y="1577"/>
                  </a:cubicBezTo>
                  <a:cubicBezTo>
                    <a:pt x="657" y="1621"/>
                    <a:pt x="729" y="1661"/>
                    <a:pt x="801" y="1693"/>
                  </a:cubicBezTo>
                  <a:cubicBezTo>
                    <a:pt x="853" y="1709"/>
                    <a:pt x="885" y="1721"/>
                    <a:pt x="885" y="1721"/>
                  </a:cubicBezTo>
                  <a:lnTo>
                    <a:pt x="889" y="1713"/>
                  </a:lnTo>
                  <a:cubicBezTo>
                    <a:pt x="889" y="1713"/>
                    <a:pt x="861" y="1697"/>
                    <a:pt x="813" y="1669"/>
                  </a:cubicBezTo>
                  <a:cubicBezTo>
                    <a:pt x="793" y="1649"/>
                    <a:pt x="765" y="1633"/>
                    <a:pt x="733" y="1609"/>
                  </a:cubicBezTo>
                  <a:cubicBezTo>
                    <a:pt x="701" y="1585"/>
                    <a:pt x="669" y="1561"/>
                    <a:pt x="633" y="1529"/>
                  </a:cubicBezTo>
                  <a:cubicBezTo>
                    <a:pt x="613" y="1513"/>
                    <a:pt x="597" y="1497"/>
                    <a:pt x="581" y="1481"/>
                  </a:cubicBezTo>
                  <a:cubicBezTo>
                    <a:pt x="561" y="1461"/>
                    <a:pt x="541" y="1445"/>
                    <a:pt x="525" y="1425"/>
                  </a:cubicBezTo>
                  <a:cubicBezTo>
                    <a:pt x="489" y="1385"/>
                    <a:pt x="453" y="1341"/>
                    <a:pt x="417" y="1297"/>
                  </a:cubicBezTo>
                  <a:cubicBezTo>
                    <a:pt x="381" y="1249"/>
                    <a:pt x="345" y="1197"/>
                    <a:pt x="317" y="1145"/>
                  </a:cubicBezTo>
                  <a:cubicBezTo>
                    <a:pt x="301" y="1121"/>
                    <a:pt x="285" y="1093"/>
                    <a:pt x="269" y="1065"/>
                  </a:cubicBezTo>
                  <a:cubicBezTo>
                    <a:pt x="257" y="1037"/>
                    <a:pt x="241" y="1013"/>
                    <a:pt x="229" y="981"/>
                  </a:cubicBezTo>
                  <a:cubicBezTo>
                    <a:pt x="201" y="925"/>
                    <a:pt x="181" y="865"/>
                    <a:pt x="165" y="805"/>
                  </a:cubicBezTo>
                  <a:cubicBezTo>
                    <a:pt x="153" y="745"/>
                    <a:pt x="145" y="685"/>
                    <a:pt x="149" y="625"/>
                  </a:cubicBezTo>
                  <a:cubicBezTo>
                    <a:pt x="149" y="565"/>
                    <a:pt x="157" y="509"/>
                    <a:pt x="157" y="453"/>
                  </a:cubicBezTo>
                  <a:cubicBezTo>
                    <a:pt x="157" y="401"/>
                    <a:pt x="157" y="345"/>
                    <a:pt x="149" y="293"/>
                  </a:cubicBezTo>
                  <a:cubicBezTo>
                    <a:pt x="137" y="213"/>
                    <a:pt x="105" y="137"/>
                    <a:pt x="65" y="73"/>
                  </a:cubicBezTo>
                  <a:cubicBezTo>
                    <a:pt x="45" y="45"/>
                    <a:pt x="29" y="25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2633213" y="1459678"/>
              <a:ext cx="223043" cy="323559"/>
            </a:xfrm>
            <a:custGeom>
              <a:avLst/>
              <a:gdLst/>
              <a:ahLst/>
              <a:cxnLst/>
              <a:rect l="l" t="t" r="r" b="b"/>
              <a:pathLst>
                <a:path w="1145" h="1661" extrusionOk="0">
                  <a:moveTo>
                    <a:pt x="5" y="1"/>
                  </a:moveTo>
                  <a:lnTo>
                    <a:pt x="1" y="9"/>
                  </a:lnTo>
                  <a:lnTo>
                    <a:pt x="13" y="29"/>
                  </a:lnTo>
                  <a:cubicBezTo>
                    <a:pt x="29" y="45"/>
                    <a:pt x="41" y="61"/>
                    <a:pt x="53" y="77"/>
                  </a:cubicBezTo>
                  <a:cubicBezTo>
                    <a:pt x="69" y="101"/>
                    <a:pt x="89" y="129"/>
                    <a:pt x="109" y="161"/>
                  </a:cubicBezTo>
                  <a:cubicBezTo>
                    <a:pt x="125" y="197"/>
                    <a:pt x="145" y="237"/>
                    <a:pt x="165" y="277"/>
                  </a:cubicBezTo>
                  <a:cubicBezTo>
                    <a:pt x="185" y="321"/>
                    <a:pt x="205" y="369"/>
                    <a:pt x="225" y="421"/>
                  </a:cubicBezTo>
                  <a:lnTo>
                    <a:pt x="289" y="581"/>
                  </a:lnTo>
                  <a:cubicBezTo>
                    <a:pt x="313" y="637"/>
                    <a:pt x="333" y="697"/>
                    <a:pt x="353" y="761"/>
                  </a:cubicBezTo>
                  <a:cubicBezTo>
                    <a:pt x="373" y="821"/>
                    <a:pt x="393" y="881"/>
                    <a:pt x="413" y="945"/>
                  </a:cubicBezTo>
                  <a:cubicBezTo>
                    <a:pt x="437" y="1005"/>
                    <a:pt x="461" y="1069"/>
                    <a:pt x="493" y="1125"/>
                  </a:cubicBezTo>
                  <a:cubicBezTo>
                    <a:pt x="525" y="1181"/>
                    <a:pt x="561" y="1233"/>
                    <a:pt x="601" y="1285"/>
                  </a:cubicBezTo>
                  <a:cubicBezTo>
                    <a:pt x="637" y="1333"/>
                    <a:pt x="677" y="1377"/>
                    <a:pt x="721" y="1417"/>
                  </a:cubicBezTo>
                  <a:cubicBezTo>
                    <a:pt x="761" y="1453"/>
                    <a:pt x="801" y="1485"/>
                    <a:pt x="845" y="1517"/>
                  </a:cubicBezTo>
                  <a:cubicBezTo>
                    <a:pt x="885" y="1541"/>
                    <a:pt x="921" y="1565"/>
                    <a:pt x="961" y="1589"/>
                  </a:cubicBezTo>
                  <a:cubicBezTo>
                    <a:pt x="997" y="1605"/>
                    <a:pt x="1029" y="1621"/>
                    <a:pt x="1057" y="1633"/>
                  </a:cubicBezTo>
                  <a:cubicBezTo>
                    <a:pt x="1109" y="1653"/>
                    <a:pt x="1141" y="1661"/>
                    <a:pt x="1141" y="1661"/>
                  </a:cubicBezTo>
                  <a:lnTo>
                    <a:pt x="1145" y="1657"/>
                  </a:lnTo>
                  <a:lnTo>
                    <a:pt x="1125" y="1645"/>
                  </a:lnTo>
                  <a:cubicBezTo>
                    <a:pt x="1113" y="1637"/>
                    <a:pt x="1093" y="1625"/>
                    <a:pt x="1069" y="1609"/>
                  </a:cubicBezTo>
                  <a:cubicBezTo>
                    <a:pt x="1045" y="1593"/>
                    <a:pt x="1017" y="1573"/>
                    <a:pt x="985" y="1549"/>
                  </a:cubicBezTo>
                  <a:cubicBezTo>
                    <a:pt x="953" y="1525"/>
                    <a:pt x="921" y="1501"/>
                    <a:pt x="885" y="1469"/>
                  </a:cubicBezTo>
                  <a:cubicBezTo>
                    <a:pt x="801" y="1397"/>
                    <a:pt x="725" y="1321"/>
                    <a:pt x="657" y="1237"/>
                  </a:cubicBezTo>
                  <a:cubicBezTo>
                    <a:pt x="617" y="1193"/>
                    <a:pt x="581" y="1141"/>
                    <a:pt x="545" y="1093"/>
                  </a:cubicBezTo>
                  <a:cubicBezTo>
                    <a:pt x="509" y="1041"/>
                    <a:pt x="477" y="985"/>
                    <a:pt x="445" y="929"/>
                  </a:cubicBezTo>
                  <a:cubicBezTo>
                    <a:pt x="417" y="873"/>
                    <a:pt x="393" y="813"/>
                    <a:pt x="373" y="753"/>
                  </a:cubicBezTo>
                  <a:cubicBezTo>
                    <a:pt x="353" y="693"/>
                    <a:pt x="337" y="633"/>
                    <a:pt x="321" y="569"/>
                  </a:cubicBezTo>
                  <a:cubicBezTo>
                    <a:pt x="309" y="509"/>
                    <a:pt x="297" y="453"/>
                    <a:pt x="277" y="401"/>
                  </a:cubicBezTo>
                  <a:cubicBezTo>
                    <a:pt x="261" y="349"/>
                    <a:pt x="241" y="297"/>
                    <a:pt x="217" y="253"/>
                  </a:cubicBezTo>
                  <a:cubicBezTo>
                    <a:pt x="193" y="213"/>
                    <a:pt x="169" y="173"/>
                    <a:pt x="145" y="137"/>
                  </a:cubicBezTo>
                  <a:cubicBezTo>
                    <a:pt x="121" y="109"/>
                    <a:pt x="97" y="81"/>
                    <a:pt x="73" y="57"/>
                  </a:cubicBezTo>
                  <a:cubicBezTo>
                    <a:pt x="57" y="41"/>
                    <a:pt x="41" y="29"/>
                    <a:pt x="21" y="17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2961254" y="1349616"/>
              <a:ext cx="96035" cy="427386"/>
            </a:xfrm>
            <a:custGeom>
              <a:avLst/>
              <a:gdLst/>
              <a:ahLst/>
              <a:cxnLst/>
              <a:rect l="l" t="t" r="r" b="b"/>
              <a:pathLst>
                <a:path w="493" h="2194" extrusionOk="0">
                  <a:moveTo>
                    <a:pt x="362" y="1"/>
                  </a:moveTo>
                  <a:cubicBezTo>
                    <a:pt x="325" y="1"/>
                    <a:pt x="286" y="9"/>
                    <a:pt x="253" y="22"/>
                  </a:cubicBezTo>
                  <a:cubicBezTo>
                    <a:pt x="225" y="34"/>
                    <a:pt x="201" y="54"/>
                    <a:pt x="185" y="78"/>
                  </a:cubicBezTo>
                  <a:cubicBezTo>
                    <a:pt x="169" y="106"/>
                    <a:pt x="157" y="134"/>
                    <a:pt x="149" y="162"/>
                  </a:cubicBezTo>
                  <a:cubicBezTo>
                    <a:pt x="137" y="222"/>
                    <a:pt x="121" y="282"/>
                    <a:pt x="105" y="350"/>
                  </a:cubicBezTo>
                  <a:cubicBezTo>
                    <a:pt x="93" y="414"/>
                    <a:pt x="81" y="486"/>
                    <a:pt x="77" y="562"/>
                  </a:cubicBezTo>
                  <a:cubicBezTo>
                    <a:pt x="69" y="634"/>
                    <a:pt x="65" y="710"/>
                    <a:pt x="57" y="790"/>
                  </a:cubicBezTo>
                  <a:cubicBezTo>
                    <a:pt x="53" y="870"/>
                    <a:pt x="53" y="946"/>
                    <a:pt x="57" y="1026"/>
                  </a:cubicBezTo>
                  <a:cubicBezTo>
                    <a:pt x="65" y="1186"/>
                    <a:pt x="93" y="1342"/>
                    <a:pt x="81" y="1482"/>
                  </a:cubicBezTo>
                  <a:cubicBezTo>
                    <a:pt x="73" y="1550"/>
                    <a:pt x="61" y="1618"/>
                    <a:pt x="45" y="1682"/>
                  </a:cubicBezTo>
                  <a:cubicBezTo>
                    <a:pt x="25" y="1746"/>
                    <a:pt x="13" y="1810"/>
                    <a:pt x="9" y="1874"/>
                  </a:cubicBezTo>
                  <a:cubicBezTo>
                    <a:pt x="1" y="1930"/>
                    <a:pt x="9" y="1990"/>
                    <a:pt x="33" y="2042"/>
                  </a:cubicBezTo>
                  <a:cubicBezTo>
                    <a:pt x="49" y="2082"/>
                    <a:pt x="73" y="2122"/>
                    <a:pt x="105" y="2150"/>
                  </a:cubicBezTo>
                  <a:cubicBezTo>
                    <a:pt x="129" y="2170"/>
                    <a:pt x="153" y="2182"/>
                    <a:pt x="181" y="2190"/>
                  </a:cubicBezTo>
                  <a:cubicBezTo>
                    <a:pt x="189" y="2190"/>
                    <a:pt x="201" y="2194"/>
                    <a:pt x="209" y="2194"/>
                  </a:cubicBezTo>
                  <a:lnTo>
                    <a:pt x="209" y="2186"/>
                  </a:lnTo>
                  <a:cubicBezTo>
                    <a:pt x="177" y="2174"/>
                    <a:pt x="145" y="2158"/>
                    <a:pt x="125" y="2130"/>
                  </a:cubicBezTo>
                  <a:cubicBezTo>
                    <a:pt x="101" y="2102"/>
                    <a:pt x="81" y="2066"/>
                    <a:pt x="73" y="2026"/>
                  </a:cubicBezTo>
                  <a:cubicBezTo>
                    <a:pt x="57" y="1978"/>
                    <a:pt x="57" y="1926"/>
                    <a:pt x="65" y="1878"/>
                  </a:cubicBezTo>
                  <a:cubicBezTo>
                    <a:pt x="77" y="1818"/>
                    <a:pt x="93" y="1758"/>
                    <a:pt x="113" y="1698"/>
                  </a:cubicBezTo>
                  <a:cubicBezTo>
                    <a:pt x="133" y="1630"/>
                    <a:pt x="145" y="1554"/>
                    <a:pt x="149" y="1482"/>
                  </a:cubicBezTo>
                  <a:cubicBezTo>
                    <a:pt x="153" y="1406"/>
                    <a:pt x="145" y="1326"/>
                    <a:pt x="133" y="1250"/>
                  </a:cubicBezTo>
                  <a:cubicBezTo>
                    <a:pt x="125" y="1174"/>
                    <a:pt x="109" y="1098"/>
                    <a:pt x="97" y="1018"/>
                  </a:cubicBezTo>
                  <a:cubicBezTo>
                    <a:pt x="81" y="942"/>
                    <a:pt x="77" y="866"/>
                    <a:pt x="81" y="786"/>
                  </a:cubicBezTo>
                  <a:cubicBezTo>
                    <a:pt x="85" y="714"/>
                    <a:pt x="93" y="638"/>
                    <a:pt x="113" y="566"/>
                  </a:cubicBezTo>
                  <a:cubicBezTo>
                    <a:pt x="125" y="494"/>
                    <a:pt x="145" y="426"/>
                    <a:pt x="161" y="358"/>
                  </a:cubicBezTo>
                  <a:cubicBezTo>
                    <a:pt x="177" y="294"/>
                    <a:pt x="193" y="234"/>
                    <a:pt x="205" y="174"/>
                  </a:cubicBezTo>
                  <a:cubicBezTo>
                    <a:pt x="209" y="126"/>
                    <a:pt x="233" y="86"/>
                    <a:pt x="273" y="58"/>
                  </a:cubicBezTo>
                  <a:cubicBezTo>
                    <a:pt x="305" y="42"/>
                    <a:pt x="345" y="30"/>
                    <a:pt x="381" y="26"/>
                  </a:cubicBezTo>
                  <a:lnTo>
                    <a:pt x="489" y="26"/>
                  </a:lnTo>
                  <a:lnTo>
                    <a:pt x="493" y="22"/>
                  </a:lnTo>
                  <a:lnTo>
                    <a:pt x="465" y="14"/>
                  </a:lnTo>
                  <a:cubicBezTo>
                    <a:pt x="437" y="6"/>
                    <a:pt x="409" y="2"/>
                    <a:pt x="385" y="2"/>
                  </a:cubicBezTo>
                  <a:cubicBezTo>
                    <a:pt x="377" y="1"/>
                    <a:pt x="370" y="1"/>
                    <a:pt x="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072679" y="1526105"/>
              <a:ext cx="288495" cy="261808"/>
            </a:xfrm>
            <a:custGeom>
              <a:avLst/>
              <a:gdLst/>
              <a:ahLst/>
              <a:cxnLst/>
              <a:rect l="l" t="t" r="r" b="b"/>
              <a:pathLst>
                <a:path w="1481" h="1344" extrusionOk="0">
                  <a:moveTo>
                    <a:pt x="1311" y="1"/>
                  </a:moveTo>
                  <a:cubicBezTo>
                    <a:pt x="1301" y="1"/>
                    <a:pt x="1291" y="2"/>
                    <a:pt x="1281" y="4"/>
                  </a:cubicBezTo>
                  <a:cubicBezTo>
                    <a:pt x="1233" y="4"/>
                    <a:pt x="1185" y="12"/>
                    <a:pt x="1141" y="20"/>
                  </a:cubicBezTo>
                  <a:cubicBezTo>
                    <a:pt x="1085" y="32"/>
                    <a:pt x="1029" y="48"/>
                    <a:pt x="981" y="72"/>
                  </a:cubicBezTo>
                  <a:cubicBezTo>
                    <a:pt x="921" y="96"/>
                    <a:pt x="869" y="124"/>
                    <a:pt x="817" y="156"/>
                  </a:cubicBezTo>
                  <a:cubicBezTo>
                    <a:pt x="761" y="188"/>
                    <a:pt x="705" y="224"/>
                    <a:pt x="645" y="256"/>
                  </a:cubicBezTo>
                  <a:cubicBezTo>
                    <a:pt x="617" y="276"/>
                    <a:pt x="589" y="288"/>
                    <a:pt x="557" y="308"/>
                  </a:cubicBezTo>
                  <a:cubicBezTo>
                    <a:pt x="525" y="324"/>
                    <a:pt x="497" y="348"/>
                    <a:pt x="477" y="380"/>
                  </a:cubicBezTo>
                  <a:cubicBezTo>
                    <a:pt x="449" y="444"/>
                    <a:pt x="425" y="508"/>
                    <a:pt x="405" y="572"/>
                  </a:cubicBezTo>
                  <a:cubicBezTo>
                    <a:pt x="385" y="636"/>
                    <a:pt x="361" y="696"/>
                    <a:pt x="333" y="752"/>
                  </a:cubicBezTo>
                  <a:cubicBezTo>
                    <a:pt x="281" y="868"/>
                    <a:pt x="229" y="972"/>
                    <a:pt x="181" y="1056"/>
                  </a:cubicBezTo>
                  <a:cubicBezTo>
                    <a:pt x="129" y="1144"/>
                    <a:pt x="85" y="1212"/>
                    <a:pt x="53" y="1264"/>
                  </a:cubicBezTo>
                  <a:lnTo>
                    <a:pt x="1" y="1340"/>
                  </a:lnTo>
                  <a:lnTo>
                    <a:pt x="9" y="1344"/>
                  </a:lnTo>
                  <a:cubicBezTo>
                    <a:pt x="9" y="1344"/>
                    <a:pt x="33" y="1324"/>
                    <a:pt x="77" y="1280"/>
                  </a:cubicBezTo>
                  <a:cubicBezTo>
                    <a:pt x="97" y="1260"/>
                    <a:pt x="121" y="1232"/>
                    <a:pt x="149" y="1200"/>
                  </a:cubicBezTo>
                  <a:cubicBezTo>
                    <a:pt x="181" y="1164"/>
                    <a:pt x="209" y="1128"/>
                    <a:pt x="233" y="1088"/>
                  </a:cubicBezTo>
                  <a:cubicBezTo>
                    <a:pt x="265" y="1044"/>
                    <a:pt x="297" y="996"/>
                    <a:pt x="325" y="948"/>
                  </a:cubicBezTo>
                  <a:cubicBezTo>
                    <a:pt x="353" y="896"/>
                    <a:pt x="381" y="840"/>
                    <a:pt x="405" y="784"/>
                  </a:cubicBezTo>
                  <a:cubicBezTo>
                    <a:pt x="429" y="720"/>
                    <a:pt x="449" y="656"/>
                    <a:pt x="465" y="592"/>
                  </a:cubicBezTo>
                  <a:cubicBezTo>
                    <a:pt x="477" y="560"/>
                    <a:pt x="481" y="528"/>
                    <a:pt x="489" y="492"/>
                  </a:cubicBezTo>
                  <a:cubicBezTo>
                    <a:pt x="493" y="460"/>
                    <a:pt x="501" y="432"/>
                    <a:pt x="517" y="400"/>
                  </a:cubicBezTo>
                  <a:cubicBezTo>
                    <a:pt x="541" y="344"/>
                    <a:pt x="605" y="312"/>
                    <a:pt x="661" y="276"/>
                  </a:cubicBezTo>
                  <a:cubicBezTo>
                    <a:pt x="717" y="244"/>
                    <a:pt x="773" y="216"/>
                    <a:pt x="837" y="192"/>
                  </a:cubicBezTo>
                  <a:cubicBezTo>
                    <a:pt x="893" y="164"/>
                    <a:pt x="953" y="148"/>
                    <a:pt x="1005" y="128"/>
                  </a:cubicBezTo>
                  <a:cubicBezTo>
                    <a:pt x="1053" y="108"/>
                    <a:pt x="1105" y="92"/>
                    <a:pt x="1153" y="76"/>
                  </a:cubicBezTo>
                  <a:cubicBezTo>
                    <a:pt x="1229" y="56"/>
                    <a:pt x="1309" y="40"/>
                    <a:pt x="1389" y="36"/>
                  </a:cubicBezTo>
                  <a:lnTo>
                    <a:pt x="1481" y="36"/>
                  </a:lnTo>
                  <a:lnTo>
                    <a:pt x="1481" y="28"/>
                  </a:lnTo>
                  <a:lnTo>
                    <a:pt x="1457" y="24"/>
                  </a:lnTo>
                  <a:cubicBezTo>
                    <a:pt x="1437" y="16"/>
                    <a:pt x="1413" y="12"/>
                    <a:pt x="1389" y="8"/>
                  </a:cubicBezTo>
                  <a:cubicBezTo>
                    <a:pt x="1373" y="4"/>
                    <a:pt x="1357" y="4"/>
                    <a:pt x="1341" y="4"/>
                  </a:cubicBezTo>
                  <a:cubicBezTo>
                    <a:pt x="1331" y="2"/>
                    <a:pt x="1321" y="1"/>
                    <a:pt x="1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008785" y="1559805"/>
              <a:ext cx="99931" cy="242912"/>
            </a:xfrm>
            <a:custGeom>
              <a:avLst/>
              <a:gdLst/>
              <a:ahLst/>
              <a:cxnLst/>
              <a:rect l="l" t="t" r="r" b="b"/>
              <a:pathLst>
                <a:path w="513" h="1247" extrusionOk="0">
                  <a:moveTo>
                    <a:pt x="479" y="0"/>
                  </a:moveTo>
                  <a:cubicBezTo>
                    <a:pt x="468" y="0"/>
                    <a:pt x="457" y="2"/>
                    <a:pt x="445" y="7"/>
                  </a:cubicBezTo>
                  <a:cubicBezTo>
                    <a:pt x="425" y="19"/>
                    <a:pt x="401" y="31"/>
                    <a:pt x="381" y="47"/>
                  </a:cubicBezTo>
                  <a:cubicBezTo>
                    <a:pt x="357" y="59"/>
                    <a:pt x="333" y="79"/>
                    <a:pt x="305" y="99"/>
                  </a:cubicBezTo>
                  <a:cubicBezTo>
                    <a:pt x="273" y="123"/>
                    <a:pt x="245" y="147"/>
                    <a:pt x="217" y="175"/>
                  </a:cubicBezTo>
                  <a:cubicBezTo>
                    <a:pt x="189" y="207"/>
                    <a:pt x="161" y="239"/>
                    <a:pt x="137" y="275"/>
                  </a:cubicBezTo>
                  <a:cubicBezTo>
                    <a:pt x="85" y="347"/>
                    <a:pt x="45" y="435"/>
                    <a:pt x="25" y="523"/>
                  </a:cubicBezTo>
                  <a:cubicBezTo>
                    <a:pt x="13" y="615"/>
                    <a:pt x="5" y="703"/>
                    <a:pt x="5" y="795"/>
                  </a:cubicBezTo>
                  <a:cubicBezTo>
                    <a:pt x="1" y="875"/>
                    <a:pt x="1" y="955"/>
                    <a:pt x="9" y="1035"/>
                  </a:cubicBezTo>
                  <a:cubicBezTo>
                    <a:pt x="13" y="1091"/>
                    <a:pt x="33" y="1147"/>
                    <a:pt x="57" y="1199"/>
                  </a:cubicBezTo>
                  <a:cubicBezTo>
                    <a:pt x="69" y="1219"/>
                    <a:pt x="85" y="1235"/>
                    <a:pt x="97" y="1247"/>
                  </a:cubicBezTo>
                  <a:lnTo>
                    <a:pt x="105" y="1247"/>
                  </a:lnTo>
                  <a:cubicBezTo>
                    <a:pt x="97" y="1227"/>
                    <a:pt x="89" y="1207"/>
                    <a:pt x="85" y="1187"/>
                  </a:cubicBezTo>
                  <a:cubicBezTo>
                    <a:pt x="77" y="1163"/>
                    <a:pt x="73" y="1143"/>
                    <a:pt x="73" y="1119"/>
                  </a:cubicBezTo>
                  <a:cubicBezTo>
                    <a:pt x="69" y="1091"/>
                    <a:pt x="69" y="1063"/>
                    <a:pt x="69" y="1027"/>
                  </a:cubicBezTo>
                  <a:cubicBezTo>
                    <a:pt x="69" y="959"/>
                    <a:pt x="77" y="879"/>
                    <a:pt x="73" y="795"/>
                  </a:cubicBezTo>
                  <a:cubicBezTo>
                    <a:pt x="73" y="751"/>
                    <a:pt x="69" y="707"/>
                    <a:pt x="69" y="663"/>
                  </a:cubicBezTo>
                  <a:cubicBezTo>
                    <a:pt x="69" y="615"/>
                    <a:pt x="61" y="571"/>
                    <a:pt x="61" y="527"/>
                  </a:cubicBezTo>
                  <a:cubicBezTo>
                    <a:pt x="61" y="483"/>
                    <a:pt x="69" y="439"/>
                    <a:pt x="89" y="399"/>
                  </a:cubicBezTo>
                  <a:cubicBezTo>
                    <a:pt x="105" y="359"/>
                    <a:pt x="133" y="323"/>
                    <a:pt x="165" y="295"/>
                  </a:cubicBezTo>
                  <a:cubicBezTo>
                    <a:pt x="197" y="267"/>
                    <a:pt x="229" y="243"/>
                    <a:pt x="261" y="215"/>
                  </a:cubicBezTo>
                  <a:lnTo>
                    <a:pt x="341" y="143"/>
                  </a:lnTo>
                  <a:lnTo>
                    <a:pt x="461" y="31"/>
                  </a:lnTo>
                  <a:cubicBezTo>
                    <a:pt x="469" y="19"/>
                    <a:pt x="481" y="15"/>
                    <a:pt x="497" y="15"/>
                  </a:cubicBezTo>
                  <a:cubicBezTo>
                    <a:pt x="501" y="15"/>
                    <a:pt x="505" y="15"/>
                    <a:pt x="509" y="19"/>
                  </a:cubicBezTo>
                  <a:lnTo>
                    <a:pt x="513" y="19"/>
                  </a:lnTo>
                  <a:cubicBezTo>
                    <a:pt x="513" y="19"/>
                    <a:pt x="513" y="11"/>
                    <a:pt x="501" y="3"/>
                  </a:cubicBezTo>
                  <a:cubicBezTo>
                    <a:pt x="494" y="1"/>
                    <a:pt x="487" y="0"/>
                    <a:pt x="4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106185" y="1719151"/>
              <a:ext cx="559653" cy="142007"/>
            </a:xfrm>
            <a:custGeom>
              <a:avLst/>
              <a:gdLst/>
              <a:ahLst/>
              <a:cxnLst/>
              <a:rect l="l" t="t" r="r" b="b"/>
              <a:pathLst>
                <a:path w="2873" h="729" extrusionOk="0">
                  <a:moveTo>
                    <a:pt x="2865" y="1"/>
                  </a:moveTo>
                  <a:lnTo>
                    <a:pt x="2749" y="61"/>
                  </a:lnTo>
                  <a:cubicBezTo>
                    <a:pt x="2645" y="117"/>
                    <a:pt x="2541" y="165"/>
                    <a:pt x="2437" y="209"/>
                  </a:cubicBezTo>
                  <a:cubicBezTo>
                    <a:pt x="2365" y="241"/>
                    <a:pt x="2293" y="261"/>
                    <a:pt x="2221" y="281"/>
                  </a:cubicBezTo>
                  <a:cubicBezTo>
                    <a:pt x="2137" y="301"/>
                    <a:pt x="2053" y="309"/>
                    <a:pt x="1969" y="309"/>
                  </a:cubicBezTo>
                  <a:cubicBezTo>
                    <a:pt x="1877" y="305"/>
                    <a:pt x="1785" y="293"/>
                    <a:pt x="1693" y="273"/>
                  </a:cubicBezTo>
                  <a:cubicBezTo>
                    <a:pt x="1601" y="257"/>
                    <a:pt x="1505" y="241"/>
                    <a:pt x="1409" y="229"/>
                  </a:cubicBezTo>
                  <a:cubicBezTo>
                    <a:pt x="1337" y="220"/>
                    <a:pt x="1265" y="215"/>
                    <a:pt x="1191" y="215"/>
                  </a:cubicBezTo>
                  <a:cubicBezTo>
                    <a:pt x="1167" y="215"/>
                    <a:pt x="1142" y="216"/>
                    <a:pt x="1117" y="217"/>
                  </a:cubicBezTo>
                  <a:cubicBezTo>
                    <a:pt x="1025" y="225"/>
                    <a:pt x="933" y="233"/>
                    <a:pt x="837" y="249"/>
                  </a:cubicBezTo>
                  <a:cubicBezTo>
                    <a:pt x="753" y="265"/>
                    <a:pt x="665" y="289"/>
                    <a:pt x="581" y="317"/>
                  </a:cubicBezTo>
                  <a:cubicBezTo>
                    <a:pt x="509" y="341"/>
                    <a:pt x="433" y="373"/>
                    <a:pt x="365" y="405"/>
                  </a:cubicBezTo>
                  <a:cubicBezTo>
                    <a:pt x="301" y="437"/>
                    <a:pt x="245" y="469"/>
                    <a:pt x="193" y="509"/>
                  </a:cubicBezTo>
                  <a:cubicBezTo>
                    <a:pt x="149" y="541"/>
                    <a:pt x="109" y="577"/>
                    <a:pt x="77" y="617"/>
                  </a:cubicBezTo>
                  <a:cubicBezTo>
                    <a:pt x="57" y="641"/>
                    <a:pt x="37" y="669"/>
                    <a:pt x="17" y="697"/>
                  </a:cubicBezTo>
                  <a:lnTo>
                    <a:pt x="1" y="725"/>
                  </a:lnTo>
                  <a:lnTo>
                    <a:pt x="5" y="729"/>
                  </a:lnTo>
                  <a:lnTo>
                    <a:pt x="29" y="705"/>
                  </a:lnTo>
                  <a:cubicBezTo>
                    <a:pt x="49" y="681"/>
                    <a:pt x="73" y="657"/>
                    <a:pt x="97" y="633"/>
                  </a:cubicBezTo>
                  <a:cubicBezTo>
                    <a:pt x="133" y="601"/>
                    <a:pt x="173" y="573"/>
                    <a:pt x="217" y="549"/>
                  </a:cubicBezTo>
                  <a:cubicBezTo>
                    <a:pt x="273" y="513"/>
                    <a:pt x="329" y="485"/>
                    <a:pt x="389" y="461"/>
                  </a:cubicBezTo>
                  <a:cubicBezTo>
                    <a:pt x="453" y="433"/>
                    <a:pt x="525" y="409"/>
                    <a:pt x="605" y="385"/>
                  </a:cubicBezTo>
                  <a:cubicBezTo>
                    <a:pt x="685" y="361"/>
                    <a:pt x="769" y="341"/>
                    <a:pt x="853" y="321"/>
                  </a:cubicBezTo>
                  <a:cubicBezTo>
                    <a:pt x="945" y="301"/>
                    <a:pt x="1033" y="289"/>
                    <a:pt x="1125" y="281"/>
                  </a:cubicBezTo>
                  <a:cubicBezTo>
                    <a:pt x="1197" y="272"/>
                    <a:pt x="1267" y="267"/>
                    <a:pt x="1338" y="267"/>
                  </a:cubicBezTo>
                  <a:cubicBezTo>
                    <a:pt x="1361" y="267"/>
                    <a:pt x="1385" y="268"/>
                    <a:pt x="1409" y="269"/>
                  </a:cubicBezTo>
                  <a:cubicBezTo>
                    <a:pt x="1505" y="269"/>
                    <a:pt x="1601" y="277"/>
                    <a:pt x="1693" y="297"/>
                  </a:cubicBezTo>
                  <a:cubicBezTo>
                    <a:pt x="1785" y="313"/>
                    <a:pt x="1877" y="333"/>
                    <a:pt x="1969" y="345"/>
                  </a:cubicBezTo>
                  <a:cubicBezTo>
                    <a:pt x="2010" y="350"/>
                    <a:pt x="2051" y="353"/>
                    <a:pt x="2093" y="353"/>
                  </a:cubicBezTo>
                  <a:cubicBezTo>
                    <a:pt x="2141" y="353"/>
                    <a:pt x="2190" y="349"/>
                    <a:pt x="2237" y="341"/>
                  </a:cubicBezTo>
                  <a:cubicBezTo>
                    <a:pt x="2313" y="325"/>
                    <a:pt x="2389" y="297"/>
                    <a:pt x="2461" y="265"/>
                  </a:cubicBezTo>
                  <a:cubicBezTo>
                    <a:pt x="2525" y="237"/>
                    <a:pt x="2581" y="205"/>
                    <a:pt x="2641" y="169"/>
                  </a:cubicBezTo>
                  <a:cubicBezTo>
                    <a:pt x="2689" y="141"/>
                    <a:pt x="2733" y="113"/>
                    <a:pt x="2765" y="85"/>
                  </a:cubicBezTo>
                  <a:cubicBezTo>
                    <a:pt x="2837" y="37"/>
                    <a:pt x="2873" y="9"/>
                    <a:pt x="2873" y="9"/>
                  </a:cubicBezTo>
                  <a:lnTo>
                    <a:pt x="28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3157611" y="1892134"/>
              <a:ext cx="401478" cy="89607"/>
            </a:xfrm>
            <a:custGeom>
              <a:avLst/>
              <a:gdLst/>
              <a:ahLst/>
              <a:cxnLst/>
              <a:rect l="l" t="t" r="r" b="b"/>
              <a:pathLst>
                <a:path w="2061" h="460" extrusionOk="0">
                  <a:moveTo>
                    <a:pt x="857" y="1"/>
                  </a:moveTo>
                  <a:cubicBezTo>
                    <a:pt x="789" y="1"/>
                    <a:pt x="721" y="5"/>
                    <a:pt x="653" y="17"/>
                  </a:cubicBezTo>
                  <a:cubicBezTo>
                    <a:pt x="593" y="25"/>
                    <a:pt x="529" y="37"/>
                    <a:pt x="469" y="53"/>
                  </a:cubicBezTo>
                  <a:cubicBezTo>
                    <a:pt x="413" y="69"/>
                    <a:pt x="357" y="85"/>
                    <a:pt x="305" y="105"/>
                  </a:cubicBezTo>
                  <a:cubicBezTo>
                    <a:pt x="229" y="137"/>
                    <a:pt x="153" y="177"/>
                    <a:pt x="77" y="221"/>
                  </a:cubicBezTo>
                  <a:cubicBezTo>
                    <a:pt x="29" y="253"/>
                    <a:pt x="1" y="273"/>
                    <a:pt x="1" y="273"/>
                  </a:cubicBezTo>
                  <a:lnTo>
                    <a:pt x="5" y="281"/>
                  </a:lnTo>
                  <a:lnTo>
                    <a:pt x="25" y="273"/>
                  </a:lnTo>
                  <a:cubicBezTo>
                    <a:pt x="41" y="265"/>
                    <a:pt x="65" y="257"/>
                    <a:pt x="93" y="245"/>
                  </a:cubicBezTo>
                  <a:cubicBezTo>
                    <a:pt x="117" y="233"/>
                    <a:pt x="153" y="221"/>
                    <a:pt x="193" y="209"/>
                  </a:cubicBezTo>
                  <a:cubicBezTo>
                    <a:pt x="233" y="193"/>
                    <a:pt x="277" y="177"/>
                    <a:pt x="325" y="165"/>
                  </a:cubicBezTo>
                  <a:cubicBezTo>
                    <a:pt x="373" y="149"/>
                    <a:pt x="425" y="133"/>
                    <a:pt x="485" y="121"/>
                  </a:cubicBezTo>
                  <a:cubicBezTo>
                    <a:pt x="541" y="109"/>
                    <a:pt x="601" y="97"/>
                    <a:pt x="665" y="85"/>
                  </a:cubicBezTo>
                  <a:cubicBezTo>
                    <a:pt x="729" y="73"/>
                    <a:pt x="793" y="65"/>
                    <a:pt x="857" y="61"/>
                  </a:cubicBezTo>
                  <a:cubicBezTo>
                    <a:pt x="925" y="57"/>
                    <a:pt x="993" y="53"/>
                    <a:pt x="1061" y="53"/>
                  </a:cubicBezTo>
                  <a:cubicBezTo>
                    <a:pt x="1129" y="53"/>
                    <a:pt x="1197" y="57"/>
                    <a:pt x="1265" y="73"/>
                  </a:cubicBezTo>
                  <a:cubicBezTo>
                    <a:pt x="1329" y="85"/>
                    <a:pt x="1389" y="109"/>
                    <a:pt x="1445" y="145"/>
                  </a:cubicBezTo>
                  <a:cubicBezTo>
                    <a:pt x="1493" y="181"/>
                    <a:pt x="1541" y="221"/>
                    <a:pt x="1589" y="261"/>
                  </a:cubicBezTo>
                  <a:cubicBezTo>
                    <a:pt x="1629" y="297"/>
                    <a:pt x="1673" y="333"/>
                    <a:pt x="1721" y="365"/>
                  </a:cubicBezTo>
                  <a:cubicBezTo>
                    <a:pt x="1793" y="417"/>
                    <a:pt x="1873" y="449"/>
                    <a:pt x="1961" y="457"/>
                  </a:cubicBezTo>
                  <a:cubicBezTo>
                    <a:pt x="1973" y="459"/>
                    <a:pt x="1985" y="460"/>
                    <a:pt x="1997" y="460"/>
                  </a:cubicBezTo>
                  <a:cubicBezTo>
                    <a:pt x="2009" y="460"/>
                    <a:pt x="2021" y="459"/>
                    <a:pt x="2033" y="457"/>
                  </a:cubicBezTo>
                  <a:lnTo>
                    <a:pt x="2061" y="453"/>
                  </a:lnTo>
                  <a:lnTo>
                    <a:pt x="2061" y="441"/>
                  </a:lnTo>
                  <a:lnTo>
                    <a:pt x="2033" y="441"/>
                  </a:lnTo>
                  <a:cubicBezTo>
                    <a:pt x="2013" y="441"/>
                    <a:pt x="1989" y="437"/>
                    <a:pt x="1969" y="429"/>
                  </a:cubicBezTo>
                  <a:cubicBezTo>
                    <a:pt x="1893" y="405"/>
                    <a:pt x="1821" y="369"/>
                    <a:pt x="1757" y="317"/>
                  </a:cubicBezTo>
                  <a:cubicBezTo>
                    <a:pt x="1717" y="285"/>
                    <a:pt x="1677" y="249"/>
                    <a:pt x="1625" y="213"/>
                  </a:cubicBezTo>
                  <a:cubicBezTo>
                    <a:pt x="1577" y="173"/>
                    <a:pt x="1521" y="141"/>
                    <a:pt x="1465" y="113"/>
                  </a:cubicBezTo>
                  <a:cubicBezTo>
                    <a:pt x="1401" y="85"/>
                    <a:pt x="1337" y="65"/>
                    <a:pt x="1269" y="49"/>
                  </a:cubicBezTo>
                  <a:cubicBezTo>
                    <a:pt x="1205" y="37"/>
                    <a:pt x="1133" y="25"/>
                    <a:pt x="1065" y="13"/>
                  </a:cubicBezTo>
                  <a:cubicBezTo>
                    <a:pt x="997" y="5"/>
                    <a:pt x="925" y="1"/>
                    <a:pt x="8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3108522" y="1827071"/>
              <a:ext cx="273690" cy="81620"/>
            </a:xfrm>
            <a:custGeom>
              <a:avLst/>
              <a:gdLst/>
              <a:ahLst/>
              <a:cxnLst/>
              <a:rect l="l" t="t" r="r" b="b"/>
              <a:pathLst>
                <a:path w="1405" h="419" extrusionOk="0">
                  <a:moveTo>
                    <a:pt x="1007" y="0"/>
                  </a:moveTo>
                  <a:cubicBezTo>
                    <a:pt x="988" y="0"/>
                    <a:pt x="969" y="1"/>
                    <a:pt x="949" y="3"/>
                  </a:cubicBezTo>
                  <a:cubicBezTo>
                    <a:pt x="905" y="7"/>
                    <a:pt x="857" y="7"/>
                    <a:pt x="809" y="11"/>
                  </a:cubicBezTo>
                  <a:lnTo>
                    <a:pt x="661" y="11"/>
                  </a:lnTo>
                  <a:cubicBezTo>
                    <a:pt x="652" y="10"/>
                    <a:pt x="643" y="10"/>
                    <a:pt x="634" y="10"/>
                  </a:cubicBezTo>
                  <a:cubicBezTo>
                    <a:pt x="592" y="10"/>
                    <a:pt x="552" y="17"/>
                    <a:pt x="513" y="27"/>
                  </a:cubicBezTo>
                  <a:cubicBezTo>
                    <a:pt x="465" y="39"/>
                    <a:pt x="417" y="59"/>
                    <a:pt x="373" y="83"/>
                  </a:cubicBezTo>
                  <a:cubicBezTo>
                    <a:pt x="337" y="107"/>
                    <a:pt x="297" y="135"/>
                    <a:pt x="265" y="163"/>
                  </a:cubicBezTo>
                  <a:cubicBezTo>
                    <a:pt x="233" y="191"/>
                    <a:pt x="201" y="215"/>
                    <a:pt x="173" y="243"/>
                  </a:cubicBezTo>
                  <a:cubicBezTo>
                    <a:pt x="121" y="291"/>
                    <a:pt x="77" y="331"/>
                    <a:pt x="45" y="363"/>
                  </a:cubicBezTo>
                  <a:cubicBezTo>
                    <a:pt x="17" y="395"/>
                    <a:pt x="1" y="415"/>
                    <a:pt x="1" y="415"/>
                  </a:cubicBezTo>
                  <a:lnTo>
                    <a:pt x="5" y="419"/>
                  </a:lnTo>
                  <a:cubicBezTo>
                    <a:pt x="5" y="419"/>
                    <a:pt x="25" y="407"/>
                    <a:pt x="61" y="387"/>
                  </a:cubicBezTo>
                  <a:cubicBezTo>
                    <a:pt x="101" y="363"/>
                    <a:pt x="153" y="331"/>
                    <a:pt x="213" y="291"/>
                  </a:cubicBezTo>
                  <a:cubicBezTo>
                    <a:pt x="273" y="251"/>
                    <a:pt x="341" y="195"/>
                    <a:pt x="413" y="147"/>
                  </a:cubicBezTo>
                  <a:cubicBezTo>
                    <a:pt x="449" y="119"/>
                    <a:pt x="489" y="99"/>
                    <a:pt x="529" y="87"/>
                  </a:cubicBezTo>
                  <a:cubicBezTo>
                    <a:pt x="573" y="71"/>
                    <a:pt x="621" y="59"/>
                    <a:pt x="665" y="47"/>
                  </a:cubicBezTo>
                  <a:cubicBezTo>
                    <a:pt x="723" y="37"/>
                    <a:pt x="781" y="32"/>
                    <a:pt x="838" y="32"/>
                  </a:cubicBezTo>
                  <a:cubicBezTo>
                    <a:pt x="876" y="32"/>
                    <a:pt x="913" y="34"/>
                    <a:pt x="949" y="39"/>
                  </a:cubicBezTo>
                  <a:cubicBezTo>
                    <a:pt x="993" y="47"/>
                    <a:pt x="1033" y="55"/>
                    <a:pt x="1077" y="67"/>
                  </a:cubicBezTo>
                  <a:cubicBezTo>
                    <a:pt x="1109" y="75"/>
                    <a:pt x="1145" y="87"/>
                    <a:pt x="1181" y="103"/>
                  </a:cubicBezTo>
                  <a:cubicBezTo>
                    <a:pt x="1209" y="115"/>
                    <a:pt x="1237" y="135"/>
                    <a:pt x="1265" y="147"/>
                  </a:cubicBezTo>
                  <a:cubicBezTo>
                    <a:pt x="1285" y="163"/>
                    <a:pt x="1309" y="175"/>
                    <a:pt x="1337" y="183"/>
                  </a:cubicBezTo>
                  <a:cubicBezTo>
                    <a:pt x="1357" y="191"/>
                    <a:pt x="1381" y="195"/>
                    <a:pt x="1405" y="199"/>
                  </a:cubicBezTo>
                  <a:lnTo>
                    <a:pt x="1405" y="187"/>
                  </a:lnTo>
                  <a:lnTo>
                    <a:pt x="1389" y="179"/>
                  </a:lnTo>
                  <a:cubicBezTo>
                    <a:pt x="1373" y="175"/>
                    <a:pt x="1361" y="167"/>
                    <a:pt x="1349" y="155"/>
                  </a:cubicBezTo>
                  <a:cubicBezTo>
                    <a:pt x="1333" y="143"/>
                    <a:pt x="1313" y="127"/>
                    <a:pt x="1289" y="107"/>
                  </a:cubicBezTo>
                  <a:cubicBezTo>
                    <a:pt x="1261" y="87"/>
                    <a:pt x="1233" y="67"/>
                    <a:pt x="1205" y="47"/>
                  </a:cubicBezTo>
                  <a:cubicBezTo>
                    <a:pt x="1169" y="27"/>
                    <a:pt x="1129" y="15"/>
                    <a:pt x="1085" y="7"/>
                  </a:cubicBezTo>
                  <a:cubicBezTo>
                    <a:pt x="1059" y="2"/>
                    <a:pt x="1033" y="0"/>
                    <a:pt x="10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3003331" y="1514612"/>
              <a:ext cx="173954" cy="318299"/>
            </a:xfrm>
            <a:custGeom>
              <a:avLst/>
              <a:gdLst/>
              <a:ahLst/>
              <a:cxnLst/>
              <a:rect l="l" t="t" r="r" b="b"/>
              <a:pathLst>
                <a:path w="893" h="1634" extrusionOk="0">
                  <a:moveTo>
                    <a:pt x="756" y="0"/>
                  </a:moveTo>
                  <a:cubicBezTo>
                    <a:pt x="735" y="0"/>
                    <a:pt x="714" y="7"/>
                    <a:pt x="697" y="19"/>
                  </a:cubicBezTo>
                  <a:cubicBezTo>
                    <a:pt x="665" y="43"/>
                    <a:pt x="645" y="79"/>
                    <a:pt x="641" y="119"/>
                  </a:cubicBezTo>
                  <a:cubicBezTo>
                    <a:pt x="641" y="175"/>
                    <a:pt x="645" y="227"/>
                    <a:pt x="653" y="279"/>
                  </a:cubicBezTo>
                  <a:cubicBezTo>
                    <a:pt x="653" y="319"/>
                    <a:pt x="645" y="359"/>
                    <a:pt x="637" y="395"/>
                  </a:cubicBezTo>
                  <a:cubicBezTo>
                    <a:pt x="629" y="415"/>
                    <a:pt x="621" y="439"/>
                    <a:pt x="609" y="459"/>
                  </a:cubicBezTo>
                  <a:cubicBezTo>
                    <a:pt x="569" y="495"/>
                    <a:pt x="533" y="527"/>
                    <a:pt x="493" y="563"/>
                  </a:cubicBezTo>
                  <a:cubicBezTo>
                    <a:pt x="433" y="611"/>
                    <a:pt x="373" y="663"/>
                    <a:pt x="321" y="719"/>
                  </a:cubicBezTo>
                  <a:cubicBezTo>
                    <a:pt x="269" y="775"/>
                    <a:pt x="229" y="839"/>
                    <a:pt x="201" y="911"/>
                  </a:cubicBezTo>
                  <a:cubicBezTo>
                    <a:pt x="153" y="1055"/>
                    <a:pt x="165" y="1195"/>
                    <a:pt x="153" y="1307"/>
                  </a:cubicBezTo>
                  <a:cubicBezTo>
                    <a:pt x="149" y="1355"/>
                    <a:pt x="137" y="1403"/>
                    <a:pt x="125" y="1451"/>
                  </a:cubicBezTo>
                  <a:cubicBezTo>
                    <a:pt x="113" y="1491"/>
                    <a:pt x="97" y="1523"/>
                    <a:pt x="73" y="1555"/>
                  </a:cubicBezTo>
                  <a:cubicBezTo>
                    <a:pt x="61" y="1575"/>
                    <a:pt x="41" y="1595"/>
                    <a:pt x="25" y="1611"/>
                  </a:cubicBezTo>
                  <a:lnTo>
                    <a:pt x="1" y="1627"/>
                  </a:lnTo>
                  <a:cubicBezTo>
                    <a:pt x="1" y="1631"/>
                    <a:pt x="1" y="1631"/>
                    <a:pt x="1" y="1631"/>
                  </a:cubicBezTo>
                  <a:cubicBezTo>
                    <a:pt x="3" y="1633"/>
                    <a:pt x="4" y="1634"/>
                    <a:pt x="4" y="1634"/>
                  </a:cubicBezTo>
                  <a:cubicBezTo>
                    <a:pt x="5" y="1634"/>
                    <a:pt x="5" y="1633"/>
                    <a:pt x="5" y="1631"/>
                  </a:cubicBezTo>
                  <a:lnTo>
                    <a:pt x="33" y="1623"/>
                  </a:lnTo>
                  <a:cubicBezTo>
                    <a:pt x="57" y="1607"/>
                    <a:pt x="77" y="1591"/>
                    <a:pt x="97" y="1571"/>
                  </a:cubicBezTo>
                  <a:cubicBezTo>
                    <a:pt x="161" y="1499"/>
                    <a:pt x="201" y="1407"/>
                    <a:pt x="213" y="1307"/>
                  </a:cubicBezTo>
                  <a:cubicBezTo>
                    <a:pt x="221" y="1247"/>
                    <a:pt x="221" y="1183"/>
                    <a:pt x="225" y="1123"/>
                  </a:cubicBezTo>
                  <a:cubicBezTo>
                    <a:pt x="221" y="1055"/>
                    <a:pt x="225" y="987"/>
                    <a:pt x="237" y="923"/>
                  </a:cubicBezTo>
                  <a:cubicBezTo>
                    <a:pt x="253" y="851"/>
                    <a:pt x="285" y="783"/>
                    <a:pt x="337" y="731"/>
                  </a:cubicBezTo>
                  <a:cubicBezTo>
                    <a:pt x="389" y="679"/>
                    <a:pt x="449" y="631"/>
                    <a:pt x="513" y="591"/>
                  </a:cubicBezTo>
                  <a:cubicBezTo>
                    <a:pt x="581" y="551"/>
                    <a:pt x="641" y="503"/>
                    <a:pt x="701" y="455"/>
                  </a:cubicBezTo>
                  <a:cubicBezTo>
                    <a:pt x="761" y="403"/>
                    <a:pt x="809" y="339"/>
                    <a:pt x="845" y="267"/>
                  </a:cubicBezTo>
                  <a:cubicBezTo>
                    <a:pt x="873" y="199"/>
                    <a:pt x="893" y="103"/>
                    <a:pt x="829" y="31"/>
                  </a:cubicBezTo>
                  <a:cubicBezTo>
                    <a:pt x="809" y="11"/>
                    <a:pt x="782" y="0"/>
                    <a:pt x="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3050082" y="1659543"/>
              <a:ext cx="230835" cy="217978"/>
            </a:xfrm>
            <a:custGeom>
              <a:avLst/>
              <a:gdLst/>
              <a:ahLst/>
              <a:cxnLst/>
              <a:rect l="l" t="t" r="r" b="b"/>
              <a:pathLst>
                <a:path w="1185" h="1119" extrusionOk="0">
                  <a:moveTo>
                    <a:pt x="1094" y="0"/>
                  </a:moveTo>
                  <a:cubicBezTo>
                    <a:pt x="1066" y="0"/>
                    <a:pt x="1039" y="12"/>
                    <a:pt x="1017" y="31"/>
                  </a:cubicBezTo>
                  <a:cubicBezTo>
                    <a:pt x="997" y="43"/>
                    <a:pt x="977" y="63"/>
                    <a:pt x="961" y="79"/>
                  </a:cubicBezTo>
                  <a:cubicBezTo>
                    <a:pt x="953" y="91"/>
                    <a:pt x="945" y="99"/>
                    <a:pt x="937" y="111"/>
                  </a:cubicBezTo>
                  <a:cubicBezTo>
                    <a:pt x="933" y="119"/>
                    <a:pt x="929" y="131"/>
                    <a:pt x="925" y="143"/>
                  </a:cubicBezTo>
                  <a:cubicBezTo>
                    <a:pt x="909" y="179"/>
                    <a:pt x="901" y="215"/>
                    <a:pt x="889" y="239"/>
                  </a:cubicBezTo>
                  <a:cubicBezTo>
                    <a:pt x="885" y="247"/>
                    <a:pt x="881" y="255"/>
                    <a:pt x="877" y="263"/>
                  </a:cubicBezTo>
                  <a:lnTo>
                    <a:pt x="841" y="275"/>
                  </a:lnTo>
                  <a:cubicBezTo>
                    <a:pt x="781" y="291"/>
                    <a:pt x="713" y="299"/>
                    <a:pt x="649" y="323"/>
                  </a:cubicBezTo>
                  <a:cubicBezTo>
                    <a:pt x="585" y="343"/>
                    <a:pt x="525" y="379"/>
                    <a:pt x="477" y="427"/>
                  </a:cubicBezTo>
                  <a:cubicBezTo>
                    <a:pt x="433" y="475"/>
                    <a:pt x="397" y="527"/>
                    <a:pt x="361" y="579"/>
                  </a:cubicBezTo>
                  <a:cubicBezTo>
                    <a:pt x="329" y="635"/>
                    <a:pt x="297" y="683"/>
                    <a:pt x="273" y="735"/>
                  </a:cubicBezTo>
                  <a:cubicBezTo>
                    <a:pt x="245" y="783"/>
                    <a:pt x="221" y="835"/>
                    <a:pt x="201" y="875"/>
                  </a:cubicBezTo>
                  <a:cubicBezTo>
                    <a:pt x="169" y="943"/>
                    <a:pt x="125" y="1007"/>
                    <a:pt x="73" y="1063"/>
                  </a:cubicBezTo>
                  <a:cubicBezTo>
                    <a:pt x="57" y="1079"/>
                    <a:pt x="41" y="1091"/>
                    <a:pt x="21" y="1103"/>
                  </a:cubicBezTo>
                  <a:lnTo>
                    <a:pt x="1" y="1111"/>
                  </a:lnTo>
                  <a:cubicBezTo>
                    <a:pt x="1" y="1115"/>
                    <a:pt x="1" y="1115"/>
                    <a:pt x="1" y="1115"/>
                  </a:cubicBezTo>
                  <a:cubicBezTo>
                    <a:pt x="1" y="1115"/>
                    <a:pt x="5" y="1119"/>
                    <a:pt x="5" y="1119"/>
                  </a:cubicBezTo>
                  <a:lnTo>
                    <a:pt x="29" y="1115"/>
                  </a:lnTo>
                  <a:cubicBezTo>
                    <a:pt x="53" y="1107"/>
                    <a:pt x="73" y="1099"/>
                    <a:pt x="93" y="1087"/>
                  </a:cubicBezTo>
                  <a:cubicBezTo>
                    <a:pt x="161" y="1039"/>
                    <a:pt x="217" y="975"/>
                    <a:pt x="253" y="903"/>
                  </a:cubicBezTo>
                  <a:cubicBezTo>
                    <a:pt x="277" y="859"/>
                    <a:pt x="305" y="811"/>
                    <a:pt x="329" y="759"/>
                  </a:cubicBezTo>
                  <a:cubicBezTo>
                    <a:pt x="353" y="711"/>
                    <a:pt x="373" y="655"/>
                    <a:pt x="397" y="599"/>
                  </a:cubicBezTo>
                  <a:cubicBezTo>
                    <a:pt x="421" y="539"/>
                    <a:pt x="453" y="487"/>
                    <a:pt x="497" y="443"/>
                  </a:cubicBezTo>
                  <a:cubicBezTo>
                    <a:pt x="545" y="399"/>
                    <a:pt x="601" y="371"/>
                    <a:pt x="665" y="359"/>
                  </a:cubicBezTo>
                  <a:cubicBezTo>
                    <a:pt x="729" y="347"/>
                    <a:pt x="793" y="347"/>
                    <a:pt x="857" y="335"/>
                  </a:cubicBezTo>
                  <a:cubicBezTo>
                    <a:pt x="925" y="327"/>
                    <a:pt x="989" y="303"/>
                    <a:pt x="1049" y="267"/>
                  </a:cubicBezTo>
                  <a:cubicBezTo>
                    <a:pt x="1077" y="247"/>
                    <a:pt x="1101" y="223"/>
                    <a:pt x="1121" y="199"/>
                  </a:cubicBezTo>
                  <a:cubicBezTo>
                    <a:pt x="1145" y="175"/>
                    <a:pt x="1161" y="143"/>
                    <a:pt x="1173" y="111"/>
                  </a:cubicBezTo>
                  <a:cubicBezTo>
                    <a:pt x="1185" y="67"/>
                    <a:pt x="1161" y="19"/>
                    <a:pt x="1117" y="3"/>
                  </a:cubicBezTo>
                  <a:cubicBezTo>
                    <a:pt x="1109" y="1"/>
                    <a:pt x="1102" y="0"/>
                    <a:pt x="10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029823" y="1796877"/>
              <a:ext cx="237069" cy="134800"/>
            </a:xfrm>
            <a:custGeom>
              <a:avLst/>
              <a:gdLst/>
              <a:ahLst/>
              <a:cxnLst/>
              <a:rect l="l" t="t" r="r" b="b"/>
              <a:pathLst>
                <a:path w="1217" h="692" extrusionOk="0">
                  <a:moveTo>
                    <a:pt x="1048" y="0"/>
                  </a:moveTo>
                  <a:cubicBezTo>
                    <a:pt x="1040" y="0"/>
                    <a:pt x="1032" y="1"/>
                    <a:pt x="1025" y="2"/>
                  </a:cubicBezTo>
                  <a:cubicBezTo>
                    <a:pt x="965" y="10"/>
                    <a:pt x="909" y="30"/>
                    <a:pt x="857" y="58"/>
                  </a:cubicBezTo>
                  <a:cubicBezTo>
                    <a:pt x="805" y="82"/>
                    <a:pt x="757" y="110"/>
                    <a:pt x="705" y="142"/>
                  </a:cubicBezTo>
                  <a:cubicBezTo>
                    <a:pt x="657" y="174"/>
                    <a:pt x="609" y="210"/>
                    <a:pt x="565" y="246"/>
                  </a:cubicBezTo>
                  <a:cubicBezTo>
                    <a:pt x="521" y="282"/>
                    <a:pt x="481" y="326"/>
                    <a:pt x="449" y="370"/>
                  </a:cubicBezTo>
                  <a:cubicBezTo>
                    <a:pt x="421" y="414"/>
                    <a:pt x="389" y="454"/>
                    <a:pt x="357" y="490"/>
                  </a:cubicBezTo>
                  <a:cubicBezTo>
                    <a:pt x="329" y="522"/>
                    <a:pt x="297" y="550"/>
                    <a:pt x="261" y="578"/>
                  </a:cubicBezTo>
                  <a:cubicBezTo>
                    <a:pt x="205" y="614"/>
                    <a:pt x="145" y="642"/>
                    <a:pt x="81" y="662"/>
                  </a:cubicBezTo>
                  <a:cubicBezTo>
                    <a:pt x="61" y="666"/>
                    <a:pt x="45" y="670"/>
                    <a:pt x="25" y="674"/>
                  </a:cubicBezTo>
                  <a:lnTo>
                    <a:pt x="5" y="678"/>
                  </a:lnTo>
                  <a:cubicBezTo>
                    <a:pt x="5" y="678"/>
                    <a:pt x="1" y="682"/>
                    <a:pt x="1" y="682"/>
                  </a:cubicBezTo>
                  <a:cubicBezTo>
                    <a:pt x="1" y="682"/>
                    <a:pt x="1" y="686"/>
                    <a:pt x="5" y="686"/>
                  </a:cubicBezTo>
                  <a:cubicBezTo>
                    <a:pt x="25" y="689"/>
                    <a:pt x="42" y="692"/>
                    <a:pt x="61" y="692"/>
                  </a:cubicBezTo>
                  <a:cubicBezTo>
                    <a:pt x="69" y="692"/>
                    <a:pt x="77" y="691"/>
                    <a:pt x="85" y="690"/>
                  </a:cubicBezTo>
                  <a:cubicBezTo>
                    <a:pt x="161" y="686"/>
                    <a:pt x="229" y="662"/>
                    <a:pt x="293" y="626"/>
                  </a:cubicBezTo>
                  <a:cubicBezTo>
                    <a:pt x="333" y="602"/>
                    <a:pt x="373" y="566"/>
                    <a:pt x="401" y="530"/>
                  </a:cubicBezTo>
                  <a:cubicBezTo>
                    <a:pt x="433" y="486"/>
                    <a:pt x="461" y="438"/>
                    <a:pt x="481" y="390"/>
                  </a:cubicBezTo>
                  <a:cubicBezTo>
                    <a:pt x="505" y="342"/>
                    <a:pt x="537" y="298"/>
                    <a:pt x="577" y="262"/>
                  </a:cubicBezTo>
                  <a:cubicBezTo>
                    <a:pt x="621" y="226"/>
                    <a:pt x="669" y="198"/>
                    <a:pt x="721" y="178"/>
                  </a:cubicBezTo>
                  <a:lnTo>
                    <a:pt x="881" y="110"/>
                  </a:lnTo>
                  <a:lnTo>
                    <a:pt x="917" y="98"/>
                  </a:lnTo>
                  <a:cubicBezTo>
                    <a:pt x="929" y="102"/>
                    <a:pt x="937" y="110"/>
                    <a:pt x="945" y="118"/>
                  </a:cubicBezTo>
                  <a:cubicBezTo>
                    <a:pt x="961" y="130"/>
                    <a:pt x="973" y="158"/>
                    <a:pt x="1001" y="190"/>
                  </a:cubicBezTo>
                  <a:cubicBezTo>
                    <a:pt x="1026" y="218"/>
                    <a:pt x="1060" y="234"/>
                    <a:pt x="1097" y="234"/>
                  </a:cubicBezTo>
                  <a:cubicBezTo>
                    <a:pt x="1108" y="234"/>
                    <a:pt x="1118" y="233"/>
                    <a:pt x="1129" y="230"/>
                  </a:cubicBezTo>
                  <a:cubicBezTo>
                    <a:pt x="1145" y="230"/>
                    <a:pt x="1161" y="222"/>
                    <a:pt x="1173" y="214"/>
                  </a:cubicBezTo>
                  <a:cubicBezTo>
                    <a:pt x="1181" y="206"/>
                    <a:pt x="1185" y="202"/>
                    <a:pt x="1189" y="194"/>
                  </a:cubicBezTo>
                  <a:lnTo>
                    <a:pt x="1193" y="190"/>
                  </a:lnTo>
                  <a:lnTo>
                    <a:pt x="1197" y="186"/>
                  </a:lnTo>
                  <a:cubicBezTo>
                    <a:pt x="1201" y="182"/>
                    <a:pt x="1201" y="178"/>
                    <a:pt x="1205" y="174"/>
                  </a:cubicBezTo>
                  <a:cubicBezTo>
                    <a:pt x="1217" y="142"/>
                    <a:pt x="1213" y="102"/>
                    <a:pt x="1197" y="74"/>
                  </a:cubicBezTo>
                  <a:cubicBezTo>
                    <a:pt x="1177" y="42"/>
                    <a:pt x="1149" y="22"/>
                    <a:pt x="1117" y="10"/>
                  </a:cubicBezTo>
                  <a:cubicBezTo>
                    <a:pt x="1093" y="4"/>
                    <a:pt x="1070" y="0"/>
                    <a:pt x="1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2942554" y="1670841"/>
              <a:ext cx="183304" cy="260249"/>
            </a:xfrm>
            <a:custGeom>
              <a:avLst/>
              <a:gdLst/>
              <a:ahLst/>
              <a:cxnLst/>
              <a:rect l="l" t="t" r="r" b="b"/>
              <a:pathLst>
                <a:path w="941" h="1336" extrusionOk="0">
                  <a:moveTo>
                    <a:pt x="839" y="0"/>
                  </a:moveTo>
                  <a:cubicBezTo>
                    <a:pt x="808" y="0"/>
                    <a:pt x="777" y="11"/>
                    <a:pt x="753" y="29"/>
                  </a:cubicBezTo>
                  <a:cubicBezTo>
                    <a:pt x="705" y="77"/>
                    <a:pt x="681" y="141"/>
                    <a:pt x="681" y="205"/>
                  </a:cubicBezTo>
                  <a:cubicBezTo>
                    <a:pt x="665" y="325"/>
                    <a:pt x="637" y="441"/>
                    <a:pt x="593" y="553"/>
                  </a:cubicBezTo>
                  <a:cubicBezTo>
                    <a:pt x="573" y="609"/>
                    <a:pt x="549" y="665"/>
                    <a:pt x="521" y="721"/>
                  </a:cubicBezTo>
                  <a:cubicBezTo>
                    <a:pt x="497" y="777"/>
                    <a:pt x="465" y="825"/>
                    <a:pt x="429" y="873"/>
                  </a:cubicBezTo>
                  <a:cubicBezTo>
                    <a:pt x="393" y="917"/>
                    <a:pt x="353" y="957"/>
                    <a:pt x="313" y="993"/>
                  </a:cubicBezTo>
                  <a:lnTo>
                    <a:pt x="209" y="1101"/>
                  </a:lnTo>
                  <a:cubicBezTo>
                    <a:pt x="145" y="1165"/>
                    <a:pt x="93" y="1221"/>
                    <a:pt x="57" y="1265"/>
                  </a:cubicBezTo>
                  <a:cubicBezTo>
                    <a:pt x="21" y="1305"/>
                    <a:pt x="1" y="1329"/>
                    <a:pt x="1" y="1329"/>
                  </a:cubicBezTo>
                  <a:lnTo>
                    <a:pt x="1" y="1333"/>
                  </a:lnTo>
                  <a:cubicBezTo>
                    <a:pt x="1" y="1335"/>
                    <a:pt x="2" y="1336"/>
                    <a:pt x="3" y="1336"/>
                  </a:cubicBezTo>
                  <a:cubicBezTo>
                    <a:pt x="4" y="1336"/>
                    <a:pt x="5" y="1335"/>
                    <a:pt x="5" y="1333"/>
                  </a:cubicBezTo>
                  <a:cubicBezTo>
                    <a:pt x="89" y="1273"/>
                    <a:pt x="173" y="1209"/>
                    <a:pt x="253" y="1141"/>
                  </a:cubicBezTo>
                  <a:cubicBezTo>
                    <a:pt x="289" y="1109"/>
                    <a:pt x="325" y="1069"/>
                    <a:pt x="357" y="1033"/>
                  </a:cubicBezTo>
                  <a:cubicBezTo>
                    <a:pt x="397" y="989"/>
                    <a:pt x="429" y="941"/>
                    <a:pt x="457" y="893"/>
                  </a:cubicBezTo>
                  <a:cubicBezTo>
                    <a:pt x="493" y="841"/>
                    <a:pt x="509" y="785"/>
                    <a:pt x="541" y="733"/>
                  </a:cubicBezTo>
                  <a:cubicBezTo>
                    <a:pt x="569" y="677"/>
                    <a:pt x="601" y="621"/>
                    <a:pt x="629" y="565"/>
                  </a:cubicBezTo>
                  <a:cubicBezTo>
                    <a:pt x="661" y="509"/>
                    <a:pt x="685" y="453"/>
                    <a:pt x="709" y="393"/>
                  </a:cubicBezTo>
                  <a:cubicBezTo>
                    <a:pt x="717" y="365"/>
                    <a:pt x="729" y="333"/>
                    <a:pt x="737" y="301"/>
                  </a:cubicBezTo>
                  <a:cubicBezTo>
                    <a:pt x="737" y="301"/>
                    <a:pt x="737" y="297"/>
                    <a:pt x="741" y="293"/>
                  </a:cubicBezTo>
                  <a:cubicBezTo>
                    <a:pt x="753" y="277"/>
                    <a:pt x="769" y="265"/>
                    <a:pt x="785" y="253"/>
                  </a:cubicBezTo>
                  <a:cubicBezTo>
                    <a:pt x="809" y="241"/>
                    <a:pt x="833" y="229"/>
                    <a:pt x="873" y="205"/>
                  </a:cubicBezTo>
                  <a:cubicBezTo>
                    <a:pt x="889" y="193"/>
                    <a:pt x="905" y="173"/>
                    <a:pt x="917" y="153"/>
                  </a:cubicBezTo>
                  <a:cubicBezTo>
                    <a:pt x="937" y="129"/>
                    <a:pt x="941" y="97"/>
                    <a:pt x="933" y="69"/>
                  </a:cubicBezTo>
                  <a:cubicBezTo>
                    <a:pt x="921" y="33"/>
                    <a:pt x="889" y="5"/>
                    <a:pt x="853" y="1"/>
                  </a:cubicBezTo>
                  <a:cubicBezTo>
                    <a:pt x="848" y="0"/>
                    <a:pt x="844" y="0"/>
                    <a:pt x="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2917619" y="1549481"/>
              <a:ext cx="61751" cy="288300"/>
            </a:xfrm>
            <a:custGeom>
              <a:avLst/>
              <a:gdLst/>
              <a:ahLst/>
              <a:cxnLst/>
              <a:rect l="l" t="t" r="r" b="b"/>
              <a:pathLst>
                <a:path w="317" h="1480" extrusionOk="0">
                  <a:moveTo>
                    <a:pt x="228" y="1"/>
                  </a:moveTo>
                  <a:cubicBezTo>
                    <a:pt x="221" y="1"/>
                    <a:pt x="213" y="2"/>
                    <a:pt x="205" y="4"/>
                  </a:cubicBezTo>
                  <a:cubicBezTo>
                    <a:pt x="177" y="12"/>
                    <a:pt x="153" y="24"/>
                    <a:pt x="137" y="48"/>
                  </a:cubicBezTo>
                  <a:cubicBezTo>
                    <a:pt x="129" y="60"/>
                    <a:pt x="121" y="72"/>
                    <a:pt x="121" y="84"/>
                  </a:cubicBezTo>
                  <a:cubicBezTo>
                    <a:pt x="121" y="88"/>
                    <a:pt x="121" y="92"/>
                    <a:pt x="121" y="96"/>
                  </a:cubicBezTo>
                  <a:lnTo>
                    <a:pt x="121" y="104"/>
                  </a:lnTo>
                  <a:lnTo>
                    <a:pt x="121" y="124"/>
                  </a:lnTo>
                  <a:cubicBezTo>
                    <a:pt x="121" y="144"/>
                    <a:pt x="125" y="168"/>
                    <a:pt x="137" y="188"/>
                  </a:cubicBezTo>
                  <a:cubicBezTo>
                    <a:pt x="153" y="228"/>
                    <a:pt x="181" y="256"/>
                    <a:pt x="193" y="288"/>
                  </a:cubicBezTo>
                  <a:cubicBezTo>
                    <a:pt x="205" y="308"/>
                    <a:pt x="213" y="328"/>
                    <a:pt x="213" y="348"/>
                  </a:cubicBezTo>
                  <a:cubicBezTo>
                    <a:pt x="209" y="372"/>
                    <a:pt x="201" y="396"/>
                    <a:pt x="193" y="416"/>
                  </a:cubicBezTo>
                  <a:cubicBezTo>
                    <a:pt x="153" y="536"/>
                    <a:pt x="105" y="656"/>
                    <a:pt x="65" y="776"/>
                  </a:cubicBezTo>
                  <a:cubicBezTo>
                    <a:pt x="45" y="840"/>
                    <a:pt x="29" y="900"/>
                    <a:pt x="17" y="964"/>
                  </a:cubicBezTo>
                  <a:cubicBezTo>
                    <a:pt x="5" y="1028"/>
                    <a:pt x="1" y="1096"/>
                    <a:pt x="13" y="1160"/>
                  </a:cubicBezTo>
                  <a:cubicBezTo>
                    <a:pt x="17" y="1192"/>
                    <a:pt x="25" y="1224"/>
                    <a:pt x="33" y="1256"/>
                  </a:cubicBezTo>
                  <a:cubicBezTo>
                    <a:pt x="45" y="1288"/>
                    <a:pt x="57" y="1320"/>
                    <a:pt x="73" y="1348"/>
                  </a:cubicBezTo>
                  <a:cubicBezTo>
                    <a:pt x="85" y="1380"/>
                    <a:pt x="105" y="1408"/>
                    <a:pt x="129" y="1432"/>
                  </a:cubicBezTo>
                  <a:cubicBezTo>
                    <a:pt x="149" y="1456"/>
                    <a:pt x="181" y="1476"/>
                    <a:pt x="213" y="1480"/>
                  </a:cubicBezTo>
                  <a:cubicBezTo>
                    <a:pt x="213" y="1476"/>
                    <a:pt x="213" y="1476"/>
                    <a:pt x="213" y="1472"/>
                  </a:cubicBezTo>
                  <a:cubicBezTo>
                    <a:pt x="185" y="1460"/>
                    <a:pt x="165" y="1436"/>
                    <a:pt x="149" y="1412"/>
                  </a:cubicBezTo>
                  <a:cubicBezTo>
                    <a:pt x="133" y="1384"/>
                    <a:pt x="121" y="1356"/>
                    <a:pt x="113" y="1328"/>
                  </a:cubicBezTo>
                  <a:cubicBezTo>
                    <a:pt x="101" y="1300"/>
                    <a:pt x="93" y="1268"/>
                    <a:pt x="85" y="1240"/>
                  </a:cubicBezTo>
                  <a:cubicBezTo>
                    <a:pt x="81" y="1212"/>
                    <a:pt x="73" y="1180"/>
                    <a:pt x="69" y="1152"/>
                  </a:cubicBezTo>
                  <a:cubicBezTo>
                    <a:pt x="65" y="1088"/>
                    <a:pt x="61" y="1028"/>
                    <a:pt x="61" y="968"/>
                  </a:cubicBezTo>
                  <a:cubicBezTo>
                    <a:pt x="61" y="904"/>
                    <a:pt x="69" y="840"/>
                    <a:pt x="85" y="780"/>
                  </a:cubicBezTo>
                  <a:cubicBezTo>
                    <a:pt x="101" y="720"/>
                    <a:pt x="125" y="660"/>
                    <a:pt x="153" y="604"/>
                  </a:cubicBezTo>
                  <a:cubicBezTo>
                    <a:pt x="185" y="548"/>
                    <a:pt x="217" y="496"/>
                    <a:pt x="241" y="436"/>
                  </a:cubicBezTo>
                  <a:cubicBezTo>
                    <a:pt x="269" y="376"/>
                    <a:pt x="293" y="312"/>
                    <a:pt x="305" y="248"/>
                  </a:cubicBezTo>
                  <a:cubicBezTo>
                    <a:pt x="317" y="180"/>
                    <a:pt x="313" y="112"/>
                    <a:pt x="297" y="44"/>
                  </a:cubicBezTo>
                  <a:cubicBezTo>
                    <a:pt x="297" y="40"/>
                    <a:pt x="293" y="40"/>
                    <a:pt x="293" y="36"/>
                  </a:cubicBezTo>
                  <a:cubicBezTo>
                    <a:pt x="281" y="20"/>
                    <a:pt x="269" y="8"/>
                    <a:pt x="249" y="4"/>
                  </a:cubicBezTo>
                  <a:cubicBezTo>
                    <a:pt x="243" y="2"/>
                    <a:pt x="236" y="1"/>
                    <a:pt x="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2834245" y="1611232"/>
              <a:ext cx="91360" cy="293560"/>
            </a:xfrm>
            <a:custGeom>
              <a:avLst/>
              <a:gdLst/>
              <a:ahLst/>
              <a:cxnLst/>
              <a:rect l="l" t="t" r="r" b="b"/>
              <a:pathLst>
                <a:path w="469" h="1507" extrusionOk="0">
                  <a:moveTo>
                    <a:pt x="104" y="1"/>
                  </a:moveTo>
                  <a:cubicBezTo>
                    <a:pt x="90" y="1"/>
                    <a:pt x="75" y="4"/>
                    <a:pt x="61" y="11"/>
                  </a:cubicBezTo>
                  <a:cubicBezTo>
                    <a:pt x="53" y="15"/>
                    <a:pt x="49" y="19"/>
                    <a:pt x="45" y="23"/>
                  </a:cubicBezTo>
                  <a:cubicBezTo>
                    <a:pt x="37" y="27"/>
                    <a:pt x="29" y="35"/>
                    <a:pt x="25" y="43"/>
                  </a:cubicBezTo>
                  <a:cubicBezTo>
                    <a:pt x="13" y="55"/>
                    <a:pt x="9" y="71"/>
                    <a:pt x="5" y="83"/>
                  </a:cubicBezTo>
                  <a:cubicBezTo>
                    <a:pt x="1" y="127"/>
                    <a:pt x="9" y="175"/>
                    <a:pt x="33" y="211"/>
                  </a:cubicBezTo>
                  <a:cubicBezTo>
                    <a:pt x="49" y="239"/>
                    <a:pt x="65" y="263"/>
                    <a:pt x="85" y="287"/>
                  </a:cubicBezTo>
                  <a:cubicBezTo>
                    <a:pt x="97" y="307"/>
                    <a:pt x="117" y="323"/>
                    <a:pt x="133" y="339"/>
                  </a:cubicBezTo>
                  <a:cubicBezTo>
                    <a:pt x="129" y="395"/>
                    <a:pt x="125" y="451"/>
                    <a:pt x="121" y="507"/>
                  </a:cubicBezTo>
                  <a:cubicBezTo>
                    <a:pt x="117" y="563"/>
                    <a:pt x="117" y="619"/>
                    <a:pt x="109" y="675"/>
                  </a:cubicBezTo>
                  <a:cubicBezTo>
                    <a:pt x="101" y="731"/>
                    <a:pt x="97" y="787"/>
                    <a:pt x="101" y="839"/>
                  </a:cubicBezTo>
                  <a:cubicBezTo>
                    <a:pt x="105" y="891"/>
                    <a:pt x="113" y="947"/>
                    <a:pt x="125" y="995"/>
                  </a:cubicBezTo>
                  <a:cubicBezTo>
                    <a:pt x="141" y="1039"/>
                    <a:pt x="157" y="1083"/>
                    <a:pt x="181" y="1119"/>
                  </a:cubicBezTo>
                  <a:lnTo>
                    <a:pt x="181" y="1131"/>
                  </a:lnTo>
                  <a:cubicBezTo>
                    <a:pt x="177" y="1183"/>
                    <a:pt x="169" y="1231"/>
                    <a:pt x="169" y="1279"/>
                  </a:cubicBezTo>
                  <a:cubicBezTo>
                    <a:pt x="161" y="1327"/>
                    <a:pt x="173" y="1379"/>
                    <a:pt x="197" y="1419"/>
                  </a:cubicBezTo>
                  <a:cubicBezTo>
                    <a:pt x="225" y="1451"/>
                    <a:pt x="265" y="1475"/>
                    <a:pt x="305" y="1479"/>
                  </a:cubicBezTo>
                  <a:cubicBezTo>
                    <a:pt x="337" y="1487"/>
                    <a:pt x="365" y="1491"/>
                    <a:pt x="389" y="1495"/>
                  </a:cubicBezTo>
                  <a:cubicBezTo>
                    <a:pt x="437" y="1503"/>
                    <a:pt x="461" y="1507"/>
                    <a:pt x="461" y="1507"/>
                  </a:cubicBezTo>
                  <a:lnTo>
                    <a:pt x="465" y="1507"/>
                  </a:lnTo>
                  <a:cubicBezTo>
                    <a:pt x="469" y="1503"/>
                    <a:pt x="469" y="1503"/>
                    <a:pt x="465" y="1499"/>
                  </a:cubicBezTo>
                  <a:cubicBezTo>
                    <a:pt x="465" y="1499"/>
                    <a:pt x="445" y="1487"/>
                    <a:pt x="401" y="1467"/>
                  </a:cubicBezTo>
                  <a:cubicBezTo>
                    <a:pt x="381" y="1459"/>
                    <a:pt x="353" y="1447"/>
                    <a:pt x="325" y="1435"/>
                  </a:cubicBezTo>
                  <a:cubicBezTo>
                    <a:pt x="293" y="1427"/>
                    <a:pt x="265" y="1411"/>
                    <a:pt x="249" y="1387"/>
                  </a:cubicBezTo>
                  <a:cubicBezTo>
                    <a:pt x="233" y="1351"/>
                    <a:pt x="229" y="1315"/>
                    <a:pt x="233" y="1279"/>
                  </a:cubicBezTo>
                  <a:cubicBezTo>
                    <a:pt x="233" y="1247"/>
                    <a:pt x="229" y="1211"/>
                    <a:pt x="225" y="1179"/>
                  </a:cubicBezTo>
                  <a:lnTo>
                    <a:pt x="225" y="1179"/>
                  </a:lnTo>
                  <a:cubicBezTo>
                    <a:pt x="253" y="1215"/>
                    <a:pt x="289" y="1251"/>
                    <a:pt x="325" y="1283"/>
                  </a:cubicBezTo>
                  <a:cubicBezTo>
                    <a:pt x="341" y="1295"/>
                    <a:pt x="357" y="1307"/>
                    <a:pt x="377" y="1319"/>
                  </a:cubicBezTo>
                  <a:lnTo>
                    <a:pt x="393" y="1327"/>
                  </a:lnTo>
                  <a:cubicBezTo>
                    <a:pt x="393" y="1329"/>
                    <a:pt x="394" y="1330"/>
                    <a:pt x="395" y="1330"/>
                  </a:cubicBezTo>
                  <a:cubicBezTo>
                    <a:pt x="396" y="1330"/>
                    <a:pt x="397" y="1329"/>
                    <a:pt x="397" y="1327"/>
                  </a:cubicBezTo>
                  <a:cubicBezTo>
                    <a:pt x="397" y="1327"/>
                    <a:pt x="397" y="1323"/>
                    <a:pt x="397" y="1323"/>
                  </a:cubicBezTo>
                  <a:lnTo>
                    <a:pt x="385" y="1307"/>
                  </a:lnTo>
                  <a:cubicBezTo>
                    <a:pt x="369" y="1291"/>
                    <a:pt x="361" y="1279"/>
                    <a:pt x="349" y="1263"/>
                  </a:cubicBezTo>
                  <a:cubicBezTo>
                    <a:pt x="309" y="1211"/>
                    <a:pt x="273" y="1155"/>
                    <a:pt x="241" y="1095"/>
                  </a:cubicBezTo>
                  <a:cubicBezTo>
                    <a:pt x="237" y="1083"/>
                    <a:pt x="229" y="1067"/>
                    <a:pt x="225" y="1055"/>
                  </a:cubicBezTo>
                  <a:cubicBezTo>
                    <a:pt x="225" y="1031"/>
                    <a:pt x="229" y="1003"/>
                    <a:pt x="233" y="979"/>
                  </a:cubicBezTo>
                  <a:cubicBezTo>
                    <a:pt x="241" y="927"/>
                    <a:pt x="257" y="879"/>
                    <a:pt x="281" y="831"/>
                  </a:cubicBezTo>
                  <a:cubicBezTo>
                    <a:pt x="305" y="779"/>
                    <a:pt x="333" y="735"/>
                    <a:pt x="353" y="691"/>
                  </a:cubicBezTo>
                  <a:cubicBezTo>
                    <a:pt x="373" y="643"/>
                    <a:pt x="401" y="595"/>
                    <a:pt x="421" y="551"/>
                  </a:cubicBezTo>
                  <a:lnTo>
                    <a:pt x="429" y="535"/>
                  </a:lnTo>
                  <a:lnTo>
                    <a:pt x="433" y="523"/>
                  </a:lnTo>
                  <a:lnTo>
                    <a:pt x="433" y="519"/>
                  </a:lnTo>
                  <a:lnTo>
                    <a:pt x="437" y="515"/>
                  </a:lnTo>
                  <a:cubicBezTo>
                    <a:pt x="437" y="507"/>
                    <a:pt x="441" y="499"/>
                    <a:pt x="441" y="491"/>
                  </a:cubicBezTo>
                  <a:cubicBezTo>
                    <a:pt x="441" y="479"/>
                    <a:pt x="441" y="467"/>
                    <a:pt x="437" y="455"/>
                  </a:cubicBezTo>
                  <a:cubicBezTo>
                    <a:pt x="429" y="435"/>
                    <a:pt x="413" y="419"/>
                    <a:pt x="393" y="411"/>
                  </a:cubicBezTo>
                  <a:cubicBezTo>
                    <a:pt x="377" y="403"/>
                    <a:pt x="361" y="399"/>
                    <a:pt x="341" y="399"/>
                  </a:cubicBezTo>
                  <a:cubicBezTo>
                    <a:pt x="313" y="399"/>
                    <a:pt x="285" y="407"/>
                    <a:pt x="261" y="427"/>
                  </a:cubicBezTo>
                  <a:cubicBezTo>
                    <a:pt x="233" y="443"/>
                    <a:pt x="217" y="467"/>
                    <a:pt x="213" y="495"/>
                  </a:cubicBezTo>
                  <a:cubicBezTo>
                    <a:pt x="209" y="535"/>
                    <a:pt x="213" y="579"/>
                    <a:pt x="225" y="615"/>
                  </a:cubicBezTo>
                  <a:cubicBezTo>
                    <a:pt x="237" y="647"/>
                    <a:pt x="245" y="675"/>
                    <a:pt x="253" y="695"/>
                  </a:cubicBezTo>
                  <a:cubicBezTo>
                    <a:pt x="261" y="711"/>
                    <a:pt x="265" y="723"/>
                    <a:pt x="269" y="731"/>
                  </a:cubicBezTo>
                  <a:cubicBezTo>
                    <a:pt x="257" y="759"/>
                    <a:pt x="249" y="791"/>
                    <a:pt x="241" y="819"/>
                  </a:cubicBezTo>
                  <a:cubicBezTo>
                    <a:pt x="225" y="883"/>
                    <a:pt x="213" y="947"/>
                    <a:pt x="201" y="1011"/>
                  </a:cubicBezTo>
                  <a:cubicBezTo>
                    <a:pt x="197" y="999"/>
                    <a:pt x="193" y="987"/>
                    <a:pt x="185" y="975"/>
                  </a:cubicBezTo>
                  <a:cubicBezTo>
                    <a:pt x="169" y="931"/>
                    <a:pt x="153" y="883"/>
                    <a:pt x="141" y="835"/>
                  </a:cubicBezTo>
                  <a:cubicBezTo>
                    <a:pt x="129" y="783"/>
                    <a:pt x="125" y="727"/>
                    <a:pt x="133" y="675"/>
                  </a:cubicBezTo>
                  <a:cubicBezTo>
                    <a:pt x="141" y="619"/>
                    <a:pt x="149" y="563"/>
                    <a:pt x="161" y="511"/>
                  </a:cubicBezTo>
                  <a:cubicBezTo>
                    <a:pt x="173" y="455"/>
                    <a:pt x="185" y="399"/>
                    <a:pt x="197" y="347"/>
                  </a:cubicBezTo>
                  <a:cubicBezTo>
                    <a:pt x="209" y="291"/>
                    <a:pt x="217" y="235"/>
                    <a:pt x="229" y="183"/>
                  </a:cubicBezTo>
                  <a:cubicBezTo>
                    <a:pt x="233" y="155"/>
                    <a:pt x="233" y="123"/>
                    <a:pt x="225" y="91"/>
                  </a:cubicBezTo>
                  <a:cubicBezTo>
                    <a:pt x="213" y="59"/>
                    <a:pt x="189" y="31"/>
                    <a:pt x="161" y="15"/>
                  </a:cubicBezTo>
                  <a:cubicBezTo>
                    <a:pt x="143" y="6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4" name="Google Shape;814;p16"/>
          <p:cNvSpPr txBox="1">
            <a:spLocks noGrp="1"/>
          </p:cNvSpPr>
          <p:nvPr>
            <p:ph type="title"/>
          </p:nvPr>
        </p:nvSpPr>
        <p:spPr>
          <a:xfrm>
            <a:off x="720000" y="4064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815" name="Google Shape;815;p16"/>
          <p:cNvSpPr txBox="1">
            <a:spLocks noGrp="1"/>
          </p:cNvSpPr>
          <p:nvPr>
            <p:ph type="subTitle" idx="1"/>
          </p:nvPr>
        </p:nvSpPr>
        <p:spPr>
          <a:xfrm>
            <a:off x="1836450" y="1555013"/>
            <a:ext cx="54711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6"/>
          <p:cNvSpPr txBox="1">
            <a:spLocks noGrp="1"/>
          </p:cNvSpPr>
          <p:nvPr>
            <p:ph type="body" idx="2"/>
          </p:nvPr>
        </p:nvSpPr>
        <p:spPr>
          <a:xfrm>
            <a:off x="713225" y="2530324"/>
            <a:ext cx="3744600" cy="16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6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800"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817" name="Google Shape;817;p16"/>
          <p:cNvSpPr txBox="1">
            <a:spLocks noGrp="1"/>
          </p:cNvSpPr>
          <p:nvPr>
            <p:ph type="body" idx="3"/>
          </p:nvPr>
        </p:nvSpPr>
        <p:spPr>
          <a:xfrm>
            <a:off x="4679350" y="2530275"/>
            <a:ext cx="3744600" cy="16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6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800"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" name="Google Shape;1010;p20"/>
          <p:cNvGrpSpPr/>
          <p:nvPr/>
        </p:nvGrpSpPr>
        <p:grpSpPr>
          <a:xfrm>
            <a:off x="6566481" y="265984"/>
            <a:ext cx="2509894" cy="1976383"/>
            <a:chOff x="2199201" y="1155985"/>
            <a:chExt cx="1943696" cy="1530538"/>
          </a:xfrm>
        </p:grpSpPr>
        <p:sp>
          <p:nvSpPr>
            <p:cNvPr id="1011" name="Google Shape;1011;p20"/>
            <p:cNvSpPr/>
            <p:nvPr/>
          </p:nvSpPr>
          <p:spPr>
            <a:xfrm>
              <a:off x="2229590" y="1809344"/>
              <a:ext cx="841720" cy="593938"/>
            </a:xfrm>
            <a:custGeom>
              <a:avLst/>
              <a:gdLst/>
              <a:ahLst/>
              <a:cxnLst/>
              <a:rect l="l" t="t" r="r" b="b"/>
              <a:pathLst>
                <a:path w="4321" h="3049" extrusionOk="0">
                  <a:moveTo>
                    <a:pt x="2588" y="117"/>
                  </a:moveTo>
                  <a:cubicBezTo>
                    <a:pt x="2662" y="117"/>
                    <a:pt x="2736" y="131"/>
                    <a:pt x="2805" y="158"/>
                  </a:cubicBezTo>
                  <a:cubicBezTo>
                    <a:pt x="2889" y="194"/>
                    <a:pt x="2945" y="274"/>
                    <a:pt x="3005" y="366"/>
                  </a:cubicBezTo>
                  <a:cubicBezTo>
                    <a:pt x="3037" y="418"/>
                    <a:pt x="3069" y="462"/>
                    <a:pt x="3109" y="506"/>
                  </a:cubicBezTo>
                  <a:cubicBezTo>
                    <a:pt x="3149" y="550"/>
                    <a:pt x="3193" y="586"/>
                    <a:pt x="3245" y="618"/>
                  </a:cubicBezTo>
                  <a:cubicBezTo>
                    <a:pt x="3273" y="630"/>
                    <a:pt x="3297" y="642"/>
                    <a:pt x="3325" y="654"/>
                  </a:cubicBezTo>
                  <a:cubicBezTo>
                    <a:pt x="3353" y="666"/>
                    <a:pt x="3381" y="670"/>
                    <a:pt x="3409" y="682"/>
                  </a:cubicBezTo>
                  <a:lnTo>
                    <a:pt x="3445" y="694"/>
                  </a:lnTo>
                  <a:cubicBezTo>
                    <a:pt x="3457" y="698"/>
                    <a:pt x="3465" y="702"/>
                    <a:pt x="3477" y="706"/>
                  </a:cubicBezTo>
                  <a:cubicBezTo>
                    <a:pt x="3497" y="718"/>
                    <a:pt x="3517" y="730"/>
                    <a:pt x="3537" y="746"/>
                  </a:cubicBezTo>
                  <a:cubicBezTo>
                    <a:pt x="3613" y="818"/>
                    <a:pt x="3669" y="906"/>
                    <a:pt x="3697" y="1006"/>
                  </a:cubicBezTo>
                  <a:cubicBezTo>
                    <a:pt x="3733" y="1110"/>
                    <a:pt x="3761" y="1214"/>
                    <a:pt x="3781" y="1318"/>
                  </a:cubicBezTo>
                  <a:cubicBezTo>
                    <a:pt x="3801" y="1426"/>
                    <a:pt x="3817" y="1534"/>
                    <a:pt x="3841" y="1642"/>
                  </a:cubicBezTo>
                  <a:cubicBezTo>
                    <a:pt x="3857" y="1754"/>
                    <a:pt x="3897" y="1858"/>
                    <a:pt x="3957" y="1954"/>
                  </a:cubicBezTo>
                  <a:cubicBezTo>
                    <a:pt x="4081" y="2130"/>
                    <a:pt x="4197" y="2318"/>
                    <a:pt x="4245" y="2526"/>
                  </a:cubicBezTo>
                  <a:cubicBezTo>
                    <a:pt x="4261" y="2626"/>
                    <a:pt x="4261" y="2738"/>
                    <a:pt x="4205" y="2814"/>
                  </a:cubicBezTo>
                  <a:lnTo>
                    <a:pt x="4181" y="2838"/>
                  </a:lnTo>
                  <a:cubicBezTo>
                    <a:pt x="4173" y="2846"/>
                    <a:pt x="4161" y="2854"/>
                    <a:pt x="4153" y="2862"/>
                  </a:cubicBezTo>
                  <a:lnTo>
                    <a:pt x="4141" y="2874"/>
                  </a:lnTo>
                  <a:lnTo>
                    <a:pt x="4137" y="2878"/>
                  </a:lnTo>
                  <a:lnTo>
                    <a:pt x="4125" y="2882"/>
                  </a:lnTo>
                  <a:cubicBezTo>
                    <a:pt x="4117" y="2886"/>
                    <a:pt x="4105" y="2890"/>
                    <a:pt x="4093" y="2894"/>
                  </a:cubicBezTo>
                  <a:cubicBezTo>
                    <a:pt x="4041" y="2906"/>
                    <a:pt x="3993" y="2918"/>
                    <a:pt x="3941" y="2922"/>
                  </a:cubicBezTo>
                  <a:cubicBezTo>
                    <a:pt x="3815" y="2929"/>
                    <a:pt x="3690" y="2933"/>
                    <a:pt x="3565" y="2933"/>
                  </a:cubicBezTo>
                  <a:cubicBezTo>
                    <a:pt x="3475" y="2933"/>
                    <a:pt x="3386" y="2931"/>
                    <a:pt x="3297" y="2926"/>
                  </a:cubicBezTo>
                  <a:cubicBezTo>
                    <a:pt x="3077" y="2914"/>
                    <a:pt x="2861" y="2898"/>
                    <a:pt x="2645" y="2878"/>
                  </a:cubicBezTo>
                  <a:cubicBezTo>
                    <a:pt x="2429" y="2854"/>
                    <a:pt x="2213" y="2830"/>
                    <a:pt x="2001" y="2798"/>
                  </a:cubicBezTo>
                  <a:cubicBezTo>
                    <a:pt x="1785" y="2762"/>
                    <a:pt x="1569" y="2730"/>
                    <a:pt x="1361" y="2678"/>
                  </a:cubicBezTo>
                  <a:cubicBezTo>
                    <a:pt x="1261" y="2658"/>
                    <a:pt x="1157" y="2626"/>
                    <a:pt x="1061" y="2590"/>
                  </a:cubicBezTo>
                  <a:cubicBezTo>
                    <a:pt x="1037" y="2582"/>
                    <a:pt x="1017" y="2570"/>
                    <a:pt x="993" y="2558"/>
                  </a:cubicBezTo>
                  <a:cubicBezTo>
                    <a:pt x="985" y="2554"/>
                    <a:pt x="973" y="2550"/>
                    <a:pt x="965" y="2542"/>
                  </a:cubicBezTo>
                  <a:lnTo>
                    <a:pt x="953" y="2534"/>
                  </a:lnTo>
                  <a:lnTo>
                    <a:pt x="945" y="2526"/>
                  </a:lnTo>
                  <a:lnTo>
                    <a:pt x="937" y="2522"/>
                  </a:lnTo>
                  <a:cubicBezTo>
                    <a:pt x="917" y="2506"/>
                    <a:pt x="897" y="2486"/>
                    <a:pt x="873" y="2470"/>
                  </a:cubicBezTo>
                  <a:cubicBezTo>
                    <a:pt x="849" y="2450"/>
                    <a:pt x="825" y="2434"/>
                    <a:pt x="797" y="2422"/>
                  </a:cubicBezTo>
                  <a:cubicBezTo>
                    <a:pt x="693" y="2362"/>
                    <a:pt x="585" y="2322"/>
                    <a:pt x="469" y="2302"/>
                  </a:cubicBezTo>
                  <a:cubicBezTo>
                    <a:pt x="396" y="2289"/>
                    <a:pt x="324" y="2283"/>
                    <a:pt x="251" y="2283"/>
                  </a:cubicBezTo>
                  <a:cubicBezTo>
                    <a:pt x="238" y="2283"/>
                    <a:pt x="226" y="2283"/>
                    <a:pt x="213" y="2284"/>
                  </a:cubicBezTo>
                  <a:lnTo>
                    <a:pt x="213" y="2284"/>
                  </a:lnTo>
                  <a:cubicBezTo>
                    <a:pt x="216" y="2273"/>
                    <a:pt x="218" y="2261"/>
                    <a:pt x="221" y="2250"/>
                  </a:cubicBezTo>
                  <a:cubicBezTo>
                    <a:pt x="233" y="2210"/>
                    <a:pt x="241" y="2170"/>
                    <a:pt x="249" y="2126"/>
                  </a:cubicBezTo>
                  <a:cubicBezTo>
                    <a:pt x="265" y="2046"/>
                    <a:pt x="273" y="1962"/>
                    <a:pt x="273" y="1878"/>
                  </a:cubicBezTo>
                  <a:cubicBezTo>
                    <a:pt x="277" y="1834"/>
                    <a:pt x="273" y="1794"/>
                    <a:pt x="269" y="1750"/>
                  </a:cubicBezTo>
                  <a:cubicBezTo>
                    <a:pt x="265" y="1710"/>
                    <a:pt x="257" y="1666"/>
                    <a:pt x="245" y="1626"/>
                  </a:cubicBezTo>
                  <a:cubicBezTo>
                    <a:pt x="237" y="1606"/>
                    <a:pt x="233" y="1586"/>
                    <a:pt x="221" y="1566"/>
                  </a:cubicBezTo>
                  <a:lnTo>
                    <a:pt x="197" y="1506"/>
                  </a:lnTo>
                  <a:lnTo>
                    <a:pt x="169" y="1454"/>
                  </a:lnTo>
                  <a:cubicBezTo>
                    <a:pt x="161" y="1438"/>
                    <a:pt x="157" y="1418"/>
                    <a:pt x="149" y="1402"/>
                  </a:cubicBezTo>
                  <a:cubicBezTo>
                    <a:pt x="137" y="1366"/>
                    <a:pt x="125" y="1330"/>
                    <a:pt x="117" y="1290"/>
                  </a:cubicBezTo>
                  <a:cubicBezTo>
                    <a:pt x="109" y="1254"/>
                    <a:pt x="97" y="1214"/>
                    <a:pt x="93" y="1174"/>
                  </a:cubicBezTo>
                  <a:cubicBezTo>
                    <a:pt x="77" y="1098"/>
                    <a:pt x="65" y="1018"/>
                    <a:pt x="57" y="938"/>
                  </a:cubicBezTo>
                  <a:cubicBezTo>
                    <a:pt x="37" y="782"/>
                    <a:pt x="29" y="622"/>
                    <a:pt x="21" y="462"/>
                  </a:cubicBezTo>
                  <a:cubicBezTo>
                    <a:pt x="145" y="278"/>
                    <a:pt x="353" y="194"/>
                    <a:pt x="565" y="170"/>
                  </a:cubicBezTo>
                  <a:cubicBezTo>
                    <a:pt x="644" y="163"/>
                    <a:pt x="723" y="159"/>
                    <a:pt x="802" y="159"/>
                  </a:cubicBezTo>
                  <a:cubicBezTo>
                    <a:pt x="939" y="159"/>
                    <a:pt x="1074" y="170"/>
                    <a:pt x="1209" y="190"/>
                  </a:cubicBezTo>
                  <a:lnTo>
                    <a:pt x="1533" y="234"/>
                  </a:lnTo>
                  <a:lnTo>
                    <a:pt x="1617" y="242"/>
                  </a:lnTo>
                  <a:lnTo>
                    <a:pt x="1701" y="246"/>
                  </a:lnTo>
                  <a:cubicBezTo>
                    <a:pt x="1757" y="246"/>
                    <a:pt x="1817" y="242"/>
                    <a:pt x="1873" y="238"/>
                  </a:cubicBezTo>
                  <a:cubicBezTo>
                    <a:pt x="2097" y="214"/>
                    <a:pt x="2309" y="142"/>
                    <a:pt x="2513" y="122"/>
                  </a:cubicBezTo>
                  <a:cubicBezTo>
                    <a:pt x="2538" y="119"/>
                    <a:pt x="2563" y="117"/>
                    <a:pt x="2588" y="117"/>
                  </a:cubicBezTo>
                  <a:close/>
                  <a:moveTo>
                    <a:pt x="2616" y="0"/>
                  </a:moveTo>
                  <a:cubicBezTo>
                    <a:pt x="2607" y="0"/>
                    <a:pt x="2598" y="1"/>
                    <a:pt x="2589" y="2"/>
                  </a:cubicBezTo>
                  <a:cubicBezTo>
                    <a:pt x="2561" y="2"/>
                    <a:pt x="2533" y="2"/>
                    <a:pt x="2505" y="6"/>
                  </a:cubicBezTo>
                  <a:cubicBezTo>
                    <a:pt x="2273" y="22"/>
                    <a:pt x="2069" y="98"/>
                    <a:pt x="1857" y="122"/>
                  </a:cubicBezTo>
                  <a:cubicBezTo>
                    <a:pt x="1805" y="130"/>
                    <a:pt x="1753" y="138"/>
                    <a:pt x="1701" y="138"/>
                  </a:cubicBezTo>
                  <a:lnTo>
                    <a:pt x="1625" y="138"/>
                  </a:lnTo>
                  <a:lnTo>
                    <a:pt x="1541" y="130"/>
                  </a:lnTo>
                  <a:cubicBezTo>
                    <a:pt x="1437" y="118"/>
                    <a:pt x="1325" y="106"/>
                    <a:pt x="1217" y="98"/>
                  </a:cubicBezTo>
                  <a:cubicBezTo>
                    <a:pt x="1115" y="87"/>
                    <a:pt x="1012" y="81"/>
                    <a:pt x="909" y="81"/>
                  </a:cubicBezTo>
                  <a:cubicBezTo>
                    <a:pt x="790" y="81"/>
                    <a:pt x="672" y="89"/>
                    <a:pt x="557" y="106"/>
                  </a:cubicBezTo>
                  <a:cubicBezTo>
                    <a:pt x="445" y="126"/>
                    <a:pt x="337" y="162"/>
                    <a:pt x="241" y="218"/>
                  </a:cubicBezTo>
                  <a:cubicBezTo>
                    <a:pt x="145" y="274"/>
                    <a:pt x="65" y="358"/>
                    <a:pt x="9" y="454"/>
                  </a:cubicBezTo>
                  <a:lnTo>
                    <a:pt x="13" y="462"/>
                  </a:lnTo>
                  <a:cubicBezTo>
                    <a:pt x="1" y="626"/>
                    <a:pt x="1" y="786"/>
                    <a:pt x="9" y="946"/>
                  </a:cubicBezTo>
                  <a:cubicBezTo>
                    <a:pt x="13" y="1030"/>
                    <a:pt x="17" y="1110"/>
                    <a:pt x="29" y="1190"/>
                  </a:cubicBezTo>
                  <a:cubicBezTo>
                    <a:pt x="33" y="1230"/>
                    <a:pt x="41" y="1270"/>
                    <a:pt x="49" y="1310"/>
                  </a:cubicBezTo>
                  <a:cubicBezTo>
                    <a:pt x="57" y="1350"/>
                    <a:pt x="65" y="1390"/>
                    <a:pt x="77" y="1434"/>
                  </a:cubicBezTo>
                  <a:cubicBezTo>
                    <a:pt x="85" y="1454"/>
                    <a:pt x="89" y="1474"/>
                    <a:pt x="97" y="1494"/>
                  </a:cubicBezTo>
                  <a:lnTo>
                    <a:pt x="121" y="1550"/>
                  </a:lnTo>
                  <a:lnTo>
                    <a:pt x="141" y="1602"/>
                  </a:lnTo>
                  <a:cubicBezTo>
                    <a:pt x="149" y="1618"/>
                    <a:pt x="153" y="1634"/>
                    <a:pt x="157" y="1654"/>
                  </a:cubicBezTo>
                  <a:cubicBezTo>
                    <a:pt x="165" y="1690"/>
                    <a:pt x="173" y="1726"/>
                    <a:pt x="173" y="1766"/>
                  </a:cubicBezTo>
                  <a:cubicBezTo>
                    <a:pt x="177" y="1802"/>
                    <a:pt x="177" y="1842"/>
                    <a:pt x="173" y="1878"/>
                  </a:cubicBezTo>
                  <a:cubicBezTo>
                    <a:pt x="169" y="1958"/>
                    <a:pt x="157" y="2034"/>
                    <a:pt x="141" y="2110"/>
                  </a:cubicBezTo>
                  <a:cubicBezTo>
                    <a:pt x="133" y="2146"/>
                    <a:pt x="125" y="2186"/>
                    <a:pt x="113" y="2222"/>
                  </a:cubicBezTo>
                  <a:cubicBezTo>
                    <a:pt x="101" y="2258"/>
                    <a:pt x="89" y="2298"/>
                    <a:pt x="77" y="2330"/>
                  </a:cubicBezTo>
                  <a:lnTo>
                    <a:pt x="45" y="2418"/>
                  </a:lnTo>
                  <a:lnTo>
                    <a:pt x="141" y="2410"/>
                  </a:lnTo>
                  <a:cubicBezTo>
                    <a:pt x="166" y="2408"/>
                    <a:pt x="192" y="2407"/>
                    <a:pt x="218" y="2407"/>
                  </a:cubicBezTo>
                  <a:cubicBezTo>
                    <a:pt x="396" y="2407"/>
                    <a:pt x="571" y="2455"/>
                    <a:pt x="729" y="2542"/>
                  </a:cubicBezTo>
                  <a:cubicBezTo>
                    <a:pt x="749" y="2554"/>
                    <a:pt x="769" y="2570"/>
                    <a:pt x="789" y="2582"/>
                  </a:cubicBezTo>
                  <a:cubicBezTo>
                    <a:pt x="809" y="2594"/>
                    <a:pt x="829" y="2614"/>
                    <a:pt x="849" y="2634"/>
                  </a:cubicBezTo>
                  <a:lnTo>
                    <a:pt x="857" y="2638"/>
                  </a:lnTo>
                  <a:lnTo>
                    <a:pt x="865" y="2646"/>
                  </a:lnTo>
                  <a:lnTo>
                    <a:pt x="885" y="2662"/>
                  </a:lnTo>
                  <a:cubicBezTo>
                    <a:pt x="897" y="2670"/>
                    <a:pt x="913" y="2682"/>
                    <a:pt x="925" y="2690"/>
                  </a:cubicBezTo>
                  <a:cubicBezTo>
                    <a:pt x="953" y="2702"/>
                    <a:pt x="981" y="2718"/>
                    <a:pt x="1009" y="2726"/>
                  </a:cubicBezTo>
                  <a:cubicBezTo>
                    <a:pt x="1113" y="2770"/>
                    <a:pt x="1221" y="2802"/>
                    <a:pt x="1333" y="2826"/>
                  </a:cubicBezTo>
                  <a:cubicBezTo>
                    <a:pt x="1545" y="2878"/>
                    <a:pt x="1765" y="2914"/>
                    <a:pt x="1981" y="2946"/>
                  </a:cubicBezTo>
                  <a:cubicBezTo>
                    <a:pt x="2201" y="2974"/>
                    <a:pt x="2417" y="2994"/>
                    <a:pt x="2637" y="3014"/>
                  </a:cubicBezTo>
                  <a:cubicBezTo>
                    <a:pt x="2853" y="3030"/>
                    <a:pt x="3073" y="3042"/>
                    <a:pt x="3293" y="3046"/>
                  </a:cubicBezTo>
                  <a:cubicBezTo>
                    <a:pt x="3339" y="3048"/>
                    <a:pt x="3385" y="3048"/>
                    <a:pt x="3431" y="3048"/>
                  </a:cubicBezTo>
                  <a:cubicBezTo>
                    <a:pt x="3605" y="3048"/>
                    <a:pt x="3779" y="3037"/>
                    <a:pt x="3953" y="3018"/>
                  </a:cubicBezTo>
                  <a:cubicBezTo>
                    <a:pt x="4013" y="3010"/>
                    <a:pt x="4069" y="2994"/>
                    <a:pt x="4125" y="2978"/>
                  </a:cubicBezTo>
                  <a:cubicBezTo>
                    <a:pt x="4141" y="2970"/>
                    <a:pt x="4153" y="2966"/>
                    <a:pt x="4165" y="2958"/>
                  </a:cubicBezTo>
                  <a:lnTo>
                    <a:pt x="4173" y="2954"/>
                  </a:lnTo>
                  <a:lnTo>
                    <a:pt x="4181" y="2950"/>
                  </a:lnTo>
                  <a:lnTo>
                    <a:pt x="4185" y="2946"/>
                  </a:lnTo>
                  <a:lnTo>
                    <a:pt x="4201" y="2930"/>
                  </a:lnTo>
                  <a:cubicBezTo>
                    <a:pt x="4213" y="2918"/>
                    <a:pt x="4225" y="2910"/>
                    <a:pt x="4237" y="2898"/>
                  </a:cubicBezTo>
                  <a:lnTo>
                    <a:pt x="4265" y="2862"/>
                  </a:lnTo>
                  <a:cubicBezTo>
                    <a:pt x="4297" y="2810"/>
                    <a:pt x="4317" y="2750"/>
                    <a:pt x="4321" y="2690"/>
                  </a:cubicBezTo>
                  <a:cubicBezTo>
                    <a:pt x="4321" y="2630"/>
                    <a:pt x="4317" y="2574"/>
                    <a:pt x="4301" y="2518"/>
                  </a:cubicBezTo>
                  <a:cubicBezTo>
                    <a:pt x="4273" y="2410"/>
                    <a:pt x="4229" y="2306"/>
                    <a:pt x="4173" y="2210"/>
                  </a:cubicBezTo>
                  <a:cubicBezTo>
                    <a:pt x="4117" y="2114"/>
                    <a:pt x="4057" y="2022"/>
                    <a:pt x="3989" y="1934"/>
                  </a:cubicBezTo>
                  <a:cubicBezTo>
                    <a:pt x="3933" y="1842"/>
                    <a:pt x="3897" y="1742"/>
                    <a:pt x="3881" y="1638"/>
                  </a:cubicBezTo>
                  <a:cubicBezTo>
                    <a:pt x="3857" y="1534"/>
                    <a:pt x="3841" y="1426"/>
                    <a:pt x="3821" y="1318"/>
                  </a:cubicBezTo>
                  <a:cubicBezTo>
                    <a:pt x="3805" y="1206"/>
                    <a:pt x="3781" y="1098"/>
                    <a:pt x="3749" y="994"/>
                  </a:cubicBezTo>
                  <a:cubicBezTo>
                    <a:pt x="3721" y="882"/>
                    <a:pt x="3665" y="778"/>
                    <a:pt x="3585" y="694"/>
                  </a:cubicBezTo>
                  <a:cubicBezTo>
                    <a:pt x="3553" y="662"/>
                    <a:pt x="3513" y="638"/>
                    <a:pt x="3469" y="618"/>
                  </a:cubicBezTo>
                  <a:lnTo>
                    <a:pt x="3429" y="606"/>
                  </a:lnTo>
                  <a:cubicBezTo>
                    <a:pt x="3409" y="594"/>
                    <a:pt x="3381" y="586"/>
                    <a:pt x="3357" y="578"/>
                  </a:cubicBezTo>
                  <a:cubicBezTo>
                    <a:pt x="3333" y="566"/>
                    <a:pt x="3313" y="554"/>
                    <a:pt x="3289" y="542"/>
                  </a:cubicBezTo>
                  <a:cubicBezTo>
                    <a:pt x="3249" y="514"/>
                    <a:pt x="3213" y="482"/>
                    <a:pt x="3181" y="446"/>
                  </a:cubicBezTo>
                  <a:cubicBezTo>
                    <a:pt x="3149" y="402"/>
                    <a:pt x="3121" y="358"/>
                    <a:pt x="3093" y="314"/>
                  </a:cubicBezTo>
                  <a:cubicBezTo>
                    <a:pt x="3065" y="266"/>
                    <a:pt x="3037" y="218"/>
                    <a:pt x="3001" y="170"/>
                  </a:cubicBezTo>
                  <a:cubicBezTo>
                    <a:pt x="2961" y="122"/>
                    <a:pt x="2909" y="82"/>
                    <a:pt x="2853" y="54"/>
                  </a:cubicBezTo>
                  <a:lnTo>
                    <a:pt x="2809" y="34"/>
                  </a:lnTo>
                  <a:lnTo>
                    <a:pt x="2769" y="22"/>
                  </a:lnTo>
                  <a:lnTo>
                    <a:pt x="2749" y="18"/>
                  </a:lnTo>
                  <a:cubicBezTo>
                    <a:pt x="2741" y="14"/>
                    <a:pt x="2729" y="14"/>
                    <a:pt x="2721" y="14"/>
                  </a:cubicBezTo>
                  <a:lnTo>
                    <a:pt x="2677" y="6"/>
                  </a:lnTo>
                  <a:cubicBezTo>
                    <a:pt x="2657" y="3"/>
                    <a:pt x="2637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3062550" y="2308421"/>
              <a:ext cx="502772" cy="378102"/>
            </a:xfrm>
            <a:custGeom>
              <a:avLst/>
              <a:gdLst/>
              <a:ahLst/>
              <a:cxnLst/>
              <a:rect l="l" t="t" r="r" b="b"/>
              <a:pathLst>
                <a:path w="2581" h="1941" extrusionOk="0">
                  <a:moveTo>
                    <a:pt x="9" y="0"/>
                  </a:moveTo>
                  <a:lnTo>
                    <a:pt x="1" y="12"/>
                  </a:lnTo>
                  <a:cubicBezTo>
                    <a:pt x="1" y="12"/>
                    <a:pt x="37" y="36"/>
                    <a:pt x="97" y="80"/>
                  </a:cubicBezTo>
                  <a:cubicBezTo>
                    <a:pt x="181" y="148"/>
                    <a:pt x="261" y="224"/>
                    <a:pt x="333" y="308"/>
                  </a:cubicBezTo>
                  <a:cubicBezTo>
                    <a:pt x="357" y="336"/>
                    <a:pt x="377" y="364"/>
                    <a:pt x="397" y="396"/>
                  </a:cubicBezTo>
                  <a:cubicBezTo>
                    <a:pt x="405" y="412"/>
                    <a:pt x="417" y="432"/>
                    <a:pt x="425" y="444"/>
                  </a:cubicBezTo>
                  <a:cubicBezTo>
                    <a:pt x="433" y="464"/>
                    <a:pt x="441" y="480"/>
                    <a:pt x="449" y="500"/>
                  </a:cubicBezTo>
                  <a:cubicBezTo>
                    <a:pt x="469" y="584"/>
                    <a:pt x="481" y="676"/>
                    <a:pt x="481" y="764"/>
                  </a:cubicBezTo>
                  <a:cubicBezTo>
                    <a:pt x="481" y="872"/>
                    <a:pt x="493" y="984"/>
                    <a:pt x="513" y="1088"/>
                  </a:cubicBezTo>
                  <a:cubicBezTo>
                    <a:pt x="529" y="1152"/>
                    <a:pt x="553" y="1212"/>
                    <a:pt x="593" y="1264"/>
                  </a:cubicBezTo>
                  <a:cubicBezTo>
                    <a:pt x="637" y="1324"/>
                    <a:pt x="697" y="1364"/>
                    <a:pt x="769" y="1384"/>
                  </a:cubicBezTo>
                  <a:cubicBezTo>
                    <a:pt x="893" y="1420"/>
                    <a:pt x="1021" y="1440"/>
                    <a:pt x="1149" y="1464"/>
                  </a:cubicBezTo>
                  <a:cubicBezTo>
                    <a:pt x="1277" y="1484"/>
                    <a:pt x="1413" y="1508"/>
                    <a:pt x="1549" y="1536"/>
                  </a:cubicBezTo>
                  <a:cubicBezTo>
                    <a:pt x="1685" y="1560"/>
                    <a:pt x="1825" y="1592"/>
                    <a:pt x="1965" y="1632"/>
                  </a:cubicBezTo>
                  <a:cubicBezTo>
                    <a:pt x="2105" y="1668"/>
                    <a:pt x="2241" y="1724"/>
                    <a:pt x="2369" y="1796"/>
                  </a:cubicBezTo>
                  <a:cubicBezTo>
                    <a:pt x="2433" y="1836"/>
                    <a:pt x="2489" y="1884"/>
                    <a:pt x="2533" y="1940"/>
                  </a:cubicBezTo>
                  <a:lnTo>
                    <a:pt x="2581" y="1904"/>
                  </a:lnTo>
                  <a:cubicBezTo>
                    <a:pt x="2537" y="1836"/>
                    <a:pt x="2477" y="1776"/>
                    <a:pt x="2409" y="1732"/>
                  </a:cubicBezTo>
                  <a:cubicBezTo>
                    <a:pt x="2281" y="1644"/>
                    <a:pt x="2141" y="1576"/>
                    <a:pt x="1993" y="1532"/>
                  </a:cubicBezTo>
                  <a:cubicBezTo>
                    <a:pt x="1857" y="1484"/>
                    <a:pt x="1713" y="1444"/>
                    <a:pt x="1573" y="1416"/>
                  </a:cubicBezTo>
                  <a:cubicBezTo>
                    <a:pt x="1433" y="1384"/>
                    <a:pt x="1297" y="1360"/>
                    <a:pt x="1169" y="1340"/>
                  </a:cubicBezTo>
                  <a:cubicBezTo>
                    <a:pt x="1037" y="1320"/>
                    <a:pt x="909" y="1300"/>
                    <a:pt x="797" y="1268"/>
                  </a:cubicBezTo>
                  <a:cubicBezTo>
                    <a:pt x="749" y="1260"/>
                    <a:pt x="709" y="1232"/>
                    <a:pt x="677" y="1196"/>
                  </a:cubicBezTo>
                  <a:cubicBezTo>
                    <a:pt x="649" y="1156"/>
                    <a:pt x="625" y="1108"/>
                    <a:pt x="613" y="1060"/>
                  </a:cubicBezTo>
                  <a:cubicBezTo>
                    <a:pt x="593" y="960"/>
                    <a:pt x="577" y="860"/>
                    <a:pt x="569" y="756"/>
                  </a:cubicBezTo>
                  <a:cubicBezTo>
                    <a:pt x="561" y="660"/>
                    <a:pt x="545" y="564"/>
                    <a:pt x="517" y="472"/>
                  </a:cubicBezTo>
                  <a:cubicBezTo>
                    <a:pt x="505" y="452"/>
                    <a:pt x="497" y="432"/>
                    <a:pt x="485" y="412"/>
                  </a:cubicBezTo>
                  <a:cubicBezTo>
                    <a:pt x="473" y="392"/>
                    <a:pt x="461" y="372"/>
                    <a:pt x="449" y="356"/>
                  </a:cubicBezTo>
                  <a:cubicBezTo>
                    <a:pt x="425" y="324"/>
                    <a:pt x="401" y="296"/>
                    <a:pt x="373" y="268"/>
                  </a:cubicBezTo>
                  <a:cubicBezTo>
                    <a:pt x="293" y="188"/>
                    <a:pt x="205" y="120"/>
                    <a:pt x="109" y="60"/>
                  </a:cubicBezTo>
                  <a:cubicBezTo>
                    <a:pt x="45" y="20"/>
                    <a:pt x="9" y="0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20"/>
            <p:cNvSpPr/>
            <p:nvPr/>
          </p:nvSpPr>
          <p:spPr>
            <a:xfrm>
              <a:off x="2955800" y="1941418"/>
              <a:ext cx="732633" cy="738867"/>
            </a:xfrm>
            <a:custGeom>
              <a:avLst/>
              <a:gdLst/>
              <a:ahLst/>
              <a:cxnLst/>
              <a:rect l="l" t="t" r="r" b="b"/>
              <a:pathLst>
                <a:path w="3761" h="3793" extrusionOk="0">
                  <a:moveTo>
                    <a:pt x="1624" y="0"/>
                  </a:moveTo>
                  <a:cubicBezTo>
                    <a:pt x="1602" y="0"/>
                    <a:pt x="1579" y="1"/>
                    <a:pt x="1557" y="4"/>
                  </a:cubicBezTo>
                  <a:cubicBezTo>
                    <a:pt x="1433" y="20"/>
                    <a:pt x="1313" y="64"/>
                    <a:pt x="1205" y="124"/>
                  </a:cubicBezTo>
                  <a:cubicBezTo>
                    <a:pt x="1153" y="152"/>
                    <a:pt x="1105" y="180"/>
                    <a:pt x="1061" y="208"/>
                  </a:cubicBezTo>
                  <a:cubicBezTo>
                    <a:pt x="1041" y="220"/>
                    <a:pt x="1013" y="236"/>
                    <a:pt x="1001" y="244"/>
                  </a:cubicBezTo>
                  <a:cubicBezTo>
                    <a:pt x="989" y="248"/>
                    <a:pt x="981" y="252"/>
                    <a:pt x="973" y="252"/>
                  </a:cubicBezTo>
                  <a:cubicBezTo>
                    <a:pt x="961" y="256"/>
                    <a:pt x="953" y="256"/>
                    <a:pt x="941" y="260"/>
                  </a:cubicBezTo>
                  <a:cubicBezTo>
                    <a:pt x="853" y="256"/>
                    <a:pt x="765" y="248"/>
                    <a:pt x="673" y="228"/>
                  </a:cubicBezTo>
                  <a:cubicBezTo>
                    <a:pt x="597" y="216"/>
                    <a:pt x="513" y="212"/>
                    <a:pt x="433" y="212"/>
                  </a:cubicBezTo>
                  <a:cubicBezTo>
                    <a:pt x="321" y="216"/>
                    <a:pt x="209" y="240"/>
                    <a:pt x="105" y="288"/>
                  </a:cubicBezTo>
                  <a:cubicBezTo>
                    <a:pt x="77" y="304"/>
                    <a:pt x="53" y="316"/>
                    <a:pt x="25" y="332"/>
                  </a:cubicBezTo>
                  <a:lnTo>
                    <a:pt x="1" y="348"/>
                  </a:lnTo>
                  <a:lnTo>
                    <a:pt x="9" y="360"/>
                  </a:lnTo>
                  <a:lnTo>
                    <a:pt x="33" y="348"/>
                  </a:lnTo>
                  <a:cubicBezTo>
                    <a:pt x="61" y="336"/>
                    <a:pt x="85" y="324"/>
                    <a:pt x="113" y="316"/>
                  </a:cubicBezTo>
                  <a:cubicBezTo>
                    <a:pt x="204" y="281"/>
                    <a:pt x="299" y="267"/>
                    <a:pt x="394" y="267"/>
                  </a:cubicBezTo>
                  <a:cubicBezTo>
                    <a:pt x="407" y="267"/>
                    <a:pt x="420" y="267"/>
                    <a:pt x="433" y="268"/>
                  </a:cubicBezTo>
                  <a:cubicBezTo>
                    <a:pt x="509" y="276"/>
                    <a:pt x="585" y="288"/>
                    <a:pt x="661" y="304"/>
                  </a:cubicBezTo>
                  <a:cubicBezTo>
                    <a:pt x="753" y="328"/>
                    <a:pt x="849" y="344"/>
                    <a:pt x="945" y="352"/>
                  </a:cubicBezTo>
                  <a:cubicBezTo>
                    <a:pt x="961" y="352"/>
                    <a:pt x="977" y="352"/>
                    <a:pt x="989" y="348"/>
                  </a:cubicBezTo>
                  <a:cubicBezTo>
                    <a:pt x="1005" y="348"/>
                    <a:pt x="1021" y="344"/>
                    <a:pt x="1037" y="336"/>
                  </a:cubicBezTo>
                  <a:cubicBezTo>
                    <a:pt x="1069" y="324"/>
                    <a:pt x="1089" y="312"/>
                    <a:pt x="1113" y="296"/>
                  </a:cubicBezTo>
                  <a:cubicBezTo>
                    <a:pt x="1161" y="272"/>
                    <a:pt x="1205" y="248"/>
                    <a:pt x="1253" y="224"/>
                  </a:cubicBezTo>
                  <a:cubicBezTo>
                    <a:pt x="1353" y="172"/>
                    <a:pt x="1457" y="140"/>
                    <a:pt x="1569" y="128"/>
                  </a:cubicBezTo>
                  <a:cubicBezTo>
                    <a:pt x="1580" y="127"/>
                    <a:pt x="1591" y="127"/>
                    <a:pt x="1603" y="127"/>
                  </a:cubicBezTo>
                  <a:cubicBezTo>
                    <a:pt x="1703" y="127"/>
                    <a:pt x="1802" y="159"/>
                    <a:pt x="1885" y="220"/>
                  </a:cubicBezTo>
                  <a:cubicBezTo>
                    <a:pt x="1937" y="256"/>
                    <a:pt x="1981" y="296"/>
                    <a:pt x="2017" y="344"/>
                  </a:cubicBezTo>
                  <a:cubicBezTo>
                    <a:pt x="2037" y="364"/>
                    <a:pt x="2057" y="392"/>
                    <a:pt x="2077" y="424"/>
                  </a:cubicBezTo>
                  <a:cubicBezTo>
                    <a:pt x="2097" y="452"/>
                    <a:pt x="2121" y="480"/>
                    <a:pt x="2145" y="508"/>
                  </a:cubicBezTo>
                  <a:cubicBezTo>
                    <a:pt x="2241" y="624"/>
                    <a:pt x="2345" y="728"/>
                    <a:pt x="2461" y="820"/>
                  </a:cubicBezTo>
                  <a:cubicBezTo>
                    <a:pt x="2577" y="916"/>
                    <a:pt x="2705" y="1008"/>
                    <a:pt x="2829" y="1096"/>
                  </a:cubicBezTo>
                  <a:cubicBezTo>
                    <a:pt x="2953" y="1184"/>
                    <a:pt x="3081" y="1272"/>
                    <a:pt x="3201" y="1368"/>
                  </a:cubicBezTo>
                  <a:cubicBezTo>
                    <a:pt x="3325" y="1460"/>
                    <a:pt x="3433" y="1568"/>
                    <a:pt x="3521" y="1692"/>
                  </a:cubicBezTo>
                  <a:cubicBezTo>
                    <a:pt x="3609" y="1820"/>
                    <a:pt x="3653" y="1968"/>
                    <a:pt x="3649" y="2120"/>
                  </a:cubicBezTo>
                  <a:cubicBezTo>
                    <a:pt x="3645" y="2280"/>
                    <a:pt x="3617" y="2436"/>
                    <a:pt x="3565" y="2588"/>
                  </a:cubicBezTo>
                  <a:cubicBezTo>
                    <a:pt x="3509" y="2740"/>
                    <a:pt x="3465" y="2900"/>
                    <a:pt x="3433" y="3060"/>
                  </a:cubicBezTo>
                  <a:cubicBezTo>
                    <a:pt x="3425" y="3104"/>
                    <a:pt x="3417" y="3144"/>
                    <a:pt x="3413" y="3184"/>
                  </a:cubicBezTo>
                  <a:cubicBezTo>
                    <a:pt x="3413" y="3228"/>
                    <a:pt x="3413" y="3268"/>
                    <a:pt x="3413" y="3308"/>
                  </a:cubicBezTo>
                  <a:cubicBezTo>
                    <a:pt x="3409" y="3388"/>
                    <a:pt x="3405" y="3468"/>
                    <a:pt x="3401" y="3548"/>
                  </a:cubicBezTo>
                  <a:cubicBezTo>
                    <a:pt x="3397" y="3628"/>
                    <a:pt x="3389" y="3708"/>
                    <a:pt x="3373" y="3784"/>
                  </a:cubicBezTo>
                  <a:lnTo>
                    <a:pt x="3417" y="3792"/>
                  </a:lnTo>
                  <a:cubicBezTo>
                    <a:pt x="3429" y="3712"/>
                    <a:pt x="3437" y="3632"/>
                    <a:pt x="3445" y="3552"/>
                  </a:cubicBezTo>
                  <a:cubicBezTo>
                    <a:pt x="3449" y="3472"/>
                    <a:pt x="3453" y="3388"/>
                    <a:pt x="3457" y="3308"/>
                  </a:cubicBezTo>
                  <a:cubicBezTo>
                    <a:pt x="3457" y="3268"/>
                    <a:pt x="3461" y="3228"/>
                    <a:pt x="3465" y="3188"/>
                  </a:cubicBezTo>
                  <a:cubicBezTo>
                    <a:pt x="3469" y="3148"/>
                    <a:pt x="3473" y="3108"/>
                    <a:pt x="3481" y="3072"/>
                  </a:cubicBezTo>
                  <a:cubicBezTo>
                    <a:pt x="3521" y="2916"/>
                    <a:pt x="3573" y="2760"/>
                    <a:pt x="3633" y="2608"/>
                  </a:cubicBezTo>
                  <a:cubicBezTo>
                    <a:pt x="3697" y="2456"/>
                    <a:pt x="3737" y="2288"/>
                    <a:pt x="3753" y="2120"/>
                  </a:cubicBezTo>
                  <a:cubicBezTo>
                    <a:pt x="3761" y="1948"/>
                    <a:pt x="3713" y="1776"/>
                    <a:pt x="3621" y="1628"/>
                  </a:cubicBezTo>
                  <a:cubicBezTo>
                    <a:pt x="3529" y="1492"/>
                    <a:pt x="3417" y="1368"/>
                    <a:pt x="3285" y="1264"/>
                  </a:cubicBezTo>
                  <a:cubicBezTo>
                    <a:pt x="3161" y="1160"/>
                    <a:pt x="3033" y="1068"/>
                    <a:pt x="2909" y="980"/>
                  </a:cubicBezTo>
                  <a:cubicBezTo>
                    <a:pt x="2785" y="888"/>
                    <a:pt x="2665" y="800"/>
                    <a:pt x="2557" y="708"/>
                  </a:cubicBezTo>
                  <a:cubicBezTo>
                    <a:pt x="2449" y="620"/>
                    <a:pt x="2349" y="524"/>
                    <a:pt x="2257" y="416"/>
                  </a:cubicBezTo>
                  <a:cubicBezTo>
                    <a:pt x="2233" y="392"/>
                    <a:pt x="2217" y="368"/>
                    <a:pt x="2193" y="340"/>
                  </a:cubicBezTo>
                  <a:cubicBezTo>
                    <a:pt x="2169" y="308"/>
                    <a:pt x="2153" y="284"/>
                    <a:pt x="2125" y="256"/>
                  </a:cubicBezTo>
                  <a:cubicBezTo>
                    <a:pt x="2081" y="196"/>
                    <a:pt x="2025" y="148"/>
                    <a:pt x="1965" y="104"/>
                  </a:cubicBezTo>
                  <a:cubicBezTo>
                    <a:pt x="1864" y="36"/>
                    <a:pt x="1745" y="0"/>
                    <a:pt x="16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0"/>
            <p:cNvSpPr/>
            <p:nvPr/>
          </p:nvSpPr>
          <p:spPr>
            <a:xfrm>
              <a:off x="3134236" y="1639478"/>
              <a:ext cx="1008661" cy="557316"/>
            </a:xfrm>
            <a:custGeom>
              <a:avLst/>
              <a:gdLst/>
              <a:ahLst/>
              <a:cxnLst/>
              <a:rect l="l" t="t" r="r" b="b"/>
              <a:pathLst>
                <a:path w="5178" h="2861" extrusionOk="0">
                  <a:moveTo>
                    <a:pt x="3350" y="0"/>
                  </a:moveTo>
                  <a:cubicBezTo>
                    <a:pt x="3334" y="0"/>
                    <a:pt x="3317" y="1"/>
                    <a:pt x="3301" y="2"/>
                  </a:cubicBezTo>
                  <a:cubicBezTo>
                    <a:pt x="3173" y="6"/>
                    <a:pt x="3049" y="26"/>
                    <a:pt x="2929" y="62"/>
                  </a:cubicBezTo>
                  <a:cubicBezTo>
                    <a:pt x="2809" y="94"/>
                    <a:pt x="2689" y="138"/>
                    <a:pt x="2573" y="182"/>
                  </a:cubicBezTo>
                  <a:cubicBezTo>
                    <a:pt x="2457" y="226"/>
                    <a:pt x="2341" y="274"/>
                    <a:pt x="2225" y="310"/>
                  </a:cubicBezTo>
                  <a:cubicBezTo>
                    <a:pt x="2113" y="350"/>
                    <a:pt x="1993" y="374"/>
                    <a:pt x="1877" y="378"/>
                  </a:cubicBezTo>
                  <a:cubicBezTo>
                    <a:pt x="1757" y="378"/>
                    <a:pt x="1641" y="362"/>
                    <a:pt x="1525" y="330"/>
                  </a:cubicBezTo>
                  <a:cubicBezTo>
                    <a:pt x="1409" y="302"/>
                    <a:pt x="1289" y="266"/>
                    <a:pt x="1169" y="230"/>
                  </a:cubicBezTo>
                  <a:cubicBezTo>
                    <a:pt x="1109" y="210"/>
                    <a:pt x="1045" y="194"/>
                    <a:pt x="981" y="182"/>
                  </a:cubicBezTo>
                  <a:cubicBezTo>
                    <a:pt x="949" y="178"/>
                    <a:pt x="917" y="174"/>
                    <a:pt x="881" y="174"/>
                  </a:cubicBezTo>
                  <a:lnTo>
                    <a:pt x="833" y="174"/>
                  </a:lnTo>
                  <a:cubicBezTo>
                    <a:pt x="817" y="174"/>
                    <a:pt x="797" y="178"/>
                    <a:pt x="781" y="182"/>
                  </a:cubicBezTo>
                  <a:cubicBezTo>
                    <a:pt x="749" y="186"/>
                    <a:pt x="713" y="190"/>
                    <a:pt x="681" y="198"/>
                  </a:cubicBezTo>
                  <a:lnTo>
                    <a:pt x="589" y="234"/>
                  </a:lnTo>
                  <a:lnTo>
                    <a:pt x="501" y="278"/>
                  </a:lnTo>
                  <a:cubicBezTo>
                    <a:pt x="469" y="294"/>
                    <a:pt x="445" y="314"/>
                    <a:pt x="421" y="334"/>
                  </a:cubicBezTo>
                  <a:cubicBezTo>
                    <a:pt x="317" y="414"/>
                    <a:pt x="233" y="510"/>
                    <a:pt x="165" y="618"/>
                  </a:cubicBezTo>
                  <a:cubicBezTo>
                    <a:pt x="97" y="726"/>
                    <a:pt x="41" y="838"/>
                    <a:pt x="1" y="958"/>
                  </a:cubicBezTo>
                  <a:lnTo>
                    <a:pt x="21" y="962"/>
                  </a:lnTo>
                  <a:cubicBezTo>
                    <a:pt x="77" y="854"/>
                    <a:pt x="141" y="750"/>
                    <a:pt x="217" y="650"/>
                  </a:cubicBezTo>
                  <a:cubicBezTo>
                    <a:pt x="289" y="554"/>
                    <a:pt x="377" y="470"/>
                    <a:pt x="477" y="402"/>
                  </a:cubicBezTo>
                  <a:cubicBezTo>
                    <a:pt x="501" y="386"/>
                    <a:pt x="525" y="366"/>
                    <a:pt x="553" y="354"/>
                  </a:cubicBezTo>
                  <a:lnTo>
                    <a:pt x="629" y="318"/>
                  </a:lnTo>
                  <a:lnTo>
                    <a:pt x="713" y="294"/>
                  </a:lnTo>
                  <a:cubicBezTo>
                    <a:pt x="741" y="290"/>
                    <a:pt x="769" y="286"/>
                    <a:pt x="797" y="282"/>
                  </a:cubicBezTo>
                  <a:cubicBezTo>
                    <a:pt x="813" y="282"/>
                    <a:pt x="825" y="282"/>
                    <a:pt x="841" y="278"/>
                  </a:cubicBezTo>
                  <a:lnTo>
                    <a:pt x="885" y="282"/>
                  </a:lnTo>
                  <a:cubicBezTo>
                    <a:pt x="913" y="282"/>
                    <a:pt x="941" y="286"/>
                    <a:pt x="969" y="294"/>
                  </a:cubicBezTo>
                  <a:lnTo>
                    <a:pt x="1053" y="314"/>
                  </a:lnTo>
                  <a:cubicBezTo>
                    <a:pt x="1081" y="318"/>
                    <a:pt x="1113" y="330"/>
                    <a:pt x="1141" y="342"/>
                  </a:cubicBezTo>
                  <a:cubicBezTo>
                    <a:pt x="1257" y="378"/>
                    <a:pt x="1377" y="418"/>
                    <a:pt x="1501" y="450"/>
                  </a:cubicBezTo>
                  <a:cubicBezTo>
                    <a:pt x="1604" y="480"/>
                    <a:pt x="1713" y="496"/>
                    <a:pt x="1820" y="496"/>
                  </a:cubicBezTo>
                  <a:cubicBezTo>
                    <a:pt x="1842" y="496"/>
                    <a:pt x="1863" y="495"/>
                    <a:pt x="1885" y="494"/>
                  </a:cubicBezTo>
                  <a:cubicBezTo>
                    <a:pt x="2017" y="486"/>
                    <a:pt x="2141" y="454"/>
                    <a:pt x="2261" y="402"/>
                  </a:cubicBezTo>
                  <a:cubicBezTo>
                    <a:pt x="2377" y="354"/>
                    <a:pt x="2493" y="302"/>
                    <a:pt x="2605" y="246"/>
                  </a:cubicBezTo>
                  <a:cubicBezTo>
                    <a:pt x="2713" y="194"/>
                    <a:pt x="2829" y="146"/>
                    <a:pt x="2945" y="110"/>
                  </a:cubicBezTo>
                  <a:cubicBezTo>
                    <a:pt x="3061" y="70"/>
                    <a:pt x="3181" y="50"/>
                    <a:pt x="3305" y="42"/>
                  </a:cubicBezTo>
                  <a:cubicBezTo>
                    <a:pt x="3315" y="42"/>
                    <a:pt x="3325" y="41"/>
                    <a:pt x="3335" y="41"/>
                  </a:cubicBezTo>
                  <a:cubicBezTo>
                    <a:pt x="3445" y="41"/>
                    <a:pt x="3558" y="62"/>
                    <a:pt x="3661" y="106"/>
                  </a:cubicBezTo>
                  <a:cubicBezTo>
                    <a:pt x="3769" y="154"/>
                    <a:pt x="3869" y="226"/>
                    <a:pt x="3953" y="314"/>
                  </a:cubicBezTo>
                  <a:lnTo>
                    <a:pt x="4013" y="382"/>
                  </a:lnTo>
                  <a:lnTo>
                    <a:pt x="4069" y="454"/>
                  </a:lnTo>
                  <a:cubicBezTo>
                    <a:pt x="4105" y="502"/>
                    <a:pt x="4141" y="554"/>
                    <a:pt x="4181" y="602"/>
                  </a:cubicBezTo>
                  <a:cubicBezTo>
                    <a:pt x="4261" y="702"/>
                    <a:pt x="4345" y="794"/>
                    <a:pt x="4441" y="882"/>
                  </a:cubicBezTo>
                  <a:cubicBezTo>
                    <a:pt x="4533" y="966"/>
                    <a:pt x="4629" y="1046"/>
                    <a:pt x="4729" y="1122"/>
                  </a:cubicBezTo>
                  <a:cubicBezTo>
                    <a:pt x="4811" y="1185"/>
                    <a:pt x="4893" y="1240"/>
                    <a:pt x="4978" y="1292"/>
                  </a:cubicBezTo>
                  <a:lnTo>
                    <a:pt x="4978" y="1292"/>
                  </a:lnTo>
                  <a:cubicBezTo>
                    <a:pt x="4951" y="1325"/>
                    <a:pt x="4922" y="1357"/>
                    <a:pt x="4889" y="1390"/>
                  </a:cubicBezTo>
                  <a:cubicBezTo>
                    <a:pt x="4841" y="1438"/>
                    <a:pt x="4789" y="1490"/>
                    <a:pt x="4741" y="1534"/>
                  </a:cubicBezTo>
                  <a:cubicBezTo>
                    <a:pt x="4641" y="1626"/>
                    <a:pt x="4529" y="1706"/>
                    <a:pt x="4409" y="1766"/>
                  </a:cubicBezTo>
                  <a:lnTo>
                    <a:pt x="4313" y="1810"/>
                  </a:lnTo>
                  <a:cubicBezTo>
                    <a:pt x="4281" y="1822"/>
                    <a:pt x="4249" y="1842"/>
                    <a:pt x="4213" y="1858"/>
                  </a:cubicBezTo>
                  <a:cubicBezTo>
                    <a:pt x="4149" y="1894"/>
                    <a:pt x="4089" y="1930"/>
                    <a:pt x="4025" y="1970"/>
                  </a:cubicBezTo>
                  <a:cubicBezTo>
                    <a:pt x="3905" y="2042"/>
                    <a:pt x="3785" y="2122"/>
                    <a:pt x="3665" y="2198"/>
                  </a:cubicBezTo>
                  <a:cubicBezTo>
                    <a:pt x="3425" y="2358"/>
                    <a:pt x="3193" y="2518"/>
                    <a:pt x="2953" y="2670"/>
                  </a:cubicBezTo>
                  <a:cubicBezTo>
                    <a:pt x="2897" y="2706"/>
                    <a:pt x="2837" y="2742"/>
                    <a:pt x="2773" y="2770"/>
                  </a:cubicBezTo>
                  <a:cubicBezTo>
                    <a:pt x="2757" y="2774"/>
                    <a:pt x="2745" y="2782"/>
                    <a:pt x="2729" y="2782"/>
                  </a:cubicBezTo>
                  <a:cubicBezTo>
                    <a:pt x="2709" y="2786"/>
                    <a:pt x="2693" y="2790"/>
                    <a:pt x="2677" y="2794"/>
                  </a:cubicBezTo>
                  <a:cubicBezTo>
                    <a:pt x="2645" y="2798"/>
                    <a:pt x="2609" y="2802"/>
                    <a:pt x="2573" y="2802"/>
                  </a:cubicBezTo>
                  <a:cubicBezTo>
                    <a:pt x="2555" y="2802"/>
                    <a:pt x="2537" y="2803"/>
                    <a:pt x="2520" y="2803"/>
                  </a:cubicBezTo>
                  <a:cubicBezTo>
                    <a:pt x="2397" y="2803"/>
                    <a:pt x="2275" y="2791"/>
                    <a:pt x="2153" y="2770"/>
                  </a:cubicBezTo>
                  <a:lnTo>
                    <a:pt x="2149" y="2786"/>
                  </a:lnTo>
                  <a:cubicBezTo>
                    <a:pt x="2289" y="2826"/>
                    <a:pt x="2429" y="2850"/>
                    <a:pt x="2573" y="2858"/>
                  </a:cubicBezTo>
                  <a:cubicBezTo>
                    <a:pt x="2591" y="2860"/>
                    <a:pt x="2610" y="2861"/>
                    <a:pt x="2629" y="2861"/>
                  </a:cubicBezTo>
                  <a:cubicBezTo>
                    <a:pt x="2648" y="2861"/>
                    <a:pt x="2667" y="2860"/>
                    <a:pt x="2685" y="2858"/>
                  </a:cubicBezTo>
                  <a:cubicBezTo>
                    <a:pt x="2705" y="2858"/>
                    <a:pt x="2721" y="2854"/>
                    <a:pt x="2741" y="2854"/>
                  </a:cubicBezTo>
                  <a:cubicBezTo>
                    <a:pt x="2761" y="2850"/>
                    <a:pt x="2777" y="2846"/>
                    <a:pt x="2797" y="2838"/>
                  </a:cubicBezTo>
                  <a:cubicBezTo>
                    <a:pt x="2865" y="2814"/>
                    <a:pt x="2933" y="2782"/>
                    <a:pt x="2997" y="2746"/>
                  </a:cubicBezTo>
                  <a:cubicBezTo>
                    <a:pt x="3125" y="2682"/>
                    <a:pt x="3249" y="2610"/>
                    <a:pt x="3369" y="2534"/>
                  </a:cubicBezTo>
                  <a:lnTo>
                    <a:pt x="3733" y="2314"/>
                  </a:lnTo>
                  <a:cubicBezTo>
                    <a:pt x="3857" y="2238"/>
                    <a:pt x="3977" y="2166"/>
                    <a:pt x="4097" y="2094"/>
                  </a:cubicBezTo>
                  <a:cubicBezTo>
                    <a:pt x="4161" y="2058"/>
                    <a:pt x="4221" y="2022"/>
                    <a:pt x="4281" y="1990"/>
                  </a:cubicBezTo>
                  <a:cubicBezTo>
                    <a:pt x="4313" y="1978"/>
                    <a:pt x="4337" y="1958"/>
                    <a:pt x="4373" y="1946"/>
                  </a:cubicBezTo>
                  <a:lnTo>
                    <a:pt x="4473" y="1902"/>
                  </a:lnTo>
                  <a:cubicBezTo>
                    <a:pt x="4605" y="1834"/>
                    <a:pt x="4729" y="1746"/>
                    <a:pt x="4837" y="1642"/>
                  </a:cubicBezTo>
                  <a:cubicBezTo>
                    <a:pt x="4889" y="1590"/>
                    <a:pt x="4941" y="1538"/>
                    <a:pt x="4989" y="1482"/>
                  </a:cubicBezTo>
                  <a:cubicBezTo>
                    <a:pt x="5037" y="1430"/>
                    <a:pt x="5085" y="1374"/>
                    <a:pt x="5129" y="1314"/>
                  </a:cubicBezTo>
                  <a:lnTo>
                    <a:pt x="5177" y="1250"/>
                  </a:lnTo>
                  <a:lnTo>
                    <a:pt x="5105" y="1214"/>
                  </a:lnTo>
                  <a:cubicBezTo>
                    <a:pt x="5001" y="1158"/>
                    <a:pt x="4897" y="1094"/>
                    <a:pt x="4797" y="1022"/>
                  </a:cubicBezTo>
                  <a:cubicBezTo>
                    <a:pt x="4697" y="954"/>
                    <a:pt x="4601" y="882"/>
                    <a:pt x="4509" y="802"/>
                  </a:cubicBezTo>
                  <a:cubicBezTo>
                    <a:pt x="4417" y="722"/>
                    <a:pt x="4329" y="638"/>
                    <a:pt x="4245" y="546"/>
                  </a:cubicBezTo>
                  <a:cubicBezTo>
                    <a:pt x="4201" y="506"/>
                    <a:pt x="4165" y="454"/>
                    <a:pt x="4121" y="410"/>
                  </a:cubicBezTo>
                  <a:lnTo>
                    <a:pt x="4061" y="334"/>
                  </a:lnTo>
                  <a:lnTo>
                    <a:pt x="3993" y="270"/>
                  </a:lnTo>
                  <a:cubicBezTo>
                    <a:pt x="3901" y="182"/>
                    <a:pt x="3793" y="110"/>
                    <a:pt x="3673" y="62"/>
                  </a:cubicBezTo>
                  <a:cubicBezTo>
                    <a:pt x="3568" y="23"/>
                    <a:pt x="3461" y="0"/>
                    <a:pt x="3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>
              <a:off x="2852946" y="1190854"/>
              <a:ext cx="726400" cy="601729"/>
            </a:xfrm>
            <a:custGeom>
              <a:avLst/>
              <a:gdLst/>
              <a:ahLst/>
              <a:cxnLst/>
              <a:rect l="l" t="t" r="r" b="b"/>
              <a:pathLst>
                <a:path w="3729" h="3089" extrusionOk="0">
                  <a:moveTo>
                    <a:pt x="1601" y="1"/>
                  </a:moveTo>
                  <a:lnTo>
                    <a:pt x="1597" y="45"/>
                  </a:lnTo>
                  <a:cubicBezTo>
                    <a:pt x="1593" y="61"/>
                    <a:pt x="1589" y="77"/>
                    <a:pt x="1581" y="89"/>
                  </a:cubicBezTo>
                  <a:cubicBezTo>
                    <a:pt x="1569" y="101"/>
                    <a:pt x="1557" y="113"/>
                    <a:pt x="1545" y="125"/>
                  </a:cubicBezTo>
                  <a:cubicBezTo>
                    <a:pt x="1509" y="145"/>
                    <a:pt x="1473" y="157"/>
                    <a:pt x="1433" y="161"/>
                  </a:cubicBezTo>
                  <a:cubicBezTo>
                    <a:pt x="1393" y="165"/>
                    <a:pt x="1349" y="165"/>
                    <a:pt x="1309" y="165"/>
                  </a:cubicBezTo>
                  <a:cubicBezTo>
                    <a:pt x="1265" y="161"/>
                    <a:pt x="1221" y="153"/>
                    <a:pt x="1173" y="153"/>
                  </a:cubicBezTo>
                  <a:cubicBezTo>
                    <a:pt x="1156" y="152"/>
                    <a:pt x="1140" y="152"/>
                    <a:pt x="1124" y="152"/>
                  </a:cubicBezTo>
                  <a:cubicBezTo>
                    <a:pt x="1045" y="152"/>
                    <a:pt x="968" y="159"/>
                    <a:pt x="889" y="173"/>
                  </a:cubicBezTo>
                  <a:cubicBezTo>
                    <a:pt x="797" y="189"/>
                    <a:pt x="709" y="209"/>
                    <a:pt x="617" y="241"/>
                  </a:cubicBezTo>
                  <a:cubicBezTo>
                    <a:pt x="529" y="265"/>
                    <a:pt x="441" y="301"/>
                    <a:pt x="357" y="341"/>
                  </a:cubicBezTo>
                  <a:cubicBezTo>
                    <a:pt x="269" y="385"/>
                    <a:pt x="185" y="437"/>
                    <a:pt x="113" y="501"/>
                  </a:cubicBezTo>
                  <a:cubicBezTo>
                    <a:pt x="73" y="541"/>
                    <a:pt x="37" y="585"/>
                    <a:pt x="17" y="641"/>
                  </a:cubicBezTo>
                  <a:cubicBezTo>
                    <a:pt x="5" y="673"/>
                    <a:pt x="1" y="705"/>
                    <a:pt x="5" y="741"/>
                  </a:cubicBezTo>
                  <a:lnTo>
                    <a:pt x="13" y="809"/>
                  </a:lnTo>
                  <a:cubicBezTo>
                    <a:pt x="25" y="901"/>
                    <a:pt x="37" y="989"/>
                    <a:pt x="53" y="1081"/>
                  </a:cubicBezTo>
                  <a:lnTo>
                    <a:pt x="145" y="1621"/>
                  </a:lnTo>
                  <a:cubicBezTo>
                    <a:pt x="157" y="1709"/>
                    <a:pt x="173" y="1801"/>
                    <a:pt x="181" y="1881"/>
                  </a:cubicBezTo>
                  <a:cubicBezTo>
                    <a:pt x="185" y="1901"/>
                    <a:pt x="185" y="1925"/>
                    <a:pt x="181" y="1945"/>
                  </a:cubicBezTo>
                  <a:cubicBezTo>
                    <a:pt x="181" y="1965"/>
                    <a:pt x="177" y="1985"/>
                    <a:pt x="177" y="2009"/>
                  </a:cubicBezTo>
                  <a:cubicBezTo>
                    <a:pt x="173" y="2053"/>
                    <a:pt x="169" y="2097"/>
                    <a:pt x="165" y="2141"/>
                  </a:cubicBezTo>
                  <a:cubicBezTo>
                    <a:pt x="153" y="2233"/>
                    <a:pt x="145" y="2325"/>
                    <a:pt x="149" y="2417"/>
                  </a:cubicBezTo>
                  <a:cubicBezTo>
                    <a:pt x="149" y="2513"/>
                    <a:pt x="165" y="2609"/>
                    <a:pt x="197" y="2697"/>
                  </a:cubicBezTo>
                  <a:cubicBezTo>
                    <a:pt x="229" y="2785"/>
                    <a:pt x="281" y="2869"/>
                    <a:pt x="353" y="2933"/>
                  </a:cubicBezTo>
                  <a:cubicBezTo>
                    <a:pt x="385" y="2965"/>
                    <a:pt x="421" y="2993"/>
                    <a:pt x="461" y="3021"/>
                  </a:cubicBezTo>
                  <a:cubicBezTo>
                    <a:pt x="497" y="3045"/>
                    <a:pt x="541" y="3065"/>
                    <a:pt x="581" y="3089"/>
                  </a:cubicBezTo>
                  <a:lnTo>
                    <a:pt x="585" y="3073"/>
                  </a:lnTo>
                  <a:cubicBezTo>
                    <a:pt x="549" y="3045"/>
                    <a:pt x="513" y="3025"/>
                    <a:pt x="477" y="2997"/>
                  </a:cubicBezTo>
                  <a:cubicBezTo>
                    <a:pt x="445" y="2969"/>
                    <a:pt x="413" y="2937"/>
                    <a:pt x="385" y="2901"/>
                  </a:cubicBezTo>
                  <a:cubicBezTo>
                    <a:pt x="329" y="2837"/>
                    <a:pt x="289" y="2757"/>
                    <a:pt x="265" y="2677"/>
                  </a:cubicBezTo>
                  <a:cubicBezTo>
                    <a:pt x="241" y="2593"/>
                    <a:pt x="233" y="2505"/>
                    <a:pt x="241" y="2421"/>
                  </a:cubicBezTo>
                  <a:cubicBezTo>
                    <a:pt x="245" y="2329"/>
                    <a:pt x="257" y="2241"/>
                    <a:pt x="273" y="2157"/>
                  </a:cubicBezTo>
                  <a:cubicBezTo>
                    <a:pt x="281" y="2113"/>
                    <a:pt x="289" y="2069"/>
                    <a:pt x="297" y="2021"/>
                  </a:cubicBezTo>
                  <a:cubicBezTo>
                    <a:pt x="305" y="1973"/>
                    <a:pt x="305" y="1925"/>
                    <a:pt x="305" y="1877"/>
                  </a:cubicBezTo>
                  <a:cubicBezTo>
                    <a:pt x="301" y="1777"/>
                    <a:pt x="289" y="1693"/>
                    <a:pt x="277" y="1601"/>
                  </a:cubicBezTo>
                  <a:cubicBezTo>
                    <a:pt x="253" y="1421"/>
                    <a:pt x="221" y="1241"/>
                    <a:pt x="197" y="1061"/>
                  </a:cubicBezTo>
                  <a:cubicBezTo>
                    <a:pt x="181" y="973"/>
                    <a:pt x="169" y="885"/>
                    <a:pt x="157" y="797"/>
                  </a:cubicBezTo>
                  <a:lnTo>
                    <a:pt x="149" y="733"/>
                  </a:lnTo>
                  <a:cubicBezTo>
                    <a:pt x="149" y="721"/>
                    <a:pt x="153" y="709"/>
                    <a:pt x="157" y="697"/>
                  </a:cubicBezTo>
                  <a:cubicBezTo>
                    <a:pt x="169" y="665"/>
                    <a:pt x="189" y="637"/>
                    <a:pt x="213" y="613"/>
                  </a:cubicBezTo>
                  <a:cubicBezTo>
                    <a:pt x="273" y="557"/>
                    <a:pt x="345" y="509"/>
                    <a:pt x="417" y="473"/>
                  </a:cubicBezTo>
                  <a:cubicBezTo>
                    <a:pt x="497" y="429"/>
                    <a:pt x="577" y="397"/>
                    <a:pt x="657" y="369"/>
                  </a:cubicBezTo>
                  <a:cubicBezTo>
                    <a:pt x="741" y="341"/>
                    <a:pt x="825" y="317"/>
                    <a:pt x="913" y="301"/>
                  </a:cubicBezTo>
                  <a:cubicBezTo>
                    <a:pt x="997" y="281"/>
                    <a:pt x="1081" y="269"/>
                    <a:pt x="1169" y="269"/>
                  </a:cubicBezTo>
                  <a:cubicBezTo>
                    <a:pt x="1209" y="269"/>
                    <a:pt x="1257" y="273"/>
                    <a:pt x="1305" y="273"/>
                  </a:cubicBezTo>
                  <a:cubicBezTo>
                    <a:pt x="1353" y="273"/>
                    <a:pt x="1401" y="265"/>
                    <a:pt x="1449" y="257"/>
                  </a:cubicBezTo>
                  <a:cubicBezTo>
                    <a:pt x="1501" y="249"/>
                    <a:pt x="1549" y="229"/>
                    <a:pt x="1589" y="197"/>
                  </a:cubicBezTo>
                  <a:cubicBezTo>
                    <a:pt x="1629" y="172"/>
                    <a:pt x="1655" y="133"/>
                    <a:pt x="1665" y="88"/>
                  </a:cubicBezTo>
                  <a:lnTo>
                    <a:pt x="1665" y="88"/>
                  </a:lnTo>
                  <a:cubicBezTo>
                    <a:pt x="1740" y="96"/>
                    <a:pt x="1812" y="108"/>
                    <a:pt x="1885" y="129"/>
                  </a:cubicBezTo>
                  <a:cubicBezTo>
                    <a:pt x="1969" y="149"/>
                    <a:pt x="2049" y="185"/>
                    <a:pt x="2125" y="229"/>
                  </a:cubicBezTo>
                  <a:cubicBezTo>
                    <a:pt x="2197" y="273"/>
                    <a:pt x="2265" y="329"/>
                    <a:pt x="2325" y="393"/>
                  </a:cubicBezTo>
                  <a:cubicBezTo>
                    <a:pt x="2381" y="457"/>
                    <a:pt x="2433" y="529"/>
                    <a:pt x="2481" y="601"/>
                  </a:cubicBezTo>
                  <a:lnTo>
                    <a:pt x="2549" y="717"/>
                  </a:lnTo>
                  <a:cubicBezTo>
                    <a:pt x="2561" y="737"/>
                    <a:pt x="2577" y="753"/>
                    <a:pt x="2593" y="773"/>
                  </a:cubicBezTo>
                  <a:lnTo>
                    <a:pt x="2637" y="825"/>
                  </a:lnTo>
                  <a:cubicBezTo>
                    <a:pt x="2701" y="885"/>
                    <a:pt x="2773" y="945"/>
                    <a:pt x="2845" y="997"/>
                  </a:cubicBezTo>
                  <a:cubicBezTo>
                    <a:pt x="2917" y="1049"/>
                    <a:pt x="2989" y="1101"/>
                    <a:pt x="3061" y="1153"/>
                  </a:cubicBezTo>
                  <a:cubicBezTo>
                    <a:pt x="3133" y="1205"/>
                    <a:pt x="3205" y="1257"/>
                    <a:pt x="3273" y="1309"/>
                  </a:cubicBezTo>
                  <a:cubicBezTo>
                    <a:pt x="3337" y="1361"/>
                    <a:pt x="3401" y="1421"/>
                    <a:pt x="3461" y="1481"/>
                  </a:cubicBezTo>
                  <a:cubicBezTo>
                    <a:pt x="3473" y="1497"/>
                    <a:pt x="3485" y="1509"/>
                    <a:pt x="3501" y="1525"/>
                  </a:cubicBezTo>
                  <a:lnTo>
                    <a:pt x="3517" y="1553"/>
                  </a:lnTo>
                  <a:lnTo>
                    <a:pt x="3529" y="1569"/>
                  </a:lnTo>
                  <a:lnTo>
                    <a:pt x="3533" y="1573"/>
                  </a:lnTo>
                  <a:cubicBezTo>
                    <a:pt x="3532" y="1572"/>
                    <a:pt x="3532" y="1572"/>
                    <a:pt x="3531" y="1572"/>
                  </a:cubicBezTo>
                  <a:lnTo>
                    <a:pt x="3531" y="1572"/>
                  </a:lnTo>
                  <a:cubicBezTo>
                    <a:pt x="3530" y="1572"/>
                    <a:pt x="3533" y="1577"/>
                    <a:pt x="3533" y="1577"/>
                  </a:cubicBezTo>
                  <a:cubicBezTo>
                    <a:pt x="3541" y="1593"/>
                    <a:pt x="3557" y="1609"/>
                    <a:pt x="3561" y="1629"/>
                  </a:cubicBezTo>
                  <a:cubicBezTo>
                    <a:pt x="3569" y="1645"/>
                    <a:pt x="3577" y="1665"/>
                    <a:pt x="3585" y="1681"/>
                  </a:cubicBezTo>
                  <a:cubicBezTo>
                    <a:pt x="3609" y="1753"/>
                    <a:pt x="3605" y="1829"/>
                    <a:pt x="3577" y="1901"/>
                  </a:cubicBezTo>
                  <a:cubicBezTo>
                    <a:pt x="3545" y="1969"/>
                    <a:pt x="3493" y="2029"/>
                    <a:pt x="3425" y="2065"/>
                  </a:cubicBezTo>
                  <a:cubicBezTo>
                    <a:pt x="3409" y="2073"/>
                    <a:pt x="3389" y="2081"/>
                    <a:pt x="3373" y="2093"/>
                  </a:cubicBezTo>
                  <a:lnTo>
                    <a:pt x="3317" y="2109"/>
                  </a:lnTo>
                  <a:cubicBezTo>
                    <a:pt x="3297" y="2113"/>
                    <a:pt x="3277" y="2121"/>
                    <a:pt x="3257" y="2125"/>
                  </a:cubicBezTo>
                  <a:lnTo>
                    <a:pt x="3193" y="2133"/>
                  </a:lnTo>
                  <a:cubicBezTo>
                    <a:pt x="3097" y="2141"/>
                    <a:pt x="3009" y="2169"/>
                    <a:pt x="2925" y="2213"/>
                  </a:cubicBezTo>
                  <a:cubicBezTo>
                    <a:pt x="2845" y="2257"/>
                    <a:pt x="2769" y="2309"/>
                    <a:pt x="2701" y="2369"/>
                  </a:cubicBezTo>
                  <a:cubicBezTo>
                    <a:pt x="2633" y="2429"/>
                    <a:pt x="2573" y="2493"/>
                    <a:pt x="2517" y="2561"/>
                  </a:cubicBezTo>
                  <a:lnTo>
                    <a:pt x="2525" y="2569"/>
                  </a:lnTo>
                  <a:cubicBezTo>
                    <a:pt x="2649" y="2445"/>
                    <a:pt x="2797" y="2345"/>
                    <a:pt x="2957" y="2273"/>
                  </a:cubicBezTo>
                  <a:cubicBezTo>
                    <a:pt x="3033" y="2241"/>
                    <a:pt x="3113" y="2221"/>
                    <a:pt x="3197" y="2217"/>
                  </a:cubicBezTo>
                  <a:lnTo>
                    <a:pt x="3265" y="2213"/>
                  </a:lnTo>
                  <a:cubicBezTo>
                    <a:pt x="3289" y="2213"/>
                    <a:pt x="3317" y="2209"/>
                    <a:pt x="3337" y="2201"/>
                  </a:cubicBezTo>
                  <a:cubicBezTo>
                    <a:pt x="3361" y="2197"/>
                    <a:pt x="3385" y="2193"/>
                    <a:pt x="3409" y="2185"/>
                  </a:cubicBezTo>
                  <a:cubicBezTo>
                    <a:pt x="3433" y="2173"/>
                    <a:pt x="3453" y="2165"/>
                    <a:pt x="3477" y="2153"/>
                  </a:cubicBezTo>
                  <a:cubicBezTo>
                    <a:pt x="3565" y="2109"/>
                    <a:pt x="3641" y="2033"/>
                    <a:pt x="3685" y="1941"/>
                  </a:cubicBezTo>
                  <a:cubicBezTo>
                    <a:pt x="3725" y="1845"/>
                    <a:pt x="3729" y="1741"/>
                    <a:pt x="3701" y="1641"/>
                  </a:cubicBezTo>
                  <a:cubicBezTo>
                    <a:pt x="3693" y="1617"/>
                    <a:pt x="3685" y="1593"/>
                    <a:pt x="3673" y="1573"/>
                  </a:cubicBezTo>
                  <a:cubicBezTo>
                    <a:pt x="3661" y="1549"/>
                    <a:pt x="3649" y="1529"/>
                    <a:pt x="3637" y="1509"/>
                  </a:cubicBezTo>
                  <a:cubicBezTo>
                    <a:pt x="3637" y="1505"/>
                    <a:pt x="3633" y="1501"/>
                    <a:pt x="3633" y="1497"/>
                  </a:cubicBezTo>
                  <a:lnTo>
                    <a:pt x="3625" y="1489"/>
                  </a:lnTo>
                  <a:lnTo>
                    <a:pt x="3617" y="1477"/>
                  </a:lnTo>
                  <a:lnTo>
                    <a:pt x="3597" y="1449"/>
                  </a:lnTo>
                  <a:cubicBezTo>
                    <a:pt x="3581" y="1429"/>
                    <a:pt x="3565" y="1413"/>
                    <a:pt x="3549" y="1393"/>
                  </a:cubicBezTo>
                  <a:cubicBezTo>
                    <a:pt x="3485" y="1329"/>
                    <a:pt x="3417" y="1265"/>
                    <a:pt x="3341" y="1213"/>
                  </a:cubicBezTo>
                  <a:cubicBezTo>
                    <a:pt x="3193" y="1109"/>
                    <a:pt x="3041" y="1021"/>
                    <a:pt x="2889" y="929"/>
                  </a:cubicBezTo>
                  <a:cubicBezTo>
                    <a:pt x="2817" y="881"/>
                    <a:pt x="2745" y="833"/>
                    <a:pt x="2677" y="777"/>
                  </a:cubicBezTo>
                  <a:lnTo>
                    <a:pt x="2633" y="733"/>
                  </a:lnTo>
                  <a:cubicBezTo>
                    <a:pt x="2617" y="717"/>
                    <a:pt x="2605" y="701"/>
                    <a:pt x="2593" y="685"/>
                  </a:cubicBezTo>
                  <a:lnTo>
                    <a:pt x="2517" y="573"/>
                  </a:lnTo>
                  <a:cubicBezTo>
                    <a:pt x="2469" y="497"/>
                    <a:pt x="2413" y="425"/>
                    <a:pt x="2353" y="361"/>
                  </a:cubicBezTo>
                  <a:cubicBezTo>
                    <a:pt x="2293" y="293"/>
                    <a:pt x="2225" y="233"/>
                    <a:pt x="2149" y="185"/>
                  </a:cubicBezTo>
                  <a:cubicBezTo>
                    <a:pt x="2069" y="137"/>
                    <a:pt x="1989" y="97"/>
                    <a:pt x="1901" y="69"/>
                  </a:cubicBezTo>
                  <a:cubicBezTo>
                    <a:pt x="1813" y="41"/>
                    <a:pt x="1725" y="21"/>
                    <a:pt x="1637" y="9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>
              <a:off x="2199201" y="1155985"/>
              <a:ext cx="699907" cy="667766"/>
            </a:xfrm>
            <a:custGeom>
              <a:avLst/>
              <a:gdLst/>
              <a:ahLst/>
              <a:cxnLst/>
              <a:rect l="l" t="t" r="r" b="b"/>
              <a:pathLst>
                <a:path w="3593" h="3428" extrusionOk="0">
                  <a:moveTo>
                    <a:pt x="993" y="1"/>
                  </a:moveTo>
                  <a:cubicBezTo>
                    <a:pt x="893" y="1"/>
                    <a:pt x="793" y="2"/>
                    <a:pt x="693" y="4"/>
                  </a:cubicBezTo>
                  <a:cubicBezTo>
                    <a:pt x="493" y="8"/>
                    <a:pt x="293" y="12"/>
                    <a:pt x="93" y="28"/>
                  </a:cubicBezTo>
                  <a:lnTo>
                    <a:pt x="1" y="32"/>
                  </a:lnTo>
                  <a:lnTo>
                    <a:pt x="77" y="92"/>
                  </a:lnTo>
                  <a:cubicBezTo>
                    <a:pt x="149" y="148"/>
                    <a:pt x="209" y="236"/>
                    <a:pt x="197" y="316"/>
                  </a:cubicBezTo>
                  <a:cubicBezTo>
                    <a:pt x="193" y="356"/>
                    <a:pt x="173" y="392"/>
                    <a:pt x="141" y="424"/>
                  </a:cubicBezTo>
                  <a:lnTo>
                    <a:pt x="137" y="428"/>
                  </a:lnTo>
                  <a:lnTo>
                    <a:pt x="129" y="440"/>
                  </a:lnTo>
                  <a:lnTo>
                    <a:pt x="117" y="452"/>
                  </a:lnTo>
                  <a:cubicBezTo>
                    <a:pt x="109" y="464"/>
                    <a:pt x="97" y="484"/>
                    <a:pt x="89" y="496"/>
                  </a:cubicBezTo>
                  <a:cubicBezTo>
                    <a:pt x="77" y="520"/>
                    <a:pt x="65" y="548"/>
                    <a:pt x="57" y="576"/>
                  </a:cubicBezTo>
                  <a:cubicBezTo>
                    <a:pt x="29" y="680"/>
                    <a:pt x="13" y="784"/>
                    <a:pt x="9" y="892"/>
                  </a:cubicBezTo>
                  <a:cubicBezTo>
                    <a:pt x="1" y="996"/>
                    <a:pt x="1" y="1104"/>
                    <a:pt x="9" y="1208"/>
                  </a:cubicBezTo>
                  <a:cubicBezTo>
                    <a:pt x="17" y="1416"/>
                    <a:pt x="53" y="1624"/>
                    <a:pt x="109" y="1828"/>
                  </a:cubicBezTo>
                  <a:cubicBezTo>
                    <a:pt x="137" y="1936"/>
                    <a:pt x="181" y="2036"/>
                    <a:pt x="237" y="2128"/>
                  </a:cubicBezTo>
                  <a:cubicBezTo>
                    <a:pt x="249" y="2152"/>
                    <a:pt x="269" y="2176"/>
                    <a:pt x="285" y="2200"/>
                  </a:cubicBezTo>
                  <a:cubicBezTo>
                    <a:pt x="305" y="2224"/>
                    <a:pt x="325" y="2244"/>
                    <a:pt x="345" y="2260"/>
                  </a:cubicBezTo>
                  <a:cubicBezTo>
                    <a:pt x="381" y="2296"/>
                    <a:pt x="421" y="2332"/>
                    <a:pt x="461" y="2368"/>
                  </a:cubicBezTo>
                  <a:cubicBezTo>
                    <a:pt x="621" y="2504"/>
                    <a:pt x="789" y="2624"/>
                    <a:pt x="969" y="2736"/>
                  </a:cubicBezTo>
                  <a:cubicBezTo>
                    <a:pt x="1145" y="2848"/>
                    <a:pt x="1341" y="2936"/>
                    <a:pt x="1545" y="2992"/>
                  </a:cubicBezTo>
                  <a:cubicBezTo>
                    <a:pt x="1597" y="3008"/>
                    <a:pt x="1653" y="3012"/>
                    <a:pt x="1709" y="3012"/>
                  </a:cubicBezTo>
                  <a:cubicBezTo>
                    <a:pt x="1757" y="3012"/>
                    <a:pt x="1809" y="3016"/>
                    <a:pt x="1857" y="3024"/>
                  </a:cubicBezTo>
                  <a:cubicBezTo>
                    <a:pt x="1957" y="3032"/>
                    <a:pt x="2053" y="3056"/>
                    <a:pt x="2149" y="3088"/>
                  </a:cubicBezTo>
                  <a:cubicBezTo>
                    <a:pt x="2241" y="3120"/>
                    <a:pt x="2333" y="3168"/>
                    <a:pt x="2417" y="3224"/>
                  </a:cubicBezTo>
                  <a:cubicBezTo>
                    <a:pt x="2497" y="3280"/>
                    <a:pt x="2573" y="3348"/>
                    <a:pt x="2641" y="3428"/>
                  </a:cubicBezTo>
                  <a:lnTo>
                    <a:pt x="2649" y="3420"/>
                  </a:lnTo>
                  <a:cubicBezTo>
                    <a:pt x="2533" y="3244"/>
                    <a:pt x="2369" y="3104"/>
                    <a:pt x="2173" y="3020"/>
                  </a:cubicBezTo>
                  <a:cubicBezTo>
                    <a:pt x="2077" y="2980"/>
                    <a:pt x="1973" y="2952"/>
                    <a:pt x="1869" y="2932"/>
                  </a:cubicBezTo>
                  <a:cubicBezTo>
                    <a:pt x="1821" y="2924"/>
                    <a:pt x="1765" y="2916"/>
                    <a:pt x="1713" y="2912"/>
                  </a:cubicBezTo>
                  <a:cubicBezTo>
                    <a:pt x="1665" y="2908"/>
                    <a:pt x="1617" y="2900"/>
                    <a:pt x="1573" y="2888"/>
                  </a:cubicBezTo>
                  <a:cubicBezTo>
                    <a:pt x="1477" y="2860"/>
                    <a:pt x="1385" y="2820"/>
                    <a:pt x="1301" y="2776"/>
                  </a:cubicBezTo>
                  <a:cubicBezTo>
                    <a:pt x="1209" y="2728"/>
                    <a:pt x="1125" y="2676"/>
                    <a:pt x="1041" y="2620"/>
                  </a:cubicBezTo>
                  <a:cubicBezTo>
                    <a:pt x="869" y="2512"/>
                    <a:pt x="709" y="2388"/>
                    <a:pt x="557" y="2256"/>
                  </a:cubicBezTo>
                  <a:cubicBezTo>
                    <a:pt x="521" y="2224"/>
                    <a:pt x="485" y="2192"/>
                    <a:pt x="449" y="2156"/>
                  </a:cubicBezTo>
                  <a:cubicBezTo>
                    <a:pt x="429" y="2140"/>
                    <a:pt x="413" y="2124"/>
                    <a:pt x="397" y="2104"/>
                  </a:cubicBezTo>
                  <a:cubicBezTo>
                    <a:pt x="385" y="2088"/>
                    <a:pt x="369" y="2072"/>
                    <a:pt x="361" y="2052"/>
                  </a:cubicBezTo>
                  <a:cubicBezTo>
                    <a:pt x="309" y="1968"/>
                    <a:pt x="273" y="1880"/>
                    <a:pt x="245" y="1788"/>
                  </a:cubicBezTo>
                  <a:cubicBezTo>
                    <a:pt x="185" y="1596"/>
                    <a:pt x="149" y="1400"/>
                    <a:pt x="133" y="1200"/>
                  </a:cubicBezTo>
                  <a:cubicBezTo>
                    <a:pt x="125" y="1100"/>
                    <a:pt x="125" y="1000"/>
                    <a:pt x="125" y="900"/>
                  </a:cubicBezTo>
                  <a:cubicBezTo>
                    <a:pt x="125" y="800"/>
                    <a:pt x="137" y="704"/>
                    <a:pt x="161" y="608"/>
                  </a:cubicBezTo>
                  <a:cubicBezTo>
                    <a:pt x="165" y="584"/>
                    <a:pt x="173" y="564"/>
                    <a:pt x="185" y="544"/>
                  </a:cubicBezTo>
                  <a:cubicBezTo>
                    <a:pt x="189" y="536"/>
                    <a:pt x="189" y="528"/>
                    <a:pt x="197" y="520"/>
                  </a:cubicBezTo>
                  <a:lnTo>
                    <a:pt x="209" y="504"/>
                  </a:lnTo>
                  <a:lnTo>
                    <a:pt x="209" y="500"/>
                  </a:lnTo>
                  <a:lnTo>
                    <a:pt x="217" y="492"/>
                  </a:lnTo>
                  <a:cubicBezTo>
                    <a:pt x="257" y="444"/>
                    <a:pt x="285" y="388"/>
                    <a:pt x="289" y="324"/>
                  </a:cubicBezTo>
                  <a:cubicBezTo>
                    <a:pt x="293" y="264"/>
                    <a:pt x="273" y="204"/>
                    <a:pt x="237" y="152"/>
                  </a:cubicBezTo>
                  <a:cubicBezTo>
                    <a:pt x="221" y="130"/>
                    <a:pt x="203" y="109"/>
                    <a:pt x="183" y="90"/>
                  </a:cubicBezTo>
                  <a:lnTo>
                    <a:pt x="183" y="90"/>
                  </a:lnTo>
                  <a:cubicBezTo>
                    <a:pt x="353" y="71"/>
                    <a:pt x="524" y="59"/>
                    <a:pt x="693" y="52"/>
                  </a:cubicBezTo>
                  <a:cubicBezTo>
                    <a:pt x="793" y="48"/>
                    <a:pt x="892" y="46"/>
                    <a:pt x="991" y="46"/>
                  </a:cubicBezTo>
                  <a:cubicBezTo>
                    <a:pt x="1090" y="46"/>
                    <a:pt x="1189" y="48"/>
                    <a:pt x="1289" y="52"/>
                  </a:cubicBezTo>
                  <a:cubicBezTo>
                    <a:pt x="1489" y="60"/>
                    <a:pt x="1685" y="84"/>
                    <a:pt x="1881" y="120"/>
                  </a:cubicBezTo>
                  <a:cubicBezTo>
                    <a:pt x="1977" y="136"/>
                    <a:pt x="2069" y="160"/>
                    <a:pt x="2165" y="188"/>
                  </a:cubicBezTo>
                  <a:cubicBezTo>
                    <a:pt x="2209" y="204"/>
                    <a:pt x="2257" y="220"/>
                    <a:pt x="2297" y="240"/>
                  </a:cubicBezTo>
                  <a:cubicBezTo>
                    <a:pt x="2321" y="248"/>
                    <a:pt x="2345" y="260"/>
                    <a:pt x="2365" y="272"/>
                  </a:cubicBezTo>
                  <a:lnTo>
                    <a:pt x="2429" y="304"/>
                  </a:lnTo>
                  <a:cubicBezTo>
                    <a:pt x="2509" y="352"/>
                    <a:pt x="2589" y="404"/>
                    <a:pt x="2661" y="464"/>
                  </a:cubicBezTo>
                  <a:cubicBezTo>
                    <a:pt x="2733" y="528"/>
                    <a:pt x="2797" y="596"/>
                    <a:pt x="2849" y="676"/>
                  </a:cubicBezTo>
                  <a:cubicBezTo>
                    <a:pt x="2953" y="832"/>
                    <a:pt x="3009" y="1016"/>
                    <a:pt x="3053" y="1208"/>
                  </a:cubicBezTo>
                  <a:cubicBezTo>
                    <a:pt x="3077" y="1304"/>
                    <a:pt x="3097" y="1400"/>
                    <a:pt x="3121" y="1500"/>
                  </a:cubicBezTo>
                  <a:cubicBezTo>
                    <a:pt x="3145" y="1600"/>
                    <a:pt x="3177" y="1696"/>
                    <a:pt x="3221" y="1788"/>
                  </a:cubicBezTo>
                  <a:cubicBezTo>
                    <a:pt x="3265" y="1880"/>
                    <a:pt x="3317" y="1968"/>
                    <a:pt x="3377" y="2052"/>
                  </a:cubicBezTo>
                  <a:cubicBezTo>
                    <a:pt x="3433" y="2132"/>
                    <a:pt x="3501" y="2208"/>
                    <a:pt x="3577" y="2276"/>
                  </a:cubicBezTo>
                  <a:lnTo>
                    <a:pt x="3593" y="2260"/>
                  </a:lnTo>
                  <a:cubicBezTo>
                    <a:pt x="3465" y="2112"/>
                    <a:pt x="3365" y="1940"/>
                    <a:pt x="3297" y="1756"/>
                  </a:cubicBezTo>
                  <a:cubicBezTo>
                    <a:pt x="3265" y="1664"/>
                    <a:pt x="3237" y="1572"/>
                    <a:pt x="3221" y="1476"/>
                  </a:cubicBezTo>
                  <a:lnTo>
                    <a:pt x="3165" y="1184"/>
                  </a:lnTo>
                  <a:cubicBezTo>
                    <a:pt x="3149" y="1084"/>
                    <a:pt x="3121" y="984"/>
                    <a:pt x="3093" y="888"/>
                  </a:cubicBezTo>
                  <a:cubicBezTo>
                    <a:pt x="3057" y="788"/>
                    <a:pt x="3013" y="692"/>
                    <a:pt x="2957" y="604"/>
                  </a:cubicBezTo>
                  <a:cubicBezTo>
                    <a:pt x="2897" y="516"/>
                    <a:pt x="2829" y="436"/>
                    <a:pt x="2749" y="368"/>
                  </a:cubicBezTo>
                  <a:cubicBezTo>
                    <a:pt x="2665" y="304"/>
                    <a:pt x="2577" y="248"/>
                    <a:pt x="2485" y="200"/>
                  </a:cubicBezTo>
                  <a:cubicBezTo>
                    <a:pt x="2461" y="188"/>
                    <a:pt x="2437" y="176"/>
                    <a:pt x="2413" y="168"/>
                  </a:cubicBezTo>
                  <a:cubicBezTo>
                    <a:pt x="2393" y="160"/>
                    <a:pt x="2369" y="148"/>
                    <a:pt x="2345" y="140"/>
                  </a:cubicBezTo>
                  <a:cubicBezTo>
                    <a:pt x="2293" y="120"/>
                    <a:pt x="2245" y="108"/>
                    <a:pt x="2193" y="96"/>
                  </a:cubicBezTo>
                  <a:cubicBezTo>
                    <a:pt x="2097" y="72"/>
                    <a:pt x="1997" y="52"/>
                    <a:pt x="1893" y="44"/>
                  </a:cubicBezTo>
                  <a:cubicBezTo>
                    <a:pt x="1693" y="20"/>
                    <a:pt x="1493" y="8"/>
                    <a:pt x="1293" y="4"/>
                  </a:cubicBezTo>
                  <a:cubicBezTo>
                    <a:pt x="1193" y="2"/>
                    <a:pt x="1093" y="1"/>
                    <a:pt x="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>
              <a:off x="3128002" y="2007455"/>
              <a:ext cx="299404" cy="269795"/>
            </a:xfrm>
            <a:custGeom>
              <a:avLst/>
              <a:gdLst/>
              <a:ahLst/>
              <a:cxnLst/>
              <a:rect l="l" t="t" r="r" b="b"/>
              <a:pathLst>
                <a:path w="1537" h="1385" extrusionOk="0">
                  <a:moveTo>
                    <a:pt x="5" y="1"/>
                  </a:moveTo>
                  <a:lnTo>
                    <a:pt x="1" y="5"/>
                  </a:lnTo>
                  <a:lnTo>
                    <a:pt x="25" y="17"/>
                  </a:lnTo>
                  <a:cubicBezTo>
                    <a:pt x="37" y="21"/>
                    <a:pt x="61" y="29"/>
                    <a:pt x="85" y="41"/>
                  </a:cubicBezTo>
                  <a:cubicBezTo>
                    <a:pt x="157" y="77"/>
                    <a:pt x="229" y="113"/>
                    <a:pt x="293" y="153"/>
                  </a:cubicBezTo>
                  <a:cubicBezTo>
                    <a:pt x="333" y="181"/>
                    <a:pt x="377" y="213"/>
                    <a:pt x="421" y="245"/>
                  </a:cubicBezTo>
                  <a:cubicBezTo>
                    <a:pt x="469" y="281"/>
                    <a:pt x="513" y="317"/>
                    <a:pt x="557" y="357"/>
                  </a:cubicBezTo>
                  <a:cubicBezTo>
                    <a:pt x="605" y="401"/>
                    <a:pt x="645" y="449"/>
                    <a:pt x="681" y="501"/>
                  </a:cubicBezTo>
                  <a:cubicBezTo>
                    <a:pt x="713" y="557"/>
                    <a:pt x="741" y="617"/>
                    <a:pt x="777" y="673"/>
                  </a:cubicBezTo>
                  <a:cubicBezTo>
                    <a:pt x="809" y="737"/>
                    <a:pt x="853" y="789"/>
                    <a:pt x="909" y="833"/>
                  </a:cubicBezTo>
                  <a:cubicBezTo>
                    <a:pt x="961" y="873"/>
                    <a:pt x="1017" y="905"/>
                    <a:pt x="1077" y="933"/>
                  </a:cubicBezTo>
                  <a:cubicBezTo>
                    <a:pt x="1129" y="961"/>
                    <a:pt x="1181" y="989"/>
                    <a:pt x="1229" y="1021"/>
                  </a:cubicBezTo>
                  <a:cubicBezTo>
                    <a:pt x="1269" y="1049"/>
                    <a:pt x="1309" y="1085"/>
                    <a:pt x="1345" y="1121"/>
                  </a:cubicBezTo>
                  <a:cubicBezTo>
                    <a:pt x="1401" y="1177"/>
                    <a:pt x="1449" y="1237"/>
                    <a:pt x="1485" y="1305"/>
                  </a:cubicBezTo>
                  <a:cubicBezTo>
                    <a:pt x="1497" y="1325"/>
                    <a:pt x="1509" y="1345"/>
                    <a:pt x="1517" y="1365"/>
                  </a:cubicBezTo>
                  <a:lnTo>
                    <a:pt x="1529" y="1385"/>
                  </a:lnTo>
                  <a:lnTo>
                    <a:pt x="1537" y="1385"/>
                  </a:lnTo>
                  <a:cubicBezTo>
                    <a:pt x="1529" y="1357"/>
                    <a:pt x="1521" y="1325"/>
                    <a:pt x="1513" y="1297"/>
                  </a:cubicBezTo>
                  <a:cubicBezTo>
                    <a:pt x="1485" y="1217"/>
                    <a:pt x="1445" y="1145"/>
                    <a:pt x="1389" y="1081"/>
                  </a:cubicBezTo>
                  <a:cubicBezTo>
                    <a:pt x="1353" y="1037"/>
                    <a:pt x="1313" y="1001"/>
                    <a:pt x="1269" y="965"/>
                  </a:cubicBezTo>
                  <a:cubicBezTo>
                    <a:pt x="1221" y="929"/>
                    <a:pt x="1165" y="897"/>
                    <a:pt x="1109" y="873"/>
                  </a:cubicBezTo>
                  <a:cubicBezTo>
                    <a:pt x="1053" y="849"/>
                    <a:pt x="997" y="821"/>
                    <a:pt x="945" y="789"/>
                  </a:cubicBezTo>
                  <a:cubicBezTo>
                    <a:pt x="893" y="753"/>
                    <a:pt x="845" y="709"/>
                    <a:pt x="809" y="657"/>
                  </a:cubicBezTo>
                  <a:cubicBezTo>
                    <a:pt x="769" y="605"/>
                    <a:pt x="733" y="549"/>
                    <a:pt x="697" y="493"/>
                  </a:cubicBezTo>
                  <a:cubicBezTo>
                    <a:pt x="661" y="437"/>
                    <a:pt x="625" y="385"/>
                    <a:pt x="585" y="333"/>
                  </a:cubicBezTo>
                  <a:cubicBezTo>
                    <a:pt x="549" y="285"/>
                    <a:pt x="505" y="241"/>
                    <a:pt x="461" y="201"/>
                  </a:cubicBezTo>
                  <a:cubicBezTo>
                    <a:pt x="417" y="165"/>
                    <a:pt x="373" y="133"/>
                    <a:pt x="325" y="109"/>
                  </a:cubicBezTo>
                  <a:cubicBezTo>
                    <a:pt x="253" y="65"/>
                    <a:pt x="173" y="37"/>
                    <a:pt x="93" y="17"/>
                  </a:cubicBezTo>
                  <a:cubicBezTo>
                    <a:pt x="65" y="13"/>
                    <a:pt x="45" y="5"/>
                    <a:pt x="29" y="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>
              <a:off x="3166183" y="1980962"/>
              <a:ext cx="231614" cy="119411"/>
            </a:xfrm>
            <a:custGeom>
              <a:avLst/>
              <a:gdLst/>
              <a:ahLst/>
              <a:cxnLst/>
              <a:rect l="l" t="t" r="r" b="b"/>
              <a:pathLst>
                <a:path w="1189" h="613" extrusionOk="0">
                  <a:moveTo>
                    <a:pt x="221" y="1"/>
                  </a:moveTo>
                  <a:cubicBezTo>
                    <a:pt x="189" y="1"/>
                    <a:pt x="157" y="5"/>
                    <a:pt x="129" y="9"/>
                  </a:cubicBezTo>
                  <a:cubicBezTo>
                    <a:pt x="105" y="13"/>
                    <a:pt x="85" y="17"/>
                    <a:pt x="61" y="25"/>
                  </a:cubicBezTo>
                  <a:cubicBezTo>
                    <a:pt x="41" y="33"/>
                    <a:pt x="25" y="41"/>
                    <a:pt x="5" y="49"/>
                  </a:cubicBezTo>
                  <a:lnTo>
                    <a:pt x="1" y="57"/>
                  </a:lnTo>
                  <a:lnTo>
                    <a:pt x="61" y="57"/>
                  </a:lnTo>
                  <a:cubicBezTo>
                    <a:pt x="76" y="56"/>
                    <a:pt x="91" y="55"/>
                    <a:pt x="106" y="55"/>
                  </a:cubicBezTo>
                  <a:cubicBezTo>
                    <a:pt x="141" y="55"/>
                    <a:pt x="176" y="58"/>
                    <a:pt x="213" y="61"/>
                  </a:cubicBezTo>
                  <a:cubicBezTo>
                    <a:pt x="245" y="61"/>
                    <a:pt x="277" y="69"/>
                    <a:pt x="313" y="73"/>
                  </a:cubicBezTo>
                  <a:cubicBezTo>
                    <a:pt x="349" y="77"/>
                    <a:pt x="385" y="81"/>
                    <a:pt x="421" y="89"/>
                  </a:cubicBezTo>
                  <a:cubicBezTo>
                    <a:pt x="461" y="97"/>
                    <a:pt x="501" y="113"/>
                    <a:pt x="537" y="133"/>
                  </a:cubicBezTo>
                  <a:cubicBezTo>
                    <a:pt x="573" y="153"/>
                    <a:pt x="605" y="177"/>
                    <a:pt x="637" y="209"/>
                  </a:cubicBezTo>
                  <a:cubicBezTo>
                    <a:pt x="669" y="237"/>
                    <a:pt x="697" y="269"/>
                    <a:pt x="725" y="301"/>
                  </a:cubicBezTo>
                  <a:lnTo>
                    <a:pt x="817" y="385"/>
                  </a:lnTo>
                  <a:cubicBezTo>
                    <a:pt x="869" y="433"/>
                    <a:pt x="925" y="481"/>
                    <a:pt x="989" y="525"/>
                  </a:cubicBezTo>
                  <a:cubicBezTo>
                    <a:pt x="1033" y="553"/>
                    <a:pt x="1077" y="577"/>
                    <a:pt x="1129" y="597"/>
                  </a:cubicBezTo>
                  <a:cubicBezTo>
                    <a:pt x="1145" y="605"/>
                    <a:pt x="1165" y="609"/>
                    <a:pt x="1185" y="613"/>
                  </a:cubicBezTo>
                  <a:lnTo>
                    <a:pt x="1189" y="609"/>
                  </a:lnTo>
                  <a:cubicBezTo>
                    <a:pt x="1189" y="609"/>
                    <a:pt x="1173" y="597"/>
                    <a:pt x="1141" y="573"/>
                  </a:cubicBezTo>
                  <a:cubicBezTo>
                    <a:pt x="1113" y="549"/>
                    <a:pt x="1073" y="517"/>
                    <a:pt x="1025" y="473"/>
                  </a:cubicBezTo>
                  <a:cubicBezTo>
                    <a:pt x="977" y="429"/>
                    <a:pt x="925" y="381"/>
                    <a:pt x="861" y="329"/>
                  </a:cubicBezTo>
                  <a:cubicBezTo>
                    <a:pt x="797" y="273"/>
                    <a:pt x="733" y="225"/>
                    <a:pt x="661" y="181"/>
                  </a:cubicBezTo>
                  <a:cubicBezTo>
                    <a:pt x="589" y="133"/>
                    <a:pt x="513" y="93"/>
                    <a:pt x="437" y="53"/>
                  </a:cubicBezTo>
                  <a:cubicBezTo>
                    <a:pt x="373" y="17"/>
                    <a:pt x="297" y="1"/>
                    <a:pt x="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>
              <a:off x="3014239" y="1996546"/>
              <a:ext cx="177850" cy="240965"/>
            </a:xfrm>
            <a:custGeom>
              <a:avLst/>
              <a:gdLst/>
              <a:ahLst/>
              <a:cxnLst/>
              <a:rect l="l" t="t" r="r" b="b"/>
              <a:pathLst>
                <a:path w="913" h="1237" extrusionOk="0">
                  <a:moveTo>
                    <a:pt x="69" y="1"/>
                  </a:moveTo>
                  <a:cubicBezTo>
                    <a:pt x="45" y="1"/>
                    <a:pt x="21" y="5"/>
                    <a:pt x="1" y="17"/>
                  </a:cubicBezTo>
                  <a:lnTo>
                    <a:pt x="5" y="25"/>
                  </a:lnTo>
                  <a:lnTo>
                    <a:pt x="21" y="25"/>
                  </a:lnTo>
                  <a:cubicBezTo>
                    <a:pt x="37" y="25"/>
                    <a:pt x="53" y="29"/>
                    <a:pt x="69" y="33"/>
                  </a:cubicBezTo>
                  <a:cubicBezTo>
                    <a:pt x="93" y="41"/>
                    <a:pt x="113" y="53"/>
                    <a:pt x="133" y="65"/>
                  </a:cubicBezTo>
                  <a:cubicBezTo>
                    <a:pt x="157" y="85"/>
                    <a:pt x="177" y="109"/>
                    <a:pt x="193" y="133"/>
                  </a:cubicBezTo>
                  <a:cubicBezTo>
                    <a:pt x="213" y="169"/>
                    <a:pt x="229" y="201"/>
                    <a:pt x="245" y="233"/>
                  </a:cubicBezTo>
                  <a:cubicBezTo>
                    <a:pt x="261" y="273"/>
                    <a:pt x="281" y="313"/>
                    <a:pt x="305" y="357"/>
                  </a:cubicBezTo>
                  <a:cubicBezTo>
                    <a:pt x="325" y="397"/>
                    <a:pt x="345" y="441"/>
                    <a:pt x="365" y="489"/>
                  </a:cubicBezTo>
                  <a:cubicBezTo>
                    <a:pt x="381" y="533"/>
                    <a:pt x="397" y="581"/>
                    <a:pt x="409" y="629"/>
                  </a:cubicBezTo>
                  <a:cubicBezTo>
                    <a:pt x="425" y="677"/>
                    <a:pt x="437" y="729"/>
                    <a:pt x="453" y="773"/>
                  </a:cubicBezTo>
                  <a:cubicBezTo>
                    <a:pt x="469" y="821"/>
                    <a:pt x="489" y="869"/>
                    <a:pt x="513" y="913"/>
                  </a:cubicBezTo>
                  <a:cubicBezTo>
                    <a:pt x="533" y="953"/>
                    <a:pt x="561" y="993"/>
                    <a:pt x="597" y="1029"/>
                  </a:cubicBezTo>
                  <a:cubicBezTo>
                    <a:pt x="625" y="1061"/>
                    <a:pt x="657" y="1085"/>
                    <a:pt x="697" y="1109"/>
                  </a:cubicBezTo>
                  <a:cubicBezTo>
                    <a:pt x="729" y="1129"/>
                    <a:pt x="757" y="1145"/>
                    <a:pt x="785" y="1157"/>
                  </a:cubicBezTo>
                  <a:cubicBezTo>
                    <a:pt x="813" y="1173"/>
                    <a:pt x="833" y="1185"/>
                    <a:pt x="853" y="1197"/>
                  </a:cubicBezTo>
                  <a:cubicBezTo>
                    <a:pt x="873" y="1209"/>
                    <a:pt x="889" y="1225"/>
                    <a:pt x="909" y="1237"/>
                  </a:cubicBezTo>
                  <a:lnTo>
                    <a:pt x="913" y="1233"/>
                  </a:lnTo>
                  <a:cubicBezTo>
                    <a:pt x="901" y="1213"/>
                    <a:pt x="885" y="1193"/>
                    <a:pt x="869" y="1177"/>
                  </a:cubicBezTo>
                  <a:cubicBezTo>
                    <a:pt x="825" y="1133"/>
                    <a:pt x="781" y="1093"/>
                    <a:pt x="729" y="1057"/>
                  </a:cubicBezTo>
                  <a:cubicBezTo>
                    <a:pt x="701" y="1033"/>
                    <a:pt x="673" y="1009"/>
                    <a:pt x="649" y="981"/>
                  </a:cubicBezTo>
                  <a:cubicBezTo>
                    <a:pt x="621" y="949"/>
                    <a:pt x="597" y="913"/>
                    <a:pt x="573" y="877"/>
                  </a:cubicBezTo>
                  <a:cubicBezTo>
                    <a:pt x="549" y="837"/>
                    <a:pt x="529" y="793"/>
                    <a:pt x="509" y="753"/>
                  </a:cubicBezTo>
                  <a:cubicBezTo>
                    <a:pt x="489" y="705"/>
                    <a:pt x="465" y="661"/>
                    <a:pt x="445" y="617"/>
                  </a:cubicBezTo>
                  <a:cubicBezTo>
                    <a:pt x="421" y="573"/>
                    <a:pt x="401" y="525"/>
                    <a:pt x="381" y="481"/>
                  </a:cubicBezTo>
                  <a:cubicBezTo>
                    <a:pt x="365" y="433"/>
                    <a:pt x="349" y="389"/>
                    <a:pt x="337" y="341"/>
                  </a:cubicBezTo>
                  <a:cubicBezTo>
                    <a:pt x="325" y="297"/>
                    <a:pt x="313" y="253"/>
                    <a:pt x="297" y="213"/>
                  </a:cubicBezTo>
                  <a:cubicBezTo>
                    <a:pt x="285" y="169"/>
                    <a:pt x="265" y="133"/>
                    <a:pt x="237" y="97"/>
                  </a:cubicBezTo>
                  <a:cubicBezTo>
                    <a:pt x="217" y="69"/>
                    <a:pt x="185" y="41"/>
                    <a:pt x="153" y="25"/>
                  </a:cubicBezTo>
                  <a:cubicBezTo>
                    <a:pt x="129" y="13"/>
                    <a:pt x="101" y="5"/>
                    <a:pt x="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20"/>
            <p:cNvSpPr/>
            <p:nvPr/>
          </p:nvSpPr>
          <p:spPr>
            <a:xfrm>
              <a:off x="2549060" y="1916289"/>
              <a:ext cx="307196" cy="103827"/>
            </a:xfrm>
            <a:custGeom>
              <a:avLst/>
              <a:gdLst/>
              <a:ahLst/>
              <a:cxnLst/>
              <a:rect l="l" t="t" r="r" b="b"/>
              <a:pathLst>
                <a:path w="1577" h="533" extrusionOk="0">
                  <a:moveTo>
                    <a:pt x="1569" y="1"/>
                  </a:moveTo>
                  <a:lnTo>
                    <a:pt x="1553" y="13"/>
                  </a:lnTo>
                  <a:cubicBezTo>
                    <a:pt x="1541" y="17"/>
                    <a:pt x="1525" y="29"/>
                    <a:pt x="1505" y="41"/>
                  </a:cubicBezTo>
                  <a:cubicBezTo>
                    <a:pt x="1469" y="69"/>
                    <a:pt x="1413" y="105"/>
                    <a:pt x="1349" y="141"/>
                  </a:cubicBezTo>
                  <a:cubicBezTo>
                    <a:pt x="1313" y="161"/>
                    <a:pt x="1277" y="181"/>
                    <a:pt x="1237" y="205"/>
                  </a:cubicBezTo>
                  <a:cubicBezTo>
                    <a:pt x="1201" y="225"/>
                    <a:pt x="1157" y="249"/>
                    <a:pt x="1113" y="273"/>
                  </a:cubicBezTo>
                  <a:cubicBezTo>
                    <a:pt x="1069" y="297"/>
                    <a:pt x="1021" y="313"/>
                    <a:pt x="973" y="329"/>
                  </a:cubicBezTo>
                  <a:cubicBezTo>
                    <a:pt x="921" y="341"/>
                    <a:pt x="873" y="349"/>
                    <a:pt x="817" y="349"/>
                  </a:cubicBezTo>
                  <a:cubicBezTo>
                    <a:pt x="765" y="353"/>
                    <a:pt x="713" y="353"/>
                    <a:pt x="661" y="353"/>
                  </a:cubicBezTo>
                  <a:lnTo>
                    <a:pt x="509" y="357"/>
                  </a:lnTo>
                  <a:cubicBezTo>
                    <a:pt x="417" y="361"/>
                    <a:pt x="325" y="373"/>
                    <a:pt x="237" y="397"/>
                  </a:cubicBezTo>
                  <a:cubicBezTo>
                    <a:pt x="173" y="413"/>
                    <a:pt x="113" y="441"/>
                    <a:pt x="57" y="481"/>
                  </a:cubicBezTo>
                  <a:cubicBezTo>
                    <a:pt x="41" y="489"/>
                    <a:pt x="29" y="501"/>
                    <a:pt x="17" y="513"/>
                  </a:cubicBezTo>
                  <a:lnTo>
                    <a:pt x="1" y="529"/>
                  </a:lnTo>
                  <a:lnTo>
                    <a:pt x="5" y="533"/>
                  </a:lnTo>
                  <a:lnTo>
                    <a:pt x="21" y="525"/>
                  </a:lnTo>
                  <a:cubicBezTo>
                    <a:pt x="37" y="517"/>
                    <a:pt x="53" y="509"/>
                    <a:pt x="73" y="505"/>
                  </a:cubicBezTo>
                  <a:cubicBezTo>
                    <a:pt x="129" y="481"/>
                    <a:pt x="189" y="465"/>
                    <a:pt x="253" y="453"/>
                  </a:cubicBezTo>
                  <a:cubicBezTo>
                    <a:pt x="289" y="449"/>
                    <a:pt x="329" y="445"/>
                    <a:pt x="377" y="441"/>
                  </a:cubicBezTo>
                  <a:lnTo>
                    <a:pt x="517" y="429"/>
                  </a:lnTo>
                  <a:lnTo>
                    <a:pt x="665" y="413"/>
                  </a:lnTo>
                  <a:cubicBezTo>
                    <a:pt x="717" y="409"/>
                    <a:pt x="773" y="397"/>
                    <a:pt x="825" y="385"/>
                  </a:cubicBezTo>
                  <a:cubicBezTo>
                    <a:pt x="877" y="373"/>
                    <a:pt x="929" y="357"/>
                    <a:pt x="977" y="345"/>
                  </a:cubicBezTo>
                  <a:lnTo>
                    <a:pt x="1129" y="305"/>
                  </a:lnTo>
                  <a:cubicBezTo>
                    <a:pt x="1173" y="293"/>
                    <a:pt x="1221" y="277"/>
                    <a:pt x="1265" y="257"/>
                  </a:cubicBezTo>
                  <a:cubicBezTo>
                    <a:pt x="1305" y="237"/>
                    <a:pt x="1341" y="213"/>
                    <a:pt x="1377" y="189"/>
                  </a:cubicBezTo>
                  <a:cubicBezTo>
                    <a:pt x="1433" y="153"/>
                    <a:pt x="1485" y="109"/>
                    <a:pt x="1529" y="61"/>
                  </a:cubicBezTo>
                  <a:cubicBezTo>
                    <a:pt x="1545" y="41"/>
                    <a:pt x="1561" y="25"/>
                    <a:pt x="1577" y="5"/>
                  </a:cubicBezTo>
                  <a:lnTo>
                    <a:pt x="15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0"/>
            <p:cNvSpPr/>
            <p:nvPr/>
          </p:nvSpPr>
          <p:spPr>
            <a:xfrm>
              <a:off x="2906711" y="1943561"/>
              <a:ext cx="61751" cy="276028"/>
            </a:xfrm>
            <a:custGeom>
              <a:avLst/>
              <a:gdLst/>
              <a:ahLst/>
              <a:cxnLst/>
              <a:rect l="l" t="t" r="r" b="b"/>
              <a:pathLst>
                <a:path w="317" h="1417" extrusionOk="0">
                  <a:moveTo>
                    <a:pt x="9" y="1"/>
                  </a:moveTo>
                  <a:lnTo>
                    <a:pt x="1" y="5"/>
                  </a:lnTo>
                  <a:cubicBezTo>
                    <a:pt x="1" y="5"/>
                    <a:pt x="13" y="29"/>
                    <a:pt x="29" y="65"/>
                  </a:cubicBezTo>
                  <a:cubicBezTo>
                    <a:pt x="49" y="113"/>
                    <a:pt x="65" y="165"/>
                    <a:pt x="77" y="217"/>
                  </a:cubicBezTo>
                  <a:cubicBezTo>
                    <a:pt x="81" y="253"/>
                    <a:pt x="89" y="285"/>
                    <a:pt x="93" y="325"/>
                  </a:cubicBezTo>
                  <a:cubicBezTo>
                    <a:pt x="101" y="361"/>
                    <a:pt x="109" y="405"/>
                    <a:pt x="113" y="445"/>
                  </a:cubicBezTo>
                  <a:cubicBezTo>
                    <a:pt x="117" y="489"/>
                    <a:pt x="121" y="533"/>
                    <a:pt x="117" y="581"/>
                  </a:cubicBezTo>
                  <a:cubicBezTo>
                    <a:pt x="113" y="625"/>
                    <a:pt x="109" y="669"/>
                    <a:pt x="101" y="717"/>
                  </a:cubicBezTo>
                  <a:cubicBezTo>
                    <a:pt x="89" y="765"/>
                    <a:pt x="85" y="809"/>
                    <a:pt x="89" y="857"/>
                  </a:cubicBezTo>
                  <a:cubicBezTo>
                    <a:pt x="89" y="909"/>
                    <a:pt x="105" y="957"/>
                    <a:pt x="129" y="1001"/>
                  </a:cubicBezTo>
                  <a:cubicBezTo>
                    <a:pt x="153" y="1041"/>
                    <a:pt x="177" y="1073"/>
                    <a:pt x="197" y="1105"/>
                  </a:cubicBezTo>
                  <a:cubicBezTo>
                    <a:pt x="213" y="1133"/>
                    <a:pt x="229" y="1165"/>
                    <a:pt x="241" y="1197"/>
                  </a:cubicBezTo>
                  <a:cubicBezTo>
                    <a:pt x="257" y="1249"/>
                    <a:pt x="265" y="1301"/>
                    <a:pt x="265" y="1357"/>
                  </a:cubicBezTo>
                  <a:cubicBezTo>
                    <a:pt x="265" y="1377"/>
                    <a:pt x="261" y="1397"/>
                    <a:pt x="261" y="1417"/>
                  </a:cubicBezTo>
                  <a:lnTo>
                    <a:pt x="265" y="1417"/>
                  </a:lnTo>
                  <a:cubicBezTo>
                    <a:pt x="277" y="1397"/>
                    <a:pt x="285" y="1377"/>
                    <a:pt x="293" y="1357"/>
                  </a:cubicBezTo>
                  <a:cubicBezTo>
                    <a:pt x="317" y="1261"/>
                    <a:pt x="305" y="1157"/>
                    <a:pt x="257" y="1069"/>
                  </a:cubicBezTo>
                  <a:cubicBezTo>
                    <a:pt x="237" y="1029"/>
                    <a:pt x="213" y="997"/>
                    <a:pt x="193" y="961"/>
                  </a:cubicBezTo>
                  <a:cubicBezTo>
                    <a:pt x="169" y="929"/>
                    <a:pt x="153" y="889"/>
                    <a:pt x="149" y="849"/>
                  </a:cubicBezTo>
                  <a:cubicBezTo>
                    <a:pt x="141" y="805"/>
                    <a:pt x="137" y="761"/>
                    <a:pt x="137" y="717"/>
                  </a:cubicBezTo>
                  <a:cubicBezTo>
                    <a:pt x="137" y="669"/>
                    <a:pt x="137" y="625"/>
                    <a:pt x="137" y="577"/>
                  </a:cubicBezTo>
                  <a:cubicBezTo>
                    <a:pt x="141" y="533"/>
                    <a:pt x="145" y="489"/>
                    <a:pt x="149" y="445"/>
                  </a:cubicBezTo>
                  <a:cubicBezTo>
                    <a:pt x="153" y="401"/>
                    <a:pt x="157" y="357"/>
                    <a:pt x="153" y="317"/>
                  </a:cubicBezTo>
                  <a:cubicBezTo>
                    <a:pt x="149" y="277"/>
                    <a:pt x="145" y="237"/>
                    <a:pt x="133" y="201"/>
                  </a:cubicBezTo>
                  <a:cubicBezTo>
                    <a:pt x="117" y="145"/>
                    <a:pt x="89" y="93"/>
                    <a:pt x="53" y="45"/>
                  </a:cubicBezTo>
                  <a:cubicBezTo>
                    <a:pt x="41" y="29"/>
                    <a:pt x="25" y="13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2590357" y="1842265"/>
              <a:ext cx="230835" cy="50647"/>
            </a:xfrm>
            <a:custGeom>
              <a:avLst/>
              <a:gdLst/>
              <a:ahLst/>
              <a:cxnLst/>
              <a:rect l="l" t="t" r="r" b="b"/>
              <a:pathLst>
                <a:path w="1185" h="260" extrusionOk="0">
                  <a:moveTo>
                    <a:pt x="891" y="1"/>
                  </a:moveTo>
                  <a:cubicBezTo>
                    <a:pt x="866" y="1"/>
                    <a:pt x="841" y="3"/>
                    <a:pt x="817" y="9"/>
                  </a:cubicBezTo>
                  <a:cubicBezTo>
                    <a:pt x="741" y="25"/>
                    <a:pt x="665" y="49"/>
                    <a:pt x="589" y="81"/>
                  </a:cubicBezTo>
                  <a:cubicBezTo>
                    <a:pt x="553" y="97"/>
                    <a:pt x="517" y="113"/>
                    <a:pt x="481" y="129"/>
                  </a:cubicBezTo>
                  <a:cubicBezTo>
                    <a:pt x="465" y="137"/>
                    <a:pt x="449" y="145"/>
                    <a:pt x="433" y="149"/>
                  </a:cubicBezTo>
                  <a:cubicBezTo>
                    <a:pt x="417" y="157"/>
                    <a:pt x="401" y="161"/>
                    <a:pt x="381" y="165"/>
                  </a:cubicBezTo>
                  <a:cubicBezTo>
                    <a:pt x="321" y="181"/>
                    <a:pt x="257" y="193"/>
                    <a:pt x="193" y="197"/>
                  </a:cubicBezTo>
                  <a:lnTo>
                    <a:pt x="117" y="197"/>
                  </a:lnTo>
                  <a:cubicBezTo>
                    <a:pt x="93" y="193"/>
                    <a:pt x="73" y="189"/>
                    <a:pt x="57" y="189"/>
                  </a:cubicBezTo>
                  <a:cubicBezTo>
                    <a:pt x="41" y="189"/>
                    <a:pt x="29" y="189"/>
                    <a:pt x="17" y="185"/>
                  </a:cubicBezTo>
                  <a:lnTo>
                    <a:pt x="1" y="185"/>
                  </a:lnTo>
                  <a:lnTo>
                    <a:pt x="1" y="193"/>
                  </a:lnTo>
                  <a:cubicBezTo>
                    <a:pt x="17" y="201"/>
                    <a:pt x="33" y="209"/>
                    <a:pt x="49" y="217"/>
                  </a:cubicBezTo>
                  <a:cubicBezTo>
                    <a:pt x="97" y="237"/>
                    <a:pt x="145" y="253"/>
                    <a:pt x="193" y="257"/>
                  </a:cubicBezTo>
                  <a:cubicBezTo>
                    <a:pt x="209" y="259"/>
                    <a:pt x="226" y="260"/>
                    <a:pt x="243" y="260"/>
                  </a:cubicBezTo>
                  <a:cubicBezTo>
                    <a:pt x="260" y="260"/>
                    <a:pt x="277" y="259"/>
                    <a:pt x="293" y="257"/>
                  </a:cubicBezTo>
                  <a:cubicBezTo>
                    <a:pt x="329" y="253"/>
                    <a:pt x="369" y="245"/>
                    <a:pt x="405" y="233"/>
                  </a:cubicBezTo>
                  <a:cubicBezTo>
                    <a:pt x="421" y="225"/>
                    <a:pt x="441" y="221"/>
                    <a:pt x="457" y="209"/>
                  </a:cubicBezTo>
                  <a:cubicBezTo>
                    <a:pt x="477" y="201"/>
                    <a:pt x="493" y="193"/>
                    <a:pt x="513" y="181"/>
                  </a:cubicBezTo>
                  <a:cubicBezTo>
                    <a:pt x="549" y="165"/>
                    <a:pt x="581" y="137"/>
                    <a:pt x="613" y="113"/>
                  </a:cubicBezTo>
                  <a:cubicBezTo>
                    <a:pt x="641" y="89"/>
                    <a:pt x="677" y="73"/>
                    <a:pt x="713" y="57"/>
                  </a:cubicBezTo>
                  <a:cubicBezTo>
                    <a:pt x="740" y="48"/>
                    <a:pt x="767" y="43"/>
                    <a:pt x="794" y="43"/>
                  </a:cubicBezTo>
                  <a:cubicBezTo>
                    <a:pt x="803" y="43"/>
                    <a:pt x="812" y="44"/>
                    <a:pt x="821" y="45"/>
                  </a:cubicBezTo>
                  <a:cubicBezTo>
                    <a:pt x="857" y="49"/>
                    <a:pt x="889" y="53"/>
                    <a:pt x="921" y="61"/>
                  </a:cubicBezTo>
                  <a:cubicBezTo>
                    <a:pt x="949" y="69"/>
                    <a:pt x="981" y="77"/>
                    <a:pt x="1009" y="85"/>
                  </a:cubicBezTo>
                  <a:cubicBezTo>
                    <a:pt x="1053" y="97"/>
                    <a:pt x="1093" y="117"/>
                    <a:pt x="1133" y="137"/>
                  </a:cubicBezTo>
                  <a:cubicBezTo>
                    <a:pt x="1145" y="145"/>
                    <a:pt x="1157" y="153"/>
                    <a:pt x="1169" y="161"/>
                  </a:cubicBezTo>
                  <a:lnTo>
                    <a:pt x="1181" y="165"/>
                  </a:lnTo>
                  <a:lnTo>
                    <a:pt x="1185" y="161"/>
                  </a:lnTo>
                  <a:lnTo>
                    <a:pt x="1177" y="149"/>
                  </a:lnTo>
                  <a:cubicBezTo>
                    <a:pt x="1169" y="137"/>
                    <a:pt x="1161" y="125"/>
                    <a:pt x="1153" y="117"/>
                  </a:cubicBezTo>
                  <a:cubicBezTo>
                    <a:pt x="1137" y="101"/>
                    <a:pt x="1121" y="85"/>
                    <a:pt x="1101" y="73"/>
                  </a:cubicBezTo>
                  <a:cubicBezTo>
                    <a:pt x="1077" y="57"/>
                    <a:pt x="1053" y="41"/>
                    <a:pt x="1029" y="29"/>
                  </a:cubicBezTo>
                  <a:cubicBezTo>
                    <a:pt x="984" y="11"/>
                    <a:pt x="938" y="1"/>
                    <a:pt x="8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2429843" y="1549286"/>
              <a:ext cx="297845" cy="270574"/>
            </a:xfrm>
            <a:custGeom>
              <a:avLst/>
              <a:gdLst/>
              <a:ahLst/>
              <a:cxnLst/>
              <a:rect l="l" t="t" r="r" b="b"/>
              <a:pathLst>
                <a:path w="1529" h="1389" extrusionOk="0">
                  <a:moveTo>
                    <a:pt x="13" y="1"/>
                  </a:moveTo>
                  <a:lnTo>
                    <a:pt x="1" y="5"/>
                  </a:lnTo>
                  <a:lnTo>
                    <a:pt x="1" y="29"/>
                  </a:lnTo>
                  <a:cubicBezTo>
                    <a:pt x="1" y="53"/>
                    <a:pt x="5" y="77"/>
                    <a:pt x="5" y="101"/>
                  </a:cubicBezTo>
                  <a:cubicBezTo>
                    <a:pt x="17" y="181"/>
                    <a:pt x="45" y="261"/>
                    <a:pt x="89" y="333"/>
                  </a:cubicBezTo>
                  <a:cubicBezTo>
                    <a:pt x="117" y="377"/>
                    <a:pt x="153" y="421"/>
                    <a:pt x="189" y="465"/>
                  </a:cubicBezTo>
                  <a:cubicBezTo>
                    <a:pt x="233" y="505"/>
                    <a:pt x="281" y="545"/>
                    <a:pt x="333" y="581"/>
                  </a:cubicBezTo>
                  <a:cubicBezTo>
                    <a:pt x="385" y="613"/>
                    <a:pt x="441" y="649"/>
                    <a:pt x="497" y="681"/>
                  </a:cubicBezTo>
                  <a:lnTo>
                    <a:pt x="665" y="789"/>
                  </a:lnTo>
                  <a:cubicBezTo>
                    <a:pt x="721" y="821"/>
                    <a:pt x="777" y="857"/>
                    <a:pt x="837" y="889"/>
                  </a:cubicBezTo>
                  <a:cubicBezTo>
                    <a:pt x="893" y="921"/>
                    <a:pt x="949" y="949"/>
                    <a:pt x="1001" y="985"/>
                  </a:cubicBezTo>
                  <a:cubicBezTo>
                    <a:pt x="1093" y="1041"/>
                    <a:pt x="1185" y="1101"/>
                    <a:pt x="1277" y="1169"/>
                  </a:cubicBezTo>
                  <a:cubicBezTo>
                    <a:pt x="1353" y="1233"/>
                    <a:pt x="1413" y="1285"/>
                    <a:pt x="1457" y="1325"/>
                  </a:cubicBezTo>
                  <a:lnTo>
                    <a:pt x="1521" y="1389"/>
                  </a:lnTo>
                  <a:lnTo>
                    <a:pt x="1529" y="1385"/>
                  </a:lnTo>
                  <a:cubicBezTo>
                    <a:pt x="1529" y="1385"/>
                    <a:pt x="1513" y="1357"/>
                    <a:pt x="1477" y="1305"/>
                  </a:cubicBezTo>
                  <a:cubicBezTo>
                    <a:pt x="1429" y="1241"/>
                    <a:pt x="1377" y="1181"/>
                    <a:pt x="1317" y="1125"/>
                  </a:cubicBezTo>
                  <a:cubicBezTo>
                    <a:pt x="1277" y="1085"/>
                    <a:pt x="1233" y="1053"/>
                    <a:pt x="1189" y="1021"/>
                  </a:cubicBezTo>
                  <a:cubicBezTo>
                    <a:pt x="1141" y="981"/>
                    <a:pt x="1089" y="949"/>
                    <a:pt x="1037" y="921"/>
                  </a:cubicBezTo>
                  <a:cubicBezTo>
                    <a:pt x="981" y="889"/>
                    <a:pt x="925" y="861"/>
                    <a:pt x="865" y="833"/>
                  </a:cubicBezTo>
                  <a:cubicBezTo>
                    <a:pt x="805" y="805"/>
                    <a:pt x="745" y="777"/>
                    <a:pt x="685" y="749"/>
                  </a:cubicBezTo>
                  <a:cubicBezTo>
                    <a:pt x="625" y="725"/>
                    <a:pt x="565" y="693"/>
                    <a:pt x="509" y="661"/>
                  </a:cubicBezTo>
                  <a:cubicBezTo>
                    <a:pt x="453" y="629"/>
                    <a:pt x="405" y="589"/>
                    <a:pt x="357" y="545"/>
                  </a:cubicBezTo>
                  <a:cubicBezTo>
                    <a:pt x="317" y="505"/>
                    <a:pt x="277" y="465"/>
                    <a:pt x="237" y="417"/>
                  </a:cubicBezTo>
                  <a:cubicBezTo>
                    <a:pt x="205" y="381"/>
                    <a:pt x="173" y="337"/>
                    <a:pt x="141" y="297"/>
                  </a:cubicBezTo>
                  <a:cubicBezTo>
                    <a:pt x="117" y="261"/>
                    <a:pt x="93" y="221"/>
                    <a:pt x="77" y="185"/>
                  </a:cubicBezTo>
                  <a:cubicBezTo>
                    <a:pt x="57" y="149"/>
                    <a:pt x="45" y="117"/>
                    <a:pt x="37" y="89"/>
                  </a:cubicBezTo>
                  <a:cubicBezTo>
                    <a:pt x="29" y="69"/>
                    <a:pt x="21" y="49"/>
                    <a:pt x="17" y="25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0"/>
            <p:cNvSpPr/>
            <p:nvPr/>
          </p:nvSpPr>
          <p:spPr>
            <a:xfrm>
              <a:off x="2714249" y="1331110"/>
              <a:ext cx="173175" cy="335246"/>
            </a:xfrm>
            <a:custGeom>
              <a:avLst/>
              <a:gdLst/>
              <a:ahLst/>
              <a:cxnLst/>
              <a:rect l="l" t="t" r="r" b="b"/>
              <a:pathLst>
                <a:path w="889" h="1721" extrusionOk="0">
                  <a:moveTo>
                    <a:pt x="9" y="1"/>
                  </a:moveTo>
                  <a:lnTo>
                    <a:pt x="1" y="9"/>
                  </a:lnTo>
                  <a:lnTo>
                    <a:pt x="13" y="29"/>
                  </a:lnTo>
                  <a:cubicBezTo>
                    <a:pt x="17" y="45"/>
                    <a:pt x="29" y="65"/>
                    <a:pt x="37" y="89"/>
                  </a:cubicBezTo>
                  <a:cubicBezTo>
                    <a:pt x="65" y="157"/>
                    <a:pt x="81" y="233"/>
                    <a:pt x="89" y="305"/>
                  </a:cubicBezTo>
                  <a:cubicBezTo>
                    <a:pt x="97" y="397"/>
                    <a:pt x="89" y="509"/>
                    <a:pt x="109" y="629"/>
                  </a:cubicBezTo>
                  <a:cubicBezTo>
                    <a:pt x="117" y="689"/>
                    <a:pt x="129" y="753"/>
                    <a:pt x="145" y="813"/>
                  </a:cubicBezTo>
                  <a:cubicBezTo>
                    <a:pt x="149" y="845"/>
                    <a:pt x="157" y="877"/>
                    <a:pt x="165" y="905"/>
                  </a:cubicBezTo>
                  <a:cubicBezTo>
                    <a:pt x="173" y="937"/>
                    <a:pt x="181" y="969"/>
                    <a:pt x="189" y="1001"/>
                  </a:cubicBezTo>
                  <a:cubicBezTo>
                    <a:pt x="225" y="1121"/>
                    <a:pt x="285" y="1237"/>
                    <a:pt x="357" y="1341"/>
                  </a:cubicBezTo>
                  <a:cubicBezTo>
                    <a:pt x="393" y="1389"/>
                    <a:pt x="433" y="1433"/>
                    <a:pt x="473" y="1477"/>
                  </a:cubicBezTo>
                  <a:cubicBezTo>
                    <a:pt x="513" y="1513"/>
                    <a:pt x="553" y="1545"/>
                    <a:pt x="597" y="1577"/>
                  </a:cubicBezTo>
                  <a:cubicBezTo>
                    <a:pt x="657" y="1621"/>
                    <a:pt x="729" y="1661"/>
                    <a:pt x="801" y="1693"/>
                  </a:cubicBezTo>
                  <a:cubicBezTo>
                    <a:pt x="853" y="1709"/>
                    <a:pt x="885" y="1721"/>
                    <a:pt x="885" y="1721"/>
                  </a:cubicBezTo>
                  <a:lnTo>
                    <a:pt x="889" y="1713"/>
                  </a:lnTo>
                  <a:cubicBezTo>
                    <a:pt x="889" y="1713"/>
                    <a:pt x="861" y="1697"/>
                    <a:pt x="813" y="1669"/>
                  </a:cubicBezTo>
                  <a:cubicBezTo>
                    <a:pt x="793" y="1649"/>
                    <a:pt x="765" y="1633"/>
                    <a:pt x="733" y="1609"/>
                  </a:cubicBezTo>
                  <a:cubicBezTo>
                    <a:pt x="701" y="1585"/>
                    <a:pt x="669" y="1561"/>
                    <a:pt x="633" y="1529"/>
                  </a:cubicBezTo>
                  <a:cubicBezTo>
                    <a:pt x="613" y="1513"/>
                    <a:pt x="597" y="1497"/>
                    <a:pt x="581" y="1481"/>
                  </a:cubicBezTo>
                  <a:cubicBezTo>
                    <a:pt x="561" y="1461"/>
                    <a:pt x="541" y="1445"/>
                    <a:pt x="525" y="1425"/>
                  </a:cubicBezTo>
                  <a:cubicBezTo>
                    <a:pt x="489" y="1385"/>
                    <a:pt x="453" y="1341"/>
                    <a:pt x="417" y="1297"/>
                  </a:cubicBezTo>
                  <a:cubicBezTo>
                    <a:pt x="381" y="1249"/>
                    <a:pt x="345" y="1197"/>
                    <a:pt x="317" y="1145"/>
                  </a:cubicBezTo>
                  <a:cubicBezTo>
                    <a:pt x="301" y="1121"/>
                    <a:pt x="285" y="1093"/>
                    <a:pt x="269" y="1065"/>
                  </a:cubicBezTo>
                  <a:cubicBezTo>
                    <a:pt x="257" y="1037"/>
                    <a:pt x="241" y="1013"/>
                    <a:pt x="229" y="981"/>
                  </a:cubicBezTo>
                  <a:cubicBezTo>
                    <a:pt x="201" y="925"/>
                    <a:pt x="181" y="865"/>
                    <a:pt x="165" y="805"/>
                  </a:cubicBezTo>
                  <a:cubicBezTo>
                    <a:pt x="153" y="745"/>
                    <a:pt x="145" y="685"/>
                    <a:pt x="149" y="625"/>
                  </a:cubicBezTo>
                  <a:cubicBezTo>
                    <a:pt x="149" y="565"/>
                    <a:pt x="157" y="509"/>
                    <a:pt x="157" y="453"/>
                  </a:cubicBezTo>
                  <a:cubicBezTo>
                    <a:pt x="157" y="401"/>
                    <a:pt x="157" y="345"/>
                    <a:pt x="149" y="293"/>
                  </a:cubicBezTo>
                  <a:cubicBezTo>
                    <a:pt x="137" y="213"/>
                    <a:pt x="105" y="137"/>
                    <a:pt x="65" y="73"/>
                  </a:cubicBezTo>
                  <a:cubicBezTo>
                    <a:pt x="45" y="45"/>
                    <a:pt x="29" y="25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0"/>
            <p:cNvSpPr/>
            <p:nvPr/>
          </p:nvSpPr>
          <p:spPr>
            <a:xfrm>
              <a:off x="2633213" y="1459678"/>
              <a:ext cx="223043" cy="323559"/>
            </a:xfrm>
            <a:custGeom>
              <a:avLst/>
              <a:gdLst/>
              <a:ahLst/>
              <a:cxnLst/>
              <a:rect l="l" t="t" r="r" b="b"/>
              <a:pathLst>
                <a:path w="1145" h="1661" extrusionOk="0">
                  <a:moveTo>
                    <a:pt x="5" y="1"/>
                  </a:moveTo>
                  <a:lnTo>
                    <a:pt x="1" y="9"/>
                  </a:lnTo>
                  <a:lnTo>
                    <a:pt x="13" y="29"/>
                  </a:lnTo>
                  <a:cubicBezTo>
                    <a:pt x="29" y="45"/>
                    <a:pt x="41" y="61"/>
                    <a:pt x="53" y="77"/>
                  </a:cubicBezTo>
                  <a:cubicBezTo>
                    <a:pt x="69" y="101"/>
                    <a:pt x="89" y="129"/>
                    <a:pt x="109" y="161"/>
                  </a:cubicBezTo>
                  <a:cubicBezTo>
                    <a:pt x="125" y="197"/>
                    <a:pt x="145" y="237"/>
                    <a:pt x="165" y="277"/>
                  </a:cubicBezTo>
                  <a:cubicBezTo>
                    <a:pt x="185" y="321"/>
                    <a:pt x="205" y="369"/>
                    <a:pt x="225" y="421"/>
                  </a:cubicBezTo>
                  <a:lnTo>
                    <a:pt x="289" y="581"/>
                  </a:lnTo>
                  <a:cubicBezTo>
                    <a:pt x="313" y="637"/>
                    <a:pt x="333" y="697"/>
                    <a:pt x="353" y="761"/>
                  </a:cubicBezTo>
                  <a:cubicBezTo>
                    <a:pt x="373" y="821"/>
                    <a:pt x="393" y="881"/>
                    <a:pt x="413" y="945"/>
                  </a:cubicBezTo>
                  <a:cubicBezTo>
                    <a:pt x="437" y="1005"/>
                    <a:pt x="461" y="1069"/>
                    <a:pt x="493" y="1125"/>
                  </a:cubicBezTo>
                  <a:cubicBezTo>
                    <a:pt x="525" y="1181"/>
                    <a:pt x="561" y="1233"/>
                    <a:pt x="601" y="1285"/>
                  </a:cubicBezTo>
                  <a:cubicBezTo>
                    <a:pt x="637" y="1333"/>
                    <a:pt x="677" y="1377"/>
                    <a:pt x="721" y="1417"/>
                  </a:cubicBezTo>
                  <a:cubicBezTo>
                    <a:pt x="761" y="1453"/>
                    <a:pt x="801" y="1485"/>
                    <a:pt x="845" y="1517"/>
                  </a:cubicBezTo>
                  <a:cubicBezTo>
                    <a:pt x="885" y="1541"/>
                    <a:pt x="921" y="1565"/>
                    <a:pt x="961" y="1589"/>
                  </a:cubicBezTo>
                  <a:cubicBezTo>
                    <a:pt x="997" y="1605"/>
                    <a:pt x="1029" y="1621"/>
                    <a:pt x="1057" y="1633"/>
                  </a:cubicBezTo>
                  <a:cubicBezTo>
                    <a:pt x="1109" y="1653"/>
                    <a:pt x="1141" y="1661"/>
                    <a:pt x="1141" y="1661"/>
                  </a:cubicBezTo>
                  <a:lnTo>
                    <a:pt x="1145" y="1657"/>
                  </a:lnTo>
                  <a:lnTo>
                    <a:pt x="1125" y="1645"/>
                  </a:lnTo>
                  <a:cubicBezTo>
                    <a:pt x="1113" y="1637"/>
                    <a:pt x="1093" y="1625"/>
                    <a:pt x="1069" y="1609"/>
                  </a:cubicBezTo>
                  <a:cubicBezTo>
                    <a:pt x="1045" y="1593"/>
                    <a:pt x="1017" y="1573"/>
                    <a:pt x="985" y="1549"/>
                  </a:cubicBezTo>
                  <a:cubicBezTo>
                    <a:pt x="953" y="1525"/>
                    <a:pt x="921" y="1501"/>
                    <a:pt x="885" y="1469"/>
                  </a:cubicBezTo>
                  <a:cubicBezTo>
                    <a:pt x="801" y="1397"/>
                    <a:pt x="725" y="1321"/>
                    <a:pt x="657" y="1237"/>
                  </a:cubicBezTo>
                  <a:cubicBezTo>
                    <a:pt x="617" y="1193"/>
                    <a:pt x="581" y="1141"/>
                    <a:pt x="545" y="1093"/>
                  </a:cubicBezTo>
                  <a:cubicBezTo>
                    <a:pt x="509" y="1041"/>
                    <a:pt x="477" y="985"/>
                    <a:pt x="445" y="929"/>
                  </a:cubicBezTo>
                  <a:cubicBezTo>
                    <a:pt x="417" y="873"/>
                    <a:pt x="393" y="813"/>
                    <a:pt x="373" y="753"/>
                  </a:cubicBezTo>
                  <a:cubicBezTo>
                    <a:pt x="353" y="693"/>
                    <a:pt x="337" y="633"/>
                    <a:pt x="321" y="569"/>
                  </a:cubicBezTo>
                  <a:cubicBezTo>
                    <a:pt x="309" y="509"/>
                    <a:pt x="297" y="453"/>
                    <a:pt x="277" y="401"/>
                  </a:cubicBezTo>
                  <a:cubicBezTo>
                    <a:pt x="261" y="349"/>
                    <a:pt x="241" y="297"/>
                    <a:pt x="217" y="253"/>
                  </a:cubicBezTo>
                  <a:cubicBezTo>
                    <a:pt x="193" y="213"/>
                    <a:pt x="169" y="173"/>
                    <a:pt x="145" y="137"/>
                  </a:cubicBezTo>
                  <a:cubicBezTo>
                    <a:pt x="121" y="109"/>
                    <a:pt x="97" y="81"/>
                    <a:pt x="73" y="57"/>
                  </a:cubicBezTo>
                  <a:cubicBezTo>
                    <a:pt x="57" y="41"/>
                    <a:pt x="41" y="29"/>
                    <a:pt x="21" y="17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20"/>
            <p:cNvSpPr/>
            <p:nvPr/>
          </p:nvSpPr>
          <p:spPr>
            <a:xfrm>
              <a:off x="2961254" y="1349616"/>
              <a:ext cx="96035" cy="427386"/>
            </a:xfrm>
            <a:custGeom>
              <a:avLst/>
              <a:gdLst/>
              <a:ahLst/>
              <a:cxnLst/>
              <a:rect l="l" t="t" r="r" b="b"/>
              <a:pathLst>
                <a:path w="493" h="2194" extrusionOk="0">
                  <a:moveTo>
                    <a:pt x="362" y="1"/>
                  </a:moveTo>
                  <a:cubicBezTo>
                    <a:pt x="325" y="1"/>
                    <a:pt x="286" y="9"/>
                    <a:pt x="253" y="22"/>
                  </a:cubicBezTo>
                  <a:cubicBezTo>
                    <a:pt x="225" y="34"/>
                    <a:pt x="201" y="54"/>
                    <a:pt x="185" y="78"/>
                  </a:cubicBezTo>
                  <a:cubicBezTo>
                    <a:pt x="169" y="106"/>
                    <a:pt x="157" y="134"/>
                    <a:pt x="149" y="162"/>
                  </a:cubicBezTo>
                  <a:cubicBezTo>
                    <a:pt x="137" y="222"/>
                    <a:pt x="121" y="282"/>
                    <a:pt x="105" y="350"/>
                  </a:cubicBezTo>
                  <a:cubicBezTo>
                    <a:pt x="93" y="414"/>
                    <a:pt x="81" y="486"/>
                    <a:pt x="77" y="562"/>
                  </a:cubicBezTo>
                  <a:cubicBezTo>
                    <a:pt x="69" y="634"/>
                    <a:pt x="65" y="710"/>
                    <a:pt x="57" y="790"/>
                  </a:cubicBezTo>
                  <a:cubicBezTo>
                    <a:pt x="53" y="870"/>
                    <a:pt x="53" y="946"/>
                    <a:pt x="57" y="1026"/>
                  </a:cubicBezTo>
                  <a:cubicBezTo>
                    <a:pt x="65" y="1186"/>
                    <a:pt x="93" y="1342"/>
                    <a:pt x="81" y="1482"/>
                  </a:cubicBezTo>
                  <a:cubicBezTo>
                    <a:pt x="73" y="1550"/>
                    <a:pt x="61" y="1618"/>
                    <a:pt x="45" y="1682"/>
                  </a:cubicBezTo>
                  <a:cubicBezTo>
                    <a:pt x="25" y="1746"/>
                    <a:pt x="13" y="1810"/>
                    <a:pt x="9" y="1874"/>
                  </a:cubicBezTo>
                  <a:cubicBezTo>
                    <a:pt x="1" y="1930"/>
                    <a:pt x="9" y="1990"/>
                    <a:pt x="33" y="2042"/>
                  </a:cubicBezTo>
                  <a:cubicBezTo>
                    <a:pt x="49" y="2082"/>
                    <a:pt x="73" y="2122"/>
                    <a:pt x="105" y="2150"/>
                  </a:cubicBezTo>
                  <a:cubicBezTo>
                    <a:pt x="129" y="2170"/>
                    <a:pt x="153" y="2182"/>
                    <a:pt x="181" y="2190"/>
                  </a:cubicBezTo>
                  <a:cubicBezTo>
                    <a:pt x="189" y="2190"/>
                    <a:pt x="201" y="2194"/>
                    <a:pt x="209" y="2194"/>
                  </a:cubicBezTo>
                  <a:lnTo>
                    <a:pt x="209" y="2186"/>
                  </a:lnTo>
                  <a:cubicBezTo>
                    <a:pt x="177" y="2174"/>
                    <a:pt x="145" y="2158"/>
                    <a:pt x="125" y="2130"/>
                  </a:cubicBezTo>
                  <a:cubicBezTo>
                    <a:pt x="101" y="2102"/>
                    <a:pt x="81" y="2066"/>
                    <a:pt x="73" y="2026"/>
                  </a:cubicBezTo>
                  <a:cubicBezTo>
                    <a:pt x="57" y="1978"/>
                    <a:pt x="57" y="1926"/>
                    <a:pt x="65" y="1878"/>
                  </a:cubicBezTo>
                  <a:cubicBezTo>
                    <a:pt x="77" y="1818"/>
                    <a:pt x="93" y="1758"/>
                    <a:pt x="113" y="1698"/>
                  </a:cubicBezTo>
                  <a:cubicBezTo>
                    <a:pt x="133" y="1630"/>
                    <a:pt x="145" y="1554"/>
                    <a:pt x="149" y="1482"/>
                  </a:cubicBezTo>
                  <a:cubicBezTo>
                    <a:pt x="153" y="1406"/>
                    <a:pt x="145" y="1326"/>
                    <a:pt x="133" y="1250"/>
                  </a:cubicBezTo>
                  <a:cubicBezTo>
                    <a:pt x="125" y="1174"/>
                    <a:pt x="109" y="1098"/>
                    <a:pt x="97" y="1018"/>
                  </a:cubicBezTo>
                  <a:cubicBezTo>
                    <a:pt x="81" y="942"/>
                    <a:pt x="77" y="866"/>
                    <a:pt x="81" y="786"/>
                  </a:cubicBezTo>
                  <a:cubicBezTo>
                    <a:pt x="85" y="714"/>
                    <a:pt x="93" y="638"/>
                    <a:pt x="113" y="566"/>
                  </a:cubicBezTo>
                  <a:cubicBezTo>
                    <a:pt x="125" y="494"/>
                    <a:pt x="145" y="426"/>
                    <a:pt x="161" y="358"/>
                  </a:cubicBezTo>
                  <a:cubicBezTo>
                    <a:pt x="177" y="294"/>
                    <a:pt x="193" y="234"/>
                    <a:pt x="205" y="174"/>
                  </a:cubicBezTo>
                  <a:cubicBezTo>
                    <a:pt x="209" y="126"/>
                    <a:pt x="233" y="86"/>
                    <a:pt x="273" y="58"/>
                  </a:cubicBezTo>
                  <a:cubicBezTo>
                    <a:pt x="305" y="42"/>
                    <a:pt x="345" y="30"/>
                    <a:pt x="381" y="26"/>
                  </a:cubicBezTo>
                  <a:lnTo>
                    <a:pt x="489" y="26"/>
                  </a:lnTo>
                  <a:lnTo>
                    <a:pt x="493" y="22"/>
                  </a:lnTo>
                  <a:lnTo>
                    <a:pt x="465" y="14"/>
                  </a:lnTo>
                  <a:cubicBezTo>
                    <a:pt x="437" y="6"/>
                    <a:pt x="409" y="2"/>
                    <a:pt x="385" y="2"/>
                  </a:cubicBezTo>
                  <a:cubicBezTo>
                    <a:pt x="377" y="1"/>
                    <a:pt x="370" y="1"/>
                    <a:pt x="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20"/>
            <p:cNvSpPr/>
            <p:nvPr/>
          </p:nvSpPr>
          <p:spPr>
            <a:xfrm>
              <a:off x="3072679" y="1526105"/>
              <a:ext cx="288495" cy="261808"/>
            </a:xfrm>
            <a:custGeom>
              <a:avLst/>
              <a:gdLst/>
              <a:ahLst/>
              <a:cxnLst/>
              <a:rect l="l" t="t" r="r" b="b"/>
              <a:pathLst>
                <a:path w="1481" h="1344" extrusionOk="0">
                  <a:moveTo>
                    <a:pt x="1311" y="1"/>
                  </a:moveTo>
                  <a:cubicBezTo>
                    <a:pt x="1301" y="1"/>
                    <a:pt x="1291" y="2"/>
                    <a:pt x="1281" y="4"/>
                  </a:cubicBezTo>
                  <a:cubicBezTo>
                    <a:pt x="1233" y="4"/>
                    <a:pt x="1185" y="12"/>
                    <a:pt x="1141" y="20"/>
                  </a:cubicBezTo>
                  <a:cubicBezTo>
                    <a:pt x="1085" y="32"/>
                    <a:pt x="1029" y="48"/>
                    <a:pt x="981" y="72"/>
                  </a:cubicBezTo>
                  <a:cubicBezTo>
                    <a:pt x="921" y="96"/>
                    <a:pt x="869" y="124"/>
                    <a:pt x="817" y="156"/>
                  </a:cubicBezTo>
                  <a:cubicBezTo>
                    <a:pt x="761" y="188"/>
                    <a:pt x="705" y="224"/>
                    <a:pt x="645" y="256"/>
                  </a:cubicBezTo>
                  <a:cubicBezTo>
                    <a:pt x="617" y="276"/>
                    <a:pt x="589" y="288"/>
                    <a:pt x="557" y="308"/>
                  </a:cubicBezTo>
                  <a:cubicBezTo>
                    <a:pt x="525" y="324"/>
                    <a:pt x="497" y="348"/>
                    <a:pt x="477" y="380"/>
                  </a:cubicBezTo>
                  <a:cubicBezTo>
                    <a:pt x="449" y="444"/>
                    <a:pt x="425" y="508"/>
                    <a:pt x="405" y="572"/>
                  </a:cubicBezTo>
                  <a:cubicBezTo>
                    <a:pt x="385" y="636"/>
                    <a:pt x="361" y="696"/>
                    <a:pt x="333" y="752"/>
                  </a:cubicBezTo>
                  <a:cubicBezTo>
                    <a:pt x="281" y="868"/>
                    <a:pt x="229" y="972"/>
                    <a:pt x="181" y="1056"/>
                  </a:cubicBezTo>
                  <a:cubicBezTo>
                    <a:pt x="129" y="1144"/>
                    <a:pt x="85" y="1212"/>
                    <a:pt x="53" y="1264"/>
                  </a:cubicBezTo>
                  <a:lnTo>
                    <a:pt x="1" y="1340"/>
                  </a:lnTo>
                  <a:lnTo>
                    <a:pt x="9" y="1344"/>
                  </a:lnTo>
                  <a:cubicBezTo>
                    <a:pt x="9" y="1344"/>
                    <a:pt x="33" y="1324"/>
                    <a:pt x="77" y="1280"/>
                  </a:cubicBezTo>
                  <a:cubicBezTo>
                    <a:pt x="97" y="1260"/>
                    <a:pt x="121" y="1232"/>
                    <a:pt x="149" y="1200"/>
                  </a:cubicBezTo>
                  <a:cubicBezTo>
                    <a:pt x="181" y="1164"/>
                    <a:pt x="209" y="1128"/>
                    <a:pt x="233" y="1088"/>
                  </a:cubicBezTo>
                  <a:cubicBezTo>
                    <a:pt x="265" y="1044"/>
                    <a:pt x="297" y="996"/>
                    <a:pt x="325" y="948"/>
                  </a:cubicBezTo>
                  <a:cubicBezTo>
                    <a:pt x="353" y="896"/>
                    <a:pt x="381" y="840"/>
                    <a:pt x="405" y="784"/>
                  </a:cubicBezTo>
                  <a:cubicBezTo>
                    <a:pt x="429" y="720"/>
                    <a:pt x="449" y="656"/>
                    <a:pt x="465" y="592"/>
                  </a:cubicBezTo>
                  <a:cubicBezTo>
                    <a:pt x="477" y="560"/>
                    <a:pt x="481" y="528"/>
                    <a:pt x="489" y="492"/>
                  </a:cubicBezTo>
                  <a:cubicBezTo>
                    <a:pt x="493" y="460"/>
                    <a:pt x="501" y="432"/>
                    <a:pt x="517" y="400"/>
                  </a:cubicBezTo>
                  <a:cubicBezTo>
                    <a:pt x="541" y="344"/>
                    <a:pt x="605" y="312"/>
                    <a:pt x="661" y="276"/>
                  </a:cubicBezTo>
                  <a:cubicBezTo>
                    <a:pt x="717" y="244"/>
                    <a:pt x="773" y="216"/>
                    <a:pt x="837" y="192"/>
                  </a:cubicBezTo>
                  <a:cubicBezTo>
                    <a:pt x="893" y="164"/>
                    <a:pt x="953" y="148"/>
                    <a:pt x="1005" y="128"/>
                  </a:cubicBezTo>
                  <a:cubicBezTo>
                    <a:pt x="1053" y="108"/>
                    <a:pt x="1105" y="92"/>
                    <a:pt x="1153" y="76"/>
                  </a:cubicBezTo>
                  <a:cubicBezTo>
                    <a:pt x="1229" y="56"/>
                    <a:pt x="1309" y="40"/>
                    <a:pt x="1389" y="36"/>
                  </a:cubicBezTo>
                  <a:lnTo>
                    <a:pt x="1481" y="36"/>
                  </a:lnTo>
                  <a:lnTo>
                    <a:pt x="1481" y="28"/>
                  </a:lnTo>
                  <a:lnTo>
                    <a:pt x="1457" y="24"/>
                  </a:lnTo>
                  <a:cubicBezTo>
                    <a:pt x="1437" y="16"/>
                    <a:pt x="1413" y="12"/>
                    <a:pt x="1389" y="8"/>
                  </a:cubicBezTo>
                  <a:cubicBezTo>
                    <a:pt x="1373" y="4"/>
                    <a:pt x="1357" y="4"/>
                    <a:pt x="1341" y="4"/>
                  </a:cubicBezTo>
                  <a:cubicBezTo>
                    <a:pt x="1331" y="2"/>
                    <a:pt x="1321" y="1"/>
                    <a:pt x="1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0"/>
            <p:cNvSpPr/>
            <p:nvPr/>
          </p:nvSpPr>
          <p:spPr>
            <a:xfrm>
              <a:off x="3008785" y="1559805"/>
              <a:ext cx="99931" cy="242912"/>
            </a:xfrm>
            <a:custGeom>
              <a:avLst/>
              <a:gdLst/>
              <a:ahLst/>
              <a:cxnLst/>
              <a:rect l="l" t="t" r="r" b="b"/>
              <a:pathLst>
                <a:path w="513" h="1247" extrusionOk="0">
                  <a:moveTo>
                    <a:pt x="479" y="0"/>
                  </a:moveTo>
                  <a:cubicBezTo>
                    <a:pt x="468" y="0"/>
                    <a:pt x="457" y="2"/>
                    <a:pt x="445" y="7"/>
                  </a:cubicBezTo>
                  <a:cubicBezTo>
                    <a:pt x="425" y="19"/>
                    <a:pt x="401" y="31"/>
                    <a:pt x="381" y="47"/>
                  </a:cubicBezTo>
                  <a:cubicBezTo>
                    <a:pt x="357" y="59"/>
                    <a:pt x="333" y="79"/>
                    <a:pt x="305" y="99"/>
                  </a:cubicBezTo>
                  <a:cubicBezTo>
                    <a:pt x="273" y="123"/>
                    <a:pt x="245" y="147"/>
                    <a:pt x="217" y="175"/>
                  </a:cubicBezTo>
                  <a:cubicBezTo>
                    <a:pt x="189" y="207"/>
                    <a:pt x="161" y="239"/>
                    <a:pt x="137" y="275"/>
                  </a:cubicBezTo>
                  <a:cubicBezTo>
                    <a:pt x="85" y="347"/>
                    <a:pt x="45" y="435"/>
                    <a:pt x="25" y="523"/>
                  </a:cubicBezTo>
                  <a:cubicBezTo>
                    <a:pt x="13" y="615"/>
                    <a:pt x="5" y="703"/>
                    <a:pt x="5" y="795"/>
                  </a:cubicBezTo>
                  <a:cubicBezTo>
                    <a:pt x="1" y="875"/>
                    <a:pt x="1" y="955"/>
                    <a:pt x="9" y="1035"/>
                  </a:cubicBezTo>
                  <a:cubicBezTo>
                    <a:pt x="13" y="1091"/>
                    <a:pt x="33" y="1147"/>
                    <a:pt x="57" y="1199"/>
                  </a:cubicBezTo>
                  <a:cubicBezTo>
                    <a:pt x="69" y="1219"/>
                    <a:pt x="85" y="1235"/>
                    <a:pt x="97" y="1247"/>
                  </a:cubicBezTo>
                  <a:lnTo>
                    <a:pt x="105" y="1247"/>
                  </a:lnTo>
                  <a:cubicBezTo>
                    <a:pt x="97" y="1227"/>
                    <a:pt x="89" y="1207"/>
                    <a:pt x="85" y="1187"/>
                  </a:cubicBezTo>
                  <a:cubicBezTo>
                    <a:pt x="77" y="1163"/>
                    <a:pt x="73" y="1143"/>
                    <a:pt x="73" y="1119"/>
                  </a:cubicBezTo>
                  <a:cubicBezTo>
                    <a:pt x="69" y="1091"/>
                    <a:pt x="69" y="1063"/>
                    <a:pt x="69" y="1027"/>
                  </a:cubicBezTo>
                  <a:cubicBezTo>
                    <a:pt x="69" y="959"/>
                    <a:pt x="77" y="879"/>
                    <a:pt x="73" y="795"/>
                  </a:cubicBezTo>
                  <a:cubicBezTo>
                    <a:pt x="73" y="751"/>
                    <a:pt x="69" y="707"/>
                    <a:pt x="69" y="663"/>
                  </a:cubicBezTo>
                  <a:cubicBezTo>
                    <a:pt x="69" y="615"/>
                    <a:pt x="61" y="571"/>
                    <a:pt x="61" y="527"/>
                  </a:cubicBezTo>
                  <a:cubicBezTo>
                    <a:pt x="61" y="483"/>
                    <a:pt x="69" y="439"/>
                    <a:pt x="89" y="399"/>
                  </a:cubicBezTo>
                  <a:cubicBezTo>
                    <a:pt x="105" y="359"/>
                    <a:pt x="133" y="323"/>
                    <a:pt x="165" y="295"/>
                  </a:cubicBezTo>
                  <a:cubicBezTo>
                    <a:pt x="197" y="267"/>
                    <a:pt x="229" y="243"/>
                    <a:pt x="261" y="215"/>
                  </a:cubicBezTo>
                  <a:lnTo>
                    <a:pt x="341" y="143"/>
                  </a:lnTo>
                  <a:lnTo>
                    <a:pt x="461" y="31"/>
                  </a:lnTo>
                  <a:cubicBezTo>
                    <a:pt x="469" y="19"/>
                    <a:pt x="481" y="15"/>
                    <a:pt x="497" y="15"/>
                  </a:cubicBezTo>
                  <a:cubicBezTo>
                    <a:pt x="501" y="15"/>
                    <a:pt x="505" y="15"/>
                    <a:pt x="509" y="19"/>
                  </a:cubicBezTo>
                  <a:lnTo>
                    <a:pt x="513" y="19"/>
                  </a:lnTo>
                  <a:cubicBezTo>
                    <a:pt x="513" y="19"/>
                    <a:pt x="513" y="11"/>
                    <a:pt x="501" y="3"/>
                  </a:cubicBezTo>
                  <a:cubicBezTo>
                    <a:pt x="494" y="1"/>
                    <a:pt x="487" y="0"/>
                    <a:pt x="4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3106185" y="1719151"/>
              <a:ext cx="559653" cy="142007"/>
            </a:xfrm>
            <a:custGeom>
              <a:avLst/>
              <a:gdLst/>
              <a:ahLst/>
              <a:cxnLst/>
              <a:rect l="l" t="t" r="r" b="b"/>
              <a:pathLst>
                <a:path w="2873" h="729" extrusionOk="0">
                  <a:moveTo>
                    <a:pt x="2865" y="1"/>
                  </a:moveTo>
                  <a:lnTo>
                    <a:pt x="2749" y="61"/>
                  </a:lnTo>
                  <a:cubicBezTo>
                    <a:pt x="2645" y="117"/>
                    <a:pt x="2541" y="165"/>
                    <a:pt x="2437" y="209"/>
                  </a:cubicBezTo>
                  <a:cubicBezTo>
                    <a:pt x="2365" y="241"/>
                    <a:pt x="2293" y="261"/>
                    <a:pt x="2221" y="281"/>
                  </a:cubicBezTo>
                  <a:cubicBezTo>
                    <a:pt x="2137" y="301"/>
                    <a:pt x="2053" y="309"/>
                    <a:pt x="1969" y="309"/>
                  </a:cubicBezTo>
                  <a:cubicBezTo>
                    <a:pt x="1877" y="305"/>
                    <a:pt x="1785" y="293"/>
                    <a:pt x="1693" y="273"/>
                  </a:cubicBezTo>
                  <a:cubicBezTo>
                    <a:pt x="1601" y="257"/>
                    <a:pt x="1505" y="241"/>
                    <a:pt x="1409" y="229"/>
                  </a:cubicBezTo>
                  <a:cubicBezTo>
                    <a:pt x="1337" y="220"/>
                    <a:pt x="1265" y="215"/>
                    <a:pt x="1191" y="215"/>
                  </a:cubicBezTo>
                  <a:cubicBezTo>
                    <a:pt x="1167" y="215"/>
                    <a:pt x="1142" y="216"/>
                    <a:pt x="1117" y="217"/>
                  </a:cubicBezTo>
                  <a:cubicBezTo>
                    <a:pt x="1025" y="225"/>
                    <a:pt x="933" y="233"/>
                    <a:pt x="837" y="249"/>
                  </a:cubicBezTo>
                  <a:cubicBezTo>
                    <a:pt x="753" y="265"/>
                    <a:pt x="665" y="289"/>
                    <a:pt x="581" y="317"/>
                  </a:cubicBezTo>
                  <a:cubicBezTo>
                    <a:pt x="509" y="341"/>
                    <a:pt x="433" y="373"/>
                    <a:pt x="365" y="405"/>
                  </a:cubicBezTo>
                  <a:cubicBezTo>
                    <a:pt x="301" y="437"/>
                    <a:pt x="245" y="469"/>
                    <a:pt x="193" y="509"/>
                  </a:cubicBezTo>
                  <a:cubicBezTo>
                    <a:pt x="149" y="541"/>
                    <a:pt x="109" y="577"/>
                    <a:pt x="77" y="617"/>
                  </a:cubicBezTo>
                  <a:cubicBezTo>
                    <a:pt x="57" y="641"/>
                    <a:pt x="37" y="669"/>
                    <a:pt x="17" y="697"/>
                  </a:cubicBezTo>
                  <a:lnTo>
                    <a:pt x="1" y="725"/>
                  </a:lnTo>
                  <a:lnTo>
                    <a:pt x="5" y="729"/>
                  </a:lnTo>
                  <a:lnTo>
                    <a:pt x="29" y="705"/>
                  </a:lnTo>
                  <a:cubicBezTo>
                    <a:pt x="49" y="681"/>
                    <a:pt x="73" y="657"/>
                    <a:pt x="97" y="633"/>
                  </a:cubicBezTo>
                  <a:cubicBezTo>
                    <a:pt x="133" y="601"/>
                    <a:pt x="173" y="573"/>
                    <a:pt x="217" y="549"/>
                  </a:cubicBezTo>
                  <a:cubicBezTo>
                    <a:pt x="273" y="513"/>
                    <a:pt x="329" y="485"/>
                    <a:pt x="389" y="461"/>
                  </a:cubicBezTo>
                  <a:cubicBezTo>
                    <a:pt x="453" y="433"/>
                    <a:pt x="525" y="409"/>
                    <a:pt x="605" y="385"/>
                  </a:cubicBezTo>
                  <a:cubicBezTo>
                    <a:pt x="685" y="361"/>
                    <a:pt x="769" y="341"/>
                    <a:pt x="853" y="321"/>
                  </a:cubicBezTo>
                  <a:cubicBezTo>
                    <a:pt x="945" y="301"/>
                    <a:pt x="1033" y="289"/>
                    <a:pt x="1125" y="281"/>
                  </a:cubicBezTo>
                  <a:cubicBezTo>
                    <a:pt x="1197" y="272"/>
                    <a:pt x="1267" y="267"/>
                    <a:pt x="1338" y="267"/>
                  </a:cubicBezTo>
                  <a:cubicBezTo>
                    <a:pt x="1361" y="267"/>
                    <a:pt x="1385" y="268"/>
                    <a:pt x="1409" y="269"/>
                  </a:cubicBezTo>
                  <a:cubicBezTo>
                    <a:pt x="1505" y="269"/>
                    <a:pt x="1601" y="277"/>
                    <a:pt x="1693" y="297"/>
                  </a:cubicBezTo>
                  <a:cubicBezTo>
                    <a:pt x="1785" y="313"/>
                    <a:pt x="1877" y="333"/>
                    <a:pt x="1969" y="345"/>
                  </a:cubicBezTo>
                  <a:cubicBezTo>
                    <a:pt x="2010" y="350"/>
                    <a:pt x="2051" y="353"/>
                    <a:pt x="2093" y="353"/>
                  </a:cubicBezTo>
                  <a:cubicBezTo>
                    <a:pt x="2141" y="353"/>
                    <a:pt x="2190" y="349"/>
                    <a:pt x="2237" y="341"/>
                  </a:cubicBezTo>
                  <a:cubicBezTo>
                    <a:pt x="2313" y="325"/>
                    <a:pt x="2389" y="297"/>
                    <a:pt x="2461" y="265"/>
                  </a:cubicBezTo>
                  <a:cubicBezTo>
                    <a:pt x="2525" y="237"/>
                    <a:pt x="2581" y="205"/>
                    <a:pt x="2641" y="169"/>
                  </a:cubicBezTo>
                  <a:cubicBezTo>
                    <a:pt x="2689" y="141"/>
                    <a:pt x="2733" y="113"/>
                    <a:pt x="2765" y="85"/>
                  </a:cubicBezTo>
                  <a:cubicBezTo>
                    <a:pt x="2837" y="37"/>
                    <a:pt x="2873" y="9"/>
                    <a:pt x="2873" y="9"/>
                  </a:cubicBezTo>
                  <a:lnTo>
                    <a:pt x="28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3157611" y="1892134"/>
              <a:ext cx="401478" cy="89607"/>
            </a:xfrm>
            <a:custGeom>
              <a:avLst/>
              <a:gdLst/>
              <a:ahLst/>
              <a:cxnLst/>
              <a:rect l="l" t="t" r="r" b="b"/>
              <a:pathLst>
                <a:path w="2061" h="460" extrusionOk="0">
                  <a:moveTo>
                    <a:pt x="857" y="1"/>
                  </a:moveTo>
                  <a:cubicBezTo>
                    <a:pt x="789" y="1"/>
                    <a:pt x="721" y="5"/>
                    <a:pt x="653" y="17"/>
                  </a:cubicBezTo>
                  <a:cubicBezTo>
                    <a:pt x="593" y="25"/>
                    <a:pt x="529" y="37"/>
                    <a:pt x="469" y="53"/>
                  </a:cubicBezTo>
                  <a:cubicBezTo>
                    <a:pt x="413" y="69"/>
                    <a:pt x="357" y="85"/>
                    <a:pt x="305" y="105"/>
                  </a:cubicBezTo>
                  <a:cubicBezTo>
                    <a:pt x="229" y="137"/>
                    <a:pt x="153" y="177"/>
                    <a:pt x="77" y="221"/>
                  </a:cubicBezTo>
                  <a:cubicBezTo>
                    <a:pt x="29" y="253"/>
                    <a:pt x="1" y="273"/>
                    <a:pt x="1" y="273"/>
                  </a:cubicBezTo>
                  <a:lnTo>
                    <a:pt x="5" y="281"/>
                  </a:lnTo>
                  <a:lnTo>
                    <a:pt x="25" y="273"/>
                  </a:lnTo>
                  <a:cubicBezTo>
                    <a:pt x="41" y="265"/>
                    <a:pt x="65" y="257"/>
                    <a:pt x="93" y="245"/>
                  </a:cubicBezTo>
                  <a:cubicBezTo>
                    <a:pt x="117" y="233"/>
                    <a:pt x="153" y="221"/>
                    <a:pt x="193" y="209"/>
                  </a:cubicBezTo>
                  <a:cubicBezTo>
                    <a:pt x="233" y="193"/>
                    <a:pt x="277" y="177"/>
                    <a:pt x="325" y="165"/>
                  </a:cubicBezTo>
                  <a:cubicBezTo>
                    <a:pt x="373" y="149"/>
                    <a:pt x="425" y="133"/>
                    <a:pt x="485" y="121"/>
                  </a:cubicBezTo>
                  <a:cubicBezTo>
                    <a:pt x="541" y="109"/>
                    <a:pt x="601" y="97"/>
                    <a:pt x="665" y="85"/>
                  </a:cubicBezTo>
                  <a:cubicBezTo>
                    <a:pt x="729" y="73"/>
                    <a:pt x="793" y="65"/>
                    <a:pt x="857" y="61"/>
                  </a:cubicBezTo>
                  <a:cubicBezTo>
                    <a:pt x="925" y="57"/>
                    <a:pt x="993" y="53"/>
                    <a:pt x="1061" y="53"/>
                  </a:cubicBezTo>
                  <a:cubicBezTo>
                    <a:pt x="1129" y="53"/>
                    <a:pt x="1197" y="57"/>
                    <a:pt x="1265" y="73"/>
                  </a:cubicBezTo>
                  <a:cubicBezTo>
                    <a:pt x="1329" y="85"/>
                    <a:pt x="1389" y="109"/>
                    <a:pt x="1445" y="145"/>
                  </a:cubicBezTo>
                  <a:cubicBezTo>
                    <a:pt x="1493" y="181"/>
                    <a:pt x="1541" y="221"/>
                    <a:pt x="1589" y="261"/>
                  </a:cubicBezTo>
                  <a:cubicBezTo>
                    <a:pt x="1629" y="297"/>
                    <a:pt x="1673" y="333"/>
                    <a:pt x="1721" y="365"/>
                  </a:cubicBezTo>
                  <a:cubicBezTo>
                    <a:pt x="1793" y="417"/>
                    <a:pt x="1873" y="449"/>
                    <a:pt x="1961" y="457"/>
                  </a:cubicBezTo>
                  <a:cubicBezTo>
                    <a:pt x="1973" y="459"/>
                    <a:pt x="1985" y="460"/>
                    <a:pt x="1997" y="460"/>
                  </a:cubicBezTo>
                  <a:cubicBezTo>
                    <a:pt x="2009" y="460"/>
                    <a:pt x="2021" y="459"/>
                    <a:pt x="2033" y="457"/>
                  </a:cubicBezTo>
                  <a:lnTo>
                    <a:pt x="2061" y="453"/>
                  </a:lnTo>
                  <a:lnTo>
                    <a:pt x="2061" y="441"/>
                  </a:lnTo>
                  <a:lnTo>
                    <a:pt x="2033" y="441"/>
                  </a:lnTo>
                  <a:cubicBezTo>
                    <a:pt x="2013" y="441"/>
                    <a:pt x="1989" y="437"/>
                    <a:pt x="1969" y="429"/>
                  </a:cubicBezTo>
                  <a:cubicBezTo>
                    <a:pt x="1893" y="405"/>
                    <a:pt x="1821" y="369"/>
                    <a:pt x="1757" y="317"/>
                  </a:cubicBezTo>
                  <a:cubicBezTo>
                    <a:pt x="1717" y="285"/>
                    <a:pt x="1677" y="249"/>
                    <a:pt x="1625" y="213"/>
                  </a:cubicBezTo>
                  <a:cubicBezTo>
                    <a:pt x="1577" y="173"/>
                    <a:pt x="1521" y="141"/>
                    <a:pt x="1465" y="113"/>
                  </a:cubicBezTo>
                  <a:cubicBezTo>
                    <a:pt x="1401" y="85"/>
                    <a:pt x="1337" y="65"/>
                    <a:pt x="1269" y="49"/>
                  </a:cubicBezTo>
                  <a:cubicBezTo>
                    <a:pt x="1205" y="37"/>
                    <a:pt x="1133" y="25"/>
                    <a:pt x="1065" y="13"/>
                  </a:cubicBezTo>
                  <a:cubicBezTo>
                    <a:pt x="997" y="5"/>
                    <a:pt x="925" y="1"/>
                    <a:pt x="8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3108522" y="1827071"/>
              <a:ext cx="273690" cy="81620"/>
            </a:xfrm>
            <a:custGeom>
              <a:avLst/>
              <a:gdLst/>
              <a:ahLst/>
              <a:cxnLst/>
              <a:rect l="l" t="t" r="r" b="b"/>
              <a:pathLst>
                <a:path w="1405" h="419" extrusionOk="0">
                  <a:moveTo>
                    <a:pt x="1007" y="0"/>
                  </a:moveTo>
                  <a:cubicBezTo>
                    <a:pt x="988" y="0"/>
                    <a:pt x="969" y="1"/>
                    <a:pt x="949" y="3"/>
                  </a:cubicBezTo>
                  <a:cubicBezTo>
                    <a:pt x="905" y="7"/>
                    <a:pt x="857" y="7"/>
                    <a:pt x="809" y="11"/>
                  </a:cubicBezTo>
                  <a:lnTo>
                    <a:pt x="661" y="11"/>
                  </a:lnTo>
                  <a:cubicBezTo>
                    <a:pt x="652" y="10"/>
                    <a:pt x="643" y="10"/>
                    <a:pt x="634" y="10"/>
                  </a:cubicBezTo>
                  <a:cubicBezTo>
                    <a:pt x="592" y="10"/>
                    <a:pt x="552" y="17"/>
                    <a:pt x="513" y="27"/>
                  </a:cubicBezTo>
                  <a:cubicBezTo>
                    <a:pt x="465" y="39"/>
                    <a:pt x="417" y="59"/>
                    <a:pt x="373" y="83"/>
                  </a:cubicBezTo>
                  <a:cubicBezTo>
                    <a:pt x="337" y="107"/>
                    <a:pt x="297" y="135"/>
                    <a:pt x="265" y="163"/>
                  </a:cubicBezTo>
                  <a:cubicBezTo>
                    <a:pt x="233" y="191"/>
                    <a:pt x="201" y="215"/>
                    <a:pt x="173" y="243"/>
                  </a:cubicBezTo>
                  <a:cubicBezTo>
                    <a:pt x="121" y="291"/>
                    <a:pt x="77" y="331"/>
                    <a:pt x="45" y="363"/>
                  </a:cubicBezTo>
                  <a:cubicBezTo>
                    <a:pt x="17" y="395"/>
                    <a:pt x="1" y="415"/>
                    <a:pt x="1" y="415"/>
                  </a:cubicBezTo>
                  <a:lnTo>
                    <a:pt x="5" y="419"/>
                  </a:lnTo>
                  <a:cubicBezTo>
                    <a:pt x="5" y="419"/>
                    <a:pt x="25" y="407"/>
                    <a:pt x="61" y="387"/>
                  </a:cubicBezTo>
                  <a:cubicBezTo>
                    <a:pt x="101" y="363"/>
                    <a:pt x="153" y="331"/>
                    <a:pt x="213" y="291"/>
                  </a:cubicBezTo>
                  <a:cubicBezTo>
                    <a:pt x="273" y="251"/>
                    <a:pt x="341" y="195"/>
                    <a:pt x="413" y="147"/>
                  </a:cubicBezTo>
                  <a:cubicBezTo>
                    <a:pt x="449" y="119"/>
                    <a:pt x="489" y="99"/>
                    <a:pt x="529" y="87"/>
                  </a:cubicBezTo>
                  <a:cubicBezTo>
                    <a:pt x="573" y="71"/>
                    <a:pt x="621" y="59"/>
                    <a:pt x="665" y="47"/>
                  </a:cubicBezTo>
                  <a:cubicBezTo>
                    <a:pt x="723" y="37"/>
                    <a:pt x="781" y="32"/>
                    <a:pt x="838" y="32"/>
                  </a:cubicBezTo>
                  <a:cubicBezTo>
                    <a:pt x="876" y="32"/>
                    <a:pt x="913" y="34"/>
                    <a:pt x="949" y="39"/>
                  </a:cubicBezTo>
                  <a:cubicBezTo>
                    <a:pt x="993" y="47"/>
                    <a:pt x="1033" y="55"/>
                    <a:pt x="1077" y="67"/>
                  </a:cubicBezTo>
                  <a:cubicBezTo>
                    <a:pt x="1109" y="75"/>
                    <a:pt x="1145" y="87"/>
                    <a:pt x="1181" y="103"/>
                  </a:cubicBezTo>
                  <a:cubicBezTo>
                    <a:pt x="1209" y="115"/>
                    <a:pt x="1237" y="135"/>
                    <a:pt x="1265" y="147"/>
                  </a:cubicBezTo>
                  <a:cubicBezTo>
                    <a:pt x="1285" y="163"/>
                    <a:pt x="1309" y="175"/>
                    <a:pt x="1337" y="183"/>
                  </a:cubicBezTo>
                  <a:cubicBezTo>
                    <a:pt x="1357" y="191"/>
                    <a:pt x="1381" y="195"/>
                    <a:pt x="1405" y="199"/>
                  </a:cubicBezTo>
                  <a:lnTo>
                    <a:pt x="1405" y="187"/>
                  </a:lnTo>
                  <a:lnTo>
                    <a:pt x="1389" y="179"/>
                  </a:lnTo>
                  <a:cubicBezTo>
                    <a:pt x="1373" y="175"/>
                    <a:pt x="1361" y="167"/>
                    <a:pt x="1349" y="155"/>
                  </a:cubicBezTo>
                  <a:cubicBezTo>
                    <a:pt x="1333" y="143"/>
                    <a:pt x="1313" y="127"/>
                    <a:pt x="1289" y="107"/>
                  </a:cubicBezTo>
                  <a:cubicBezTo>
                    <a:pt x="1261" y="87"/>
                    <a:pt x="1233" y="67"/>
                    <a:pt x="1205" y="47"/>
                  </a:cubicBezTo>
                  <a:cubicBezTo>
                    <a:pt x="1169" y="27"/>
                    <a:pt x="1129" y="15"/>
                    <a:pt x="1085" y="7"/>
                  </a:cubicBezTo>
                  <a:cubicBezTo>
                    <a:pt x="1059" y="2"/>
                    <a:pt x="1033" y="0"/>
                    <a:pt x="10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3003331" y="1514612"/>
              <a:ext cx="173954" cy="318299"/>
            </a:xfrm>
            <a:custGeom>
              <a:avLst/>
              <a:gdLst/>
              <a:ahLst/>
              <a:cxnLst/>
              <a:rect l="l" t="t" r="r" b="b"/>
              <a:pathLst>
                <a:path w="893" h="1634" extrusionOk="0">
                  <a:moveTo>
                    <a:pt x="756" y="0"/>
                  </a:moveTo>
                  <a:cubicBezTo>
                    <a:pt x="735" y="0"/>
                    <a:pt x="714" y="7"/>
                    <a:pt x="697" y="19"/>
                  </a:cubicBezTo>
                  <a:cubicBezTo>
                    <a:pt x="665" y="43"/>
                    <a:pt x="645" y="79"/>
                    <a:pt x="641" y="119"/>
                  </a:cubicBezTo>
                  <a:cubicBezTo>
                    <a:pt x="641" y="175"/>
                    <a:pt x="645" y="227"/>
                    <a:pt x="653" y="279"/>
                  </a:cubicBezTo>
                  <a:cubicBezTo>
                    <a:pt x="653" y="319"/>
                    <a:pt x="645" y="359"/>
                    <a:pt x="637" y="395"/>
                  </a:cubicBezTo>
                  <a:cubicBezTo>
                    <a:pt x="629" y="415"/>
                    <a:pt x="621" y="439"/>
                    <a:pt x="609" y="459"/>
                  </a:cubicBezTo>
                  <a:cubicBezTo>
                    <a:pt x="569" y="495"/>
                    <a:pt x="533" y="527"/>
                    <a:pt x="493" y="563"/>
                  </a:cubicBezTo>
                  <a:cubicBezTo>
                    <a:pt x="433" y="611"/>
                    <a:pt x="373" y="663"/>
                    <a:pt x="321" y="719"/>
                  </a:cubicBezTo>
                  <a:cubicBezTo>
                    <a:pt x="269" y="775"/>
                    <a:pt x="229" y="839"/>
                    <a:pt x="201" y="911"/>
                  </a:cubicBezTo>
                  <a:cubicBezTo>
                    <a:pt x="153" y="1055"/>
                    <a:pt x="165" y="1195"/>
                    <a:pt x="153" y="1307"/>
                  </a:cubicBezTo>
                  <a:cubicBezTo>
                    <a:pt x="149" y="1355"/>
                    <a:pt x="137" y="1403"/>
                    <a:pt x="125" y="1451"/>
                  </a:cubicBezTo>
                  <a:cubicBezTo>
                    <a:pt x="113" y="1491"/>
                    <a:pt x="97" y="1523"/>
                    <a:pt x="73" y="1555"/>
                  </a:cubicBezTo>
                  <a:cubicBezTo>
                    <a:pt x="61" y="1575"/>
                    <a:pt x="41" y="1595"/>
                    <a:pt x="25" y="1611"/>
                  </a:cubicBezTo>
                  <a:lnTo>
                    <a:pt x="1" y="1627"/>
                  </a:lnTo>
                  <a:cubicBezTo>
                    <a:pt x="1" y="1631"/>
                    <a:pt x="1" y="1631"/>
                    <a:pt x="1" y="1631"/>
                  </a:cubicBezTo>
                  <a:cubicBezTo>
                    <a:pt x="3" y="1633"/>
                    <a:pt x="4" y="1634"/>
                    <a:pt x="4" y="1634"/>
                  </a:cubicBezTo>
                  <a:cubicBezTo>
                    <a:pt x="5" y="1634"/>
                    <a:pt x="5" y="1633"/>
                    <a:pt x="5" y="1631"/>
                  </a:cubicBezTo>
                  <a:lnTo>
                    <a:pt x="33" y="1623"/>
                  </a:lnTo>
                  <a:cubicBezTo>
                    <a:pt x="57" y="1607"/>
                    <a:pt x="77" y="1591"/>
                    <a:pt x="97" y="1571"/>
                  </a:cubicBezTo>
                  <a:cubicBezTo>
                    <a:pt x="161" y="1499"/>
                    <a:pt x="201" y="1407"/>
                    <a:pt x="213" y="1307"/>
                  </a:cubicBezTo>
                  <a:cubicBezTo>
                    <a:pt x="221" y="1247"/>
                    <a:pt x="221" y="1183"/>
                    <a:pt x="225" y="1123"/>
                  </a:cubicBezTo>
                  <a:cubicBezTo>
                    <a:pt x="221" y="1055"/>
                    <a:pt x="225" y="987"/>
                    <a:pt x="237" y="923"/>
                  </a:cubicBezTo>
                  <a:cubicBezTo>
                    <a:pt x="253" y="851"/>
                    <a:pt x="285" y="783"/>
                    <a:pt x="337" y="731"/>
                  </a:cubicBezTo>
                  <a:cubicBezTo>
                    <a:pt x="389" y="679"/>
                    <a:pt x="449" y="631"/>
                    <a:pt x="513" y="591"/>
                  </a:cubicBezTo>
                  <a:cubicBezTo>
                    <a:pt x="581" y="551"/>
                    <a:pt x="641" y="503"/>
                    <a:pt x="701" y="455"/>
                  </a:cubicBezTo>
                  <a:cubicBezTo>
                    <a:pt x="761" y="403"/>
                    <a:pt x="809" y="339"/>
                    <a:pt x="845" y="267"/>
                  </a:cubicBezTo>
                  <a:cubicBezTo>
                    <a:pt x="873" y="199"/>
                    <a:pt x="893" y="103"/>
                    <a:pt x="829" y="31"/>
                  </a:cubicBezTo>
                  <a:cubicBezTo>
                    <a:pt x="809" y="11"/>
                    <a:pt x="782" y="0"/>
                    <a:pt x="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3050082" y="1659543"/>
              <a:ext cx="230835" cy="217978"/>
            </a:xfrm>
            <a:custGeom>
              <a:avLst/>
              <a:gdLst/>
              <a:ahLst/>
              <a:cxnLst/>
              <a:rect l="l" t="t" r="r" b="b"/>
              <a:pathLst>
                <a:path w="1185" h="1119" extrusionOk="0">
                  <a:moveTo>
                    <a:pt x="1094" y="0"/>
                  </a:moveTo>
                  <a:cubicBezTo>
                    <a:pt x="1066" y="0"/>
                    <a:pt x="1039" y="12"/>
                    <a:pt x="1017" y="31"/>
                  </a:cubicBezTo>
                  <a:cubicBezTo>
                    <a:pt x="997" y="43"/>
                    <a:pt x="977" y="63"/>
                    <a:pt x="961" y="79"/>
                  </a:cubicBezTo>
                  <a:cubicBezTo>
                    <a:pt x="953" y="91"/>
                    <a:pt x="945" y="99"/>
                    <a:pt x="937" y="111"/>
                  </a:cubicBezTo>
                  <a:cubicBezTo>
                    <a:pt x="933" y="119"/>
                    <a:pt x="929" y="131"/>
                    <a:pt x="925" y="143"/>
                  </a:cubicBezTo>
                  <a:cubicBezTo>
                    <a:pt x="909" y="179"/>
                    <a:pt x="901" y="215"/>
                    <a:pt x="889" y="239"/>
                  </a:cubicBezTo>
                  <a:cubicBezTo>
                    <a:pt x="885" y="247"/>
                    <a:pt x="881" y="255"/>
                    <a:pt x="877" y="263"/>
                  </a:cubicBezTo>
                  <a:lnTo>
                    <a:pt x="841" y="275"/>
                  </a:lnTo>
                  <a:cubicBezTo>
                    <a:pt x="781" y="291"/>
                    <a:pt x="713" y="299"/>
                    <a:pt x="649" y="323"/>
                  </a:cubicBezTo>
                  <a:cubicBezTo>
                    <a:pt x="585" y="343"/>
                    <a:pt x="525" y="379"/>
                    <a:pt x="477" y="427"/>
                  </a:cubicBezTo>
                  <a:cubicBezTo>
                    <a:pt x="433" y="475"/>
                    <a:pt x="397" y="527"/>
                    <a:pt x="361" y="579"/>
                  </a:cubicBezTo>
                  <a:cubicBezTo>
                    <a:pt x="329" y="635"/>
                    <a:pt x="297" y="683"/>
                    <a:pt x="273" y="735"/>
                  </a:cubicBezTo>
                  <a:cubicBezTo>
                    <a:pt x="245" y="783"/>
                    <a:pt x="221" y="835"/>
                    <a:pt x="201" y="875"/>
                  </a:cubicBezTo>
                  <a:cubicBezTo>
                    <a:pt x="169" y="943"/>
                    <a:pt x="125" y="1007"/>
                    <a:pt x="73" y="1063"/>
                  </a:cubicBezTo>
                  <a:cubicBezTo>
                    <a:pt x="57" y="1079"/>
                    <a:pt x="41" y="1091"/>
                    <a:pt x="21" y="1103"/>
                  </a:cubicBezTo>
                  <a:lnTo>
                    <a:pt x="1" y="1111"/>
                  </a:lnTo>
                  <a:cubicBezTo>
                    <a:pt x="1" y="1115"/>
                    <a:pt x="1" y="1115"/>
                    <a:pt x="1" y="1115"/>
                  </a:cubicBezTo>
                  <a:cubicBezTo>
                    <a:pt x="1" y="1115"/>
                    <a:pt x="5" y="1119"/>
                    <a:pt x="5" y="1119"/>
                  </a:cubicBezTo>
                  <a:lnTo>
                    <a:pt x="29" y="1115"/>
                  </a:lnTo>
                  <a:cubicBezTo>
                    <a:pt x="53" y="1107"/>
                    <a:pt x="73" y="1099"/>
                    <a:pt x="93" y="1087"/>
                  </a:cubicBezTo>
                  <a:cubicBezTo>
                    <a:pt x="161" y="1039"/>
                    <a:pt x="217" y="975"/>
                    <a:pt x="253" y="903"/>
                  </a:cubicBezTo>
                  <a:cubicBezTo>
                    <a:pt x="277" y="859"/>
                    <a:pt x="305" y="811"/>
                    <a:pt x="329" y="759"/>
                  </a:cubicBezTo>
                  <a:cubicBezTo>
                    <a:pt x="353" y="711"/>
                    <a:pt x="373" y="655"/>
                    <a:pt x="397" y="599"/>
                  </a:cubicBezTo>
                  <a:cubicBezTo>
                    <a:pt x="421" y="539"/>
                    <a:pt x="453" y="487"/>
                    <a:pt x="497" y="443"/>
                  </a:cubicBezTo>
                  <a:cubicBezTo>
                    <a:pt x="545" y="399"/>
                    <a:pt x="601" y="371"/>
                    <a:pt x="665" y="359"/>
                  </a:cubicBezTo>
                  <a:cubicBezTo>
                    <a:pt x="729" y="347"/>
                    <a:pt x="793" y="347"/>
                    <a:pt x="857" y="335"/>
                  </a:cubicBezTo>
                  <a:cubicBezTo>
                    <a:pt x="925" y="327"/>
                    <a:pt x="989" y="303"/>
                    <a:pt x="1049" y="267"/>
                  </a:cubicBezTo>
                  <a:cubicBezTo>
                    <a:pt x="1077" y="247"/>
                    <a:pt x="1101" y="223"/>
                    <a:pt x="1121" y="199"/>
                  </a:cubicBezTo>
                  <a:cubicBezTo>
                    <a:pt x="1145" y="175"/>
                    <a:pt x="1161" y="143"/>
                    <a:pt x="1173" y="111"/>
                  </a:cubicBezTo>
                  <a:cubicBezTo>
                    <a:pt x="1185" y="67"/>
                    <a:pt x="1161" y="19"/>
                    <a:pt x="1117" y="3"/>
                  </a:cubicBezTo>
                  <a:cubicBezTo>
                    <a:pt x="1109" y="1"/>
                    <a:pt x="1102" y="0"/>
                    <a:pt x="10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3029823" y="1796877"/>
              <a:ext cx="237069" cy="134800"/>
            </a:xfrm>
            <a:custGeom>
              <a:avLst/>
              <a:gdLst/>
              <a:ahLst/>
              <a:cxnLst/>
              <a:rect l="l" t="t" r="r" b="b"/>
              <a:pathLst>
                <a:path w="1217" h="692" extrusionOk="0">
                  <a:moveTo>
                    <a:pt x="1048" y="0"/>
                  </a:moveTo>
                  <a:cubicBezTo>
                    <a:pt x="1040" y="0"/>
                    <a:pt x="1032" y="1"/>
                    <a:pt x="1025" y="2"/>
                  </a:cubicBezTo>
                  <a:cubicBezTo>
                    <a:pt x="965" y="10"/>
                    <a:pt x="909" y="30"/>
                    <a:pt x="857" y="58"/>
                  </a:cubicBezTo>
                  <a:cubicBezTo>
                    <a:pt x="805" y="82"/>
                    <a:pt x="757" y="110"/>
                    <a:pt x="705" y="142"/>
                  </a:cubicBezTo>
                  <a:cubicBezTo>
                    <a:pt x="657" y="174"/>
                    <a:pt x="609" y="210"/>
                    <a:pt x="565" y="246"/>
                  </a:cubicBezTo>
                  <a:cubicBezTo>
                    <a:pt x="521" y="282"/>
                    <a:pt x="481" y="326"/>
                    <a:pt x="449" y="370"/>
                  </a:cubicBezTo>
                  <a:cubicBezTo>
                    <a:pt x="421" y="414"/>
                    <a:pt x="389" y="454"/>
                    <a:pt x="357" y="490"/>
                  </a:cubicBezTo>
                  <a:cubicBezTo>
                    <a:pt x="329" y="522"/>
                    <a:pt x="297" y="550"/>
                    <a:pt x="261" y="578"/>
                  </a:cubicBezTo>
                  <a:cubicBezTo>
                    <a:pt x="205" y="614"/>
                    <a:pt x="145" y="642"/>
                    <a:pt x="81" y="662"/>
                  </a:cubicBezTo>
                  <a:cubicBezTo>
                    <a:pt x="61" y="666"/>
                    <a:pt x="45" y="670"/>
                    <a:pt x="25" y="674"/>
                  </a:cubicBezTo>
                  <a:lnTo>
                    <a:pt x="5" y="678"/>
                  </a:lnTo>
                  <a:cubicBezTo>
                    <a:pt x="5" y="678"/>
                    <a:pt x="1" y="682"/>
                    <a:pt x="1" y="682"/>
                  </a:cubicBezTo>
                  <a:cubicBezTo>
                    <a:pt x="1" y="682"/>
                    <a:pt x="1" y="686"/>
                    <a:pt x="5" y="686"/>
                  </a:cubicBezTo>
                  <a:cubicBezTo>
                    <a:pt x="25" y="689"/>
                    <a:pt x="42" y="692"/>
                    <a:pt x="61" y="692"/>
                  </a:cubicBezTo>
                  <a:cubicBezTo>
                    <a:pt x="69" y="692"/>
                    <a:pt x="77" y="691"/>
                    <a:pt x="85" y="690"/>
                  </a:cubicBezTo>
                  <a:cubicBezTo>
                    <a:pt x="161" y="686"/>
                    <a:pt x="229" y="662"/>
                    <a:pt x="293" y="626"/>
                  </a:cubicBezTo>
                  <a:cubicBezTo>
                    <a:pt x="333" y="602"/>
                    <a:pt x="373" y="566"/>
                    <a:pt x="401" y="530"/>
                  </a:cubicBezTo>
                  <a:cubicBezTo>
                    <a:pt x="433" y="486"/>
                    <a:pt x="461" y="438"/>
                    <a:pt x="481" y="390"/>
                  </a:cubicBezTo>
                  <a:cubicBezTo>
                    <a:pt x="505" y="342"/>
                    <a:pt x="537" y="298"/>
                    <a:pt x="577" y="262"/>
                  </a:cubicBezTo>
                  <a:cubicBezTo>
                    <a:pt x="621" y="226"/>
                    <a:pt x="669" y="198"/>
                    <a:pt x="721" y="178"/>
                  </a:cubicBezTo>
                  <a:lnTo>
                    <a:pt x="881" y="110"/>
                  </a:lnTo>
                  <a:lnTo>
                    <a:pt x="917" y="98"/>
                  </a:lnTo>
                  <a:cubicBezTo>
                    <a:pt x="929" y="102"/>
                    <a:pt x="937" y="110"/>
                    <a:pt x="945" y="118"/>
                  </a:cubicBezTo>
                  <a:cubicBezTo>
                    <a:pt x="961" y="130"/>
                    <a:pt x="973" y="158"/>
                    <a:pt x="1001" y="190"/>
                  </a:cubicBezTo>
                  <a:cubicBezTo>
                    <a:pt x="1026" y="218"/>
                    <a:pt x="1060" y="234"/>
                    <a:pt x="1097" y="234"/>
                  </a:cubicBezTo>
                  <a:cubicBezTo>
                    <a:pt x="1108" y="234"/>
                    <a:pt x="1118" y="233"/>
                    <a:pt x="1129" y="230"/>
                  </a:cubicBezTo>
                  <a:cubicBezTo>
                    <a:pt x="1145" y="230"/>
                    <a:pt x="1161" y="222"/>
                    <a:pt x="1173" y="214"/>
                  </a:cubicBezTo>
                  <a:cubicBezTo>
                    <a:pt x="1181" y="206"/>
                    <a:pt x="1185" y="202"/>
                    <a:pt x="1189" y="194"/>
                  </a:cubicBezTo>
                  <a:lnTo>
                    <a:pt x="1193" y="190"/>
                  </a:lnTo>
                  <a:lnTo>
                    <a:pt x="1197" y="186"/>
                  </a:lnTo>
                  <a:cubicBezTo>
                    <a:pt x="1201" y="182"/>
                    <a:pt x="1201" y="178"/>
                    <a:pt x="1205" y="174"/>
                  </a:cubicBezTo>
                  <a:cubicBezTo>
                    <a:pt x="1217" y="142"/>
                    <a:pt x="1213" y="102"/>
                    <a:pt x="1197" y="74"/>
                  </a:cubicBezTo>
                  <a:cubicBezTo>
                    <a:pt x="1177" y="42"/>
                    <a:pt x="1149" y="22"/>
                    <a:pt x="1117" y="10"/>
                  </a:cubicBezTo>
                  <a:cubicBezTo>
                    <a:pt x="1093" y="4"/>
                    <a:pt x="1070" y="0"/>
                    <a:pt x="1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2942554" y="1670841"/>
              <a:ext cx="183304" cy="260249"/>
            </a:xfrm>
            <a:custGeom>
              <a:avLst/>
              <a:gdLst/>
              <a:ahLst/>
              <a:cxnLst/>
              <a:rect l="l" t="t" r="r" b="b"/>
              <a:pathLst>
                <a:path w="941" h="1336" extrusionOk="0">
                  <a:moveTo>
                    <a:pt x="839" y="0"/>
                  </a:moveTo>
                  <a:cubicBezTo>
                    <a:pt x="808" y="0"/>
                    <a:pt x="777" y="11"/>
                    <a:pt x="753" y="29"/>
                  </a:cubicBezTo>
                  <a:cubicBezTo>
                    <a:pt x="705" y="77"/>
                    <a:pt x="681" y="141"/>
                    <a:pt x="681" y="205"/>
                  </a:cubicBezTo>
                  <a:cubicBezTo>
                    <a:pt x="665" y="325"/>
                    <a:pt x="637" y="441"/>
                    <a:pt x="593" y="553"/>
                  </a:cubicBezTo>
                  <a:cubicBezTo>
                    <a:pt x="573" y="609"/>
                    <a:pt x="549" y="665"/>
                    <a:pt x="521" y="721"/>
                  </a:cubicBezTo>
                  <a:cubicBezTo>
                    <a:pt x="497" y="777"/>
                    <a:pt x="465" y="825"/>
                    <a:pt x="429" y="873"/>
                  </a:cubicBezTo>
                  <a:cubicBezTo>
                    <a:pt x="393" y="917"/>
                    <a:pt x="353" y="957"/>
                    <a:pt x="313" y="993"/>
                  </a:cubicBezTo>
                  <a:lnTo>
                    <a:pt x="209" y="1101"/>
                  </a:lnTo>
                  <a:cubicBezTo>
                    <a:pt x="145" y="1165"/>
                    <a:pt x="93" y="1221"/>
                    <a:pt x="57" y="1265"/>
                  </a:cubicBezTo>
                  <a:cubicBezTo>
                    <a:pt x="21" y="1305"/>
                    <a:pt x="1" y="1329"/>
                    <a:pt x="1" y="1329"/>
                  </a:cubicBezTo>
                  <a:lnTo>
                    <a:pt x="1" y="1333"/>
                  </a:lnTo>
                  <a:cubicBezTo>
                    <a:pt x="1" y="1335"/>
                    <a:pt x="2" y="1336"/>
                    <a:pt x="3" y="1336"/>
                  </a:cubicBezTo>
                  <a:cubicBezTo>
                    <a:pt x="4" y="1336"/>
                    <a:pt x="5" y="1335"/>
                    <a:pt x="5" y="1333"/>
                  </a:cubicBezTo>
                  <a:cubicBezTo>
                    <a:pt x="89" y="1273"/>
                    <a:pt x="173" y="1209"/>
                    <a:pt x="253" y="1141"/>
                  </a:cubicBezTo>
                  <a:cubicBezTo>
                    <a:pt x="289" y="1109"/>
                    <a:pt x="325" y="1069"/>
                    <a:pt x="357" y="1033"/>
                  </a:cubicBezTo>
                  <a:cubicBezTo>
                    <a:pt x="397" y="989"/>
                    <a:pt x="429" y="941"/>
                    <a:pt x="457" y="893"/>
                  </a:cubicBezTo>
                  <a:cubicBezTo>
                    <a:pt x="493" y="841"/>
                    <a:pt x="509" y="785"/>
                    <a:pt x="541" y="733"/>
                  </a:cubicBezTo>
                  <a:cubicBezTo>
                    <a:pt x="569" y="677"/>
                    <a:pt x="601" y="621"/>
                    <a:pt x="629" y="565"/>
                  </a:cubicBezTo>
                  <a:cubicBezTo>
                    <a:pt x="661" y="509"/>
                    <a:pt x="685" y="453"/>
                    <a:pt x="709" y="393"/>
                  </a:cubicBezTo>
                  <a:cubicBezTo>
                    <a:pt x="717" y="365"/>
                    <a:pt x="729" y="333"/>
                    <a:pt x="737" y="301"/>
                  </a:cubicBezTo>
                  <a:cubicBezTo>
                    <a:pt x="737" y="301"/>
                    <a:pt x="737" y="297"/>
                    <a:pt x="741" y="293"/>
                  </a:cubicBezTo>
                  <a:cubicBezTo>
                    <a:pt x="753" y="277"/>
                    <a:pt x="769" y="265"/>
                    <a:pt x="785" y="253"/>
                  </a:cubicBezTo>
                  <a:cubicBezTo>
                    <a:pt x="809" y="241"/>
                    <a:pt x="833" y="229"/>
                    <a:pt x="873" y="205"/>
                  </a:cubicBezTo>
                  <a:cubicBezTo>
                    <a:pt x="889" y="193"/>
                    <a:pt x="905" y="173"/>
                    <a:pt x="917" y="153"/>
                  </a:cubicBezTo>
                  <a:cubicBezTo>
                    <a:pt x="937" y="129"/>
                    <a:pt x="941" y="97"/>
                    <a:pt x="933" y="69"/>
                  </a:cubicBezTo>
                  <a:cubicBezTo>
                    <a:pt x="921" y="33"/>
                    <a:pt x="889" y="5"/>
                    <a:pt x="853" y="1"/>
                  </a:cubicBezTo>
                  <a:cubicBezTo>
                    <a:pt x="848" y="0"/>
                    <a:pt x="844" y="0"/>
                    <a:pt x="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2917619" y="1549481"/>
              <a:ext cx="61751" cy="288300"/>
            </a:xfrm>
            <a:custGeom>
              <a:avLst/>
              <a:gdLst/>
              <a:ahLst/>
              <a:cxnLst/>
              <a:rect l="l" t="t" r="r" b="b"/>
              <a:pathLst>
                <a:path w="317" h="1480" extrusionOk="0">
                  <a:moveTo>
                    <a:pt x="228" y="1"/>
                  </a:moveTo>
                  <a:cubicBezTo>
                    <a:pt x="221" y="1"/>
                    <a:pt x="213" y="2"/>
                    <a:pt x="205" y="4"/>
                  </a:cubicBezTo>
                  <a:cubicBezTo>
                    <a:pt x="177" y="12"/>
                    <a:pt x="153" y="24"/>
                    <a:pt x="137" y="48"/>
                  </a:cubicBezTo>
                  <a:cubicBezTo>
                    <a:pt x="129" y="60"/>
                    <a:pt x="121" y="72"/>
                    <a:pt x="121" y="84"/>
                  </a:cubicBezTo>
                  <a:cubicBezTo>
                    <a:pt x="121" y="88"/>
                    <a:pt x="121" y="92"/>
                    <a:pt x="121" y="96"/>
                  </a:cubicBezTo>
                  <a:lnTo>
                    <a:pt x="121" y="104"/>
                  </a:lnTo>
                  <a:lnTo>
                    <a:pt x="121" y="124"/>
                  </a:lnTo>
                  <a:cubicBezTo>
                    <a:pt x="121" y="144"/>
                    <a:pt x="125" y="168"/>
                    <a:pt x="137" y="188"/>
                  </a:cubicBezTo>
                  <a:cubicBezTo>
                    <a:pt x="153" y="228"/>
                    <a:pt x="181" y="256"/>
                    <a:pt x="193" y="288"/>
                  </a:cubicBezTo>
                  <a:cubicBezTo>
                    <a:pt x="205" y="308"/>
                    <a:pt x="213" y="328"/>
                    <a:pt x="213" y="348"/>
                  </a:cubicBezTo>
                  <a:cubicBezTo>
                    <a:pt x="209" y="372"/>
                    <a:pt x="201" y="396"/>
                    <a:pt x="193" y="416"/>
                  </a:cubicBezTo>
                  <a:cubicBezTo>
                    <a:pt x="153" y="536"/>
                    <a:pt x="105" y="656"/>
                    <a:pt x="65" y="776"/>
                  </a:cubicBezTo>
                  <a:cubicBezTo>
                    <a:pt x="45" y="840"/>
                    <a:pt x="29" y="900"/>
                    <a:pt x="17" y="964"/>
                  </a:cubicBezTo>
                  <a:cubicBezTo>
                    <a:pt x="5" y="1028"/>
                    <a:pt x="1" y="1096"/>
                    <a:pt x="13" y="1160"/>
                  </a:cubicBezTo>
                  <a:cubicBezTo>
                    <a:pt x="17" y="1192"/>
                    <a:pt x="25" y="1224"/>
                    <a:pt x="33" y="1256"/>
                  </a:cubicBezTo>
                  <a:cubicBezTo>
                    <a:pt x="45" y="1288"/>
                    <a:pt x="57" y="1320"/>
                    <a:pt x="73" y="1348"/>
                  </a:cubicBezTo>
                  <a:cubicBezTo>
                    <a:pt x="85" y="1380"/>
                    <a:pt x="105" y="1408"/>
                    <a:pt x="129" y="1432"/>
                  </a:cubicBezTo>
                  <a:cubicBezTo>
                    <a:pt x="149" y="1456"/>
                    <a:pt x="181" y="1476"/>
                    <a:pt x="213" y="1480"/>
                  </a:cubicBezTo>
                  <a:cubicBezTo>
                    <a:pt x="213" y="1476"/>
                    <a:pt x="213" y="1476"/>
                    <a:pt x="213" y="1472"/>
                  </a:cubicBezTo>
                  <a:cubicBezTo>
                    <a:pt x="185" y="1460"/>
                    <a:pt x="165" y="1436"/>
                    <a:pt x="149" y="1412"/>
                  </a:cubicBezTo>
                  <a:cubicBezTo>
                    <a:pt x="133" y="1384"/>
                    <a:pt x="121" y="1356"/>
                    <a:pt x="113" y="1328"/>
                  </a:cubicBezTo>
                  <a:cubicBezTo>
                    <a:pt x="101" y="1300"/>
                    <a:pt x="93" y="1268"/>
                    <a:pt x="85" y="1240"/>
                  </a:cubicBezTo>
                  <a:cubicBezTo>
                    <a:pt x="81" y="1212"/>
                    <a:pt x="73" y="1180"/>
                    <a:pt x="69" y="1152"/>
                  </a:cubicBezTo>
                  <a:cubicBezTo>
                    <a:pt x="65" y="1088"/>
                    <a:pt x="61" y="1028"/>
                    <a:pt x="61" y="968"/>
                  </a:cubicBezTo>
                  <a:cubicBezTo>
                    <a:pt x="61" y="904"/>
                    <a:pt x="69" y="840"/>
                    <a:pt x="85" y="780"/>
                  </a:cubicBezTo>
                  <a:cubicBezTo>
                    <a:pt x="101" y="720"/>
                    <a:pt x="125" y="660"/>
                    <a:pt x="153" y="604"/>
                  </a:cubicBezTo>
                  <a:cubicBezTo>
                    <a:pt x="185" y="548"/>
                    <a:pt x="217" y="496"/>
                    <a:pt x="241" y="436"/>
                  </a:cubicBezTo>
                  <a:cubicBezTo>
                    <a:pt x="269" y="376"/>
                    <a:pt x="293" y="312"/>
                    <a:pt x="305" y="248"/>
                  </a:cubicBezTo>
                  <a:cubicBezTo>
                    <a:pt x="317" y="180"/>
                    <a:pt x="313" y="112"/>
                    <a:pt x="297" y="44"/>
                  </a:cubicBezTo>
                  <a:cubicBezTo>
                    <a:pt x="297" y="40"/>
                    <a:pt x="293" y="40"/>
                    <a:pt x="293" y="36"/>
                  </a:cubicBezTo>
                  <a:cubicBezTo>
                    <a:pt x="281" y="20"/>
                    <a:pt x="269" y="8"/>
                    <a:pt x="249" y="4"/>
                  </a:cubicBezTo>
                  <a:cubicBezTo>
                    <a:pt x="243" y="2"/>
                    <a:pt x="236" y="1"/>
                    <a:pt x="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2834245" y="1611232"/>
              <a:ext cx="91360" cy="293560"/>
            </a:xfrm>
            <a:custGeom>
              <a:avLst/>
              <a:gdLst/>
              <a:ahLst/>
              <a:cxnLst/>
              <a:rect l="l" t="t" r="r" b="b"/>
              <a:pathLst>
                <a:path w="469" h="1507" extrusionOk="0">
                  <a:moveTo>
                    <a:pt x="104" y="1"/>
                  </a:moveTo>
                  <a:cubicBezTo>
                    <a:pt x="90" y="1"/>
                    <a:pt x="75" y="4"/>
                    <a:pt x="61" y="11"/>
                  </a:cubicBezTo>
                  <a:cubicBezTo>
                    <a:pt x="53" y="15"/>
                    <a:pt x="49" y="19"/>
                    <a:pt x="45" y="23"/>
                  </a:cubicBezTo>
                  <a:cubicBezTo>
                    <a:pt x="37" y="27"/>
                    <a:pt x="29" y="35"/>
                    <a:pt x="25" y="43"/>
                  </a:cubicBezTo>
                  <a:cubicBezTo>
                    <a:pt x="13" y="55"/>
                    <a:pt x="9" y="71"/>
                    <a:pt x="5" y="83"/>
                  </a:cubicBezTo>
                  <a:cubicBezTo>
                    <a:pt x="1" y="127"/>
                    <a:pt x="9" y="175"/>
                    <a:pt x="33" y="211"/>
                  </a:cubicBezTo>
                  <a:cubicBezTo>
                    <a:pt x="49" y="239"/>
                    <a:pt x="65" y="263"/>
                    <a:pt x="85" y="287"/>
                  </a:cubicBezTo>
                  <a:cubicBezTo>
                    <a:pt x="97" y="307"/>
                    <a:pt x="117" y="323"/>
                    <a:pt x="133" y="339"/>
                  </a:cubicBezTo>
                  <a:cubicBezTo>
                    <a:pt x="129" y="395"/>
                    <a:pt x="125" y="451"/>
                    <a:pt x="121" y="507"/>
                  </a:cubicBezTo>
                  <a:cubicBezTo>
                    <a:pt x="117" y="563"/>
                    <a:pt x="117" y="619"/>
                    <a:pt x="109" y="675"/>
                  </a:cubicBezTo>
                  <a:cubicBezTo>
                    <a:pt x="101" y="731"/>
                    <a:pt x="97" y="787"/>
                    <a:pt x="101" y="839"/>
                  </a:cubicBezTo>
                  <a:cubicBezTo>
                    <a:pt x="105" y="891"/>
                    <a:pt x="113" y="947"/>
                    <a:pt x="125" y="995"/>
                  </a:cubicBezTo>
                  <a:cubicBezTo>
                    <a:pt x="141" y="1039"/>
                    <a:pt x="157" y="1083"/>
                    <a:pt x="181" y="1119"/>
                  </a:cubicBezTo>
                  <a:lnTo>
                    <a:pt x="181" y="1131"/>
                  </a:lnTo>
                  <a:cubicBezTo>
                    <a:pt x="177" y="1183"/>
                    <a:pt x="169" y="1231"/>
                    <a:pt x="169" y="1279"/>
                  </a:cubicBezTo>
                  <a:cubicBezTo>
                    <a:pt x="161" y="1327"/>
                    <a:pt x="173" y="1379"/>
                    <a:pt x="197" y="1419"/>
                  </a:cubicBezTo>
                  <a:cubicBezTo>
                    <a:pt x="225" y="1451"/>
                    <a:pt x="265" y="1475"/>
                    <a:pt x="305" y="1479"/>
                  </a:cubicBezTo>
                  <a:cubicBezTo>
                    <a:pt x="337" y="1487"/>
                    <a:pt x="365" y="1491"/>
                    <a:pt x="389" y="1495"/>
                  </a:cubicBezTo>
                  <a:cubicBezTo>
                    <a:pt x="437" y="1503"/>
                    <a:pt x="461" y="1507"/>
                    <a:pt x="461" y="1507"/>
                  </a:cubicBezTo>
                  <a:lnTo>
                    <a:pt x="465" y="1507"/>
                  </a:lnTo>
                  <a:cubicBezTo>
                    <a:pt x="469" y="1503"/>
                    <a:pt x="469" y="1503"/>
                    <a:pt x="465" y="1499"/>
                  </a:cubicBezTo>
                  <a:cubicBezTo>
                    <a:pt x="465" y="1499"/>
                    <a:pt x="445" y="1487"/>
                    <a:pt x="401" y="1467"/>
                  </a:cubicBezTo>
                  <a:cubicBezTo>
                    <a:pt x="381" y="1459"/>
                    <a:pt x="353" y="1447"/>
                    <a:pt x="325" y="1435"/>
                  </a:cubicBezTo>
                  <a:cubicBezTo>
                    <a:pt x="293" y="1427"/>
                    <a:pt x="265" y="1411"/>
                    <a:pt x="249" y="1387"/>
                  </a:cubicBezTo>
                  <a:cubicBezTo>
                    <a:pt x="233" y="1351"/>
                    <a:pt x="229" y="1315"/>
                    <a:pt x="233" y="1279"/>
                  </a:cubicBezTo>
                  <a:cubicBezTo>
                    <a:pt x="233" y="1247"/>
                    <a:pt x="229" y="1211"/>
                    <a:pt x="225" y="1179"/>
                  </a:cubicBezTo>
                  <a:lnTo>
                    <a:pt x="225" y="1179"/>
                  </a:lnTo>
                  <a:cubicBezTo>
                    <a:pt x="253" y="1215"/>
                    <a:pt x="289" y="1251"/>
                    <a:pt x="325" y="1283"/>
                  </a:cubicBezTo>
                  <a:cubicBezTo>
                    <a:pt x="341" y="1295"/>
                    <a:pt x="357" y="1307"/>
                    <a:pt x="377" y="1319"/>
                  </a:cubicBezTo>
                  <a:lnTo>
                    <a:pt x="393" y="1327"/>
                  </a:lnTo>
                  <a:cubicBezTo>
                    <a:pt x="393" y="1329"/>
                    <a:pt x="394" y="1330"/>
                    <a:pt x="395" y="1330"/>
                  </a:cubicBezTo>
                  <a:cubicBezTo>
                    <a:pt x="396" y="1330"/>
                    <a:pt x="397" y="1329"/>
                    <a:pt x="397" y="1327"/>
                  </a:cubicBezTo>
                  <a:cubicBezTo>
                    <a:pt x="397" y="1327"/>
                    <a:pt x="397" y="1323"/>
                    <a:pt x="397" y="1323"/>
                  </a:cubicBezTo>
                  <a:lnTo>
                    <a:pt x="385" y="1307"/>
                  </a:lnTo>
                  <a:cubicBezTo>
                    <a:pt x="369" y="1291"/>
                    <a:pt x="361" y="1279"/>
                    <a:pt x="349" y="1263"/>
                  </a:cubicBezTo>
                  <a:cubicBezTo>
                    <a:pt x="309" y="1211"/>
                    <a:pt x="273" y="1155"/>
                    <a:pt x="241" y="1095"/>
                  </a:cubicBezTo>
                  <a:cubicBezTo>
                    <a:pt x="237" y="1083"/>
                    <a:pt x="229" y="1067"/>
                    <a:pt x="225" y="1055"/>
                  </a:cubicBezTo>
                  <a:cubicBezTo>
                    <a:pt x="225" y="1031"/>
                    <a:pt x="229" y="1003"/>
                    <a:pt x="233" y="979"/>
                  </a:cubicBezTo>
                  <a:cubicBezTo>
                    <a:pt x="241" y="927"/>
                    <a:pt x="257" y="879"/>
                    <a:pt x="281" y="831"/>
                  </a:cubicBezTo>
                  <a:cubicBezTo>
                    <a:pt x="305" y="779"/>
                    <a:pt x="333" y="735"/>
                    <a:pt x="353" y="691"/>
                  </a:cubicBezTo>
                  <a:cubicBezTo>
                    <a:pt x="373" y="643"/>
                    <a:pt x="401" y="595"/>
                    <a:pt x="421" y="551"/>
                  </a:cubicBezTo>
                  <a:lnTo>
                    <a:pt x="429" y="535"/>
                  </a:lnTo>
                  <a:lnTo>
                    <a:pt x="433" y="523"/>
                  </a:lnTo>
                  <a:lnTo>
                    <a:pt x="433" y="519"/>
                  </a:lnTo>
                  <a:lnTo>
                    <a:pt x="437" y="515"/>
                  </a:lnTo>
                  <a:cubicBezTo>
                    <a:pt x="437" y="507"/>
                    <a:pt x="441" y="499"/>
                    <a:pt x="441" y="491"/>
                  </a:cubicBezTo>
                  <a:cubicBezTo>
                    <a:pt x="441" y="479"/>
                    <a:pt x="441" y="467"/>
                    <a:pt x="437" y="455"/>
                  </a:cubicBezTo>
                  <a:cubicBezTo>
                    <a:pt x="429" y="435"/>
                    <a:pt x="413" y="419"/>
                    <a:pt x="393" y="411"/>
                  </a:cubicBezTo>
                  <a:cubicBezTo>
                    <a:pt x="377" y="403"/>
                    <a:pt x="361" y="399"/>
                    <a:pt x="341" y="399"/>
                  </a:cubicBezTo>
                  <a:cubicBezTo>
                    <a:pt x="313" y="399"/>
                    <a:pt x="285" y="407"/>
                    <a:pt x="261" y="427"/>
                  </a:cubicBezTo>
                  <a:cubicBezTo>
                    <a:pt x="233" y="443"/>
                    <a:pt x="217" y="467"/>
                    <a:pt x="213" y="495"/>
                  </a:cubicBezTo>
                  <a:cubicBezTo>
                    <a:pt x="209" y="535"/>
                    <a:pt x="213" y="579"/>
                    <a:pt x="225" y="615"/>
                  </a:cubicBezTo>
                  <a:cubicBezTo>
                    <a:pt x="237" y="647"/>
                    <a:pt x="245" y="675"/>
                    <a:pt x="253" y="695"/>
                  </a:cubicBezTo>
                  <a:cubicBezTo>
                    <a:pt x="261" y="711"/>
                    <a:pt x="265" y="723"/>
                    <a:pt x="269" y="731"/>
                  </a:cubicBezTo>
                  <a:cubicBezTo>
                    <a:pt x="257" y="759"/>
                    <a:pt x="249" y="791"/>
                    <a:pt x="241" y="819"/>
                  </a:cubicBezTo>
                  <a:cubicBezTo>
                    <a:pt x="225" y="883"/>
                    <a:pt x="213" y="947"/>
                    <a:pt x="201" y="1011"/>
                  </a:cubicBezTo>
                  <a:cubicBezTo>
                    <a:pt x="197" y="999"/>
                    <a:pt x="193" y="987"/>
                    <a:pt x="185" y="975"/>
                  </a:cubicBezTo>
                  <a:cubicBezTo>
                    <a:pt x="169" y="931"/>
                    <a:pt x="153" y="883"/>
                    <a:pt x="141" y="835"/>
                  </a:cubicBezTo>
                  <a:cubicBezTo>
                    <a:pt x="129" y="783"/>
                    <a:pt x="125" y="727"/>
                    <a:pt x="133" y="675"/>
                  </a:cubicBezTo>
                  <a:cubicBezTo>
                    <a:pt x="141" y="619"/>
                    <a:pt x="149" y="563"/>
                    <a:pt x="161" y="511"/>
                  </a:cubicBezTo>
                  <a:cubicBezTo>
                    <a:pt x="173" y="455"/>
                    <a:pt x="185" y="399"/>
                    <a:pt x="197" y="347"/>
                  </a:cubicBezTo>
                  <a:cubicBezTo>
                    <a:pt x="209" y="291"/>
                    <a:pt x="217" y="235"/>
                    <a:pt x="229" y="183"/>
                  </a:cubicBezTo>
                  <a:cubicBezTo>
                    <a:pt x="233" y="155"/>
                    <a:pt x="233" y="123"/>
                    <a:pt x="225" y="91"/>
                  </a:cubicBezTo>
                  <a:cubicBezTo>
                    <a:pt x="213" y="59"/>
                    <a:pt x="189" y="31"/>
                    <a:pt x="161" y="15"/>
                  </a:cubicBezTo>
                  <a:cubicBezTo>
                    <a:pt x="143" y="6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8" name="Google Shape;1038;p20"/>
          <p:cNvGrpSpPr/>
          <p:nvPr/>
        </p:nvGrpSpPr>
        <p:grpSpPr>
          <a:xfrm>
            <a:off x="186749" y="3416663"/>
            <a:ext cx="2090500" cy="1568640"/>
            <a:chOff x="1536645" y="1457564"/>
            <a:chExt cx="1782943" cy="1337973"/>
          </a:xfrm>
        </p:grpSpPr>
        <p:sp>
          <p:nvSpPr>
            <p:cNvPr id="1039" name="Google Shape;1039;p20"/>
            <p:cNvSpPr/>
            <p:nvPr/>
          </p:nvSpPr>
          <p:spPr>
            <a:xfrm>
              <a:off x="2157696" y="2388210"/>
              <a:ext cx="1127282" cy="407328"/>
            </a:xfrm>
            <a:custGeom>
              <a:avLst/>
              <a:gdLst/>
              <a:ahLst/>
              <a:cxnLst/>
              <a:rect l="l" t="t" r="r" b="b"/>
              <a:pathLst>
                <a:path w="4821" h="1742" extrusionOk="0">
                  <a:moveTo>
                    <a:pt x="1402" y="119"/>
                  </a:moveTo>
                  <a:cubicBezTo>
                    <a:pt x="1408" y="119"/>
                    <a:pt x="1414" y="120"/>
                    <a:pt x="1421" y="121"/>
                  </a:cubicBezTo>
                  <a:cubicBezTo>
                    <a:pt x="1469" y="121"/>
                    <a:pt x="1521" y="125"/>
                    <a:pt x="1569" y="137"/>
                  </a:cubicBezTo>
                  <a:cubicBezTo>
                    <a:pt x="1677" y="165"/>
                    <a:pt x="1781" y="197"/>
                    <a:pt x="1881" y="237"/>
                  </a:cubicBezTo>
                  <a:cubicBezTo>
                    <a:pt x="1985" y="273"/>
                    <a:pt x="2089" y="313"/>
                    <a:pt x="2193" y="357"/>
                  </a:cubicBezTo>
                  <a:cubicBezTo>
                    <a:pt x="2401" y="437"/>
                    <a:pt x="2605" y="529"/>
                    <a:pt x="2813" y="613"/>
                  </a:cubicBezTo>
                  <a:cubicBezTo>
                    <a:pt x="2913" y="657"/>
                    <a:pt x="3017" y="701"/>
                    <a:pt x="3125" y="741"/>
                  </a:cubicBezTo>
                  <a:cubicBezTo>
                    <a:pt x="3229" y="785"/>
                    <a:pt x="3337" y="821"/>
                    <a:pt x="3449" y="845"/>
                  </a:cubicBezTo>
                  <a:lnTo>
                    <a:pt x="3613" y="869"/>
                  </a:lnTo>
                  <a:lnTo>
                    <a:pt x="3781" y="885"/>
                  </a:lnTo>
                  <a:cubicBezTo>
                    <a:pt x="3897" y="893"/>
                    <a:pt x="4009" y="893"/>
                    <a:pt x="4121" y="893"/>
                  </a:cubicBezTo>
                  <a:cubicBezTo>
                    <a:pt x="4233" y="885"/>
                    <a:pt x="4349" y="873"/>
                    <a:pt x="4461" y="857"/>
                  </a:cubicBezTo>
                  <a:cubicBezTo>
                    <a:pt x="4545" y="842"/>
                    <a:pt x="4630" y="820"/>
                    <a:pt x="4711" y="789"/>
                  </a:cubicBezTo>
                  <a:lnTo>
                    <a:pt x="4711" y="789"/>
                  </a:lnTo>
                  <a:cubicBezTo>
                    <a:pt x="4692" y="842"/>
                    <a:pt x="4667" y="891"/>
                    <a:pt x="4637" y="941"/>
                  </a:cubicBezTo>
                  <a:cubicBezTo>
                    <a:pt x="4597" y="1009"/>
                    <a:pt x="4545" y="1073"/>
                    <a:pt x="4485" y="1129"/>
                  </a:cubicBezTo>
                  <a:cubicBezTo>
                    <a:pt x="4425" y="1181"/>
                    <a:pt x="4357" y="1221"/>
                    <a:pt x="4281" y="1249"/>
                  </a:cubicBezTo>
                  <a:cubicBezTo>
                    <a:pt x="4241" y="1261"/>
                    <a:pt x="4201" y="1273"/>
                    <a:pt x="4161" y="1281"/>
                  </a:cubicBezTo>
                  <a:lnTo>
                    <a:pt x="4037" y="1313"/>
                  </a:lnTo>
                  <a:cubicBezTo>
                    <a:pt x="3705" y="1393"/>
                    <a:pt x="3365" y="1461"/>
                    <a:pt x="3029" y="1541"/>
                  </a:cubicBezTo>
                  <a:cubicBezTo>
                    <a:pt x="2985" y="1549"/>
                    <a:pt x="2945" y="1561"/>
                    <a:pt x="2901" y="1573"/>
                  </a:cubicBezTo>
                  <a:lnTo>
                    <a:pt x="2873" y="1581"/>
                  </a:lnTo>
                  <a:lnTo>
                    <a:pt x="2853" y="1585"/>
                  </a:lnTo>
                  <a:lnTo>
                    <a:pt x="2845" y="1585"/>
                  </a:lnTo>
                  <a:cubicBezTo>
                    <a:pt x="2825" y="1589"/>
                    <a:pt x="2809" y="1593"/>
                    <a:pt x="2789" y="1593"/>
                  </a:cubicBezTo>
                  <a:cubicBezTo>
                    <a:pt x="2775" y="1593"/>
                    <a:pt x="2760" y="1594"/>
                    <a:pt x="2746" y="1594"/>
                  </a:cubicBezTo>
                  <a:cubicBezTo>
                    <a:pt x="2679" y="1594"/>
                    <a:pt x="2611" y="1587"/>
                    <a:pt x="2545" y="1577"/>
                  </a:cubicBezTo>
                  <a:cubicBezTo>
                    <a:pt x="2377" y="1557"/>
                    <a:pt x="2213" y="1525"/>
                    <a:pt x="2045" y="1485"/>
                  </a:cubicBezTo>
                  <a:cubicBezTo>
                    <a:pt x="1877" y="1445"/>
                    <a:pt x="1713" y="1401"/>
                    <a:pt x="1545" y="1357"/>
                  </a:cubicBezTo>
                  <a:cubicBezTo>
                    <a:pt x="1381" y="1313"/>
                    <a:pt x="1217" y="1265"/>
                    <a:pt x="1053" y="1213"/>
                  </a:cubicBezTo>
                  <a:lnTo>
                    <a:pt x="1041" y="1209"/>
                  </a:lnTo>
                  <a:lnTo>
                    <a:pt x="1029" y="1209"/>
                  </a:lnTo>
                  <a:cubicBezTo>
                    <a:pt x="1009" y="1213"/>
                    <a:pt x="985" y="1217"/>
                    <a:pt x="965" y="1217"/>
                  </a:cubicBezTo>
                  <a:lnTo>
                    <a:pt x="893" y="1217"/>
                  </a:lnTo>
                  <a:cubicBezTo>
                    <a:pt x="845" y="1213"/>
                    <a:pt x="797" y="1205"/>
                    <a:pt x="753" y="1197"/>
                  </a:cubicBezTo>
                  <a:cubicBezTo>
                    <a:pt x="661" y="1173"/>
                    <a:pt x="569" y="1141"/>
                    <a:pt x="485" y="1097"/>
                  </a:cubicBezTo>
                  <a:cubicBezTo>
                    <a:pt x="401" y="1049"/>
                    <a:pt x="321" y="993"/>
                    <a:pt x="249" y="929"/>
                  </a:cubicBezTo>
                  <a:cubicBezTo>
                    <a:pt x="177" y="865"/>
                    <a:pt x="109" y="793"/>
                    <a:pt x="49" y="717"/>
                  </a:cubicBezTo>
                  <a:cubicBezTo>
                    <a:pt x="29" y="609"/>
                    <a:pt x="41" y="497"/>
                    <a:pt x="81" y="397"/>
                  </a:cubicBezTo>
                  <a:cubicBezTo>
                    <a:pt x="101" y="345"/>
                    <a:pt x="129" y="297"/>
                    <a:pt x="161" y="257"/>
                  </a:cubicBezTo>
                  <a:cubicBezTo>
                    <a:pt x="169" y="245"/>
                    <a:pt x="177" y="233"/>
                    <a:pt x="185" y="225"/>
                  </a:cubicBezTo>
                  <a:cubicBezTo>
                    <a:pt x="193" y="213"/>
                    <a:pt x="201" y="205"/>
                    <a:pt x="209" y="197"/>
                  </a:cubicBezTo>
                  <a:cubicBezTo>
                    <a:pt x="229" y="181"/>
                    <a:pt x="249" y="169"/>
                    <a:pt x="273" y="161"/>
                  </a:cubicBezTo>
                  <a:cubicBezTo>
                    <a:pt x="343" y="138"/>
                    <a:pt x="417" y="126"/>
                    <a:pt x="491" y="126"/>
                  </a:cubicBezTo>
                  <a:cubicBezTo>
                    <a:pt x="522" y="126"/>
                    <a:pt x="554" y="128"/>
                    <a:pt x="585" y="133"/>
                  </a:cubicBezTo>
                  <a:cubicBezTo>
                    <a:pt x="693" y="141"/>
                    <a:pt x="805" y="157"/>
                    <a:pt x="917" y="165"/>
                  </a:cubicBezTo>
                  <a:cubicBezTo>
                    <a:pt x="962" y="169"/>
                    <a:pt x="1006" y="171"/>
                    <a:pt x="1050" y="171"/>
                  </a:cubicBezTo>
                  <a:cubicBezTo>
                    <a:pt x="1124" y="171"/>
                    <a:pt x="1196" y="165"/>
                    <a:pt x="1269" y="153"/>
                  </a:cubicBezTo>
                  <a:lnTo>
                    <a:pt x="1313" y="141"/>
                  </a:lnTo>
                  <a:lnTo>
                    <a:pt x="1353" y="129"/>
                  </a:lnTo>
                  <a:cubicBezTo>
                    <a:pt x="1370" y="123"/>
                    <a:pt x="1386" y="119"/>
                    <a:pt x="1402" y="119"/>
                  </a:cubicBezTo>
                  <a:close/>
                  <a:moveTo>
                    <a:pt x="1417" y="1"/>
                  </a:moveTo>
                  <a:cubicBezTo>
                    <a:pt x="1397" y="1"/>
                    <a:pt x="1381" y="1"/>
                    <a:pt x="1365" y="5"/>
                  </a:cubicBezTo>
                  <a:cubicBezTo>
                    <a:pt x="1349" y="5"/>
                    <a:pt x="1333" y="9"/>
                    <a:pt x="1317" y="13"/>
                  </a:cubicBezTo>
                  <a:lnTo>
                    <a:pt x="1277" y="29"/>
                  </a:lnTo>
                  <a:lnTo>
                    <a:pt x="1241" y="37"/>
                  </a:lnTo>
                  <a:cubicBezTo>
                    <a:pt x="1164" y="52"/>
                    <a:pt x="1084" y="60"/>
                    <a:pt x="1004" y="60"/>
                  </a:cubicBezTo>
                  <a:cubicBezTo>
                    <a:pt x="977" y="60"/>
                    <a:pt x="949" y="59"/>
                    <a:pt x="921" y="57"/>
                  </a:cubicBezTo>
                  <a:cubicBezTo>
                    <a:pt x="813" y="53"/>
                    <a:pt x="701" y="41"/>
                    <a:pt x="585" y="41"/>
                  </a:cubicBezTo>
                  <a:cubicBezTo>
                    <a:pt x="566" y="39"/>
                    <a:pt x="547" y="39"/>
                    <a:pt x="527" y="39"/>
                  </a:cubicBezTo>
                  <a:cubicBezTo>
                    <a:pt x="430" y="39"/>
                    <a:pt x="330" y="56"/>
                    <a:pt x="237" y="93"/>
                  </a:cubicBezTo>
                  <a:cubicBezTo>
                    <a:pt x="209" y="109"/>
                    <a:pt x="181" y="125"/>
                    <a:pt x="161" y="149"/>
                  </a:cubicBezTo>
                  <a:cubicBezTo>
                    <a:pt x="149" y="161"/>
                    <a:pt x="141" y="169"/>
                    <a:pt x="129" y="185"/>
                  </a:cubicBezTo>
                  <a:cubicBezTo>
                    <a:pt x="121" y="197"/>
                    <a:pt x="113" y="209"/>
                    <a:pt x="105" y="221"/>
                  </a:cubicBezTo>
                  <a:cubicBezTo>
                    <a:pt x="73" y="273"/>
                    <a:pt x="53" y="325"/>
                    <a:pt x="37" y="381"/>
                  </a:cubicBezTo>
                  <a:cubicBezTo>
                    <a:pt x="1" y="493"/>
                    <a:pt x="1" y="609"/>
                    <a:pt x="37" y="721"/>
                  </a:cubicBezTo>
                  <a:lnTo>
                    <a:pt x="33" y="721"/>
                  </a:lnTo>
                  <a:cubicBezTo>
                    <a:pt x="61" y="761"/>
                    <a:pt x="89" y="801"/>
                    <a:pt x="121" y="841"/>
                  </a:cubicBezTo>
                  <a:cubicBezTo>
                    <a:pt x="149" y="881"/>
                    <a:pt x="185" y="921"/>
                    <a:pt x="221" y="957"/>
                  </a:cubicBezTo>
                  <a:cubicBezTo>
                    <a:pt x="289" y="1029"/>
                    <a:pt x="369" y="1093"/>
                    <a:pt x="453" y="1149"/>
                  </a:cubicBezTo>
                  <a:cubicBezTo>
                    <a:pt x="541" y="1201"/>
                    <a:pt x="633" y="1245"/>
                    <a:pt x="733" y="1273"/>
                  </a:cubicBezTo>
                  <a:cubicBezTo>
                    <a:pt x="781" y="1285"/>
                    <a:pt x="833" y="1297"/>
                    <a:pt x="881" y="1305"/>
                  </a:cubicBezTo>
                  <a:cubicBezTo>
                    <a:pt x="909" y="1309"/>
                    <a:pt x="933" y="1309"/>
                    <a:pt x="961" y="1309"/>
                  </a:cubicBezTo>
                  <a:cubicBezTo>
                    <a:pt x="975" y="1311"/>
                    <a:pt x="988" y="1312"/>
                    <a:pt x="1001" y="1312"/>
                  </a:cubicBezTo>
                  <a:cubicBezTo>
                    <a:pt x="1008" y="1312"/>
                    <a:pt x="1015" y="1311"/>
                    <a:pt x="1023" y="1311"/>
                  </a:cubicBezTo>
                  <a:lnTo>
                    <a:pt x="1023" y="1311"/>
                  </a:lnTo>
                  <a:cubicBezTo>
                    <a:pt x="1185" y="1370"/>
                    <a:pt x="1347" y="1425"/>
                    <a:pt x="1513" y="1473"/>
                  </a:cubicBezTo>
                  <a:cubicBezTo>
                    <a:pt x="1677" y="1525"/>
                    <a:pt x="1841" y="1577"/>
                    <a:pt x="2013" y="1621"/>
                  </a:cubicBezTo>
                  <a:cubicBezTo>
                    <a:pt x="2181" y="1665"/>
                    <a:pt x="2353" y="1701"/>
                    <a:pt x="2525" y="1725"/>
                  </a:cubicBezTo>
                  <a:cubicBezTo>
                    <a:pt x="2601" y="1735"/>
                    <a:pt x="2674" y="1742"/>
                    <a:pt x="2748" y="1742"/>
                  </a:cubicBezTo>
                  <a:cubicBezTo>
                    <a:pt x="2764" y="1742"/>
                    <a:pt x="2781" y="1741"/>
                    <a:pt x="2797" y="1741"/>
                  </a:cubicBezTo>
                  <a:cubicBezTo>
                    <a:pt x="2821" y="1737"/>
                    <a:pt x="2849" y="1733"/>
                    <a:pt x="2873" y="1729"/>
                  </a:cubicBezTo>
                  <a:lnTo>
                    <a:pt x="2893" y="1725"/>
                  </a:lnTo>
                  <a:lnTo>
                    <a:pt x="2905" y="1721"/>
                  </a:lnTo>
                  <a:lnTo>
                    <a:pt x="2937" y="1713"/>
                  </a:lnTo>
                  <a:lnTo>
                    <a:pt x="3061" y="1681"/>
                  </a:lnTo>
                  <a:cubicBezTo>
                    <a:pt x="3393" y="1593"/>
                    <a:pt x="3729" y="1521"/>
                    <a:pt x="4065" y="1429"/>
                  </a:cubicBezTo>
                  <a:lnTo>
                    <a:pt x="4189" y="1393"/>
                  </a:lnTo>
                  <a:cubicBezTo>
                    <a:pt x="4233" y="1381"/>
                    <a:pt x="4277" y="1369"/>
                    <a:pt x="4317" y="1353"/>
                  </a:cubicBezTo>
                  <a:cubicBezTo>
                    <a:pt x="4405" y="1317"/>
                    <a:pt x="4485" y="1265"/>
                    <a:pt x="4553" y="1201"/>
                  </a:cubicBezTo>
                  <a:cubicBezTo>
                    <a:pt x="4617" y="1137"/>
                    <a:pt x="4673" y="1065"/>
                    <a:pt x="4713" y="981"/>
                  </a:cubicBezTo>
                  <a:cubicBezTo>
                    <a:pt x="4757" y="901"/>
                    <a:pt x="4789" y="817"/>
                    <a:pt x="4805" y="729"/>
                  </a:cubicBezTo>
                  <a:lnTo>
                    <a:pt x="4821" y="645"/>
                  </a:lnTo>
                  <a:lnTo>
                    <a:pt x="4749" y="689"/>
                  </a:lnTo>
                  <a:cubicBezTo>
                    <a:pt x="4653" y="737"/>
                    <a:pt x="4549" y="773"/>
                    <a:pt x="4445" y="797"/>
                  </a:cubicBezTo>
                  <a:cubicBezTo>
                    <a:pt x="4337" y="821"/>
                    <a:pt x="4225" y="837"/>
                    <a:pt x="4117" y="841"/>
                  </a:cubicBezTo>
                  <a:cubicBezTo>
                    <a:pt x="4061" y="845"/>
                    <a:pt x="4005" y="847"/>
                    <a:pt x="3949" y="847"/>
                  </a:cubicBezTo>
                  <a:cubicBezTo>
                    <a:pt x="3894" y="847"/>
                    <a:pt x="3839" y="845"/>
                    <a:pt x="3785" y="841"/>
                  </a:cubicBezTo>
                  <a:cubicBezTo>
                    <a:pt x="3729" y="837"/>
                    <a:pt x="3673" y="833"/>
                    <a:pt x="3617" y="825"/>
                  </a:cubicBezTo>
                  <a:lnTo>
                    <a:pt x="3453" y="801"/>
                  </a:lnTo>
                  <a:cubicBezTo>
                    <a:pt x="3345" y="777"/>
                    <a:pt x="3241" y="737"/>
                    <a:pt x="3141" y="693"/>
                  </a:cubicBezTo>
                  <a:cubicBezTo>
                    <a:pt x="3041" y="645"/>
                    <a:pt x="2941" y="597"/>
                    <a:pt x="2841" y="545"/>
                  </a:cubicBezTo>
                  <a:cubicBezTo>
                    <a:pt x="2641" y="449"/>
                    <a:pt x="2441" y="345"/>
                    <a:pt x="2237" y="253"/>
                  </a:cubicBezTo>
                  <a:cubicBezTo>
                    <a:pt x="2133" y="205"/>
                    <a:pt x="2033" y="161"/>
                    <a:pt x="1925" y="121"/>
                  </a:cubicBezTo>
                  <a:cubicBezTo>
                    <a:pt x="1817" y="77"/>
                    <a:pt x="1709" y="45"/>
                    <a:pt x="1597" y="21"/>
                  </a:cubicBezTo>
                  <a:cubicBezTo>
                    <a:pt x="1537" y="5"/>
                    <a:pt x="1477" y="1"/>
                    <a:pt x="14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1716226" y="1738161"/>
              <a:ext cx="712940" cy="851366"/>
            </a:xfrm>
            <a:custGeom>
              <a:avLst/>
              <a:gdLst/>
              <a:ahLst/>
              <a:cxnLst/>
              <a:rect l="l" t="t" r="r" b="b"/>
              <a:pathLst>
                <a:path w="3049" h="3641" extrusionOk="0">
                  <a:moveTo>
                    <a:pt x="1909" y="1"/>
                  </a:moveTo>
                  <a:lnTo>
                    <a:pt x="1877" y="37"/>
                  </a:lnTo>
                  <a:cubicBezTo>
                    <a:pt x="1822" y="99"/>
                    <a:pt x="1745" y="161"/>
                    <a:pt x="1664" y="161"/>
                  </a:cubicBezTo>
                  <a:cubicBezTo>
                    <a:pt x="1662" y="161"/>
                    <a:pt x="1659" y="161"/>
                    <a:pt x="1657" y="161"/>
                  </a:cubicBezTo>
                  <a:cubicBezTo>
                    <a:pt x="1637" y="157"/>
                    <a:pt x="1617" y="153"/>
                    <a:pt x="1597" y="141"/>
                  </a:cubicBezTo>
                  <a:cubicBezTo>
                    <a:pt x="1573" y="137"/>
                    <a:pt x="1549" y="129"/>
                    <a:pt x="1525" y="121"/>
                  </a:cubicBezTo>
                  <a:cubicBezTo>
                    <a:pt x="1477" y="113"/>
                    <a:pt x="1433" y="105"/>
                    <a:pt x="1385" y="97"/>
                  </a:cubicBezTo>
                  <a:cubicBezTo>
                    <a:pt x="1273" y="77"/>
                    <a:pt x="1159" y="68"/>
                    <a:pt x="1045" y="68"/>
                  </a:cubicBezTo>
                  <a:cubicBezTo>
                    <a:pt x="968" y="68"/>
                    <a:pt x="890" y="73"/>
                    <a:pt x="813" y="81"/>
                  </a:cubicBezTo>
                  <a:cubicBezTo>
                    <a:pt x="765" y="89"/>
                    <a:pt x="717" y="97"/>
                    <a:pt x="669" y="109"/>
                  </a:cubicBezTo>
                  <a:cubicBezTo>
                    <a:pt x="621" y="121"/>
                    <a:pt x="577" y="141"/>
                    <a:pt x="533" y="157"/>
                  </a:cubicBezTo>
                  <a:cubicBezTo>
                    <a:pt x="437" y="189"/>
                    <a:pt x="349" y="241"/>
                    <a:pt x="273" y="309"/>
                  </a:cubicBezTo>
                  <a:cubicBezTo>
                    <a:pt x="205" y="385"/>
                    <a:pt x="153" y="473"/>
                    <a:pt x="121" y="569"/>
                  </a:cubicBezTo>
                  <a:cubicBezTo>
                    <a:pt x="85" y="661"/>
                    <a:pt x="57" y="753"/>
                    <a:pt x="33" y="845"/>
                  </a:cubicBezTo>
                  <a:cubicBezTo>
                    <a:pt x="13" y="945"/>
                    <a:pt x="1" y="1041"/>
                    <a:pt x="1" y="1141"/>
                  </a:cubicBezTo>
                  <a:cubicBezTo>
                    <a:pt x="1" y="1237"/>
                    <a:pt x="5" y="1337"/>
                    <a:pt x="17" y="1433"/>
                  </a:cubicBezTo>
                  <a:cubicBezTo>
                    <a:pt x="25" y="1529"/>
                    <a:pt x="41" y="1625"/>
                    <a:pt x="65" y="1717"/>
                  </a:cubicBezTo>
                  <a:cubicBezTo>
                    <a:pt x="85" y="1813"/>
                    <a:pt x="113" y="1909"/>
                    <a:pt x="149" y="1997"/>
                  </a:cubicBezTo>
                  <a:cubicBezTo>
                    <a:pt x="181" y="2093"/>
                    <a:pt x="229" y="2185"/>
                    <a:pt x="285" y="2265"/>
                  </a:cubicBezTo>
                  <a:cubicBezTo>
                    <a:pt x="301" y="2289"/>
                    <a:pt x="317" y="2309"/>
                    <a:pt x="337" y="2329"/>
                  </a:cubicBezTo>
                  <a:cubicBezTo>
                    <a:pt x="353" y="2349"/>
                    <a:pt x="369" y="2361"/>
                    <a:pt x="385" y="2377"/>
                  </a:cubicBezTo>
                  <a:lnTo>
                    <a:pt x="485" y="2477"/>
                  </a:lnTo>
                  <a:lnTo>
                    <a:pt x="891" y="2863"/>
                  </a:lnTo>
                  <a:lnTo>
                    <a:pt x="891" y="2863"/>
                  </a:lnTo>
                  <a:cubicBezTo>
                    <a:pt x="905" y="2887"/>
                    <a:pt x="918" y="2908"/>
                    <a:pt x="929" y="2929"/>
                  </a:cubicBezTo>
                  <a:cubicBezTo>
                    <a:pt x="945" y="2953"/>
                    <a:pt x="965" y="2981"/>
                    <a:pt x="981" y="3005"/>
                  </a:cubicBezTo>
                  <a:cubicBezTo>
                    <a:pt x="1017" y="3053"/>
                    <a:pt x="1053" y="3101"/>
                    <a:pt x="1093" y="3145"/>
                  </a:cubicBezTo>
                  <a:cubicBezTo>
                    <a:pt x="1133" y="3185"/>
                    <a:pt x="1173" y="3229"/>
                    <a:pt x="1217" y="3269"/>
                  </a:cubicBezTo>
                  <a:cubicBezTo>
                    <a:pt x="1241" y="3289"/>
                    <a:pt x="1265" y="3305"/>
                    <a:pt x="1285" y="3325"/>
                  </a:cubicBezTo>
                  <a:cubicBezTo>
                    <a:pt x="1305" y="3345"/>
                    <a:pt x="1333" y="3361"/>
                    <a:pt x="1357" y="3381"/>
                  </a:cubicBezTo>
                  <a:cubicBezTo>
                    <a:pt x="1381" y="3397"/>
                    <a:pt x="1405" y="3413"/>
                    <a:pt x="1429" y="3429"/>
                  </a:cubicBezTo>
                  <a:lnTo>
                    <a:pt x="1505" y="3477"/>
                  </a:lnTo>
                  <a:cubicBezTo>
                    <a:pt x="1557" y="3505"/>
                    <a:pt x="1609" y="3529"/>
                    <a:pt x="1665" y="3553"/>
                  </a:cubicBezTo>
                  <a:cubicBezTo>
                    <a:pt x="1689" y="3561"/>
                    <a:pt x="1717" y="3573"/>
                    <a:pt x="1745" y="3581"/>
                  </a:cubicBezTo>
                  <a:lnTo>
                    <a:pt x="1829" y="3609"/>
                  </a:lnTo>
                  <a:cubicBezTo>
                    <a:pt x="1885" y="3621"/>
                    <a:pt x="1945" y="3633"/>
                    <a:pt x="2001" y="3641"/>
                  </a:cubicBezTo>
                  <a:lnTo>
                    <a:pt x="2001" y="3629"/>
                  </a:lnTo>
                  <a:cubicBezTo>
                    <a:pt x="1949" y="3609"/>
                    <a:pt x="1893" y="3597"/>
                    <a:pt x="1841" y="3577"/>
                  </a:cubicBezTo>
                  <a:lnTo>
                    <a:pt x="1761" y="3545"/>
                  </a:lnTo>
                  <a:cubicBezTo>
                    <a:pt x="1733" y="3533"/>
                    <a:pt x="1709" y="3517"/>
                    <a:pt x="1685" y="3505"/>
                  </a:cubicBezTo>
                  <a:cubicBezTo>
                    <a:pt x="1661" y="3493"/>
                    <a:pt x="1633" y="3481"/>
                    <a:pt x="1609" y="3465"/>
                  </a:cubicBezTo>
                  <a:lnTo>
                    <a:pt x="1537" y="3421"/>
                  </a:lnTo>
                  <a:lnTo>
                    <a:pt x="1469" y="3369"/>
                  </a:lnTo>
                  <a:cubicBezTo>
                    <a:pt x="1449" y="3353"/>
                    <a:pt x="1425" y="3337"/>
                    <a:pt x="1405" y="3317"/>
                  </a:cubicBezTo>
                  <a:cubicBezTo>
                    <a:pt x="1385" y="3301"/>
                    <a:pt x="1361" y="3281"/>
                    <a:pt x="1341" y="3261"/>
                  </a:cubicBezTo>
                  <a:cubicBezTo>
                    <a:pt x="1321" y="3241"/>
                    <a:pt x="1301" y="3225"/>
                    <a:pt x="1281" y="3205"/>
                  </a:cubicBezTo>
                  <a:cubicBezTo>
                    <a:pt x="1241" y="3161"/>
                    <a:pt x="1209" y="3121"/>
                    <a:pt x="1173" y="3077"/>
                  </a:cubicBezTo>
                  <a:cubicBezTo>
                    <a:pt x="1133" y="3033"/>
                    <a:pt x="1101" y="2989"/>
                    <a:pt x="1073" y="2941"/>
                  </a:cubicBezTo>
                  <a:cubicBezTo>
                    <a:pt x="1057" y="2917"/>
                    <a:pt x="1041" y="2893"/>
                    <a:pt x="1029" y="2869"/>
                  </a:cubicBezTo>
                  <a:cubicBezTo>
                    <a:pt x="1013" y="2849"/>
                    <a:pt x="1001" y="2821"/>
                    <a:pt x="989" y="2801"/>
                  </a:cubicBezTo>
                  <a:lnTo>
                    <a:pt x="985" y="2789"/>
                  </a:lnTo>
                  <a:lnTo>
                    <a:pt x="977" y="2781"/>
                  </a:lnTo>
                  <a:lnTo>
                    <a:pt x="581" y="2377"/>
                  </a:lnTo>
                  <a:lnTo>
                    <a:pt x="481" y="2277"/>
                  </a:lnTo>
                  <a:cubicBezTo>
                    <a:pt x="465" y="2261"/>
                    <a:pt x="449" y="2245"/>
                    <a:pt x="437" y="2229"/>
                  </a:cubicBezTo>
                  <a:cubicBezTo>
                    <a:pt x="421" y="2209"/>
                    <a:pt x="409" y="2193"/>
                    <a:pt x="397" y="2177"/>
                  </a:cubicBezTo>
                  <a:cubicBezTo>
                    <a:pt x="349" y="2105"/>
                    <a:pt x="309" y="2025"/>
                    <a:pt x="277" y="1941"/>
                  </a:cubicBezTo>
                  <a:cubicBezTo>
                    <a:pt x="245" y="1857"/>
                    <a:pt x="217" y="1769"/>
                    <a:pt x="197" y="1681"/>
                  </a:cubicBezTo>
                  <a:cubicBezTo>
                    <a:pt x="177" y="1593"/>
                    <a:pt x="157" y="1501"/>
                    <a:pt x="145" y="1413"/>
                  </a:cubicBezTo>
                  <a:cubicBezTo>
                    <a:pt x="133" y="1321"/>
                    <a:pt x="129" y="1229"/>
                    <a:pt x="125" y="1137"/>
                  </a:cubicBezTo>
                  <a:cubicBezTo>
                    <a:pt x="125" y="1049"/>
                    <a:pt x="133" y="957"/>
                    <a:pt x="145" y="869"/>
                  </a:cubicBezTo>
                  <a:cubicBezTo>
                    <a:pt x="165" y="781"/>
                    <a:pt x="189" y="689"/>
                    <a:pt x="217" y="605"/>
                  </a:cubicBezTo>
                  <a:cubicBezTo>
                    <a:pt x="241" y="521"/>
                    <a:pt x="281" y="441"/>
                    <a:pt x="337" y="373"/>
                  </a:cubicBezTo>
                  <a:cubicBezTo>
                    <a:pt x="401" y="309"/>
                    <a:pt x="473" y="261"/>
                    <a:pt x="557" y="225"/>
                  </a:cubicBezTo>
                  <a:cubicBezTo>
                    <a:pt x="597" y="205"/>
                    <a:pt x="637" y="189"/>
                    <a:pt x="681" y="173"/>
                  </a:cubicBezTo>
                  <a:cubicBezTo>
                    <a:pt x="725" y="161"/>
                    <a:pt x="769" y="149"/>
                    <a:pt x="813" y="141"/>
                  </a:cubicBezTo>
                  <a:cubicBezTo>
                    <a:pt x="910" y="124"/>
                    <a:pt x="1006" y="116"/>
                    <a:pt x="1102" y="116"/>
                  </a:cubicBezTo>
                  <a:cubicBezTo>
                    <a:pt x="1192" y="116"/>
                    <a:pt x="1282" y="123"/>
                    <a:pt x="1373" y="137"/>
                  </a:cubicBezTo>
                  <a:cubicBezTo>
                    <a:pt x="1417" y="141"/>
                    <a:pt x="1465" y="149"/>
                    <a:pt x="1509" y="161"/>
                  </a:cubicBezTo>
                  <a:cubicBezTo>
                    <a:pt x="1529" y="165"/>
                    <a:pt x="1553" y="173"/>
                    <a:pt x="1573" y="181"/>
                  </a:cubicBezTo>
                  <a:cubicBezTo>
                    <a:pt x="1597" y="189"/>
                    <a:pt x="1621" y="197"/>
                    <a:pt x="1645" y="201"/>
                  </a:cubicBezTo>
                  <a:cubicBezTo>
                    <a:pt x="1650" y="201"/>
                    <a:pt x="1656" y="201"/>
                    <a:pt x="1662" y="201"/>
                  </a:cubicBezTo>
                  <a:cubicBezTo>
                    <a:pt x="1711" y="201"/>
                    <a:pt x="1757" y="186"/>
                    <a:pt x="1797" y="161"/>
                  </a:cubicBezTo>
                  <a:cubicBezTo>
                    <a:pt x="1826" y="145"/>
                    <a:pt x="1852" y="125"/>
                    <a:pt x="1876" y="104"/>
                  </a:cubicBezTo>
                  <a:lnTo>
                    <a:pt x="1876" y="104"/>
                  </a:lnTo>
                  <a:lnTo>
                    <a:pt x="1889" y="157"/>
                  </a:lnTo>
                  <a:lnTo>
                    <a:pt x="1921" y="253"/>
                  </a:lnTo>
                  <a:cubicBezTo>
                    <a:pt x="1945" y="317"/>
                    <a:pt x="1973" y="381"/>
                    <a:pt x="2001" y="441"/>
                  </a:cubicBezTo>
                  <a:cubicBezTo>
                    <a:pt x="2061" y="561"/>
                    <a:pt x="2133" y="677"/>
                    <a:pt x="2205" y="793"/>
                  </a:cubicBezTo>
                  <a:cubicBezTo>
                    <a:pt x="2281" y="905"/>
                    <a:pt x="2357" y="1013"/>
                    <a:pt x="2429" y="1121"/>
                  </a:cubicBezTo>
                  <a:cubicBezTo>
                    <a:pt x="2465" y="1169"/>
                    <a:pt x="2493" y="1221"/>
                    <a:pt x="2513" y="1277"/>
                  </a:cubicBezTo>
                  <a:lnTo>
                    <a:pt x="2517" y="1301"/>
                  </a:lnTo>
                  <a:lnTo>
                    <a:pt x="2517" y="1305"/>
                  </a:lnTo>
                  <a:lnTo>
                    <a:pt x="2521" y="1321"/>
                  </a:lnTo>
                  <a:cubicBezTo>
                    <a:pt x="2525" y="1341"/>
                    <a:pt x="2529" y="1357"/>
                    <a:pt x="2533" y="1377"/>
                  </a:cubicBezTo>
                  <a:cubicBezTo>
                    <a:pt x="2545" y="1413"/>
                    <a:pt x="2557" y="1445"/>
                    <a:pt x="2573" y="1477"/>
                  </a:cubicBezTo>
                  <a:cubicBezTo>
                    <a:pt x="2629" y="1605"/>
                    <a:pt x="2697" y="1721"/>
                    <a:pt x="2761" y="1837"/>
                  </a:cubicBezTo>
                  <a:cubicBezTo>
                    <a:pt x="2829" y="1949"/>
                    <a:pt x="2885" y="2065"/>
                    <a:pt x="2937" y="2185"/>
                  </a:cubicBezTo>
                  <a:lnTo>
                    <a:pt x="2949" y="2229"/>
                  </a:lnTo>
                  <a:cubicBezTo>
                    <a:pt x="2953" y="2241"/>
                    <a:pt x="2961" y="2269"/>
                    <a:pt x="2961" y="2277"/>
                  </a:cubicBezTo>
                  <a:lnTo>
                    <a:pt x="2961" y="2317"/>
                  </a:lnTo>
                  <a:lnTo>
                    <a:pt x="2953" y="2361"/>
                  </a:lnTo>
                  <a:cubicBezTo>
                    <a:pt x="2941" y="2425"/>
                    <a:pt x="2921" y="2485"/>
                    <a:pt x="2897" y="2545"/>
                  </a:cubicBezTo>
                  <a:cubicBezTo>
                    <a:pt x="2841" y="2665"/>
                    <a:pt x="2777" y="2781"/>
                    <a:pt x="2701" y="2889"/>
                  </a:cubicBezTo>
                  <a:lnTo>
                    <a:pt x="2721" y="2905"/>
                  </a:lnTo>
                  <a:cubicBezTo>
                    <a:pt x="2813" y="2805"/>
                    <a:pt x="2889" y="2693"/>
                    <a:pt x="2957" y="2577"/>
                  </a:cubicBezTo>
                  <a:cubicBezTo>
                    <a:pt x="2993" y="2517"/>
                    <a:pt x="3017" y="2453"/>
                    <a:pt x="3037" y="2385"/>
                  </a:cubicBezTo>
                  <a:lnTo>
                    <a:pt x="3045" y="2329"/>
                  </a:lnTo>
                  <a:cubicBezTo>
                    <a:pt x="3049" y="2309"/>
                    <a:pt x="3049" y="2293"/>
                    <a:pt x="3045" y="2273"/>
                  </a:cubicBezTo>
                  <a:cubicBezTo>
                    <a:pt x="3045" y="2253"/>
                    <a:pt x="3045" y="2237"/>
                    <a:pt x="3041" y="2221"/>
                  </a:cubicBezTo>
                  <a:cubicBezTo>
                    <a:pt x="3037" y="2205"/>
                    <a:pt x="3033" y="2185"/>
                    <a:pt x="3025" y="2165"/>
                  </a:cubicBezTo>
                  <a:cubicBezTo>
                    <a:pt x="2981" y="2037"/>
                    <a:pt x="2929" y="1913"/>
                    <a:pt x="2861" y="1793"/>
                  </a:cubicBezTo>
                  <a:cubicBezTo>
                    <a:pt x="2801" y="1673"/>
                    <a:pt x="2737" y="1557"/>
                    <a:pt x="2689" y="1437"/>
                  </a:cubicBezTo>
                  <a:cubicBezTo>
                    <a:pt x="2677" y="1409"/>
                    <a:pt x="2665" y="1381"/>
                    <a:pt x="2657" y="1353"/>
                  </a:cubicBezTo>
                  <a:cubicBezTo>
                    <a:pt x="2653" y="1337"/>
                    <a:pt x="2649" y="1325"/>
                    <a:pt x="2649" y="1313"/>
                  </a:cubicBezTo>
                  <a:lnTo>
                    <a:pt x="2645" y="1281"/>
                  </a:lnTo>
                  <a:lnTo>
                    <a:pt x="2637" y="1257"/>
                  </a:lnTo>
                  <a:cubicBezTo>
                    <a:pt x="2613" y="1185"/>
                    <a:pt x="2581" y="1121"/>
                    <a:pt x="2537" y="1057"/>
                  </a:cubicBezTo>
                  <a:cubicBezTo>
                    <a:pt x="2461" y="945"/>
                    <a:pt x="2377" y="841"/>
                    <a:pt x="2297" y="733"/>
                  </a:cubicBezTo>
                  <a:cubicBezTo>
                    <a:pt x="2217" y="629"/>
                    <a:pt x="2145" y="521"/>
                    <a:pt x="2077" y="409"/>
                  </a:cubicBezTo>
                  <a:cubicBezTo>
                    <a:pt x="2045" y="353"/>
                    <a:pt x="2017" y="293"/>
                    <a:pt x="1989" y="233"/>
                  </a:cubicBezTo>
                  <a:lnTo>
                    <a:pt x="1953" y="141"/>
                  </a:lnTo>
                  <a:lnTo>
                    <a:pt x="1921" y="49"/>
                  </a:lnTo>
                  <a:lnTo>
                    <a:pt x="1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1536645" y="1457564"/>
              <a:ext cx="304210" cy="795247"/>
            </a:xfrm>
            <a:custGeom>
              <a:avLst/>
              <a:gdLst/>
              <a:ahLst/>
              <a:cxnLst/>
              <a:rect l="l" t="t" r="r" b="b"/>
              <a:pathLst>
                <a:path w="1301" h="3401" extrusionOk="0">
                  <a:moveTo>
                    <a:pt x="177" y="1"/>
                  </a:moveTo>
                  <a:lnTo>
                    <a:pt x="321" y="101"/>
                  </a:lnTo>
                  <a:cubicBezTo>
                    <a:pt x="381" y="141"/>
                    <a:pt x="425" y="201"/>
                    <a:pt x="441" y="273"/>
                  </a:cubicBezTo>
                  <a:cubicBezTo>
                    <a:pt x="449" y="305"/>
                    <a:pt x="449" y="345"/>
                    <a:pt x="441" y="381"/>
                  </a:cubicBezTo>
                  <a:cubicBezTo>
                    <a:pt x="429" y="417"/>
                    <a:pt x="417" y="453"/>
                    <a:pt x="401" y="485"/>
                  </a:cubicBezTo>
                  <a:cubicBezTo>
                    <a:pt x="369" y="557"/>
                    <a:pt x="337" y="629"/>
                    <a:pt x="301" y="701"/>
                  </a:cubicBezTo>
                  <a:lnTo>
                    <a:pt x="197" y="917"/>
                  </a:lnTo>
                  <a:cubicBezTo>
                    <a:pt x="125" y="1061"/>
                    <a:pt x="69" y="1213"/>
                    <a:pt x="29" y="1369"/>
                  </a:cubicBezTo>
                  <a:cubicBezTo>
                    <a:pt x="5" y="1453"/>
                    <a:pt x="1" y="1541"/>
                    <a:pt x="13" y="1629"/>
                  </a:cubicBezTo>
                  <a:cubicBezTo>
                    <a:pt x="17" y="1653"/>
                    <a:pt x="25" y="1677"/>
                    <a:pt x="37" y="1697"/>
                  </a:cubicBezTo>
                  <a:cubicBezTo>
                    <a:pt x="41" y="1709"/>
                    <a:pt x="45" y="1721"/>
                    <a:pt x="53" y="1733"/>
                  </a:cubicBezTo>
                  <a:lnTo>
                    <a:pt x="65" y="1757"/>
                  </a:lnTo>
                  <a:cubicBezTo>
                    <a:pt x="85" y="1789"/>
                    <a:pt x="101" y="1821"/>
                    <a:pt x="117" y="1857"/>
                  </a:cubicBezTo>
                  <a:cubicBezTo>
                    <a:pt x="145" y="1925"/>
                    <a:pt x="169" y="1997"/>
                    <a:pt x="193" y="2073"/>
                  </a:cubicBezTo>
                  <a:cubicBezTo>
                    <a:pt x="217" y="2145"/>
                    <a:pt x="241" y="2221"/>
                    <a:pt x="261" y="2297"/>
                  </a:cubicBezTo>
                  <a:cubicBezTo>
                    <a:pt x="309" y="2445"/>
                    <a:pt x="353" y="2601"/>
                    <a:pt x="401" y="2749"/>
                  </a:cubicBezTo>
                  <a:cubicBezTo>
                    <a:pt x="425" y="2829"/>
                    <a:pt x="457" y="2905"/>
                    <a:pt x="493" y="2977"/>
                  </a:cubicBezTo>
                  <a:cubicBezTo>
                    <a:pt x="533" y="3057"/>
                    <a:pt x="593" y="3121"/>
                    <a:pt x="665" y="3169"/>
                  </a:cubicBezTo>
                  <a:cubicBezTo>
                    <a:pt x="729" y="3217"/>
                    <a:pt x="797" y="3261"/>
                    <a:pt x="869" y="3297"/>
                  </a:cubicBezTo>
                  <a:cubicBezTo>
                    <a:pt x="941" y="3333"/>
                    <a:pt x="1013" y="3369"/>
                    <a:pt x="1085" y="3401"/>
                  </a:cubicBezTo>
                  <a:lnTo>
                    <a:pt x="1093" y="3389"/>
                  </a:lnTo>
                  <a:cubicBezTo>
                    <a:pt x="1025" y="3345"/>
                    <a:pt x="961" y="3301"/>
                    <a:pt x="901" y="3249"/>
                  </a:cubicBezTo>
                  <a:cubicBezTo>
                    <a:pt x="837" y="3201"/>
                    <a:pt x="773" y="3149"/>
                    <a:pt x="717" y="3101"/>
                  </a:cubicBezTo>
                  <a:cubicBezTo>
                    <a:pt x="665" y="3057"/>
                    <a:pt x="621" y="2997"/>
                    <a:pt x="593" y="2929"/>
                  </a:cubicBezTo>
                  <a:cubicBezTo>
                    <a:pt x="565" y="2857"/>
                    <a:pt x="541" y="2785"/>
                    <a:pt x="525" y="2713"/>
                  </a:cubicBezTo>
                  <a:cubicBezTo>
                    <a:pt x="485" y="2561"/>
                    <a:pt x="445" y="2405"/>
                    <a:pt x="405" y="2253"/>
                  </a:cubicBezTo>
                  <a:cubicBezTo>
                    <a:pt x="361" y="2097"/>
                    <a:pt x="309" y="1945"/>
                    <a:pt x="241" y="1797"/>
                  </a:cubicBezTo>
                  <a:cubicBezTo>
                    <a:pt x="225" y="1761"/>
                    <a:pt x="201" y="1721"/>
                    <a:pt x="181" y="1689"/>
                  </a:cubicBezTo>
                  <a:lnTo>
                    <a:pt x="165" y="1661"/>
                  </a:lnTo>
                  <a:cubicBezTo>
                    <a:pt x="161" y="1657"/>
                    <a:pt x="157" y="1649"/>
                    <a:pt x="153" y="1645"/>
                  </a:cubicBezTo>
                  <a:cubicBezTo>
                    <a:pt x="149" y="1629"/>
                    <a:pt x="141" y="1613"/>
                    <a:pt x="141" y="1601"/>
                  </a:cubicBezTo>
                  <a:cubicBezTo>
                    <a:pt x="125" y="1529"/>
                    <a:pt x="125" y="1457"/>
                    <a:pt x="141" y="1389"/>
                  </a:cubicBezTo>
                  <a:cubicBezTo>
                    <a:pt x="165" y="1237"/>
                    <a:pt x="205" y="1085"/>
                    <a:pt x="261" y="937"/>
                  </a:cubicBezTo>
                  <a:cubicBezTo>
                    <a:pt x="289" y="865"/>
                    <a:pt x="313" y="789"/>
                    <a:pt x="345" y="717"/>
                  </a:cubicBezTo>
                  <a:lnTo>
                    <a:pt x="441" y="501"/>
                  </a:lnTo>
                  <a:cubicBezTo>
                    <a:pt x="457" y="461"/>
                    <a:pt x="469" y="425"/>
                    <a:pt x="481" y="385"/>
                  </a:cubicBezTo>
                  <a:cubicBezTo>
                    <a:pt x="493" y="345"/>
                    <a:pt x="497" y="301"/>
                    <a:pt x="489" y="257"/>
                  </a:cubicBezTo>
                  <a:cubicBezTo>
                    <a:pt x="483" y="216"/>
                    <a:pt x="470" y="177"/>
                    <a:pt x="450" y="140"/>
                  </a:cubicBezTo>
                  <a:lnTo>
                    <a:pt x="450" y="140"/>
                  </a:lnTo>
                  <a:cubicBezTo>
                    <a:pt x="542" y="176"/>
                    <a:pt x="632" y="221"/>
                    <a:pt x="721" y="273"/>
                  </a:cubicBezTo>
                  <a:cubicBezTo>
                    <a:pt x="745" y="289"/>
                    <a:pt x="769" y="309"/>
                    <a:pt x="789" y="329"/>
                  </a:cubicBezTo>
                  <a:cubicBezTo>
                    <a:pt x="793" y="337"/>
                    <a:pt x="797" y="337"/>
                    <a:pt x="801" y="345"/>
                  </a:cubicBezTo>
                  <a:lnTo>
                    <a:pt x="817" y="369"/>
                  </a:lnTo>
                  <a:lnTo>
                    <a:pt x="837" y="409"/>
                  </a:lnTo>
                  <a:lnTo>
                    <a:pt x="929" y="609"/>
                  </a:lnTo>
                  <a:cubicBezTo>
                    <a:pt x="961" y="673"/>
                    <a:pt x="993" y="741"/>
                    <a:pt x="1029" y="805"/>
                  </a:cubicBezTo>
                  <a:cubicBezTo>
                    <a:pt x="1049" y="837"/>
                    <a:pt x="1069" y="869"/>
                    <a:pt x="1089" y="901"/>
                  </a:cubicBezTo>
                  <a:cubicBezTo>
                    <a:pt x="1097" y="921"/>
                    <a:pt x="1109" y="933"/>
                    <a:pt x="1121" y="949"/>
                  </a:cubicBezTo>
                  <a:cubicBezTo>
                    <a:pt x="1129" y="961"/>
                    <a:pt x="1137" y="977"/>
                    <a:pt x="1145" y="989"/>
                  </a:cubicBezTo>
                  <a:cubicBezTo>
                    <a:pt x="1173" y="1053"/>
                    <a:pt x="1201" y="1121"/>
                    <a:pt x="1221" y="1189"/>
                  </a:cubicBezTo>
                  <a:cubicBezTo>
                    <a:pt x="1245" y="1257"/>
                    <a:pt x="1265" y="1329"/>
                    <a:pt x="1289" y="1397"/>
                  </a:cubicBezTo>
                  <a:lnTo>
                    <a:pt x="1301" y="1397"/>
                  </a:lnTo>
                  <a:cubicBezTo>
                    <a:pt x="1293" y="1325"/>
                    <a:pt x="1285" y="1249"/>
                    <a:pt x="1273" y="1177"/>
                  </a:cubicBezTo>
                  <a:cubicBezTo>
                    <a:pt x="1261" y="1105"/>
                    <a:pt x="1245" y="1029"/>
                    <a:pt x="1221" y="957"/>
                  </a:cubicBezTo>
                  <a:cubicBezTo>
                    <a:pt x="1213" y="941"/>
                    <a:pt x="1205" y="921"/>
                    <a:pt x="1193" y="901"/>
                  </a:cubicBezTo>
                  <a:cubicBezTo>
                    <a:pt x="1185" y="885"/>
                    <a:pt x="1173" y="869"/>
                    <a:pt x="1169" y="857"/>
                  </a:cubicBezTo>
                  <a:cubicBezTo>
                    <a:pt x="1153" y="825"/>
                    <a:pt x="1137" y="793"/>
                    <a:pt x="1121" y="761"/>
                  </a:cubicBezTo>
                  <a:cubicBezTo>
                    <a:pt x="1093" y="693"/>
                    <a:pt x="1065" y="629"/>
                    <a:pt x="1033" y="561"/>
                  </a:cubicBezTo>
                  <a:lnTo>
                    <a:pt x="945" y="361"/>
                  </a:lnTo>
                  <a:lnTo>
                    <a:pt x="933" y="337"/>
                  </a:lnTo>
                  <a:lnTo>
                    <a:pt x="929" y="325"/>
                  </a:lnTo>
                  <a:lnTo>
                    <a:pt x="925" y="317"/>
                  </a:lnTo>
                  <a:lnTo>
                    <a:pt x="921" y="309"/>
                  </a:lnTo>
                  <a:lnTo>
                    <a:pt x="921" y="305"/>
                  </a:lnTo>
                  <a:lnTo>
                    <a:pt x="905" y="281"/>
                  </a:lnTo>
                  <a:cubicBezTo>
                    <a:pt x="897" y="273"/>
                    <a:pt x="889" y="265"/>
                    <a:pt x="881" y="253"/>
                  </a:cubicBezTo>
                  <a:cubicBezTo>
                    <a:pt x="853" y="221"/>
                    <a:pt x="821" y="197"/>
                    <a:pt x="781" y="177"/>
                  </a:cubicBezTo>
                  <a:cubicBezTo>
                    <a:pt x="717" y="137"/>
                    <a:pt x="645" y="109"/>
                    <a:pt x="569" y="85"/>
                  </a:cubicBezTo>
                  <a:cubicBezTo>
                    <a:pt x="502" y="66"/>
                    <a:pt x="435" y="47"/>
                    <a:pt x="368" y="35"/>
                  </a:cubicBezTo>
                  <a:lnTo>
                    <a:pt x="368" y="35"/>
                  </a:lnTo>
                  <a:cubicBezTo>
                    <a:pt x="367" y="34"/>
                    <a:pt x="366" y="33"/>
                    <a:pt x="365" y="33"/>
                  </a:cubicBezTo>
                  <a:lnTo>
                    <a:pt x="364" y="34"/>
                  </a:lnTo>
                  <a:lnTo>
                    <a:pt x="364" y="34"/>
                  </a:lnTo>
                  <a:cubicBezTo>
                    <a:pt x="360" y="34"/>
                    <a:pt x="356" y="33"/>
                    <a:pt x="353" y="33"/>
                  </a:cubicBezTo>
                  <a:lnTo>
                    <a:pt x="1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1976244" y="1611892"/>
              <a:ext cx="539908" cy="601638"/>
            </a:xfrm>
            <a:custGeom>
              <a:avLst/>
              <a:gdLst/>
              <a:ahLst/>
              <a:cxnLst/>
              <a:rect l="l" t="t" r="r" b="b"/>
              <a:pathLst>
                <a:path w="2309" h="2573" extrusionOk="0">
                  <a:moveTo>
                    <a:pt x="1097" y="1"/>
                  </a:moveTo>
                  <a:cubicBezTo>
                    <a:pt x="1077" y="1"/>
                    <a:pt x="1065" y="5"/>
                    <a:pt x="1049" y="17"/>
                  </a:cubicBezTo>
                  <a:cubicBezTo>
                    <a:pt x="1041" y="21"/>
                    <a:pt x="1033" y="29"/>
                    <a:pt x="1029" y="41"/>
                  </a:cubicBezTo>
                  <a:cubicBezTo>
                    <a:pt x="1029" y="45"/>
                    <a:pt x="1025" y="53"/>
                    <a:pt x="1025" y="57"/>
                  </a:cubicBezTo>
                  <a:lnTo>
                    <a:pt x="1025" y="65"/>
                  </a:lnTo>
                  <a:cubicBezTo>
                    <a:pt x="1025" y="69"/>
                    <a:pt x="1025" y="69"/>
                    <a:pt x="1025" y="73"/>
                  </a:cubicBezTo>
                  <a:cubicBezTo>
                    <a:pt x="1021" y="77"/>
                    <a:pt x="1017" y="77"/>
                    <a:pt x="1017" y="81"/>
                  </a:cubicBezTo>
                  <a:cubicBezTo>
                    <a:pt x="997" y="101"/>
                    <a:pt x="977" y="117"/>
                    <a:pt x="957" y="125"/>
                  </a:cubicBezTo>
                  <a:cubicBezTo>
                    <a:pt x="909" y="153"/>
                    <a:pt x="857" y="173"/>
                    <a:pt x="805" y="189"/>
                  </a:cubicBezTo>
                  <a:cubicBezTo>
                    <a:pt x="701" y="217"/>
                    <a:pt x="601" y="241"/>
                    <a:pt x="497" y="253"/>
                  </a:cubicBezTo>
                  <a:cubicBezTo>
                    <a:pt x="449" y="257"/>
                    <a:pt x="405" y="265"/>
                    <a:pt x="357" y="265"/>
                  </a:cubicBezTo>
                  <a:cubicBezTo>
                    <a:pt x="333" y="265"/>
                    <a:pt x="305" y="269"/>
                    <a:pt x="285" y="269"/>
                  </a:cubicBezTo>
                  <a:cubicBezTo>
                    <a:pt x="261" y="277"/>
                    <a:pt x="237" y="281"/>
                    <a:pt x="213" y="289"/>
                  </a:cubicBezTo>
                  <a:cubicBezTo>
                    <a:pt x="137" y="313"/>
                    <a:pt x="69" y="369"/>
                    <a:pt x="33" y="441"/>
                  </a:cubicBezTo>
                  <a:cubicBezTo>
                    <a:pt x="13" y="485"/>
                    <a:pt x="1" y="537"/>
                    <a:pt x="1" y="585"/>
                  </a:cubicBezTo>
                  <a:cubicBezTo>
                    <a:pt x="1" y="601"/>
                    <a:pt x="5" y="617"/>
                    <a:pt x="9" y="637"/>
                  </a:cubicBezTo>
                  <a:lnTo>
                    <a:pt x="17" y="641"/>
                  </a:lnTo>
                  <a:cubicBezTo>
                    <a:pt x="21" y="625"/>
                    <a:pt x="21" y="609"/>
                    <a:pt x="29" y="593"/>
                  </a:cubicBezTo>
                  <a:cubicBezTo>
                    <a:pt x="37" y="553"/>
                    <a:pt x="57" y="513"/>
                    <a:pt x="81" y="477"/>
                  </a:cubicBezTo>
                  <a:cubicBezTo>
                    <a:pt x="117" y="429"/>
                    <a:pt x="173" y="393"/>
                    <a:pt x="237" y="385"/>
                  </a:cubicBezTo>
                  <a:cubicBezTo>
                    <a:pt x="253" y="381"/>
                    <a:pt x="273" y="377"/>
                    <a:pt x="293" y="377"/>
                  </a:cubicBezTo>
                  <a:lnTo>
                    <a:pt x="353" y="377"/>
                  </a:lnTo>
                  <a:cubicBezTo>
                    <a:pt x="377" y="379"/>
                    <a:pt x="401" y="380"/>
                    <a:pt x="426" y="380"/>
                  </a:cubicBezTo>
                  <a:cubicBezTo>
                    <a:pt x="451" y="380"/>
                    <a:pt x="477" y="379"/>
                    <a:pt x="505" y="377"/>
                  </a:cubicBezTo>
                  <a:cubicBezTo>
                    <a:pt x="617" y="369"/>
                    <a:pt x="729" y="345"/>
                    <a:pt x="837" y="309"/>
                  </a:cubicBezTo>
                  <a:cubicBezTo>
                    <a:pt x="897" y="289"/>
                    <a:pt x="957" y="257"/>
                    <a:pt x="1009" y="221"/>
                  </a:cubicBezTo>
                  <a:cubicBezTo>
                    <a:pt x="1041" y="197"/>
                    <a:pt x="1065" y="169"/>
                    <a:pt x="1085" y="141"/>
                  </a:cubicBezTo>
                  <a:cubicBezTo>
                    <a:pt x="1089" y="129"/>
                    <a:pt x="1097" y="121"/>
                    <a:pt x="1101" y="109"/>
                  </a:cubicBezTo>
                  <a:lnTo>
                    <a:pt x="1105" y="93"/>
                  </a:lnTo>
                  <a:lnTo>
                    <a:pt x="1105" y="85"/>
                  </a:lnTo>
                  <a:lnTo>
                    <a:pt x="1105" y="85"/>
                  </a:lnTo>
                  <a:cubicBezTo>
                    <a:pt x="1129" y="85"/>
                    <a:pt x="1151" y="90"/>
                    <a:pt x="1173" y="101"/>
                  </a:cubicBezTo>
                  <a:cubicBezTo>
                    <a:pt x="1201" y="117"/>
                    <a:pt x="1229" y="129"/>
                    <a:pt x="1253" y="149"/>
                  </a:cubicBezTo>
                  <a:cubicBezTo>
                    <a:pt x="1305" y="185"/>
                    <a:pt x="1357" y="229"/>
                    <a:pt x="1397" y="277"/>
                  </a:cubicBezTo>
                  <a:cubicBezTo>
                    <a:pt x="1441" y="325"/>
                    <a:pt x="1481" y="381"/>
                    <a:pt x="1509" y="437"/>
                  </a:cubicBezTo>
                  <a:cubicBezTo>
                    <a:pt x="1525" y="469"/>
                    <a:pt x="1537" y="497"/>
                    <a:pt x="1549" y="529"/>
                  </a:cubicBezTo>
                  <a:cubicBezTo>
                    <a:pt x="1557" y="557"/>
                    <a:pt x="1565" y="593"/>
                    <a:pt x="1577" y="625"/>
                  </a:cubicBezTo>
                  <a:cubicBezTo>
                    <a:pt x="1609" y="757"/>
                    <a:pt x="1661" y="885"/>
                    <a:pt x="1725" y="1009"/>
                  </a:cubicBezTo>
                  <a:cubicBezTo>
                    <a:pt x="1789" y="1129"/>
                    <a:pt x="1857" y="1241"/>
                    <a:pt x="1941" y="1349"/>
                  </a:cubicBezTo>
                  <a:cubicBezTo>
                    <a:pt x="1961" y="1377"/>
                    <a:pt x="1981" y="1401"/>
                    <a:pt x="2005" y="1425"/>
                  </a:cubicBezTo>
                  <a:cubicBezTo>
                    <a:pt x="2013" y="1433"/>
                    <a:pt x="2021" y="1441"/>
                    <a:pt x="2029" y="1445"/>
                  </a:cubicBezTo>
                  <a:lnTo>
                    <a:pt x="2033" y="1453"/>
                  </a:lnTo>
                  <a:lnTo>
                    <a:pt x="2037" y="1453"/>
                  </a:lnTo>
                  <a:cubicBezTo>
                    <a:pt x="2045" y="1461"/>
                    <a:pt x="2049" y="1469"/>
                    <a:pt x="2053" y="1481"/>
                  </a:cubicBezTo>
                  <a:cubicBezTo>
                    <a:pt x="2061" y="1489"/>
                    <a:pt x="2065" y="1501"/>
                    <a:pt x="2069" y="1513"/>
                  </a:cubicBezTo>
                  <a:cubicBezTo>
                    <a:pt x="2077" y="1525"/>
                    <a:pt x="2081" y="1537"/>
                    <a:pt x="2085" y="1549"/>
                  </a:cubicBezTo>
                  <a:cubicBezTo>
                    <a:pt x="2097" y="1577"/>
                    <a:pt x="2105" y="1601"/>
                    <a:pt x="2113" y="1625"/>
                  </a:cubicBezTo>
                  <a:cubicBezTo>
                    <a:pt x="2145" y="1725"/>
                    <a:pt x="2169" y="1829"/>
                    <a:pt x="2181" y="1933"/>
                  </a:cubicBezTo>
                  <a:cubicBezTo>
                    <a:pt x="2193" y="2021"/>
                    <a:pt x="2197" y="2109"/>
                    <a:pt x="2189" y="2197"/>
                  </a:cubicBezTo>
                  <a:cubicBezTo>
                    <a:pt x="2189" y="2237"/>
                    <a:pt x="2181" y="2273"/>
                    <a:pt x="2173" y="2305"/>
                  </a:cubicBezTo>
                  <a:cubicBezTo>
                    <a:pt x="2169" y="2341"/>
                    <a:pt x="2157" y="2369"/>
                    <a:pt x="2153" y="2397"/>
                  </a:cubicBezTo>
                  <a:cubicBezTo>
                    <a:pt x="2137" y="2441"/>
                    <a:pt x="2121" y="2481"/>
                    <a:pt x="2097" y="2521"/>
                  </a:cubicBezTo>
                  <a:lnTo>
                    <a:pt x="2077" y="2565"/>
                  </a:lnTo>
                  <a:lnTo>
                    <a:pt x="2085" y="2573"/>
                  </a:lnTo>
                  <a:lnTo>
                    <a:pt x="2121" y="2537"/>
                  </a:lnTo>
                  <a:cubicBezTo>
                    <a:pt x="2153" y="2501"/>
                    <a:pt x="2177" y="2461"/>
                    <a:pt x="2201" y="2421"/>
                  </a:cubicBezTo>
                  <a:cubicBezTo>
                    <a:pt x="2217" y="2393"/>
                    <a:pt x="2229" y="2361"/>
                    <a:pt x="2245" y="2325"/>
                  </a:cubicBezTo>
                  <a:cubicBezTo>
                    <a:pt x="2257" y="2289"/>
                    <a:pt x="2269" y="2249"/>
                    <a:pt x="2277" y="2209"/>
                  </a:cubicBezTo>
                  <a:cubicBezTo>
                    <a:pt x="2297" y="2117"/>
                    <a:pt x="2309" y="2021"/>
                    <a:pt x="2305" y="1921"/>
                  </a:cubicBezTo>
                  <a:cubicBezTo>
                    <a:pt x="2301" y="1809"/>
                    <a:pt x="2285" y="1697"/>
                    <a:pt x="2253" y="1585"/>
                  </a:cubicBezTo>
                  <a:cubicBezTo>
                    <a:pt x="2245" y="1553"/>
                    <a:pt x="2237" y="1525"/>
                    <a:pt x="2225" y="1493"/>
                  </a:cubicBezTo>
                  <a:cubicBezTo>
                    <a:pt x="2221" y="1481"/>
                    <a:pt x="2213" y="1465"/>
                    <a:pt x="2205" y="1449"/>
                  </a:cubicBezTo>
                  <a:cubicBezTo>
                    <a:pt x="2197" y="1433"/>
                    <a:pt x="2189" y="1417"/>
                    <a:pt x="2181" y="1401"/>
                  </a:cubicBezTo>
                  <a:cubicBezTo>
                    <a:pt x="2169" y="1381"/>
                    <a:pt x="2157" y="1365"/>
                    <a:pt x="2145" y="1349"/>
                  </a:cubicBezTo>
                  <a:lnTo>
                    <a:pt x="2137" y="1341"/>
                  </a:lnTo>
                  <a:lnTo>
                    <a:pt x="2121" y="1329"/>
                  </a:lnTo>
                  <a:cubicBezTo>
                    <a:pt x="2117" y="1325"/>
                    <a:pt x="2113" y="1321"/>
                    <a:pt x="2109" y="1317"/>
                  </a:cubicBezTo>
                  <a:cubicBezTo>
                    <a:pt x="2093" y="1297"/>
                    <a:pt x="2069" y="1277"/>
                    <a:pt x="2049" y="1253"/>
                  </a:cubicBezTo>
                  <a:cubicBezTo>
                    <a:pt x="1969" y="1153"/>
                    <a:pt x="1897" y="1049"/>
                    <a:pt x="1833" y="941"/>
                  </a:cubicBezTo>
                  <a:cubicBezTo>
                    <a:pt x="1761" y="829"/>
                    <a:pt x="1701" y="713"/>
                    <a:pt x="1645" y="593"/>
                  </a:cubicBezTo>
                  <a:cubicBezTo>
                    <a:pt x="1597" y="461"/>
                    <a:pt x="1525" y="345"/>
                    <a:pt x="1429" y="241"/>
                  </a:cubicBezTo>
                  <a:cubicBezTo>
                    <a:pt x="1385" y="193"/>
                    <a:pt x="1333" y="145"/>
                    <a:pt x="1281" y="101"/>
                  </a:cubicBezTo>
                  <a:cubicBezTo>
                    <a:pt x="1257" y="81"/>
                    <a:pt x="1229" y="61"/>
                    <a:pt x="1201" y="41"/>
                  </a:cubicBezTo>
                  <a:cubicBezTo>
                    <a:pt x="1169" y="21"/>
                    <a:pt x="1133" y="5"/>
                    <a:pt x="1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2409297" y="2200210"/>
              <a:ext cx="910290" cy="384646"/>
            </a:xfrm>
            <a:custGeom>
              <a:avLst/>
              <a:gdLst/>
              <a:ahLst/>
              <a:cxnLst/>
              <a:rect l="l" t="t" r="r" b="b"/>
              <a:pathLst>
                <a:path w="3893" h="1645" extrusionOk="0">
                  <a:moveTo>
                    <a:pt x="449" y="1"/>
                  </a:moveTo>
                  <a:cubicBezTo>
                    <a:pt x="365" y="1"/>
                    <a:pt x="281" y="13"/>
                    <a:pt x="201" y="37"/>
                  </a:cubicBezTo>
                  <a:cubicBezTo>
                    <a:pt x="161" y="49"/>
                    <a:pt x="121" y="65"/>
                    <a:pt x="85" y="85"/>
                  </a:cubicBezTo>
                  <a:cubicBezTo>
                    <a:pt x="49" y="109"/>
                    <a:pt x="17" y="141"/>
                    <a:pt x="1" y="181"/>
                  </a:cubicBezTo>
                  <a:lnTo>
                    <a:pt x="17" y="185"/>
                  </a:lnTo>
                  <a:cubicBezTo>
                    <a:pt x="69" y="129"/>
                    <a:pt x="141" y="97"/>
                    <a:pt x="217" y="93"/>
                  </a:cubicBezTo>
                  <a:cubicBezTo>
                    <a:pt x="243" y="87"/>
                    <a:pt x="272" y="83"/>
                    <a:pt x="299" y="83"/>
                  </a:cubicBezTo>
                  <a:cubicBezTo>
                    <a:pt x="309" y="83"/>
                    <a:pt x="319" y="84"/>
                    <a:pt x="329" y="85"/>
                  </a:cubicBezTo>
                  <a:cubicBezTo>
                    <a:pt x="369" y="85"/>
                    <a:pt x="409" y="85"/>
                    <a:pt x="449" y="89"/>
                  </a:cubicBezTo>
                  <a:cubicBezTo>
                    <a:pt x="525" y="93"/>
                    <a:pt x="601" y="105"/>
                    <a:pt x="681" y="121"/>
                  </a:cubicBezTo>
                  <a:cubicBezTo>
                    <a:pt x="757" y="133"/>
                    <a:pt x="833" y="153"/>
                    <a:pt x="909" y="169"/>
                  </a:cubicBezTo>
                  <a:cubicBezTo>
                    <a:pt x="989" y="189"/>
                    <a:pt x="1065" y="209"/>
                    <a:pt x="1141" y="229"/>
                  </a:cubicBezTo>
                  <a:cubicBezTo>
                    <a:pt x="1221" y="249"/>
                    <a:pt x="1297" y="265"/>
                    <a:pt x="1377" y="281"/>
                  </a:cubicBezTo>
                  <a:cubicBezTo>
                    <a:pt x="1457" y="297"/>
                    <a:pt x="1537" y="309"/>
                    <a:pt x="1613" y="325"/>
                  </a:cubicBezTo>
                  <a:cubicBezTo>
                    <a:pt x="1693" y="341"/>
                    <a:pt x="1773" y="349"/>
                    <a:pt x="1853" y="365"/>
                  </a:cubicBezTo>
                  <a:cubicBezTo>
                    <a:pt x="2013" y="389"/>
                    <a:pt x="2169" y="421"/>
                    <a:pt x="2329" y="445"/>
                  </a:cubicBezTo>
                  <a:cubicBezTo>
                    <a:pt x="2485" y="473"/>
                    <a:pt x="2645" y="505"/>
                    <a:pt x="2805" y="525"/>
                  </a:cubicBezTo>
                  <a:cubicBezTo>
                    <a:pt x="2885" y="537"/>
                    <a:pt x="2969" y="541"/>
                    <a:pt x="3049" y="541"/>
                  </a:cubicBezTo>
                  <a:cubicBezTo>
                    <a:pt x="3057" y="542"/>
                    <a:pt x="3065" y="542"/>
                    <a:pt x="3072" y="542"/>
                  </a:cubicBezTo>
                  <a:cubicBezTo>
                    <a:pt x="3086" y="542"/>
                    <a:pt x="3100" y="541"/>
                    <a:pt x="3113" y="541"/>
                  </a:cubicBezTo>
                  <a:lnTo>
                    <a:pt x="3169" y="541"/>
                  </a:lnTo>
                  <a:cubicBezTo>
                    <a:pt x="3201" y="545"/>
                    <a:pt x="3237" y="557"/>
                    <a:pt x="3269" y="565"/>
                  </a:cubicBezTo>
                  <a:cubicBezTo>
                    <a:pt x="3337" y="593"/>
                    <a:pt x="3405" y="625"/>
                    <a:pt x="3469" y="665"/>
                  </a:cubicBezTo>
                  <a:cubicBezTo>
                    <a:pt x="3483" y="674"/>
                    <a:pt x="3496" y="683"/>
                    <a:pt x="3509" y="693"/>
                  </a:cubicBezTo>
                  <a:lnTo>
                    <a:pt x="3509" y="693"/>
                  </a:lnTo>
                  <a:cubicBezTo>
                    <a:pt x="3500" y="694"/>
                    <a:pt x="3490" y="696"/>
                    <a:pt x="3481" y="697"/>
                  </a:cubicBezTo>
                  <a:cubicBezTo>
                    <a:pt x="3445" y="705"/>
                    <a:pt x="3409" y="717"/>
                    <a:pt x="3373" y="729"/>
                  </a:cubicBezTo>
                  <a:cubicBezTo>
                    <a:pt x="3333" y="745"/>
                    <a:pt x="3297" y="765"/>
                    <a:pt x="3265" y="793"/>
                  </a:cubicBezTo>
                  <a:cubicBezTo>
                    <a:pt x="3253" y="801"/>
                    <a:pt x="3245" y="809"/>
                    <a:pt x="3237" y="821"/>
                  </a:cubicBezTo>
                  <a:lnTo>
                    <a:pt x="3221" y="841"/>
                  </a:lnTo>
                  <a:cubicBezTo>
                    <a:pt x="3209" y="857"/>
                    <a:pt x="3197" y="881"/>
                    <a:pt x="3189" y="893"/>
                  </a:cubicBezTo>
                  <a:cubicBezTo>
                    <a:pt x="3173" y="925"/>
                    <a:pt x="3161" y="957"/>
                    <a:pt x="3145" y="985"/>
                  </a:cubicBezTo>
                  <a:cubicBezTo>
                    <a:pt x="3113" y="1045"/>
                    <a:pt x="3081" y="1105"/>
                    <a:pt x="3049" y="1161"/>
                  </a:cubicBezTo>
                  <a:cubicBezTo>
                    <a:pt x="3033" y="1189"/>
                    <a:pt x="3017" y="1217"/>
                    <a:pt x="2997" y="1241"/>
                  </a:cubicBezTo>
                  <a:cubicBezTo>
                    <a:pt x="2977" y="1269"/>
                    <a:pt x="2957" y="1297"/>
                    <a:pt x="2937" y="1321"/>
                  </a:cubicBezTo>
                  <a:cubicBezTo>
                    <a:pt x="2917" y="1345"/>
                    <a:pt x="2897" y="1369"/>
                    <a:pt x="2873" y="1393"/>
                  </a:cubicBezTo>
                  <a:cubicBezTo>
                    <a:pt x="2849" y="1417"/>
                    <a:pt x="2825" y="1437"/>
                    <a:pt x="2801" y="1461"/>
                  </a:cubicBezTo>
                  <a:cubicBezTo>
                    <a:pt x="2777" y="1481"/>
                    <a:pt x="2749" y="1497"/>
                    <a:pt x="2721" y="1517"/>
                  </a:cubicBezTo>
                  <a:lnTo>
                    <a:pt x="2637" y="1565"/>
                  </a:lnTo>
                  <a:lnTo>
                    <a:pt x="2545" y="1605"/>
                  </a:lnTo>
                  <a:lnTo>
                    <a:pt x="2449" y="1633"/>
                  </a:lnTo>
                  <a:lnTo>
                    <a:pt x="2449" y="1645"/>
                  </a:lnTo>
                  <a:cubicBezTo>
                    <a:pt x="2481" y="1641"/>
                    <a:pt x="2517" y="1641"/>
                    <a:pt x="2549" y="1637"/>
                  </a:cubicBezTo>
                  <a:lnTo>
                    <a:pt x="2649" y="1613"/>
                  </a:lnTo>
                  <a:cubicBezTo>
                    <a:pt x="2685" y="1601"/>
                    <a:pt x="2721" y="1593"/>
                    <a:pt x="2749" y="1577"/>
                  </a:cubicBezTo>
                  <a:cubicBezTo>
                    <a:pt x="2781" y="1561"/>
                    <a:pt x="2813" y="1545"/>
                    <a:pt x="2845" y="1525"/>
                  </a:cubicBezTo>
                  <a:cubicBezTo>
                    <a:pt x="2873" y="1509"/>
                    <a:pt x="2901" y="1485"/>
                    <a:pt x="2929" y="1465"/>
                  </a:cubicBezTo>
                  <a:cubicBezTo>
                    <a:pt x="2957" y="1441"/>
                    <a:pt x="2985" y="1417"/>
                    <a:pt x="3009" y="1393"/>
                  </a:cubicBezTo>
                  <a:cubicBezTo>
                    <a:pt x="3033" y="1369"/>
                    <a:pt x="3057" y="1341"/>
                    <a:pt x="3081" y="1313"/>
                  </a:cubicBezTo>
                  <a:cubicBezTo>
                    <a:pt x="3105" y="1289"/>
                    <a:pt x="3125" y="1257"/>
                    <a:pt x="3145" y="1229"/>
                  </a:cubicBezTo>
                  <a:cubicBezTo>
                    <a:pt x="3185" y="1173"/>
                    <a:pt x="3225" y="1113"/>
                    <a:pt x="3257" y="1053"/>
                  </a:cubicBezTo>
                  <a:lnTo>
                    <a:pt x="3309" y="965"/>
                  </a:lnTo>
                  <a:lnTo>
                    <a:pt x="3329" y="929"/>
                  </a:lnTo>
                  <a:lnTo>
                    <a:pt x="3345" y="909"/>
                  </a:lnTo>
                  <a:lnTo>
                    <a:pt x="3353" y="905"/>
                  </a:lnTo>
                  <a:cubicBezTo>
                    <a:pt x="3373" y="889"/>
                    <a:pt x="3397" y="877"/>
                    <a:pt x="3421" y="869"/>
                  </a:cubicBezTo>
                  <a:cubicBezTo>
                    <a:pt x="3449" y="861"/>
                    <a:pt x="3477" y="853"/>
                    <a:pt x="3509" y="845"/>
                  </a:cubicBezTo>
                  <a:cubicBezTo>
                    <a:pt x="3541" y="841"/>
                    <a:pt x="3573" y="837"/>
                    <a:pt x="3601" y="833"/>
                  </a:cubicBezTo>
                  <a:cubicBezTo>
                    <a:pt x="3633" y="829"/>
                    <a:pt x="3669" y="825"/>
                    <a:pt x="3697" y="825"/>
                  </a:cubicBezTo>
                  <a:lnTo>
                    <a:pt x="3893" y="813"/>
                  </a:lnTo>
                  <a:lnTo>
                    <a:pt x="3745" y="693"/>
                  </a:lnTo>
                  <a:cubicBezTo>
                    <a:pt x="3677" y="641"/>
                    <a:pt x="3609" y="593"/>
                    <a:pt x="3537" y="553"/>
                  </a:cubicBezTo>
                  <a:cubicBezTo>
                    <a:pt x="3461" y="509"/>
                    <a:pt x="3385" y="473"/>
                    <a:pt x="3305" y="449"/>
                  </a:cubicBezTo>
                  <a:cubicBezTo>
                    <a:pt x="3261" y="433"/>
                    <a:pt x="3213" y="425"/>
                    <a:pt x="3169" y="421"/>
                  </a:cubicBezTo>
                  <a:lnTo>
                    <a:pt x="3101" y="421"/>
                  </a:lnTo>
                  <a:cubicBezTo>
                    <a:pt x="3081" y="425"/>
                    <a:pt x="3065" y="429"/>
                    <a:pt x="3045" y="429"/>
                  </a:cubicBezTo>
                  <a:cubicBezTo>
                    <a:pt x="2969" y="433"/>
                    <a:pt x="2889" y="433"/>
                    <a:pt x="2809" y="433"/>
                  </a:cubicBezTo>
                  <a:cubicBezTo>
                    <a:pt x="2649" y="429"/>
                    <a:pt x="2493" y="421"/>
                    <a:pt x="2333" y="401"/>
                  </a:cubicBezTo>
                  <a:cubicBezTo>
                    <a:pt x="2253" y="389"/>
                    <a:pt x="2173" y="377"/>
                    <a:pt x="2097" y="361"/>
                  </a:cubicBezTo>
                  <a:cubicBezTo>
                    <a:pt x="2017" y="349"/>
                    <a:pt x="1941" y="333"/>
                    <a:pt x="1861" y="313"/>
                  </a:cubicBezTo>
                  <a:cubicBezTo>
                    <a:pt x="1709" y="273"/>
                    <a:pt x="1553" y="225"/>
                    <a:pt x="1401" y="177"/>
                  </a:cubicBezTo>
                  <a:cubicBezTo>
                    <a:pt x="1249" y="133"/>
                    <a:pt x="1097" y="85"/>
                    <a:pt x="937" y="53"/>
                  </a:cubicBezTo>
                  <a:lnTo>
                    <a:pt x="817" y="29"/>
                  </a:lnTo>
                  <a:lnTo>
                    <a:pt x="693" y="13"/>
                  </a:lnTo>
                  <a:cubicBezTo>
                    <a:pt x="613" y="5"/>
                    <a:pt x="529" y="1"/>
                    <a:pt x="4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2369078" y="2368802"/>
              <a:ext cx="769059" cy="127904"/>
            </a:xfrm>
            <a:custGeom>
              <a:avLst/>
              <a:gdLst/>
              <a:ahLst/>
              <a:cxnLst/>
              <a:rect l="l" t="t" r="r" b="b"/>
              <a:pathLst>
                <a:path w="3289" h="547" extrusionOk="0">
                  <a:moveTo>
                    <a:pt x="718" y="1"/>
                  </a:moveTo>
                  <a:cubicBezTo>
                    <a:pt x="658" y="1"/>
                    <a:pt x="597" y="4"/>
                    <a:pt x="537" y="12"/>
                  </a:cubicBezTo>
                  <a:cubicBezTo>
                    <a:pt x="493" y="16"/>
                    <a:pt x="453" y="20"/>
                    <a:pt x="417" y="28"/>
                  </a:cubicBezTo>
                  <a:cubicBezTo>
                    <a:pt x="377" y="36"/>
                    <a:pt x="341" y="44"/>
                    <a:pt x="309" y="52"/>
                  </a:cubicBezTo>
                  <a:cubicBezTo>
                    <a:pt x="253" y="68"/>
                    <a:pt x="197" y="88"/>
                    <a:pt x="141" y="108"/>
                  </a:cubicBezTo>
                  <a:cubicBezTo>
                    <a:pt x="97" y="124"/>
                    <a:pt x="61" y="140"/>
                    <a:pt x="37" y="152"/>
                  </a:cubicBezTo>
                  <a:lnTo>
                    <a:pt x="1" y="168"/>
                  </a:lnTo>
                  <a:lnTo>
                    <a:pt x="5" y="176"/>
                  </a:lnTo>
                  <a:lnTo>
                    <a:pt x="45" y="164"/>
                  </a:lnTo>
                  <a:cubicBezTo>
                    <a:pt x="69" y="160"/>
                    <a:pt x="105" y="144"/>
                    <a:pt x="149" y="132"/>
                  </a:cubicBezTo>
                  <a:lnTo>
                    <a:pt x="229" y="116"/>
                  </a:lnTo>
                  <a:lnTo>
                    <a:pt x="321" y="96"/>
                  </a:lnTo>
                  <a:lnTo>
                    <a:pt x="425" y="80"/>
                  </a:lnTo>
                  <a:cubicBezTo>
                    <a:pt x="461" y="76"/>
                    <a:pt x="501" y="72"/>
                    <a:pt x="541" y="72"/>
                  </a:cubicBezTo>
                  <a:cubicBezTo>
                    <a:pt x="577" y="70"/>
                    <a:pt x="614" y="69"/>
                    <a:pt x="650" y="69"/>
                  </a:cubicBezTo>
                  <a:cubicBezTo>
                    <a:pt x="702" y="69"/>
                    <a:pt x="753" y="71"/>
                    <a:pt x="805" y="76"/>
                  </a:cubicBezTo>
                  <a:cubicBezTo>
                    <a:pt x="901" y="84"/>
                    <a:pt x="997" y="100"/>
                    <a:pt x="1093" y="120"/>
                  </a:cubicBezTo>
                  <a:cubicBezTo>
                    <a:pt x="1301" y="172"/>
                    <a:pt x="1505" y="236"/>
                    <a:pt x="1705" y="320"/>
                  </a:cubicBezTo>
                  <a:lnTo>
                    <a:pt x="2009" y="444"/>
                  </a:lnTo>
                  <a:cubicBezTo>
                    <a:pt x="2109" y="484"/>
                    <a:pt x="2213" y="516"/>
                    <a:pt x="2317" y="540"/>
                  </a:cubicBezTo>
                  <a:cubicBezTo>
                    <a:pt x="2347" y="544"/>
                    <a:pt x="2379" y="546"/>
                    <a:pt x="2411" y="546"/>
                  </a:cubicBezTo>
                  <a:cubicBezTo>
                    <a:pt x="2433" y="546"/>
                    <a:pt x="2455" y="545"/>
                    <a:pt x="2477" y="544"/>
                  </a:cubicBezTo>
                  <a:cubicBezTo>
                    <a:pt x="2525" y="536"/>
                    <a:pt x="2573" y="524"/>
                    <a:pt x="2621" y="512"/>
                  </a:cubicBezTo>
                  <a:cubicBezTo>
                    <a:pt x="2709" y="488"/>
                    <a:pt x="2797" y="452"/>
                    <a:pt x="2877" y="408"/>
                  </a:cubicBezTo>
                  <a:cubicBezTo>
                    <a:pt x="2941" y="372"/>
                    <a:pt x="3005" y="328"/>
                    <a:pt x="3065" y="276"/>
                  </a:cubicBezTo>
                  <a:cubicBezTo>
                    <a:pt x="3109" y="240"/>
                    <a:pt x="3153" y="200"/>
                    <a:pt x="3193" y="156"/>
                  </a:cubicBezTo>
                  <a:cubicBezTo>
                    <a:pt x="3229" y="120"/>
                    <a:pt x="3261" y="76"/>
                    <a:pt x="3289" y="36"/>
                  </a:cubicBezTo>
                  <a:lnTo>
                    <a:pt x="3281" y="32"/>
                  </a:lnTo>
                  <a:cubicBezTo>
                    <a:pt x="3249" y="68"/>
                    <a:pt x="3213" y="104"/>
                    <a:pt x="3173" y="136"/>
                  </a:cubicBezTo>
                  <a:cubicBezTo>
                    <a:pt x="3129" y="172"/>
                    <a:pt x="3085" y="208"/>
                    <a:pt x="3037" y="240"/>
                  </a:cubicBezTo>
                  <a:cubicBezTo>
                    <a:pt x="2977" y="284"/>
                    <a:pt x="2913" y="324"/>
                    <a:pt x="2845" y="356"/>
                  </a:cubicBezTo>
                  <a:cubicBezTo>
                    <a:pt x="2769" y="396"/>
                    <a:pt x="2689" y="428"/>
                    <a:pt x="2605" y="456"/>
                  </a:cubicBezTo>
                  <a:cubicBezTo>
                    <a:pt x="2561" y="472"/>
                    <a:pt x="2513" y="480"/>
                    <a:pt x="2469" y="496"/>
                  </a:cubicBezTo>
                  <a:cubicBezTo>
                    <a:pt x="2434" y="502"/>
                    <a:pt x="2396" y="505"/>
                    <a:pt x="2360" y="505"/>
                  </a:cubicBezTo>
                  <a:cubicBezTo>
                    <a:pt x="2347" y="505"/>
                    <a:pt x="2334" y="505"/>
                    <a:pt x="2321" y="504"/>
                  </a:cubicBezTo>
                  <a:cubicBezTo>
                    <a:pt x="2217" y="496"/>
                    <a:pt x="2113" y="468"/>
                    <a:pt x="2017" y="424"/>
                  </a:cubicBezTo>
                  <a:cubicBezTo>
                    <a:pt x="1917" y="388"/>
                    <a:pt x="1813" y="336"/>
                    <a:pt x="1717" y="288"/>
                  </a:cubicBezTo>
                  <a:cubicBezTo>
                    <a:pt x="1621" y="236"/>
                    <a:pt x="1521" y="192"/>
                    <a:pt x="1417" y="148"/>
                  </a:cubicBezTo>
                  <a:cubicBezTo>
                    <a:pt x="1317" y="112"/>
                    <a:pt x="1213" y="76"/>
                    <a:pt x="1109" y="48"/>
                  </a:cubicBezTo>
                  <a:cubicBezTo>
                    <a:pt x="980" y="18"/>
                    <a:pt x="849" y="1"/>
                    <a:pt x="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2412103" y="2261707"/>
              <a:ext cx="576385" cy="68278"/>
            </a:xfrm>
            <a:custGeom>
              <a:avLst/>
              <a:gdLst/>
              <a:ahLst/>
              <a:cxnLst/>
              <a:rect l="l" t="t" r="r" b="b"/>
              <a:pathLst>
                <a:path w="2465" h="292" extrusionOk="0">
                  <a:moveTo>
                    <a:pt x="540" y="0"/>
                  </a:moveTo>
                  <a:cubicBezTo>
                    <a:pt x="486" y="0"/>
                    <a:pt x="431" y="3"/>
                    <a:pt x="377" y="10"/>
                  </a:cubicBezTo>
                  <a:cubicBezTo>
                    <a:pt x="321" y="14"/>
                    <a:pt x="269" y="26"/>
                    <a:pt x="217" y="38"/>
                  </a:cubicBezTo>
                  <a:cubicBezTo>
                    <a:pt x="177" y="50"/>
                    <a:pt x="137" y="66"/>
                    <a:pt x="97" y="82"/>
                  </a:cubicBezTo>
                  <a:cubicBezTo>
                    <a:pt x="73" y="94"/>
                    <a:pt x="49" y="106"/>
                    <a:pt x="25" y="118"/>
                  </a:cubicBezTo>
                  <a:lnTo>
                    <a:pt x="1" y="134"/>
                  </a:lnTo>
                  <a:lnTo>
                    <a:pt x="5" y="138"/>
                  </a:lnTo>
                  <a:lnTo>
                    <a:pt x="33" y="130"/>
                  </a:lnTo>
                  <a:cubicBezTo>
                    <a:pt x="49" y="126"/>
                    <a:pt x="73" y="114"/>
                    <a:pt x="105" y="106"/>
                  </a:cubicBezTo>
                  <a:cubicBezTo>
                    <a:pt x="145" y="98"/>
                    <a:pt x="185" y="90"/>
                    <a:pt x="225" y="82"/>
                  </a:cubicBezTo>
                  <a:cubicBezTo>
                    <a:pt x="273" y="78"/>
                    <a:pt x="325" y="70"/>
                    <a:pt x="381" y="70"/>
                  </a:cubicBezTo>
                  <a:cubicBezTo>
                    <a:pt x="397" y="69"/>
                    <a:pt x="414" y="68"/>
                    <a:pt x="432" y="68"/>
                  </a:cubicBezTo>
                  <a:cubicBezTo>
                    <a:pt x="474" y="68"/>
                    <a:pt x="520" y="71"/>
                    <a:pt x="565" y="74"/>
                  </a:cubicBezTo>
                  <a:cubicBezTo>
                    <a:pt x="633" y="78"/>
                    <a:pt x="701" y="86"/>
                    <a:pt x="773" y="94"/>
                  </a:cubicBezTo>
                  <a:cubicBezTo>
                    <a:pt x="917" y="110"/>
                    <a:pt x="1069" y="138"/>
                    <a:pt x="1225" y="158"/>
                  </a:cubicBezTo>
                  <a:cubicBezTo>
                    <a:pt x="1301" y="166"/>
                    <a:pt x="1381" y="178"/>
                    <a:pt x="1457" y="190"/>
                  </a:cubicBezTo>
                  <a:cubicBezTo>
                    <a:pt x="1533" y="198"/>
                    <a:pt x="1605" y="214"/>
                    <a:pt x="1677" y="230"/>
                  </a:cubicBezTo>
                  <a:cubicBezTo>
                    <a:pt x="1749" y="242"/>
                    <a:pt x="1821" y="258"/>
                    <a:pt x="1885" y="266"/>
                  </a:cubicBezTo>
                  <a:cubicBezTo>
                    <a:pt x="1953" y="274"/>
                    <a:pt x="2017" y="282"/>
                    <a:pt x="2073" y="286"/>
                  </a:cubicBezTo>
                  <a:cubicBezTo>
                    <a:pt x="2158" y="289"/>
                    <a:pt x="2231" y="291"/>
                    <a:pt x="2290" y="291"/>
                  </a:cubicBezTo>
                  <a:cubicBezTo>
                    <a:pt x="2315" y="291"/>
                    <a:pt x="2337" y="291"/>
                    <a:pt x="2357" y="290"/>
                  </a:cubicBezTo>
                  <a:cubicBezTo>
                    <a:pt x="2429" y="290"/>
                    <a:pt x="2465" y="286"/>
                    <a:pt x="2465" y="286"/>
                  </a:cubicBezTo>
                  <a:lnTo>
                    <a:pt x="2465" y="282"/>
                  </a:lnTo>
                  <a:cubicBezTo>
                    <a:pt x="2465" y="282"/>
                    <a:pt x="2429" y="274"/>
                    <a:pt x="2361" y="266"/>
                  </a:cubicBezTo>
                  <a:cubicBezTo>
                    <a:pt x="2325" y="258"/>
                    <a:pt x="2285" y="254"/>
                    <a:pt x="2237" y="250"/>
                  </a:cubicBezTo>
                  <a:lnTo>
                    <a:pt x="2081" y="230"/>
                  </a:lnTo>
                  <a:cubicBezTo>
                    <a:pt x="2021" y="222"/>
                    <a:pt x="1961" y="214"/>
                    <a:pt x="1893" y="210"/>
                  </a:cubicBezTo>
                  <a:cubicBezTo>
                    <a:pt x="1825" y="202"/>
                    <a:pt x="1757" y="202"/>
                    <a:pt x="1681" y="194"/>
                  </a:cubicBezTo>
                  <a:cubicBezTo>
                    <a:pt x="1609" y="190"/>
                    <a:pt x="1533" y="182"/>
                    <a:pt x="1461" y="170"/>
                  </a:cubicBezTo>
                  <a:cubicBezTo>
                    <a:pt x="1381" y="154"/>
                    <a:pt x="1309" y="138"/>
                    <a:pt x="1233" y="118"/>
                  </a:cubicBezTo>
                  <a:cubicBezTo>
                    <a:pt x="1153" y="102"/>
                    <a:pt x="1077" y="82"/>
                    <a:pt x="1005" y="66"/>
                  </a:cubicBezTo>
                  <a:cubicBezTo>
                    <a:pt x="933" y="50"/>
                    <a:pt x="853" y="34"/>
                    <a:pt x="781" y="22"/>
                  </a:cubicBezTo>
                  <a:cubicBezTo>
                    <a:pt x="702" y="7"/>
                    <a:pt x="621" y="0"/>
                    <a:pt x="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2381237" y="2334663"/>
              <a:ext cx="504366" cy="96805"/>
            </a:xfrm>
            <a:custGeom>
              <a:avLst/>
              <a:gdLst/>
              <a:ahLst/>
              <a:cxnLst/>
              <a:rect l="l" t="t" r="r" b="b"/>
              <a:pathLst>
                <a:path w="2157" h="414" extrusionOk="0">
                  <a:moveTo>
                    <a:pt x="638" y="1"/>
                  </a:moveTo>
                  <a:cubicBezTo>
                    <a:pt x="538" y="1"/>
                    <a:pt x="437" y="10"/>
                    <a:pt x="337" y="30"/>
                  </a:cubicBezTo>
                  <a:cubicBezTo>
                    <a:pt x="289" y="38"/>
                    <a:pt x="241" y="46"/>
                    <a:pt x="193" y="62"/>
                  </a:cubicBezTo>
                  <a:cubicBezTo>
                    <a:pt x="157" y="74"/>
                    <a:pt x="125" y="86"/>
                    <a:pt x="89" y="98"/>
                  </a:cubicBezTo>
                  <a:cubicBezTo>
                    <a:pt x="57" y="110"/>
                    <a:pt x="29" y="126"/>
                    <a:pt x="1" y="138"/>
                  </a:cubicBezTo>
                  <a:lnTo>
                    <a:pt x="1" y="146"/>
                  </a:lnTo>
                  <a:lnTo>
                    <a:pt x="25" y="142"/>
                  </a:lnTo>
                  <a:cubicBezTo>
                    <a:pt x="41" y="138"/>
                    <a:pt x="65" y="130"/>
                    <a:pt x="93" y="126"/>
                  </a:cubicBezTo>
                  <a:cubicBezTo>
                    <a:pt x="125" y="118"/>
                    <a:pt x="161" y="110"/>
                    <a:pt x="201" y="106"/>
                  </a:cubicBezTo>
                  <a:cubicBezTo>
                    <a:pt x="241" y="98"/>
                    <a:pt x="289" y="94"/>
                    <a:pt x="341" y="86"/>
                  </a:cubicBezTo>
                  <a:cubicBezTo>
                    <a:pt x="393" y="82"/>
                    <a:pt x="449" y="78"/>
                    <a:pt x="509" y="78"/>
                  </a:cubicBezTo>
                  <a:cubicBezTo>
                    <a:pt x="569" y="74"/>
                    <a:pt x="633" y="74"/>
                    <a:pt x="697" y="74"/>
                  </a:cubicBezTo>
                  <a:cubicBezTo>
                    <a:pt x="718" y="72"/>
                    <a:pt x="740" y="72"/>
                    <a:pt x="762" y="72"/>
                  </a:cubicBezTo>
                  <a:cubicBezTo>
                    <a:pt x="806" y="72"/>
                    <a:pt x="852" y="74"/>
                    <a:pt x="897" y="74"/>
                  </a:cubicBezTo>
                  <a:lnTo>
                    <a:pt x="1105" y="78"/>
                  </a:lnTo>
                  <a:cubicBezTo>
                    <a:pt x="1173" y="82"/>
                    <a:pt x="1245" y="86"/>
                    <a:pt x="1313" y="98"/>
                  </a:cubicBezTo>
                  <a:cubicBezTo>
                    <a:pt x="1377" y="102"/>
                    <a:pt x="1445" y="118"/>
                    <a:pt x="1509" y="138"/>
                  </a:cubicBezTo>
                  <a:cubicBezTo>
                    <a:pt x="1573" y="154"/>
                    <a:pt x="1629" y="178"/>
                    <a:pt x="1685" y="198"/>
                  </a:cubicBezTo>
                  <a:cubicBezTo>
                    <a:pt x="1741" y="222"/>
                    <a:pt x="1793" y="238"/>
                    <a:pt x="1841" y="262"/>
                  </a:cubicBezTo>
                  <a:cubicBezTo>
                    <a:pt x="1933" y="302"/>
                    <a:pt x="2013" y="342"/>
                    <a:pt x="2065" y="370"/>
                  </a:cubicBezTo>
                  <a:lnTo>
                    <a:pt x="2153" y="414"/>
                  </a:lnTo>
                  <a:lnTo>
                    <a:pt x="2157" y="410"/>
                  </a:lnTo>
                  <a:cubicBezTo>
                    <a:pt x="2137" y="386"/>
                    <a:pt x="2109" y="366"/>
                    <a:pt x="2085" y="346"/>
                  </a:cubicBezTo>
                  <a:cubicBezTo>
                    <a:pt x="1973" y="254"/>
                    <a:pt x="1845" y="186"/>
                    <a:pt x="1709" y="142"/>
                  </a:cubicBezTo>
                  <a:cubicBezTo>
                    <a:pt x="1649" y="122"/>
                    <a:pt x="1585" y="110"/>
                    <a:pt x="1521" y="98"/>
                  </a:cubicBezTo>
                  <a:cubicBezTo>
                    <a:pt x="1457" y="90"/>
                    <a:pt x="1385" y="82"/>
                    <a:pt x="1317" y="74"/>
                  </a:cubicBezTo>
                  <a:cubicBezTo>
                    <a:pt x="1249" y="66"/>
                    <a:pt x="1181" y="54"/>
                    <a:pt x="1113" y="42"/>
                  </a:cubicBezTo>
                  <a:cubicBezTo>
                    <a:pt x="1041" y="30"/>
                    <a:pt x="973" y="22"/>
                    <a:pt x="901" y="14"/>
                  </a:cubicBezTo>
                  <a:cubicBezTo>
                    <a:pt x="833" y="6"/>
                    <a:pt x="765" y="2"/>
                    <a:pt x="697" y="2"/>
                  </a:cubicBezTo>
                  <a:cubicBezTo>
                    <a:pt x="677" y="1"/>
                    <a:pt x="658" y="1"/>
                    <a:pt x="6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2081000" y="1669882"/>
              <a:ext cx="160172" cy="104053"/>
            </a:xfrm>
            <a:custGeom>
              <a:avLst/>
              <a:gdLst/>
              <a:ahLst/>
              <a:cxnLst/>
              <a:rect l="l" t="t" r="r" b="b"/>
              <a:pathLst>
                <a:path w="685" h="445" extrusionOk="0">
                  <a:moveTo>
                    <a:pt x="649" y="1"/>
                  </a:moveTo>
                  <a:lnTo>
                    <a:pt x="645" y="5"/>
                  </a:lnTo>
                  <a:cubicBezTo>
                    <a:pt x="649" y="13"/>
                    <a:pt x="649" y="25"/>
                    <a:pt x="649" y="37"/>
                  </a:cubicBezTo>
                  <a:cubicBezTo>
                    <a:pt x="645" y="61"/>
                    <a:pt x="633" y="85"/>
                    <a:pt x="613" y="101"/>
                  </a:cubicBezTo>
                  <a:cubicBezTo>
                    <a:pt x="597" y="113"/>
                    <a:pt x="585" y="121"/>
                    <a:pt x="569" y="129"/>
                  </a:cubicBezTo>
                  <a:lnTo>
                    <a:pt x="509" y="165"/>
                  </a:lnTo>
                  <a:cubicBezTo>
                    <a:pt x="485" y="181"/>
                    <a:pt x="461" y="193"/>
                    <a:pt x="437" y="201"/>
                  </a:cubicBezTo>
                  <a:cubicBezTo>
                    <a:pt x="413" y="209"/>
                    <a:pt x="385" y="213"/>
                    <a:pt x="361" y="217"/>
                  </a:cubicBezTo>
                  <a:cubicBezTo>
                    <a:pt x="309" y="225"/>
                    <a:pt x="257" y="237"/>
                    <a:pt x="205" y="257"/>
                  </a:cubicBezTo>
                  <a:cubicBezTo>
                    <a:pt x="161" y="273"/>
                    <a:pt x="117" y="297"/>
                    <a:pt x="81" y="325"/>
                  </a:cubicBezTo>
                  <a:cubicBezTo>
                    <a:pt x="53" y="349"/>
                    <a:pt x="33" y="377"/>
                    <a:pt x="17" y="405"/>
                  </a:cubicBezTo>
                  <a:cubicBezTo>
                    <a:pt x="9" y="417"/>
                    <a:pt x="5" y="429"/>
                    <a:pt x="1" y="441"/>
                  </a:cubicBezTo>
                  <a:lnTo>
                    <a:pt x="9" y="445"/>
                  </a:lnTo>
                  <a:lnTo>
                    <a:pt x="17" y="441"/>
                  </a:lnTo>
                  <a:cubicBezTo>
                    <a:pt x="21" y="437"/>
                    <a:pt x="29" y="429"/>
                    <a:pt x="37" y="425"/>
                  </a:cubicBezTo>
                  <a:cubicBezTo>
                    <a:pt x="61" y="405"/>
                    <a:pt x="89" y="389"/>
                    <a:pt x="117" y="377"/>
                  </a:cubicBezTo>
                  <a:cubicBezTo>
                    <a:pt x="149" y="361"/>
                    <a:pt x="189" y="345"/>
                    <a:pt x="233" y="321"/>
                  </a:cubicBezTo>
                  <a:lnTo>
                    <a:pt x="301" y="293"/>
                  </a:lnTo>
                  <a:cubicBezTo>
                    <a:pt x="325" y="281"/>
                    <a:pt x="349" y="269"/>
                    <a:pt x="373" y="253"/>
                  </a:cubicBezTo>
                  <a:cubicBezTo>
                    <a:pt x="397" y="241"/>
                    <a:pt x="421" y="229"/>
                    <a:pt x="445" y="221"/>
                  </a:cubicBezTo>
                  <a:cubicBezTo>
                    <a:pt x="469" y="209"/>
                    <a:pt x="493" y="205"/>
                    <a:pt x="521" y="201"/>
                  </a:cubicBezTo>
                  <a:cubicBezTo>
                    <a:pt x="545" y="197"/>
                    <a:pt x="569" y="193"/>
                    <a:pt x="593" y="185"/>
                  </a:cubicBezTo>
                  <a:cubicBezTo>
                    <a:pt x="617" y="177"/>
                    <a:pt x="637" y="161"/>
                    <a:pt x="653" y="141"/>
                  </a:cubicBezTo>
                  <a:cubicBezTo>
                    <a:pt x="669" y="125"/>
                    <a:pt x="681" y="105"/>
                    <a:pt x="685" y="81"/>
                  </a:cubicBezTo>
                  <a:cubicBezTo>
                    <a:pt x="685" y="65"/>
                    <a:pt x="685" y="49"/>
                    <a:pt x="677" y="33"/>
                  </a:cubicBezTo>
                  <a:cubicBezTo>
                    <a:pt x="673" y="17"/>
                    <a:pt x="665" y="5"/>
                    <a:pt x="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2306412" y="1723196"/>
              <a:ext cx="147077" cy="495948"/>
            </a:xfrm>
            <a:custGeom>
              <a:avLst/>
              <a:gdLst/>
              <a:ahLst/>
              <a:cxnLst/>
              <a:rect l="l" t="t" r="r" b="b"/>
              <a:pathLst>
                <a:path w="629" h="2121" extrusionOk="0">
                  <a:moveTo>
                    <a:pt x="5" y="1"/>
                  </a:moveTo>
                  <a:lnTo>
                    <a:pt x="1" y="5"/>
                  </a:lnTo>
                  <a:lnTo>
                    <a:pt x="1" y="33"/>
                  </a:lnTo>
                  <a:cubicBezTo>
                    <a:pt x="1" y="57"/>
                    <a:pt x="5" y="81"/>
                    <a:pt x="9" y="105"/>
                  </a:cubicBezTo>
                  <a:cubicBezTo>
                    <a:pt x="25" y="189"/>
                    <a:pt x="61" y="273"/>
                    <a:pt x="109" y="345"/>
                  </a:cubicBezTo>
                  <a:cubicBezTo>
                    <a:pt x="137" y="393"/>
                    <a:pt x="169" y="441"/>
                    <a:pt x="201" y="489"/>
                  </a:cubicBezTo>
                  <a:cubicBezTo>
                    <a:pt x="237" y="537"/>
                    <a:pt x="277" y="589"/>
                    <a:pt x="309" y="645"/>
                  </a:cubicBezTo>
                  <a:cubicBezTo>
                    <a:pt x="345" y="701"/>
                    <a:pt x="373" y="761"/>
                    <a:pt x="397" y="825"/>
                  </a:cubicBezTo>
                  <a:cubicBezTo>
                    <a:pt x="417" y="893"/>
                    <a:pt x="437" y="957"/>
                    <a:pt x="453" y="1025"/>
                  </a:cubicBezTo>
                  <a:cubicBezTo>
                    <a:pt x="485" y="1165"/>
                    <a:pt x="517" y="1301"/>
                    <a:pt x="537" y="1429"/>
                  </a:cubicBezTo>
                  <a:cubicBezTo>
                    <a:pt x="553" y="1545"/>
                    <a:pt x="561" y="1661"/>
                    <a:pt x="561" y="1781"/>
                  </a:cubicBezTo>
                  <a:cubicBezTo>
                    <a:pt x="557" y="1829"/>
                    <a:pt x="553" y="1877"/>
                    <a:pt x="545" y="1921"/>
                  </a:cubicBezTo>
                  <a:cubicBezTo>
                    <a:pt x="541" y="1957"/>
                    <a:pt x="533" y="1993"/>
                    <a:pt x="525" y="2025"/>
                  </a:cubicBezTo>
                  <a:cubicBezTo>
                    <a:pt x="521" y="2049"/>
                    <a:pt x="513" y="2073"/>
                    <a:pt x="505" y="2093"/>
                  </a:cubicBezTo>
                  <a:cubicBezTo>
                    <a:pt x="501" y="2109"/>
                    <a:pt x="497" y="2121"/>
                    <a:pt x="497" y="2121"/>
                  </a:cubicBezTo>
                  <a:lnTo>
                    <a:pt x="505" y="2121"/>
                  </a:lnTo>
                  <a:lnTo>
                    <a:pt x="517" y="2101"/>
                  </a:lnTo>
                  <a:cubicBezTo>
                    <a:pt x="525" y="2085"/>
                    <a:pt x="537" y="2065"/>
                    <a:pt x="549" y="2037"/>
                  </a:cubicBezTo>
                  <a:cubicBezTo>
                    <a:pt x="565" y="2001"/>
                    <a:pt x="581" y="1965"/>
                    <a:pt x="589" y="1929"/>
                  </a:cubicBezTo>
                  <a:cubicBezTo>
                    <a:pt x="605" y="1881"/>
                    <a:pt x="613" y="1833"/>
                    <a:pt x="621" y="1785"/>
                  </a:cubicBezTo>
                  <a:cubicBezTo>
                    <a:pt x="629" y="1725"/>
                    <a:pt x="629" y="1665"/>
                    <a:pt x="629" y="1609"/>
                  </a:cubicBezTo>
                  <a:cubicBezTo>
                    <a:pt x="625" y="1545"/>
                    <a:pt x="617" y="1477"/>
                    <a:pt x="605" y="1417"/>
                  </a:cubicBezTo>
                  <a:cubicBezTo>
                    <a:pt x="589" y="1349"/>
                    <a:pt x="573" y="1281"/>
                    <a:pt x="557" y="1217"/>
                  </a:cubicBezTo>
                  <a:cubicBezTo>
                    <a:pt x="537" y="1149"/>
                    <a:pt x="513" y="1081"/>
                    <a:pt x="489" y="1017"/>
                  </a:cubicBezTo>
                  <a:lnTo>
                    <a:pt x="413" y="817"/>
                  </a:lnTo>
                  <a:cubicBezTo>
                    <a:pt x="389" y="749"/>
                    <a:pt x="365" y="685"/>
                    <a:pt x="341" y="621"/>
                  </a:cubicBezTo>
                  <a:cubicBezTo>
                    <a:pt x="317" y="561"/>
                    <a:pt x="285" y="505"/>
                    <a:pt x="253" y="449"/>
                  </a:cubicBezTo>
                  <a:cubicBezTo>
                    <a:pt x="217" y="397"/>
                    <a:pt x="185" y="353"/>
                    <a:pt x="157" y="309"/>
                  </a:cubicBezTo>
                  <a:cubicBezTo>
                    <a:pt x="105" y="241"/>
                    <a:pt x="65" y="169"/>
                    <a:pt x="33" y="93"/>
                  </a:cubicBezTo>
                  <a:cubicBezTo>
                    <a:pt x="25" y="69"/>
                    <a:pt x="17" y="49"/>
                    <a:pt x="9" y="2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2273676" y="1837305"/>
              <a:ext cx="79735" cy="248091"/>
            </a:xfrm>
            <a:custGeom>
              <a:avLst/>
              <a:gdLst/>
              <a:ahLst/>
              <a:cxnLst/>
              <a:rect l="l" t="t" r="r" b="b"/>
              <a:pathLst>
                <a:path w="341" h="1061" extrusionOk="0">
                  <a:moveTo>
                    <a:pt x="5" y="1"/>
                  </a:moveTo>
                  <a:lnTo>
                    <a:pt x="1" y="5"/>
                  </a:lnTo>
                  <a:lnTo>
                    <a:pt x="13" y="13"/>
                  </a:lnTo>
                  <a:cubicBezTo>
                    <a:pt x="21" y="17"/>
                    <a:pt x="29" y="25"/>
                    <a:pt x="37" y="33"/>
                  </a:cubicBezTo>
                  <a:cubicBezTo>
                    <a:pt x="65" y="61"/>
                    <a:pt x="85" y="97"/>
                    <a:pt x="97" y="133"/>
                  </a:cubicBezTo>
                  <a:cubicBezTo>
                    <a:pt x="109" y="157"/>
                    <a:pt x="117" y="185"/>
                    <a:pt x="129" y="213"/>
                  </a:cubicBezTo>
                  <a:cubicBezTo>
                    <a:pt x="141" y="241"/>
                    <a:pt x="157" y="269"/>
                    <a:pt x="173" y="297"/>
                  </a:cubicBezTo>
                  <a:cubicBezTo>
                    <a:pt x="189" y="329"/>
                    <a:pt x="201" y="361"/>
                    <a:pt x="209" y="393"/>
                  </a:cubicBezTo>
                  <a:cubicBezTo>
                    <a:pt x="221" y="429"/>
                    <a:pt x="225" y="465"/>
                    <a:pt x="229" y="497"/>
                  </a:cubicBezTo>
                  <a:cubicBezTo>
                    <a:pt x="233" y="569"/>
                    <a:pt x="245" y="641"/>
                    <a:pt x="253" y="705"/>
                  </a:cubicBezTo>
                  <a:cubicBezTo>
                    <a:pt x="261" y="773"/>
                    <a:pt x="269" y="833"/>
                    <a:pt x="277" y="885"/>
                  </a:cubicBezTo>
                  <a:cubicBezTo>
                    <a:pt x="285" y="937"/>
                    <a:pt x="293" y="981"/>
                    <a:pt x="301" y="1013"/>
                  </a:cubicBezTo>
                  <a:cubicBezTo>
                    <a:pt x="305" y="1045"/>
                    <a:pt x="313" y="1061"/>
                    <a:pt x="313" y="1061"/>
                  </a:cubicBezTo>
                  <a:lnTo>
                    <a:pt x="321" y="1061"/>
                  </a:lnTo>
                  <a:cubicBezTo>
                    <a:pt x="333" y="1001"/>
                    <a:pt x="341" y="941"/>
                    <a:pt x="341" y="881"/>
                  </a:cubicBezTo>
                  <a:cubicBezTo>
                    <a:pt x="341" y="853"/>
                    <a:pt x="341" y="825"/>
                    <a:pt x="337" y="793"/>
                  </a:cubicBezTo>
                  <a:cubicBezTo>
                    <a:pt x="337" y="761"/>
                    <a:pt x="333" y="729"/>
                    <a:pt x="325" y="697"/>
                  </a:cubicBezTo>
                  <a:cubicBezTo>
                    <a:pt x="317" y="661"/>
                    <a:pt x="313" y="629"/>
                    <a:pt x="301" y="593"/>
                  </a:cubicBezTo>
                  <a:cubicBezTo>
                    <a:pt x="293" y="557"/>
                    <a:pt x="281" y="525"/>
                    <a:pt x="269" y="489"/>
                  </a:cubicBezTo>
                  <a:cubicBezTo>
                    <a:pt x="257" y="457"/>
                    <a:pt x="241" y="425"/>
                    <a:pt x="233" y="389"/>
                  </a:cubicBezTo>
                  <a:cubicBezTo>
                    <a:pt x="221" y="357"/>
                    <a:pt x="217" y="325"/>
                    <a:pt x="209" y="289"/>
                  </a:cubicBezTo>
                  <a:cubicBezTo>
                    <a:pt x="205" y="257"/>
                    <a:pt x="197" y="225"/>
                    <a:pt x="189" y="193"/>
                  </a:cubicBezTo>
                  <a:cubicBezTo>
                    <a:pt x="177" y="165"/>
                    <a:pt x="165" y="137"/>
                    <a:pt x="153" y="113"/>
                  </a:cubicBezTo>
                  <a:cubicBezTo>
                    <a:pt x="133" y="69"/>
                    <a:pt x="97" y="33"/>
                    <a:pt x="57" y="13"/>
                  </a:cubicBezTo>
                  <a:cubicBezTo>
                    <a:pt x="45" y="9"/>
                    <a:pt x="29" y="5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1786375" y="1983215"/>
              <a:ext cx="90024" cy="363134"/>
            </a:xfrm>
            <a:custGeom>
              <a:avLst/>
              <a:gdLst/>
              <a:ahLst/>
              <a:cxnLst/>
              <a:rect l="l" t="t" r="r" b="b"/>
              <a:pathLst>
                <a:path w="385" h="1553" extrusionOk="0">
                  <a:moveTo>
                    <a:pt x="97" y="1"/>
                  </a:moveTo>
                  <a:cubicBezTo>
                    <a:pt x="81" y="17"/>
                    <a:pt x="69" y="41"/>
                    <a:pt x="57" y="61"/>
                  </a:cubicBezTo>
                  <a:cubicBezTo>
                    <a:pt x="29" y="117"/>
                    <a:pt x="13" y="181"/>
                    <a:pt x="9" y="245"/>
                  </a:cubicBezTo>
                  <a:cubicBezTo>
                    <a:pt x="1" y="285"/>
                    <a:pt x="1" y="329"/>
                    <a:pt x="1" y="369"/>
                  </a:cubicBezTo>
                  <a:cubicBezTo>
                    <a:pt x="1" y="417"/>
                    <a:pt x="9" y="461"/>
                    <a:pt x="17" y="509"/>
                  </a:cubicBezTo>
                  <a:cubicBezTo>
                    <a:pt x="33" y="609"/>
                    <a:pt x="41" y="709"/>
                    <a:pt x="45" y="809"/>
                  </a:cubicBezTo>
                  <a:cubicBezTo>
                    <a:pt x="49" y="861"/>
                    <a:pt x="57" y="913"/>
                    <a:pt x="65" y="965"/>
                  </a:cubicBezTo>
                  <a:cubicBezTo>
                    <a:pt x="73" y="1013"/>
                    <a:pt x="85" y="1061"/>
                    <a:pt x="101" y="1109"/>
                  </a:cubicBezTo>
                  <a:cubicBezTo>
                    <a:pt x="125" y="1193"/>
                    <a:pt x="161" y="1277"/>
                    <a:pt x="209" y="1353"/>
                  </a:cubicBezTo>
                  <a:cubicBezTo>
                    <a:pt x="245" y="1409"/>
                    <a:pt x="281" y="1457"/>
                    <a:pt x="325" y="1505"/>
                  </a:cubicBezTo>
                  <a:cubicBezTo>
                    <a:pt x="361" y="1537"/>
                    <a:pt x="381" y="1553"/>
                    <a:pt x="381" y="1553"/>
                  </a:cubicBezTo>
                  <a:lnTo>
                    <a:pt x="385" y="1549"/>
                  </a:lnTo>
                  <a:cubicBezTo>
                    <a:pt x="385" y="1549"/>
                    <a:pt x="373" y="1525"/>
                    <a:pt x="349" y="1489"/>
                  </a:cubicBezTo>
                  <a:lnTo>
                    <a:pt x="309" y="1417"/>
                  </a:lnTo>
                  <a:cubicBezTo>
                    <a:pt x="297" y="1389"/>
                    <a:pt x="281" y="1361"/>
                    <a:pt x="265" y="1325"/>
                  </a:cubicBezTo>
                  <a:cubicBezTo>
                    <a:pt x="245" y="1293"/>
                    <a:pt x="233" y="1253"/>
                    <a:pt x="213" y="1217"/>
                  </a:cubicBezTo>
                  <a:cubicBezTo>
                    <a:pt x="209" y="1197"/>
                    <a:pt x="197" y="1173"/>
                    <a:pt x="189" y="1153"/>
                  </a:cubicBezTo>
                  <a:cubicBezTo>
                    <a:pt x="181" y="1133"/>
                    <a:pt x="177" y="1109"/>
                    <a:pt x="165" y="1089"/>
                  </a:cubicBezTo>
                  <a:cubicBezTo>
                    <a:pt x="133" y="1001"/>
                    <a:pt x="109" y="905"/>
                    <a:pt x="81" y="805"/>
                  </a:cubicBezTo>
                  <a:cubicBezTo>
                    <a:pt x="69" y="757"/>
                    <a:pt x="61" y="705"/>
                    <a:pt x="53" y="657"/>
                  </a:cubicBezTo>
                  <a:cubicBezTo>
                    <a:pt x="49" y="605"/>
                    <a:pt x="49" y="557"/>
                    <a:pt x="53" y="509"/>
                  </a:cubicBezTo>
                  <a:cubicBezTo>
                    <a:pt x="57" y="461"/>
                    <a:pt x="61" y="413"/>
                    <a:pt x="61" y="369"/>
                  </a:cubicBezTo>
                  <a:cubicBezTo>
                    <a:pt x="65" y="329"/>
                    <a:pt x="65" y="285"/>
                    <a:pt x="65" y="249"/>
                  </a:cubicBezTo>
                  <a:cubicBezTo>
                    <a:pt x="69" y="189"/>
                    <a:pt x="73" y="129"/>
                    <a:pt x="89" y="69"/>
                  </a:cubicBezTo>
                  <a:cubicBezTo>
                    <a:pt x="89" y="53"/>
                    <a:pt x="93" y="37"/>
                    <a:pt x="101" y="21"/>
                  </a:cubicBezTo>
                  <a:cubicBezTo>
                    <a:pt x="105" y="9"/>
                    <a:pt x="105" y="1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1922931" y="2076747"/>
              <a:ext cx="42323" cy="369681"/>
            </a:xfrm>
            <a:custGeom>
              <a:avLst/>
              <a:gdLst/>
              <a:ahLst/>
              <a:cxnLst/>
              <a:rect l="l" t="t" r="r" b="b"/>
              <a:pathLst>
                <a:path w="181" h="1581" extrusionOk="0">
                  <a:moveTo>
                    <a:pt x="69" y="1"/>
                  </a:moveTo>
                  <a:cubicBezTo>
                    <a:pt x="69" y="1"/>
                    <a:pt x="61" y="25"/>
                    <a:pt x="45" y="65"/>
                  </a:cubicBezTo>
                  <a:cubicBezTo>
                    <a:pt x="29" y="125"/>
                    <a:pt x="17" y="185"/>
                    <a:pt x="9" y="245"/>
                  </a:cubicBezTo>
                  <a:cubicBezTo>
                    <a:pt x="5" y="281"/>
                    <a:pt x="1" y="321"/>
                    <a:pt x="1" y="365"/>
                  </a:cubicBezTo>
                  <a:cubicBezTo>
                    <a:pt x="1" y="413"/>
                    <a:pt x="1" y="457"/>
                    <a:pt x="9" y="501"/>
                  </a:cubicBezTo>
                  <a:cubicBezTo>
                    <a:pt x="13" y="549"/>
                    <a:pt x="17" y="597"/>
                    <a:pt x="21" y="645"/>
                  </a:cubicBezTo>
                  <a:cubicBezTo>
                    <a:pt x="25" y="697"/>
                    <a:pt x="25" y="745"/>
                    <a:pt x="29" y="797"/>
                  </a:cubicBezTo>
                  <a:cubicBezTo>
                    <a:pt x="29" y="845"/>
                    <a:pt x="33" y="897"/>
                    <a:pt x="41" y="945"/>
                  </a:cubicBezTo>
                  <a:cubicBezTo>
                    <a:pt x="45" y="993"/>
                    <a:pt x="53" y="1041"/>
                    <a:pt x="61" y="1089"/>
                  </a:cubicBezTo>
                  <a:cubicBezTo>
                    <a:pt x="73" y="1181"/>
                    <a:pt x="93" y="1265"/>
                    <a:pt x="109" y="1337"/>
                  </a:cubicBezTo>
                  <a:lnTo>
                    <a:pt x="165" y="1581"/>
                  </a:lnTo>
                  <a:lnTo>
                    <a:pt x="173" y="1581"/>
                  </a:lnTo>
                  <a:cubicBezTo>
                    <a:pt x="181" y="1497"/>
                    <a:pt x="181" y="1413"/>
                    <a:pt x="173" y="1333"/>
                  </a:cubicBezTo>
                  <a:cubicBezTo>
                    <a:pt x="165" y="1245"/>
                    <a:pt x="149" y="1165"/>
                    <a:pt x="129" y="1081"/>
                  </a:cubicBezTo>
                  <a:cubicBezTo>
                    <a:pt x="121" y="1037"/>
                    <a:pt x="109" y="989"/>
                    <a:pt x="101" y="941"/>
                  </a:cubicBezTo>
                  <a:cubicBezTo>
                    <a:pt x="89" y="893"/>
                    <a:pt x="77" y="849"/>
                    <a:pt x="65" y="797"/>
                  </a:cubicBezTo>
                  <a:cubicBezTo>
                    <a:pt x="53" y="749"/>
                    <a:pt x="45" y="701"/>
                    <a:pt x="45" y="653"/>
                  </a:cubicBezTo>
                  <a:cubicBezTo>
                    <a:pt x="41" y="605"/>
                    <a:pt x="41" y="557"/>
                    <a:pt x="45" y="509"/>
                  </a:cubicBezTo>
                  <a:cubicBezTo>
                    <a:pt x="49" y="465"/>
                    <a:pt x="57" y="421"/>
                    <a:pt x="61" y="377"/>
                  </a:cubicBezTo>
                  <a:cubicBezTo>
                    <a:pt x="61" y="337"/>
                    <a:pt x="65" y="297"/>
                    <a:pt x="65" y="257"/>
                  </a:cubicBezTo>
                  <a:cubicBezTo>
                    <a:pt x="69" y="185"/>
                    <a:pt x="77" y="125"/>
                    <a:pt x="77" y="81"/>
                  </a:cubicBezTo>
                  <a:lnTo>
                    <a:pt x="77" y="9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2095030" y="2227334"/>
              <a:ext cx="218161" cy="313563"/>
            </a:xfrm>
            <a:custGeom>
              <a:avLst/>
              <a:gdLst/>
              <a:ahLst/>
              <a:cxnLst/>
              <a:rect l="l" t="t" r="r" b="b"/>
              <a:pathLst>
                <a:path w="933" h="1341" extrusionOk="0">
                  <a:moveTo>
                    <a:pt x="921" y="1"/>
                  </a:moveTo>
                  <a:cubicBezTo>
                    <a:pt x="921" y="1"/>
                    <a:pt x="913" y="25"/>
                    <a:pt x="893" y="69"/>
                  </a:cubicBezTo>
                  <a:cubicBezTo>
                    <a:pt x="873" y="113"/>
                    <a:pt x="849" y="173"/>
                    <a:pt x="817" y="245"/>
                  </a:cubicBezTo>
                  <a:cubicBezTo>
                    <a:pt x="805" y="281"/>
                    <a:pt x="785" y="317"/>
                    <a:pt x="769" y="357"/>
                  </a:cubicBezTo>
                  <a:cubicBezTo>
                    <a:pt x="749" y="401"/>
                    <a:pt x="733" y="441"/>
                    <a:pt x="709" y="485"/>
                  </a:cubicBezTo>
                  <a:cubicBezTo>
                    <a:pt x="661" y="577"/>
                    <a:pt x="581" y="645"/>
                    <a:pt x="485" y="685"/>
                  </a:cubicBezTo>
                  <a:cubicBezTo>
                    <a:pt x="437" y="705"/>
                    <a:pt x="389" y="725"/>
                    <a:pt x="341" y="753"/>
                  </a:cubicBezTo>
                  <a:cubicBezTo>
                    <a:pt x="297" y="781"/>
                    <a:pt x="253" y="813"/>
                    <a:pt x="217" y="853"/>
                  </a:cubicBezTo>
                  <a:cubicBezTo>
                    <a:pt x="149" y="921"/>
                    <a:pt x="105" y="1009"/>
                    <a:pt x="81" y="1101"/>
                  </a:cubicBezTo>
                  <a:cubicBezTo>
                    <a:pt x="73" y="1137"/>
                    <a:pt x="69" y="1177"/>
                    <a:pt x="65" y="1213"/>
                  </a:cubicBezTo>
                  <a:cubicBezTo>
                    <a:pt x="65" y="1237"/>
                    <a:pt x="57" y="1265"/>
                    <a:pt x="49" y="1289"/>
                  </a:cubicBezTo>
                  <a:cubicBezTo>
                    <a:pt x="41" y="1309"/>
                    <a:pt x="25" y="1325"/>
                    <a:pt x="1" y="1333"/>
                  </a:cubicBezTo>
                  <a:lnTo>
                    <a:pt x="1" y="1341"/>
                  </a:lnTo>
                  <a:cubicBezTo>
                    <a:pt x="9" y="1341"/>
                    <a:pt x="17" y="1337"/>
                    <a:pt x="25" y="1337"/>
                  </a:cubicBezTo>
                  <a:cubicBezTo>
                    <a:pt x="45" y="1333"/>
                    <a:pt x="61" y="1317"/>
                    <a:pt x="73" y="1301"/>
                  </a:cubicBezTo>
                  <a:cubicBezTo>
                    <a:pt x="89" y="1277"/>
                    <a:pt x="101" y="1249"/>
                    <a:pt x="109" y="1221"/>
                  </a:cubicBezTo>
                  <a:cubicBezTo>
                    <a:pt x="121" y="1189"/>
                    <a:pt x="129" y="1157"/>
                    <a:pt x="141" y="1121"/>
                  </a:cubicBezTo>
                  <a:cubicBezTo>
                    <a:pt x="173" y="1041"/>
                    <a:pt x="217" y="965"/>
                    <a:pt x="273" y="901"/>
                  </a:cubicBezTo>
                  <a:cubicBezTo>
                    <a:pt x="301" y="865"/>
                    <a:pt x="337" y="829"/>
                    <a:pt x="377" y="801"/>
                  </a:cubicBezTo>
                  <a:cubicBezTo>
                    <a:pt x="417" y="773"/>
                    <a:pt x="461" y="745"/>
                    <a:pt x="505" y="717"/>
                  </a:cubicBezTo>
                  <a:cubicBezTo>
                    <a:pt x="593" y="657"/>
                    <a:pt x="673" y="585"/>
                    <a:pt x="741" y="505"/>
                  </a:cubicBezTo>
                  <a:cubicBezTo>
                    <a:pt x="773" y="469"/>
                    <a:pt x="801" y="425"/>
                    <a:pt x="825" y="385"/>
                  </a:cubicBezTo>
                  <a:cubicBezTo>
                    <a:pt x="845" y="345"/>
                    <a:pt x="861" y="305"/>
                    <a:pt x="873" y="265"/>
                  </a:cubicBezTo>
                  <a:cubicBezTo>
                    <a:pt x="893" y="201"/>
                    <a:pt x="909" y="141"/>
                    <a:pt x="921" y="77"/>
                  </a:cubicBezTo>
                  <a:cubicBezTo>
                    <a:pt x="933" y="29"/>
                    <a:pt x="933" y="5"/>
                    <a:pt x="933" y="5"/>
                  </a:cubicBezTo>
                  <a:lnTo>
                    <a:pt x="9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2177338" y="2562180"/>
              <a:ext cx="921514" cy="118083"/>
            </a:xfrm>
            <a:custGeom>
              <a:avLst/>
              <a:gdLst/>
              <a:ahLst/>
              <a:cxnLst/>
              <a:rect l="l" t="t" r="r" b="b"/>
              <a:pathLst>
                <a:path w="3941" h="505" extrusionOk="0">
                  <a:moveTo>
                    <a:pt x="9" y="1"/>
                  </a:moveTo>
                  <a:lnTo>
                    <a:pt x="1" y="5"/>
                  </a:lnTo>
                  <a:cubicBezTo>
                    <a:pt x="9" y="17"/>
                    <a:pt x="17" y="33"/>
                    <a:pt x="29" y="45"/>
                  </a:cubicBezTo>
                  <a:cubicBezTo>
                    <a:pt x="57" y="77"/>
                    <a:pt x="93" y="105"/>
                    <a:pt x="133" y="125"/>
                  </a:cubicBezTo>
                  <a:cubicBezTo>
                    <a:pt x="193" y="157"/>
                    <a:pt x="261" y="173"/>
                    <a:pt x="333" y="173"/>
                  </a:cubicBezTo>
                  <a:cubicBezTo>
                    <a:pt x="348" y="173"/>
                    <a:pt x="364" y="174"/>
                    <a:pt x="379" y="174"/>
                  </a:cubicBezTo>
                  <a:cubicBezTo>
                    <a:pt x="449" y="174"/>
                    <a:pt x="521" y="167"/>
                    <a:pt x="593" y="161"/>
                  </a:cubicBezTo>
                  <a:cubicBezTo>
                    <a:pt x="721" y="151"/>
                    <a:pt x="851" y="146"/>
                    <a:pt x="981" y="146"/>
                  </a:cubicBezTo>
                  <a:cubicBezTo>
                    <a:pt x="1065" y="146"/>
                    <a:pt x="1149" y="148"/>
                    <a:pt x="1233" y="153"/>
                  </a:cubicBezTo>
                  <a:cubicBezTo>
                    <a:pt x="1353" y="157"/>
                    <a:pt x="1473" y="169"/>
                    <a:pt x="1593" y="185"/>
                  </a:cubicBezTo>
                  <a:cubicBezTo>
                    <a:pt x="1717" y="201"/>
                    <a:pt x="1841" y="225"/>
                    <a:pt x="1961" y="253"/>
                  </a:cubicBezTo>
                  <a:cubicBezTo>
                    <a:pt x="2085" y="281"/>
                    <a:pt x="2205" y="317"/>
                    <a:pt x="2325" y="357"/>
                  </a:cubicBezTo>
                  <a:cubicBezTo>
                    <a:pt x="2437" y="405"/>
                    <a:pt x="2553" y="445"/>
                    <a:pt x="2673" y="473"/>
                  </a:cubicBezTo>
                  <a:cubicBezTo>
                    <a:pt x="2785" y="493"/>
                    <a:pt x="2901" y="501"/>
                    <a:pt x="3017" y="505"/>
                  </a:cubicBezTo>
                  <a:cubicBezTo>
                    <a:pt x="3121" y="505"/>
                    <a:pt x="3229" y="505"/>
                    <a:pt x="3321" y="501"/>
                  </a:cubicBezTo>
                  <a:cubicBezTo>
                    <a:pt x="3409" y="497"/>
                    <a:pt x="3497" y="489"/>
                    <a:pt x="3581" y="477"/>
                  </a:cubicBezTo>
                  <a:cubicBezTo>
                    <a:pt x="3649" y="465"/>
                    <a:pt x="3713" y="449"/>
                    <a:pt x="3781" y="433"/>
                  </a:cubicBezTo>
                  <a:cubicBezTo>
                    <a:pt x="3833" y="413"/>
                    <a:pt x="3873" y="397"/>
                    <a:pt x="3901" y="389"/>
                  </a:cubicBezTo>
                  <a:lnTo>
                    <a:pt x="3941" y="369"/>
                  </a:lnTo>
                  <a:lnTo>
                    <a:pt x="3941" y="357"/>
                  </a:lnTo>
                  <a:lnTo>
                    <a:pt x="3897" y="373"/>
                  </a:lnTo>
                  <a:cubicBezTo>
                    <a:pt x="3869" y="381"/>
                    <a:pt x="3825" y="389"/>
                    <a:pt x="3773" y="401"/>
                  </a:cubicBezTo>
                  <a:cubicBezTo>
                    <a:pt x="3717" y="409"/>
                    <a:pt x="3653" y="421"/>
                    <a:pt x="3577" y="429"/>
                  </a:cubicBezTo>
                  <a:cubicBezTo>
                    <a:pt x="3501" y="433"/>
                    <a:pt x="3417" y="441"/>
                    <a:pt x="3321" y="441"/>
                  </a:cubicBezTo>
                  <a:lnTo>
                    <a:pt x="3017" y="441"/>
                  </a:lnTo>
                  <a:cubicBezTo>
                    <a:pt x="2987" y="442"/>
                    <a:pt x="2957" y="442"/>
                    <a:pt x="2926" y="442"/>
                  </a:cubicBezTo>
                  <a:cubicBezTo>
                    <a:pt x="2843" y="442"/>
                    <a:pt x="2759" y="439"/>
                    <a:pt x="2677" y="433"/>
                  </a:cubicBezTo>
                  <a:cubicBezTo>
                    <a:pt x="2557" y="417"/>
                    <a:pt x="2441" y="385"/>
                    <a:pt x="2329" y="337"/>
                  </a:cubicBezTo>
                  <a:cubicBezTo>
                    <a:pt x="2213" y="293"/>
                    <a:pt x="2089" y="253"/>
                    <a:pt x="1969" y="213"/>
                  </a:cubicBezTo>
                  <a:cubicBezTo>
                    <a:pt x="1729" y="141"/>
                    <a:pt x="1485" y="97"/>
                    <a:pt x="1237" y="77"/>
                  </a:cubicBezTo>
                  <a:cubicBezTo>
                    <a:pt x="1161" y="71"/>
                    <a:pt x="1086" y="69"/>
                    <a:pt x="1012" y="69"/>
                  </a:cubicBezTo>
                  <a:cubicBezTo>
                    <a:pt x="869" y="69"/>
                    <a:pt x="727" y="78"/>
                    <a:pt x="585" y="97"/>
                  </a:cubicBezTo>
                  <a:cubicBezTo>
                    <a:pt x="489" y="109"/>
                    <a:pt x="405" y="129"/>
                    <a:pt x="333" y="129"/>
                  </a:cubicBezTo>
                  <a:cubicBezTo>
                    <a:pt x="325" y="129"/>
                    <a:pt x="316" y="130"/>
                    <a:pt x="308" y="130"/>
                  </a:cubicBezTo>
                  <a:cubicBezTo>
                    <a:pt x="252" y="130"/>
                    <a:pt x="197" y="118"/>
                    <a:pt x="145" y="101"/>
                  </a:cubicBezTo>
                  <a:cubicBezTo>
                    <a:pt x="105" y="85"/>
                    <a:pt x="69" y="65"/>
                    <a:pt x="37" y="33"/>
                  </a:cubicBezTo>
                  <a:cubicBezTo>
                    <a:pt x="29" y="25"/>
                    <a:pt x="17" y="13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2419585" y="2674418"/>
              <a:ext cx="256509" cy="34840"/>
            </a:xfrm>
            <a:custGeom>
              <a:avLst/>
              <a:gdLst/>
              <a:ahLst/>
              <a:cxnLst/>
              <a:rect l="l" t="t" r="r" b="b"/>
              <a:pathLst>
                <a:path w="1097" h="149" extrusionOk="0">
                  <a:moveTo>
                    <a:pt x="257" y="1"/>
                  </a:moveTo>
                  <a:cubicBezTo>
                    <a:pt x="225" y="1"/>
                    <a:pt x="197" y="5"/>
                    <a:pt x="173" y="9"/>
                  </a:cubicBezTo>
                  <a:cubicBezTo>
                    <a:pt x="113" y="17"/>
                    <a:pt x="57" y="29"/>
                    <a:pt x="1" y="49"/>
                  </a:cubicBezTo>
                  <a:lnTo>
                    <a:pt x="1" y="53"/>
                  </a:lnTo>
                  <a:cubicBezTo>
                    <a:pt x="1" y="53"/>
                    <a:pt x="21" y="57"/>
                    <a:pt x="53" y="61"/>
                  </a:cubicBezTo>
                  <a:cubicBezTo>
                    <a:pt x="81" y="65"/>
                    <a:pt x="125" y="65"/>
                    <a:pt x="177" y="69"/>
                  </a:cubicBezTo>
                  <a:cubicBezTo>
                    <a:pt x="211" y="72"/>
                    <a:pt x="251" y="74"/>
                    <a:pt x="294" y="74"/>
                  </a:cubicBezTo>
                  <a:cubicBezTo>
                    <a:pt x="312" y="74"/>
                    <a:pt x="330" y="74"/>
                    <a:pt x="349" y="73"/>
                  </a:cubicBezTo>
                  <a:cubicBezTo>
                    <a:pt x="381" y="71"/>
                    <a:pt x="414" y="71"/>
                    <a:pt x="447" y="71"/>
                  </a:cubicBezTo>
                  <a:cubicBezTo>
                    <a:pt x="481" y="71"/>
                    <a:pt x="515" y="71"/>
                    <a:pt x="549" y="69"/>
                  </a:cubicBezTo>
                  <a:cubicBezTo>
                    <a:pt x="585" y="69"/>
                    <a:pt x="617" y="69"/>
                    <a:pt x="653" y="73"/>
                  </a:cubicBezTo>
                  <a:cubicBezTo>
                    <a:pt x="685" y="77"/>
                    <a:pt x="717" y="85"/>
                    <a:pt x="749" y="97"/>
                  </a:cubicBezTo>
                  <a:cubicBezTo>
                    <a:pt x="781" y="105"/>
                    <a:pt x="805" y="117"/>
                    <a:pt x="837" y="125"/>
                  </a:cubicBezTo>
                  <a:cubicBezTo>
                    <a:pt x="869" y="133"/>
                    <a:pt x="893" y="137"/>
                    <a:pt x="917" y="141"/>
                  </a:cubicBezTo>
                  <a:cubicBezTo>
                    <a:pt x="961" y="149"/>
                    <a:pt x="1005" y="149"/>
                    <a:pt x="1045" y="149"/>
                  </a:cubicBezTo>
                  <a:cubicBezTo>
                    <a:pt x="1065" y="145"/>
                    <a:pt x="1081" y="141"/>
                    <a:pt x="1097" y="137"/>
                  </a:cubicBezTo>
                  <a:lnTo>
                    <a:pt x="1093" y="129"/>
                  </a:lnTo>
                  <a:lnTo>
                    <a:pt x="1045" y="117"/>
                  </a:lnTo>
                  <a:lnTo>
                    <a:pt x="929" y="81"/>
                  </a:lnTo>
                  <a:cubicBezTo>
                    <a:pt x="901" y="77"/>
                    <a:pt x="873" y="69"/>
                    <a:pt x="849" y="65"/>
                  </a:cubicBezTo>
                  <a:cubicBezTo>
                    <a:pt x="817" y="61"/>
                    <a:pt x="785" y="57"/>
                    <a:pt x="753" y="57"/>
                  </a:cubicBezTo>
                  <a:cubicBezTo>
                    <a:pt x="685" y="57"/>
                    <a:pt x="617" y="49"/>
                    <a:pt x="553" y="29"/>
                  </a:cubicBezTo>
                  <a:cubicBezTo>
                    <a:pt x="517" y="21"/>
                    <a:pt x="485" y="17"/>
                    <a:pt x="449" y="13"/>
                  </a:cubicBezTo>
                  <a:cubicBezTo>
                    <a:pt x="417" y="9"/>
                    <a:pt x="381" y="1"/>
                    <a:pt x="3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1668525" y="1545484"/>
              <a:ext cx="69447" cy="377164"/>
            </a:xfrm>
            <a:custGeom>
              <a:avLst/>
              <a:gdLst/>
              <a:ahLst/>
              <a:cxnLst/>
              <a:rect l="l" t="t" r="r" b="b"/>
              <a:pathLst>
                <a:path w="297" h="1613" extrusionOk="0">
                  <a:moveTo>
                    <a:pt x="1" y="1"/>
                  </a:moveTo>
                  <a:lnTo>
                    <a:pt x="1" y="5"/>
                  </a:lnTo>
                  <a:lnTo>
                    <a:pt x="9" y="21"/>
                  </a:lnTo>
                  <a:cubicBezTo>
                    <a:pt x="17" y="33"/>
                    <a:pt x="21" y="49"/>
                    <a:pt x="29" y="69"/>
                  </a:cubicBezTo>
                  <a:cubicBezTo>
                    <a:pt x="53" y="125"/>
                    <a:pt x="69" y="185"/>
                    <a:pt x="81" y="245"/>
                  </a:cubicBezTo>
                  <a:cubicBezTo>
                    <a:pt x="89" y="281"/>
                    <a:pt x="93" y="321"/>
                    <a:pt x="101" y="365"/>
                  </a:cubicBezTo>
                  <a:cubicBezTo>
                    <a:pt x="109" y="405"/>
                    <a:pt x="117" y="449"/>
                    <a:pt x="121" y="501"/>
                  </a:cubicBezTo>
                  <a:cubicBezTo>
                    <a:pt x="129" y="549"/>
                    <a:pt x="133" y="601"/>
                    <a:pt x="129" y="649"/>
                  </a:cubicBezTo>
                  <a:cubicBezTo>
                    <a:pt x="129" y="701"/>
                    <a:pt x="125" y="753"/>
                    <a:pt x="121" y="805"/>
                  </a:cubicBezTo>
                  <a:cubicBezTo>
                    <a:pt x="117" y="857"/>
                    <a:pt x="113" y="909"/>
                    <a:pt x="117" y="961"/>
                  </a:cubicBezTo>
                  <a:cubicBezTo>
                    <a:pt x="121" y="1013"/>
                    <a:pt x="125" y="1061"/>
                    <a:pt x="137" y="1113"/>
                  </a:cubicBezTo>
                  <a:cubicBezTo>
                    <a:pt x="153" y="1197"/>
                    <a:pt x="181" y="1285"/>
                    <a:pt x="209" y="1369"/>
                  </a:cubicBezTo>
                  <a:cubicBezTo>
                    <a:pt x="237" y="1441"/>
                    <a:pt x="257" y="1501"/>
                    <a:pt x="269" y="1545"/>
                  </a:cubicBezTo>
                  <a:lnTo>
                    <a:pt x="289" y="1613"/>
                  </a:lnTo>
                  <a:lnTo>
                    <a:pt x="297" y="1613"/>
                  </a:lnTo>
                  <a:cubicBezTo>
                    <a:pt x="297" y="1589"/>
                    <a:pt x="297" y="1565"/>
                    <a:pt x="297" y="1541"/>
                  </a:cubicBezTo>
                  <a:cubicBezTo>
                    <a:pt x="293" y="1477"/>
                    <a:pt x="285" y="1413"/>
                    <a:pt x="269" y="1353"/>
                  </a:cubicBezTo>
                  <a:cubicBezTo>
                    <a:pt x="257" y="1277"/>
                    <a:pt x="229" y="1189"/>
                    <a:pt x="205" y="1097"/>
                  </a:cubicBezTo>
                  <a:cubicBezTo>
                    <a:pt x="185" y="1001"/>
                    <a:pt x="169" y="901"/>
                    <a:pt x="157" y="805"/>
                  </a:cubicBezTo>
                  <a:cubicBezTo>
                    <a:pt x="153" y="753"/>
                    <a:pt x="153" y="701"/>
                    <a:pt x="153" y="649"/>
                  </a:cubicBezTo>
                  <a:cubicBezTo>
                    <a:pt x="153" y="601"/>
                    <a:pt x="157" y="549"/>
                    <a:pt x="161" y="501"/>
                  </a:cubicBezTo>
                  <a:cubicBezTo>
                    <a:pt x="165" y="453"/>
                    <a:pt x="165" y="405"/>
                    <a:pt x="161" y="357"/>
                  </a:cubicBezTo>
                  <a:cubicBezTo>
                    <a:pt x="157" y="313"/>
                    <a:pt x="149" y="269"/>
                    <a:pt x="137" y="229"/>
                  </a:cubicBezTo>
                  <a:cubicBezTo>
                    <a:pt x="117" y="165"/>
                    <a:pt x="89" y="109"/>
                    <a:pt x="53" y="57"/>
                  </a:cubicBezTo>
                  <a:cubicBezTo>
                    <a:pt x="37" y="37"/>
                    <a:pt x="21" y="1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1595570" y="1849464"/>
              <a:ext cx="179813" cy="385582"/>
            </a:xfrm>
            <a:custGeom>
              <a:avLst/>
              <a:gdLst/>
              <a:ahLst/>
              <a:cxnLst/>
              <a:rect l="l" t="t" r="r" b="b"/>
              <a:pathLst>
                <a:path w="769" h="1649" extrusionOk="0">
                  <a:moveTo>
                    <a:pt x="1" y="1"/>
                  </a:moveTo>
                  <a:cubicBezTo>
                    <a:pt x="1" y="1"/>
                    <a:pt x="1" y="5"/>
                    <a:pt x="5" y="21"/>
                  </a:cubicBezTo>
                  <a:cubicBezTo>
                    <a:pt x="9" y="33"/>
                    <a:pt x="17" y="53"/>
                    <a:pt x="25" y="77"/>
                  </a:cubicBezTo>
                  <a:cubicBezTo>
                    <a:pt x="33" y="101"/>
                    <a:pt x="41" y="129"/>
                    <a:pt x="53" y="165"/>
                  </a:cubicBezTo>
                  <a:lnTo>
                    <a:pt x="85" y="277"/>
                  </a:lnTo>
                  <a:cubicBezTo>
                    <a:pt x="97" y="317"/>
                    <a:pt x="109" y="361"/>
                    <a:pt x="121" y="413"/>
                  </a:cubicBezTo>
                  <a:cubicBezTo>
                    <a:pt x="137" y="461"/>
                    <a:pt x="153" y="513"/>
                    <a:pt x="169" y="561"/>
                  </a:cubicBezTo>
                  <a:cubicBezTo>
                    <a:pt x="185" y="617"/>
                    <a:pt x="201" y="669"/>
                    <a:pt x="213" y="725"/>
                  </a:cubicBezTo>
                  <a:cubicBezTo>
                    <a:pt x="225" y="781"/>
                    <a:pt x="233" y="841"/>
                    <a:pt x="245" y="897"/>
                  </a:cubicBezTo>
                  <a:cubicBezTo>
                    <a:pt x="253" y="957"/>
                    <a:pt x="269" y="1013"/>
                    <a:pt x="285" y="1069"/>
                  </a:cubicBezTo>
                  <a:cubicBezTo>
                    <a:pt x="301" y="1125"/>
                    <a:pt x="321" y="1177"/>
                    <a:pt x="345" y="1233"/>
                  </a:cubicBezTo>
                  <a:cubicBezTo>
                    <a:pt x="385" y="1325"/>
                    <a:pt x="445" y="1413"/>
                    <a:pt x="517" y="1485"/>
                  </a:cubicBezTo>
                  <a:lnTo>
                    <a:pt x="565" y="1533"/>
                  </a:lnTo>
                  <a:cubicBezTo>
                    <a:pt x="577" y="1545"/>
                    <a:pt x="597" y="1557"/>
                    <a:pt x="609" y="1569"/>
                  </a:cubicBezTo>
                  <a:cubicBezTo>
                    <a:pt x="637" y="1585"/>
                    <a:pt x="661" y="1601"/>
                    <a:pt x="693" y="1617"/>
                  </a:cubicBezTo>
                  <a:cubicBezTo>
                    <a:pt x="709" y="1625"/>
                    <a:pt x="729" y="1633"/>
                    <a:pt x="745" y="1641"/>
                  </a:cubicBezTo>
                  <a:lnTo>
                    <a:pt x="765" y="1649"/>
                  </a:lnTo>
                  <a:lnTo>
                    <a:pt x="769" y="1641"/>
                  </a:lnTo>
                  <a:lnTo>
                    <a:pt x="753" y="1629"/>
                  </a:lnTo>
                  <a:cubicBezTo>
                    <a:pt x="737" y="1617"/>
                    <a:pt x="721" y="1605"/>
                    <a:pt x="705" y="1593"/>
                  </a:cubicBezTo>
                  <a:cubicBezTo>
                    <a:pt x="689" y="1577"/>
                    <a:pt x="661" y="1561"/>
                    <a:pt x="637" y="1533"/>
                  </a:cubicBezTo>
                  <a:cubicBezTo>
                    <a:pt x="613" y="1509"/>
                    <a:pt x="589" y="1481"/>
                    <a:pt x="561" y="1449"/>
                  </a:cubicBezTo>
                  <a:cubicBezTo>
                    <a:pt x="533" y="1413"/>
                    <a:pt x="509" y="1373"/>
                    <a:pt x="485" y="1337"/>
                  </a:cubicBezTo>
                  <a:cubicBezTo>
                    <a:pt x="461" y="1293"/>
                    <a:pt x="433" y="1253"/>
                    <a:pt x="409" y="1201"/>
                  </a:cubicBezTo>
                  <a:cubicBezTo>
                    <a:pt x="361" y="1101"/>
                    <a:pt x="317" y="997"/>
                    <a:pt x="281" y="889"/>
                  </a:cubicBezTo>
                  <a:cubicBezTo>
                    <a:pt x="241" y="781"/>
                    <a:pt x="217" y="669"/>
                    <a:pt x="205" y="557"/>
                  </a:cubicBezTo>
                  <a:cubicBezTo>
                    <a:pt x="197" y="497"/>
                    <a:pt x="193" y="449"/>
                    <a:pt x="181" y="397"/>
                  </a:cubicBezTo>
                  <a:cubicBezTo>
                    <a:pt x="169" y="353"/>
                    <a:pt x="157" y="305"/>
                    <a:pt x="141" y="261"/>
                  </a:cubicBezTo>
                  <a:cubicBezTo>
                    <a:pt x="117" y="193"/>
                    <a:pt x="89" y="129"/>
                    <a:pt x="53" y="65"/>
                  </a:cubicBezTo>
                  <a:cubicBezTo>
                    <a:pt x="37" y="41"/>
                    <a:pt x="21" y="21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1764862" y="1681106"/>
              <a:ext cx="44193" cy="123695"/>
            </a:xfrm>
            <a:custGeom>
              <a:avLst/>
              <a:gdLst/>
              <a:ahLst/>
              <a:cxnLst/>
              <a:rect l="l" t="t" r="r" b="b"/>
              <a:pathLst>
                <a:path w="189" h="529" extrusionOk="0">
                  <a:moveTo>
                    <a:pt x="5" y="1"/>
                  </a:moveTo>
                  <a:lnTo>
                    <a:pt x="1" y="9"/>
                  </a:lnTo>
                  <a:cubicBezTo>
                    <a:pt x="1" y="17"/>
                    <a:pt x="1" y="29"/>
                    <a:pt x="5" y="37"/>
                  </a:cubicBezTo>
                  <a:cubicBezTo>
                    <a:pt x="9" y="57"/>
                    <a:pt x="13" y="77"/>
                    <a:pt x="21" y="97"/>
                  </a:cubicBezTo>
                  <a:cubicBezTo>
                    <a:pt x="25" y="109"/>
                    <a:pt x="33" y="121"/>
                    <a:pt x="41" y="133"/>
                  </a:cubicBezTo>
                  <a:cubicBezTo>
                    <a:pt x="49" y="145"/>
                    <a:pt x="57" y="157"/>
                    <a:pt x="69" y="169"/>
                  </a:cubicBezTo>
                  <a:cubicBezTo>
                    <a:pt x="81" y="181"/>
                    <a:pt x="89" y="197"/>
                    <a:pt x="93" y="213"/>
                  </a:cubicBezTo>
                  <a:cubicBezTo>
                    <a:pt x="97" y="229"/>
                    <a:pt x="101" y="245"/>
                    <a:pt x="101" y="261"/>
                  </a:cubicBezTo>
                  <a:cubicBezTo>
                    <a:pt x="101" y="293"/>
                    <a:pt x="105" y="329"/>
                    <a:pt x="109" y="361"/>
                  </a:cubicBezTo>
                  <a:cubicBezTo>
                    <a:pt x="113" y="389"/>
                    <a:pt x="117" y="417"/>
                    <a:pt x="125" y="445"/>
                  </a:cubicBezTo>
                  <a:cubicBezTo>
                    <a:pt x="133" y="473"/>
                    <a:pt x="145" y="501"/>
                    <a:pt x="157" y="529"/>
                  </a:cubicBezTo>
                  <a:lnTo>
                    <a:pt x="165" y="529"/>
                  </a:lnTo>
                  <a:cubicBezTo>
                    <a:pt x="181" y="485"/>
                    <a:pt x="189" y="441"/>
                    <a:pt x="189" y="397"/>
                  </a:cubicBezTo>
                  <a:cubicBezTo>
                    <a:pt x="185" y="381"/>
                    <a:pt x="185" y="365"/>
                    <a:pt x="181" y="349"/>
                  </a:cubicBezTo>
                  <a:cubicBezTo>
                    <a:pt x="173" y="333"/>
                    <a:pt x="169" y="313"/>
                    <a:pt x="165" y="297"/>
                  </a:cubicBezTo>
                  <a:cubicBezTo>
                    <a:pt x="157" y="281"/>
                    <a:pt x="149" y="265"/>
                    <a:pt x="137" y="249"/>
                  </a:cubicBezTo>
                  <a:cubicBezTo>
                    <a:pt x="129" y="233"/>
                    <a:pt x="121" y="217"/>
                    <a:pt x="113" y="201"/>
                  </a:cubicBezTo>
                  <a:cubicBezTo>
                    <a:pt x="109" y="185"/>
                    <a:pt x="105" y="169"/>
                    <a:pt x="105" y="153"/>
                  </a:cubicBezTo>
                  <a:cubicBezTo>
                    <a:pt x="101" y="133"/>
                    <a:pt x="97" y="117"/>
                    <a:pt x="93" y="101"/>
                  </a:cubicBezTo>
                  <a:cubicBezTo>
                    <a:pt x="89" y="89"/>
                    <a:pt x="81" y="77"/>
                    <a:pt x="73" y="65"/>
                  </a:cubicBezTo>
                  <a:cubicBezTo>
                    <a:pt x="57" y="37"/>
                    <a:pt x="33" y="17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1752703" y="2316190"/>
              <a:ext cx="683010" cy="466018"/>
            </a:xfrm>
            <a:custGeom>
              <a:avLst/>
              <a:gdLst/>
              <a:ahLst/>
              <a:cxnLst/>
              <a:rect l="l" t="t" r="r" b="b"/>
              <a:pathLst>
                <a:path w="2921" h="1993" extrusionOk="0">
                  <a:moveTo>
                    <a:pt x="2397" y="1637"/>
                  </a:moveTo>
                  <a:cubicBezTo>
                    <a:pt x="2397" y="1637"/>
                    <a:pt x="2398" y="1637"/>
                    <a:pt x="2398" y="1637"/>
                  </a:cubicBezTo>
                  <a:cubicBezTo>
                    <a:pt x="2398" y="1637"/>
                    <a:pt x="2398" y="1637"/>
                    <a:pt x="2398" y="1637"/>
                  </a:cubicBezTo>
                  <a:lnTo>
                    <a:pt x="2398" y="1637"/>
                  </a:lnTo>
                  <a:cubicBezTo>
                    <a:pt x="2398" y="1638"/>
                    <a:pt x="2398" y="1639"/>
                    <a:pt x="2399" y="1640"/>
                  </a:cubicBezTo>
                  <a:lnTo>
                    <a:pt x="2399" y="1640"/>
                  </a:lnTo>
                  <a:lnTo>
                    <a:pt x="2397" y="1637"/>
                  </a:lnTo>
                  <a:close/>
                  <a:moveTo>
                    <a:pt x="2005" y="1825"/>
                  </a:moveTo>
                  <a:cubicBezTo>
                    <a:pt x="2005" y="1827"/>
                    <a:pt x="2004" y="1828"/>
                    <a:pt x="2003" y="1828"/>
                  </a:cubicBezTo>
                  <a:lnTo>
                    <a:pt x="2003" y="1828"/>
                  </a:lnTo>
                  <a:cubicBezTo>
                    <a:pt x="2004" y="1827"/>
                    <a:pt x="2005" y="1825"/>
                    <a:pt x="2005" y="1825"/>
                  </a:cubicBezTo>
                  <a:close/>
                  <a:moveTo>
                    <a:pt x="249" y="1"/>
                  </a:moveTo>
                  <a:cubicBezTo>
                    <a:pt x="205" y="1"/>
                    <a:pt x="165" y="9"/>
                    <a:pt x="129" y="21"/>
                  </a:cubicBezTo>
                  <a:cubicBezTo>
                    <a:pt x="109" y="29"/>
                    <a:pt x="89" y="37"/>
                    <a:pt x="73" y="49"/>
                  </a:cubicBezTo>
                  <a:cubicBezTo>
                    <a:pt x="53" y="57"/>
                    <a:pt x="37" y="69"/>
                    <a:pt x="21" y="81"/>
                  </a:cubicBezTo>
                  <a:lnTo>
                    <a:pt x="1" y="97"/>
                  </a:lnTo>
                  <a:lnTo>
                    <a:pt x="9" y="129"/>
                  </a:lnTo>
                  <a:cubicBezTo>
                    <a:pt x="25" y="169"/>
                    <a:pt x="41" y="205"/>
                    <a:pt x="57" y="241"/>
                  </a:cubicBezTo>
                  <a:cubicBezTo>
                    <a:pt x="73" y="281"/>
                    <a:pt x="93" y="317"/>
                    <a:pt x="113" y="353"/>
                  </a:cubicBezTo>
                  <a:cubicBezTo>
                    <a:pt x="133" y="389"/>
                    <a:pt x="157" y="421"/>
                    <a:pt x="181" y="457"/>
                  </a:cubicBezTo>
                  <a:cubicBezTo>
                    <a:pt x="193" y="473"/>
                    <a:pt x="205" y="485"/>
                    <a:pt x="221" y="505"/>
                  </a:cubicBezTo>
                  <a:lnTo>
                    <a:pt x="241" y="525"/>
                  </a:lnTo>
                  <a:cubicBezTo>
                    <a:pt x="249" y="533"/>
                    <a:pt x="261" y="541"/>
                    <a:pt x="269" y="549"/>
                  </a:cubicBezTo>
                  <a:cubicBezTo>
                    <a:pt x="289" y="565"/>
                    <a:pt x="309" y="577"/>
                    <a:pt x="329" y="589"/>
                  </a:cubicBezTo>
                  <a:cubicBezTo>
                    <a:pt x="345" y="601"/>
                    <a:pt x="365" y="609"/>
                    <a:pt x="385" y="617"/>
                  </a:cubicBezTo>
                  <a:cubicBezTo>
                    <a:pt x="421" y="637"/>
                    <a:pt x="461" y="649"/>
                    <a:pt x="501" y="661"/>
                  </a:cubicBezTo>
                  <a:cubicBezTo>
                    <a:pt x="541" y="673"/>
                    <a:pt x="581" y="685"/>
                    <a:pt x="621" y="693"/>
                  </a:cubicBezTo>
                  <a:lnTo>
                    <a:pt x="625" y="694"/>
                  </a:lnTo>
                  <a:lnTo>
                    <a:pt x="625" y="694"/>
                  </a:lnTo>
                  <a:cubicBezTo>
                    <a:pt x="606" y="711"/>
                    <a:pt x="588" y="730"/>
                    <a:pt x="569" y="749"/>
                  </a:cubicBezTo>
                  <a:cubicBezTo>
                    <a:pt x="545" y="773"/>
                    <a:pt x="525" y="797"/>
                    <a:pt x="509" y="825"/>
                  </a:cubicBezTo>
                  <a:cubicBezTo>
                    <a:pt x="497" y="841"/>
                    <a:pt x="489" y="853"/>
                    <a:pt x="481" y="869"/>
                  </a:cubicBezTo>
                  <a:cubicBezTo>
                    <a:pt x="477" y="877"/>
                    <a:pt x="473" y="885"/>
                    <a:pt x="469" y="893"/>
                  </a:cubicBezTo>
                  <a:lnTo>
                    <a:pt x="461" y="925"/>
                  </a:lnTo>
                  <a:cubicBezTo>
                    <a:pt x="457" y="941"/>
                    <a:pt x="457" y="961"/>
                    <a:pt x="457" y="977"/>
                  </a:cubicBezTo>
                  <a:cubicBezTo>
                    <a:pt x="457" y="993"/>
                    <a:pt x="457" y="1009"/>
                    <a:pt x="461" y="1025"/>
                  </a:cubicBezTo>
                  <a:cubicBezTo>
                    <a:pt x="461" y="1061"/>
                    <a:pt x="469" y="1093"/>
                    <a:pt x="477" y="1121"/>
                  </a:cubicBezTo>
                  <a:cubicBezTo>
                    <a:pt x="497" y="1185"/>
                    <a:pt x="517" y="1241"/>
                    <a:pt x="545" y="1301"/>
                  </a:cubicBezTo>
                  <a:lnTo>
                    <a:pt x="545" y="1305"/>
                  </a:lnTo>
                  <a:lnTo>
                    <a:pt x="549" y="1305"/>
                  </a:lnTo>
                  <a:cubicBezTo>
                    <a:pt x="581" y="1329"/>
                    <a:pt x="617" y="1353"/>
                    <a:pt x="657" y="1373"/>
                  </a:cubicBezTo>
                  <a:cubicBezTo>
                    <a:pt x="693" y="1389"/>
                    <a:pt x="733" y="1405"/>
                    <a:pt x="773" y="1417"/>
                  </a:cubicBezTo>
                  <a:cubicBezTo>
                    <a:pt x="813" y="1433"/>
                    <a:pt x="853" y="1441"/>
                    <a:pt x="897" y="1441"/>
                  </a:cubicBezTo>
                  <a:cubicBezTo>
                    <a:pt x="907" y="1443"/>
                    <a:pt x="918" y="1444"/>
                    <a:pt x="929" y="1444"/>
                  </a:cubicBezTo>
                  <a:cubicBezTo>
                    <a:pt x="940" y="1444"/>
                    <a:pt x="951" y="1443"/>
                    <a:pt x="961" y="1441"/>
                  </a:cubicBezTo>
                  <a:cubicBezTo>
                    <a:pt x="981" y="1441"/>
                    <a:pt x="1005" y="1433"/>
                    <a:pt x="1025" y="1429"/>
                  </a:cubicBezTo>
                  <a:cubicBezTo>
                    <a:pt x="1065" y="1417"/>
                    <a:pt x="1105" y="1397"/>
                    <a:pt x="1141" y="1373"/>
                  </a:cubicBezTo>
                  <a:cubicBezTo>
                    <a:pt x="1177" y="1349"/>
                    <a:pt x="1209" y="1325"/>
                    <a:pt x="1241" y="1297"/>
                  </a:cubicBezTo>
                  <a:cubicBezTo>
                    <a:pt x="1273" y="1273"/>
                    <a:pt x="1301" y="1249"/>
                    <a:pt x="1337" y="1225"/>
                  </a:cubicBezTo>
                  <a:cubicBezTo>
                    <a:pt x="1349" y="1217"/>
                    <a:pt x="1365" y="1209"/>
                    <a:pt x="1381" y="1205"/>
                  </a:cubicBezTo>
                  <a:cubicBezTo>
                    <a:pt x="1387" y="1203"/>
                    <a:pt x="1394" y="1200"/>
                    <a:pt x="1402" y="1199"/>
                  </a:cubicBezTo>
                  <a:lnTo>
                    <a:pt x="1402" y="1199"/>
                  </a:lnTo>
                  <a:cubicBezTo>
                    <a:pt x="1420" y="1221"/>
                    <a:pt x="1440" y="1244"/>
                    <a:pt x="1457" y="1265"/>
                  </a:cubicBezTo>
                  <a:cubicBezTo>
                    <a:pt x="1477" y="1293"/>
                    <a:pt x="1497" y="1321"/>
                    <a:pt x="1509" y="1353"/>
                  </a:cubicBezTo>
                  <a:cubicBezTo>
                    <a:pt x="1517" y="1365"/>
                    <a:pt x="1525" y="1381"/>
                    <a:pt x="1529" y="1393"/>
                  </a:cubicBezTo>
                  <a:cubicBezTo>
                    <a:pt x="1533" y="1409"/>
                    <a:pt x="1541" y="1429"/>
                    <a:pt x="1541" y="1445"/>
                  </a:cubicBezTo>
                  <a:lnTo>
                    <a:pt x="1569" y="1553"/>
                  </a:lnTo>
                  <a:cubicBezTo>
                    <a:pt x="1589" y="1629"/>
                    <a:pt x="1617" y="1701"/>
                    <a:pt x="1653" y="1773"/>
                  </a:cubicBezTo>
                  <a:cubicBezTo>
                    <a:pt x="1669" y="1809"/>
                    <a:pt x="1693" y="1845"/>
                    <a:pt x="1721" y="1877"/>
                  </a:cubicBezTo>
                  <a:cubicBezTo>
                    <a:pt x="1745" y="1909"/>
                    <a:pt x="1777" y="1937"/>
                    <a:pt x="1809" y="1965"/>
                  </a:cubicBezTo>
                  <a:lnTo>
                    <a:pt x="1817" y="1973"/>
                  </a:lnTo>
                  <a:lnTo>
                    <a:pt x="1833" y="1977"/>
                  </a:lnTo>
                  <a:cubicBezTo>
                    <a:pt x="1849" y="1981"/>
                    <a:pt x="1865" y="1985"/>
                    <a:pt x="1881" y="1989"/>
                  </a:cubicBezTo>
                  <a:cubicBezTo>
                    <a:pt x="1897" y="1989"/>
                    <a:pt x="1913" y="1993"/>
                    <a:pt x="1933" y="1993"/>
                  </a:cubicBezTo>
                  <a:cubicBezTo>
                    <a:pt x="1969" y="1993"/>
                    <a:pt x="2005" y="1989"/>
                    <a:pt x="2037" y="1977"/>
                  </a:cubicBezTo>
                  <a:cubicBezTo>
                    <a:pt x="2057" y="1969"/>
                    <a:pt x="2077" y="1957"/>
                    <a:pt x="2093" y="1941"/>
                  </a:cubicBezTo>
                  <a:cubicBezTo>
                    <a:pt x="2101" y="1933"/>
                    <a:pt x="2109" y="1925"/>
                    <a:pt x="2117" y="1917"/>
                  </a:cubicBezTo>
                  <a:lnTo>
                    <a:pt x="2125" y="1905"/>
                  </a:lnTo>
                  <a:lnTo>
                    <a:pt x="2129" y="1897"/>
                  </a:lnTo>
                  <a:lnTo>
                    <a:pt x="2133" y="1889"/>
                  </a:lnTo>
                  <a:lnTo>
                    <a:pt x="2141" y="1869"/>
                  </a:lnTo>
                  <a:lnTo>
                    <a:pt x="2149" y="1841"/>
                  </a:lnTo>
                  <a:cubicBezTo>
                    <a:pt x="2153" y="1825"/>
                    <a:pt x="2157" y="1809"/>
                    <a:pt x="2157" y="1789"/>
                  </a:cubicBezTo>
                  <a:cubicBezTo>
                    <a:pt x="2161" y="1733"/>
                    <a:pt x="2161" y="1677"/>
                    <a:pt x="2157" y="1621"/>
                  </a:cubicBezTo>
                  <a:cubicBezTo>
                    <a:pt x="2156" y="1607"/>
                    <a:pt x="2155" y="1593"/>
                    <a:pt x="2153" y="1580"/>
                  </a:cubicBezTo>
                  <a:lnTo>
                    <a:pt x="2153" y="1580"/>
                  </a:lnTo>
                  <a:cubicBezTo>
                    <a:pt x="2178" y="1593"/>
                    <a:pt x="2205" y="1608"/>
                    <a:pt x="2229" y="1625"/>
                  </a:cubicBezTo>
                  <a:cubicBezTo>
                    <a:pt x="2241" y="1633"/>
                    <a:pt x="2253" y="1645"/>
                    <a:pt x="2265" y="1653"/>
                  </a:cubicBezTo>
                  <a:cubicBezTo>
                    <a:pt x="2273" y="1665"/>
                    <a:pt x="2281" y="1673"/>
                    <a:pt x="2289" y="1685"/>
                  </a:cubicBezTo>
                  <a:lnTo>
                    <a:pt x="2289" y="1689"/>
                  </a:lnTo>
                  <a:lnTo>
                    <a:pt x="2297" y="1697"/>
                  </a:lnTo>
                  <a:lnTo>
                    <a:pt x="2305" y="1709"/>
                  </a:lnTo>
                  <a:lnTo>
                    <a:pt x="2309" y="1717"/>
                  </a:lnTo>
                  <a:lnTo>
                    <a:pt x="2317" y="1725"/>
                  </a:lnTo>
                  <a:cubicBezTo>
                    <a:pt x="2325" y="1733"/>
                    <a:pt x="2329" y="1737"/>
                    <a:pt x="2337" y="1741"/>
                  </a:cubicBezTo>
                  <a:cubicBezTo>
                    <a:pt x="2341" y="1749"/>
                    <a:pt x="2349" y="1753"/>
                    <a:pt x="2357" y="1757"/>
                  </a:cubicBezTo>
                  <a:lnTo>
                    <a:pt x="2369" y="1765"/>
                  </a:lnTo>
                  <a:cubicBezTo>
                    <a:pt x="2381" y="1769"/>
                    <a:pt x="2389" y="1773"/>
                    <a:pt x="2401" y="1777"/>
                  </a:cubicBezTo>
                  <a:cubicBezTo>
                    <a:pt x="2441" y="1789"/>
                    <a:pt x="2481" y="1801"/>
                    <a:pt x="2521" y="1809"/>
                  </a:cubicBezTo>
                  <a:cubicBezTo>
                    <a:pt x="2561" y="1813"/>
                    <a:pt x="2597" y="1821"/>
                    <a:pt x="2637" y="1825"/>
                  </a:cubicBezTo>
                  <a:cubicBezTo>
                    <a:pt x="2717" y="1829"/>
                    <a:pt x="2793" y="1837"/>
                    <a:pt x="2869" y="1837"/>
                  </a:cubicBezTo>
                  <a:lnTo>
                    <a:pt x="2921" y="1837"/>
                  </a:lnTo>
                  <a:lnTo>
                    <a:pt x="2901" y="1793"/>
                  </a:lnTo>
                  <a:cubicBezTo>
                    <a:pt x="2881" y="1749"/>
                    <a:pt x="2853" y="1705"/>
                    <a:pt x="2825" y="1665"/>
                  </a:cubicBezTo>
                  <a:cubicBezTo>
                    <a:pt x="2797" y="1625"/>
                    <a:pt x="2757" y="1589"/>
                    <a:pt x="2713" y="1565"/>
                  </a:cubicBezTo>
                  <a:lnTo>
                    <a:pt x="2709" y="1577"/>
                  </a:lnTo>
                  <a:cubicBezTo>
                    <a:pt x="2741" y="1609"/>
                    <a:pt x="2773" y="1645"/>
                    <a:pt x="2793" y="1685"/>
                  </a:cubicBezTo>
                  <a:cubicBezTo>
                    <a:pt x="2805" y="1712"/>
                    <a:pt x="2816" y="1740"/>
                    <a:pt x="2826" y="1767"/>
                  </a:cubicBezTo>
                  <a:lnTo>
                    <a:pt x="2826" y="1767"/>
                  </a:lnTo>
                  <a:cubicBezTo>
                    <a:pt x="2767" y="1759"/>
                    <a:pt x="2705" y="1749"/>
                    <a:pt x="2649" y="1737"/>
                  </a:cubicBezTo>
                  <a:cubicBezTo>
                    <a:pt x="2613" y="1729"/>
                    <a:pt x="2577" y="1721"/>
                    <a:pt x="2541" y="1713"/>
                  </a:cubicBezTo>
                  <a:cubicBezTo>
                    <a:pt x="2509" y="1701"/>
                    <a:pt x="2473" y="1689"/>
                    <a:pt x="2441" y="1677"/>
                  </a:cubicBezTo>
                  <a:cubicBezTo>
                    <a:pt x="2437" y="1673"/>
                    <a:pt x="2429" y="1669"/>
                    <a:pt x="2421" y="1665"/>
                  </a:cubicBezTo>
                  <a:cubicBezTo>
                    <a:pt x="2417" y="1661"/>
                    <a:pt x="2409" y="1653"/>
                    <a:pt x="2409" y="1653"/>
                  </a:cubicBezTo>
                  <a:lnTo>
                    <a:pt x="2405" y="1649"/>
                  </a:lnTo>
                  <a:lnTo>
                    <a:pt x="2401" y="1643"/>
                  </a:lnTo>
                  <a:lnTo>
                    <a:pt x="2401" y="1641"/>
                  </a:lnTo>
                  <a:lnTo>
                    <a:pt x="2397" y="1633"/>
                  </a:lnTo>
                  <a:cubicBezTo>
                    <a:pt x="2389" y="1609"/>
                    <a:pt x="2373" y="1589"/>
                    <a:pt x="2357" y="1569"/>
                  </a:cubicBezTo>
                  <a:cubicBezTo>
                    <a:pt x="2341" y="1553"/>
                    <a:pt x="2325" y="1537"/>
                    <a:pt x="2305" y="1525"/>
                  </a:cubicBezTo>
                  <a:cubicBezTo>
                    <a:pt x="2273" y="1497"/>
                    <a:pt x="2237" y="1477"/>
                    <a:pt x="2201" y="1457"/>
                  </a:cubicBezTo>
                  <a:cubicBezTo>
                    <a:pt x="2165" y="1437"/>
                    <a:pt x="2129" y="1421"/>
                    <a:pt x="2089" y="1405"/>
                  </a:cubicBezTo>
                  <a:lnTo>
                    <a:pt x="1981" y="1361"/>
                  </a:lnTo>
                  <a:lnTo>
                    <a:pt x="1997" y="1485"/>
                  </a:lnTo>
                  <a:cubicBezTo>
                    <a:pt x="2005" y="1533"/>
                    <a:pt x="2013" y="1585"/>
                    <a:pt x="2013" y="1633"/>
                  </a:cubicBezTo>
                  <a:cubicBezTo>
                    <a:pt x="2017" y="1681"/>
                    <a:pt x="2017" y="1729"/>
                    <a:pt x="2013" y="1777"/>
                  </a:cubicBezTo>
                  <a:cubicBezTo>
                    <a:pt x="2013" y="1785"/>
                    <a:pt x="2013" y="1797"/>
                    <a:pt x="2009" y="1805"/>
                  </a:cubicBezTo>
                  <a:cubicBezTo>
                    <a:pt x="2009" y="1809"/>
                    <a:pt x="2009" y="1809"/>
                    <a:pt x="2009" y="1813"/>
                  </a:cubicBezTo>
                  <a:lnTo>
                    <a:pt x="2001" y="1829"/>
                  </a:lnTo>
                  <a:cubicBezTo>
                    <a:pt x="1997" y="1833"/>
                    <a:pt x="1993" y="1837"/>
                    <a:pt x="1989" y="1837"/>
                  </a:cubicBezTo>
                  <a:cubicBezTo>
                    <a:pt x="1973" y="1845"/>
                    <a:pt x="1957" y="1845"/>
                    <a:pt x="1941" y="1845"/>
                  </a:cubicBezTo>
                  <a:lnTo>
                    <a:pt x="1913" y="1845"/>
                  </a:lnTo>
                  <a:cubicBezTo>
                    <a:pt x="1908" y="1845"/>
                    <a:pt x="1901" y="1843"/>
                    <a:pt x="1895" y="1842"/>
                  </a:cubicBezTo>
                  <a:lnTo>
                    <a:pt x="1895" y="1842"/>
                  </a:lnTo>
                  <a:cubicBezTo>
                    <a:pt x="1874" y="1827"/>
                    <a:pt x="1854" y="1810"/>
                    <a:pt x="1837" y="1789"/>
                  </a:cubicBezTo>
                  <a:cubicBezTo>
                    <a:pt x="1817" y="1765"/>
                    <a:pt x="1797" y="1737"/>
                    <a:pt x="1781" y="1709"/>
                  </a:cubicBezTo>
                  <a:cubicBezTo>
                    <a:pt x="1745" y="1649"/>
                    <a:pt x="1721" y="1585"/>
                    <a:pt x="1701" y="1517"/>
                  </a:cubicBezTo>
                  <a:lnTo>
                    <a:pt x="1669" y="1413"/>
                  </a:lnTo>
                  <a:cubicBezTo>
                    <a:pt x="1665" y="1393"/>
                    <a:pt x="1657" y="1373"/>
                    <a:pt x="1649" y="1357"/>
                  </a:cubicBezTo>
                  <a:cubicBezTo>
                    <a:pt x="1641" y="1337"/>
                    <a:pt x="1633" y="1317"/>
                    <a:pt x="1621" y="1297"/>
                  </a:cubicBezTo>
                  <a:cubicBezTo>
                    <a:pt x="1601" y="1265"/>
                    <a:pt x="1577" y="1233"/>
                    <a:pt x="1549" y="1201"/>
                  </a:cubicBezTo>
                  <a:cubicBezTo>
                    <a:pt x="1525" y="1173"/>
                    <a:pt x="1497" y="1145"/>
                    <a:pt x="1465" y="1121"/>
                  </a:cubicBezTo>
                  <a:lnTo>
                    <a:pt x="1453" y="1109"/>
                  </a:lnTo>
                  <a:lnTo>
                    <a:pt x="1437" y="1109"/>
                  </a:lnTo>
                  <a:cubicBezTo>
                    <a:pt x="1432" y="1108"/>
                    <a:pt x="1427" y="1108"/>
                    <a:pt x="1422" y="1108"/>
                  </a:cubicBezTo>
                  <a:cubicBezTo>
                    <a:pt x="1399" y="1108"/>
                    <a:pt x="1376" y="1115"/>
                    <a:pt x="1357" y="1125"/>
                  </a:cubicBezTo>
                  <a:cubicBezTo>
                    <a:pt x="1337" y="1133"/>
                    <a:pt x="1317" y="1145"/>
                    <a:pt x="1297" y="1161"/>
                  </a:cubicBezTo>
                  <a:cubicBezTo>
                    <a:pt x="1265" y="1189"/>
                    <a:pt x="1233" y="1217"/>
                    <a:pt x="1205" y="1245"/>
                  </a:cubicBezTo>
                  <a:cubicBezTo>
                    <a:pt x="1177" y="1273"/>
                    <a:pt x="1149" y="1301"/>
                    <a:pt x="1117" y="1325"/>
                  </a:cubicBezTo>
                  <a:cubicBezTo>
                    <a:pt x="1089" y="1349"/>
                    <a:pt x="1057" y="1369"/>
                    <a:pt x="1021" y="1381"/>
                  </a:cubicBezTo>
                  <a:cubicBezTo>
                    <a:pt x="1001" y="1389"/>
                    <a:pt x="985" y="1393"/>
                    <a:pt x="965" y="1397"/>
                  </a:cubicBezTo>
                  <a:cubicBezTo>
                    <a:pt x="945" y="1401"/>
                    <a:pt x="929" y="1401"/>
                    <a:pt x="909" y="1401"/>
                  </a:cubicBezTo>
                  <a:cubicBezTo>
                    <a:pt x="869" y="1401"/>
                    <a:pt x="833" y="1393"/>
                    <a:pt x="793" y="1381"/>
                  </a:cubicBezTo>
                  <a:cubicBezTo>
                    <a:pt x="757" y="1373"/>
                    <a:pt x="721" y="1357"/>
                    <a:pt x="685" y="1337"/>
                  </a:cubicBezTo>
                  <a:cubicBezTo>
                    <a:pt x="655" y="1322"/>
                    <a:pt x="625" y="1300"/>
                    <a:pt x="595" y="1278"/>
                  </a:cubicBezTo>
                  <a:lnTo>
                    <a:pt x="595" y="1278"/>
                  </a:lnTo>
                  <a:cubicBezTo>
                    <a:pt x="572" y="1223"/>
                    <a:pt x="556" y="1168"/>
                    <a:pt x="545" y="1109"/>
                  </a:cubicBezTo>
                  <a:cubicBezTo>
                    <a:pt x="541" y="1081"/>
                    <a:pt x="537" y="1053"/>
                    <a:pt x="537" y="1025"/>
                  </a:cubicBezTo>
                  <a:cubicBezTo>
                    <a:pt x="537" y="1009"/>
                    <a:pt x="537" y="997"/>
                    <a:pt x="537" y="981"/>
                  </a:cubicBezTo>
                  <a:cubicBezTo>
                    <a:pt x="541" y="969"/>
                    <a:pt x="541" y="957"/>
                    <a:pt x="545" y="945"/>
                  </a:cubicBezTo>
                  <a:cubicBezTo>
                    <a:pt x="549" y="941"/>
                    <a:pt x="549" y="937"/>
                    <a:pt x="549" y="933"/>
                  </a:cubicBezTo>
                  <a:cubicBezTo>
                    <a:pt x="553" y="929"/>
                    <a:pt x="557" y="917"/>
                    <a:pt x="561" y="913"/>
                  </a:cubicBezTo>
                  <a:cubicBezTo>
                    <a:pt x="565" y="909"/>
                    <a:pt x="577" y="893"/>
                    <a:pt x="585" y="881"/>
                  </a:cubicBezTo>
                  <a:cubicBezTo>
                    <a:pt x="605" y="861"/>
                    <a:pt x="625" y="841"/>
                    <a:pt x="645" y="821"/>
                  </a:cubicBezTo>
                  <a:cubicBezTo>
                    <a:pt x="669" y="805"/>
                    <a:pt x="689" y="785"/>
                    <a:pt x="713" y="769"/>
                  </a:cubicBezTo>
                  <a:cubicBezTo>
                    <a:pt x="737" y="753"/>
                    <a:pt x="761" y="737"/>
                    <a:pt x="785" y="725"/>
                  </a:cubicBezTo>
                  <a:lnTo>
                    <a:pt x="877" y="673"/>
                  </a:lnTo>
                  <a:lnTo>
                    <a:pt x="785" y="625"/>
                  </a:lnTo>
                  <a:cubicBezTo>
                    <a:pt x="761" y="613"/>
                    <a:pt x="741" y="605"/>
                    <a:pt x="717" y="597"/>
                  </a:cubicBezTo>
                  <a:lnTo>
                    <a:pt x="657" y="581"/>
                  </a:lnTo>
                  <a:cubicBezTo>
                    <a:pt x="621" y="573"/>
                    <a:pt x="581" y="561"/>
                    <a:pt x="545" y="549"/>
                  </a:cubicBezTo>
                  <a:cubicBezTo>
                    <a:pt x="509" y="541"/>
                    <a:pt x="477" y="529"/>
                    <a:pt x="441" y="513"/>
                  </a:cubicBezTo>
                  <a:cubicBezTo>
                    <a:pt x="425" y="509"/>
                    <a:pt x="409" y="501"/>
                    <a:pt x="393" y="489"/>
                  </a:cubicBezTo>
                  <a:cubicBezTo>
                    <a:pt x="377" y="485"/>
                    <a:pt x="361" y="473"/>
                    <a:pt x="349" y="465"/>
                  </a:cubicBezTo>
                  <a:lnTo>
                    <a:pt x="329" y="449"/>
                  </a:lnTo>
                  <a:lnTo>
                    <a:pt x="309" y="429"/>
                  </a:lnTo>
                  <a:cubicBezTo>
                    <a:pt x="301" y="421"/>
                    <a:pt x="285" y="405"/>
                    <a:pt x="273" y="393"/>
                  </a:cubicBezTo>
                  <a:cubicBezTo>
                    <a:pt x="249" y="361"/>
                    <a:pt x="229" y="333"/>
                    <a:pt x="209" y="301"/>
                  </a:cubicBezTo>
                  <a:cubicBezTo>
                    <a:pt x="170" y="245"/>
                    <a:pt x="135" y="187"/>
                    <a:pt x="106" y="128"/>
                  </a:cubicBezTo>
                  <a:lnTo>
                    <a:pt x="106" y="128"/>
                  </a:lnTo>
                  <a:cubicBezTo>
                    <a:pt x="111" y="123"/>
                    <a:pt x="116" y="118"/>
                    <a:pt x="121" y="113"/>
                  </a:cubicBezTo>
                  <a:cubicBezTo>
                    <a:pt x="133" y="105"/>
                    <a:pt x="149" y="97"/>
                    <a:pt x="165" y="89"/>
                  </a:cubicBezTo>
                  <a:cubicBezTo>
                    <a:pt x="169" y="85"/>
                    <a:pt x="177" y="81"/>
                    <a:pt x="185" y="77"/>
                  </a:cubicBezTo>
                  <a:cubicBezTo>
                    <a:pt x="193" y="77"/>
                    <a:pt x="201" y="69"/>
                    <a:pt x="209" y="69"/>
                  </a:cubicBezTo>
                  <a:cubicBezTo>
                    <a:pt x="225" y="65"/>
                    <a:pt x="241" y="61"/>
                    <a:pt x="261" y="57"/>
                  </a:cubicBezTo>
                  <a:cubicBezTo>
                    <a:pt x="282" y="53"/>
                    <a:pt x="305" y="51"/>
                    <a:pt x="328" y="51"/>
                  </a:cubicBezTo>
                  <a:cubicBezTo>
                    <a:pt x="377" y="51"/>
                    <a:pt x="426" y="59"/>
                    <a:pt x="473" y="73"/>
                  </a:cubicBezTo>
                  <a:lnTo>
                    <a:pt x="473" y="57"/>
                  </a:lnTo>
                  <a:cubicBezTo>
                    <a:pt x="437" y="37"/>
                    <a:pt x="401" y="25"/>
                    <a:pt x="365" y="13"/>
                  </a:cubicBezTo>
                  <a:cubicBezTo>
                    <a:pt x="325" y="5"/>
                    <a:pt x="285" y="1"/>
                    <a:pt x="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2341019" y="1674793"/>
              <a:ext cx="223773" cy="422760"/>
            </a:xfrm>
            <a:custGeom>
              <a:avLst/>
              <a:gdLst/>
              <a:ahLst/>
              <a:cxnLst/>
              <a:rect l="l" t="t" r="r" b="b"/>
              <a:pathLst>
                <a:path w="957" h="1808" extrusionOk="0">
                  <a:moveTo>
                    <a:pt x="857" y="1"/>
                  </a:moveTo>
                  <a:cubicBezTo>
                    <a:pt x="846" y="1"/>
                    <a:pt x="835" y="3"/>
                    <a:pt x="825" y="8"/>
                  </a:cubicBezTo>
                  <a:cubicBezTo>
                    <a:pt x="805" y="16"/>
                    <a:pt x="789" y="28"/>
                    <a:pt x="773" y="44"/>
                  </a:cubicBezTo>
                  <a:cubicBezTo>
                    <a:pt x="669" y="124"/>
                    <a:pt x="605" y="248"/>
                    <a:pt x="613" y="384"/>
                  </a:cubicBezTo>
                  <a:cubicBezTo>
                    <a:pt x="609" y="400"/>
                    <a:pt x="609" y="412"/>
                    <a:pt x="609" y="428"/>
                  </a:cubicBezTo>
                  <a:cubicBezTo>
                    <a:pt x="589" y="672"/>
                    <a:pt x="441" y="884"/>
                    <a:pt x="297" y="1088"/>
                  </a:cubicBezTo>
                  <a:lnTo>
                    <a:pt x="261" y="1148"/>
                  </a:lnTo>
                  <a:cubicBezTo>
                    <a:pt x="149" y="1308"/>
                    <a:pt x="41" y="1492"/>
                    <a:pt x="1" y="1684"/>
                  </a:cubicBezTo>
                  <a:cubicBezTo>
                    <a:pt x="5" y="1692"/>
                    <a:pt x="9" y="1696"/>
                    <a:pt x="9" y="1704"/>
                  </a:cubicBezTo>
                  <a:cubicBezTo>
                    <a:pt x="25" y="1740"/>
                    <a:pt x="41" y="1776"/>
                    <a:pt x="61" y="1808"/>
                  </a:cubicBezTo>
                  <a:cubicBezTo>
                    <a:pt x="65" y="1584"/>
                    <a:pt x="189" y="1372"/>
                    <a:pt x="317" y="1184"/>
                  </a:cubicBezTo>
                  <a:lnTo>
                    <a:pt x="357" y="1128"/>
                  </a:lnTo>
                  <a:cubicBezTo>
                    <a:pt x="505" y="916"/>
                    <a:pt x="657" y="696"/>
                    <a:pt x="677" y="432"/>
                  </a:cubicBezTo>
                  <a:cubicBezTo>
                    <a:pt x="681" y="416"/>
                    <a:pt x="681" y="400"/>
                    <a:pt x="681" y="384"/>
                  </a:cubicBezTo>
                  <a:cubicBezTo>
                    <a:pt x="681" y="368"/>
                    <a:pt x="685" y="352"/>
                    <a:pt x="685" y="332"/>
                  </a:cubicBezTo>
                  <a:cubicBezTo>
                    <a:pt x="753" y="320"/>
                    <a:pt x="817" y="292"/>
                    <a:pt x="873" y="248"/>
                  </a:cubicBezTo>
                  <a:cubicBezTo>
                    <a:pt x="921" y="216"/>
                    <a:pt x="949" y="168"/>
                    <a:pt x="957" y="112"/>
                  </a:cubicBezTo>
                  <a:cubicBezTo>
                    <a:pt x="957" y="76"/>
                    <a:pt x="937" y="40"/>
                    <a:pt x="909" y="20"/>
                  </a:cubicBezTo>
                  <a:cubicBezTo>
                    <a:pt x="894" y="7"/>
                    <a:pt x="876" y="1"/>
                    <a:pt x="8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2399008" y="1896230"/>
              <a:ext cx="236867" cy="304210"/>
            </a:xfrm>
            <a:custGeom>
              <a:avLst/>
              <a:gdLst/>
              <a:ahLst/>
              <a:cxnLst/>
              <a:rect l="l" t="t" r="r" b="b"/>
              <a:pathLst>
                <a:path w="1013" h="1301" extrusionOk="0">
                  <a:moveTo>
                    <a:pt x="901" y="0"/>
                  </a:moveTo>
                  <a:cubicBezTo>
                    <a:pt x="861" y="0"/>
                    <a:pt x="823" y="19"/>
                    <a:pt x="797" y="53"/>
                  </a:cubicBezTo>
                  <a:cubicBezTo>
                    <a:pt x="773" y="101"/>
                    <a:pt x="765" y="153"/>
                    <a:pt x="769" y="205"/>
                  </a:cubicBezTo>
                  <a:lnTo>
                    <a:pt x="769" y="237"/>
                  </a:lnTo>
                  <a:cubicBezTo>
                    <a:pt x="641" y="277"/>
                    <a:pt x="517" y="341"/>
                    <a:pt x="409" y="425"/>
                  </a:cubicBezTo>
                  <a:cubicBezTo>
                    <a:pt x="293" y="525"/>
                    <a:pt x="213" y="669"/>
                    <a:pt x="193" y="825"/>
                  </a:cubicBezTo>
                  <a:cubicBezTo>
                    <a:pt x="189" y="845"/>
                    <a:pt x="185" y="861"/>
                    <a:pt x="185" y="881"/>
                  </a:cubicBezTo>
                  <a:cubicBezTo>
                    <a:pt x="181" y="913"/>
                    <a:pt x="177" y="945"/>
                    <a:pt x="173" y="973"/>
                  </a:cubicBezTo>
                  <a:cubicBezTo>
                    <a:pt x="141" y="1077"/>
                    <a:pt x="81" y="1169"/>
                    <a:pt x="1" y="1237"/>
                  </a:cubicBezTo>
                  <a:cubicBezTo>
                    <a:pt x="9" y="1257"/>
                    <a:pt x="21" y="1281"/>
                    <a:pt x="29" y="1301"/>
                  </a:cubicBezTo>
                  <a:cubicBezTo>
                    <a:pt x="117" y="1221"/>
                    <a:pt x="209" y="1117"/>
                    <a:pt x="241" y="989"/>
                  </a:cubicBezTo>
                  <a:cubicBezTo>
                    <a:pt x="245" y="957"/>
                    <a:pt x="253" y="921"/>
                    <a:pt x="253" y="889"/>
                  </a:cubicBezTo>
                  <a:cubicBezTo>
                    <a:pt x="257" y="869"/>
                    <a:pt x="257" y="849"/>
                    <a:pt x="261" y="833"/>
                  </a:cubicBezTo>
                  <a:cubicBezTo>
                    <a:pt x="281" y="693"/>
                    <a:pt x="349" y="569"/>
                    <a:pt x="457" y="477"/>
                  </a:cubicBezTo>
                  <a:cubicBezTo>
                    <a:pt x="561" y="385"/>
                    <a:pt x="701" y="337"/>
                    <a:pt x="841" y="285"/>
                  </a:cubicBezTo>
                  <a:cubicBezTo>
                    <a:pt x="893" y="269"/>
                    <a:pt x="941" y="241"/>
                    <a:pt x="981" y="197"/>
                  </a:cubicBezTo>
                  <a:cubicBezTo>
                    <a:pt x="1005" y="169"/>
                    <a:pt x="1013" y="129"/>
                    <a:pt x="1009" y="89"/>
                  </a:cubicBezTo>
                  <a:cubicBezTo>
                    <a:pt x="1005" y="61"/>
                    <a:pt x="989" y="33"/>
                    <a:pt x="965" y="17"/>
                  </a:cubicBezTo>
                  <a:cubicBezTo>
                    <a:pt x="944" y="5"/>
                    <a:pt x="922" y="0"/>
                    <a:pt x="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2421456" y="2014081"/>
              <a:ext cx="298598" cy="288309"/>
            </a:xfrm>
            <a:custGeom>
              <a:avLst/>
              <a:gdLst/>
              <a:ahLst/>
              <a:cxnLst/>
              <a:rect l="l" t="t" r="r" b="b"/>
              <a:pathLst>
                <a:path w="1277" h="1233" extrusionOk="0">
                  <a:moveTo>
                    <a:pt x="1165" y="1"/>
                  </a:moveTo>
                  <a:cubicBezTo>
                    <a:pt x="1105" y="9"/>
                    <a:pt x="1053" y="53"/>
                    <a:pt x="1037" y="117"/>
                  </a:cubicBezTo>
                  <a:cubicBezTo>
                    <a:pt x="1029" y="149"/>
                    <a:pt x="1021" y="185"/>
                    <a:pt x="1021" y="217"/>
                  </a:cubicBezTo>
                  <a:cubicBezTo>
                    <a:pt x="1021" y="221"/>
                    <a:pt x="1021" y="229"/>
                    <a:pt x="1021" y="233"/>
                  </a:cubicBezTo>
                  <a:cubicBezTo>
                    <a:pt x="1021" y="241"/>
                    <a:pt x="1021" y="249"/>
                    <a:pt x="1021" y="261"/>
                  </a:cubicBezTo>
                  <a:cubicBezTo>
                    <a:pt x="997" y="445"/>
                    <a:pt x="845" y="589"/>
                    <a:pt x="721" y="681"/>
                  </a:cubicBezTo>
                  <a:cubicBezTo>
                    <a:pt x="665" y="721"/>
                    <a:pt x="605" y="757"/>
                    <a:pt x="545" y="793"/>
                  </a:cubicBezTo>
                  <a:cubicBezTo>
                    <a:pt x="441" y="849"/>
                    <a:pt x="345" y="917"/>
                    <a:pt x="253" y="997"/>
                  </a:cubicBezTo>
                  <a:lnTo>
                    <a:pt x="221" y="1029"/>
                  </a:lnTo>
                  <a:cubicBezTo>
                    <a:pt x="157" y="1085"/>
                    <a:pt x="93" y="1149"/>
                    <a:pt x="21" y="1161"/>
                  </a:cubicBezTo>
                  <a:lnTo>
                    <a:pt x="13" y="1197"/>
                  </a:lnTo>
                  <a:cubicBezTo>
                    <a:pt x="9" y="1209"/>
                    <a:pt x="5" y="1221"/>
                    <a:pt x="1" y="1233"/>
                  </a:cubicBezTo>
                  <a:cubicBezTo>
                    <a:pt x="105" y="1229"/>
                    <a:pt x="193" y="1149"/>
                    <a:pt x="269" y="1077"/>
                  </a:cubicBezTo>
                  <a:cubicBezTo>
                    <a:pt x="281" y="1065"/>
                    <a:pt x="289" y="1057"/>
                    <a:pt x="301" y="1045"/>
                  </a:cubicBezTo>
                  <a:cubicBezTo>
                    <a:pt x="389" y="973"/>
                    <a:pt x="481" y="909"/>
                    <a:pt x="581" y="849"/>
                  </a:cubicBezTo>
                  <a:cubicBezTo>
                    <a:pt x="641" y="813"/>
                    <a:pt x="701" y="777"/>
                    <a:pt x="761" y="737"/>
                  </a:cubicBezTo>
                  <a:cubicBezTo>
                    <a:pt x="897" y="641"/>
                    <a:pt x="1065" y="481"/>
                    <a:pt x="1089" y="269"/>
                  </a:cubicBezTo>
                  <a:cubicBezTo>
                    <a:pt x="1089" y="261"/>
                    <a:pt x="1089" y="253"/>
                    <a:pt x="1089" y="245"/>
                  </a:cubicBezTo>
                  <a:cubicBezTo>
                    <a:pt x="1113" y="229"/>
                    <a:pt x="1141" y="213"/>
                    <a:pt x="1165" y="205"/>
                  </a:cubicBezTo>
                  <a:cubicBezTo>
                    <a:pt x="1201" y="193"/>
                    <a:pt x="1229" y="177"/>
                    <a:pt x="1253" y="153"/>
                  </a:cubicBezTo>
                  <a:cubicBezTo>
                    <a:pt x="1277" y="129"/>
                    <a:pt x="1277" y="89"/>
                    <a:pt x="1261" y="61"/>
                  </a:cubicBezTo>
                  <a:cubicBezTo>
                    <a:pt x="1241" y="25"/>
                    <a:pt x="1205" y="1"/>
                    <a:pt x="1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2479446" y="2136608"/>
              <a:ext cx="337881" cy="252768"/>
            </a:xfrm>
            <a:custGeom>
              <a:avLst/>
              <a:gdLst/>
              <a:ahLst/>
              <a:cxnLst/>
              <a:rect l="l" t="t" r="r" b="b"/>
              <a:pathLst>
                <a:path w="1445" h="1081" extrusionOk="0">
                  <a:moveTo>
                    <a:pt x="1292" y="0"/>
                  </a:moveTo>
                  <a:cubicBezTo>
                    <a:pt x="1237" y="0"/>
                    <a:pt x="1186" y="24"/>
                    <a:pt x="1149" y="61"/>
                  </a:cubicBezTo>
                  <a:cubicBezTo>
                    <a:pt x="1113" y="101"/>
                    <a:pt x="1081" y="145"/>
                    <a:pt x="1057" y="193"/>
                  </a:cubicBezTo>
                  <a:cubicBezTo>
                    <a:pt x="1041" y="225"/>
                    <a:pt x="1025" y="253"/>
                    <a:pt x="1005" y="277"/>
                  </a:cubicBezTo>
                  <a:cubicBezTo>
                    <a:pt x="973" y="317"/>
                    <a:pt x="941" y="349"/>
                    <a:pt x="901" y="381"/>
                  </a:cubicBezTo>
                  <a:lnTo>
                    <a:pt x="737" y="525"/>
                  </a:lnTo>
                  <a:cubicBezTo>
                    <a:pt x="637" y="613"/>
                    <a:pt x="533" y="705"/>
                    <a:pt x="425" y="789"/>
                  </a:cubicBezTo>
                  <a:lnTo>
                    <a:pt x="361" y="841"/>
                  </a:lnTo>
                  <a:cubicBezTo>
                    <a:pt x="313" y="877"/>
                    <a:pt x="261" y="913"/>
                    <a:pt x="213" y="949"/>
                  </a:cubicBezTo>
                  <a:cubicBezTo>
                    <a:pt x="197" y="957"/>
                    <a:pt x="185" y="969"/>
                    <a:pt x="173" y="977"/>
                  </a:cubicBezTo>
                  <a:lnTo>
                    <a:pt x="149" y="989"/>
                  </a:lnTo>
                  <a:lnTo>
                    <a:pt x="101" y="1021"/>
                  </a:lnTo>
                  <a:cubicBezTo>
                    <a:pt x="69" y="1041"/>
                    <a:pt x="33" y="1057"/>
                    <a:pt x="1" y="1077"/>
                  </a:cubicBezTo>
                  <a:cubicBezTo>
                    <a:pt x="7" y="1075"/>
                    <a:pt x="13" y="1074"/>
                    <a:pt x="19" y="1074"/>
                  </a:cubicBezTo>
                  <a:cubicBezTo>
                    <a:pt x="25" y="1074"/>
                    <a:pt x="31" y="1075"/>
                    <a:pt x="37" y="1077"/>
                  </a:cubicBezTo>
                  <a:cubicBezTo>
                    <a:pt x="46" y="1076"/>
                    <a:pt x="56" y="1075"/>
                    <a:pt x="65" y="1075"/>
                  </a:cubicBezTo>
                  <a:cubicBezTo>
                    <a:pt x="88" y="1075"/>
                    <a:pt x="111" y="1078"/>
                    <a:pt x="137" y="1081"/>
                  </a:cubicBezTo>
                  <a:cubicBezTo>
                    <a:pt x="165" y="1065"/>
                    <a:pt x="193" y="1045"/>
                    <a:pt x="225" y="1029"/>
                  </a:cubicBezTo>
                  <a:cubicBezTo>
                    <a:pt x="253" y="1009"/>
                    <a:pt x="281" y="989"/>
                    <a:pt x="309" y="969"/>
                  </a:cubicBezTo>
                  <a:cubicBezTo>
                    <a:pt x="337" y="949"/>
                    <a:pt x="369" y="929"/>
                    <a:pt x="393" y="909"/>
                  </a:cubicBezTo>
                  <a:cubicBezTo>
                    <a:pt x="417" y="889"/>
                    <a:pt x="445" y="873"/>
                    <a:pt x="469" y="853"/>
                  </a:cubicBezTo>
                  <a:cubicBezTo>
                    <a:pt x="469" y="849"/>
                    <a:pt x="473" y="845"/>
                    <a:pt x="477" y="845"/>
                  </a:cubicBezTo>
                  <a:cubicBezTo>
                    <a:pt x="505" y="825"/>
                    <a:pt x="529" y="801"/>
                    <a:pt x="553" y="781"/>
                  </a:cubicBezTo>
                  <a:cubicBezTo>
                    <a:pt x="633" y="717"/>
                    <a:pt x="709" y="649"/>
                    <a:pt x="785" y="581"/>
                  </a:cubicBezTo>
                  <a:lnTo>
                    <a:pt x="949" y="437"/>
                  </a:lnTo>
                  <a:cubicBezTo>
                    <a:pt x="993" y="401"/>
                    <a:pt x="1029" y="365"/>
                    <a:pt x="1065" y="321"/>
                  </a:cubicBezTo>
                  <a:cubicBezTo>
                    <a:pt x="1081" y="293"/>
                    <a:pt x="1101" y="265"/>
                    <a:pt x="1117" y="233"/>
                  </a:cubicBezTo>
                  <a:cubicBezTo>
                    <a:pt x="1141" y="237"/>
                    <a:pt x="1165" y="241"/>
                    <a:pt x="1185" y="245"/>
                  </a:cubicBezTo>
                  <a:cubicBezTo>
                    <a:pt x="1221" y="257"/>
                    <a:pt x="1257" y="261"/>
                    <a:pt x="1293" y="261"/>
                  </a:cubicBezTo>
                  <a:cubicBezTo>
                    <a:pt x="1345" y="245"/>
                    <a:pt x="1389" y="221"/>
                    <a:pt x="1425" y="181"/>
                  </a:cubicBezTo>
                  <a:cubicBezTo>
                    <a:pt x="1437" y="161"/>
                    <a:pt x="1445" y="137"/>
                    <a:pt x="1437" y="117"/>
                  </a:cubicBezTo>
                  <a:cubicBezTo>
                    <a:pt x="1421" y="53"/>
                    <a:pt x="1369" y="5"/>
                    <a:pt x="1305" y="1"/>
                  </a:cubicBezTo>
                  <a:cubicBezTo>
                    <a:pt x="1301" y="0"/>
                    <a:pt x="1296" y="0"/>
                    <a:pt x="1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2291447" y="1771832"/>
              <a:ext cx="76929" cy="233126"/>
            </a:xfrm>
            <a:custGeom>
              <a:avLst/>
              <a:gdLst/>
              <a:ahLst/>
              <a:cxnLst/>
              <a:rect l="l" t="t" r="r" b="b"/>
              <a:pathLst>
                <a:path w="329" h="997" extrusionOk="0">
                  <a:moveTo>
                    <a:pt x="89" y="1"/>
                  </a:moveTo>
                  <a:cubicBezTo>
                    <a:pt x="77" y="1"/>
                    <a:pt x="65" y="2"/>
                    <a:pt x="53" y="5"/>
                  </a:cubicBezTo>
                  <a:lnTo>
                    <a:pt x="41" y="9"/>
                  </a:lnTo>
                  <a:cubicBezTo>
                    <a:pt x="17" y="33"/>
                    <a:pt x="1" y="61"/>
                    <a:pt x="5" y="93"/>
                  </a:cubicBezTo>
                  <a:cubicBezTo>
                    <a:pt x="9" y="145"/>
                    <a:pt x="33" y="189"/>
                    <a:pt x="77" y="217"/>
                  </a:cubicBezTo>
                  <a:cubicBezTo>
                    <a:pt x="101" y="233"/>
                    <a:pt x="129" y="249"/>
                    <a:pt x="157" y="261"/>
                  </a:cubicBezTo>
                  <a:cubicBezTo>
                    <a:pt x="181" y="269"/>
                    <a:pt x="209" y="285"/>
                    <a:pt x="233" y="301"/>
                  </a:cubicBezTo>
                  <a:lnTo>
                    <a:pt x="237" y="293"/>
                  </a:lnTo>
                  <a:lnTo>
                    <a:pt x="237" y="293"/>
                  </a:lnTo>
                  <a:cubicBezTo>
                    <a:pt x="257" y="405"/>
                    <a:pt x="249" y="521"/>
                    <a:pt x="217" y="633"/>
                  </a:cubicBezTo>
                  <a:cubicBezTo>
                    <a:pt x="189" y="737"/>
                    <a:pt x="145" y="841"/>
                    <a:pt x="85" y="933"/>
                  </a:cubicBezTo>
                  <a:cubicBezTo>
                    <a:pt x="97" y="953"/>
                    <a:pt x="113" y="977"/>
                    <a:pt x="125" y="997"/>
                  </a:cubicBezTo>
                  <a:cubicBezTo>
                    <a:pt x="197" y="893"/>
                    <a:pt x="249" y="773"/>
                    <a:pt x="285" y="653"/>
                  </a:cubicBezTo>
                  <a:cubicBezTo>
                    <a:pt x="329" y="497"/>
                    <a:pt x="329" y="329"/>
                    <a:pt x="277" y="177"/>
                  </a:cubicBezTo>
                  <a:cubicBezTo>
                    <a:pt x="265" y="129"/>
                    <a:pt x="237" y="85"/>
                    <a:pt x="205" y="49"/>
                  </a:cubicBezTo>
                  <a:cubicBezTo>
                    <a:pt x="173" y="17"/>
                    <a:pt x="132" y="1"/>
                    <a:pt x="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2241875" y="1710101"/>
              <a:ext cx="42323" cy="212549"/>
            </a:xfrm>
            <a:custGeom>
              <a:avLst/>
              <a:gdLst/>
              <a:ahLst/>
              <a:cxnLst/>
              <a:rect l="l" t="t" r="r" b="b"/>
              <a:pathLst>
                <a:path w="181" h="909" extrusionOk="0">
                  <a:moveTo>
                    <a:pt x="73" y="1"/>
                  </a:moveTo>
                  <a:cubicBezTo>
                    <a:pt x="45" y="1"/>
                    <a:pt x="13" y="21"/>
                    <a:pt x="5" y="73"/>
                  </a:cubicBezTo>
                  <a:cubicBezTo>
                    <a:pt x="1" y="129"/>
                    <a:pt x="5" y="185"/>
                    <a:pt x="13" y="237"/>
                  </a:cubicBezTo>
                  <a:cubicBezTo>
                    <a:pt x="17" y="257"/>
                    <a:pt x="21" y="277"/>
                    <a:pt x="21" y="297"/>
                  </a:cubicBezTo>
                  <a:cubicBezTo>
                    <a:pt x="29" y="401"/>
                    <a:pt x="49" y="501"/>
                    <a:pt x="73" y="601"/>
                  </a:cubicBezTo>
                  <a:cubicBezTo>
                    <a:pt x="69" y="621"/>
                    <a:pt x="69" y="645"/>
                    <a:pt x="77" y="665"/>
                  </a:cubicBezTo>
                  <a:cubicBezTo>
                    <a:pt x="81" y="673"/>
                    <a:pt x="85" y="681"/>
                    <a:pt x="85" y="693"/>
                  </a:cubicBezTo>
                  <a:cubicBezTo>
                    <a:pt x="85" y="705"/>
                    <a:pt x="77" y="721"/>
                    <a:pt x="69" y="733"/>
                  </a:cubicBezTo>
                  <a:cubicBezTo>
                    <a:pt x="61" y="745"/>
                    <a:pt x="57" y="757"/>
                    <a:pt x="53" y="769"/>
                  </a:cubicBezTo>
                  <a:cubicBezTo>
                    <a:pt x="45" y="785"/>
                    <a:pt x="41" y="805"/>
                    <a:pt x="37" y="821"/>
                  </a:cubicBezTo>
                  <a:lnTo>
                    <a:pt x="37" y="833"/>
                  </a:lnTo>
                  <a:cubicBezTo>
                    <a:pt x="37" y="837"/>
                    <a:pt x="37" y="837"/>
                    <a:pt x="37" y="841"/>
                  </a:cubicBezTo>
                  <a:cubicBezTo>
                    <a:pt x="41" y="841"/>
                    <a:pt x="45" y="845"/>
                    <a:pt x="45" y="849"/>
                  </a:cubicBezTo>
                  <a:lnTo>
                    <a:pt x="89" y="909"/>
                  </a:lnTo>
                  <a:cubicBezTo>
                    <a:pt x="97" y="889"/>
                    <a:pt x="105" y="869"/>
                    <a:pt x="109" y="845"/>
                  </a:cubicBezTo>
                  <a:lnTo>
                    <a:pt x="109" y="833"/>
                  </a:lnTo>
                  <a:cubicBezTo>
                    <a:pt x="113" y="817"/>
                    <a:pt x="113" y="805"/>
                    <a:pt x="121" y="793"/>
                  </a:cubicBezTo>
                  <a:cubicBezTo>
                    <a:pt x="125" y="781"/>
                    <a:pt x="129" y="773"/>
                    <a:pt x="133" y="765"/>
                  </a:cubicBezTo>
                  <a:cubicBezTo>
                    <a:pt x="149" y="741"/>
                    <a:pt x="157" y="717"/>
                    <a:pt x="157" y="689"/>
                  </a:cubicBezTo>
                  <a:cubicBezTo>
                    <a:pt x="157" y="673"/>
                    <a:pt x="153" y="653"/>
                    <a:pt x="149" y="641"/>
                  </a:cubicBezTo>
                  <a:cubicBezTo>
                    <a:pt x="141" y="625"/>
                    <a:pt x="141" y="621"/>
                    <a:pt x="137" y="617"/>
                  </a:cubicBezTo>
                  <a:lnTo>
                    <a:pt x="145" y="605"/>
                  </a:lnTo>
                  <a:lnTo>
                    <a:pt x="141" y="593"/>
                  </a:lnTo>
                  <a:cubicBezTo>
                    <a:pt x="117" y="493"/>
                    <a:pt x="97" y="393"/>
                    <a:pt x="89" y="293"/>
                  </a:cubicBezTo>
                  <a:cubicBezTo>
                    <a:pt x="89" y="281"/>
                    <a:pt x="89" y="273"/>
                    <a:pt x="89" y="265"/>
                  </a:cubicBezTo>
                  <a:cubicBezTo>
                    <a:pt x="145" y="241"/>
                    <a:pt x="181" y="181"/>
                    <a:pt x="181" y="121"/>
                  </a:cubicBezTo>
                  <a:cubicBezTo>
                    <a:pt x="177" y="61"/>
                    <a:pt x="133" y="13"/>
                    <a:pt x="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5" name="Google Shape;1065;p20"/>
          <p:cNvSpPr txBox="1">
            <a:spLocks noGrp="1"/>
          </p:cNvSpPr>
          <p:nvPr>
            <p:ph type="body" idx="1"/>
          </p:nvPr>
        </p:nvSpPr>
        <p:spPr>
          <a:xfrm>
            <a:off x="4156175" y="1407750"/>
            <a:ext cx="4267800" cy="27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800"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1066" name="Google Shape;1066;p20"/>
          <p:cNvSpPr txBox="1">
            <a:spLocks noGrp="1"/>
          </p:cNvSpPr>
          <p:nvPr>
            <p:ph type="title"/>
          </p:nvPr>
        </p:nvSpPr>
        <p:spPr>
          <a:xfrm>
            <a:off x="720000" y="1874550"/>
            <a:ext cx="2827500" cy="18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CUSTOM_15_1">
    <p:spTree>
      <p:nvGrpSpPr>
        <p:cNvPr id="1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9" name="Google Shape;2289;p44"/>
          <p:cNvGrpSpPr/>
          <p:nvPr/>
        </p:nvGrpSpPr>
        <p:grpSpPr>
          <a:xfrm flipH="1">
            <a:off x="-385121" y="1100562"/>
            <a:ext cx="2117939" cy="2237364"/>
            <a:chOff x="1668906" y="1908100"/>
            <a:chExt cx="1782927" cy="1883462"/>
          </a:xfrm>
        </p:grpSpPr>
        <p:sp>
          <p:nvSpPr>
            <p:cNvPr id="2290" name="Google Shape;2290;p44"/>
            <p:cNvSpPr/>
            <p:nvPr/>
          </p:nvSpPr>
          <p:spPr>
            <a:xfrm>
              <a:off x="1668906" y="2722495"/>
              <a:ext cx="900425" cy="895187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4" y="2872"/>
                  </a:moveTo>
                  <a:cubicBezTo>
                    <a:pt x="124" y="2872"/>
                    <a:pt x="126" y="2874"/>
                    <a:pt x="128" y="2878"/>
                  </a:cubicBezTo>
                  <a:cubicBezTo>
                    <a:pt x="124" y="2874"/>
                    <a:pt x="123" y="2872"/>
                    <a:pt x="124" y="2872"/>
                  </a:cubicBezTo>
                  <a:close/>
                  <a:moveTo>
                    <a:pt x="1555" y="0"/>
                  </a:moveTo>
                  <a:cubicBezTo>
                    <a:pt x="1524" y="0"/>
                    <a:pt x="1492" y="1"/>
                    <a:pt x="1460" y="2"/>
                  </a:cubicBezTo>
                  <a:cubicBezTo>
                    <a:pt x="1340" y="10"/>
                    <a:pt x="1220" y="42"/>
                    <a:pt x="1112" y="102"/>
                  </a:cubicBezTo>
                  <a:cubicBezTo>
                    <a:pt x="1048" y="134"/>
                    <a:pt x="996" y="178"/>
                    <a:pt x="948" y="234"/>
                  </a:cubicBezTo>
                  <a:cubicBezTo>
                    <a:pt x="936" y="246"/>
                    <a:pt x="932" y="258"/>
                    <a:pt x="920" y="274"/>
                  </a:cubicBezTo>
                  <a:lnTo>
                    <a:pt x="904" y="294"/>
                  </a:lnTo>
                  <a:lnTo>
                    <a:pt x="892" y="318"/>
                  </a:lnTo>
                  <a:lnTo>
                    <a:pt x="840" y="406"/>
                  </a:lnTo>
                  <a:cubicBezTo>
                    <a:pt x="772" y="534"/>
                    <a:pt x="720" y="666"/>
                    <a:pt x="676" y="802"/>
                  </a:cubicBezTo>
                  <a:cubicBezTo>
                    <a:pt x="632" y="938"/>
                    <a:pt x="600" y="1090"/>
                    <a:pt x="564" y="1238"/>
                  </a:cubicBezTo>
                  <a:cubicBezTo>
                    <a:pt x="532" y="1390"/>
                    <a:pt x="500" y="1542"/>
                    <a:pt x="464" y="1698"/>
                  </a:cubicBezTo>
                  <a:cubicBezTo>
                    <a:pt x="448" y="1774"/>
                    <a:pt x="428" y="1850"/>
                    <a:pt x="404" y="1926"/>
                  </a:cubicBezTo>
                  <a:cubicBezTo>
                    <a:pt x="392" y="1966"/>
                    <a:pt x="380" y="2006"/>
                    <a:pt x="368" y="2046"/>
                  </a:cubicBezTo>
                  <a:cubicBezTo>
                    <a:pt x="356" y="2082"/>
                    <a:pt x="344" y="2118"/>
                    <a:pt x="328" y="2158"/>
                  </a:cubicBezTo>
                  <a:cubicBezTo>
                    <a:pt x="272" y="2314"/>
                    <a:pt x="204" y="2466"/>
                    <a:pt x="128" y="2614"/>
                  </a:cubicBezTo>
                  <a:lnTo>
                    <a:pt x="64" y="2726"/>
                  </a:lnTo>
                  <a:cubicBezTo>
                    <a:pt x="52" y="2746"/>
                    <a:pt x="44" y="2766"/>
                    <a:pt x="32" y="2786"/>
                  </a:cubicBezTo>
                  <a:cubicBezTo>
                    <a:pt x="16" y="2810"/>
                    <a:pt x="8" y="2838"/>
                    <a:pt x="4" y="2866"/>
                  </a:cubicBezTo>
                  <a:cubicBezTo>
                    <a:pt x="0" y="2890"/>
                    <a:pt x="4" y="2918"/>
                    <a:pt x="16" y="2938"/>
                  </a:cubicBezTo>
                  <a:cubicBezTo>
                    <a:pt x="28" y="2958"/>
                    <a:pt x="48" y="2974"/>
                    <a:pt x="68" y="2982"/>
                  </a:cubicBezTo>
                  <a:cubicBezTo>
                    <a:pt x="92" y="2994"/>
                    <a:pt x="116" y="3002"/>
                    <a:pt x="140" y="3010"/>
                  </a:cubicBezTo>
                  <a:cubicBezTo>
                    <a:pt x="172" y="3022"/>
                    <a:pt x="200" y="3042"/>
                    <a:pt x="228" y="3066"/>
                  </a:cubicBezTo>
                  <a:cubicBezTo>
                    <a:pt x="352" y="3186"/>
                    <a:pt x="468" y="3314"/>
                    <a:pt x="580" y="3450"/>
                  </a:cubicBezTo>
                  <a:cubicBezTo>
                    <a:pt x="696" y="3586"/>
                    <a:pt x="824" y="3714"/>
                    <a:pt x="960" y="3830"/>
                  </a:cubicBezTo>
                  <a:cubicBezTo>
                    <a:pt x="1032" y="3898"/>
                    <a:pt x="1124" y="3938"/>
                    <a:pt x="1220" y="3950"/>
                  </a:cubicBezTo>
                  <a:cubicBezTo>
                    <a:pt x="1235" y="3950"/>
                    <a:pt x="1249" y="3949"/>
                    <a:pt x="1264" y="3949"/>
                  </a:cubicBezTo>
                  <a:cubicBezTo>
                    <a:pt x="1335" y="3949"/>
                    <a:pt x="1408" y="3957"/>
                    <a:pt x="1480" y="3970"/>
                  </a:cubicBezTo>
                  <a:cubicBezTo>
                    <a:pt x="1652" y="4006"/>
                    <a:pt x="1820" y="4058"/>
                    <a:pt x="1985" y="4115"/>
                  </a:cubicBezTo>
                  <a:lnTo>
                    <a:pt x="2477" y="4287"/>
                  </a:lnTo>
                  <a:cubicBezTo>
                    <a:pt x="2637" y="4347"/>
                    <a:pt x="2805" y="4395"/>
                    <a:pt x="2973" y="4431"/>
                  </a:cubicBezTo>
                  <a:cubicBezTo>
                    <a:pt x="3027" y="4438"/>
                    <a:pt x="3083" y="4443"/>
                    <a:pt x="3138" y="4443"/>
                  </a:cubicBezTo>
                  <a:cubicBezTo>
                    <a:pt x="3169" y="4443"/>
                    <a:pt x="3199" y="4441"/>
                    <a:pt x="3229" y="4439"/>
                  </a:cubicBezTo>
                  <a:cubicBezTo>
                    <a:pt x="3317" y="4431"/>
                    <a:pt x="3401" y="4403"/>
                    <a:pt x="3481" y="4359"/>
                  </a:cubicBezTo>
                  <a:cubicBezTo>
                    <a:pt x="3617" y="4267"/>
                    <a:pt x="3733" y="4147"/>
                    <a:pt x="3821" y="4002"/>
                  </a:cubicBezTo>
                  <a:cubicBezTo>
                    <a:pt x="3865" y="3938"/>
                    <a:pt x="3901" y="3874"/>
                    <a:pt x="3941" y="3806"/>
                  </a:cubicBezTo>
                  <a:cubicBezTo>
                    <a:pt x="3977" y="3742"/>
                    <a:pt x="4009" y="3674"/>
                    <a:pt x="4041" y="3606"/>
                  </a:cubicBezTo>
                  <a:cubicBezTo>
                    <a:pt x="4097" y="3474"/>
                    <a:pt x="4145" y="3342"/>
                    <a:pt x="4189" y="3214"/>
                  </a:cubicBezTo>
                  <a:cubicBezTo>
                    <a:pt x="4265" y="2982"/>
                    <a:pt x="4329" y="2742"/>
                    <a:pt x="4377" y="2502"/>
                  </a:cubicBezTo>
                  <a:cubicBezTo>
                    <a:pt x="4417" y="2318"/>
                    <a:pt x="4445" y="2130"/>
                    <a:pt x="4461" y="1942"/>
                  </a:cubicBezTo>
                  <a:cubicBezTo>
                    <a:pt x="4469" y="1822"/>
                    <a:pt x="4465" y="1698"/>
                    <a:pt x="4445" y="1578"/>
                  </a:cubicBezTo>
                  <a:cubicBezTo>
                    <a:pt x="4437" y="1546"/>
                    <a:pt x="4429" y="1514"/>
                    <a:pt x="4413" y="1486"/>
                  </a:cubicBezTo>
                  <a:cubicBezTo>
                    <a:pt x="4405" y="1466"/>
                    <a:pt x="4397" y="1454"/>
                    <a:pt x="4397" y="1454"/>
                  </a:cubicBezTo>
                  <a:lnTo>
                    <a:pt x="4385" y="1466"/>
                  </a:lnTo>
                  <a:lnTo>
                    <a:pt x="4397" y="1494"/>
                  </a:lnTo>
                  <a:cubicBezTo>
                    <a:pt x="4409" y="1526"/>
                    <a:pt x="4413" y="1554"/>
                    <a:pt x="4417" y="1586"/>
                  </a:cubicBezTo>
                  <a:cubicBezTo>
                    <a:pt x="4425" y="1706"/>
                    <a:pt x="4421" y="1826"/>
                    <a:pt x="4401" y="1942"/>
                  </a:cubicBezTo>
                  <a:cubicBezTo>
                    <a:pt x="4373" y="2126"/>
                    <a:pt x="4337" y="2306"/>
                    <a:pt x="4289" y="2486"/>
                  </a:cubicBezTo>
                  <a:cubicBezTo>
                    <a:pt x="4233" y="2694"/>
                    <a:pt x="4165" y="2930"/>
                    <a:pt x="4077" y="3178"/>
                  </a:cubicBezTo>
                  <a:cubicBezTo>
                    <a:pt x="4033" y="3302"/>
                    <a:pt x="3981" y="3430"/>
                    <a:pt x="3925" y="3558"/>
                  </a:cubicBezTo>
                  <a:cubicBezTo>
                    <a:pt x="3893" y="3622"/>
                    <a:pt x="3865" y="3690"/>
                    <a:pt x="3829" y="3750"/>
                  </a:cubicBezTo>
                  <a:cubicBezTo>
                    <a:pt x="3793" y="3814"/>
                    <a:pt x="3753" y="3882"/>
                    <a:pt x="3713" y="3942"/>
                  </a:cubicBezTo>
                  <a:cubicBezTo>
                    <a:pt x="3641" y="4071"/>
                    <a:pt x="3541" y="4187"/>
                    <a:pt x="3421" y="4275"/>
                  </a:cubicBezTo>
                  <a:cubicBezTo>
                    <a:pt x="3329" y="4339"/>
                    <a:pt x="3213" y="4366"/>
                    <a:pt x="3092" y="4366"/>
                  </a:cubicBezTo>
                  <a:cubicBezTo>
                    <a:pt x="3055" y="4366"/>
                    <a:pt x="3018" y="4363"/>
                    <a:pt x="2981" y="4359"/>
                  </a:cubicBezTo>
                  <a:cubicBezTo>
                    <a:pt x="2813" y="4335"/>
                    <a:pt x="2653" y="4299"/>
                    <a:pt x="2493" y="4243"/>
                  </a:cubicBezTo>
                  <a:cubicBezTo>
                    <a:pt x="2329" y="4195"/>
                    <a:pt x="2165" y="4139"/>
                    <a:pt x="1997" y="4079"/>
                  </a:cubicBezTo>
                  <a:cubicBezTo>
                    <a:pt x="1832" y="4018"/>
                    <a:pt x="1660" y="3966"/>
                    <a:pt x="1488" y="3922"/>
                  </a:cubicBezTo>
                  <a:cubicBezTo>
                    <a:pt x="1400" y="3902"/>
                    <a:pt x="1312" y="3890"/>
                    <a:pt x="1220" y="3890"/>
                  </a:cubicBezTo>
                  <a:cubicBezTo>
                    <a:pt x="1144" y="3886"/>
                    <a:pt x="1072" y="3830"/>
                    <a:pt x="1008" y="3778"/>
                  </a:cubicBezTo>
                  <a:cubicBezTo>
                    <a:pt x="880" y="3658"/>
                    <a:pt x="764" y="3526"/>
                    <a:pt x="656" y="3386"/>
                  </a:cubicBezTo>
                  <a:cubicBezTo>
                    <a:pt x="548" y="3246"/>
                    <a:pt x="432" y="3110"/>
                    <a:pt x="308" y="2982"/>
                  </a:cubicBezTo>
                  <a:cubicBezTo>
                    <a:pt x="272" y="2942"/>
                    <a:pt x="228" y="2914"/>
                    <a:pt x="176" y="2894"/>
                  </a:cubicBezTo>
                  <a:cubicBezTo>
                    <a:pt x="162" y="2891"/>
                    <a:pt x="148" y="2884"/>
                    <a:pt x="134" y="2880"/>
                  </a:cubicBezTo>
                  <a:lnTo>
                    <a:pt x="134" y="2880"/>
                  </a:lnTo>
                  <a:cubicBezTo>
                    <a:pt x="138" y="2869"/>
                    <a:pt x="142" y="2856"/>
                    <a:pt x="148" y="2846"/>
                  </a:cubicBezTo>
                  <a:cubicBezTo>
                    <a:pt x="156" y="2830"/>
                    <a:pt x="168" y="2810"/>
                    <a:pt x="180" y="2794"/>
                  </a:cubicBezTo>
                  <a:lnTo>
                    <a:pt x="244" y="2682"/>
                  </a:lnTo>
                  <a:cubicBezTo>
                    <a:pt x="332" y="2530"/>
                    <a:pt x="404" y="2374"/>
                    <a:pt x="464" y="2210"/>
                  </a:cubicBezTo>
                  <a:cubicBezTo>
                    <a:pt x="480" y="2174"/>
                    <a:pt x="496" y="2130"/>
                    <a:pt x="508" y="2090"/>
                  </a:cubicBezTo>
                  <a:cubicBezTo>
                    <a:pt x="520" y="2050"/>
                    <a:pt x="536" y="2014"/>
                    <a:pt x="544" y="1974"/>
                  </a:cubicBezTo>
                  <a:cubicBezTo>
                    <a:pt x="568" y="1890"/>
                    <a:pt x="592" y="1814"/>
                    <a:pt x="612" y="1734"/>
                  </a:cubicBezTo>
                  <a:cubicBezTo>
                    <a:pt x="648" y="1574"/>
                    <a:pt x="680" y="1418"/>
                    <a:pt x="708" y="1270"/>
                  </a:cubicBezTo>
                  <a:cubicBezTo>
                    <a:pt x="764" y="970"/>
                    <a:pt x="832" y="698"/>
                    <a:pt x="948" y="462"/>
                  </a:cubicBezTo>
                  <a:lnTo>
                    <a:pt x="992" y="378"/>
                  </a:lnTo>
                  <a:lnTo>
                    <a:pt x="1004" y="358"/>
                  </a:lnTo>
                  <a:lnTo>
                    <a:pt x="1016" y="342"/>
                  </a:lnTo>
                  <a:cubicBezTo>
                    <a:pt x="1024" y="326"/>
                    <a:pt x="1032" y="314"/>
                    <a:pt x="1044" y="302"/>
                  </a:cubicBezTo>
                  <a:cubicBezTo>
                    <a:pt x="1076" y="258"/>
                    <a:pt x="1120" y="222"/>
                    <a:pt x="1164" y="194"/>
                  </a:cubicBezTo>
                  <a:cubicBezTo>
                    <a:pt x="1260" y="142"/>
                    <a:pt x="1364" y="110"/>
                    <a:pt x="1472" y="94"/>
                  </a:cubicBezTo>
                  <a:cubicBezTo>
                    <a:pt x="1543" y="88"/>
                    <a:pt x="1614" y="85"/>
                    <a:pt x="1685" y="85"/>
                  </a:cubicBezTo>
                  <a:cubicBezTo>
                    <a:pt x="1798" y="85"/>
                    <a:pt x="1911" y="93"/>
                    <a:pt x="2025" y="110"/>
                  </a:cubicBezTo>
                  <a:cubicBezTo>
                    <a:pt x="2141" y="126"/>
                    <a:pt x="2257" y="150"/>
                    <a:pt x="2373" y="178"/>
                  </a:cubicBezTo>
                  <a:cubicBezTo>
                    <a:pt x="2453" y="198"/>
                    <a:pt x="2497" y="210"/>
                    <a:pt x="2497" y="210"/>
                  </a:cubicBezTo>
                  <a:lnTo>
                    <a:pt x="2501" y="198"/>
                  </a:lnTo>
                  <a:cubicBezTo>
                    <a:pt x="2501" y="198"/>
                    <a:pt x="2461" y="182"/>
                    <a:pt x="2381" y="154"/>
                  </a:cubicBezTo>
                  <a:cubicBezTo>
                    <a:pt x="2265" y="114"/>
                    <a:pt x="2149" y="82"/>
                    <a:pt x="2029" y="54"/>
                  </a:cubicBezTo>
                  <a:cubicBezTo>
                    <a:pt x="1875" y="18"/>
                    <a:pt x="1715" y="0"/>
                    <a:pt x="1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44"/>
            <p:cNvSpPr/>
            <p:nvPr/>
          </p:nvSpPr>
          <p:spPr>
            <a:xfrm>
              <a:off x="2438575" y="2888114"/>
              <a:ext cx="690883" cy="903448"/>
            </a:xfrm>
            <a:custGeom>
              <a:avLst/>
              <a:gdLst/>
              <a:ahLst/>
              <a:cxnLst/>
              <a:rect l="l" t="t" r="r" b="b"/>
              <a:pathLst>
                <a:path w="3429" h="4484" extrusionOk="0">
                  <a:moveTo>
                    <a:pt x="1694" y="0"/>
                  </a:moveTo>
                  <a:cubicBezTo>
                    <a:pt x="1662" y="0"/>
                    <a:pt x="1630" y="5"/>
                    <a:pt x="1601" y="16"/>
                  </a:cubicBezTo>
                  <a:cubicBezTo>
                    <a:pt x="1561" y="32"/>
                    <a:pt x="1525" y="48"/>
                    <a:pt x="1489" y="68"/>
                  </a:cubicBezTo>
                  <a:cubicBezTo>
                    <a:pt x="1433" y="96"/>
                    <a:pt x="1405" y="116"/>
                    <a:pt x="1405" y="116"/>
                  </a:cubicBezTo>
                  <a:lnTo>
                    <a:pt x="1413" y="128"/>
                  </a:lnTo>
                  <a:cubicBezTo>
                    <a:pt x="1413" y="128"/>
                    <a:pt x="1445" y="112"/>
                    <a:pt x="1501" y="88"/>
                  </a:cubicBezTo>
                  <a:cubicBezTo>
                    <a:pt x="1537" y="72"/>
                    <a:pt x="1573" y="60"/>
                    <a:pt x="1609" y="52"/>
                  </a:cubicBezTo>
                  <a:cubicBezTo>
                    <a:pt x="1628" y="48"/>
                    <a:pt x="1647" y="45"/>
                    <a:pt x="1667" y="45"/>
                  </a:cubicBezTo>
                  <a:cubicBezTo>
                    <a:pt x="1696" y="45"/>
                    <a:pt x="1726" y="51"/>
                    <a:pt x="1753" y="60"/>
                  </a:cubicBezTo>
                  <a:cubicBezTo>
                    <a:pt x="1853" y="100"/>
                    <a:pt x="1961" y="204"/>
                    <a:pt x="2105" y="292"/>
                  </a:cubicBezTo>
                  <a:cubicBezTo>
                    <a:pt x="2173" y="336"/>
                    <a:pt x="2233" y="392"/>
                    <a:pt x="2281" y="460"/>
                  </a:cubicBezTo>
                  <a:cubicBezTo>
                    <a:pt x="2337" y="536"/>
                    <a:pt x="2385" y="616"/>
                    <a:pt x="2429" y="700"/>
                  </a:cubicBezTo>
                  <a:cubicBezTo>
                    <a:pt x="2521" y="904"/>
                    <a:pt x="2625" y="1100"/>
                    <a:pt x="2741" y="1288"/>
                  </a:cubicBezTo>
                  <a:lnTo>
                    <a:pt x="2789" y="1364"/>
                  </a:lnTo>
                  <a:cubicBezTo>
                    <a:pt x="2809" y="1388"/>
                    <a:pt x="2829" y="1412"/>
                    <a:pt x="2849" y="1436"/>
                  </a:cubicBezTo>
                  <a:cubicBezTo>
                    <a:pt x="2869" y="1460"/>
                    <a:pt x="2889" y="1484"/>
                    <a:pt x="2913" y="1508"/>
                  </a:cubicBezTo>
                  <a:cubicBezTo>
                    <a:pt x="2933" y="1532"/>
                    <a:pt x="2957" y="1556"/>
                    <a:pt x="2981" y="1576"/>
                  </a:cubicBezTo>
                  <a:cubicBezTo>
                    <a:pt x="3005" y="1596"/>
                    <a:pt x="3029" y="1620"/>
                    <a:pt x="3049" y="1640"/>
                  </a:cubicBezTo>
                  <a:cubicBezTo>
                    <a:pt x="3069" y="1656"/>
                    <a:pt x="3093" y="1672"/>
                    <a:pt x="3109" y="1696"/>
                  </a:cubicBezTo>
                  <a:cubicBezTo>
                    <a:pt x="3125" y="1720"/>
                    <a:pt x="3141" y="1740"/>
                    <a:pt x="3161" y="1764"/>
                  </a:cubicBezTo>
                  <a:cubicBezTo>
                    <a:pt x="3173" y="1788"/>
                    <a:pt x="3189" y="1812"/>
                    <a:pt x="3201" y="1840"/>
                  </a:cubicBezTo>
                  <a:cubicBezTo>
                    <a:pt x="3249" y="1948"/>
                    <a:pt x="3277" y="2068"/>
                    <a:pt x="3285" y="2188"/>
                  </a:cubicBezTo>
                  <a:cubicBezTo>
                    <a:pt x="3293" y="2316"/>
                    <a:pt x="3285" y="2444"/>
                    <a:pt x="3269" y="2568"/>
                  </a:cubicBezTo>
                  <a:cubicBezTo>
                    <a:pt x="3245" y="2700"/>
                    <a:pt x="3213" y="2828"/>
                    <a:pt x="3169" y="2948"/>
                  </a:cubicBezTo>
                  <a:cubicBezTo>
                    <a:pt x="3145" y="3012"/>
                    <a:pt x="3117" y="3072"/>
                    <a:pt x="3089" y="3128"/>
                  </a:cubicBezTo>
                  <a:cubicBezTo>
                    <a:pt x="3069" y="3156"/>
                    <a:pt x="3057" y="3184"/>
                    <a:pt x="3041" y="3212"/>
                  </a:cubicBezTo>
                  <a:lnTo>
                    <a:pt x="2981" y="3297"/>
                  </a:lnTo>
                  <a:cubicBezTo>
                    <a:pt x="2897" y="3405"/>
                    <a:pt x="2821" y="3521"/>
                    <a:pt x="2753" y="3641"/>
                  </a:cubicBezTo>
                  <a:cubicBezTo>
                    <a:pt x="2689" y="3757"/>
                    <a:pt x="2625" y="3881"/>
                    <a:pt x="2565" y="4001"/>
                  </a:cubicBezTo>
                  <a:cubicBezTo>
                    <a:pt x="2505" y="4121"/>
                    <a:pt x="2453" y="4245"/>
                    <a:pt x="2405" y="4369"/>
                  </a:cubicBezTo>
                  <a:lnTo>
                    <a:pt x="2405" y="4381"/>
                  </a:lnTo>
                  <a:lnTo>
                    <a:pt x="2405" y="4385"/>
                  </a:lnTo>
                  <a:lnTo>
                    <a:pt x="2405" y="4389"/>
                  </a:lnTo>
                  <a:lnTo>
                    <a:pt x="2405" y="4397"/>
                  </a:lnTo>
                  <a:cubicBezTo>
                    <a:pt x="2401" y="4405"/>
                    <a:pt x="2401" y="4413"/>
                    <a:pt x="2401" y="4417"/>
                  </a:cubicBezTo>
                  <a:cubicBezTo>
                    <a:pt x="2397" y="4433"/>
                    <a:pt x="2389" y="4433"/>
                    <a:pt x="2389" y="4433"/>
                  </a:cubicBezTo>
                  <a:cubicBezTo>
                    <a:pt x="2365" y="4433"/>
                    <a:pt x="2341" y="4421"/>
                    <a:pt x="2321" y="4405"/>
                  </a:cubicBezTo>
                  <a:cubicBezTo>
                    <a:pt x="2269" y="4373"/>
                    <a:pt x="2217" y="4333"/>
                    <a:pt x="2173" y="4293"/>
                  </a:cubicBezTo>
                  <a:cubicBezTo>
                    <a:pt x="2149" y="4273"/>
                    <a:pt x="2125" y="4249"/>
                    <a:pt x="2097" y="4229"/>
                  </a:cubicBezTo>
                  <a:cubicBezTo>
                    <a:pt x="2073" y="4209"/>
                    <a:pt x="2045" y="4189"/>
                    <a:pt x="2017" y="4173"/>
                  </a:cubicBezTo>
                  <a:cubicBezTo>
                    <a:pt x="1961" y="4141"/>
                    <a:pt x="1901" y="4113"/>
                    <a:pt x="1841" y="4089"/>
                  </a:cubicBezTo>
                  <a:cubicBezTo>
                    <a:pt x="1725" y="4049"/>
                    <a:pt x="1605" y="4017"/>
                    <a:pt x="1485" y="3997"/>
                  </a:cubicBezTo>
                  <a:cubicBezTo>
                    <a:pt x="1249" y="3953"/>
                    <a:pt x="1033" y="3933"/>
                    <a:pt x="833" y="3897"/>
                  </a:cubicBezTo>
                  <a:cubicBezTo>
                    <a:pt x="741" y="3885"/>
                    <a:pt x="649" y="3861"/>
                    <a:pt x="557" y="3833"/>
                  </a:cubicBezTo>
                  <a:cubicBezTo>
                    <a:pt x="517" y="3821"/>
                    <a:pt x="473" y="3805"/>
                    <a:pt x="433" y="3789"/>
                  </a:cubicBezTo>
                  <a:lnTo>
                    <a:pt x="417" y="3781"/>
                  </a:lnTo>
                  <a:lnTo>
                    <a:pt x="409" y="3777"/>
                  </a:lnTo>
                  <a:lnTo>
                    <a:pt x="381" y="3761"/>
                  </a:lnTo>
                  <a:cubicBezTo>
                    <a:pt x="365" y="3753"/>
                    <a:pt x="345" y="3741"/>
                    <a:pt x="329" y="3733"/>
                  </a:cubicBezTo>
                  <a:cubicBezTo>
                    <a:pt x="269" y="3689"/>
                    <a:pt x="217" y="3641"/>
                    <a:pt x="173" y="3581"/>
                  </a:cubicBezTo>
                  <a:cubicBezTo>
                    <a:pt x="137" y="3529"/>
                    <a:pt x="105" y="3477"/>
                    <a:pt x="81" y="3417"/>
                  </a:cubicBezTo>
                  <a:cubicBezTo>
                    <a:pt x="49" y="3333"/>
                    <a:pt x="29" y="3244"/>
                    <a:pt x="21" y="3156"/>
                  </a:cubicBezTo>
                  <a:cubicBezTo>
                    <a:pt x="17" y="3124"/>
                    <a:pt x="17" y="3092"/>
                    <a:pt x="17" y="3060"/>
                  </a:cubicBezTo>
                  <a:lnTo>
                    <a:pt x="13" y="3056"/>
                  </a:lnTo>
                  <a:cubicBezTo>
                    <a:pt x="9" y="3088"/>
                    <a:pt x="5" y="3120"/>
                    <a:pt x="5" y="3156"/>
                  </a:cubicBezTo>
                  <a:cubicBezTo>
                    <a:pt x="1" y="3249"/>
                    <a:pt x="13" y="3345"/>
                    <a:pt x="37" y="3437"/>
                  </a:cubicBezTo>
                  <a:cubicBezTo>
                    <a:pt x="57" y="3501"/>
                    <a:pt x="85" y="3565"/>
                    <a:pt x="121" y="3625"/>
                  </a:cubicBezTo>
                  <a:cubicBezTo>
                    <a:pt x="165" y="3693"/>
                    <a:pt x="221" y="3753"/>
                    <a:pt x="289" y="3805"/>
                  </a:cubicBezTo>
                  <a:cubicBezTo>
                    <a:pt x="305" y="3817"/>
                    <a:pt x="325" y="3829"/>
                    <a:pt x="341" y="3841"/>
                  </a:cubicBezTo>
                  <a:lnTo>
                    <a:pt x="373" y="3861"/>
                  </a:lnTo>
                  <a:cubicBezTo>
                    <a:pt x="377" y="3865"/>
                    <a:pt x="381" y="3865"/>
                    <a:pt x="389" y="3869"/>
                  </a:cubicBezTo>
                  <a:lnTo>
                    <a:pt x="405" y="3877"/>
                  </a:lnTo>
                  <a:cubicBezTo>
                    <a:pt x="445" y="3897"/>
                    <a:pt x="489" y="3917"/>
                    <a:pt x="533" y="3933"/>
                  </a:cubicBezTo>
                  <a:cubicBezTo>
                    <a:pt x="625" y="3965"/>
                    <a:pt x="725" y="3993"/>
                    <a:pt x="821" y="4013"/>
                  </a:cubicBezTo>
                  <a:cubicBezTo>
                    <a:pt x="1021" y="4053"/>
                    <a:pt x="1245" y="4073"/>
                    <a:pt x="1473" y="4113"/>
                  </a:cubicBezTo>
                  <a:cubicBezTo>
                    <a:pt x="1701" y="4153"/>
                    <a:pt x="1945" y="4181"/>
                    <a:pt x="2133" y="4345"/>
                  </a:cubicBezTo>
                  <a:cubicBezTo>
                    <a:pt x="2185" y="4385"/>
                    <a:pt x="2241" y="4421"/>
                    <a:pt x="2301" y="4453"/>
                  </a:cubicBezTo>
                  <a:cubicBezTo>
                    <a:pt x="2317" y="4461"/>
                    <a:pt x="2333" y="4469"/>
                    <a:pt x="2349" y="4477"/>
                  </a:cubicBezTo>
                  <a:cubicBezTo>
                    <a:pt x="2360" y="4481"/>
                    <a:pt x="2374" y="4483"/>
                    <a:pt x="2386" y="4483"/>
                  </a:cubicBezTo>
                  <a:cubicBezTo>
                    <a:pt x="2395" y="4483"/>
                    <a:pt x="2404" y="4482"/>
                    <a:pt x="2413" y="4481"/>
                  </a:cubicBezTo>
                  <a:cubicBezTo>
                    <a:pt x="2429" y="4481"/>
                    <a:pt x="2441" y="4469"/>
                    <a:pt x="2449" y="4457"/>
                  </a:cubicBezTo>
                  <a:cubicBezTo>
                    <a:pt x="2453" y="4449"/>
                    <a:pt x="2457" y="4437"/>
                    <a:pt x="2461" y="4425"/>
                  </a:cubicBezTo>
                  <a:cubicBezTo>
                    <a:pt x="2465" y="4417"/>
                    <a:pt x="2465" y="4405"/>
                    <a:pt x="2465" y="4397"/>
                  </a:cubicBezTo>
                  <a:lnTo>
                    <a:pt x="2465" y="4393"/>
                  </a:lnTo>
                  <a:lnTo>
                    <a:pt x="2465" y="4389"/>
                  </a:lnTo>
                  <a:lnTo>
                    <a:pt x="2465" y="4377"/>
                  </a:lnTo>
                  <a:cubicBezTo>
                    <a:pt x="2481" y="4317"/>
                    <a:pt x="2505" y="4257"/>
                    <a:pt x="2529" y="4197"/>
                  </a:cubicBezTo>
                  <a:cubicBezTo>
                    <a:pt x="2557" y="4137"/>
                    <a:pt x="2581" y="4077"/>
                    <a:pt x="2613" y="4017"/>
                  </a:cubicBezTo>
                  <a:cubicBezTo>
                    <a:pt x="2729" y="3773"/>
                    <a:pt x="2873" y="3545"/>
                    <a:pt x="3049" y="3341"/>
                  </a:cubicBezTo>
                  <a:cubicBezTo>
                    <a:pt x="3237" y="3132"/>
                    <a:pt x="3333" y="2860"/>
                    <a:pt x="3393" y="2592"/>
                  </a:cubicBezTo>
                  <a:cubicBezTo>
                    <a:pt x="3417" y="2456"/>
                    <a:pt x="3429" y="2320"/>
                    <a:pt x="3425" y="2180"/>
                  </a:cubicBezTo>
                  <a:cubicBezTo>
                    <a:pt x="3417" y="2044"/>
                    <a:pt x="3389" y="1908"/>
                    <a:pt x="3337" y="1780"/>
                  </a:cubicBezTo>
                  <a:cubicBezTo>
                    <a:pt x="3321" y="1748"/>
                    <a:pt x="3305" y="1720"/>
                    <a:pt x="3289" y="1688"/>
                  </a:cubicBezTo>
                  <a:cubicBezTo>
                    <a:pt x="3269" y="1660"/>
                    <a:pt x="3253" y="1624"/>
                    <a:pt x="3225" y="1604"/>
                  </a:cubicBezTo>
                  <a:cubicBezTo>
                    <a:pt x="3201" y="1580"/>
                    <a:pt x="3173" y="1548"/>
                    <a:pt x="3153" y="1528"/>
                  </a:cubicBezTo>
                  <a:cubicBezTo>
                    <a:pt x="3133" y="1508"/>
                    <a:pt x="3105" y="1488"/>
                    <a:pt x="3085" y="1468"/>
                  </a:cubicBezTo>
                  <a:cubicBezTo>
                    <a:pt x="3073" y="1456"/>
                    <a:pt x="3061" y="1448"/>
                    <a:pt x="3049" y="1436"/>
                  </a:cubicBezTo>
                  <a:lnTo>
                    <a:pt x="3021" y="1408"/>
                  </a:lnTo>
                  <a:cubicBezTo>
                    <a:pt x="3005" y="1388"/>
                    <a:pt x="2985" y="1364"/>
                    <a:pt x="2965" y="1344"/>
                  </a:cubicBezTo>
                  <a:cubicBezTo>
                    <a:pt x="2949" y="1320"/>
                    <a:pt x="2929" y="1300"/>
                    <a:pt x="2913" y="1276"/>
                  </a:cubicBezTo>
                  <a:lnTo>
                    <a:pt x="2865" y="1208"/>
                  </a:lnTo>
                  <a:cubicBezTo>
                    <a:pt x="2737" y="1020"/>
                    <a:pt x="2637" y="824"/>
                    <a:pt x="2537" y="644"/>
                  </a:cubicBezTo>
                  <a:cubicBezTo>
                    <a:pt x="2489" y="556"/>
                    <a:pt x="2433" y="472"/>
                    <a:pt x="2369" y="392"/>
                  </a:cubicBezTo>
                  <a:cubicBezTo>
                    <a:pt x="2309" y="320"/>
                    <a:pt x="2237" y="260"/>
                    <a:pt x="2153" y="216"/>
                  </a:cubicBezTo>
                  <a:cubicBezTo>
                    <a:pt x="2077" y="176"/>
                    <a:pt x="2013" y="140"/>
                    <a:pt x="1953" y="100"/>
                  </a:cubicBezTo>
                  <a:cubicBezTo>
                    <a:pt x="1897" y="60"/>
                    <a:pt x="1833" y="28"/>
                    <a:pt x="1769" y="8"/>
                  </a:cubicBezTo>
                  <a:cubicBezTo>
                    <a:pt x="1744" y="3"/>
                    <a:pt x="1719" y="0"/>
                    <a:pt x="1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44"/>
            <p:cNvSpPr/>
            <p:nvPr/>
          </p:nvSpPr>
          <p:spPr>
            <a:xfrm>
              <a:off x="2812529" y="2637066"/>
              <a:ext cx="639304" cy="606059"/>
            </a:xfrm>
            <a:custGeom>
              <a:avLst/>
              <a:gdLst/>
              <a:ahLst/>
              <a:cxnLst/>
              <a:rect l="l" t="t" r="r" b="b"/>
              <a:pathLst>
                <a:path w="3173" h="3008" extrusionOk="0">
                  <a:moveTo>
                    <a:pt x="1995" y="1"/>
                  </a:moveTo>
                  <a:cubicBezTo>
                    <a:pt x="1951" y="1"/>
                    <a:pt x="1906" y="3"/>
                    <a:pt x="1861" y="6"/>
                  </a:cubicBezTo>
                  <a:cubicBezTo>
                    <a:pt x="1765" y="18"/>
                    <a:pt x="1669" y="34"/>
                    <a:pt x="1573" y="54"/>
                  </a:cubicBezTo>
                  <a:cubicBezTo>
                    <a:pt x="1481" y="74"/>
                    <a:pt x="1389" y="102"/>
                    <a:pt x="1297" y="126"/>
                  </a:cubicBezTo>
                  <a:cubicBezTo>
                    <a:pt x="1253" y="138"/>
                    <a:pt x="1209" y="150"/>
                    <a:pt x="1165" y="158"/>
                  </a:cubicBezTo>
                  <a:cubicBezTo>
                    <a:pt x="1134" y="161"/>
                    <a:pt x="1103" y="164"/>
                    <a:pt x="1071" y="164"/>
                  </a:cubicBezTo>
                  <a:cubicBezTo>
                    <a:pt x="1059" y="164"/>
                    <a:pt x="1046" y="163"/>
                    <a:pt x="1033" y="162"/>
                  </a:cubicBezTo>
                  <a:cubicBezTo>
                    <a:pt x="841" y="162"/>
                    <a:pt x="649" y="194"/>
                    <a:pt x="461" y="254"/>
                  </a:cubicBezTo>
                  <a:cubicBezTo>
                    <a:pt x="369" y="286"/>
                    <a:pt x="281" y="330"/>
                    <a:pt x="201" y="386"/>
                  </a:cubicBezTo>
                  <a:cubicBezTo>
                    <a:pt x="125" y="442"/>
                    <a:pt x="57" y="510"/>
                    <a:pt x="1" y="594"/>
                  </a:cubicBezTo>
                  <a:lnTo>
                    <a:pt x="13" y="602"/>
                  </a:lnTo>
                  <a:cubicBezTo>
                    <a:pt x="77" y="534"/>
                    <a:pt x="149" y="474"/>
                    <a:pt x="229" y="430"/>
                  </a:cubicBezTo>
                  <a:cubicBezTo>
                    <a:pt x="309" y="386"/>
                    <a:pt x="397" y="350"/>
                    <a:pt x="485" y="330"/>
                  </a:cubicBezTo>
                  <a:cubicBezTo>
                    <a:pt x="626" y="299"/>
                    <a:pt x="769" y="282"/>
                    <a:pt x="915" y="282"/>
                  </a:cubicBezTo>
                  <a:cubicBezTo>
                    <a:pt x="955" y="282"/>
                    <a:pt x="996" y="284"/>
                    <a:pt x="1037" y="286"/>
                  </a:cubicBezTo>
                  <a:cubicBezTo>
                    <a:pt x="1061" y="288"/>
                    <a:pt x="1086" y="289"/>
                    <a:pt x="1111" y="289"/>
                  </a:cubicBezTo>
                  <a:cubicBezTo>
                    <a:pt x="1136" y="289"/>
                    <a:pt x="1161" y="288"/>
                    <a:pt x="1185" y="286"/>
                  </a:cubicBezTo>
                  <a:cubicBezTo>
                    <a:pt x="1237" y="278"/>
                    <a:pt x="1285" y="266"/>
                    <a:pt x="1329" y="258"/>
                  </a:cubicBezTo>
                  <a:cubicBezTo>
                    <a:pt x="1421" y="234"/>
                    <a:pt x="1513" y="210"/>
                    <a:pt x="1605" y="194"/>
                  </a:cubicBezTo>
                  <a:cubicBezTo>
                    <a:pt x="1693" y="178"/>
                    <a:pt x="1785" y="162"/>
                    <a:pt x="1873" y="154"/>
                  </a:cubicBezTo>
                  <a:cubicBezTo>
                    <a:pt x="1919" y="150"/>
                    <a:pt x="1964" y="148"/>
                    <a:pt x="2008" y="148"/>
                  </a:cubicBezTo>
                  <a:cubicBezTo>
                    <a:pt x="2053" y="148"/>
                    <a:pt x="2097" y="150"/>
                    <a:pt x="2141" y="154"/>
                  </a:cubicBezTo>
                  <a:cubicBezTo>
                    <a:pt x="2165" y="154"/>
                    <a:pt x="2185" y="158"/>
                    <a:pt x="2209" y="162"/>
                  </a:cubicBezTo>
                  <a:cubicBezTo>
                    <a:pt x="2229" y="166"/>
                    <a:pt x="2249" y="170"/>
                    <a:pt x="2269" y="174"/>
                  </a:cubicBezTo>
                  <a:lnTo>
                    <a:pt x="2329" y="194"/>
                  </a:lnTo>
                  <a:lnTo>
                    <a:pt x="2393" y="222"/>
                  </a:lnTo>
                  <a:cubicBezTo>
                    <a:pt x="2469" y="258"/>
                    <a:pt x="2533" y="310"/>
                    <a:pt x="2585" y="378"/>
                  </a:cubicBezTo>
                  <a:cubicBezTo>
                    <a:pt x="2613" y="414"/>
                    <a:pt x="2637" y="450"/>
                    <a:pt x="2661" y="486"/>
                  </a:cubicBezTo>
                  <a:cubicBezTo>
                    <a:pt x="2685" y="526"/>
                    <a:pt x="2709" y="566"/>
                    <a:pt x="2725" y="606"/>
                  </a:cubicBezTo>
                  <a:cubicBezTo>
                    <a:pt x="2745" y="650"/>
                    <a:pt x="2761" y="690"/>
                    <a:pt x="2777" y="734"/>
                  </a:cubicBezTo>
                  <a:cubicBezTo>
                    <a:pt x="2797" y="778"/>
                    <a:pt x="2813" y="818"/>
                    <a:pt x="2825" y="862"/>
                  </a:cubicBezTo>
                  <a:cubicBezTo>
                    <a:pt x="2857" y="954"/>
                    <a:pt x="2881" y="1042"/>
                    <a:pt x="2901" y="1134"/>
                  </a:cubicBezTo>
                  <a:cubicBezTo>
                    <a:pt x="2921" y="1226"/>
                    <a:pt x="2933" y="1318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lnTo>
                    <a:pt x="2953" y="1622"/>
                  </a:ln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80"/>
                    <a:pt x="3038" y="1856"/>
                    <a:pt x="3098" y="1920"/>
                  </a:cubicBezTo>
                  <a:lnTo>
                    <a:pt x="3098" y="1920"/>
                  </a:lnTo>
                  <a:lnTo>
                    <a:pt x="3049" y="1942"/>
                  </a:lnTo>
                  <a:lnTo>
                    <a:pt x="2977" y="1982"/>
                  </a:lnTo>
                  <a:cubicBezTo>
                    <a:pt x="2929" y="2014"/>
                    <a:pt x="2881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29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6"/>
                  </a:lnTo>
                  <a:cubicBezTo>
                    <a:pt x="2169" y="2870"/>
                    <a:pt x="2129" y="2886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4"/>
                    <a:pt x="1621" y="2822"/>
                  </a:cubicBezTo>
                  <a:cubicBezTo>
                    <a:pt x="1573" y="2806"/>
                    <a:pt x="1521" y="2786"/>
                    <a:pt x="1473" y="2766"/>
                  </a:cubicBezTo>
                  <a:cubicBezTo>
                    <a:pt x="1421" y="2746"/>
                    <a:pt x="1373" y="2722"/>
                    <a:pt x="1325" y="2694"/>
                  </a:cubicBezTo>
                  <a:cubicBezTo>
                    <a:pt x="1229" y="2642"/>
                    <a:pt x="1121" y="2602"/>
                    <a:pt x="1013" y="2578"/>
                  </a:cubicBezTo>
                  <a:lnTo>
                    <a:pt x="1009" y="2590"/>
                  </a:lnTo>
                  <a:cubicBezTo>
                    <a:pt x="1109" y="2634"/>
                    <a:pt x="1205" y="2686"/>
                    <a:pt x="1297" y="2746"/>
                  </a:cubicBezTo>
                  <a:cubicBezTo>
                    <a:pt x="1341" y="2782"/>
                    <a:pt x="1389" y="2810"/>
                    <a:pt x="1441" y="2838"/>
                  </a:cubicBezTo>
                  <a:cubicBezTo>
                    <a:pt x="1489" y="2862"/>
                    <a:pt x="1541" y="2886"/>
                    <a:pt x="1597" y="2906"/>
                  </a:cubicBezTo>
                  <a:cubicBezTo>
                    <a:pt x="1701" y="2950"/>
                    <a:pt x="1813" y="2978"/>
                    <a:pt x="1925" y="2998"/>
                  </a:cubicBezTo>
                  <a:cubicBezTo>
                    <a:pt x="1969" y="3004"/>
                    <a:pt x="2013" y="3008"/>
                    <a:pt x="2055" y="3008"/>
                  </a:cubicBezTo>
                  <a:cubicBezTo>
                    <a:pt x="2070" y="3008"/>
                    <a:pt x="2086" y="3008"/>
                    <a:pt x="2101" y="3006"/>
                  </a:cubicBezTo>
                  <a:cubicBezTo>
                    <a:pt x="2173" y="3002"/>
                    <a:pt x="2241" y="2974"/>
                    <a:pt x="2293" y="2930"/>
                  </a:cubicBezTo>
                  <a:lnTo>
                    <a:pt x="2321" y="2898"/>
                  </a:lnTo>
                  <a:lnTo>
                    <a:pt x="2349" y="2862"/>
                  </a:lnTo>
                  <a:cubicBezTo>
                    <a:pt x="2369" y="2838"/>
                    <a:pt x="2385" y="2818"/>
                    <a:pt x="2401" y="2794"/>
                  </a:cubicBezTo>
                  <a:lnTo>
                    <a:pt x="2493" y="2658"/>
                  </a:lnTo>
                  <a:cubicBezTo>
                    <a:pt x="2557" y="2566"/>
                    <a:pt x="2617" y="2474"/>
                    <a:pt x="2677" y="2386"/>
                  </a:cubicBezTo>
                  <a:cubicBezTo>
                    <a:pt x="2713" y="2342"/>
                    <a:pt x="2745" y="2298"/>
                    <a:pt x="2777" y="2258"/>
                  </a:cubicBezTo>
                  <a:cubicBezTo>
                    <a:pt x="2813" y="2214"/>
                    <a:pt x="2849" y="2174"/>
                    <a:pt x="2885" y="2134"/>
                  </a:cubicBezTo>
                  <a:cubicBezTo>
                    <a:pt x="2925" y="2098"/>
                    <a:pt x="2965" y="2062"/>
                    <a:pt x="3005" y="2030"/>
                  </a:cubicBezTo>
                  <a:lnTo>
                    <a:pt x="3073" y="1982"/>
                  </a:lnTo>
                  <a:lnTo>
                    <a:pt x="3145" y="1946"/>
                  </a:lnTo>
                  <a:lnTo>
                    <a:pt x="3173" y="1930"/>
                  </a:lnTo>
                  <a:lnTo>
                    <a:pt x="3153" y="1910"/>
                  </a:lnTo>
                  <a:cubicBezTo>
                    <a:pt x="3085" y="1846"/>
                    <a:pt x="3033" y="1770"/>
                    <a:pt x="3005" y="1682"/>
                  </a:cubicBezTo>
                  <a:cubicBezTo>
                    <a:pt x="3001" y="1662"/>
                    <a:pt x="2997" y="1638"/>
                    <a:pt x="2997" y="1618"/>
                  </a:cubicBezTo>
                  <a:cubicBezTo>
                    <a:pt x="2993" y="1606"/>
                    <a:pt x="2993" y="1598"/>
                    <a:pt x="2997" y="1586"/>
                  </a:cubicBezTo>
                  <a:lnTo>
                    <a:pt x="2997" y="1550"/>
                  </a:lnTo>
                  <a:cubicBezTo>
                    <a:pt x="3001" y="1502"/>
                    <a:pt x="2997" y="1454"/>
                    <a:pt x="2997" y="1406"/>
                  </a:cubicBezTo>
                  <a:cubicBezTo>
                    <a:pt x="2989" y="1310"/>
                    <a:pt x="2981" y="1214"/>
                    <a:pt x="2969" y="1122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93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5" y="302"/>
                  </a:cubicBezTo>
                  <a:cubicBezTo>
                    <a:pt x="2625" y="214"/>
                    <a:pt x="2541" y="146"/>
                    <a:pt x="2449" y="98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5" y="34"/>
                    <a:pt x="2261" y="26"/>
                    <a:pt x="2233" y="22"/>
                  </a:cubicBezTo>
                  <a:cubicBezTo>
                    <a:pt x="2209" y="18"/>
                    <a:pt x="2185" y="10"/>
                    <a:pt x="2157" y="10"/>
                  </a:cubicBezTo>
                  <a:cubicBezTo>
                    <a:pt x="2104" y="4"/>
                    <a:pt x="2050" y="1"/>
                    <a:pt x="19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44"/>
            <p:cNvSpPr/>
            <p:nvPr/>
          </p:nvSpPr>
          <p:spPr>
            <a:xfrm>
              <a:off x="2403919" y="1908100"/>
              <a:ext cx="864158" cy="805326"/>
            </a:xfrm>
            <a:custGeom>
              <a:avLst/>
              <a:gdLst/>
              <a:ahLst/>
              <a:cxnLst/>
              <a:rect l="l" t="t" r="r" b="b"/>
              <a:pathLst>
                <a:path w="4289" h="3997" extrusionOk="0">
                  <a:moveTo>
                    <a:pt x="3541" y="0"/>
                  </a:moveTo>
                  <a:lnTo>
                    <a:pt x="3509" y="4"/>
                  </a:lnTo>
                  <a:cubicBezTo>
                    <a:pt x="3369" y="16"/>
                    <a:pt x="3229" y="28"/>
                    <a:pt x="3089" y="36"/>
                  </a:cubicBezTo>
                  <a:cubicBezTo>
                    <a:pt x="3055" y="38"/>
                    <a:pt x="3021" y="39"/>
                    <a:pt x="2986" y="39"/>
                  </a:cubicBezTo>
                  <a:cubicBezTo>
                    <a:pt x="2952" y="39"/>
                    <a:pt x="2917" y="38"/>
                    <a:pt x="2881" y="36"/>
                  </a:cubicBezTo>
                  <a:cubicBezTo>
                    <a:pt x="2809" y="32"/>
                    <a:pt x="2741" y="32"/>
                    <a:pt x="2669" y="32"/>
                  </a:cubicBezTo>
                  <a:cubicBezTo>
                    <a:pt x="2620" y="31"/>
                    <a:pt x="2571" y="30"/>
                    <a:pt x="2523" y="30"/>
                  </a:cubicBezTo>
                  <a:cubicBezTo>
                    <a:pt x="2287" y="30"/>
                    <a:pt x="2053" y="46"/>
                    <a:pt x="1821" y="72"/>
                  </a:cubicBezTo>
                  <a:cubicBezTo>
                    <a:pt x="1677" y="88"/>
                    <a:pt x="1533" y="116"/>
                    <a:pt x="1397" y="160"/>
                  </a:cubicBezTo>
                  <a:cubicBezTo>
                    <a:pt x="1361" y="172"/>
                    <a:pt x="1325" y="184"/>
                    <a:pt x="1293" y="200"/>
                  </a:cubicBezTo>
                  <a:cubicBezTo>
                    <a:pt x="1261" y="212"/>
                    <a:pt x="1225" y="236"/>
                    <a:pt x="1193" y="252"/>
                  </a:cubicBezTo>
                  <a:cubicBezTo>
                    <a:pt x="1165" y="268"/>
                    <a:pt x="1133" y="292"/>
                    <a:pt x="1105" y="304"/>
                  </a:cubicBezTo>
                  <a:cubicBezTo>
                    <a:pt x="1077" y="320"/>
                    <a:pt x="1045" y="332"/>
                    <a:pt x="1017" y="344"/>
                  </a:cubicBezTo>
                  <a:cubicBezTo>
                    <a:pt x="885" y="392"/>
                    <a:pt x="753" y="428"/>
                    <a:pt x="617" y="456"/>
                  </a:cubicBezTo>
                  <a:cubicBezTo>
                    <a:pt x="541" y="476"/>
                    <a:pt x="469" y="508"/>
                    <a:pt x="401" y="548"/>
                  </a:cubicBezTo>
                  <a:cubicBezTo>
                    <a:pt x="337" y="592"/>
                    <a:pt x="277" y="652"/>
                    <a:pt x="233" y="720"/>
                  </a:cubicBezTo>
                  <a:cubicBezTo>
                    <a:pt x="213" y="748"/>
                    <a:pt x="197" y="784"/>
                    <a:pt x="177" y="816"/>
                  </a:cubicBezTo>
                  <a:cubicBezTo>
                    <a:pt x="161" y="848"/>
                    <a:pt x="145" y="884"/>
                    <a:pt x="133" y="920"/>
                  </a:cubicBezTo>
                  <a:cubicBezTo>
                    <a:pt x="105" y="988"/>
                    <a:pt x="81" y="1060"/>
                    <a:pt x="65" y="1128"/>
                  </a:cubicBezTo>
                  <a:cubicBezTo>
                    <a:pt x="29" y="1272"/>
                    <a:pt x="13" y="1416"/>
                    <a:pt x="9" y="1564"/>
                  </a:cubicBezTo>
                  <a:cubicBezTo>
                    <a:pt x="1" y="1708"/>
                    <a:pt x="13" y="1856"/>
                    <a:pt x="45" y="1996"/>
                  </a:cubicBezTo>
                  <a:cubicBezTo>
                    <a:pt x="77" y="2140"/>
                    <a:pt x="125" y="2280"/>
                    <a:pt x="189" y="2408"/>
                  </a:cubicBezTo>
                  <a:cubicBezTo>
                    <a:pt x="245" y="2540"/>
                    <a:pt x="313" y="2664"/>
                    <a:pt x="373" y="2788"/>
                  </a:cubicBezTo>
                  <a:cubicBezTo>
                    <a:pt x="489" y="3040"/>
                    <a:pt x="525" y="3320"/>
                    <a:pt x="481" y="3592"/>
                  </a:cubicBezTo>
                  <a:cubicBezTo>
                    <a:pt x="465" y="3660"/>
                    <a:pt x="457" y="3732"/>
                    <a:pt x="457" y="3804"/>
                  </a:cubicBezTo>
                  <a:cubicBezTo>
                    <a:pt x="469" y="3880"/>
                    <a:pt x="505" y="3948"/>
                    <a:pt x="557" y="3996"/>
                  </a:cubicBezTo>
                  <a:lnTo>
                    <a:pt x="569" y="3988"/>
                  </a:lnTo>
                  <a:cubicBezTo>
                    <a:pt x="525" y="3936"/>
                    <a:pt x="497" y="3872"/>
                    <a:pt x="493" y="3804"/>
                  </a:cubicBezTo>
                  <a:cubicBezTo>
                    <a:pt x="497" y="3736"/>
                    <a:pt x="513" y="3668"/>
                    <a:pt x="533" y="3604"/>
                  </a:cubicBezTo>
                  <a:cubicBezTo>
                    <a:pt x="549" y="3532"/>
                    <a:pt x="561" y="3464"/>
                    <a:pt x="569" y="3392"/>
                  </a:cubicBezTo>
                  <a:cubicBezTo>
                    <a:pt x="569" y="3352"/>
                    <a:pt x="565" y="3316"/>
                    <a:pt x="569" y="3280"/>
                  </a:cubicBezTo>
                  <a:cubicBezTo>
                    <a:pt x="569" y="3248"/>
                    <a:pt x="561" y="3208"/>
                    <a:pt x="561" y="3176"/>
                  </a:cubicBezTo>
                  <a:cubicBezTo>
                    <a:pt x="553" y="3028"/>
                    <a:pt x="517" y="2888"/>
                    <a:pt x="461" y="2752"/>
                  </a:cubicBezTo>
                  <a:cubicBezTo>
                    <a:pt x="409" y="2616"/>
                    <a:pt x="341" y="2492"/>
                    <a:pt x="293" y="2364"/>
                  </a:cubicBezTo>
                  <a:cubicBezTo>
                    <a:pt x="237" y="2240"/>
                    <a:pt x="197" y="2108"/>
                    <a:pt x="169" y="1976"/>
                  </a:cubicBezTo>
                  <a:cubicBezTo>
                    <a:pt x="149" y="1840"/>
                    <a:pt x="141" y="1704"/>
                    <a:pt x="145" y="1568"/>
                  </a:cubicBezTo>
                  <a:cubicBezTo>
                    <a:pt x="153" y="1436"/>
                    <a:pt x="173" y="1300"/>
                    <a:pt x="205" y="1168"/>
                  </a:cubicBezTo>
                  <a:cubicBezTo>
                    <a:pt x="221" y="1104"/>
                    <a:pt x="241" y="1040"/>
                    <a:pt x="269" y="976"/>
                  </a:cubicBezTo>
                  <a:cubicBezTo>
                    <a:pt x="277" y="944"/>
                    <a:pt x="293" y="916"/>
                    <a:pt x="305" y="888"/>
                  </a:cubicBezTo>
                  <a:cubicBezTo>
                    <a:pt x="321" y="860"/>
                    <a:pt x="337" y="832"/>
                    <a:pt x="357" y="804"/>
                  </a:cubicBezTo>
                  <a:cubicBezTo>
                    <a:pt x="425" y="700"/>
                    <a:pt x="533" y="624"/>
                    <a:pt x="657" y="596"/>
                  </a:cubicBezTo>
                  <a:cubicBezTo>
                    <a:pt x="797" y="564"/>
                    <a:pt x="933" y="520"/>
                    <a:pt x="1065" y="468"/>
                  </a:cubicBezTo>
                  <a:cubicBezTo>
                    <a:pt x="1101" y="456"/>
                    <a:pt x="1133" y="440"/>
                    <a:pt x="1165" y="420"/>
                  </a:cubicBezTo>
                  <a:cubicBezTo>
                    <a:pt x="1201" y="400"/>
                    <a:pt x="1233" y="376"/>
                    <a:pt x="1261" y="364"/>
                  </a:cubicBezTo>
                  <a:cubicBezTo>
                    <a:pt x="1289" y="348"/>
                    <a:pt x="1313" y="332"/>
                    <a:pt x="1345" y="316"/>
                  </a:cubicBezTo>
                  <a:cubicBezTo>
                    <a:pt x="1377" y="304"/>
                    <a:pt x="1405" y="292"/>
                    <a:pt x="1437" y="280"/>
                  </a:cubicBezTo>
                  <a:cubicBezTo>
                    <a:pt x="1565" y="236"/>
                    <a:pt x="1701" y="204"/>
                    <a:pt x="1837" y="184"/>
                  </a:cubicBezTo>
                  <a:cubicBezTo>
                    <a:pt x="2113" y="140"/>
                    <a:pt x="2393" y="112"/>
                    <a:pt x="2669" y="104"/>
                  </a:cubicBezTo>
                  <a:cubicBezTo>
                    <a:pt x="2720" y="101"/>
                    <a:pt x="2771" y="98"/>
                    <a:pt x="2820" y="98"/>
                  </a:cubicBezTo>
                  <a:cubicBezTo>
                    <a:pt x="2841" y="98"/>
                    <a:pt x="2861" y="99"/>
                    <a:pt x="2881" y="100"/>
                  </a:cubicBezTo>
                  <a:cubicBezTo>
                    <a:pt x="2949" y="100"/>
                    <a:pt x="3025" y="96"/>
                    <a:pt x="3093" y="92"/>
                  </a:cubicBezTo>
                  <a:cubicBezTo>
                    <a:pt x="3226" y="81"/>
                    <a:pt x="3356" y="70"/>
                    <a:pt x="3486" y="56"/>
                  </a:cubicBezTo>
                  <a:lnTo>
                    <a:pt x="3486" y="56"/>
                  </a:lnTo>
                  <a:cubicBezTo>
                    <a:pt x="3466" y="145"/>
                    <a:pt x="3456" y="235"/>
                    <a:pt x="3453" y="324"/>
                  </a:cubicBezTo>
                  <a:cubicBezTo>
                    <a:pt x="3449" y="424"/>
                    <a:pt x="3453" y="528"/>
                    <a:pt x="3473" y="628"/>
                  </a:cubicBezTo>
                  <a:cubicBezTo>
                    <a:pt x="3481" y="680"/>
                    <a:pt x="3493" y="728"/>
                    <a:pt x="3509" y="780"/>
                  </a:cubicBezTo>
                  <a:lnTo>
                    <a:pt x="3541" y="852"/>
                  </a:lnTo>
                  <a:lnTo>
                    <a:pt x="3573" y="920"/>
                  </a:lnTo>
                  <a:cubicBezTo>
                    <a:pt x="3625" y="1008"/>
                    <a:pt x="3669" y="1096"/>
                    <a:pt x="3709" y="1184"/>
                  </a:cubicBezTo>
                  <a:cubicBezTo>
                    <a:pt x="3753" y="1276"/>
                    <a:pt x="3793" y="1368"/>
                    <a:pt x="3829" y="1460"/>
                  </a:cubicBezTo>
                  <a:cubicBezTo>
                    <a:pt x="3869" y="1552"/>
                    <a:pt x="3905" y="1644"/>
                    <a:pt x="3941" y="1736"/>
                  </a:cubicBezTo>
                  <a:cubicBezTo>
                    <a:pt x="3973" y="1828"/>
                    <a:pt x="4009" y="1924"/>
                    <a:pt x="4041" y="2016"/>
                  </a:cubicBezTo>
                  <a:cubicBezTo>
                    <a:pt x="4069" y="2112"/>
                    <a:pt x="4101" y="2204"/>
                    <a:pt x="4125" y="2300"/>
                  </a:cubicBezTo>
                  <a:cubicBezTo>
                    <a:pt x="4145" y="2392"/>
                    <a:pt x="4161" y="2484"/>
                    <a:pt x="4169" y="2576"/>
                  </a:cubicBezTo>
                  <a:cubicBezTo>
                    <a:pt x="4169" y="2672"/>
                    <a:pt x="4149" y="2764"/>
                    <a:pt x="4113" y="2852"/>
                  </a:cubicBezTo>
                  <a:cubicBezTo>
                    <a:pt x="4049" y="3032"/>
                    <a:pt x="3937" y="3192"/>
                    <a:pt x="3789" y="3312"/>
                  </a:cubicBezTo>
                  <a:cubicBezTo>
                    <a:pt x="3717" y="3372"/>
                    <a:pt x="3633" y="3420"/>
                    <a:pt x="3545" y="3448"/>
                  </a:cubicBezTo>
                  <a:cubicBezTo>
                    <a:pt x="3525" y="3456"/>
                    <a:pt x="3497" y="3464"/>
                    <a:pt x="3473" y="3468"/>
                  </a:cubicBezTo>
                  <a:lnTo>
                    <a:pt x="3401" y="3484"/>
                  </a:lnTo>
                  <a:cubicBezTo>
                    <a:pt x="3349" y="3496"/>
                    <a:pt x="3301" y="3512"/>
                    <a:pt x="3253" y="3532"/>
                  </a:cubicBezTo>
                  <a:cubicBezTo>
                    <a:pt x="3157" y="3568"/>
                    <a:pt x="3065" y="3612"/>
                    <a:pt x="2977" y="3664"/>
                  </a:cubicBezTo>
                  <a:cubicBezTo>
                    <a:pt x="2893" y="3716"/>
                    <a:pt x="2809" y="3772"/>
                    <a:pt x="2733" y="3840"/>
                  </a:cubicBezTo>
                  <a:lnTo>
                    <a:pt x="2737" y="3848"/>
                  </a:lnTo>
                  <a:cubicBezTo>
                    <a:pt x="2821" y="3792"/>
                    <a:pt x="2905" y="3740"/>
                    <a:pt x="2997" y="3696"/>
                  </a:cubicBezTo>
                  <a:cubicBezTo>
                    <a:pt x="3085" y="3652"/>
                    <a:pt x="3177" y="3616"/>
                    <a:pt x="3269" y="3588"/>
                  </a:cubicBezTo>
                  <a:cubicBezTo>
                    <a:pt x="3317" y="3576"/>
                    <a:pt x="3361" y="3564"/>
                    <a:pt x="3413" y="3552"/>
                  </a:cubicBezTo>
                  <a:lnTo>
                    <a:pt x="3485" y="3540"/>
                  </a:lnTo>
                  <a:cubicBezTo>
                    <a:pt x="3509" y="3536"/>
                    <a:pt x="3537" y="3532"/>
                    <a:pt x="3561" y="3524"/>
                  </a:cubicBezTo>
                  <a:cubicBezTo>
                    <a:pt x="3665" y="3496"/>
                    <a:pt x="3761" y="3452"/>
                    <a:pt x="3845" y="3388"/>
                  </a:cubicBezTo>
                  <a:cubicBezTo>
                    <a:pt x="4017" y="3260"/>
                    <a:pt x="4145" y="3088"/>
                    <a:pt x="4221" y="2892"/>
                  </a:cubicBezTo>
                  <a:cubicBezTo>
                    <a:pt x="4261" y="2792"/>
                    <a:pt x="4285" y="2688"/>
                    <a:pt x="4289" y="2580"/>
                  </a:cubicBezTo>
                  <a:cubicBezTo>
                    <a:pt x="4285" y="2476"/>
                    <a:pt x="4269" y="2368"/>
                    <a:pt x="4241" y="2264"/>
                  </a:cubicBezTo>
                  <a:cubicBezTo>
                    <a:pt x="4213" y="2168"/>
                    <a:pt x="4185" y="2068"/>
                    <a:pt x="4149" y="1972"/>
                  </a:cubicBezTo>
                  <a:cubicBezTo>
                    <a:pt x="4117" y="1880"/>
                    <a:pt x="4081" y="1784"/>
                    <a:pt x="4041" y="1692"/>
                  </a:cubicBezTo>
                  <a:cubicBezTo>
                    <a:pt x="4001" y="1600"/>
                    <a:pt x="3957" y="1508"/>
                    <a:pt x="3913" y="1416"/>
                  </a:cubicBezTo>
                  <a:cubicBezTo>
                    <a:pt x="3869" y="1324"/>
                    <a:pt x="3821" y="1236"/>
                    <a:pt x="3777" y="1148"/>
                  </a:cubicBezTo>
                  <a:cubicBezTo>
                    <a:pt x="3729" y="1060"/>
                    <a:pt x="3681" y="968"/>
                    <a:pt x="3625" y="888"/>
                  </a:cubicBezTo>
                  <a:lnTo>
                    <a:pt x="3589" y="820"/>
                  </a:lnTo>
                  <a:cubicBezTo>
                    <a:pt x="3577" y="800"/>
                    <a:pt x="3569" y="780"/>
                    <a:pt x="3561" y="756"/>
                  </a:cubicBezTo>
                  <a:cubicBezTo>
                    <a:pt x="3545" y="712"/>
                    <a:pt x="3529" y="664"/>
                    <a:pt x="3517" y="616"/>
                  </a:cubicBezTo>
                  <a:cubicBezTo>
                    <a:pt x="3501" y="520"/>
                    <a:pt x="3493" y="420"/>
                    <a:pt x="3497" y="324"/>
                  </a:cubicBezTo>
                  <a:cubicBezTo>
                    <a:pt x="3497" y="224"/>
                    <a:pt x="3513" y="128"/>
                    <a:pt x="3533" y="32"/>
                  </a:cubicBezTo>
                  <a:lnTo>
                    <a:pt x="35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4"/>
            <p:cNvSpPr/>
            <p:nvPr/>
          </p:nvSpPr>
          <p:spPr>
            <a:xfrm>
              <a:off x="1737410" y="2169625"/>
              <a:ext cx="773894" cy="711838"/>
            </a:xfrm>
            <a:custGeom>
              <a:avLst/>
              <a:gdLst/>
              <a:ahLst/>
              <a:cxnLst/>
              <a:rect l="l" t="t" r="r" b="b"/>
              <a:pathLst>
                <a:path w="3841" h="3533" extrusionOk="0">
                  <a:moveTo>
                    <a:pt x="1907" y="1"/>
                  </a:moveTo>
                  <a:cubicBezTo>
                    <a:pt x="1880" y="1"/>
                    <a:pt x="1852" y="1"/>
                    <a:pt x="1825" y="2"/>
                  </a:cubicBezTo>
                  <a:cubicBezTo>
                    <a:pt x="1721" y="2"/>
                    <a:pt x="1621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6" y="126"/>
                    <a:pt x="828" y="142"/>
                    <a:pt x="780" y="158"/>
                  </a:cubicBezTo>
                  <a:lnTo>
                    <a:pt x="640" y="214"/>
                  </a:lnTo>
                  <a:cubicBezTo>
                    <a:pt x="548" y="254"/>
                    <a:pt x="452" y="282"/>
                    <a:pt x="356" y="298"/>
                  </a:cubicBezTo>
                  <a:cubicBezTo>
                    <a:pt x="306" y="311"/>
                    <a:pt x="253" y="317"/>
                    <a:pt x="199" y="317"/>
                  </a:cubicBezTo>
                  <a:cubicBezTo>
                    <a:pt x="156" y="317"/>
                    <a:pt x="112" y="313"/>
                    <a:pt x="68" y="306"/>
                  </a:cubicBezTo>
                  <a:lnTo>
                    <a:pt x="0" y="294"/>
                  </a:lnTo>
                  <a:lnTo>
                    <a:pt x="40" y="354"/>
                  </a:lnTo>
                  <a:cubicBezTo>
                    <a:pt x="96" y="446"/>
                    <a:pt x="132" y="550"/>
                    <a:pt x="144" y="662"/>
                  </a:cubicBezTo>
                  <a:cubicBezTo>
                    <a:pt x="156" y="770"/>
                    <a:pt x="148" y="878"/>
                    <a:pt x="120" y="986"/>
                  </a:cubicBezTo>
                  <a:lnTo>
                    <a:pt x="100" y="1070"/>
                  </a:lnTo>
                  <a:lnTo>
                    <a:pt x="84" y="1158"/>
                  </a:lnTo>
                  <a:cubicBezTo>
                    <a:pt x="80" y="1218"/>
                    <a:pt x="72" y="1278"/>
                    <a:pt x="72" y="1334"/>
                  </a:cubicBezTo>
                  <a:cubicBezTo>
                    <a:pt x="68" y="1454"/>
                    <a:pt x="80" y="1574"/>
                    <a:pt x="104" y="1690"/>
                  </a:cubicBezTo>
                  <a:cubicBezTo>
                    <a:pt x="128" y="1810"/>
                    <a:pt x="172" y="1922"/>
                    <a:pt x="232" y="2030"/>
                  </a:cubicBezTo>
                  <a:cubicBezTo>
                    <a:pt x="296" y="2134"/>
                    <a:pt x="372" y="2230"/>
                    <a:pt x="468" y="2306"/>
                  </a:cubicBezTo>
                  <a:lnTo>
                    <a:pt x="540" y="2362"/>
                  </a:lnTo>
                  <a:cubicBezTo>
                    <a:pt x="564" y="2382"/>
                    <a:pt x="592" y="2398"/>
                    <a:pt x="616" y="2414"/>
                  </a:cubicBezTo>
                  <a:cubicBezTo>
                    <a:pt x="668" y="2446"/>
                    <a:pt x="724" y="2470"/>
                    <a:pt x="780" y="2494"/>
                  </a:cubicBezTo>
                  <a:cubicBezTo>
                    <a:pt x="888" y="2542"/>
                    <a:pt x="996" y="2578"/>
                    <a:pt x="1104" y="2614"/>
                  </a:cubicBezTo>
                  <a:cubicBezTo>
                    <a:pt x="1324" y="2690"/>
                    <a:pt x="1544" y="2754"/>
                    <a:pt x="1757" y="2834"/>
                  </a:cubicBezTo>
                  <a:cubicBezTo>
                    <a:pt x="1861" y="2874"/>
                    <a:pt x="1965" y="2914"/>
                    <a:pt x="2065" y="2966"/>
                  </a:cubicBezTo>
                  <a:cubicBezTo>
                    <a:pt x="2165" y="3014"/>
                    <a:pt x="2257" y="3074"/>
                    <a:pt x="2341" y="3142"/>
                  </a:cubicBezTo>
                  <a:cubicBezTo>
                    <a:pt x="2381" y="3178"/>
                    <a:pt x="2421" y="3218"/>
                    <a:pt x="2457" y="3258"/>
                  </a:cubicBezTo>
                  <a:lnTo>
                    <a:pt x="2481" y="3290"/>
                  </a:lnTo>
                  <a:lnTo>
                    <a:pt x="2489" y="3298"/>
                  </a:lnTo>
                  <a:lnTo>
                    <a:pt x="2493" y="3302"/>
                  </a:lnTo>
                  <a:lnTo>
                    <a:pt x="2501" y="3310"/>
                  </a:lnTo>
                  <a:lnTo>
                    <a:pt x="2517" y="3326"/>
                  </a:lnTo>
                  <a:cubicBezTo>
                    <a:pt x="2533" y="3346"/>
                    <a:pt x="2557" y="3370"/>
                    <a:pt x="2581" y="3390"/>
                  </a:cubicBezTo>
                  <a:cubicBezTo>
                    <a:pt x="2677" y="3466"/>
                    <a:pt x="2793" y="3514"/>
                    <a:pt x="2917" y="3526"/>
                  </a:cubicBezTo>
                  <a:cubicBezTo>
                    <a:pt x="2958" y="3531"/>
                    <a:pt x="3000" y="3533"/>
                    <a:pt x="3042" y="3533"/>
                  </a:cubicBezTo>
                  <a:cubicBezTo>
                    <a:pt x="3118" y="3533"/>
                    <a:pt x="3193" y="3526"/>
                    <a:pt x="3265" y="3510"/>
                  </a:cubicBezTo>
                  <a:cubicBezTo>
                    <a:pt x="3381" y="3490"/>
                    <a:pt x="3493" y="3454"/>
                    <a:pt x="3597" y="3410"/>
                  </a:cubicBezTo>
                  <a:lnTo>
                    <a:pt x="3593" y="3398"/>
                  </a:lnTo>
                  <a:cubicBezTo>
                    <a:pt x="3485" y="3430"/>
                    <a:pt x="3373" y="3454"/>
                    <a:pt x="3261" y="3466"/>
                  </a:cubicBezTo>
                  <a:cubicBezTo>
                    <a:pt x="3219" y="3471"/>
                    <a:pt x="3177" y="3473"/>
                    <a:pt x="3135" y="3473"/>
                  </a:cubicBezTo>
                  <a:cubicBezTo>
                    <a:pt x="3065" y="3473"/>
                    <a:pt x="2996" y="3467"/>
                    <a:pt x="2929" y="3454"/>
                  </a:cubicBezTo>
                  <a:cubicBezTo>
                    <a:pt x="2821" y="3438"/>
                    <a:pt x="2725" y="3390"/>
                    <a:pt x="2645" y="3322"/>
                  </a:cubicBezTo>
                  <a:cubicBezTo>
                    <a:pt x="2625" y="3302"/>
                    <a:pt x="2605" y="3282"/>
                    <a:pt x="2589" y="3262"/>
                  </a:cubicBezTo>
                  <a:lnTo>
                    <a:pt x="2565" y="3230"/>
                  </a:lnTo>
                  <a:lnTo>
                    <a:pt x="2537" y="3194"/>
                  </a:lnTo>
                  <a:cubicBezTo>
                    <a:pt x="2501" y="3146"/>
                    <a:pt x="2457" y="3102"/>
                    <a:pt x="2413" y="3062"/>
                  </a:cubicBezTo>
                  <a:cubicBezTo>
                    <a:pt x="2325" y="2982"/>
                    <a:pt x="2229" y="2914"/>
                    <a:pt x="2121" y="2858"/>
                  </a:cubicBezTo>
                  <a:cubicBezTo>
                    <a:pt x="2021" y="2802"/>
                    <a:pt x="1913" y="2750"/>
                    <a:pt x="1805" y="2706"/>
                  </a:cubicBezTo>
                  <a:cubicBezTo>
                    <a:pt x="1588" y="2622"/>
                    <a:pt x="1368" y="2550"/>
                    <a:pt x="1152" y="2478"/>
                  </a:cubicBezTo>
                  <a:lnTo>
                    <a:pt x="992" y="2422"/>
                  </a:lnTo>
                  <a:cubicBezTo>
                    <a:pt x="940" y="2402"/>
                    <a:pt x="880" y="2382"/>
                    <a:pt x="836" y="2362"/>
                  </a:cubicBezTo>
                  <a:cubicBezTo>
                    <a:pt x="784" y="2342"/>
                    <a:pt x="736" y="2318"/>
                    <a:pt x="688" y="2290"/>
                  </a:cubicBezTo>
                  <a:cubicBezTo>
                    <a:pt x="548" y="2214"/>
                    <a:pt x="432" y="2102"/>
                    <a:pt x="348" y="1962"/>
                  </a:cubicBezTo>
                  <a:cubicBezTo>
                    <a:pt x="292" y="1870"/>
                    <a:pt x="248" y="1770"/>
                    <a:pt x="224" y="1662"/>
                  </a:cubicBezTo>
                  <a:cubicBezTo>
                    <a:pt x="196" y="1558"/>
                    <a:pt x="184" y="1446"/>
                    <a:pt x="184" y="1338"/>
                  </a:cubicBezTo>
                  <a:cubicBezTo>
                    <a:pt x="184" y="1282"/>
                    <a:pt x="184" y="1226"/>
                    <a:pt x="192" y="1170"/>
                  </a:cubicBezTo>
                  <a:lnTo>
                    <a:pt x="200" y="1090"/>
                  </a:lnTo>
                  <a:lnTo>
                    <a:pt x="212" y="1006"/>
                  </a:lnTo>
                  <a:cubicBezTo>
                    <a:pt x="236" y="890"/>
                    <a:pt x="240" y="770"/>
                    <a:pt x="220" y="650"/>
                  </a:cubicBezTo>
                  <a:cubicBezTo>
                    <a:pt x="204" y="551"/>
                    <a:pt x="171" y="457"/>
                    <a:pt x="122" y="371"/>
                  </a:cubicBezTo>
                  <a:lnTo>
                    <a:pt x="122" y="371"/>
                  </a:lnTo>
                  <a:cubicBezTo>
                    <a:pt x="132" y="372"/>
                    <a:pt x="142" y="372"/>
                    <a:pt x="153" y="372"/>
                  </a:cubicBezTo>
                  <a:cubicBezTo>
                    <a:pt x="224" y="372"/>
                    <a:pt x="295" y="363"/>
                    <a:pt x="364" y="346"/>
                  </a:cubicBezTo>
                  <a:cubicBezTo>
                    <a:pt x="464" y="326"/>
                    <a:pt x="564" y="294"/>
                    <a:pt x="656" y="254"/>
                  </a:cubicBezTo>
                  <a:cubicBezTo>
                    <a:pt x="700" y="234"/>
                    <a:pt x="748" y="214"/>
                    <a:pt x="792" y="198"/>
                  </a:cubicBezTo>
                  <a:cubicBezTo>
                    <a:pt x="840" y="186"/>
                    <a:pt x="884" y="170"/>
                    <a:pt x="936" y="158"/>
                  </a:cubicBezTo>
                  <a:cubicBezTo>
                    <a:pt x="1032" y="138"/>
                    <a:pt x="1132" y="118"/>
                    <a:pt x="1228" y="110"/>
                  </a:cubicBezTo>
                  <a:cubicBezTo>
                    <a:pt x="1328" y="98"/>
                    <a:pt x="1428" y="90"/>
                    <a:pt x="1528" y="90"/>
                  </a:cubicBezTo>
                  <a:cubicBezTo>
                    <a:pt x="1568" y="89"/>
                    <a:pt x="1609" y="88"/>
                    <a:pt x="1650" y="88"/>
                  </a:cubicBezTo>
                  <a:cubicBezTo>
                    <a:pt x="1707" y="88"/>
                    <a:pt x="1766" y="90"/>
                    <a:pt x="1825" y="94"/>
                  </a:cubicBezTo>
                  <a:cubicBezTo>
                    <a:pt x="1921" y="98"/>
                    <a:pt x="2021" y="106"/>
                    <a:pt x="2117" y="122"/>
                  </a:cubicBezTo>
                  <a:cubicBezTo>
                    <a:pt x="2165" y="130"/>
                    <a:pt x="2213" y="134"/>
                    <a:pt x="2261" y="146"/>
                  </a:cubicBezTo>
                  <a:lnTo>
                    <a:pt x="2333" y="162"/>
                  </a:lnTo>
                  <a:lnTo>
                    <a:pt x="2405" y="178"/>
                  </a:lnTo>
                  <a:cubicBezTo>
                    <a:pt x="2453" y="190"/>
                    <a:pt x="2493" y="206"/>
                    <a:pt x="2537" y="222"/>
                  </a:cubicBezTo>
                  <a:cubicBezTo>
                    <a:pt x="2557" y="230"/>
                    <a:pt x="2581" y="242"/>
                    <a:pt x="2605" y="254"/>
                  </a:cubicBezTo>
                  <a:lnTo>
                    <a:pt x="2633" y="266"/>
                  </a:lnTo>
                  <a:lnTo>
                    <a:pt x="2661" y="286"/>
                  </a:lnTo>
                  <a:cubicBezTo>
                    <a:pt x="2741" y="334"/>
                    <a:pt x="2809" y="398"/>
                    <a:pt x="2861" y="474"/>
                  </a:cubicBezTo>
                  <a:cubicBezTo>
                    <a:pt x="2921" y="554"/>
                    <a:pt x="2969" y="634"/>
                    <a:pt x="3013" y="722"/>
                  </a:cubicBezTo>
                  <a:cubicBezTo>
                    <a:pt x="3057" y="810"/>
                    <a:pt x="3097" y="898"/>
                    <a:pt x="3137" y="990"/>
                  </a:cubicBezTo>
                  <a:lnTo>
                    <a:pt x="3253" y="1266"/>
                  </a:lnTo>
                  <a:cubicBezTo>
                    <a:pt x="3293" y="1362"/>
                    <a:pt x="3341" y="1454"/>
                    <a:pt x="3401" y="1538"/>
                  </a:cubicBezTo>
                  <a:lnTo>
                    <a:pt x="3425" y="1574"/>
                  </a:lnTo>
                  <a:lnTo>
                    <a:pt x="3453" y="1598"/>
                  </a:lnTo>
                  <a:lnTo>
                    <a:pt x="3465" y="1610"/>
                  </a:lnTo>
                  <a:cubicBezTo>
                    <a:pt x="3473" y="1618"/>
                    <a:pt x="3477" y="1622"/>
                    <a:pt x="3485" y="1626"/>
                  </a:cubicBezTo>
                  <a:lnTo>
                    <a:pt x="3513" y="1646"/>
                  </a:lnTo>
                  <a:cubicBezTo>
                    <a:pt x="3553" y="1678"/>
                    <a:pt x="3589" y="1710"/>
                    <a:pt x="3629" y="1742"/>
                  </a:cubicBezTo>
                  <a:cubicBezTo>
                    <a:pt x="3701" y="1810"/>
                    <a:pt x="3769" y="1878"/>
                    <a:pt x="3833" y="1958"/>
                  </a:cubicBezTo>
                  <a:lnTo>
                    <a:pt x="3841" y="1946"/>
                  </a:lnTo>
                  <a:cubicBezTo>
                    <a:pt x="3789" y="1862"/>
                    <a:pt x="3725" y="1782"/>
                    <a:pt x="3657" y="1710"/>
                  </a:cubicBezTo>
                  <a:cubicBezTo>
                    <a:pt x="3621" y="1670"/>
                    <a:pt x="3585" y="1634"/>
                    <a:pt x="3549" y="1602"/>
                  </a:cubicBezTo>
                  <a:lnTo>
                    <a:pt x="3521" y="1574"/>
                  </a:lnTo>
                  <a:cubicBezTo>
                    <a:pt x="3517" y="1570"/>
                    <a:pt x="3513" y="1570"/>
                    <a:pt x="3509" y="1566"/>
                  </a:cubicBezTo>
                  <a:lnTo>
                    <a:pt x="3497" y="1550"/>
                  </a:lnTo>
                  <a:lnTo>
                    <a:pt x="3473" y="1522"/>
                  </a:lnTo>
                  <a:lnTo>
                    <a:pt x="3453" y="1494"/>
                  </a:lnTo>
                  <a:cubicBezTo>
                    <a:pt x="3405" y="1410"/>
                    <a:pt x="3365" y="1322"/>
                    <a:pt x="3333" y="1230"/>
                  </a:cubicBezTo>
                  <a:lnTo>
                    <a:pt x="3233" y="950"/>
                  </a:lnTo>
                  <a:cubicBezTo>
                    <a:pt x="3197" y="854"/>
                    <a:pt x="3157" y="762"/>
                    <a:pt x="3113" y="670"/>
                  </a:cubicBezTo>
                  <a:cubicBezTo>
                    <a:pt x="3069" y="574"/>
                    <a:pt x="3017" y="486"/>
                    <a:pt x="2957" y="402"/>
                  </a:cubicBezTo>
                  <a:cubicBezTo>
                    <a:pt x="2893" y="314"/>
                    <a:pt x="2817" y="238"/>
                    <a:pt x="2725" y="178"/>
                  </a:cubicBezTo>
                  <a:lnTo>
                    <a:pt x="2689" y="154"/>
                  </a:lnTo>
                  <a:lnTo>
                    <a:pt x="2653" y="138"/>
                  </a:lnTo>
                  <a:cubicBezTo>
                    <a:pt x="2629" y="130"/>
                    <a:pt x="2609" y="118"/>
                    <a:pt x="2585" y="106"/>
                  </a:cubicBezTo>
                  <a:cubicBezTo>
                    <a:pt x="2533" y="90"/>
                    <a:pt x="2485" y="74"/>
                    <a:pt x="2433" y="62"/>
                  </a:cubicBezTo>
                  <a:lnTo>
                    <a:pt x="2357" y="42"/>
                  </a:lnTo>
                  <a:lnTo>
                    <a:pt x="2281" y="30"/>
                  </a:lnTo>
                  <a:cubicBezTo>
                    <a:pt x="2229" y="22"/>
                    <a:pt x="2181" y="14"/>
                    <a:pt x="2129" y="10"/>
                  </a:cubicBezTo>
                  <a:cubicBezTo>
                    <a:pt x="2055" y="4"/>
                    <a:pt x="1982" y="1"/>
                    <a:pt x="1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4"/>
            <p:cNvSpPr/>
            <p:nvPr/>
          </p:nvSpPr>
          <p:spPr>
            <a:xfrm>
              <a:off x="2371682" y="2363452"/>
              <a:ext cx="208131" cy="385436"/>
            </a:xfrm>
            <a:custGeom>
              <a:avLst/>
              <a:gdLst/>
              <a:ahLst/>
              <a:cxnLst/>
              <a:rect l="l" t="t" r="r" b="b"/>
              <a:pathLst>
                <a:path w="1033" h="1913" extrusionOk="0">
                  <a:moveTo>
                    <a:pt x="549" y="0"/>
                  </a:moveTo>
                  <a:cubicBezTo>
                    <a:pt x="541" y="44"/>
                    <a:pt x="549" y="92"/>
                    <a:pt x="573" y="132"/>
                  </a:cubicBezTo>
                  <a:cubicBezTo>
                    <a:pt x="593" y="172"/>
                    <a:pt x="617" y="208"/>
                    <a:pt x="645" y="244"/>
                  </a:cubicBezTo>
                  <a:cubicBezTo>
                    <a:pt x="705" y="312"/>
                    <a:pt x="769" y="376"/>
                    <a:pt x="821" y="440"/>
                  </a:cubicBezTo>
                  <a:cubicBezTo>
                    <a:pt x="849" y="472"/>
                    <a:pt x="869" y="508"/>
                    <a:pt x="885" y="544"/>
                  </a:cubicBezTo>
                  <a:cubicBezTo>
                    <a:pt x="901" y="584"/>
                    <a:pt x="917" y="624"/>
                    <a:pt x="925" y="664"/>
                  </a:cubicBezTo>
                  <a:cubicBezTo>
                    <a:pt x="945" y="744"/>
                    <a:pt x="953" y="828"/>
                    <a:pt x="953" y="912"/>
                  </a:cubicBezTo>
                  <a:cubicBezTo>
                    <a:pt x="953" y="956"/>
                    <a:pt x="945" y="996"/>
                    <a:pt x="941" y="1040"/>
                  </a:cubicBezTo>
                  <a:cubicBezTo>
                    <a:pt x="937" y="1060"/>
                    <a:pt x="933" y="1080"/>
                    <a:pt x="925" y="1100"/>
                  </a:cubicBezTo>
                  <a:cubicBezTo>
                    <a:pt x="921" y="1120"/>
                    <a:pt x="913" y="1140"/>
                    <a:pt x="909" y="1160"/>
                  </a:cubicBezTo>
                  <a:cubicBezTo>
                    <a:pt x="877" y="1244"/>
                    <a:pt x="845" y="1328"/>
                    <a:pt x="821" y="1412"/>
                  </a:cubicBezTo>
                  <a:cubicBezTo>
                    <a:pt x="809" y="1456"/>
                    <a:pt x="797" y="1496"/>
                    <a:pt x="789" y="1544"/>
                  </a:cubicBezTo>
                  <a:cubicBezTo>
                    <a:pt x="777" y="1588"/>
                    <a:pt x="773" y="1632"/>
                    <a:pt x="773" y="1676"/>
                  </a:cubicBezTo>
                  <a:cubicBezTo>
                    <a:pt x="773" y="1724"/>
                    <a:pt x="781" y="1768"/>
                    <a:pt x="801" y="1812"/>
                  </a:cubicBezTo>
                  <a:cubicBezTo>
                    <a:pt x="807" y="1824"/>
                    <a:pt x="814" y="1836"/>
                    <a:pt x="822" y="1846"/>
                  </a:cubicBezTo>
                  <a:lnTo>
                    <a:pt x="822" y="1846"/>
                  </a:lnTo>
                  <a:cubicBezTo>
                    <a:pt x="751" y="1808"/>
                    <a:pt x="680" y="1768"/>
                    <a:pt x="609" y="1728"/>
                  </a:cubicBezTo>
                  <a:cubicBezTo>
                    <a:pt x="585" y="1716"/>
                    <a:pt x="561" y="1704"/>
                    <a:pt x="541" y="1688"/>
                  </a:cubicBezTo>
                  <a:cubicBezTo>
                    <a:pt x="521" y="1668"/>
                    <a:pt x="509" y="1648"/>
                    <a:pt x="501" y="1624"/>
                  </a:cubicBezTo>
                  <a:cubicBezTo>
                    <a:pt x="481" y="1576"/>
                    <a:pt x="461" y="1524"/>
                    <a:pt x="449" y="1468"/>
                  </a:cubicBezTo>
                  <a:cubicBezTo>
                    <a:pt x="437" y="1412"/>
                    <a:pt x="421" y="1356"/>
                    <a:pt x="401" y="1304"/>
                  </a:cubicBezTo>
                  <a:cubicBezTo>
                    <a:pt x="389" y="1276"/>
                    <a:pt x="377" y="1248"/>
                    <a:pt x="361" y="1224"/>
                  </a:cubicBezTo>
                  <a:cubicBezTo>
                    <a:pt x="345" y="1196"/>
                    <a:pt x="329" y="1172"/>
                    <a:pt x="309" y="1152"/>
                  </a:cubicBezTo>
                  <a:cubicBezTo>
                    <a:pt x="225" y="1068"/>
                    <a:pt x="117" y="1012"/>
                    <a:pt x="1" y="988"/>
                  </a:cubicBezTo>
                  <a:lnTo>
                    <a:pt x="1" y="992"/>
                  </a:lnTo>
                  <a:cubicBezTo>
                    <a:pt x="105" y="1032"/>
                    <a:pt x="197" y="1096"/>
                    <a:pt x="273" y="1180"/>
                  </a:cubicBezTo>
                  <a:cubicBezTo>
                    <a:pt x="289" y="1200"/>
                    <a:pt x="301" y="1224"/>
                    <a:pt x="313" y="1244"/>
                  </a:cubicBezTo>
                  <a:cubicBezTo>
                    <a:pt x="325" y="1272"/>
                    <a:pt x="337" y="1296"/>
                    <a:pt x="345" y="1320"/>
                  </a:cubicBezTo>
                  <a:cubicBezTo>
                    <a:pt x="365" y="1372"/>
                    <a:pt x="377" y="1428"/>
                    <a:pt x="393" y="1484"/>
                  </a:cubicBezTo>
                  <a:cubicBezTo>
                    <a:pt x="405" y="1540"/>
                    <a:pt x="425" y="1596"/>
                    <a:pt x="449" y="1648"/>
                  </a:cubicBezTo>
                  <a:cubicBezTo>
                    <a:pt x="461" y="1680"/>
                    <a:pt x="481" y="1704"/>
                    <a:pt x="509" y="1724"/>
                  </a:cubicBezTo>
                  <a:cubicBezTo>
                    <a:pt x="533" y="1740"/>
                    <a:pt x="561" y="1756"/>
                    <a:pt x="589" y="1768"/>
                  </a:cubicBezTo>
                  <a:cubicBezTo>
                    <a:pt x="682" y="1808"/>
                    <a:pt x="778" y="1850"/>
                    <a:pt x="869" y="1893"/>
                  </a:cubicBezTo>
                  <a:lnTo>
                    <a:pt x="869" y="1893"/>
                  </a:lnTo>
                  <a:cubicBezTo>
                    <a:pt x="878" y="1900"/>
                    <a:pt x="887" y="1907"/>
                    <a:pt x="897" y="1912"/>
                  </a:cubicBezTo>
                  <a:lnTo>
                    <a:pt x="899" y="1908"/>
                  </a:lnTo>
                  <a:lnTo>
                    <a:pt x="899" y="1908"/>
                  </a:lnTo>
                  <a:cubicBezTo>
                    <a:pt x="900" y="1908"/>
                    <a:pt x="900" y="1908"/>
                    <a:pt x="901" y="1908"/>
                  </a:cubicBezTo>
                  <a:lnTo>
                    <a:pt x="904" y="1900"/>
                  </a:lnTo>
                  <a:lnTo>
                    <a:pt x="909" y="1892"/>
                  </a:lnTo>
                  <a:cubicBezTo>
                    <a:pt x="908" y="1892"/>
                    <a:pt x="908" y="1892"/>
                    <a:pt x="907" y="1892"/>
                  </a:cubicBezTo>
                  <a:lnTo>
                    <a:pt x="907" y="1892"/>
                  </a:lnTo>
                  <a:lnTo>
                    <a:pt x="909" y="1888"/>
                  </a:lnTo>
                  <a:cubicBezTo>
                    <a:pt x="873" y="1868"/>
                    <a:pt x="841" y="1840"/>
                    <a:pt x="825" y="1800"/>
                  </a:cubicBezTo>
                  <a:cubicBezTo>
                    <a:pt x="817" y="1780"/>
                    <a:pt x="809" y="1760"/>
                    <a:pt x="805" y="1740"/>
                  </a:cubicBezTo>
                  <a:cubicBezTo>
                    <a:pt x="805" y="1720"/>
                    <a:pt x="805" y="1700"/>
                    <a:pt x="805" y="1676"/>
                  </a:cubicBezTo>
                  <a:cubicBezTo>
                    <a:pt x="809" y="1636"/>
                    <a:pt x="817" y="1592"/>
                    <a:pt x="829" y="1552"/>
                  </a:cubicBezTo>
                  <a:cubicBezTo>
                    <a:pt x="841" y="1508"/>
                    <a:pt x="853" y="1468"/>
                    <a:pt x="869" y="1428"/>
                  </a:cubicBezTo>
                  <a:cubicBezTo>
                    <a:pt x="901" y="1348"/>
                    <a:pt x="937" y="1268"/>
                    <a:pt x="969" y="1184"/>
                  </a:cubicBezTo>
                  <a:cubicBezTo>
                    <a:pt x="977" y="1164"/>
                    <a:pt x="985" y="1140"/>
                    <a:pt x="993" y="1120"/>
                  </a:cubicBezTo>
                  <a:cubicBezTo>
                    <a:pt x="1001" y="1100"/>
                    <a:pt x="1005" y="1076"/>
                    <a:pt x="1009" y="1056"/>
                  </a:cubicBezTo>
                  <a:cubicBezTo>
                    <a:pt x="1017" y="1008"/>
                    <a:pt x="1025" y="964"/>
                    <a:pt x="1029" y="920"/>
                  </a:cubicBezTo>
                  <a:cubicBezTo>
                    <a:pt x="1033" y="828"/>
                    <a:pt x="1021" y="736"/>
                    <a:pt x="997" y="644"/>
                  </a:cubicBezTo>
                  <a:cubicBezTo>
                    <a:pt x="985" y="600"/>
                    <a:pt x="969" y="560"/>
                    <a:pt x="949" y="516"/>
                  </a:cubicBezTo>
                  <a:cubicBezTo>
                    <a:pt x="925" y="476"/>
                    <a:pt x="897" y="436"/>
                    <a:pt x="865" y="404"/>
                  </a:cubicBezTo>
                  <a:cubicBezTo>
                    <a:pt x="805" y="336"/>
                    <a:pt x="737" y="280"/>
                    <a:pt x="677" y="220"/>
                  </a:cubicBezTo>
                  <a:cubicBezTo>
                    <a:pt x="645" y="188"/>
                    <a:pt x="617" y="156"/>
                    <a:pt x="593" y="120"/>
                  </a:cubicBezTo>
                  <a:cubicBezTo>
                    <a:pt x="569" y="84"/>
                    <a:pt x="557" y="40"/>
                    <a:pt x="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4"/>
            <p:cNvSpPr/>
            <p:nvPr/>
          </p:nvSpPr>
          <p:spPr>
            <a:xfrm>
              <a:off x="2129901" y="2815580"/>
              <a:ext cx="354811" cy="308873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7" y="0"/>
                  </a:moveTo>
                  <a:cubicBezTo>
                    <a:pt x="1153" y="44"/>
                    <a:pt x="1197" y="80"/>
                    <a:pt x="1245" y="104"/>
                  </a:cubicBezTo>
                  <a:cubicBezTo>
                    <a:pt x="1297" y="128"/>
                    <a:pt x="1349" y="144"/>
                    <a:pt x="1405" y="156"/>
                  </a:cubicBezTo>
                  <a:cubicBezTo>
                    <a:pt x="1433" y="160"/>
                    <a:pt x="1461" y="160"/>
                    <a:pt x="1489" y="160"/>
                  </a:cubicBezTo>
                  <a:cubicBezTo>
                    <a:pt x="1517" y="160"/>
                    <a:pt x="1545" y="160"/>
                    <a:pt x="1573" y="156"/>
                  </a:cubicBezTo>
                  <a:lnTo>
                    <a:pt x="1657" y="148"/>
                  </a:lnTo>
                  <a:lnTo>
                    <a:pt x="1691" y="140"/>
                  </a:lnTo>
                  <a:lnTo>
                    <a:pt x="1691" y="140"/>
                  </a:lnTo>
                  <a:cubicBezTo>
                    <a:pt x="1686" y="169"/>
                    <a:pt x="1679" y="199"/>
                    <a:pt x="1669" y="228"/>
                  </a:cubicBezTo>
                  <a:cubicBezTo>
                    <a:pt x="1649" y="268"/>
                    <a:pt x="1625" y="308"/>
                    <a:pt x="1593" y="340"/>
                  </a:cubicBezTo>
                  <a:cubicBezTo>
                    <a:pt x="1561" y="372"/>
                    <a:pt x="1521" y="400"/>
                    <a:pt x="1477" y="416"/>
                  </a:cubicBezTo>
                  <a:cubicBezTo>
                    <a:pt x="1433" y="436"/>
                    <a:pt x="1389" y="452"/>
                    <a:pt x="1345" y="468"/>
                  </a:cubicBezTo>
                  <a:cubicBezTo>
                    <a:pt x="1253" y="500"/>
                    <a:pt x="1161" y="528"/>
                    <a:pt x="1069" y="560"/>
                  </a:cubicBezTo>
                  <a:cubicBezTo>
                    <a:pt x="977" y="596"/>
                    <a:pt x="889" y="640"/>
                    <a:pt x="805" y="688"/>
                  </a:cubicBezTo>
                  <a:cubicBezTo>
                    <a:pt x="765" y="716"/>
                    <a:pt x="725" y="744"/>
                    <a:pt x="685" y="776"/>
                  </a:cubicBezTo>
                  <a:cubicBezTo>
                    <a:pt x="645" y="804"/>
                    <a:pt x="609" y="836"/>
                    <a:pt x="573" y="872"/>
                  </a:cubicBezTo>
                  <a:cubicBezTo>
                    <a:pt x="505" y="940"/>
                    <a:pt x="433" y="1008"/>
                    <a:pt x="369" y="1080"/>
                  </a:cubicBezTo>
                  <a:cubicBezTo>
                    <a:pt x="305" y="1152"/>
                    <a:pt x="241" y="1224"/>
                    <a:pt x="181" y="1296"/>
                  </a:cubicBezTo>
                  <a:cubicBezTo>
                    <a:pt x="117" y="1372"/>
                    <a:pt x="57" y="1448"/>
                    <a:pt x="1" y="1528"/>
                  </a:cubicBezTo>
                  <a:lnTo>
                    <a:pt x="5" y="1532"/>
                  </a:lnTo>
                  <a:lnTo>
                    <a:pt x="213" y="1332"/>
                  </a:lnTo>
                  <a:lnTo>
                    <a:pt x="421" y="1128"/>
                  </a:lnTo>
                  <a:lnTo>
                    <a:pt x="625" y="928"/>
                  </a:lnTo>
                  <a:cubicBezTo>
                    <a:pt x="661" y="896"/>
                    <a:pt x="693" y="864"/>
                    <a:pt x="729" y="832"/>
                  </a:cubicBezTo>
                  <a:cubicBezTo>
                    <a:pt x="765" y="804"/>
                    <a:pt x="801" y="772"/>
                    <a:pt x="841" y="748"/>
                  </a:cubicBezTo>
                  <a:cubicBezTo>
                    <a:pt x="881" y="720"/>
                    <a:pt x="917" y="696"/>
                    <a:pt x="961" y="672"/>
                  </a:cubicBezTo>
                  <a:cubicBezTo>
                    <a:pt x="1001" y="648"/>
                    <a:pt x="1045" y="624"/>
                    <a:pt x="1085" y="604"/>
                  </a:cubicBezTo>
                  <a:cubicBezTo>
                    <a:pt x="1173" y="560"/>
                    <a:pt x="1261" y="524"/>
                    <a:pt x="1353" y="492"/>
                  </a:cubicBezTo>
                  <a:cubicBezTo>
                    <a:pt x="1397" y="476"/>
                    <a:pt x="1441" y="460"/>
                    <a:pt x="1489" y="444"/>
                  </a:cubicBezTo>
                  <a:cubicBezTo>
                    <a:pt x="1537" y="424"/>
                    <a:pt x="1581" y="400"/>
                    <a:pt x="1617" y="372"/>
                  </a:cubicBezTo>
                  <a:cubicBezTo>
                    <a:pt x="1657" y="336"/>
                    <a:pt x="1689" y="296"/>
                    <a:pt x="1717" y="252"/>
                  </a:cubicBezTo>
                  <a:cubicBezTo>
                    <a:pt x="1741" y="204"/>
                    <a:pt x="1753" y="156"/>
                    <a:pt x="1761" y="100"/>
                  </a:cubicBezTo>
                  <a:lnTo>
                    <a:pt x="1761" y="64"/>
                  </a:lnTo>
                  <a:lnTo>
                    <a:pt x="1721" y="72"/>
                  </a:lnTo>
                  <a:lnTo>
                    <a:pt x="1645" y="88"/>
                  </a:lnTo>
                  <a:cubicBezTo>
                    <a:pt x="1617" y="92"/>
                    <a:pt x="1593" y="100"/>
                    <a:pt x="1565" y="100"/>
                  </a:cubicBezTo>
                  <a:cubicBezTo>
                    <a:pt x="1537" y="104"/>
                    <a:pt x="1513" y="108"/>
                    <a:pt x="1489" y="108"/>
                  </a:cubicBezTo>
                  <a:lnTo>
                    <a:pt x="1413" y="108"/>
                  </a:lnTo>
                  <a:cubicBezTo>
                    <a:pt x="1357" y="108"/>
                    <a:pt x="1309" y="96"/>
                    <a:pt x="1257" y="80"/>
                  </a:cubicBezTo>
                  <a:cubicBezTo>
                    <a:pt x="1209" y="64"/>
                    <a:pt x="1161" y="36"/>
                    <a:pt x="1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4"/>
            <p:cNvSpPr/>
            <p:nvPr/>
          </p:nvSpPr>
          <p:spPr>
            <a:xfrm>
              <a:off x="2095246" y="2872801"/>
              <a:ext cx="290336" cy="45334"/>
            </a:xfrm>
            <a:custGeom>
              <a:avLst/>
              <a:gdLst/>
              <a:ahLst/>
              <a:cxnLst/>
              <a:rect l="l" t="t" r="r" b="b"/>
              <a:pathLst>
                <a:path w="1441" h="225" extrusionOk="0">
                  <a:moveTo>
                    <a:pt x="1437" y="0"/>
                  </a:moveTo>
                  <a:lnTo>
                    <a:pt x="1373" y="16"/>
                  </a:lnTo>
                  <a:cubicBezTo>
                    <a:pt x="1333" y="24"/>
                    <a:pt x="1277" y="44"/>
                    <a:pt x="1213" y="64"/>
                  </a:cubicBezTo>
                  <a:cubicBezTo>
                    <a:pt x="1181" y="76"/>
                    <a:pt x="1145" y="88"/>
                    <a:pt x="1105" y="104"/>
                  </a:cubicBezTo>
                  <a:cubicBezTo>
                    <a:pt x="1069" y="120"/>
                    <a:pt x="1033" y="136"/>
                    <a:pt x="989" y="152"/>
                  </a:cubicBezTo>
                  <a:cubicBezTo>
                    <a:pt x="949" y="172"/>
                    <a:pt x="905" y="184"/>
                    <a:pt x="861" y="192"/>
                  </a:cubicBezTo>
                  <a:cubicBezTo>
                    <a:pt x="844" y="194"/>
                    <a:pt x="828" y="195"/>
                    <a:pt x="812" y="195"/>
                  </a:cubicBezTo>
                  <a:cubicBezTo>
                    <a:pt x="784" y="195"/>
                    <a:pt x="756" y="192"/>
                    <a:pt x="729" y="184"/>
                  </a:cubicBezTo>
                  <a:cubicBezTo>
                    <a:pt x="689" y="176"/>
                    <a:pt x="649" y="144"/>
                    <a:pt x="601" y="128"/>
                  </a:cubicBezTo>
                  <a:cubicBezTo>
                    <a:pt x="557" y="112"/>
                    <a:pt x="509" y="100"/>
                    <a:pt x="465" y="96"/>
                  </a:cubicBezTo>
                  <a:cubicBezTo>
                    <a:pt x="439" y="92"/>
                    <a:pt x="413" y="90"/>
                    <a:pt x="387" y="90"/>
                  </a:cubicBezTo>
                  <a:cubicBezTo>
                    <a:pt x="369" y="90"/>
                    <a:pt x="351" y="91"/>
                    <a:pt x="333" y="92"/>
                  </a:cubicBezTo>
                  <a:cubicBezTo>
                    <a:pt x="293" y="96"/>
                    <a:pt x="253" y="104"/>
                    <a:pt x="213" y="112"/>
                  </a:cubicBezTo>
                  <a:cubicBezTo>
                    <a:pt x="157" y="128"/>
                    <a:pt x="105" y="152"/>
                    <a:pt x="53" y="180"/>
                  </a:cubicBezTo>
                  <a:cubicBezTo>
                    <a:pt x="37" y="192"/>
                    <a:pt x="17" y="204"/>
                    <a:pt x="1" y="216"/>
                  </a:cubicBezTo>
                  <a:lnTo>
                    <a:pt x="1" y="224"/>
                  </a:lnTo>
                  <a:lnTo>
                    <a:pt x="65" y="208"/>
                  </a:lnTo>
                  <a:cubicBezTo>
                    <a:pt x="85" y="200"/>
                    <a:pt x="109" y="196"/>
                    <a:pt x="137" y="188"/>
                  </a:cubicBezTo>
                  <a:cubicBezTo>
                    <a:pt x="165" y="184"/>
                    <a:pt x="193" y="176"/>
                    <a:pt x="229" y="172"/>
                  </a:cubicBezTo>
                  <a:cubicBezTo>
                    <a:pt x="275" y="167"/>
                    <a:pt x="322" y="164"/>
                    <a:pt x="369" y="164"/>
                  </a:cubicBezTo>
                  <a:cubicBezTo>
                    <a:pt x="398" y="164"/>
                    <a:pt x="428" y="165"/>
                    <a:pt x="457" y="168"/>
                  </a:cubicBezTo>
                  <a:cubicBezTo>
                    <a:pt x="497" y="168"/>
                    <a:pt x="541" y="176"/>
                    <a:pt x="581" y="188"/>
                  </a:cubicBezTo>
                  <a:cubicBezTo>
                    <a:pt x="629" y="204"/>
                    <a:pt x="673" y="216"/>
                    <a:pt x="721" y="224"/>
                  </a:cubicBezTo>
                  <a:cubicBezTo>
                    <a:pt x="745" y="224"/>
                    <a:pt x="769" y="224"/>
                    <a:pt x="793" y="220"/>
                  </a:cubicBezTo>
                  <a:cubicBezTo>
                    <a:pt x="817" y="220"/>
                    <a:pt x="841" y="212"/>
                    <a:pt x="865" y="212"/>
                  </a:cubicBezTo>
                  <a:lnTo>
                    <a:pt x="1001" y="188"/>
                  </a:lnTo>
                  <a:cubicBezTo>
                    <a:pt x="1041" y="184"/>
                    <a:pt x="1085" y="172"/>
                    <a:pt x="1125" y="164"/>
                  </a:cubicBezTo>
                  <a:cubicBezTo>
                    <a:pt x="1165" y="152"/>
                    <a:pt x="1201" y="136"/>
                    <a:pt x="1233" y="124"/>
                  </a:cubicBezTo>
                  <a:cubicBezTo>
                    <a:pt x="1305" y="92"/>
                    <a:pt x="1377" y="52"/>
                    <a:pt x="1441" y="4"/>
                  </a:cubicBezTo>
                  <a:lnTo>
                    <a:pt x="14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44"/>
            <p:cNvSpPr/>
            <p:nvPr/>
          </p:nvSpPr>
          <p:spPr>
            <a:xfrm>
              <a:off x="2304789" y="2585889"/>
              <a:ext cx="214579" cy="193625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1" y="0"/>
                  </a:moveTo>
                  <a:lnTo>
                    <a:pt x="1" y="8"/>
                  </a:lnTo>
                  <a:lnTo>
                    <a:pt x="13" y="16"/>
                  </a:lnTo>
                  <a:cubicBezTo>
                    <a:pt x="29" y="20"/>
                    <a:pt x="41" y="24"/>
                    <a:pt x="53" y="36"/>
                  </a:cubicBezTo>
                  <a:cubicBezTo>
                    <a:pt x="73" y="48"/>
                    <a:pt x="89" y="64"/>
                    <a:pt x="101" y="84"/>
                  </a:cubicBezTo>
                  <a:cubicBezTo>
                    <a:pt x="117" y="112"/>
                    <a:pt x="129" y="140"/>
                    <a:pt x="141" y="168"/>
                  </a:cubicBezTo>
                  <a:cubicBezTo>
                    <a:pt x="161" y="236"/>
                    <a:pt x="181" y="316"/>
                    <a:pt x="213" y="404"/>
                  </a:cubicBezTo>
                  <a:cubicBezTo>
                    <a:pt x="229" y="452"/>
                    <a:pt x="245" y="496"/>
                    <a:pt x="265" y="540"/>
                  </a:cubicBezTo>
                  <a:cubicBezTo>
                    <a:pt x="277" y="560"/>
                    <a:pt x="289" y="584"/>
                    <a:pt x="301" y="604"/>
                  </a:cubicBezTo>
                  <a:cubicBezTo>
                    <a:pt x="317" y="624"/>
                    <a:pt x="333" y="644"/>
                    <a:pt x="349" y="664"/>
                  </a:cubicBezTo>
                  <a:cubicBezTo>
                    <a:pt x="381" y="704"/>
                    <a:pt x="421" y="736"/>
                    <a:pt x="461" y="764"/>
                  </a:cubicBezTo>
                  <a:cubicBezTo>
                    <a:pt x="501" y="796"/>
                    <a:pt x="541" y="820"/>
                    <a:pt x="581" y="844"/>
                  </a:cubicBezTo>
                  <a:cubicBezTo>
                    <a:pt x="617" y="868"/>
                    <a:pt x="657" y="892"/>
                    <a:pt x="701" y="908"/>
                  </a:cubicBezTo>
                  <a:cubicBezTo>
                    <a:pt x="737" y="924"/>
                    <a:pt x="777" y="936"/>
                    <a:pt x="817" y="944"/>
                  </a:cubicBezTo>
                  <a:cubicBezTo>
                    <a:pt x="877" y="956"/>
                    <a:pt x="937" y="960"/>
                    <a:pt x="997" y="960"/>
                  </a:cubicBezTo>
                  <a:cubicBezTo>
                    <a:pt x="1017" y="960"/>
                    <a:pt x="1041" y="956"/>
                    <a:pt x="1065" y="952"/>
                  </a:cubicBezTo>
                  <a:lnTo>
                    <a:pt x="1065" y="944"/>
                  </a:lnTo>
                  <a:cubicBezTo>
                    <a:pt x="1065" y="944"/>
                    <a:pt x="965" y="924"/>
                    <a:pt x="829" y="884"/>
                  </a:cubicBezTo>
                  <a:cubicBezTo>
                    <a:pt x="797" y="876"/>
                    <a:pt x="761" y="864"/>
                    <a:pt x="721" y="848"/>
                  </a:cubicBezTo>
                  <a:cubicBezTo>
                    <a:pt x="681" y="836"/>
                    <a:pt x="641" y="828"/>
                    <a:pt x="597" y="812"/>
                  </a:cubicBezTo>
                  <a:cubicBezTo>
                    <a:pt x="553" y="796"/>
                    <a:pt x="513" y="772"/>
                    <a:pt x="473" y="748"/>
                  </a:cubicBezTo>
                  <a:cubicBezTo>
                    <a:pt x="437" y="720"/>
                    <a:pt x="405" y="684"/>
                    <a:pt x="381" y="644"/>
                  </a:cubicBezTo>
                  <a:cubicBezTo>
                    <a:pt x="357" y="604"/>
                    <a:pt x="337" y="560"/>
                    <a:pt x="321" y="516"/>
                  </a:cubicBezTo>
                  <a:cubicBezTo>
                    <a:pt x="305" y="472"/>
                    <a:pt x="293" y="428"/>
                    <a:pt x="281" y="384"/>
                  </a:cubicBezTo>
                  <a:cubicBezTo>
                    <a:pt x="269" y="340"/>
                    <a:pt x="257" y="300"/>
                    <a:pt x="241" y="260"/>
                  </a:cubicBezTo>
                  <a:cubicBezTo>
                    <a:pt x="229" y="220"/>
                    <a:pt x="213" y="184"/>
                    <a:pt x="197" y="148"/>
                  </a:cubicBezTo>
                  <a:cubicBezTo>
                    <a:pt x="181" y="112"/>
                    <a:pt x="161" y="84"/>
                    <a:pt x="137" y="60"/>
                  </a:cubicBezTo>
                  <a:cubicBezTo>
                    <a:pt x="125" y="48"/>
                    <a:pt x="113" y="36"/>
                    <a:pt x="101" y="28"/>
                  </a:cubicBezTo>
                  <a:cubicBezTo>
                    <a:pt x="93" y="20"/>
                    <a:pt x="81" y="16"/>
                    <a:pt x="69" y="12"/>
                  </a:cubicBezTo>
                  <a:cubicBezTo>
                    <a:pt x="53" y="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44"/>
            <p:cNvSpPr/>
            <p:nvPr/>
          </p:nvSpPr>
          <p:spPr>
            <a:xfrm>
              <a:off x="2239508" y="2695496"/>
              <a:ext cx="275830" cy="117061"/>
            </a:xfrm>
            <a:custGeom>
              <a:avLst/>
              <a:gdLst/>
              <a:ahLst/>
              <a:cxnLst/>
              <a:rect l="l" t="t" r="r" b="b"/>
              <a:pathLst>
                <a:path w="1369" h="581" extrusionOk="0">
                  <a:moveTo>
                    <a:pt x="1" y="0"/>
                  </a:moveTo>
                  <a:cubicBezTo>
                    <a:pt x="13" y="20"/>
                    <a:pt x="25" y="40"/>
                    <a:pt x="37" y="56"/>
                  </a:cubicBezTo>
                  <a:cubicBezTo>
                    <a:pt x="69" y="104"/>
                    <a:pt x="109" y="152"/>
                    <a:pt x="153" y="192"/>
                  </a:cubicBezTo>
                  <a:cubicBezTo>
                    <a:pt x="181" y="216"/>
                    <a:pt x="213" y="244"/>
                    <a:pt x="245" y="264"/>
                  </a:cubicBezTo>
                  <a:cubicBezTo>
                    <a:pt x="281" y="288"/>
                    <a:pt x="317" y="312"/>
                    <a:pt x="357" y="332"/>
                  </a:cubicBezTo>
                  <a:cubicBezTo>
                    <a:pt x="401" y="352"/>
                    <a:pt x="441" y="376"/>
                    <a:pt x="481" y="396"/>
                  </a:cubicBezTo>
                  <a:cubicBezTo>
                    <a:pt x="525" y="412"/>
                    <a:pt x="565" y="444"/>
                    <a:pt x="609" y="464"/>
                  </a:cubicBezTo>
                  <a:lnTo>
                    <a:pt x="677" y="496"/>
                  </a:lnTo>
                  <a:cubicBezTo>
                    <a:pt x="697" y="504"/>
                    <a:pt x="721" y="512"/>
                    <a:pt x="745" y="520"/>
                  </a:cubicBezTo>
                  <a:cubicBezTo>
                    <a:pt x="789" y="536"/>
                    <a:pt x="833" y="552"/>
                    <a:pt x="881" y="560"/>
                  </a:cubicBezTo>
                  <a:cubicBezTo>
                    <a:pt x="925" y="572"/>
                    <a:pt x="969" y="576"/>
                    <a:pt x="1013" y="576"/>
                  </a:cubicBezTo>
                  <a:cubicBezTo>
                    <a:pt x="1033" y="580"/>
                    <a:pt x="1053" y="580"/>
                    <a:pt x="1073" y="580"/>
                  </a:cubicBezTo>
                  <a:lnTo>
                    <a:pt x="1129" y="576"/>
                  </a:lnTo>
                  <a:cubicBezTo>
                    <a:pt x="1165" y="576"/>
                    <a:pt x="1197" y="572"/>
                    <a:pt x="1229" y="564"/>
                  </a:cubicBezTo>
                  <a:cubicBezTo>
                    <a:pt x="1261" y="556"/>
                    <a:pt x="1285" y="552"/>
                    <a:pt x="1305" y="548"/>
                  </a:cubicBezTo>
                  <a:cubicBezTo>
                    <a:pt x="1345" y="536"/>
                    <a:pt x="1369" y="528"/>
                    <a:pt x="1369" y="528"/>
                  </a:cubicBezTo>
                  <a:lnTo>
                    <a:pt x="1369" y="520"/>
                  </a:lnTo>
                  <a:lnTo>
                    <a:pt x="1229" y="520"/>
                  </a:lnTo>
                  <a:cubicBezTo>
                    <a:pt x="1201" y="520"/>
                    <a:pt x="1165" y="516"/>
                    <a:pt x="1133" y="516"/>
                  </a:cubicBezTo>
                  <a:lnTo>
                    <a:pt x="1077" y="516"/>
                  </a:lnTo>
                  <a:lnTo>
                    <a:pt x="1021" y="508"/>
                  </a:lnTo>
                  <a:cubicBezTo>
                    <a:pt x="981" y="504"/>
                    <a:pt x="937" y="500"/>
                    <a:pt x="893" y="492"/>
                  </a:cubicBezTo>
                  <a:cubicBezTo>
                    <a:pt x="849" y="488"/>
                    <a:pt x="805" y="476"/>
                    <a:pt x="761" y="468"/>
                  </a:cubicBezTo>
                  <a:cubicBezTo>
                    <a:pt x="741" y="460"/>
                    <a:pt x="717" y="456"/>
                    <a:pt x="693" y="452"/>
                  </a:cubicBezTo>
                  <a:lnTo>
                    <a:pt x="625" y="432"/>
                  </a:lnTo>
                  <a:cubicBezTo>
                    <a:pt x="581" y="420"/>
                    <a:pt x="537" y="400"/>
                    <a:pt x="493" y="380"/>
                  </a:cubicBezTo>
                  <a:cubicBezTo>
                    <a:pt x="453" y="360"/>
                    <a:pt x="417" y="332"/>
                    <a:pt x="381" y="304"/>
                  </a:cubicBezTo>
                  <a:lnTo>
                    <a:pt x="281" y="224"/>
                  </a:lnTo>
                  <a:cubicBezTo>
                    <a:pt x="249" y="196"/>
                    <a:pt x="217" y="172"/>
                    <a:pt x="189" y="152"/>
                  </a:cubicBezTo>
                  <a:cubicBezTo>
                    <a:pt x="161" y="132"/>
                    <a:pt x="137" y="108"/>
                    <a:pt x="113" y="92"/>
                  </a:cubicBezTo>
                  <a:cubicBezTo>
                    <a:pt x="93" y="72"/>
                    <a:pt x="73" y="56"/>
                    <a:pt x="57" y="44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44"/>
            <p:cNvSpPr/>
            <p:nvPr/>
          </p:nvSpPr>
          <p:spPr>
            <a:xfrm>
              <a:off x="2600568" y="2433568"/>
              <a:ext cx="126732" cy="333051"/>
            </a:xfrm>
            <a:custGeom>
              <a:avLst/>
              <a:gdLst/>
              <a:ahLst/>
              <a:cxnLst/>
              <a:rect l="l" t="t" r="r" b="b"/>
              <a:pathLst>
                <a:path w="629" h="1653" extrusionOk="0">
                  <a:moveTo>
                    <a:pt x="581" y="0"/>
                  </a:moveTo>
                  <a:cubicBezTo>
                    <a:pt x="589" y="28"/>
                    <a:pt x="589" y="56"/>
                    <a:pt x="589" y="84"/>
                  </a:cubicBezTo>
                  <a:cubicBezTo>
                    <a:pt x="589" y="112"/>
                    <a:pt x="589" y="140"/>
                    <a:pt x="585" y="172"/>
                  </a:cubicBezTo>
                  <a:cubicBezTo>
                    <a:pt x="577" y="208"/>
                    <a:pt x="565" y="240"/>
                    <a:pt x="545" y="272"/>
                  </a:cubicBezTo>
                  <a:cubicBezTo>
                    <a:pt x="533" y="288"/>
                    <a:pt x="517" y="300"/>
                    <a:pt x="501" y="308"/>
                  </a:cubicBezTo>
                  <a:cubicBezTo>
                    <a:pt x="485" y="312"/>
                    <a:pt x="461" y="320"/>
                    <a:pt x="437" y="328"/>
                  </a:cubicBezTo>
                  <a:cubicBezTo>
                    <a:pt x="405" y="336"/>
                    <a:pt x="377" y="352"/>
                    <a:pt x="357" y="372"/>
                  </a:cubicBezTo>
                  <a:cubicBezTo>
                    <a:pt x="333" y="392"/>
                    <a:pt x="313" y="412"/>
                    <a:pt x="297" y="436"/>
                  </a:cubicBezTo>
                  <a:cubicBezTo>
                    <a:pt x="261" y="476"/>
                    <a:pt x="221" y="520"/>
                    <a:pt x="185" y="568"/>
                  </a:cubicBezTo>
                  <a:cubicBezTo>
                    <a:pt x="149" y="616"/>
                    <a:pt x="117" y="668"/>
                    <a:pt x="93" y="724"/>
                  </a:cubicBezTo>
                  <a:cubicBezTo>
                    <a:pt x="65" y="776"/>
                    <a:pt x="41" y="832"/>
                    <a:pt x="25" y="892"/>
                  </a:cubicBezTo>
                  <a:cubicBezTo>
                    <a:pt x="9" y="948"/>
                    <a:pt x="1" y="1004"/>
                    <a:pt x="1" y="1064"/>
                  </a:cubicBezTo>
                  <a:cubicBezTo>
                    <a:pt x="5" y="1120"/>
                    <a:pt x="9" y="1176"/>
                    <a:pt x="21" y="1228"/>
                  </a:cubicBezTo>
                  <a:cubicBezTo>
                    <a:pt x="33" y="1280"/>
                    <a:pt x="49" y="1324"/>
                    <a:pt x="57" y="1368"/>
                  </a:cubicBezTo>
                  <a:cubicBezTo>
                    <a:pt x="77" y="1432"/>
                    <a:pt x="89" y="1500"/>
                    <a:pt x="85" y="1568"/>
                  </a:cubicBezTo>
                  <a:cubicBezTo>
                    <a:pt x="81" y="1584"/>
                    <a:pt x="81" y="1592"/>
                    <a:pt x="81" y="1604"/>
                  </a:cubicBezTo>
                  <a:lnTo>
                    <a:pt x="73" y="1628"/>
                  </a:lnTo>
                  <a:lnTo>
                    <a:pt x="69" y="1648"/>
                  </a:lnTo>
                  <a:lnTo>
                    <a:pt x="73" y="1652"/>
                  </a:lnTo>
                  <a:lnTo>
                    <a:pt x="85" y="1632"/>
                  </a:lnTo>
                  <a:cubicBezTo>
                    <a:pt x="89" y="1628"/>
                    <a:pt x="93" y="1620"/>
                    <a:pt x="101" y="1612"/>
                  </a:cubicBezTo>
                  <a:lnTo>
                    <a:pt x="113" y="1576"/>
                  </a:lnTo>
                  <a:cubicBezTo>
                    <a:pt x="125" y="1544"/>
                    <a:pt x="129" y="1512"/>
                    <a:pt x="129" y="1476"/>
                  </a:cubicBezTo>
                  <a:cubicBezTo>
                    <a:pt x="129" y="1436"/>
                    <a:pt x="125" y="1392"/>
                    <a:pt x="113" y="1352"/>
                  </a:cubicBezTo>
                  <a:cubicBezTo>
                    <a:pt x="105" y="1308"/>
                    <a:pt x="93" y="1260"/>
                    <a:pt x="81" y="1212"/>
                  </a:cubicBezTo>
                  <a:cubicBezTo>
                    <a:pt x="65" y="1164"/>
                    <a:pt x="49" y="1116"/>
                    <a:pt x="37" y="1060"/>
                  </a:cubicBezTo>
                  <a:cubicBezTo>
                    <a:pt x="25" y="1008"/>
                    <a:pt x="29" y="952"/>
                    <a:pt x="45" y="896"/>
                  </a:cubicBezTo>
                  <a:cubicBezTo>
                    <a:pt x="61" y="840"/>
                    <a:pt x="89" y="788"/>
                    <a:pt x="125" y="744"/>
                  </a:cubicBezTo>
                  <a:cubicBezTo>
                    <a:pt x="157" y="696"/>
                    <a:pt x="197" y="652"/>
                    <a:pt x="233" y="608"/>
                  </a:cubicBezTo>
                  <a:cubicBezTo>
                    <a:pt x="273" y="564"/>
                    <a:pt x="309" y="524"/>
                    <a:pt x="349" y="484"/>
                  </a:cubicBezTo>
                  <a:cubicBezTo>
                    <a:pt x="369" y="464"/>
                    <a:pt x="385" y="444"/>
                    <a:pt x="405" y="428"/>
                  </a:cubicBezTo>
                  <a:cubicBezTo>
                    <a:pt x="421" y="416"/>
                    <a:pt x="441" y="404"/>
                    <a:pt x="461" y="396"/>
                  </a:cubicBezTo>
                  <a:cubicBezTo>
                    <a:pt x="485" y="388"/>
                    <a:pt x="513" y="376"/>
                    <a:pt x="537" y="364"/>
                  </a:cubicBezTo>
                  <a:cubicBezTo>
                    <a:pt x="557" y="348"/>
                    <a:pt x="577" y="328"/>
                    <a:pt x="593" y="308"/>
                  </a:cubicBezTo>
                  <a:cubicBezTo>
                    <a:pt x="617" y="268"/>
                    <a:pt x="629" y="224"/>
                    <a:pt x="629" y="180"/>
                  </a:cubicBezTo>
                  <a:cubicBezTo>
                    <a:pt x="629" y="144"/>
                    <a:pt x="625" y="112"/>
                    <a:pt x="617" y="80"/>
                  </a:cubicBezTo>
                  <a:cubicBezTo>
                    <a:pt x="609" y="52"/>
                    <a:pt x="601" y="28"/>
                    <a:pt x="5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4"/>
            <p:cNvSpPr/>
            <p:nvPr/>
          </p:nvSpPr>
          <p:spPr>
            <a:xfrm>
              <a:off x="2678744" y="2209519"/>
              <a:ext cx="199266" cy="565964"/>
            </a:xfrm>
            <a:custGeom>
              <a:avLst/>
              <a:gdLst/>
              <a:ahLst/>
              <a:cxnLst/>
              <a:rect l="l" t="t" r="r" b="b"/>
              <a:pathLst>
                <a:path w="989" h="2809" extrusionOk="0">
                  <a:moveTo>
                    <a:pt x="833" y="0"/>
                  </a:moveTo>
                  <a:lnTo>
                    <a:pt x="829" y="4"/>
                  </a:lnTo>
                  <a:cubicBezTo>
                    <a:pt x="829" y="4"/>
                    <a:pt x="849" y="48"/>
                    <a:pt x="869" y="132"/>
                  </a:cubicBezTo>
                  <a:cubicBezTo>
                    <a:pt x="881" y="172"/>
                    <a:pt x="893" y="224"/>
                    <a:pt x="905" y="280"/>
                  </a:cubicBezTo>
                  <a:cubicBezTo>
                    <a:pt x="917" y="344"/>
                    <a:pt x="921" y="408"/>
                    <a:pt x="925" y="472"/>
                  </a:cubicBezTo>
                  <a:cubicBezTo>
                    <a:pt x="929" y="548"/>
                    <a:pt x="925" y="624"/>
                    <a:pt x="909" y="700"/>
                  </a:cubicBezTo>
                  <a:cubicBezTo>
                    <a:pt x="897" y="784"/>
                    <a:pt x="873" y="868"/>
                    <a:pt x="833" y="944"/>
                  </a:cubicBezTo>
                  <a:cubicBezTo>
                    <a:pt x="789" y="1028"/>
                    <a:pt x="737" y="1104"/>
                    <a:pt x="677" y="1176"/>
                  </a:cubicBezTo>
                  <a:cubicBezTo>
                    <a:pt x="649" y="1212"/>
                    <a:pt x="613" y="1248"/>
                    <a:pt x="585" y="1284"/>
                  </a:cubicBezTo>
                  <a:lnTo>
                    <a:pt x="485" y="1388"/>
                  </a:lnTo>
                  <a:cubicBezTo>
                    <a:pt x="413" y="1460"/>
                    <a:pt x="349" y="1528"/>
                    <a:pt x="285" y="1600"/>
                  </a:cubicBezTo>
                  <a:cubicBezTo>
                    <a:pt x="217" y="1672"/>
                    <a:pt x="161" y="1748"/>
                    <a:pt x="105" y="1824"/>
                  </a:cubicBezTo>
                  <a:cubicBezTo>
                    <a:pt x="49" y="1904"/>
                    <a:pt x="17" y="1996"/>
                    <a:pt x="21" y="2096"/>
                  </a:cubicBezTo>
                  <a:cubicBezTo>
                    <a:pt x="25" y="2136"/>
                    <a:pt x="33" y="2176"/>
                    <a:pt x="33" y="2212"/>
                  </a:cubicBezTo>
                  <a:lnTo>
                    <a:pt x="33" y="2324"/>
                  </a:lnTo>
                  <a:cubicBezTo>
                    <a:pt x="29" y="2468"/>
                    <a:pt x="17" y="2592"/>
                    <a:pt x="13" y="2676"/>
                  </a:cubicBezTo>
                  <a:cubicBezTo>
                    <a:pt x="5" y="2760"/>
                    <a:pt x="1" y="2808"/>
                    <a:pt x="1" y="2808"/>
                  </a:cubicBezTo>
                  <a:lnTo>
                    <a:pt x="5" y="2808"/>
                  </a:lnTo>
                  <a:cubicBezTo>
                    <a:pt x="5" y="2808"/>
                    <a:pt x="21" y="2760"/>
                    <a:pt x="37" y="2676"/>
                  </a:cubicBezTo>
                  <a:cubicBezTo>
                    <a:pt x="49" y="2636"/>
                    <a:pt x="57" y="2588"/>
                    <a:pt x="69" y="2528"/>
                  </a:cubicBezTo>
                  <a:cubicBezTo>
                    <a:pt x="77" y="2468"/>
                    <a:pt x="85" y="2400"/>
                    <a:pt x="93" y="2328"/>
                  </a:cubicBezTo>
                  <a:cubicBezTo>
                    <a:pt x="93" y="2292"/>
                    <a:pt x="97" y="2252"/>
                    <a:pt x="97" y="2212"/>
                  </a:cubicBezTo>
                  <a:cubicBezTo>
                    <a:pt x="97" y="2168"/>
                    <a:pt x="97" y="2128"/>
                    <a:pt x="89" y="2088"/>
                  </a:cubicBezTo>
                  <a:cubicBezTo>
                    <a:pt x="93" y="2008"/>
                    <a:pt x="117" y="1928"/>
                    <a:pt x="165" y="1864"/>
                  </a:cubicBezTo>
                  <a:cubicBezTo>
                    <a:pt x="213" y="1784"/>
                    <a:pt x="269" y="1712"/>
                    <a:pt x="329" y="1640"/>
                  </a:cubicBezTo>
                  <a:lnTo>
                    <a:pt x="509" y="1416"/>
                  </a:lnTo>
                  <a:lnTo>
                    <a:pt x="693" y="1188"/>
                  </a:lnTo>
                  <a:cubicBezTo>
                    <a:pt x="753" y="1112"/>
                    <a:pt x="817" y="1040"/>
                    <a:pt x="865" y="964"/>
                  </a:cubicBezTo>
                  <a:cubicBezTo>
                    <a:pt x="913" y="884"/>
                    <a:pt x="949" y="800"/>
                    <a:pt x="969" y="712"/>
                  </a:cubicBezTo>
                  <a:cubicBezTo>
                    <a:pt x="985" y="632"/>
                    <a:pt x="989" y="552"/>
                    <a:pt x="981" y="472"/>
                  </a:cubicBezTo>
                  <a:cubicBezTo>
                    <a:pt x="977" y="404"/>
                    <a:pt x="965" y="336"/>
                    <a:pt x="945" y="272"/>
                  </a:cubicBezTo>
                  <a:cubicBezTo>
                    <a:pt x="933" y="220"/>
                    <a:pt x="917" y="168"/>
                    <a:pt x="897" y="120"/>
                  </a:cubicBezTo>
                  <a:cubicBezTo>
                    <a:pt x="881" y="80"/>
                    <a:pt x="857" y="40"/>
                    <a:pt x="8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4"/>
            <p:cNvSpPr/>
            <p:nvPr/>
          </p:nvSpPr>
          <p:spPr>
            <a:xfrm>
              <a:off x="2756919" y="2420673"/>
              <a:ext cx="387048" cy="332245"/>
            </a:xfrm>
            <a:custGeom>
              <a:avLst/>
              <a:gdLst/>
              <a:ahLst/>
              <a:cxnLst/>
              <a:rect l="l" t="t" r="r" b="b"/>
              <a:pathLst>
                <a:path w="1921" h="1649" extrusionOk="0">
                  <a:moveTo>
                    <a:pt x="1917" y="0"/>
                  </a:moveTo>
                  <a:lnTo>
                    <a:pt x="1909" y="32"/>
                  </a:lnTo>
                  <a:cubicBezTo>
                    <a:pt x="1901" y="60"/>
                    <a:pt x="1893" y="88"/>
                    <a:pt x="1881" y="112"/>
                  </a:cubicBezTo>
                  <a:cubicBezTo>
                    <a:pt x="1869" y="156"/>
                    <a:pt x="1853" y="196"/>
                    <a:pt x="1833" y="236"/>
                  </a:cubicBezTo>
                  <a:cubicBezTo>
                    <a:pt x="1813" y="280"/>
                    <a:pt x="1789" y="332"/>
                    <a:pt x="1757" y="384"/>
                  </a:cubicBezTo>
                  <a:cubicBezTo>
                    <a:pt x="1721" y="444"/>
                    <a:pt x="1681" y="500"/>
                    <a:pt x="1641" y="552"/>
                  </a:cubicBezTo>
                  <a:cubicBezTo>
                    <a:pt x="1597" y="612"/>
                    <a:pt x="1545" y="668"/>
                    <a:pt x="1493" y="720"/>
                  </a:cubicBezTo>
                  <a:cubicBezTo>
                    <a:pt x="1461" y="744"/>
                    <a:pt x="1433" y="772"/>
                    <a:pt x="1401" y="796"/>
                  </a:cubicBezTo>
                  <a:cubicBezTo>
                    <a:pt x="1365" y="820"/>
                    <a:pt x="1329" y="840"/>
                    <a:pt x="1293" y="856"/>
                  </a:cubicBezTo>
                  <a:cubicBezTo>
                    <a:pt x="1217" y="892"/>
                    <a:pt x="1137" y="916"/>
                    <a:pt x="1057" y="932"/>
                  </a:cubicBezTo>
                  <a:cubicBezTo>
                    <a:pt x="1017" y="940"/>
                    <a:pt x="977" y="936"/>
                    <a:pt x="933" y="940"/>
                  </a:cubicBezTo>
                  <a:cubicBezTo>
                    <a:pt x="889" y="944"/>
                    <a:pt x="849" y="948"/>
                    <a:pt x="805" y="952"/>
                  </a:cubicBezTo>
                  <a:cubicBezTo>
                    <a:pt x="721" y="964"/>
                    <a:pt x="637" y="988"/>
                    <a:pt x="561" y="1016"/>
                  </a:cubicBezTo>
                  <a:cubicBezTo>
                    <a:pt x="421" y="1068"/>
                    <a:pt x="293" y="1156"/>
                    <a:pt x="193" y="1268"/>
                  </a:cubicBezTo>
                  <a:cubicBezTo>
                    <a:pt x="153" y="1312"/>
                    <a:pt x="117" y="1360"/>
                    <a:pt x="85" y="1408"/>
                  </a:cubicBezTo>
                  <a:cubicBezTo>
                    <a:pt x="61" y="1448"/>
                    <a:pt x="41" y="1488"/>
                    <a:pt x="29" y="1532"/>
                  </a:cubicBezTo>
                  <a:cubicBezTo>
                    <a:pt x="17" y="1560"/>
                    <a:pt x="9" y="1588"/>
                    <a:pt x="5" y="1620"/>
                  </a:cubicBezTo>
                  <a:lnTo>
                    <a:pt x="1" y="1648"/>
                  </a:lnTo>
                  <a:lnTo>
                    <a:pt x="9" y="1648"/>
                  </a:lnTo>
                  <a:cubicBezTo>
                    <a:pt x="9" y="1648"/>
                    <a:pt x="9" y="1640"/>
                    <a:pt x="17" y="1620"/>
                  </a:cubicBezTo>
                  <a:cubicBezTo>
                    <a:pt x="25" y="1592"/>
                    <a:pt x="37" y="1568"/>
                    <a:pt x="53" y="1544"/>
                  </a:cubicBezTo>
                  <a:cubicBezTo>
                    <a:pt x="73" y="1504"/>
                    <a:pt x="97" y="1468"/>
                    <a:pt x="125" y="1432"/>
                  </a:cubicBezTo>
                  <a:cubicBezTo>
                    <a:pt x="157" y="1388"/>
                    <a:pt x="197" y="1348"/>
                    <a:pt x="237" y="1308"/>
                  </a:cubicBezTo>
                  <a:cubicBezTo>
                    <a:pt x="337" y="1212"/>
                    <a:pt x="457" y="1132"/>
                    <a:pt x="585" y="1080"/>
                  </a:cubicBezTo>
                  <a:cubicBezTo>
                    <a:pt x="661" y="1048"/>
                    <a:pt x="733" y="1024"/>
                    <a:pt x="813" y="1008"/>
                  </a:cubicBezTo>
                  <a:cubicBezTo>
                    <a:pt x="853" y="1000"/>
                    <a:pt x="893" y="996"/>
                    <a:pt x="937" y="988"/>
                  </a:cubicBezTo>
                  <a:cubicBezTo>
                    <a:pt x="977" y="980"/>
                    <a:pt x="1021" y="976"/>
                    <a:pt x="1065" y="964"/>
                  </a:cubicBezTo>
                  <a:cubicBezTo>
                    <a:pt x="1105" y="952"/>
                    <a:pt x="1145" y="940"/>
                    <a:pt x="1185" y="924"/>
                  </a:cubicBezTo>
                  <a:cubicBezTo>
                    <a:pt x="1205" y="916"/>
                    <a:pt x="1225" y="908"/>
                    <a:pt x="1245" y="900"/>
                  </a:cubicBezTo>
                  <a:lnTo>
                    <a:pt x="1301" y="872"/>
                  </a:lnTo>
                  <a:cubicBezTo>
                    <a:pt x="1341" y="856"/>
                    <a:pt x="1377" y="836"/>
                    <a:pt x="1413" y="812"/>
                  </a:cubicBezTo>
                  <a:cubicBezTo>
                    <a:pt x="1449" y="788"/>
                    <a:pt x="1481" y="768"/>
                    <a:pt x="1517" y="744"/>
                  </a:cubicBezTo>
                  <a:cubicBezTo>
                    <a:pt x="1545" y="720"/>
                    <a:pt x="1577" y="696"/>
                    <a:pt x="1609" y="668"/>
                  </a:cubicBezTo>
                  <a:lnTo>
                    <a:pt x="1649" y="628"/>
                  </a:lnTo>
                  <a:lnTo>
                    <a:pt x="1689" y="584"/>
                  </a:lnTo>
                  <a:cubicBezTo>
                    <a:pt x="1769" y="484"/>
                    <a:pt x="1833" y="372"/>
                    <a:pt x="1877" y="248"/>
                  </a:cubicBezTo>
                  <a:cubicBezTo>
                    <a:pt x="1889" y="204"/>
                    <a:pt x="1901" y="160"/>
                    <a:pt x="1909" y="116"/>
                  </a:cubicBezTo>
                  <a:cubicBezTo>
                    <a:pt x="1913" y="88"/>
                    <a:pt x="1917" y="60"/>
                    <a:pt x="1921" y="28"/>
                  </a:cubicBezTo>
                  <a:lnTo>
                    <a:pt x="19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4"/>
            <p:cNvSpPr/>
            <p:nvPr/>
          </p:nvSpPr>
          <p:spPr>
            <a:xfrm>
              <a:off x="2762561" y="2739822"/>
              <a:ext cx="381406" cy="55005"/>
            </a:xfrm>
            <a:custGeom>
              <a:avLst/>
              <a:gdLst/>
              <a:ahLst/>
              <a:cxnLst/>
              <a:rect l="l" t="t" r="r" b="b"/>
              <a:pathLst>
                <a:path w="1893" h="273" extrusionOk="0">
                  <a:moveTo>
                    <a:pt x="961" y="0"/>
                  </a:moveTo>
                  <a:cubicBezTo>
                    <a:pt x="897" y="0"/>
                    <a:pt x="833" y="4"/>
                    <a:pt x="773" y="8"/>
                  </a:cubicBezTo>
                  <a:cubicBezTo>
                    <a:pt x="709" y="16"/>
                    <a:pt x="649" y="24"/>
                    <a:pt x="589" y="32"/>
                  </a:cubicBezTo>
                  <a:cubicBezTo>
                    <a:pt x="533" y="40"/>
                    <a:pt x="477" y="52"/>
                    <a:pt x="421" y="64"/>
                  </a:cubicBezTo>
                  <a:cubicBezTo>
                    <a:pt x="369" y="80"/>
                    <a:pt x="321" y="96"/>
                    <a:pt x="277" y="116"/>
                  </a:cubicBezTo>
                  <a:cubicBezTo>
                    <a:pt x="181" y="156"/>
                    <a:pt x="85" y="204"/>
                    <a:pt x="1" y="264"/>
                  </a:cubicBezTo>
                  <a:lnTo>
                    <a:pt x="1" y="272"/>
                  </a:lnTo>
                  <a:lnTo>
                    <a:pt x="85" y="244"/>
                  </a:lnTo>
                  <a:lnTo>
                    <a:pt x="297" y="172"/>
                  </a:lnTo>
                  <a:lnTo>
                    <a:pt x="441" y="124"/>
                  </a:lnTo>
                  <a:cubicBezTo>
                    <a:pt x="489" y="104"/>
                    <a:pt x="541" y="84"/>
                    <a:pt x="597" y="68"/>
                  </a:cubicBezTo>
                  <a:cubicBezTo>
                    <a:pt x="676" y="43"/>
                    <a:pt x="755" y="28"/>
                    <a:pt x="837" y="28"/>
                  </a:cubicBezTo>
                  <a:cubicBezTo>
                    <a:pt x="846" y="28"/>
                    <a:pt x="855" y="28"/>
                    <a:pt x="865" y="28"/>
                  </a:cubicBezTo>
                  <a:cubicBezTo>
                    <a:pt x="897" y="32"/>
                    <a:pt x="929" y="32"/>
                    <a:pt x="957" y="40"/>
                  </a:cubicBezTo>
                  <a:cubicBezTo>
                    <a:pt x="1013" y="52"/>
                    <a:pt x="1073" y="72"/>
                    <a:pt x="1133" y="92"/>
                  </a:cubicBezTo>
                  <a:lnTo>
                    <a:pt x="1309" y="140"/>
                  </a:lnTo>
                  <a:cubicBezTo>
                    <a:pt x="1361" y="156"/>
                    <a:pt x="1417" y="168"/>
                    <a:pt x="1477" y="176"/>
                  </a:cubicBezTo>
                  <a:cubicBezTo>
                    <a:pt x="1525" y="188"/>
                    <a:pt x="1577" y="192"/>
                    <a:pt x="1629" y="192"/>
                  </a:cubicBezTo>
                  <a:cubicBezTo>
                    <a:pt x="1677" y="192"/>
                    <a:pt x="1721" y="188"/>
                    <a:pt x="1765" y="176"/>
                  </a:cubicBezTo>
                  <a:cubicBezTo>
                    <a:pt x="1801" y="164"/>
                    <a:pt x="1833" y="148"/>
                    <a:pt x="1857" y="120"/>
                  </a:cubicBezTo>
                  <a:cubicBezTo>
                    <a:pt x="1869" y="104"/>
                    <a:pt x="1881" y="80"/>
                    <a:pt x="1885" y="60"/>
                  </a:cubicBezTo>
                  <a:cubicBezTo>
                    <a:pt x="1893" y="44"/>
                    <a:pt x="1893" y="36"/>
                    <a:pt x="1893" y="36"/>
                  </a:cubicBezTo>
                  <a:lnTo>
                    <a:pt x="1885" y="36"/>
                  </a:lnTo>
                  <a:lnTo>
                    <a:pt x="1873" y="56"/>
                  </a:lnTo>
                  <a:cubicBezTo>
                    <a:pt x="1865" y="72"/>
                    <a:pt x="1853" y="88"/>
                    <a:pt x="1837" y="100"/>
                  </a:cubicBezTo>
                  <a:cubicBezTo>
                    <a:pt x="1813" y="120"/>
                    <a:pt x="1785" y="128"/>
                    <a:pt x="1753" y="132"/>
                  </a:cubicBezTo>
                  <a:cubicBezTo>
                    <a:pt x="1733" y="134"/>
                    <a:pt x="1713" y="135"/>
                    <a:pt x="1693" y="135"/>
                  </a:cubicBezTo>
                  <a:cubicBezTo>
                    <a:pt x="1673" y="135"/>
                    <a:pt x="1653" y="134"/>
                    <a:pt x="1633" y="132"/>
                  </a:cubicBezTo>
                  <a:cubicBezTo>
                    <a:pt x="1545" y="124"/>
                    <a:pt x="1437" y="96"/>
                    <a:pt x="1325" y="72"/>
                  </a:cubicBezTo>
                  <a:lnTo>
                    <a:pt x="1149" y="32"/>
                  </a:lnTo>
                  <a:cubicBezTo>
                    <a:pt x="1089" y="16"/>
                    <a:pt x="1025" y="8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4"/>
            <p:cNvSpPr/>
            <p:nvPr/>
          </p:nvSpPr>
          <p:spPr>
            <a:xfrm>
              <a:off x="2806887" y="2818401"/>
              <a:ext cx="323379" cy="141642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4" y="1"/>
                  </a:moveTo>
                  <a:cubicBezTo>
                    <a:pt x="311" y="1"/>
                    <a:pt x="298" y="1"/>
                    <a:pt x="285" y="2"/>
                  </a:cubicBezTo>
                  <a:cubicBezTo>
                    <a:pt x="189" y="2"/>
                    <a:pt x="93" y="14"/>
                    <a:pt x="1" y="38"/>
                  </a:cubicBezTo>
                  <a:lnTo>
                    <a:pt x="5" y="46"/>
                  </a:lnTo>
                  <a:lnTo>
                    <a:pt x="81" y="50"/>
                  </a:lnTo>
                  <a:cubicBezTo>
                    <a:pt x="133" y="54"/>
                    <a:pt x="201" y="58"/>
                    <a:pt x="285" y="58"/>
                  </a:cubicBezTo>
                  <a:lnTo>
                    <a:pt x="421" y="66"/>
                  </a:lnTo>
                  <a:cubicBezTo>
                    <a:pt x="453" y="66"/>
                    <a:pt x="486" y="65"/>
                    <a:pt x="521" y="65"/>
                  </a:cubicBezTo>
                  <a:cubicBezTo>
                    <a:pt x="538" y="65"/>
                    <a:pt x="555" y="65"/>
                    <a:pt x="573" y="66"/>
                  </a:cubicBezTo>
                  <a:cubicBezTo>
                    <a:pt x="625" y="66"/>
                    <a:pt x="681" y="74"/>
                    <a:pt x="733" y="90"/>
                  </a:cubicBezTo>
                  <a:cubicBezTo>
                    <a:pt x="789" y="102"/>
                    <a:pt x="841" y="126"/>
                    <a:pt x="889" y="154"/>
                  </a:cubicBezTo>
                  <a:cubicBezTo>
                    <a:pt x="981" y="206"/>
                    <a:pt x="1065" y="274"/>
                    <a:pt x="1141" y="354"/>
                  </a:cubicBezTo>
                  <a:cubicBezTo>
                    <a:pt x="1177" y="390"/>
                    <a:pt x="1209" y="430"/>
                    <a:pt x="1249" y="462"/>
                  </a:cubicBezTo>
                  <a:cubicBezTo>
                    <a:pt x="1265" y="482"/>
                    <a:pt x="1285" y="498"/>
                    <a:pt x="1309" y="514"/>
                  </a:cubicBezTo>
                  <a:lnTo>
                    <a:pt x="1365" y="546"/>
                  </a:lnTo>
                  <a:lnTo>
                    <a:pt x="1601" y="702"/>
                  </a:lnTo>
                  <a:lnTo>
                    <a:pt x="1605" y="698"/>
                  </a:lnTo>
                  <a:cubicBezTo>
                    <a:pt x="1605" y="698"/>
                    <a:pt x="1585" y="678"/>
                    <a:pt x="1553" y="638"/>
                  </a:cubicBezTo>
                  <a:cubicBezTo>
                    <a:pt x="1505" y="590"/>
                    <a:pt x="1453" y="542"/>
                    <a:pt x="1401" y="498"/>
                  </a:cubicBezTo>
                  <a:lnTo>
                    <a:pt x="1345" y="458"/>
                  </a:lnTo>
                  <a:cubicBezTo>
                    <a:pt x="1329" y="446"/>
                    <a:pt x="1313" y="430"/>
                    <a:pt x="1297" y="414"/>
                  </a:cubicBezTo>
                  <a:cubicBezTo>
                    <a:pt x="1265" y="382"/>
                    <a:pt x="1229" y="342"/>
                    <a:pt x="1189" y="306"/>
                  </a:cubicBezTo>
                  <a:cubicBezTo>
                    <a:pt x="1149" y="266"/>
                    <a:pt x="1105" y="230"/>
                    <a:pt x="1057" y="198"/>
                  </a:cubicBezTo>
                  <a:cubicBezTo>
                    <a:pt x="1009" y="166"/>
                    <a:pt x="957" y="138"/>
                    <a:pt x="901" y="118"/>
                  </a:cubicBezTo>
                  <a:cubicBezTo>
                    <a:pt x="849" y="102"/>
                    <a:pt x="793" y="82"/>
                    <a:pt x="737" y="70"/>
                  </a:cubicBezTo>
                  <a:cubicBezTo>
                    <a:pt x="681" y="58"/>
                    <a:pt x="629" y="42"/>
                    <a:pt x="577" y="30"/>
                  </a:cubicBezTo>
                  <a:cubicBezTo>
                    <a:pt x="525" y="18"/>
                    <a:pt x="473" y="10"/>
                    <a:pt x="421" y="6"/>
                  </a:cubicBezTo>
                  <a:cubicBezTo>
                    <a:pt x="390" y="4"/>
                    <a:pt x="356" y="1"/>
                    <a:pt x="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4"/>
            <p:cNvSpPr/>
            <p:nvPr/>
          </p:nvSpPr>
          <p:spPr>
            <a:xfrm>
              <a:off x="2752084" y="2839758"/>
              <a:ext cx="241980" cy="167835"/>
            </a:xfrm>
            <a:custGeom>
              <a:avLst/>
              <a:gdLst/>
              <a:ahLst/>
              <a:cxnLst/>
              <a:rect l="l" t="t" r="r" b="b"/>
              <a:pathLst>
                <a:path w="1201" h="833" extrusionOk="0">
                  <a:moveTo>
                    <a:pt x="5" y="0"/>
                  </a:moveTo>
                  <a:lnTo>
                    <a:pt x="1" y="4"/>
                  </a:lnTo>
                  <a:cubicBezTo>
                    <a:pt x="1" y="4"/>
                    <a:pt x="85" y="48"/>
                    <a:pt x="213" y="108"/>
                  </a:cubicBezTo>
                  <a:cubicBezTo>
                    <a:pt x="245" y="120"/>
                    <a:pt x="277" y="136"/>
                    <a:pt x="313" y="152"/>
                  </a:cubicBezTo>
                  <a:cubicBezTo>
                    <a:pt x="349" y="168"/>
                    <a:pt x="393" y="176"/>
                    <a:pt x="433" y="192"/>
                  </a:cubicBezTo>
                  <a:cubicBezTo>
                    <a:pt x="477" y="208"/>
                    <a:pt x="517" y="228"/>
                    <a:pt x="557" y="248"/>
                  </a:cubicBezTo>
                  <a:cubicBezTo>
                    <a:pt x="597" y="272"/>
                    <a:pt x="633" y="296"/>
                    <a:pt x="669" y="324"/>
                  </a:cubicBezTo>
                  <a:cubicBezTo>
                    <a:pt x="709" y="352"/>
                    <a:pt x="745" y="384"/>
                    <a:pt x="777" y="412"/>
                  </a:cubicBezTo>
                  <a:cubicBezTo>
                    <a:pt x="813" y="440"/>
                    <a:pt x="849" y="468"/>
                    <a:pt x="877" y="496"/>
                  </a:cubicBezTo>
                  <a:cubicBezTo>
                    <a:pt x="909" y="524"/>
                    <a:pt x="941" y="552"/>
                    <a:pt x="969" y="580"/>
                  </a:cubicBezTo>
                  <a:cubicBezTo>
                    <a:pt x="997" y="608"/>
                    <a:pt x="1025" y="632"/>
                    <a:pt x="1049" y="656"/>
                  </a:cubicBezTo>
                  <a:cubicBezTo>
                    <a:pt x="1069" y="680"/>
                    <a:pt x="1089" y="704"/>
                    <a:pt x="1109" y="724"/>
                  </a:cubicBezTo>
                  <a:cubicBezTo>
                    <a:pt x="1129" y="744"/>
                    <a:pt x="1141" y="764"/>
                    <a:pt x="1157" y="780"/>
                  </a:cubicBezTo>
                  <a:cubicBezTo>
                    <a:pt x="1181" y="812"/>
                    <a:pt x="1197" y="832"/>
                    <a:pt x="1197" y="832"/>
                  </a:cubicBezTo>
                  <a:lnTo>
                    <a:pt x="1201" y="832"/>
                  </a:lnTo>
                  <a:cubicBezTo>
                    <a:pt x="1201" y="832"/>
                    <a:pt x="1193" y="808"/>
                    <a:pt x="1181" y="772"/>
                  </a:cubicBezTo>
                  <a:cubicBezTo>
                    <a:pt x="1173" y="748"/>
                    <a:pt x="1161" y="724"/>
                    <a:pt x="1149" y="700"/>
                  </a:cubicBezTo>
                  <a:cubicBezTo>
                    <a:pt x="1133" y="676"/>
                    <a:pt x="1121" y="648"/>
                    <a:pt x="1097" y="620"/>
                  </a:cubicBezTo>
                  <a:cubicBezTo>
                    <a:pt x="1073" y="592"/>
                    <a:pt x="1053" y="560"/>
                    <a:pt x="1021" y="528"/>
                  </a:cubicBezTo>
                  <a:cubicBezTo>
                    <a:pt x="993" y="500"/>
                    <a:pt x="961" y="468"/>
                    <a:pt x="925" y="444"/>
                  </a:cubicBezTo>
                  <a:cubicBezTo>
                    <a:pt x="889" y="416"/>
                    <a:pt x="853" y="388"/>
                    <a:pt x="813" y="364"/>
                  </a:cubicBezTo>
                  <a:cubicBezTo>
                    <a:pt x="773" y="340"/>
                    <a:pt x="733" y="316"/>
                    <a:pt x="689" y="296"/>
                  </a:cubicBezTo>
                  <a:cubicBezTo>
                    <a:pt x="609" y="256"/>
                    <a:pt x="525" y="212"/>
                    <a:pt x="449" y="164"/>
                  </a:cubicBezTo>
                  <a:cubicBezTo>
                    <a:pt x="413" y="140"/>
                    <a:pt x="373" y="116"/>
                    <a:pt x="341" y="100"/>
                  </a:cubicBezTo>
                  <a:cubicBezTo>
                    <a:pt x="305" y="80"/>
                    <a:pt x="269" y="68"/>
                    <a:pt x="233" y="56"/>
                  </a:cubicBezTo>
                  <a:cubicBezTo>
                    <a:pt x="181" y="36"/>
                    <a:pt x="125" y="20"/>
                    <a:pt x="69" y="8"/>
                  </a:cubicBezTo>
                  <a:cubicBezTo>
                    <a:pt x="49" y="4"/>
                    <a:pt x="25" y="0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4"/>
            <p:cNvSpPr/>
            <p:nvPr/>
          </p:nvSpPr>
          <p:spPr>
            <a:xfrm>
              <a:off x="2683579" y="2876831"/>
              <a:ext cx="297590" cy="396719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5" y="0"/>
                  </a:moveTo>
                  <a:lnTo>
                    <a:pt x="1" y="12"/>
                  </a:lnTo>
                  <a:cubicBezTo>
                    <a:pt x="17" y="44"/>
                    <a:pt x="41" y="72"/>
                    <a:pt x="65" y="100"/>
                  </a:cubicBezTo>
                  <a:cubicBezTo>
                    <a:pt x="125" y="176"/>
                    <a:pt x="197" y="240"/>
                    <a:pt x="273" y="300"/>
                  </a:cubicBezTo>
                  <a:cubicBezTo>
                    <a:pt x="325" y="340"/>
                    <a:pt x="377" y="376"/>
                    <a:pt x="433" y="408"/>
                  </a:cubicBezTo>
                  <a:cubicBezTo>
                    <a:pt x="493" y="444"/>
                    <a:pt x="553" y="484"/>
                    <a:pt x="605" y="528"/>
                  </a:cubicBezTo>
                  <a:cubicBezTo>
                    <a:pt x="665" y="576"/>
                    <a:pt x="717" y="628"/>
                    <a:pt x="765" y="688"/>
                  </a:cubicBezTo>
                  <a:cubicBezTo>
                    <a:pt x="789" y="720"/>
                    <a:pt x="813" y="752"/>
                    <a:pt x="833" y="784"/>
                  </a:cubicBezTo>
                  <a:cubicBezTo>
                    <a:pt x="853" y="816"/>
                    <a:pt x="873" y="848"/>
                    <a:pt x="893" y="884"/>
                  </a:cubicBezTo>
                  <a:cubicBezTo>
                    <a:pt x="929" y="952"/>
                    <a:pt x="965" y="1024"/>
                    <a:pt x="997" y="1092"/>
                  </a:cubicBezTo>
                  <a:cubicBezTo>
                    <a:pt x="1029" y="1160"/>
                    <a:pt x="1053" y="1232"/>
                    <a:pt x="1077" y="1300"/>
                  </a:cubicBezTo>
                  <a:cubicBezTo>
                    <a:pt x="1101" y="1368"/>
                    <a:pt x="1117" y="1432"/>
                    <a:pt x="1133" y="1500"/>
                  </a:cubicBezTo>
                  <a:cubicBezTo>
                    <a:pt x="1145" y="1564"/>
                    <a:pt x="1165" y="1628"/>
                    <a:pt x="1193" y="1688"/>
                  </a:cubicBezTo>
                  <a:cubicBezTo>
                    <a:pt x="1217" y="1740"/>
                    <a:pt x="1245" y="1788"/>
                    <a:pt x="1281" y="1832"/>
                  </a:cubicBezTo>
                  <a:cubicBezTo>
                    <a:pt x="1309" y="1864"/>
                    <a:pt x="1341" y="1896"/>
                    <a:pt x="1377" y="1920"/>
                  </a:cubicBezTo>
                  <a:cubicBezTo>
                    <a:pt x="1405" y="1944"/>
                    <a:pt x="1441" y="1960"/>
                    <a:pt x="1477" y="1968"/>
                  </a:cubicBezTo>
                  <a:lnTo>
                    <a:pt x="1477" y="1964"/>
                  </a:lnTo>
                  <a:cubicBezTo>
                    <a:pt x="1469" y="1960"/>
                    <a:pt x="1461" y="1956"/>
                    <a:pt x="1453" y="1948"/>
                  </a:cubicBezTo>
                  <a:cubicBezTo>
                    <a:pt x="1429" y="1932"/>
                    <a:pt x="1409" y="1916"/>
                    <a:pt x="1393" y="1900"/>
                  </a:cubicBezTo>
                  <a:cubicBezTo>
                    <a:pt x="1361" y="1872"/>
                    <a:pt x="1337" y="1840"/>
                    <a:pt x="1317" y="1804"/>
                  </a:cubicBezTo>
                  <a:cubicBezTo>
                    <a:pt x="1289" y="1760"/>
                    <a:pt x="1265" y="1712"/>
                    <a:pt x="1245" y="1664"/>
                  </a:cubicBezTo>
                  <a:cubicBezTo>
                    <a:pt x="1225" y="1608"/>
                    <a:pt x="1209" y="1548"/>
                    <a:pt x="1201" y="1488"/>
                  </a:cubicBezTo>
                  <a:cubicBezTo>
                    <a:pt x="1189" y="1416"/>
                    <a:pt x="1169" y="1344"/>
                    <a:pt x="1141" y="1276"/>
                  </a:cubicBezTo>
                  <a:cubicBezTo>
                    <a:pt x="1089" y="1128"/>
                    <a:pt x="1013" y="988"/>
                    <a:pt x="921" y="860"/>
                  </a:cubicBezTo>
                  <a:cubicBezTo>
                    <a:pt x="877" y="796"/>
                    <a:pt x="829" y="732"/>
                    <a:pt x="777" y="672"/>
                  </a:cubicBezTo>
                  <a:cubicBezTo>
                    <a:pt x="729" y="612"/>
                    <a:pt x="677" y="552"/>
                    <a:pt x="629" y="496"/>
                  </a:cubicBezTo>
                  <a:cubicBezTo>
                    <a:pt x="577" y="440"/>
                    <a:pt x="521" y="396"/>
                    <a:pt x="461" y="352"/>
                  </a:cubicBezTo>
                  <a:cubicBezTo>
                    <a:pt x="405" y="320"/>
                    <a:pt x="353" y="284"/>
                    <a:pt x="305" y="248"/>
                  </a:cubicBezTo>
                  <a:cubicBezTo>
                    <a:pt x="257" y="216"/>
                    <a:pt x="213" y="184"/>
                    <a:pt x="177" y="156"/>
                  </a:cubicBezTo>
                  <a:cubicBezTo>
                    <a:pt x="141" y="124"/>
                    <a:pt x="109" y="96"/>
                    <a:pt x="81" y="76"/>
                  </a:cubicBezTo>
                  <a:cubicBezTo>
                    <a:pt x="33" y="28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4"/>
            <p:cNvSpPr/>
            <p:nvPr/>
          </p:nvSpPr>
          <p:spPr>
            <a:xfrm>
              <a:off x="2594926" y="2889726"/>
              <a:ext cx="89660" cy="434598"/>
            </a:xfrm>
            <a:custGeom>
              <a:avLst/>
              <a:gdLst/>
              <a:ahLst/>
              <a:cxnLst/>
              <a:rect l="l" t="t" r="r" b="b"/>
              <a:pathLst>
                <a:path w="445" h="2157" extrusionOk="0">
                  <a:moveTo>
                    <a:pt x="265" y="0"/>
                  </a:moveTo>
                  <a:cubicBezTo>
                    <a:pt x="253" y="28"/>
                    <a:pt x="245" y="60"/>
                    <a:pt x="237" y="96"/>
                  </a:cubicBezTo>
                  <a:cubicBezTo>
                    <a:pt x="217" y="180"/>
                    <a:pt x="213" y="268"/>
                    <a:pt x="221" y="360"/>
                  </a:cubicBezTo>
                  <a:cubicBezTo>
                    <a:pt x="225" y="420"/>
                    <a:pt x="241" y="480"/>
                    <a:pt x="269" y="536"/>
                  </a:cubicBezTo>
                  <a:cubicBezTo>
                    <a:pt x="277" y="548"/>
                    <a:pt x="285" y="564"/>
                    <a:pt x="297" y="580"/>
                  </a:cubicBezTo>
                  <a:lnTo>
                    <a:pt x="325" y="616"/>
                  </a:lnTo>
                  <a:cubicBezTo>
                    <a:pt x="337" y="628"/>
                    <a:pt x="345" y="640"/>
                    <a:pt x="357" y="656"/>
                  </a:cubicBezTo>
                  <a:lnTo>
                    <a:pt x="377" y="696"/>
                  </a:lnTo>
                  <a:cubicBezTo>
                    <a:pt x="405" y="756"/>
                    <a:pt x="417" y="824"/>
                    <a:pt x="421" y="896"/>
                  </a:cubicBezTo>
                  <a:cubicBezTo>
                    <a:pt x="425" y="964"/>
                    <a:pt x="421" y="1036"/>
                    <a:pt x="409" y="1104"/>
                  </a:cubicBezTo>
                  <a:cubicBezTo>
                    <a:pt x="393" y="1176"/>
                    <a:pt x="377" y="1244"/>
                    <a:pt x="357" y="1312"/>
                  </a:cubicBezTo>
                  <a:cubicBezTo>
                    <a:pt x="341" y="1376"/>
                    <a:pt x="313" y="1436"/>
                    <a:pt x="281" y="1492"/>
                  </a:cubicBezTo>
                  <a:cubicBezTo>
                    <a:pt x="273" y="1504"/>
                    <a:pt x="265" y="1516"/>
                    <a:pt x="257" y="1528"/>
                  </a:cubicBezTo>
                  <a:lnTo>
                    <a:pt x="221" y="1564"/>
                  </a:lnTo>
                  <a:cubicBezTo>
                    <a:pt x="201" y="1588"/>
                    <a:pt x="181" y="1616"/>
                    <a:pt x="165" y="1644"/>
                  </a:cubicBezTo>
                  <a:cubicBezTo>
                    <a:pt x="133" y="1692"/>
                    <a:pt x="101" y="1748"/>
                    <a:pt x="81" y="1800"/>
                  </a:cubicBezTo>
                  <a:cubicBezTo>
                    <a:pt x="57" y="1844"/>
                    <a:pt x="41" y="1892"/>
                    <a:pt x="25" y="1940"/>
                  </a:cubicBezTo>
                  <a:cubicBezTo>
                    <a:pt x="13" y="1980"/>
                    <a:pt x="9" y="2016"/>
                    <a:pt x="5" y="2056"/>
                  </a:cubicBezTo>
                  <a:cubicBezTo>
                    <a:pt x="1" y="2080"/>
                    <a:pt x="5" y="2108"/>
                    <a:pt x="9" y="2132"/>
                  </a:cubicBezTo>
                  <a:cubicBezTo>
                    <a:pt x="17" y="2148"/>
                    <a:pt x="21" y="2156"/>
                    <a:pt x="21" y="2156"/>
                  </a:cubicBezTo>
                  <a:lnTo>
                    <a:pt x="29" y="2152"/>
                  </a:lnTo>
                  <a:cubicBezTo>
                    <a:pt x="29" y="2152"/>
                    <a:pt x="25" y="2144"/>
                    <a:pt x="25" y="2128"/>
                  </a:cubicBezTo>
                  <a:cubicBezTo>
                    <a:pt x="21" y="2104"/>
                    <a:pt x="25" y="2084"/>
                    <a:pt x="33" y="2060"/>
                  </a:cubicBezTo>
                  <a:cubicBezTo>
                    <a:pt x="57" y="1980"/>
                    <a:pt x="89" y="1900"/>
                    <a:pt x="133" y="1828"/>
                  </a:cubicBezTo>
                  <a:cubicBezTo>
                    <a:pt x="157" y="1780"/>
                    <a:pt x="189" y="1736"/>
                    <a:pt x="221" y="1684"/>
                  </a:cubicBezTo>
                  <a:cubicBezTo>
                    <a:pt x="241" y="1664"/>
                    <a:pt x="257" y="1636"/>
                    <a:pt x="277" y="1612"/>
                  </a:cubicBezTo>
                  <a:lnTo>
                    <a:pt x="309" y="1576"/>
                  </a:lnTo>
                  <a:cubicBezTo>
                    <a:pt x="321" y="1560"/>
                    <a:pt x="333" y="1544"/>
                    <a:pt x="341" y="1528"/>
                  </a:cubicBezTo>
                  <a:cubicBezTo>
                    <a:pt x="373" y="1464"/>
                    <a:pt x="401" y="1396"/>
                    <a:pt x="413" y="1328"/>
                  </a:cubicBezTo>
                  <a:cubicBezTo>
                    <a:pt x="429" y="1256"/>
                    <a:pt x="441" y="1184"/>
                    <a:pt x="441" y="1108"/>
                  </a:cubicBezTo>
                  <a:cubicBezTo>
                    <a:pt x="445" y="1036"/>
                    <a:pt x="445" y="964"/>
                    <a:pt x="437" y="892"/>
                  </a:cubicBezTo>
                  <a:cubicBezTo>
                    <a:pt x="437" y="824"/>
                    <a:pt x="425" y="752"/>
                    <a:pt x="409" y="684"/>
                  </a:cubicBezTo>
                  <a:cubicBezTo>
                    <a:pt x="389" y="612"/>
                    <a:pt x="341" y="560"/>
                    <a:pt x="321" y="512"/>
                  </a:cubicBezTo>
                  <a:cubicBezTo>
                    <a:pt x="297" y="460"/>
                    <a:pt x="285" y="408"/>
                    <a:pt x="277" y="356"/>
                  </a:cubicBezTo>
                  <a:cubicBezTo>
                    <a:pt x="269" y="308"/>
                    <a:pt x="265" y="260"/>
                    <a:pt x="265" y="212"/>
                  </a:cubicBezTo>
                  <a:lnTo>
                    <a:pt x="265" y="100"/>
                  </a:lnTo>
                  <a:cubicBezTo>
                    <a:pt x="265" y="36"/>
                    <a:pt x="269" y="0"/>
                    <a:pt x="2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44"/>
            <p:cNvSpPr/>
            <p:nvPr/>
          </p:nvSpPr>
          <p:spPr>
            <a:xfrm>
              <a:off x="2482095" y="2920351"/>
              <a:ext cx="82406" cy="256487"/>
            </a:xfrm>
            <a:custGeom>
              <a:avLst/>
              <a:gdLst/>
              <a:ahLst/>
              <a:cxnLst/>
              <a:rect l="l" t="t" r="r" b="b"/>
              <a:pathLst>
                <a:path w="409" h="1273" extrusionOk="0">
                  <a:moveTo>
                    <a:pt x="405" y="0"/>
                  </a:moveTo>
                  <a:cubicBezTo>
                    <a:pt x="345" y="44"/>
                    <a:pt x="293" y="96"/>
                    <a:pt x="249" y="152"/>
                  </a:cubicBezTo>
                  <a:cubicBezTo>
                    <a:pt x="229" y="180"/>
                    <a:pt x="209" y="208"/>
                    <a:pt x="189" y="240"/>
                  </a:cubicBezTo>
                  <a:cubicBezTo>
                    <a:pt x="173" y="276"/>
                    <a:pt x="157" y="312"/>
                    <a:pt x="145" y="352"/>
                  </a:cubicBezTo>
                  <a:cubicBezTo>
                    <a:pt x="133" y="396"/>
                    <a:pt x="129" y="436"/>
                    <a:pt x="133" y="480"/>
                  </a:cubicBezTo>
                  <a:cubicBezTo>
                    <a:pt x="137" y="524"/>
                    <a:pt x="137" y="568"/>
                    <a:pt x="137" y="608"/>
                  </a:cubicBezTo>
                  <a:cubicBezTo>
                    <a:pt x="133" y="652"/>
                    <a:pt x="129" y="692"/>
                    <a:pt x="125" y="736"/>
                  </a:cubicBezTo>
                  <a:cubicBezTo>
                    <a:pt x="121" y="776"/>
                    <a:pt x="117" y="816"/>
                    <a:pt x="109" y="856"/>
                  </a:cubicBezTo>
                  <a:cubicBezTo>
                    <a:pt x="93" y="932"/>
                    <a:pt x="77" y="1000"/>
                    <a:pt x="61" y="1064"/>
                  </a:cubicBezTo>
                  <a:cubicBezTo>
                    <a:pt x="45" y="1124"/>
                    <a:pt x="33" y="1176"/>
                    <a:pt x="21" y="1212"/>
                  </a:cubicBezTo>
                  <a:cubicBezTo>
                    <a:pt x="9" y="1248"/>
                    <a:pt x="1" y="1268"/>
                    <a:pt x="1" y="1268"/>
                  </a:cubicBezTo>
                  <a:lnTo>
                    <a:pt x="9" y="1272"/>
                  </a:lnTo>
                  <a:cubicBezTo>
                    <a:pt x="9" y="1272"/>
                    <a:pt x="21" y="1252"/>
                    <a:pt x="45" y="1224"/>
                  </a:cubicBezTo>
                  <a:cubicBezTo>
                    <a:pt x="57" y="1204"/>
                    <a:pt x="69" y="1184"/>
                    <a:pt x="81" y="1164"/>
                  </a:cubicBezTo>
                  <a:cubicBezTo>
                    <a:pt x="93" y="1136"/>
                    <a:pt x="109" y="1112"/>
                    <a:pt x="121" y="1084"/>
                  </a:cubicBezTo>
                  <a:cubicBezTo>
                    <a:pt x="133" y="1052"/>
                    <a:pt x="145" y="1016"/>
                    <a:pt x="153" y="984"/>
                  </a:cubicBezTo>
                  <a:cubicBezTo>
                    <a:pt x="165" y="944"/>
                    <a:pt x="173" y="904"/>
                    <a:pt x="177" y="864"/>
                  </a:cubicBezTo>
                  <a:cubicBezTo>
                    <a:pt x="181" y="824"/>
                    <a:pt x="185" y="780"/>
                    <a:pt x="185" y="740"/>
                  </a:cubicBezTo>
                  <a:cubicBezTo>
                    <a:pt x="185" y="696"/>
                    <a:pt x="181" y="652"/>
                    <a:pt x="173" y="608"/>
                  </a:cubicBezTo>
                  <a:cubicBezTo>
                    <a:pt x="165" y="564"/>
                    <a:pt x="157" y="524"/>
                    <a:pt x="153" y="480"/>
                  </a:cubicBezTo>
                  <a:cubicBezTo>
                    <a:pt x="149" y="440"/>
                    <a:pt x="161" y="400"/>
                    <a:pt x="181" y="368"/>
                  </a:cubicBezTo>
                  <a:cubicBezTo>
                    <a:pt x="201" y="332"/>
                    <a:pt x="225" y="304"/>
                    <a:pt x="241" y="272"/>
                  </a:cubicBezTo>
                  <a:lnTo>
                    <a:pt x="297" y="188"/>
                  </a:lnTo>
                  <a:cubicBezTo>
                    <a:pt x="333" y="132"/>
                    <a:pt x="361" y="88"/>
                    <a:pt x="381" y="56"/>
                  </a:cubicBezTo>
                  <a:cubicBezTo>
                    <a:pt x="397" y="24"/>
                    <a:pt x="409" y="8"/>
                    <a:pt x="409" y="8"/>
                  </a:cubicBezTo>
                  <a:lnTo>
                    <a:pt x="4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44"/>
            <p:cNvSpPr/>
            <p:nvPr/>
          </p:nvSpPr>
          <p:spPr>
            <a:xfrm>
              <a:off x="2586061" y="2944529"/>
              <a:ext cx="34856" cy="170253"/>
            </a:xfrm>
            <a:custGeom>
              <a:avLst/>
              <a:gdLst/>
              <a:ahLst/>
              <a:cxnLst/>
              <a:rect l="l" t="t" r="r" b="b"/>
              <a:pathLst>
                <a:path w="173" h="845" extrusionOk="0">
                  <a:moveTo>
                    <a:pt x="33" y="0"/>
                  </a:moveTo>
                  <a:cubicBezTo>
                    <a:pt x="25" y="12"/>
                    <a:pt x="21" y="24"/>
                    <a:pt x="21" y="36"/>
                  </a:cubicBezTo>
                  <a:cubicBezTo>
                    <a:pt x="9" y="68"/>
                    <a:pt x="5" y="100"/>
                    <a:pt x="1" y="136"/>
                  </a:cubicBezTo>
                  <a:cubicBezTo>
                    <a:pt x="1" y="156"/>
                    <a:pt x="1" y="180"/>
                    <a:pt x="1" y="200"/>
                  </a:cubicBezTo>
                  <a:cubicBezTo>
                    <a:pt x="5" y="224"/>
                    <a:pt x="9" y="252"/>
                    <a:pt x="17" y="276"/>
                  </a:cubicBezTo>
                  <a:cubicBezTo>
                    <a:pt x="29" y="324"/>
                    <a:pt x="33" y="380"/>
                    <a:pt x="29" y="432"/>
                  </a:cubicBezTo>
                  <a:cubicBezTo>
                    <a:pt x="25" y="488"/>
                    <a:pt x="29" y="540"/>
                    <a:pt x="37" y="596"/>
                  </a:cubicBezTo>
                  <a:cubicBezTo>
                    <a:pt x="45" y="640"/>
                    <a:pt x="61" y="688"/>
                    <a:pt x="81" y="732"/>
                  </a:cubicBezTo>
                  <a:cubicBezTo>
                    <a:pt x="93" y="748"/>
                    <a:pt x="101" y="764"/>
                    <a:pt x="113" y="780"/>
                  </a:cubicBezTo>
                  <a:cubicBezTo>
                    <a:pt x="121" y="792"/>
                    <a:pt x="129" y="804"/>
                    <a:pt x="141" y="816"/>
                  </a:cubicBezTo>
                  <a:cubicBezTo>
                    <a:pt x="157" y="832"/>
                    <a:pt x="169" y="844"/>
                    <a:pt x="169" y="844"/>
                  </a:cubicBezTo>
                  <a:lnTo>
                    <a:pt x="173" y="840"/>
                  </a:lnTo>
                  <a:cubicBezTo>
                    <a:pt x="173" y="840"/>
                    <a:pt x="169" y="824"/>
                    <a:pt x="165" y="800"/>
                  </a:cubicBezTo>
                  <a:cubicBezTo>
                    <a:pt x="161" y="788"/>
                    <a:pt x="157" y="776"/>
                    <a:pt x="153" y="760"/>
                  </a:cubicBezTo>
                  <a:cubicBezTo>
                    <a:pt x="149" y="748"/>
                    <a:pt x="145" y="728"/>
                    <a:pt x="141" y="712"/>
                  </a:cubicBezTo>
                  <a:cubicBezTo>
                    <a:pt x="137" y="692"/>
                    <a:pt x="129" y="672"/>
                    <a:pt x="125" y="648"/>
                  </a:cubicBezTo>
                  <a:cubicBezTo>
                    <a:pt x="121" y="628"/>
                    <a:pt x="113" y="604"/>
                    <a:pt x="109" y="580"/>
                  </a:cubicBezTo>
                  <a:cubicBezTo>
                    <a:pt x="101" y="556"/>
                    <a:pt x="93" y="536"/>
                    <a:pt x="89" y="508"/>
                  </a:cubicBezTo>
                  <a:cubicBezTo>
                    <a:pt x="85" y="480"/>
                    <a:pt x="73" y="456"/>
                    <a:pt x="65" y="432"/>
                  </a:cubicBezTo>
                  <a:cubicBezTo>
                    <a:pt x="57" y="404"/>
                    <a:pt x="53" y="380"/>
                    <a:pt x="49" y="352"/>
                  </a:cubicBezTo>
                  <a:cubicBezTo>
                    <a:pt x="49" y="328"/>
                    <a:pt x="49" y="300"/>
                    <a:pt x="53" y="276"/>
                  </a:cubicBezTo>
                  <a:cubicBezTo>
                    <a:pt x="57" y="248"/>
                    <a:pt x="61" y="224"/>
                    <a:pt x="61" y="204"/>
                  </a:cubicBezTo>
                  <a:lnTo>
                    <a:pt x="61" y="140"/>
                  </a:lnTo>
                  <a:cubicBezTo>
                    <a:pt x="61" y="92"/>
                    <a:pt x="53" y="48"/>
                    <a:pt x="41" y="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44"/>
            <p:cNvSpPr/>
            <p:nvPr/>
          </p:nvSpPr>
          <p:spPr>
            <a:xfrm>
              <a:off x="2268522" y="2873607"/>
              <a:ext cx="281471" cy="35964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89" y="0"/>
                  </a:moveTo>
                  <a:cubicBezTo>
                    <a:pt x="1281" y="52"/>
                    <a:pt x="1181" y="116"/>
                    <a:pt x="1085" y="192"/>
                  </a:cubicBezTo>
                  <a:cubicBezTo>
                    <a:pt x="1037" y="228"/>
                    <a:pt x="993" y="264"/>
                    <a:pt x="949" y="304"/>
                  </a:cubicBezTo>
                  <a:cubicBezTo>
                    <a:pt x="901" y="352"/>
                    <a:pt x="857" y="400"/>
                    <a:pt x="821" y="452"/>
                  </a:cubicBezTo>
                  <a:cubicBezTo>
                    <a:pt x="777" y="512"/>
                    <a:pt x="745" y="572"/>
                    <a:pt x="721" y="640"/>
                  </a:cubicBezTo>
                  <a:cubicBezTo>
                    <a:pt x="689" y="704"/>
                    <a:pt x="657" y="768"/>
                    <a:pt x="621" y="828"/>
                  </a:cubicBezTo>
                  <a:lnTo>
                    <a:pt x="401" y="1188"/>
                  </a:lnTo>
                  <a:cubicBezTo>
                    <a:pt x="333" y="1300"/>
                    <a:pt x="269" y="1408"/>
                    <a:pt x="213" y="1500"/>
                  </a:cubicBezTo>
                  <a:cubicBezTo>
                    <a:pt x="169" y="1572"/>
                    <a:pt x="121" y="1644"/>
                    <a:pt x="73" y="1716"/>
                  </a:cubicBezTo>
                  <a:cubicBezTo>
                    <a:pt x="57" y="1732"/>
                    <a:pt x="41" y="1752"/>
                    <a:pt x="21" y="1764"/>
                  </a:cubicBezTo>
                  <a:cubicBezTo>
                    <a:pt x="17" y="1768"/>
                    <a:pt x="9" y="1772"/>
                    <a:pt x="1" y="1776"/>
                  </a:cubicBezTo>
                  <a:lnTo>
                    <a:pt x="1" y="1784"/>
                  </a:lnTo>
                  <a:cubicBezTo>
                    <a:pt x="9" y="1784"/>
                    <a:pt x="21" y="1780"/>
                    <a:pt x="29" y="1776"/>
                  </a:cubicBezTo>
                  <a:cubicBezTo>
                    <a:pt x="49" y="1764"/>
                    <a:pt x="73" y="1748"/>
                    <a:pt x="89" y="1732"/>
                  </a:cubicBezTo>
                  <a:cubicBezTo>
                    <a:pt x="153" y="1672"/>
                    <a:pt x="209" y="1604"/>
                    <a:pt x="261" y="1532"/>
                  </a:cubicBezTo>
                  <a:cubicBezTo>
                    <a:pt x="333" y="1432"/>
                    <a:pt x="401" y="1328"/>
                    <a:pt x="461" y="1220"/>
                  </a:cubicBezTo>
                  <a:cubicBezTo>
                    <a:pt x="497" y="1160"/>
                    <a:pt x="529" y="1100"/>
                    <a:pt x="561" y="1036"/>
                  </a:cubicBezTo>
                  <a:cubicBezTo>
                    <a:pt x="593" y="972"/>
                    <a:pt x="625" y="908"/>
                    <a:pt x="653" y="844"/>
                  </a:cubicBezTo>
                  <a:lnTo>
                    <a:pt x="741" y="644"/>
                  </a:lnTo>
                  <a:cubicBezTo>
                    <a:pt x="753" y="612"/>
                    <a:pt x="769" y="580"/>
                    <a:pt x="785" y="552"/>
                  </a:cubicBezTo>
                  <a:cubicBezTo>
                    <a:pt x="805" y="524"/>
                    <a:pt x="825" y="496"/>
                    <a:pt x="849" y="472"/>
                  </a:cubicBezTo>
                  <a:cubicBezTo>
                    <a:pt x="897" y="424"/>
                    <a:pt x="945" y="384"/>
                    <a:pt x="993" y="344"/>
                  </a:cubicBezTo>
                  <a:cubicBezTo>
                    <a:pt x="1037" y="304"/>
                    <a:pt x="1081" y="268"/>
                    <a:pt x="1121" y="232"/>
                  </a:cubicBezTo>
                  <a:lnTo>
                    <a:pt x="1321" y="64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44"/>
            <p:cNvSpPr/>
            <p:nvPr/>
          </p:nvSpPr>
          <p:spPr>
            <a:xfrm>
              <a:off x="2526422" y="2497035"/>
              <a:ext cx="216997" cy="320962"/>
            </a:xfrm>
            <a:custGeom>
              <a:avLst/>
              <a:gdLst/>
              <a:ahLst/>
              <a:cxnLst/>
              <a:rect l="l" t="t" r="r" b="b"/>
              <a:pathLst>
                <a:path w="1077" h="1593" extrusionOk="0">
                  <a:moveTo>
                    <a:pt x="992" y="1"/>
                  </a:moveTo>
                  <a:cubicBezTo>
                    <a:pt x="989" y="1"/>
                    <a:pt x="987" y="1"/>
                    <a:pt x="985" y="1"/>
                  </a:cubicBezTo>
                  <a:lnTo>
                    <a:pt x="957" y="1"/>
                  </a:lnTo>
                  <a:cubicBezTo>
                    <a:pt x="945" y="1"/>
                    <a:pt x="933" y="5"/>
                    <a:pt x="925" y="13"/>
                  </a:cubicBezTo>
                  <a:cubicBezTo>
                    <a:pt x="909" y="25"/>
                    <a:pt x="897" y="37"/>
                    <a:pt x="885" y="49"/>
                  </a:cubicBezTo>
                  <a:cubicBezTo>
                    <a:pt x="857" y="73"/>
                    <a:pt x="837" y="101"/>
                    <a:pt x="821" y="133"/>
                  </a:cubicBezTo>
                  <a:cubicBezTo>
                    <a:pt x="785" y="197"/>
                    <a:pt x="765" y="269"/>
                    <a:pt x="765" y="341"/>
                  </a:cubicBezTo>
                  <a:cubicBezTo>
                    <a:pt x="765" y="413"/>
                    <a:pt x="773" y="481"/>
                    <a:pt x="773" y="549"/>
                  </a:cubicBezTo>
                  <a:cubicBezTo>
                    <a:pt x="769" y="581"/>
                    <a:pt x="765" y="613"/>
                    <a:pt x="753" y="645"/>
                  </a:cubicBezTo>
                  <a:cubicBezTo>
                    <a:pt x="737" y="677"/>
                    <a:pt x="717" y="705"/>
                    <a:pt x="693" y="725"/>
                  </a:cubicBezTo>
                  <a:cubicBezTo>
                    <a:pt x="645" y="773"/>
                    <a:pt x="589" y="813"/>
                    <a:pt x="537" y="853"/>
                  </a:cubicBezTo>
                  <a:cubicBezTo>
                    <a:pt x="485" y="889"/>
                    <a:pt x="433" y="929"/>
                    <a:pt x="389" y="969"/>
                  </a:cubicBezTo>
                  <a:cubicBezTo>
                    <a:pt x="341" y="1009"/>
                    <a:pt x="305" y="1057"/>
                    <a:pt x="277" y="1109"/>
                  </a:cubicBezTo>
                  <a:cubicBezTo>
                    <a:pt x="253" y="1153"/>
                    <a:pt x="241" y="1201"/>
                    <a:pt x="241" y="1249"/>
                  </a:cubicBezTo>
                  <a:cubicBezTo>
                    <a:pt x="209" y="1217"/>
                    <a:pt x="177" y="1185"/>
                    <a:pt x="145" y="1149"/>
                  </a:cubicBezTo>
                  <a:cubicBezTo>
                    <a:pt x="109" y="1105"/>
                    <a:pt x="81" y="1053"/>
                    <a:pt x="61" y="1001"/>
                  </a:cubicBezTo>
                  <a:cubicBezTo>
                    <a:pt x="53" y="973"/>
                    <a:pt x="45" y="945"/>
                    <a:pt x="45" y="917"/>
                  </a:cubicBezTo>
                  <a:cubicBezTo>
                    <a:pt x="41" y="889"/>
                    <a:pt x="41" y="861"/>
                    <a:pt x="49" y="837"/>
                  </a:cubicBezTo>
                  <a:cubicBezTo>
                    <a:pt x="65" y="781"/>
                    <a:pt x="85" y="733"/>
                    <a:pt x="113" y="685"/>
                  </a:cubicBezTo>
                  <a:cubicBezTo>
                    <a:pt x="145" y="633"/>
                    <a:pt x="173" y="577"/>
                    <a:pt x="189" y="521"/>
                  </a:cubicBezTo>
                  <a:cubicBezTo>
                    <a:pt x="201" y="485"/>
                    <a:pt x="197" y="445"/>
                    <a:pt x="185" y="413"/>
                  </a:cubicBezTo>
                  <a:cubicBezTo>
                    <a:pt x="166" y="372"/>
                    <a:pt x="130" y="349"/>
                    <a:pt x="90" y="349"/>
                  </a:cubicBezTo>
                  <a:cubicBezTo>
                    <a:pt x="87" y="349"/>
                    <a:pt x="84" y="349"/>
                    <a:pt x="81" y="349"/>
                  </a:cubicBezTo>
                  <a:cubicBezTo>
                    <a:pt x="77" y="349"/>
                    <a:pt x="73" y="353"/>
                    <a:pt x="69" y="353"/>
                  </a:cubicBezTo>
                  <a:cubicBezTo>
                    <a:pt x="41" y="369"/>
                    <a:pt x="17" y="397"/>
                    <a:pt x="9" y="429"/>
                  </a:cubicBezTo>
                  <a:cubicBezTo>
                    <a:pt x="5" y="457"/>
                    <a:pt x="9" y="489"/>
                    <a:pt x="21" y="517"/>
                  </a:cubicBezTo>
                  <a:cubicBezTo>
                    <a:pt x="37" y="553"/>
                    <a:pt x="53" y="589"/>
                    <a:pt x="69" y="621"/>
                  </a:cubicBezTo>
                  <a:cubicBezTo>
                    <a:pt x="65" y="633"/>
                    <a:pt x="61" y="645"/>
                    <a:pt x="57" y="657"/>
                  </a:cubicBezTo>
                  <a:cubicBezTo>
                    <a:pt x="25" y="709"/>
                    <a:pt x="9" y="769"/>
                    <a:pt x="1" y="829"/>
                  </a:cubicBezTo>
                  <a:cubicBezTo>
                    <a:pt x="1" y="861"/>
                    <a:pt x="5" y="893"/>
                    <a:pt x="13" y="921"/>
                  </a:cubicBezTo>
                  <a:cubicBezTo>
                    <a:pt x="21" y="949"/>
                    <a:pt x="29" y="977"/>
                    <a:pt x="41" y="1005"/>
                  </a:cubicBezTo>
                  <a:cubicBezTo>
                    <a:pt x="61" y="1061"/>
                    <a:pt x="85" y="1117"/>
                    <a:pt x="113" y="1169"/>
                  </a:cubicBezTo>
                  <a:cubicBezTo>
                    <a:pt x="141" y="1221"/>
                    <a:pt x="177" y="1269"/>
                    <a:pt x="221" y="1309"/>
                  </a:cubicBezTo>
                  <a:cubicBezTo>
                    <a:pt x="237" y="1329"/>
                    <a:pt x="257" y="1345"/>
                    <a:pt x="269" y="1365"/>
                  </a:cubicBezTo>
                  <a:cubicBezTo>
                    <a:pt x="281" y="1377"/>
                    <a:pt x="289" y="1389"/>
                    <a:pt x="301" y="1401"/>
                  </a:cubicBezTo>
                  <a:cubicBezTo>
                    <a:pt x="309" y="1413"/>
                    <a:pt x="317" y="1421"/>
                    <a:pt x="321" y="1433"/>
                  </a:cubicBezTo>
                  <a:cubicBezTo>
                    <a:pt x="349" y="1481"/>
                    <a:pt x="349" y="1537"/>
                    <a:pt x="325" y="1585"/>
                  </a:cubicBezTo>
                  <a:cubicBezTo>
                    <a:pt x="325" y="1589"/>
                    <a:pt x="325" y="1589"/>
                    <a:pt x="325" y="1589"/>
                  </a:cubicBezTo>
                  <a:cubicBezTo>
                    <a:pt x="327" y="1591"/>
                    <a:pt x="328" y="1592"/>
                    <a:pt x="329" y="1592"/>
                  </a:cubicBezTo>
                  <a:cubicBezTo>
                    <a:pt x="330" y="1592"/>
                    <a:pt x="331" y="1591"/>
                    <a:pt x="333" y="1589"/>
                  </a:cubicBezTo>
                  <a:cubicBezTo>
                    <a:pt x="353" y="1569"/>
                    <a:pt x="369" y="1541"/>
                    <a:pt x="373" y="1509"/>
                  </a:cubicBezTo>
                  <a:cubicBezTo>
                    <a:pt x="381" y="1477"/>
                    <a:pt x="377" y="1445"/>
                    <a:pt x="365" y="1413"/>
                  </a:cubicBezTo>
                  <a:cubicBezTo>
                    <a:pt x="357" y="1385"/>
                    <a:pt x="341" y="1357"/>
                    <a:pt x="321" y="1333"/>
                  </a:cubicBezTo>
                  <a:cubicBezTo>
                    <a:pt x="309" y="1317"/>
                    <a:pt x="297" y="1305"/>
                    <a:pt x="285" y="1289"/>
                  </a:cubicBezTo>
                  <a:cubicBezTo>
                    <a:pt x="285" y="1277"/>
                    <a:pt x="285" y="1265"/>
                    <a:pt x="285" y="1249"/>
                  </a:cubicBezTo>
                  <a:cubicBezTo>
                    <a:pt x="289" y="1209"/>
                    <a:pt x="301" y="1165"/>
                    <a:pt x="325" y="1129"/>
                  </a:cubicBezTo>
                  <a:cubicBezTo>
                    <a:pt x="353" y="1085"/>
                    <a:pt x="389" y="1049"/>
                    <a:pt x="429" y="1017"/>
                  </a:cubicBezTo>
                  <a:lnTo>
                    <a:pt x="561" y="885"/>
                  </a:lnTo>
                  <a:cubicBezTo>
                    <a:pt x="609" y="837"/>
                    <a:pt x="657" y="789"/>
                    <a:pt x="709" y="745"/>
                  </a:cubicBezTo>
                  <a:cubicBezTo>
                    <a:pt x="761" y="693"/>
                    <a:pt x="797" y="629"/>
                    <a:pt x="809" y="557"/>
                  </a:cubicBezTo>
                  <a:cubicBezTo>
                    <a:pt x="817" y="509"/>
                    <a:pt x="821" y="457"/>
                    <a:pt x="821" y="409"/>
                  </a:cubicBezTo>
                  <a:cubicBezTo>
                    <a:pt x="837" y="401"/>
                    <a:pt x="857" y="389"/>
                    <a:pt x="881" y="373"/>
                  </a:cubicBezTo>
                  <a:cubicBezTo>
                    <a:pt x="909" y="353"/>
                    <a:pt x="941" y="329"/>
                    <a:pt x="969" y="305"/>
                  </a:cubicBezTo>
                  <a:cubicBezTo>
                    <a:pt x="1005" y="269"/>
                    <a:pt x="1037" y="229"/>
                    <a:pt x="1057" y="181"/>
                  </a:cubicBezTo>
                  <a:cubicBezTo>
                    <a:pt x="1069" y="153"/>
                    <a:pt x="1077" y="121"/>
                    <a:pt x="1077" y="89"/>
                  </a:cubicBezTo>
                  <a:cubicBezTo>
                    <a:pt x="1077" y="40"/>
                    <a:pt x="1040" y="1"/>
                    <a:pt x="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44"/>
            <p:cNvSpPr/>
            <p:nvPr/>
          </p:nvSpPr>
          <p:spPr>
            <a:xfrm>
              <a:off x="2643282" y="2586494"/>
              <a:ext cx="165417" cy="213168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750" y="1"/>
                  </a:moveTo>
                  <a:cubicBezTo>
                    <a:pt x="747" y="1"/>
                    <a:pt x="744" y="1"/>
                    <a:pt x="741" y="1"/>
                  </a:cubicBezTo>
                  <a:cubicBezTo>
                    <a:pt x="701" y="1"/>
                    <a:pt x="669" y="25"/>
                    <a:pt x="657" y="57"/>
                  </a:cubicBezTo>
                  <a:cubicBezTo>
                    <a:pt x="645" y="81"/>
                    <a:pt x="641" y="105"/>
                    <a:pt x="637" y="129"/>
                  </a:cubicBezTo>
                  <a:cubicBezTo>
                    <a:pt x="625" y="213"/>
                    <a:pt x="617" y="277"/>
                    <a:pt x="613" y="329"/>
                  </a:cubicBezTo>
                  <a:cubicBezTo>
                    <a:pt x="613" y="353"/>
                    <a:pt x="613" y="369"/>
                    <a:pt x="609" y="381"/>
                  </a:cubicBezTo>
                  <a:cubicBezTo>
                    <a:pt x="609" y="397"/>
                    <a:pt x="593" y="421"/>
                    <a:pt x="589" y="437"/>
                  </a:cubicBezTo>
                  <a:cubicBezTo>
                    <a:pt x="569" y="489"/>
                    <a:pt x="545" y="537"/>
                    <a:pt x="517" y="589"/>
                  </a:cubicBezTo>
                  <a:cubicBezTo>
                    <a:pt x="493" y="633"/>
                    <a:pt x="457" y="673"/>
                    <a:pt x="413" y="701"/>
                  </a:cubicBezTo>
                  <a:cubicBezTo>
                    <a:pt x="369" y="721"/>
                    <a:pt x="325" y="741"/>
                    <a:pt x="281" y="757"/>
                  </a:cubicBezTo>
                  <a:cubicBezTo>
                    <a:pt x="237" y="773"/>
                    <a:pt x="197" y="793"/>
                    <a:pt x="157" y="817"/>
                  </a:cubicBezTo>
                  <a:cubicBezTo>
                    <a:pt x="93" y="853"/>
                    <a:pt x="41" y="905"/>
                    <a:pt x="13" y="973"/>
                  </a:cubicBezTo>
                  <a:cubicBezTo>
                    <a:pt x="5" y="993"/>
                    <a:pt x="1" y="1013"/>
                    <a:pt x="1" y="1033"/>
                  </a:cubicBezTo>
                  <a:lnTo>
                    <a:pt x="1" y="1053"/>
                  </a:lnTo>
                  <a:cubicBezTo>
                    <a:pt x="1" y="1053"/>
                    <a:pt x="5" y="1053"/>
                    <a:pt x="5" y="1057"/>
                  </a:cubicBezTo>
                  <a:lnTo>
                    <a:pt x="9" y="1057"/>
                  </a:lnTo>
                  <a:lnTo>
                    <a:pt x="13" y="1037"/>
                  </a:lnTo>
                  <a:cubicBezTo>
                    <a:pt x="21" y="1017"/>
                    <a:pt x="29" y="1001"/>
                    <a:pt x="37" y="985"/>
                  </a:cubicBezTo>
                  <a:cubicBezTo>
                    <a:pt x="77" y="937"/>
                    <a:pt x="125" y="893"/>
                    <a:pt x="185" y="869"/>
                  </a:cubicBezTo>
                  <a:cubicBezTo>
                    <a:pt x="217" y="849"/>
                    <a:pt x="261" y="833"/>
                    <a:pt x="301" y="813"/>
                  </a:cubicBezTo>
                  <a:cubicBezTo>
                    <a:pt x="349" y="789"/>
                    <a:pt x="393" y="761"/>
                    <a:pt x="433" y="729"/>
                  </a:cubicBezTo>
                  <a:cubicBezTo>
                    <a:pt x="473" y="693"/>
                    <a:pt x="509" y="649"/>
                    <a:pt x="537" y="597"/>
                  </a:cubicBezTo>
                  <a:cubicBezTo>
                    <a:pt x="565" y="549"/>
                    <a:pt x="593" y="501"/>
                    <a:pt x="621" y="457"/>
                  </a:cubicBezTo>
                  <a:cubicBezTo>
                    <a:pt x="649" y="409"/>
                    <a:pt x="681" y="361"/>
                    <a:pt x="705" y="313"/>
                  </a:cubicBezTo>
                  <a:lnTo>
                    <a:pt x="785" y="173"/>
                  </a:lnTo>
                  <a:cubicBezTo>
                    <a:pt x="801" y="149"/>
                    <a:pt x="813" y="117"/>
                    <a:pt x="817" y="89"/>
                  </a:cubicBezTo>
                  <a:cubicBezTo>
                    <a:pt x="821" y="65"/>
                    <a:pt x="813" y="45"/>
                    <a:pt x="801" y="25"/>
                  </a:cubicBezTo>
                  <a:cubicBezTo>
                    <a:pt x="787" y="11"/>
                    <a:pt x="770" y="1"/>
                    <a:pt x="7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4"/>
            <p:cNvSpPr/>
            <p:nvPr/>
          </p:nvSpPr>
          <p:spPr>
            <a:xfrm>
              <a:off x="2673102" y="2700332"/>
              <a:ext cx="217803" cy="135195"/>
            </a:xfrm>
            <a:custGeom>
              <a:avLst/>
              <a:gdLst/>
              <a:ahLst/>
              <a:cxnLst/>
              <a:rect l="l" t="t" r="r" b="b"/>
              <a:pathLst>
                <a:path w="1081" h="671" extrusionOk="0">
                  <a:moveTo>
                    <a:pt x="961" y="0"/>
                  </a:moveTo>
                  <a:cubicBezTo>
                    <a:pt x="929" y="4"/>
                    <a:pt x="901" y="16"/>
                    <a:pt x="877" y="40"/>
                  </a:cubicBezTo>
                  <a:cubicBezTo>
                    <a:pt x="857" y="60"/>
                    <a:pt x="841" y="88"/>
                    <a:pt x="833" y="116"/>
                  </a:cubicBezTo>
                  <a:cubicBezTo>
                    <a:pt x="821" y="172"/>
                    <a:pt x="817" y="224"/>
                    <a:pt x="817" y="280"/>
                  </a:cubicBezTo>
                  <a:cubicBezTo>
                    <a:pt x="821" y="328"/>
                    <a:pt x="809" y="372"/>
                    <a:pt x="777" y="412"/>
                  </a:cubicBezTo>
                  <a:cubicBezTo>
                    <a:pt x="741" y="448"/>
                    <a:pt x="693" y="468"/>
                    <a:pt x="645" y="480"/>
                  </a:cubicBezTo>
                  <a:cubicBezTo>
                    <a:pt x="593" y="492"/>
                    <a:pt x="545" y="500"/>
                    <a:pt x="493" y="504"/>
                  </a:cubicBezTo>
                  <a:cubicBezTo>
                    <a:pt x="445" y="508"/>
                    <a:pt x="397" y="512"/>
                    <a:pt x="349" y="512"/>
                  </a:cubicBezTo>
                  <a:lnTo>
                    <a:pt x="225" y="524"/>
                  </a:lnTo>
                  <a:cubicBezTo>
                    <a:pt x="185" y="524"/>
                    <a:pt x="149" y="532"/>
                    <a:pt x="109" y="544"/>
                  </a:cubicBezTo>
                  <a:cubicBezTo>
                    <a:pt x="81" y="556"/>
                    <a:pt x="53" y="572"/>
                    <a:pt x="33" y="596"/>
                  </a:cubicBezTo>
                  <a:cubicBezTo>
                    <a:pt x="17" y="612"/>
                    <a:pt x="5" y="640"/>
                    <a:pt x="1" y="664"/>
                  </a:cubicBezTo>
                  <a:cubicBezTo>
                    <a:pt x="1" y="668"/>
                    <a:pt x="3" y="670"/>
                    <a:pt x="5" y="670"/>
                  </a:cubicBezTo>
                  <a:cubicBezTo>
                    <a:pt x="7" y="670"/>
                    <a:pt x="9" y="668"/>
                    <a:pt x="9" y="664"/>
                  </a:cubicBezTo>
                  <a:cubicBezTo>
                    <a:pt x="13" y="660"/>
                    <a:pt x="13" y="656"/>
                    <a:pt x="17" y="648"/>
                  </a:cubicBezTo>
                  <a:cubicBezTo>
                    <a:pt x="29" y="636"/>
                    <a:pt x="41" y="624"/>
                    <a:pt x="53" y="612"/>
                  </a:cubicBezTo>
                  <a:cubicBezTo>
                    <a:pt x="73" y="600"/>
                    <a:pt x="97" y="592"/>
                    <a:pt x="125" y="584"/>
                  </a:cubicBezTo>
                  <a:cubicBezTo>
                    <a:pt x="157" y="580"/>
                    <a:pt x="193" y="580"/>
                    <a:pt x="225" y="580"/>
                  </a:cubicBezTo>
                  <a:cubicBezTo>
                    <a:pt x="269" y="580"/>
                    <a:pt x="313" y="576"/>
                    <a:pt x="357" y="572"/>
                  </a:cubicBezTo>
                  <a:cubicBezTo>
                    <a:pt x="405" y="564"/>
                    <a:pt x="453" y="552"/>
                    <a:pt x="501" y="536"/>
                  </a:cubicBezTo>
                  <a:cubicBezTo>
                    <a:pt x="549" y="524"/>
                    <a:pt x="601" y="512"/>
                    <a:pt x="649" y="496"/>
                  </a:cubicBezTo>
                  <a:cubicBezTo>
                    <a:pt x="705" y="488"/>
                    <a:pt x="757" y="468"/>
                    <a:pt x="805" y="436"/>
                  </a:cubicBezTo>
                  <a:cubicBezTo>
                    <a:pt x="849" y="396"/>
                    <a:pt x="877" y="340"/>
                    <a:pt x="881" y="280"/>
                  </a:cubicBezTo>
                  <a:cubicBezTo>
                    <a:pt x="881" y="264"/>
                    <a:pt x="881" y="248"/>
                    <a:pt x="885" y="232"/>
                  </a:cubicBezTo>
                  <a:cubicBezTo>
                    <a:pt x="889" y="228"/>
                    <a:pt x="893" y="224"/>
                    <a:pt x="901" y="224"/>
                  </a:cubicBezTo>
                  <a:cubicBezTo>
                    <a:pt x="921" y="216"/>
                    <a:pt x="945" y="212"/>
                    <a:pt x="981" y="200"/>
                  </a:cubicBezTo>
                  <a:cubicBezTo>
                    <a:pt x="1001" y="196"/>
                    <a:pt x="1017" y="188"/>
                    <a:pt x="1033" y="176"/>
                  </a:cubicBezTo>
                  <a:cubicBezTo>
                    <a:pt x="1057" y="164"/>
                    <a:pt x="1073" y="140"/>
                    <a:pt x="1081" y="112"/>
                  </a:cubicBezTo>
                  <a:cubicBezTo>
                    <a:pt x="1081" y="84"/>
                    <a:pt x="1073" y="52"/>
                    <a:pt x="1049" y="32"/>
                  </a:cubicBezTo>
                  <a:cubicBezTo>
                    <a:pt x="1025" y="12"/>
                    <a:pt x="993" y="0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44"/>
            <p:cNvSpPr/>
            <p:nvPr/>
          </p:nvSpPr>
          <p:spPr>
            <a:xfrm>
              <a:off x="2622328" y="2846205"/>
              <a:ext cx="147687" cy="153530"/>
            </a:xfrm>
            <a:custGeom>
              <a:avLst/>
              <a:gdLst/>
              <a:ahLst/>
              <a:cxnLst/>
              <a:rect l="l" t="t" r="r" b="b"/>
              <a:pathLst>
                <a:path w="733" h="762" extrusionOk="0">
                  <a:moveTo>
                    <a:pt x="49" y="0"/>
                  </a:moveTo>
                  <a:cubicBezTo>
                    <a:pt x="31" y="0"/>
                    <a:pt x="14" y="6"/>
                    <a:pt x="1" y="16"/>
                  </a:cubicBezTo>
                  <a:cubicBezTo>
                    <a:pt x="1" y="16"/>
                    <a:pt x="1" y="16"/>
                    <a:pt x="1" y="20"/>
                  </a:cubicBezTo>
                  <a:lnTo>
                    <a:pt x="5" y="20"/>
                  </a:lnTo>
                  <a:cubicBezTo>
                    <a:pt x="10" y="19"/>
                    <a:pt x="15" y="19"/>
                    <a:pt x="20" y="19"/>
                  </a:cubicBezTo>
                  <a:cubicBezTo>
                    <a:pt x="55" y="19"/>
                    <a:pt x="87" y="41"/>
                    <a:pt x="101" y="72"/>
                  </a:cubicBezTo>
                  <a:cubicBezTo>
                    <a:pt x="117" y="116"/>
                    <a:pt x="129" y="156"/>
                    <a:pt x="133" y="200"/>
                  </a:cubicBezTo>
                  <a:cubicBezTo>
                    <a:pt x="137" y="224"/>
                    <a:pt x="145" y="248"/>
                    <a:pt x="157" y="268"/>
                  </a:cubicBezTo>
                  <a:cubicBezTo>
                    <a:pt x="165" y="292"/>
                    <a:pt x="177" y="312"/>
                    <a:pt x="193" y="332"/>
                  </a:cubicBezTo>
                  <a:cubicBezTo>
                    <a:pt x="217" y="372"/>
                    <a:pt x="249" y="408"/>
                    <a:pt x="277" y="448"/>
                  </a:cubicBezTo>
                  <a:cubicBezTo>
                    <a:pt x="301" y="484"/>
                    <a:pt x="329" y="524"/>
                    <a:pt x="357" y="560"/>
                  </a:cubicBezTo>
                  <a:cubicBezTo>
                    <a:pt x="381" y="600"/>
                    <a:pt x="409" y="640"/>
                    <a:pt x="437" y="676"/>
                  </a:cubicBezTo>
                  <a:cubicBezTo>
                    <a:pt x="473" y="716"/>
                    <a:pt x="517" y="748"/>
                    <a:pt x="573" y="760"/>
                  </a:cubicBezTo>
                  <a:cubicBezTo>
                    <a:pt x="580" y="761"/>
                    <a:pt x="587" y="762"/>
                    <a:pt x="594" y="762"/>
                  </a:cubicBezTo>
                  <a:cubicBezTo>
                    <a:pt x="615" y="762"/>
                    <a:pt x="636" y="757"/>
                    <a:pt x="657" y="748"/>
                  </a:cubicBezTo>
                  <a:cubicBezTo>
                    <a:pt x="689" y="740"/>
                    <a:pt x="713" y="716"/>
                    <a:pt x="729" y="688"/>
                  </a:cubicBezTo>
                  <a:cubicBezTo>
                    <a:pt x="733" y="676"/>
                    <a:pt x="729" y="660"/>
                    <a:pt x="721" y="652"/>
                  </a:cubicBezTo>
                  <a:cubicBezTo>
                    <a:pt x="709" y="640"/>
                    <a:pt x="697" y="628"/>
                    <a:pt x="681" y="620"/>
                  </a:cubicBezTo>
                  <a:cubicBezTo>
                    <a:pt x="665" y="612"/>
                    <a:pt x="649" y="608"/>
                    <a:pt x="633" y="604"/>
                  </a:cubicBezTo>
                  <a:cubicBezTo>
                    <a:pt x="605" y="600"/>
                    <a:pt x="577" y="600"/>
                    <a:pt x="549" y="600"/>
                  </a:cubicBezTo>
                  <a:cubicBezTo>
                    <a:pt x="535" y="602"/>
                    <a:pt x="522" y="603"/>
                    <a:pt x="509" y="603"/>
                  </a:cubicBezTo>
                  <a:cubicBezTo>
                    <a:pt x="497" y="603"/>
                    <a:pt x="485" y="602"/>
                    <a:pt x="473" y="600"/>
                  </a:cubicBezTo>
                  <a:cubicBezTo>
                    <a:pt x="457" y="600"/>
                    <a:pt x="445" y="596"/>
                    <a:pt x="433" y="596"/>
                  </a:cubicBezTo>
                  <a:lnTo>
                    <a:pt x="429" y="592"/>
                  </a:lnTo>
                  <a:lnTo>
                    <a:pt x="381" y="544"/>
                  </a:lnTo>
                  <a:cubicBezTo>
                    <a:pt x="345" y="512"/>
                    <a:pt x="317" y="476"/>
                    <a:pt x="289" y="436"/>
                  </a:cubicBezTo>
                  <a:cubicBezTo>
                    <a:pt x="265" y="400"/>
                    <a:pt x="245" y="356"/>
                    <a:pt x="229" y="316"/>
                  </a:cubicBezTo>
                  <a:cubicBezTo>
                    <a:pt x="221" y="292"/>
                    <a:pt x="217" y="272"/>
                    <a:pt x="209" y="252"/>
                  </a:cubicBezTo>
                  <a:lnTo>
                    <a:pt x="193" y="188"/>
                  </a:lnTo>
                  <a:cubicBezTo>
                    <a:pt x="181" y="140"/>
                    <a:pt x="165" y="92"/>
                    <a:pt x="141" y="52"/>
                  </a:cubicBezTo>
                  <a:cubicBezTo>
                    <a:pt x="125" y="28"/>
                    <a:pt x="101" y="12"/>
                    <a:pt x="77" y="4"/>
                  </a:cubicBezTo>
                  <a:cubicBezTo>
                    <a:pt x="67" y="2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44"/>
            <p:cNvSpPr/>
            <p:nvPr/>
          </p:nvSpPr>
          <p:spPr>
            <a:xfrm>
              <a:off x="2432127" y="2847817"/>
              <a:ext cx="150104" cy="149701"/>
            </a:xfrm>
            <a:custGeom>
              <a:avLst/>
              <a:gdLst/>
              <a:ahLst/>
              <a:cxnLst/>
              <a:rect l="l" t="t" r="r" b="b"/>
              <a:pathLst>
                <a:path w="745" h="743" extrusionOk="0">
                  <a:moveTo>
                    <a:pt x="741" y="0"/>
                  </a:moveTo>
                  <a:cubicBezTo>
                    <a:pt x="677" y="0"/>
                    <a:pt x="609" y="16"/>
                    <a:pt x="553" y="52"/>
                  </a:cubicBezTo>
                  <a:cubicBezTo>
                    <a:pt x="545" y="56"/>
                    <a:pt x="537" y="64"/>
                    <a:pt x="541" y="76"/>
                  </a:cubicBezTo>
                  <a:lnTo>
                    <a:pt x="541" y="80"/>
                  </a:lnTo>
                  <a:cubicBezTo>
                    <a:pt x="541" y="124"/>
                    <a:pt x="533" y="168"/>
                    <a:pt x="521" y="212"/>
                  </a:cubicBezTo>
                  <a:cubicBezTo>
                    <a:pt x="505" y="260"/>
                    <a:pt x="489" y="304"/>
                    <a:pt x="469" y="348"/>
                  </a:cubicBezTo>
                  <a:cubicBezTo>
                    <a:pt x="429" y="440"/>
                    <a:pt x="365" y="520"/>
                    <a:pt x="289" y="580"/>
                  </a:cubicBezTo>
                  <a:cubicBezTo>
                    <a:pt x="273" y="592"/>
                    <a:pt x="257" y="604"/>
                    <a:pt x="237" y="616"/>
                  </a:cubicBezTo>
                  <a:cubicBezTo>
                    <a:pt x="229" y="616"/>
                    <a:pt x="221" y="612"/>
                    <a:pt x="213" y="608"/>
                  </a:cubicBezTo>
                  <a:cubicBezTo>
                    <a:pt x="189" y="604"/>
                    <a:pt x="169" y="588"/>
                    <a:pt x="141" y="580"/>
                  </a:cubicBezTo>
                  <a:cubicBezTo>
                    <a:pt x="129" y="575"/>
                    <a:pt x="116" y="573"/>
                    <a:pt x="102" y="573"/>
                  </a:cubicBezTo>
                  <a:cubicBezTo>
                    <a:pt x="84" y="573"/>
                    <a:pt x="65" y="577"/>
                    <a:pt x="49" y="584"/>
                  </a:cubicBezTo>
                  <a:cubicBezTo>
                    <a:pt x="29" y="596"/>
                    <a:pt x="17" y="612"/>
                    <a:pt x="9" y="632"/>
                  </a:cubicBezTo>
                  <a:cubicBezTo>
                    <a:pt x="1" y="652"/>
                    <a:pt x="5" y="676"/>
                    <a:pt x="17" y="696"/>
                  </a:cubicBezTo>
                  <a:cubicBezTo>
                    <a:pt x="37" y="724"/>
                    <a:pt x="66" y="742"/>
                    <a:pt x="99" y="742"/>
                  </a:cubicBezTo>
                  <a:cubicBezTo>
                    <a:pt x="105" y="742"/>
                    <a:pt x="111" y="742"/>
                    <a:pt x="117" y="740"/>
                  </a:cubicBezTo>
                  <a:cubicBezTo>
                    <a:pt x="145" y="740"/>
                    <a:pt x="173" y="728"/>
                    <a:pt x="201" y="716"/>
                  </a:cubicBezTo>
                  <a:cubicBezTo>
                    <a:pt x="249" y="692"/>
                    <a:pt x="293" y="660"/>
                    <a:pt x="329" y="620"/>
                  </a:cubicBezTo>
                  <a:cubicBezTo>
                    <a:pt x="361" y="580"/>
                    <a:pt x="393" y="536"/>
                    <a:pt x="417" y="492"/>
                  </a:cubicBezTo>
                  <a:cubicBezTo>
                    <a:pt x="441" y="448"/>
                    <a:pt x="465" y="404"/>
                    <a:pt x="493" y="364"/>
                  </a:cubicBezTo>
                  <a:cubicBezTo>
                    <a:pt x="525" y="320"/>
                    <a:pt x="553" y="276"/>
                    <a:pt x="577" y="232"/>
                  </a:cubicBezTo>
                  <a:cubicBezTo>
                    <a:pt x="597" y="188"/>
                    <a:pt x="605" y="136"/>
                    <a:pt x="601" y="88"/>
                  </a:cubicBezTo>
                  <a:cubicBezTo>
                    <a:pt x="645" y="56"/>
                    <a:pt x="697" y="28"/>
                    <a:pt x="745" y="4"/>
                  </a:cubicBezTo>
                  <a:cubicBezTo>
                    <a:pt x="745" y="0"/>
                    <a:pt x="745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4"/>
            <p:cNvSpPr/>
            <p:nvPr/>
          </p:nvSpPr>
          <p:spPr>
            <a:xfrm>
              <a:off x="2327355" y="2810543"/>
              <a:ext cx="234727" cy="76362"/>
            </a:xfrm>
            <a:custGeom>
              <a:avLst/>
              <a:gdLst/>
              <a:ahLst/>
              <a:cxnLst/>
              <a:rect l="l" t="t" r="r" b="b"/>
              <a:pathLst>
                <a:path w="1165" h="379" extrusionOk="0">
                  <a:moveTo>
                    <a:pt x="983" y="1"/>
                  </a:moveTo>
                  <a:cubicBezTo>
                    <a:pt x="934" y="1"/>
                    <a:pt x="886" y="12"/>
                    <a:pt x="841" y="33"/>
                  </a:cubicBezTo>
                  <a:cubicBezTo>
                    <a:pt x="813" y="45"/>
                    <a:pt x="789" y="61"/>
                    <a:pt x="769" y="77"/>
                  </a:cubicBezTo>
                  <a:cubicBezTo>
                    <a:pt x="745" y="97"/>
                    <a:pt x="725" y="117"/>
                    <a:pt x="709" y="133"/>
                  </a:cubicBezTo>
                  <a:cubicBezTo>
                    <a:pt x="673" y="173"/>
                    <a:pt x="633" y="209"/>
                    <a:pt x="585" y="229"/>
                  </a:cubicBezTo>
                  <a:cubicBezTo>
                    <a:pt x="557" y="241"/>
                    <a:pt x="527" y="247"/>
                    <a:pt x="498" y="247"/>
                  </a:cubicBezTo>
                  <a:cubicBezTo>
                    <a:pt x="477" y="247"/>
                    <a:pt x="457" y="244"/>
                    <a:pt x="437" y="237"/>
                  </a:cubicBezTo>
                  <a:cubicBezTo>
                    <a:pt x="385" y="229"/>
                    <a:pt x="337" y="209"/>
                    <a:pt x="285" y="197"/>
                  </a:cubicBezTo>
                  <a:cubicBezTo>
                    <a:pt x="249" y="182"/>
                    <a:pt x="211" y="175"/>
                    <a:pt x="173" y="175"/>
                  </a:cubicBezTo>
                  <a:cubicBezTo>
                    <a:pt x="152" y="175"/>
                    <a:pt x="130" y="177"/>
                    <a:pt x="109" y="181"/>
                  </a:cubicBezTo>
                  <a:cubicBezTo>
                    <a:pt x="77" y="193"/>
                    <a:pt x="49" y="217"/>
                    <a:pt x="29" y="245"/>
                  </a:cubicBezTo>
                  <a:cubicBezTo>
                    <a:pt x="5" y="277"/>
                    <a:pt x="1" y="317"/>
                    <a:pt x="17" y="349"/>
                  </a:cubicBezTo>
                  <a:lnTo>
                    <a:pt x="17" y="353"/>
                  </a:lnTo>
                  <a:cubicBezTo>
                    <a:pt x="17" y="361"/>
                    <a:pt x="25" y="369"/>
                    <a:pt x="33" y="369"/>
                  </a:cubicBezTo>
                  <a:cubicBezTo>
                    <a:pt x="50" y="376"/>
                    <a:pt x="67" y="379"/>
                    <a:pt x="85" y="379"/>
                  </a:cubicBezTo>
                  <a:cubicBezTo>
                    <a:pt x="122" y="379"/>
                    <a:pt x="158" y="366"/>
                    <a:pt x="185" y="341"/>
                  </a:cubicBezTo>
                  <a:cubicBezTo>
                    <a:pt x="197" y="333"/>
                    <a:pt x="205" y="325"/>
                    <a:pt x="213" y="313"/>
                  </a:cubicBezTo>
                  <a:lnTo>
                    <a:pt x="233" y="289"/>
                  </a:lnTo>
                  <a:cubicBezTo>
                    <a:pt x="246" y="276"/>
                    <a:pt x="259" y="263"/>
                    <a:pt x="274" y="263"/>
                  </a:cubicBezTo>
                  <a:cubicBezTo>
                    <a:pt x="277" y="263"/>
                    <a:pt x="281" y="264"/>
                    <a:pt x="285" y="265"/>
                  </a:cubicBezTo>
                  <a:lnTo>
                    <a:pt x="289" y="265"/>
                  </a:lnTo>
                  <a:cubicBezTo>
                    <a:pt x="333" y="277"/>
                    <a:pt x="381" y="281"/>
                    <a:pt x="429" y="285"/>
                  </a:cubicBezTo>
                  <a:cubicBezTo>
                    <a:pt x="485" y="285"/>
                    <a:pt x="541" y="273"/>
                    <a:pt x="593" y="249"/>
                  </a:cubicBezTo>
                  <a:cubicBezTo>
                    <a:pt x="641" y="221"/>
                    <a:pt x="689" y="193"/>
                    <a:pt x="733" y="161"/>
                  </a:cubicBezTo>
                  <a:cubicBezTo>
                    <a:pt x="773" y="133"/>
                    <a:pt x="817" y="109"/>
                    <a:pt x="865" y="85"/>
                  </a:cubicBezTo>
                  <a:cubicBezTo>
                    <a:pt x="909" y="65"/>
                    <a:pt x="957" y="53"/>
                    <a:pt x="1005" y="49"/>
                  </a:cubicBezTo>
                  <a:cubicBezTo>
                    <a:pt x="1023" y="47"/>
                    <a:pt x="1041" y="45"/>
                    <a:pt x="1060" y="45"/>
                  </a:cubicBezTo>
                  <a:cubicBezTo>
                    <a:pt x="1093" y="45"/>
                    <a:pt x="1126" y="50"/>
                    <a:pt x="1157" y="57"/>
                  </a:cubicBezTo>
                  <a:lnTo>
                    <a:pt x="1161" y="57"/>
                  </a:lnTo>
                  <a:cubicBezTo>
                    <a:pt x="1165" y="53"/>
                    <a:pt x="1165" y="53"/>
                    <a:pt x="1161" y="53"/>
                  </a:cubicBezTo>
                  <a:cubicBezTo>
                    <a:pt x="1117" y="21"/>
                    <a:pt x="1061" y="5"/>
                    <a:pt x="1005" y="1"/>
                  </a:cubicBezTo>
                  <a:cubicBezTo>
                    <a:pt x="998" y="1"/>
                    <a:pt x="990" y="1"/>
                    <a:pt x="9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4"/>
            <p:cNvSpPr/>
            <p:nvPr/>
          </p:nvSpPr>
          <p:spPr>
            <a:xfrm>
              <a:off x="2370876" y="2618126"/>
              <a:ext cx="194431" cy="180730"/>
            </a:xfrm>
            <a:custGeom>
              <a:avLst/>
              <a:gdLst/>
              <a:ahLst/>
              <a:cxnLst/>
              <a:rect l="l" t="t" r="r" b="b"/>
              <a:pathLst>
                <a:path w="965" h="897" extrusionOk="0">
                  <a:moveTo>
                    <a:pt x="61" y="0"/>
                  </a:moveTo>
                  <a:cubicBezTo>
                    <a:pt x="45" y="12"/>
                    <a:pt x="33" y="24"/>
                    <a:pt x="21" y="40"/>
                  </a:cubicBezTo>
                  <a:cubicBezTo>
                    <a:pt x="9" y="56"/>
                    <a:pt x="1" y="76"/>
                    <a:pt x="5" y="100"/>
                  </a:cubicBezTo>
                  <a:cubicBezTo>
                    <a:pt x="9" y="132"/>
                    <a:pt x="21" y="164"/>
                    <a:pt x="45" y="192"/>
                  </a:cubicBezTo>
                  <a:cubicBezTo>
                    <a:pt x="57" y="216"/>
                    <a:pt x="77" y="240"/>
                    <a:pt x="97" y="264"/>
                  </a:cubicBezTo>
                  <a:cubicBezTo>
                    <a:pt x="105" y="276"/>
                    <a:pt x="117" y="284"/>
                    <a:pt x="129" y="296"/>
                  </a:cubicBezTo>
                  <a:cubicBezTo>
                    <a:pt x="141" y="304"/>
                    <a:pt x="153" y="312"/>
                    <a:pt x="169" y="320"/>
                  </a:cubicBezTo>
                  <a:cubicBezTo>
                    <a:pt x="221" y="348"/>
                    <a:pt x="273" y="372"/>
                    <a:pt x="325" y="392"/>
                  </a:cubicBezTo>
                  <a:cubicBezTo>
                    <a:pt x="377" y="412"/>
                    <a:pt x="429" y="432"/>
                    <a:pt x="481" y="452"/>
                  </a:cubicBezTo>
                  <a:cubicBezTo>
                    <a:pt x="533" y="468"/>
                    <a:pt x="581" y="500"/>
                    <a:pt x="613" y="544"/>
                  </a:cubicBezTo>
                  <a:cubicBezTo>
                    <a:pt x="641" y="588"/>
                    <a:pt x="653" y="644"/>
                    <a:pt x="685" y="696"/>
                  </a:cubicBezTo>
                  <a:cubicBezTo>
                    <a:pt x="745" y="796"/>
                    <a:pt x="845" y="868"/>
                    <a:pt x="961" y="896"/>
                  </a:cubicBezTo>
                  <a:lnTo>
                    <a:pt x="965" y="896"/>
                  </a:lnTo>
                  <a:cubicBezTo>
                    <a:pt x="965" y="892"/>
                    <a:pt x="965" y="892"/>
                    <a:pt x="965" y="888"/>
                  </a:cubicBezTo>
                  <a:cubicBezTo>
                    <a:pt x="921" y="860"/>
                    <a:pt x="877" y="824"/>
                    <a:pt x="837" y="784"/>
                  </a:cubicBezTo>
                  <a:cubicBezTo>
                    <a:pt x="801" y="748"/>
                    <a:pt x="765" y="708"/>
                    <a:pt x="737" y="664"/>
                  </a:cubicBezTo>
                  <a:cubicBezTo>
                    <a:pt x="705" y="616"/>
                    <a:pt x="673" y="572"/>
                    <a:pt x="637" y="528"/>
                  </a:cubicBezTo>
                  <a:cubicBezTo>
                    <a:pt x="593" y="488"/>
                    <a:pt x="545" y="452"/>
                    <a:pt x="497" y="428"/>
                  </a:cubicBezTo>
                  <a:cubicBezTo>
                    <a:pt x="445" y="400"/>
                    <a:pt x="401" y="368"/>
                    <a:pt x="353" y="340"/>
                  </a:cubicBezTo>
                  <a:cubicBezTo>
                    <a:pt x="301" y="312"/>
                    <a:pt x="257" y="288"/>
                    <a:pt x="213" y="264"/>
                  </a:cubicBezTo>
                  <a:lnTo>
                    <a:pt x="213" y="224"/>
                  </a:lnTo>
                  <a:cubicBezTo>
                    <a:pt x="213" y="192"/>
                    <a:pt x="213" y="164"/>
                    <a:pt x="213" y="132"/>
                  </a:cubicBezTo>
                  <a:cubicBezTo>
                    <a:pt x="209" y="96"/>
                    <a:pt x="197" y="64"/>
                    <a:pt x="181" y="36"/>
                  </a:cubicBezTo>
                  <a:cubicBezTo>
                    <a:pt x="165" y="16"/>
                    <a:pt x="145" y="8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8" name="Google Shape;2318;p44"/>
          <p:cNvGrpSpPr/>
          <p:nvPr/>
        </p:nvGrpSpPr>
        <p:grpSpPr>
          <a:xfrm flipH="1">
            <a:off x="7045608" y="3135185"/>
            <a:ext cx="1957493" cy="1468827"/>
            <a:chOff x="1536645" y="1457564"/>
            <a:chExt cx="1782943" cy="1337973"/>
          </a:xfrm>
        </p:grpSpPr>
        <p:sp>
          <p:nvSpPr>
            <p:cNvPr id="2319" name="Google Shape;2319;p44"/>
            <p:cNvSpPr/>
            <p:nvPr/>
          </p:nvSpPr>
          <p:spPr>
            <a:xfrm>
              <a:off x="2157696" y="2388210"/>
              <a:ext cx="1127282" cy="407328"/>
            </a:xfrm>
            <a:custGeom>
              <a:avLst/>
              <a:gdLst/>
              <a:ahLst/>
              <a:cxnLst/>
              <a:rect l="l" t="t" r="r" b="b"/>
              <a:pathLst>
                <a:path w="4821" h="1742" extrusionOk="0">
                  <a:moveTo>
                    <a:pt x="1402" y="119"/>
                  </a:moveTo>
                  <a:cubicBezTo>
                    <a:pt x="1408" y="119"/>
                    <a:pt x="1414" y="120"/>
                    <a:pt x="1421" y="121"/>
                  </a:cubicBezTo>
                  <a:cubicBezTo>
                    <a:pt x="1469" y="121"/>
                    <a:pt x="1521" y="125"/>
                    <a:pt x="1569" y="137"/>
                  </a:cubicBezTo>
                  <a:cubicBezTo>
                    <a:pt x="1677" y="165"/>
                    <a:pt x="1781" y="197"/>
                    <a:pt x="1881" y="237"/>
                  </a:cubicBezTo>
                  <a:cubicBezTo>
                    <a:pt x="1985" y="273"/>
                    <a:pt x="2089" y="313"/>
                    <a:pt x="2193" y="357"/>
                  </a:cubicBezTo>
                  <a:cubicBezTo>
                    <a:pt x="2401" y="437"/>
                    <a:pt x="2605" y="529"/>
                    <a:pt x="2813" y="613"/>
                  </a:cubicBezTo>
                  <a:cubicBezTo>
                    <a:pt x="2913" y="657"/>
                    <a:pt x="3017" y="701"/>
                    <a:pt x="3125" y="741"/>
                  </a:cubicBezTo>
                  <a:cubicBezTo>
                    <a:pt x="3229" y="785"/>
                    <a:pt x="3337" y="821"/>
                    <a:pt x="3449" y="845"/>
                  </a:cubicBezTo>
                  <a:lnTo>
                    <a:pt x="3613" y="869"/>
                  </a:lnTo>
                  <a:lnTo>
                    <a:pt x="3781" y="885"/>
                  </a:lnTo>
                  <a:cubicBezTo>
                    <a:pt x="3897" y="893"/>
                    <a:pt x="4009" y="893"/>
                    <a:pt x="4121" y="893"/>
                  </a:cubicBezTo>
                  <a:cubicBezTo>
                    <a:pt x="4233" y="885"/>
                    <a:pt x="4349" y="873"/>
                    <a:pt x="4461" y="857"/>
                  </a:cubicBezTo>
                  <a:cubicBezTo>
                    <a:pt x="4545" y="842"/>
                    <a:pt x="4630" y="820"/>
                    <a:pt x="4711" y="789"/>
                  </a:cubicBezTo>
                  <a:lnTo>
                    <a:pt x="4711" y="789"/>
                  </a:lnTo>
                  <a:cubicBezTo>
                    <a:pt x="4692" y="842"/>
                    <a:pt x="4667" y="891"/>
                    <a:pt x="4637" y="941"/>
                  </a:cubicBezTo>
                  <a:cubicBezTo>
                    <a:pt x="4597" y="1009"/>
                    <a:pt x="4545" y="1073"/>
                    <a:pt x="4485" y="1129"/>
                  </a:cubicBezTo>
                  <a:cubicBezTo>
                    <a:pt x="4425" y="1181"/>
                    <a:pt x="4357" y="1221"/>
                    <a:pt x="4281" y="1249"/>
                  </a:cubicBezTo>
                  <a:cubicBezTo>
                    <a:pt x="4241" y="1261"/>
                    <a:pt x="4201" y="1273"/>
                    <a:pt x="4161" y="1281"/>
                  </a:cubicBezTo>
                  <a:lnTo>
                    <a:pt x="4037" y="1313"/>
                  </a:lnTo>
                  <a:cubicBezTo>
                    <a:pt x="3705" y="1393"/>
                    <a:pt x="3365" y="1461"/>
                    <a:pt x="3029" y="1541"/>
                  </a:cubicBezTo>
                  <a:cubicBezTo>
                    <a:pt x="2985" y="1549"/>
                    <a:pt x="2945" y="1561"/>
                    <a:pt x="2901" y="1573"/>
                  </a:cubicBezTo>
                  <a:lnTo>
                    <a:pt x="2873" y="1581"/>
                  </a:lnTo>
                  <a:lnTo>
                    <a:pt x="2853" y="1585"/>
                  </a:lnTo>
                  <a:lnTo>
                    <a:pt x="2845" y="1585"/>
                  </a:lnTo>
                  <a:cubicBezTo>
                    <a:pt x="2825" y="1589"/>
                    <a:pt x="2809" y="1593"/>
                    <a:pt x="2789" y="1593"/>
                  </a:cubicBezTo>
                  <a:cubicBezTo>
                    <a:pt x="2775" y="1593"/>
                    <a:pt x="2760" y="1594"/>
                    <a:pt x="2746" y="1594"/>
                  </a:cubicBezTo>
                  <a:cubicBezTo>
                    <a:pt x="2679" y="1594"/>
                    <a:pt x="2611" y="1587"/>
                    <a:pt x="2545" y="1577"/>
                  </a:cubicBezTo>
                  <a:cubicBezTo>
                    <a:pt x="2377" y="1557"/>
                    <a:pt x="2213" y="1525"/>
                    <a:pt x="2045" y="1485"/>
                  </a:cubicBezTo>
                  <a:cubicBezTo>
                    <a:pt x="1877" y="1445"/>
                    <a:pt x="1713" y="1401"/>
                    <a:pt x="1545" y="1357"/>
                  </a:cubicBezTo>
                  <a:cubicBezTo>
                    <a:pt x="1381" y="1313"/>
                    <a:pt x="1217" y="1265"/>
                    <a:pt x="1053" y="1213"/>
                  </a:cubicBezTo>
                  <a:lnTo>
                    <a:pt x="1041" y="1209"/>
                  </a:lnTo>
                  <a:lnTo>
                    <a:pt x="1029" y="1209"/>
                  </a:lnTo>
                  <a:cubicBezTo>
                    <a:pt x="1009" y="1213"/>
                    <a:pt x="985" y="1217"/>
                    <a:pt x="965" y="1217"/>
                  </a:cubicBezTo>
                  <a:lnTo>
                    <a:pt x="893" y="1217"/>
                  </a:lnTo>
                  <a:cubicBezTo>
                    <a:pt x="845" y="1213"/>
                    <a:pt x="797" y="1205"/>
                    <a:pt x="753" y="1197"/>
                  </a:cubicBezTo>
                  <a:cubicBezTo>
                    <a:pt x="661" y="1173"/>
                    <a:pt x="569" y="1141"/>
                    <a:pt x="485" y="1097"/>
                  </a:cubicBezTo>
                  <a:cubicBezTo>
                    <a:pt x="401" y="1049"/>
                    <a:pt x="321" y="993"/>
                    <a:pt x="249" y="929"/>
                  </a:cubicBezTo>
                  <a:cubicBezTo>
                    <a:pt x="177" y="865"/>
                    <a:pt x="109" y="793"/>
                    <a:pt x="49" y="717"/>
                  </a:cubicBezTo>
                  <a:cubicBezTo>
                    <a:pt x="29" y="609"/>
                    <a:pt x="41" y="497"/>
                    <a:pt x="81" y="397"/>
                  </a:cubicBezTo>
                  <a:cubicBezTo>
                    <a:pt x="101" y="345"/>
                    <a:pt x="129" y="297"/>
                    <a:pt x="161" y="257"/>
                  </a:cubicBezTo>
                  <a:cubicBezTo>
                    <a:pt x="169" y="245"/>
                    <a:pt x="177" y="233"/>
                    <a:pt x="185" y="225"/>
                  </a:cubicBezTo>
                  <a:cubicBezTo>
                    <a:pt x="193" y="213"/>
                    <a:pt x="201" y="205"/>
                    <a:pt x="209" y="197"/>
                  </a:cubicBezTo>
                  <a:cubicBezTo>
                    <a:pt x="229" y="181"/>
                    <a:pt x="249" y="169"/>
                    <a:pt x="273" y="161"/>
                  </a:cubicBezTo>
                  <a:cubicBezTo>
                    <a:pt x="343" y="138"/>
                    <a:pt x="417" y="126"/>
                    <a:pt x="491" y="126"/>
                  </a:cubicBezTo>
                  <a:cubicBezTo>
                    <a:pt x="522" y="126"/>
                    <a:pt x="554" y="128"/>
                    <a:pt x="585" y="133"/>
                  </a:cubicBezTo>
                  <a:cubicBezTo>
                    <a:pt x="693" y="141"/>
                    <a:pt x="805" y="157"/>
                    <a:pt x="917" y="165"/>
                  </a:cubicBezTo>
                  <a:cubicBezTo>
                    <a:pt x="962" y="169"/>
                    <a:pt x="1006" y="171"/>
                    <a:pt x="1050" y="171"/>
                  </a:cubicBezTo>
                  <a:cubicBezTo>
                    <a:pt x="1124" y="171"/>
                    <a:pt x="1196" y="165"/>
                    <a:pt x="1269" y="153"/>
                  </a:cubicBezTo>
                  <a:lnTo>
                    <a:pt x="1313" y="141"/>
                  </a:lnTo>
                  <a:lnTo>
                    <a:pt x="1353" y="129"/>
                  </a:lnTo>
                  <a:cubicBezTo>
                    <a:pt x="1370" y="123"/>
                    <a:pt x="1386" y="119"/>
                    <a:pt x="1402" y="119"/>
                  </a:cubicBezTo>
                  <a:close/>
                  <a:moveTo>
                    <a:pt x="1417" y="1"/>
                  </a:moveTo>
                  <a:cubicBezTo>
                    <a:pt x="1397" y="1"/>
                    <a:pt x="1381" y="1"/>
                    <a:pt x="1365" y="5"/>
                  </a:cubicBezTo>
                  <a:cubicBezTo>
                    <a:pt x="1349" y="5"/>
                    <a:pt x="1333" y="9"/>
                    <a:pt x="1317" y="13"/>
                  </a:cubicBezTo>
                  <a:lnTo>
                    <a:pt x="1277" y="29"/>
                  </a:lnTo>
                  <a:lnTo>
                    <a:pt x="1241" y="37"/>
                  </a:lnTo>
                  <a:cubicBezTo>
                    <a:pt x="1164" y="52"/>
                    <a:pt x="1084" y="60"/>
                    <a:pt x="1004" y="60"/>
                  </a:cubicBezTo>
                  <a:cubicBezTo>
                    <a:pt x="977" y="60"/>
                    <a:pt x="949" y="59"/>
                    <a:pt x="921" y="57"/>
                  </a:cubicBezTo>
                  <a:cubicBezTo>
                    <a:pt x="813" y="53"/>
                    <a:pt x="701" y="41"/>
                    <a:pt x="585" y="41"/>
                  </a:cubicBezTo>
                  <a:cubicBezTo>
                    <a:pt x="566" y="39"/>
                    <a:pt x="547" y="39"/>
                    <a:pt x="527" y="39"/>
                  </a:cubicBezTo>
                  <a:cubicBezTo>
                    <a:pt x="430" y="39"/>
                    <a:pt x="330" y="56"/>
                    <a:pt x="237" y="93"/>
                  </a:cubicBezTo>
                  <a:cubicBezTo>
                    <a:pt x="209" y="109"/>
                    <a:pt x="181" y="125"/>
                    <a:pt x="161" y="149"/>
                  </a:cubicBezTo>
                  <a:cubicBezTo>
                    <a:pt x="149" y="161"/>
                    <a:pt x="141" y="169"/>
                    <a:pt x="129" y="185"/>
                  </a:cubicBezTo>
                  <a:cubicBezTo>
                    <a:pt x="121" y="197"/>
                    <a:pt x="113" y="209"/>
                    <a:pt x="105" y="221"/>
                  </a:cubicBezTo>
                  <a:cubicBezTo>
                    <a:pt x="73" y="273"/>
                    <a:pt x="53" y="325"/>
                    <a:pt x="37" y="381"/>
                  </a:cubicBezTo>
                  <a:cubicBezTo>
                    <a:pt x="1" y="493"/>
                    <a:pt x="1" y="609"/>
                    <a:pt x="37" y="721"/>
                  </a:cubicBezTo>
                  <a:lnTo>
                    <a:pt x="33" y="721"/>
                  </a:lnTo>
                  <a:cubicBezTo>
                    <a:pt x="61" y="761"/>
                    <a:pt x="89" y="801"/>
                    <a:pt x="121" y="841"/>
                  </a:cubicBezTo>
                  <a:cubicBezTo>
                    <a:pt x="149" y="881"/>
                    <a:pt x="185" y="921"/>
                    <a:pt x="221" y="957"/>
                  </a:cubicBezTo>
                  <a:cubicBezTo>
                    <a:pt x="289" y="1029"/>
                    <a:pt x="369" y="1093"/>
                    <a:pt x="453" y="1149"/>
                  </a:cubicBezTo>
                  <a:cubicBezTo>
                    <a:pt x="541" y="1201"/>
                    <a:pt x="633" y="1245"/>
                    <a:pt x="733" y="1273"/>
                  </a:cubicBezTo>
                  <a:cubicBezTo>
                    <a:pt x="781" y="1285"/>
                    <a:pt x="833" y="1297"/>
                    <a:pt x="881" y="1305"/>
                  </a:cubicBezTo>
                  <a:cubicBezTo>
                    <a:pt x="909" y="1309"/>
                    <a:pt x="933" y="1309"/>
                    <a:pt x="961" y="1309"/>
                  </a:cubicBezTo>
                  <a:cubicBezTo>
                    <a:pt x="975" y="1311"/>
                    <a:pt x="988" y="1312"/>
                    <a:pt x="1001" y="1312"/>
                  </a:cubicBezTo>
                  <a:cubicBezTo>
                    <a:pt x="1008" y="1312"/>
                    <a:pt x="1015" y="1311"/>
                    <a:pt x="1023" y="1311"/>
                  </a:cubicBezTo>
                  <a:lnTo>
                    <a:pt x="1023" y="1311"/>
                  </a:lnTo>
                  <a:cubicBezTo>
                    <a:pt x="1185" y="1370"/>
                    <a:pt x="1347" y="1425"/>
                    <a:pt x="1513" y="1473"/>
                  </a:cubicBezTo>
                  <a:cubicBezTo>
                    <a:pt x="1677" y="1525"/>
                    <a:pt x="1841" y="1577"/>
                    <a:pt x="2013" y="1621"/>
                  </a:cubicBezTo>
                  <a:cubicBezTo>
                    <a:pt x="2181" y="1665"/>
                    <a:pt x="2353" y="1701"/>
                    <a:pt x="2525" y="1725"/>
                  </a:cubicBezTo>
                  <a:cubicBezTo>
                    <a:pt x="2601" y="1735"/>
                    <a:pt x="2674" y="1742"/>
                    <a:pt x="2748" y="1742"/>
                  </a:cubicBezTo>
                  <a:cubicBezTo>
                    <a:pt x="2764" y="1742"/>
                    <a:pt x="2781" y="1741"/>
                    <a:pt x="2797" y="1741"/>
                  </a:cubicBezTo>
                  <a:cubicBezTo>
                    <a:pt x="2821" y="1737"/>
                    <a:pt x="2849" y="1733"/>
                    <a:pt x="2873" y="1729"/>
                  </a:cubicBezTo>
                  <a:lnTo>
                    <a:pt x="2893" y="1725"/>
                  </a:lnTo>
                  <a:lnTo>
                    <a:pt x="2905" y="1721"/>
                  </a:lnTo>
                  <a:lnTo>
                    <a:pt x="2937" y="1713"/>
                  </a:lnTo>
                  <a:lnTo>
                    <a:pt x="3061" y="1681"/>
                  </a:lnTo>
                  <a:cubicBezTo>
                    <a:pt x="3393" y="1593"/>
                    <a:pt x="3729" y="1521"/>
                    <a:pt x="4065" y="1429"/>
                  </a:cubicBezTo>
                  <a:lnTo>
                    <a:pt x="4189" y="1393"/>
                  </a:lnTo>
                  <a:cubicBezTo>
                    <a:pt x="4233" y="1381"/>
                    <a:pt x="4277" y="1369"/>
                    <a:pt x="4317" y="1353"/>
                  </a:cubicBezTo>
                  <a:cubicBezTo>
                    <a:pt x="4405" y="1317"/>
                    <a:pt x="4485" y="1265"/>
                    <a:pt x="4553" y="1201"/>
                  </a:cubicBezTo>
                  <a:cubicBezTo>
                    <a:pt x="4617" y="1137"/>
                    <a:pt x="4673" y="1065"/>
                    <a:pt x="4713" y="981"/>
                  </a:cubicBezTo>
                  <a:cubicBezTo>
                    <a:pt x="4757" y="901"/>
                    <a:pt x="4789" y="817"/>
                    <a:pt x="4805" y="729"/>
                  </a:cubicBezTo>
                  <a:lnTo>
                    <a:pt x="4821" y="645"/>
                  </a:lnTo>
                  <a:lnTo>
                    <a:pt x="4749" y="689"/>
                  </a:lnTo>
                  <a:cubicBezTo>
                    <a:pt x="4653" y="737"/>
                    <a:pt x="4549" y="773"/>
                    <a:pt x="4445" y="797"/>
                  </a:cubicBezTo>
                  <a:cubicBezTo>
                    <a:pt x="4337" y="821"/>
                    <a:pt x="4225" y="837"/>
                    <a:pt x="4117" y="841"/>
                  </a:cubicBezTo>
                  <a:cubicBezTo>
                    <a:pt x="4061" y="845"/>
                    <a:pt x="4005" y="847"/>
                    <a:pt x="3949" y="847"/>
                  </a:cubicBezTo>
                  <a:cubicBezTo>
                    <a:pt x="3894" y="847"/>
                    <a:pt x="3839" y="845"/>
                    <a:pt x="3785" y="841"/>
                  </a:cubicBezTo>
                  <a:cubicBezTo>
                    <a:pt x="3729" y="837"/>
                    <a:pt x="3673" y="833"/>
                    <a:pt x="3617" y="825"/>
                  </a:cubicBezTo>
                  <a:lnTo>
                    <a:pt x="3453" y="801"/>
                  </a:lnTo>
                  <a:cubicBezTo>
                    <a:pt x="3345" y="777"/>
                    <a:pt x="3241" y="737"/>
                    <a:pt x="3141" y="693"/>
                  </a:cubicBezTo>
                  <a:cubicBezTo>
                    <a:pt x="3041" y="645"/>
                    <a:pt x="2941" y="597"/>
                    <a:pt x="2841" y="545"/>
                  </a:cubicBezTo>
                  <a:cubicBezTo>
                    <a:pt x="2641" y="449"/>
                    <a:pt x="2441" y="345"/>
                    <a:pt x="2237" y="253"/>
                  </a:cubicBezTo>
                  <a:cubicBezTo>
                    <a:pt x="2133" y="205"/>
                    <a:pt x="2033" y="161"/>
                    <a:pt x="1925" y="121"/>
                  </a:cubicBezTo>
                  <a:cubicBezTo>
                    <a:pt x="1817" y="77"/>
                    <a:pt x="1709" y="45"/>
                    <a:pt x="1597" y="21"/>
                  </a:cubicBezTo>
                  <a:cubicBezTo>
                    <a:pt x="1537" y="5"/>
                    <a:pt x="1477" y="1"/>
                    <a:pt x="14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4"/>
            <p:cNvSpPr/>
            <p:nvPr/>
          </p:nvSpPr>
          <p:spPr>
            <a:xfrm>
              <a:off x="1716226" y="1738161"/>
              <a:ext cx="712940" cy="851366"/>
            </a:xfrm>
            <a:custGeom>
              <a:avLst/>
              <a:gdLst/>
              <a:ahLst/>
              <a:cxnLst/>
              <a:rect l="l" t="t" r="r" b="b"/>
              <a:pathLst>
                <a:path w="3049" h="3641" extrusionOk="0">
                  <a:moveTo>
                    <a:pt x="1909" y="1"/>
                  </a:moveTo>
                  <a:lnTo>
                    <a:pt x="1877" y="37"/>
                  </a:lnTo>
                  <a:cubicBezTo>
                    <a:pt x="1822" y="99"/>
                    <a:pt x="1745" y="161"/>
                    <a:pt x="1664" y="161"/>
                  </a:cubicBezTo>
                  <a:cubicBezTo>
                    <a:pt x="1662" y="161"/>
                    <a:pt x="1659" y="161"/>
                    <a:pt x="1657" y="161"/>
                  </a:cubicBezTo>
                  <a:cubicBezTo>
                    <a:pt x="1637" y="157"/>
                    <a:pt x="1617" y="153"/>
                    <a:pt x="1597" y="141"/>
                  </a:cubicBezTo>
                  <a:cubicBezTo>
                    <a:pt x="1573" y="137"/>
                    <a:pt x="1549" y="129"/>
                    <a:pt x="1525" y="121"/>
                  </a:cubicBezTo>
                  <a:cubicBezTo>
                    <a:pt x="1477" y="113"/>
                    <a:pt x="1433" y="105"/>
                    <a:pt x="1385" y="97"/>
                  </a:cubicBezTo>
                  <a:cubicBezTo>
                    <a:pt x="1273" y="77"/>
                    <a:pt x="1159" y="68"/>
                    <a:pt x="1045" y="68"/>
                  </a:cubicBezTo>
                  <a:cubicBezTo>
                    <a:pt x="968" y="68"/>
                    <a:pt x="890" y="73"/>
                    <a:pt x="813" y="81"/>
                  </a:cubicBezTo>
                  <a:cubicBezTo>
                    <a:pt x="765" y="89"/>
                    <a:pt x="717" y="97"/>
                    <a:pt x="669" y="109"/>
                  </a:cubicBezTo>
                  <a:cubicBezTo>
                    <a:pt x="621" y="121"/>
                    <a:pt x="577" y="141"/>
                    <a:pt x="533" y="157"/>
                  </a:cubicBezTo>
                  <a:cubicBezTo>
                    <a:pt x="437" y="189"/>
                    <a:pt x="349" y="241"/>
                    <a:pt x="273" y="309"/>
                  </a:cubicBezTo>
                  <a:cubicBezTo>
                    <a:pt x="205" y="385"/>
                    <a:pt x="153" y="473"/>
                    <a:pt x="121" y="569"/>
                  </a:cubicBezTo>
                  <a:cubicBezTo>
                    <a:pt x="85" y="661"/>
                    <a:pt x="57" y="753"/>
                    <a:pt x="33" y="845"/>
                  </a:cubicBezTo>
                  <a:cubicBezTo>
                    <a:pt x="13" y="945"/>
                    <a:pt x="1" y="1041"/>
                    <a:pt x="1" y="1141"/>
                  </a:cubicBezTo>
                  <a:cubicBezTo>
                    <a:pt x="1" y="1237"/>
                    <a:pt x="5" y="1337"/>
                    <a:pt x="17" y="1433"/>
                  </a:cubicBezTo>
                  <a:cubicBezTo>
                    <a:pt x="25" y="1529"/>
                    <a:pt x="41" y="1625"/>
                    <a:pt x="65" y="1717"/>
                  </a:cubicBezTo>
                  <a:cubicBezTo>
                    <a:pt x="85" y="1813"/>
                    <a:pt x="113" y="1909"/>
                    <a:pt x="149" y="1997"/>
                  </a:cubicBezTo>
                  <a:cubicBezTo>
                    <a:pt x="181" y="2093"/>
                    <a:pt x="229" y="2185"/>
                    <a:pt x="285" y="2265"/>
                  </a:cubicBezTo>
                  <a:cubicBezTo>
                    <a:pt x="301" y="2289"/>
                    <a:pt x="317" y="2309"/>
                    <a:pt x="337" y="2329"/>
                  </a:cubicBezTo>
                  <a:cubicBezTo>
                    <a:pt x="353" y="2349"/>
                    <a:pt x="369" y="2361"/>
                    <a:pt x="385" y="2377"/>
                  </a:cubicBezTo>
                  <a:lnTo>
                    <a:pt x="485" y="2477"/>
                  </a:lnTo>
                  <a:lnTo>
                    <a:pt x="891" y="2863"/>
                  </a:lnTo>
                  <a:lnTo>
                    <a:pt x="891" y="2863"/>
                  </a:lnTo>
                  <a:cubicBezTo>
                    <a:pt x="905" y="2887"/>
                    <a:pt x="918" y="2908"/>
                    <a:pt x="929" y="2929"/>
                  </a:cubicBezTo>
                  <a:cubicBezTo>
                    <a:pt x="945" y="2953"/>
                    <a:pt x="965" y="2981"/>
                    <a:pt x="981" y="3005"/>
                  </a:cubicBezTo>
                  <a:cubicBezTo>
                    <a:pt x="1017" y="3053"/>
                    <a:pt x="1053" y="3101"/>
                    <a:pt x="1093" y="3145"/>
                  </a:cubicBezTo>
                  <a:cubicBezTo>
                    <a:pt x="1133" y="3185"/>
                    <a:pt x="1173" y="3229"/>
                    <a:pt x="1217" y="3269"/>
                  </a:cubicBezTo>
                  <a:cubicBezTo>
                    <a:pt x="1241" y="3289"/>
                    <a:pt x="1265" y="3305"/>
                    <a:pt x="1285" y="3325"/>
                  </a:cubicBezTo>
                  <a:cubicBezTo>
                    <a:pt x="1305" y="3345"/>
                    <a:pt x="1333" y="3361"/>
                    <a:pt x="1357" y="3381"/>
                  </a:cubicBezTo>
                  <a:cubicBezTo>
                    <a:pt x="1381" y="3397"/>
                    <a:pt x="1405" y="3413"/>
                    <a:pt x="1429" y="3429"/>
                  </a:cubicBezTo>
                  <a:lnTo>
                    <a:pt x="1505" y="3477"/>
                  </a:lnTo>
                  <a:cubicBezTo>
                    <a:pt x="1557" y="3505"/>
                    <a:pt x="1609" y="3529"/>
                    <a:pt x="1665" y="3553"/>
                  </a:cubicBezTo>
                  <a:cubicBezTo>
                    <a:pt x="1689" y="3561"/>
                    <a:pt x="1717" y="3573"/>
                    <a:pt x="1745" y="3581"/>
                  </a:cubicBezTo>
                  <a:lnTo>
                    <a:pt x="1829" y="3609"/>
                  </a:lnTo>
                  <a:cubicBezTo>
                    <a:pt x="1885" y="3621"/>
                    <a:pt x="1945" y="3633"/>
                    <a:pt x="2001" y="3641"/>
                  </a:cubicBezTo>
                  <a:lnTo>
                    <a:pt x="2001" y="3629"/>
                  </a:lnTo>
                  <a:cubicBezTo>
                    <a:pt x="1949" y="3609"/>
                    <a:pt x="1893" y="3597"/>
                    <a:pt x="1841" y="3577"/>
                  </a:cubicBezTo>
                  <a:lnTo>
                    <a:pt x="1761" y="3545"/>
                  </a:lnTo>
                  <a:cubicBezTo>
                    <a:pt x="1733" y="3533"/>
                    <a:pt x="1709" y="3517"/>
                    <a:pt x="1685" y="3505"/>
                  </a:cubicBezTo>
                  <a:cubicBezTo>
                    <a:pt x="1661" y="3493"/>
                    <a:pt x="1633" y="3481"/>
                    <a:pt x="1609" y="3465"/>
                  </a:cubicBezTo>
                  <a:lnTo>
                    <a:pt x="1537" y="3421"/>
                  </a:lnTo>
                  <a:lnTo>
                    <a:pt x="1469" y="3369"/>
                  </a:lnTo>
                  <a:cubicBezTo>
                    <a:pt x="1449" y="3353"/>
                    <a:pt x="1425" y="3337"/>
                    <a:pt x="1405" y="3317"/>
                  </a:cubicBezTo>
                  <a:cubicBezTo>
                    <a:pt x="1385" y="3301"/>
                    <a:pt x="1361" y="3281"/>
                    <a:pt x="1341" y="3261"/>
                  </a:cubicBezTo>
                  <a:cubicBezTo>
                    <a:pt x="1321" y="3241"/>
                    <a:pt x="1301" y="3225"/>
                    <a:pt x="1281" y="3205"/>
                  </a:cubicBezTo>
                  <a:cubicBezTo>
                    <a:pt x="1241" y="3161"/>
                    <a:pt x="1209" y="3121"/>
                    <a:pt x="1173" y="3077"/>
                  </a:cubicBezTo>
                  <a:cubicBezTo>
                    <a:pt x="1133" y="3033"/>
                    <a:pt x="1101" y="2989"/>
                    <a:pt x="1073" y="2941"/>
                  </a:cubicBezTo>
                  <a:cubicBezTo>
                    <a:pt x="1057" y="2917"/>
                    <a:pt x="1041" y="2893"/>
                    <a:pt x="1029" y="2869"/>
                  </a:cubicBezTo>
                  <a:cubicBezTo>
                    <a:pt x="1013" y="2849"/>
                    <a:pt x="1001" y="2821"/>
                    <a:pt x="989" y="2801"/>
                  </a:cubicBezTo>
                  <a:lnTo>
                    <a:pt x="985" y="2789"/>
                  </a:lnTo>
                  <a:lnTo>
                    <a:pt x="977" y="2781"/>
                  </a:lnTo>
                  <a:lnTo>
                    <a:pt x="581" y="2377"/>
                  </a:lnTo>
                  <a:lnTo>
                    <a:pt x="481" y="2277"/>
                  </a:lnTo>
                  <a:cubicBezTo>
                    <a:pt x="465" y="2261"/>
                    <a:pt x="449" y="2245"/>
                    <a:pt x="437" y="2229"/>
                  </a:cubicBezTo>
                  <a:cubicBezTo>
                    <a:pt x="421" y="2209"/>
                    <a:pt x="409" y="2193"/>
                    <a:pt x="397" y="2177"/>
                  </a:cubicBezTo>
                  <a:cubicBezTo>
                    <a:pt x="349" y="2105"/>
                    <a:pt x="309" y="2025"/>
                    <a:pt x="277" y="1941"/>
                  </a:cubicBezTo>
                  <a:cubicBezTo>
                    <a:pt x="245" y="1857"/>
                    <a:pt x="217" y="1769"/>
                    <a:pt x="197" y="1681"/>
                  </a:cubicBezTo>
                  <a:cubicBezTo>
                    <a:pt x="177" y="1593"/>
                    <a:pt x="157" y="1501"/>
                    <a:pt x="145" y="1413"/>
                  </a:cubicBezTo>
                  <a:cubicBezTo>
                    <a:pt x="133" y="1321"/>
                    <a:pt x="129" y="1229"/>
                    <a:pt x="125" y="1137"/>
                  </a:cubicBezTo>
                  <a:cubicBezTo>
                    <a:pt x="125" y="1049"/>
                    <a:pt x="133" y="957"/>
                    <a:pt x="145" y="869"/>
                  </a:cubicBezTo>
                  <a:cubicBezTo>
                    <a:pt x="165" y="781"/>
                    <a:pt x="189" y="689"/>
                    <a:pt x="217" y="605"/>
                  </a:cubicBezTo>
                  <a:cubicBezTo>
                    <a:pt x="241" y="521"/>
                    <a:pt x="281" y="441"/>
                    <a:pt x="337" y="373"/>
                  </a:cubicBezTo>
                  <a:cubicBezTo>
                    <a:pt x="401" y="309"/>
                    <a:pt x="473" y="261"/>
                    <a:pt x="557" y="225"/>
                  </a:cubicBezTo>
                  <a:cubicBezTo>
                    <a:pt x="597" y="205"/>
                    <a:pt x="637" y="189"/>
                    <a:pt x="681" y="173"/>
                  </a:cubicBezTo>
                  <a:cubicBezTo>
                    <a:pt x="725" y="161"/>
                    <a:pt x="769" y="149"/>
                    <a:pt x="813" y="141"/>
                  </a:cubicBezTo>
                  <a:cubicBezTo>
                    <a:pt x="910" y="124"/>
                    <a:pt x="1006" y="116"/>
                    <a:pt x="1102" y="116"/>
                  </a:cubicBezTo>
                  <a:cubicBezTo>
                    <a:pt x="1192" y="116"/>
                    <a:pt x="1282" y="123"/>
                    <a:pt x="1373" y="137"/>
                  </a:cubicBezTo>
                  <a:cubicBezTo>
                    <a:pt x="1417" y="141"/>
                    <a:pt x="1465" y="149"/>
                    <a:pt x="1509" y="161"/>
                  </a:cubicBezTo>
                  <a:cubicBezTo>
                    <a:pt x="1529" y="165"/>
                    <a:pt x="1553" y="173"/>
                    <a:pt x="1573" y="181"/>
                  </a:cubicBezTo>
                  <a:cubicBezTo>
                    <a:pt x="1597" y="189"/>
                    <a:pt x="1621" y="197"/>
                    <a:pt x="1645" y="201"/>
                  </a:cubicBezTo>
                  <a:cubicBezTo>
                    <a:pt x="1650" y="201"/>
                    <a:pt x="1656" y="201"/>
                    <a:pt x="1662" y="201"/>
                  </a:cubicBezTo>
                  <a:cubicBezTo>
                    <a:pt x="1711" y="201"/>
                    <a:pt x="1757" y="186"/>
                    <a:pt x="1797" y="161"/>
                  </a:cubicBezTo>
                  <a:cubicBezTo>
                    <a:pt x="1826" y="145"/>
                    <a:pt x="1852" y="125"/>
                    <a:pt x="1876" y="104"/>
                  </a:cubicBezTo>
                  <a:lnTo>
                    <a:pt x="1876" y="104"/>
                  </a:lnTo>
                  <a:lnTo>
                    <a:pt x="1889" y="157"/>
                  </a:lnTo>
                  <a:lnTo>
                    <a:pt x="1921" y="253"/>
                  </a:lnTo>
                  <a:cubicBezTo>
                    <a:pt x="1945" y="317"/>
                    <a:pt x="1973" y="381"/>
                    <a:pt x="2001" y="441"/>
                  </a:cubicBezTo>
                  <a:cubicBezTo>
                    <a:pt x="2061" y="561"/>
                    <a:pt x="2133" y="677"/>
                    <a:pt x="2205" y="793"/>
                  </a:cubicBezTo>
                  <a:cubicBezTo>
                    <a:pt x="2281" y="905"/>
                    <a:pt x="2357" y="1013"/>
                    <a:pt x="2429" y="1121"/>
                  </a:cubicBezTo>
                  <a:cubicBezTo>
                    <a:pt x="2465" y="1169"/>
                    <a:pt x="2493" y="1221"/>
                    <a:pt x="2513" y="1277"/>
                  </a:cubicBezTo>
                  <a:lnTo>
                    <a:pt x="2517" y="1301"/>
                  </a:lnTo>
                  <a:lnTo>
                    <a:pt x="2517" y="1305"/>
                  </a:lnTo>
                  <a:lnTo>
                    <a:pt x="2521" y="1321"/>
                  </a:lnTo>
                  <a:cubicBezTo>
                    <a:pt x="2525" y="1341"/>
                    <a:pt x="2529" y="1357"/>
                    <a:pt x="2533" y="1377"/>
                  </a:cubicBezTo>
                  <a:cubicBezTo>
                    <a:pt x="2545" y="1413"/>
                    <a:pt x="2557" y="1445"/>
                    <a:pt x="2573" y="1477"/>
                  </a:cubicBezTo>
                  <a:cubicBezTo>
                    <a:pt x="2629" y="1605"/>
                    <a:pt x="2697" y="1721"/>
                    <a:pt x="2761" y="1837"/>
                  </a:cubicBezTo>
                  <a:cubicBezTo>
                    <a:pt x="2829" y="1949"/>
                    <a:pt x="2885" y="2065"/>
                    <a:pt x="2937" y="2185"/>
                  </a:cubicBezTo>
                  <a:lnTo>
                    <a:pt x="2949" y="2229"/>
                  </a:lnTo>
                  <a:cubicBezTo>
                    <a:pt x="2953" y="2241"/>
                    <a:pt x="2961" y="2269"/>
                    <a:pt x="2961" y="2277"/>
                  </a:cubicBezTo>
                  <a:lnTo>
                    <a:pt x="2961" y="2317"/>
                  </a:lnTo>
                  <a:lnTo>
                    <a:pt x="2953" y="2361"/>
                  </a:lnTo>
                  <a:cubicBezTo>
                    <a:pt x="2941" y="2425"/>
                    <a:pt x="2921" y="2485"/>
                    <a:pt x="2897" y="2545"/>
                  </a:cubicBezTo>
                  <a:cubicBezTo>
                    <a:pt x="2841" y="2665"/>
                    <a:pt x="2777" y="2781"/>
                    <a:pt x="2701" y="2889"/>
                  </a:cubicBezTo>
                  <a:lnTo>
                    <a:pt x="2721" y="2905"/>
                  </a:lnTo>
                  <a:cubicBezTo>
                    <a:pt x="2813" y="2805"/>
                    <a:pt x="2889" y="2693"/>
                    <a:pt x="2957" y="2577"/>
                  </a:cubicBezTo>
                  <a:cubicBezTo>
                    <a:pt x="2993" y="2517"/>
                    <a:pt x="3017" y="2453"/>
                    <a:pt x="3037" y="2385"/>
                  </a:cubicBezTo>
                  <a:lnTo>
                    <a:pt x="3045" y="2329"/>
                  </a:lnTo>
                  <a:cubicBezTo>
                    <a:pt x="3049" y="2309"/>
                    <a:pt x="3049" y="2293"/>
                    <a:pt x="3045" y="2273"/>
                  </a:cubicBezTo>
                  <a:cubicBezTo>
                    <a:pt x="3045" y="2253"/>
                    <a:pt x="3045" y="2237"/>
                    <a:pt x="3041" y="2221"/>
                  </a:cubicBezTo>
                  <a:cubicBezTo>
                    <a:pt x="3037" y="2205"/>
                    <a:pt x="3033" y="2185"/>
                    <a:pt x="3025" y="2165"/>
                  </a:cubicBezTo>
                  <a:cubicBezTo>
                    <a:pt x="2981" y="2037"/>
                    <a:pt x="2929" y="1913"/>
                    <a:pt x="2861" y="1793"/>
                  </a:cubicBezTo>
                  <a:cubicBezTo>
                    <a:pt x="2801" y="1673"/>
                    <a:pt x="2737" y="1557"/>
                    <a:pt x="2689" y="1437"/>
                  </a:cubicBezTo>
                  <a:cubicBezTo>
                    <a:pt x="2677" y="1409"/>
                    <a:pt x="2665" y="1381"/>
                    <a:pt x="2657" y="1353"/>
                  </a:cubicBezTo>
                  <a:cubicBezTo>
                    <a:pt x="2653" y="1337"/>
                    <a:pt x="2649" y="1325"/>
                    <a:pt x="2649" y="1313"/>
                  </a:cubicBezTo>
                  <a:lnTo>
                    <a:pt x="2645" y="1281"/>
                  </a:lnTo>
                  <a:lnTo>
                    <a:pt x="2637" y="1257"/>
                  </a:lnTo>
                  <a:cubicBezTo>
                    <a:pt x="2613" y="1185"/>
                    <a:pt x="2581" y="1121"/>
                    <a:pt x="2537" y="1057"/>
                  </a:cubicBezTo>
                  <a:cubicBezTo>
                    <a:pt x="2461" y="945"/>
                    <a:pt x="2377" y="841"/>
                    <a:pt x="2297" y="733"/>
                  </a:cubicBezTo>
                  <a:cubicBezTo>
                    <a:pt x="2217" y="629"/>
                    <a:pt x="2145" y="521"/>
                    <a:pt x="2077" y="409"/>
                  </a:cubicBezTo>
                  <a:cubicBezTo>
                    <a:pt x="2045" y="353"/>
                    <a:pt x="2017" y="293"/>
                    <a:pt x="1989" y="233"/>
                  </a:cubicBezTo>
                  <a:lnTo>
                    <a:pt x="1953" y="141"/>
                  </a:lnTo>
                  <a:lnTo>
                    <a:pt x="1921" y="49"/>
                  </a:lnTo>
                  <a:lnTo>
                    <a:pt x="1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4"/>
            <p:cNvSpPr/>
            <p:nvPr/>
          </p:nvSpPr>
          <p:spPr>
            <a:xfrm>
              <a:off x="1536645" y="1457564"/>
              <a:ext cx="304210" cy="795247"/>
            </a:xfrm>
            <a:custGeom>
              <a:avLst/>
              <a:gdLst/>
              <a:ahLst/>
              <a:cxnLst/>
              <a:rect l="l" t="t" r="r" b="b"/>
              <a:pathLst>
                <a:path w="1301" h="3401" extrusionOk="0">
                  <a:moveTo>
                    <a:pt x="177" y="1"/>
                  </a:moveTo>
                  <a:lnTo>
                    <a:pt x="321" y="101"/>
                  </a:lnTo>
                  <a:cubicBezTo>
                    <a:pt x="381" y="141"/>
                    <a:pt x="425" y="201"/>
                    <a:pt x="441" y="273"/>
                  </a:cubicBezTo>
                  <a:cubicBezTo>
                    <a:pt x="449" y="305"/>
                    <a:pt x="449" y="345"/>
                    <a:pt x="441" y="381"/>
                  </a:cubicBezTo>
                  <a:cubicBezTo>
                    <a:pt x="429" y="417"/>
                    <a:pt x="417" y="453"/>
                    <a:pt x="401" y="485"/>
                  </a:cubicBezTo>
                  <a:cubicBezTo>
                    <a:pt x="369" y="557"/>
                    <a:pt x="337" y="629"/>
                    <a:pt x="301" y="701"/>
                  </a:cubicBezTo>
                  <a:lnTo>
                    <a:pt x="197" y="917"/>
                  </a:lnTo>
                  <a:cubicBezTo>
                    <a:pt x="125" y="1061"/>
                    <a:pt x="69" y="1213"/>
                    <a:pt x="29" y="1369"/>
                  </a:cubicBezTo>
                  <a:cubicBezTo>
                    <a:pt x="5" y="1453"/>
                    <a:pt x="1" y="1541"/>
                    <a:pt x="13" y="1629"/>
                  </a:cubicBezTo>
                  <a:cubicBezTo>
                    <a:pt x="17" y="1653"/>
                    <a:pt x="25" y="1677"/>
                    <a:pt x="37" y="1697"/>
                  </a:cubicBezTo>
                  <a:cubicBezTo>
                    <a:pt x="41" y="1709"/>
                    <a:pt x="45" y="1721"/>
                    <a:pt x="53" y="1733"/>
                  </a:cubicBezTo>
                  <a:lnTo>
                    <a:pt x="65" y="1757"/>
                  </a:lnTo>
                  <a:cubicBezTo>
                    <a:pt x="85" y="1789"/>
                    <a:pt x="101" y="1821"/>
                    <a:pt x="117" y="1857"/>
                  </a:cubicBezTo>
                  <a:cubicBezTo>
                    <a:pt x="145" y="1925"/>
                    <a:pt x="169" y="1997"/>
                    <a:pt x="193" y="2073"/>
                  </a:cubicBezTo>
                  <a:cubicBezTo>
                    <a:pt x="217" y="2145"/>
                    <a:pt x="241" y="2221"/>
                    <a:pt x="261" y="2297"/>
                  </a:cubicBezTo>
                  <a:cubicBezTo>
                    <a:pt x="309" y="2445"/>
                    <a:pt x="353" y="2601"/>
                    <a:pt x="401" y="2749"/>
                  </a:cubicBezTo>
                  <a:cubicBezTo>
                    <a:pt x="425" y="2829"/>
                    <a:pt x="457" y="2905"/>
                    <a:pt x="493" y="2977"/>
                  </a:cubicBezTo>
                  <a:cubicBezTo>
                    <a:pt x="533" y="3057"/>
                    <a:pt x="593" y="3121"/>
                    <a:pt x="665" y="3169"/>
                  </a:cubicBezTo>
                  <a:cubicBezTo>
                    <a:pt x="729" y="3217"/>
                    <a:pt x="797" y="3261"/>
                    <a:pt x="869" y="3297"/>
                  </a:cubicBezTo>
                  <a:cubicBezTo>
                    <a:pt x="941" y="3333"/>
                    <a:pt x="1013" y="3369"/>
                    <a:pt x="1085" y="3401"/>
                  </a:cubicBezTo>
                  <a:lnTo>
                    <a:pt x="1093" y="3389"/>
                  </a:lnTo>
                  <a:cubicBezTo>
                    <a:pt x="1025" y="3345"/>
                    <a:pt x="961" y="3301"/>
                    <a:pt x="901" y="3249"/>
                  </a:cubicBezTo>
                  <a:cubicBezTo>
                    <a:pt x="837" y="3201"/>
                    <a:pt x="773" y="3149"/>
                    <a:pt x="717" y="3101"/>
                  </a:cubicBezTo>
                  <a:cubicBezTo>
                    <a:pt x="665" y="3057"/>
                    <a:pt x="621" y="2997"/>
                    <a:pt x="593" y="2929"/>
                  </a:cubicBezTo>
                  <a:cubicBezTo>
                    <a:pt x="565" y="2857"/>
                    <a:pt x="541" y="2785"/>
                    <a:pt x="525" y="2713"/>
                  </a:cubicBezTo>
                  <a:cubicBezTo>
                    <a:pt x="485" y="2561"/>
                    <a:pt x="445" y="2405"/>
                    <a:pt x="405" y="2253"/>
                  </a:cubicBezTo>
                  <a:cubicBezTo>
                    <a:pt x="361" y="2097"/>
                    <a:pt x="309" y="1945"/>
                    <a:pt x="241" y="1797"/>
                  </a:cubicBezTo>
                  <a:cubicBezTo>
                    <a:pt x="225" y="1761"/>
                    <a:pt x="201" y="1721"/>
                    <a:pt x="181" y="1689"/>
                  </a:cubicBezTo>
                  <a:lnTo>
                    <a:pt x="165" y="1661"/>
                  </a:lnTo>
                  <a:cubicBezTo>
                    <a:pt x="161" y="1657"/>
                    <a:pt x="157" y="1649"/>
                    <a:pt x="153" y="1645"/>
                  </a:cubicBezTo>
                  <a:cubicBezTo>
                    <a:pt x="149" y="1629"/>
                    <a:pt x="141" y="1613"/>
                    <a:pt x="141" y="1601"/>
                  </a:cubicBezTo>
                  <a:cubicBezTo>
                    <a:pt x="125" y="1529"/>
                    <a:pt x="125" y="1457"/>
                    <a:pt x="141" y="1389"/>
                  </a:cubicBezTo>
                  <a:cubicBezTo>
                    <a:pt x="165" y="1237"/>
                    <a:pt x="205" y="1085"/>
                    <a:pt x="261" y="937"/>
                  </a:cubicBezTo>
                  <a:cubicBezTo>
                    <a:pt x="289" y="865"/>
                    <a:pt x="313" y="789"/>
                    <a:pt x="345" y="717"/>
                  </a:cubicBezTo>
                  <a:lnTo>
                    <a:pt x="441" y="501"/>
                  </a:lnTo>
                  <a:cubicBezTo>
                    <a:pt x="457" y="461"/>
                    <a:pt x="469" y="425"/>
                    <a:pt x="481" y="385"/>
                  </a:cubicBezTo>
                  <a:cubicBezTo>
                    <a:pt x="493" y="345"/>
                    <a:pt x="497" y="301"/>
                    <a:pt x="489" y="257"/>
                  </a:cubicBezTo>
                  <a:cubicBezTo>
                    <a:pt x="483" y="216"/>
                    <a:pt x="470" y="177"/>
                    <a:pt x="450" y="140"/>
                  </a:cubicBezTo>
                  <a:lnTo>
                    <a:pt x="450" y="140"/>
                  </a:lnTo>
                  <a:cubicBezTo>
                    <a:pt x="542" y="176"/>
                    <a:pt x="632" y="221"/>
                    <a:pt x="721" y="273"/>
                  </a:cubicBezTo>
                  <a:cubicBezTo>
                    <a:pt x="745" y="289"/>
                    <a:pt x="769" y="309"/>
                    <a:pt x="789" y="329"/>
                  </a:cubicBezTo>
                  <a:cubicBezTo>
                    <a:pt x="793" y="337"/>
                    <a:pt x="797" y="337"/>
                    <a:pt x="801" y="345"/>
                  </a:cubicBezTo>
                  <a:lnTo>
                    <a:pt x="817" y="369"/>
                  </a:lnTo>
                  <a:lnTo>
                    <a:pt x="837" y="409"/>
                  </a:lnTo>
                  <a:lnTo>
                    <a:pt x="929" y="609"/>
                  </a:lnTo>
                  <a:cubicBezTo>
                    <a:pt x="961" y="673"/>
                    <a:pt x="993" y="741"/>
                    <a:pt x="1029" y="805"/>
                  </a:cubicBezTo>
                  <a:cubicBezTo>
                    <a:pt x="1049" y="837"/>
                    <a:pt x="1069" y="869"/>
                    <a:pt x="1089" y="901"/>
                  </a:cubicBezTo>
                  <a:cubicBezTo>
                    <a:pt x="1097" y="921"/>
                    <a:pt x="1109" y="933"/>
                    <a:pt x="1121" y="949"/>
                  </a:cubicBezTo>
                  <a:cubicBezTo>
                    <a:pt x="1129" y="961"/>
                    <a:pt x="1137" y="977"/>
                    <a:pt x="1145" y="989"/>
                  </a:cubicBezTo>
                  <a:cubicBezTo>
                    <a:pt x="1173" y="1053"/>
                    <a:pt x="1201" y="1121"/>
                    <a:pt x="1221" y="1189"/>
                  </a:cubicBezTo>
                  <a:cubicBezTo>
                    <a:pt x="1245" y="1257"/>
                    <a:pt x="1265" y="1329"/>
                    <a:pt x="1289" y="1397"/>
                  </a:cubicBezTo>
                  <a:lnTo>
                    <a:pt x="1301" y="1397"/>
                  </a:lnTo>
                  <a:cubicBezTo>
                    <a:pt x="1293" y="1325"/>
                    <a:pt x="1285" y="1249"/>
                    <a:pt x="1273" y="1177"/>
                  </a:cubicBezTo>
                  <a:cubicBezTo>
                    <a:pt x="1261" y="1105"/>
                    <a:pt x="1245" y="1029"/>
                    <a:pt x="1221" y="957"/>
                  </a:cubicBezTo>
                  <a:cubicBezTo>
                    <a:pt x="1213" y="941"/>
                    <a:pt x="1205" y="921"/>
                    <a:pt x="1193" y="901"/>
                  </a:cubicBezTo>
                  <a:cubicBezTo>
                    <a:pt x="1185" y="885"/>
                    <a:pt x="1173" y="869"/>
                    <a:pt x="1169" y="857"/>
                  </a:cubicBezTo>
                  <a:cubicBezTo>
                    <a:pt x="1153" y="825"/>
                    <a:pt x="1137" y="793"/>
                    <a:pt x="1121" y="761"/>
                  </a:cubicBezTo>
                  <a:cubicBezTo>
                    <a:pt x="1093" y="693"/>
                    <a:pt x="1065" y="629"/>
                    <a:pt x="1033" y="561"/>
                  </a:cubicBezTo>
                  <a:lnTo>
                    <a:pt x="945" y="361"/>
                  </a:lnTo>
                  <a:lnTo>
                    <a:pt x="933" y="337"/>
                  </a:lnTo>
                  <a:lnTo>
                    <a:pt x="929" y="325"/>
                  </a:lnTo>
                  <a:lnTo>
                    <a:pt x="925" y="317"/>
                  </a:lnTo>
                  <a:lnTo>
                    <a:pt x="921" y="309"/>
                  </a:lnTo>
                  <a:lnTo>
                    <a:pt x="921" y="305"/>
                  </a:lnTo>
                  <a:lnTo>
                    <a:pt x="905" y="281"/>
                  </a:lnTo>
                  <a:cubicBezTo>
                    <a:pt x="897" y="273"/>
                    <a:pt x="889" y="265"/>
                    <a:pt x="881" y="253"/>
                  </a:cubicBezTo>
                  <a:cubicBezTo>
                    <a:pt x="853" y="221"/>
                    <a:pt x="821" y="197"/>
                    <a:pt x="781" y="177"/>
                  </a:cubicBezTo>
                  <a:cubicBezTo>
                    <a:pt x="717" y="137"/>
                    <a:pt x="645" y="109"/>
                    <a:pt x="569" y="85"/>
                  </a:cubicBezTo>
                  <a:cubicBezTo>
                    <a:pt x="502" y="66"/>
                    <a:pt x="435" y="47"/>
                    <a:pt x="368" y="35"/>
                  </a:cubicBezTo>
                  <a:lnTo>
                    <a:pt x="368" y="35"/>
                  </a:lnTo>
                  <a:cubicBezTo>
                    <a:pt x="367" y="34"/>
                    <a:pt x="366" y="33"/>
                    <a:pt x="365" y="33"/>
                  </a:cubicBezTo>
                  <a:lnTo>
                    <a:pt x="364" y="34"/>
                  </a:lnTo>
                  <a:lnTo>
                    <a:pt x="364" y="34"/>
                  </a:lnTo>
                  <a:cubicBezTo>
                    <a:pt x="360" y="34"/>
                    <a:pt x="356" y="33"/>
                    <a:pt x="353" y="33"/>
                  </a:cubicBezTo>
                  <a:lnTo>
                    <a:pt x="1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4"/>
            <p:cNvSpPr/>
            <p:nvPr/>
          </p:nvSpPr>
          <p:spPr>
            <a:xfrm>
              <a:off x="1976244" y="1611892"/>
              <a:ext cx="539908" cy="601638"/>
            </a:xfrm>
            <a:custGeom>
              <a:avLst/>
              <a:gdLst/>
              <a:ahLst/>
              <a:cxnLst/>
              <a:rect l="l" t="t" r="r" b="b"/>
              <a:pathLst>
                <a:path w="2309" h="2573" extrusionOk="0">
                  <a:moveTo>
                    <a:pt x="1097" y="1"/>
                  </a:moveTo>
                  <a:cubicBezTo>
                    <a:pt x="1077" y="1"/>
                    <a:pt x="1065" y="5"/>
                    <a:pt x="1049" y="17"/>
                  </a:cubicBezTo>
                  <a:cubicBezTo>
                    <a:pt x="1041" y="21"/>
                    <a:pt x="1033" y="29"/>
                    <a:pt x="1029" y="41"/>
                  </a:cubicBezTo>
                  <a:cubicBezTo>
                    <a:pt x="1029" y="45"/>
                    <a:pt x="1025" y="53"/>
                    <a:pt x="1025" y="57"/>
                  </a:cubicBezTo>
                  <a:lnTo>
                    <a:pt x="1025" y="65"/>
                  </a:lnTo>
                  <a:cubicBezTo>
                    <a:pt x="1025" y="69"/>
                    <a:pt x="1025" y="69"/>
                    <a:pt x="1025" y="73"/>
                  </a:cubicBezTo>
                  <a:cubicBezTo>
                    <a:pt x="1021" y="77"/>
                    <a:pt x="1017" y="77"/>
                    <a:pt x="1017" y="81"/>
                  </a:cubicBezTo>
                  <a:cubicBezTo>
                    <a:pt x="997" y="101"/>
                    <a:pt x="977" y="117"/>
                    <a:pt x="957" y="125"/>
                  </a:cubicBezTo>
                  <a:cubicBezTo>
                    <a:pt x="909" y="153"/>
                    <a:pt x="857" y="173"/>
                    <a:pt x="805" y="189"/>
                  </a:cubicBezTo>
                  <a:cubicBezTo>
                    <a:pt x="701" y="217"/>
                    <a:pt x="601" y="241"/>
                    <a:pt x="497" y="253"/>
                  </a:cubicBezTo>
                  <a:cubicBezTo>
                    <a:pt x="449" y="257"/>
                    <a:pt x="405" y="265"/>
                    <a:pt x="357" y="265"/>
                  </a:cubicBezTo>
                  <a:cubicBezTo>
                    <a:pt x="333" y="265"/>
                    <a:pt x="305" y="269"/>
                    <a:pt x="285" y="269"/>
                  </a:cubicBezTo>
                  <a:cubicBezTo>
                    <a:pt x="261" y="277"/>
                    <a:pt x="237" y="281"/>
                    <a:pt x="213" y="289"/>
                  </a:cubicBezTo>
                  <a:cubicBezTo>
                    <a:pt x="137" y="313"/>
                    <a:pt x="69" y="369"/>
                    <a:pt x="33" y="441"/>
                  </a:cubicBezTo>
                  <a:cubicBezTo>
                    <a:pt x="13" y="485"/>
                    <a:pt x="1" y="537"/>
                    <a:pt x="1" y="585"/>
                  </a:cubicBezTo>
                  <a:cubicBezTo>
                    <a:pt x="1" y="601"/>
                    <a:pt x="5" y="617"/>
                    <a:pt x="9" y="637"/>
                  </a:cubicBezTo>
                  <a:lnTo>
                    <a:pt x="17" y="641"/>
                  </a:lnTo>
                  <a:cubicBezTo>
                    <a:pt x="21" y="625"/>
                    <a:pt x="21" y="609"/>
                    <a:pt x="29" y="593"/>
                  </a:cubicBezTo>
                  <a:cubicBezTo>
                    <a:pt x="37" y="553"/>
                    <a:pt x="57" y="513"/>
                    <a:pt x="81" y="477"/>
                  </a:cubicBezTo>
                  <a:cubicBezTo>
                    <a:pt x="117" y="429"/>
                    <a:pt x="173" y="393"/>
                    <a:pt x="237" y="385"/>
                  </a:cubicBezTo>
                  <a:cubicBezTo>
                    <a:pt x="253" y="381"/>
                    <a:pt x="273" y="377"/>
                    <a:pt x="293" y="377"/>
                  </a:cubicBezTo>
                  <a:lnTo>
                    <a:pt x="353" y="377"/>
                  </a:lnTo>
                  <a:cubicBezTo>
                    <a:pt x="377" y="379"/>
                    <a:pt x="401" y="380"/>
                    <a:pt x="426" y="380"/>
                  </a:cubicBezTo>
                  <a:cubicBezTo>
                    <a:pt x="451" y="380"/>
                    <a:pt x="477" y="379"/>
                    <a:pt x="505" y="377"/>
                  </a:cubicBezTo>
                  <a:cubicBezTo>
                    <a:pt x="617" y="369"/>
                    <a:pt x="729" y="345"/>
                    <a:pt x="837" y="309"/>
                  </a:cubicBezTo>
                  <a:cubicBezTo>
                    <a:pt x="897" y="289"/>
                    <a:pt x="957" y="257"/>
                    <a:pt x="1009" y="221"/>
                  </a:cubicBezTo>
                  <a:cubicBezTo>
                    <a:pt x="1041" y="197"/>
                    <a:pt x="1065" y="169"/>
                    <a:pt x="1085" y="141"/>
                  </a:cubicBezTo>
                  <a:cubicBezTo>
                    <a:pt x="1089" y="129"/>
                    <a:pt x="1097" y="121"/>
                    <a:pt x="1101" y="109"/>
                  </a:cubicBezTo>
                  <a:lnTo>
                    <a:pt x="1105" y="93"/>
                  </a:lnTo>
                  <a:lnTo>
                    <a:pt x="1105" y="85"/>
                  </a:lnTo>
                  <a:lnTo>
                    <a:pt x="1105" y="85"/>
                  </a:lnTo>
                  <a:cubicBezTo>
                    <a:pt x="1129" y="85"/>
                    <a:pt x="1151" y="90"/>
                    <a:pt x="1173" y="101"/>
                  </a:cubicBezTo>
                  <a:cubicBezTo>
                    <a:pt x="1201" y="117"/>
                    <a:pt x="1229" y="129"/>
                    <a:pt x="1253" y="149"/>
                  </a:cubicBezTo>
                  <a:cubicBezTo>
                    <a:pt x="1305" y="185"/>
                    <a:pt x="1357" y="229"/>
                    <a:pt x="1397" y="277"/>
                  </a:cubicBezTo>
                  <a:cubicBezTo>
                    <a:pt x="1441" y="325"/>
                    <a:pt x="1481" y="381"/>
                    <a:pt x="1509" y="437"/>
                  </a:cubicBezTo>
                  <a:cubicBezTo>
                    <a:pt x="1525" y="469"/>
                    <a:pt x="1537" y="497"/>
                    <a:pt x="1549" y="529"/>
                  </a:cubicBezTo>
                  <a:cubicBezTo>
                    <a:pt x="1557" y="557"/>
                    <a:pt x="1565" y="593"/>
                    <a:pt x="1577" y="625"/>
                  </a:cubicBezTo>
                  <a:cubicBezTo>
                    <a:pt x="1609" y="757"/>
                    <a:pt x="1661" y="885"/>
                    <a:pt x="1725" y="1009"/>
                  </a:cubicBezTo>
                  <a:cubicBezTo>
                    <a:pt x="1789" y="1129"/>
                    <a:pt x="1857" y="1241"/>
                    <a:pt x="1941" y="1349"/>
                  </a:cubicBezTo>
                  <a:cubicBezTo>
                    <a:pt x="1961" y="1377"/>
                    <a:pt x="1981" y="1401"/>
                    <a:pt x="2005" y="1425"/>
                  </a:cubicBezTo>
                  <a:cubicBezTo>
                    <a:pt x="2013" y="1433"/>
                    <a:pt x="2021" y="1441"/>
                    <a:pt x="2029" y="1445"/>
                  </a:cubicBezTo>
                  <a:lnTo>
                    <a:pt x="2033" y="1453"/>
                  </a:lnTo>
                  <a:lnTo>
                    <a:pt x="2037" y="1453"/>
                  </a:lnTo>
                  <a:cubicBezTo>
                    <a:pt x="2045" y="1461"/>
                    <a:pt x="2049" y="1469"/>
                    <a:pt x="2053" y="1481"/>
                  </a:cubicBezTo>
                  <a:cubicBezTo>
                    <a:pt x="2061" y="1489"/>
                    <a:pt x="2065" y="1501"/>
                    <a:pt x="2069" y="1513"/>
                  </a:cubicBezTo>
                  <a:cubicBezTo>
                    <a:pt x="2077" y="1525"/>
                    <a:pt x="2081" y="1537"/>
                    <a:pt x="2085" y="1549"/>
                  </a:cubicBezTo>
                  <a:cubicBezTo>
                    <a:pt x="2097" y="1577"/>
                    <a:pt x="2105" y="1601"/>
                    <a:pt x="2113" y="1625"/>
                  </a:cubicBezTo>
                  <a:cubicBezTo>
                    <a:pt x="2145" y="1725"/>
                    <a:pt x="2169" y="1829"/>
                    <a:pt x="2181" y="1933"/>
                  </a:cubicBezTo>
                  <a:cubicBezTo>
                    <a:pt x="2193" y="2021"/>
                    <a:pt x="2197" y="2109"/>
                    <a:pt x="2189" y="2197"/>
                  </a:cubicBezTo>
                  <a:cubicBezTo>
                    <a:pt x="2189" y="2237"/>
                    <a:pt x="2181" y="2273"/>
                    <a:pt x="2173" y="2305"/>
                  </a:cubicBezTo>
                  <a:cubicBezTo>
                    <a:pt x="2169" y="2341"/>
                    <a:pt x="2157" y="2369"/>
                    <a:pt x="2153" y="2397"/>
                  </a:cubicBezTo>
                  <a:cubicBezTo>
                    <a:pt x="2137" y="2441"/>
                    <a:pt x="2121" y="2481"/>
                    <a:pt x="2097" y="2521"/>
                  </a:cubicBezTo>
                  <a:lnTo>
                    <a:pt x="2077" y="2565"/>
                  </a:lnTo>
                  <a:lnTo>
                    <a:pt x="2085" y="2573"/>
                  </a:lnTo>
                  <a:lnTo>
                    <a:pt x="2121" y="2537"/>
                  </a:lnTo>
                  <a:cubicBezTo>
                    <a:pt x="2153" y="2501"/>
                    <a:pt x="2177" y="2461"/>
                    <a:pt x="2201" y="2421"/>
                  </a:cubicBezTo>
                  <a:cubicBezTo>
                    <a:pt x="2217" y="2393"/>
                    <a:pt x="2229" y="2361"/>
                    <a:pt x="2245" y="2325"/>
                  </a:cubicBezTo>
                  <a:cubicBezTo>
                    <a:pt x="2257" y="2289"/>
                    <a:pt x="2269" y="2249"/>
                    <a:pt x="2277" y="2209"/>
                  </a:cubicBezTo>
                  <a:cubicBezTo>
                    <a:pt x="2297" y="2117"/>
                    <a:pt x="2309" y="2021"/>
                    <a:pt x="2305" y="1921"/>
                  </a:cubicBezTo>
                  <a:cubicBezTo>
                    <a:pt x="2301" y="1809"/>
                    <a:pt x="2285" y="1697"/>
                    <a:pt x="2253" y="1585"/>
                  </a:cubicBezTo>
                  <a:cubicBezTo>
                    <a:pt x="2245" y="1553"/>
                    <a:pt x="2237" y="1525"/>
                    <a:pt x="2225" y="1493"/>
                  </a:cubicBezTo>
                  <a:cubicBezTo>
                    <a:pt x="2221" y="1481"/>
                    <a:pt x="2213" y="1465"/>
                    <a:pt x="2205" y="1449"/>
                  </a:cubicBezTo>
                  <a:cubicBezTo>
                    <a:pt x="2197" y="1433"/>
                    <a:pt x="2189" y="1417"/>
                    <a:pt x="2181" y="1401"/>
                  </a:cubicBezTo>
                  <a:cubicBezTo>
                    <a:pt x="2169" y="1381"/>
                    <a:pt x="2157" y="1365"/>
                    <a:pt x="2145" y="1349"/>
                  </a:cubicBezTo>
                  <a:lnTo>
                    <a:pt x="2137" y="1341"/>
                  </a:lnTo>
                  <a:lnTo>
                    <a:pt x="2121" y="1329"/>
                  </a:lnTo>
                  <a:cubicBezTo>
                    <a:pt x="2117" y="1325"/>
                    <a:pt x="2113" y="1321"/>
                    <a:pt x="2109" y="1317"/>
                  </a:cubicBezTo>
                  <a:cubicBezTo>
                    <a:pt x="2093" y="1297"/>
                    <a:pt x="2069" y="1277"/>
                    <a:pt x="2049" y="1253"/>
                  </a:cubicBezTo>
                  <a:cubicBezTo>
                    <a:pt x="1969" y="1153"/>
                    <a:pt x="1897" y="1049"/>
                    <a:pt x="1833" y="941"/>
                  </a:cubicBezTo>
                  <a:cubicBezTo>
                    <a:pt x="1761" y="829"/>
                    <a:pt x="1701" y="713"/>
                    <a:pt x="1645" y="593"/>
                  </a:cubicBezTo>
                  <a:cubicBezTo>
                    <a:pt x="1597" y="461"/>
                    <a:pt x="1525" y="345"/>
                    <a:pt x="1429" y="241"/>
                  </a:cubicBezTo>
                  <a:cubicBezTo>
                    <a:pt x="1385" y="193"/>
                    <a:pt x="1333" y="145"/>
                    <a:pt x="1281" y="101"/>
                  </a:cubicBezTo>
                  <a:cubicBezTo>
                    <a:pt x="1257" y="81"/>
                    <a:pt x="1229" y="61"/>
                    <a:pt x="1201" y="41"/>
                  </a:cubicBezTo>
                  <a:cubicBezTo>
                    <a:pt x="1169" y="21"/>
                    <a:pt x="1133" y="5"/>
                    <a:pt x="10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4"/>
            <p:cNvSpPr/>
            <p:nvPr/>
          </p:nvSpPr>
          <p:spPr>
            <a:xfrm>
              <a:off x="2409297" y="2200210"/>
              <a:ext cx="910290" cy="384646"/>
            </a:xfrm>
            <a:custGeom>
              <a:avLst/>
              <a:gdLst/>
              <a:ahLst/>
              <a:cxnLst/>
              <a:rect l="l" t="t" r="r" b="b"/>
              <a:pathLst>
                <a:path w="3893" h="1645" extrusionOk="0">
                  <a:moveTo>
                    <a:pt x="449" y="1"/>
                  </a:moveTo>
                  <a:cubicBezTo>
                    <a:pt x="365" y="1"/>
                    <a:pt x="281" y="13"/>
                    <a:pt x="201" y="37"/>
                  </a:cubicBezTo>
                  <a:cubicBezTo>
                    <a:pt x="161" y="49"/>
                    <a:pt x="121" y="65"/>
                    <a:pt x="85" y="85"/>
                  </a:cubicBezTo>
                  <a:cubicBezTo>
                    <a:pt x="49" y="109"/>
                    <a:pt x="17" y="141"/>
                    <a:pt x="1" y="181"/>
                  </a:cubicBezTo>
                  <a:lnTo>
                    <a:pt x="17" y="185"/>
                  </a:lnTo>
                  <a:cubicBezTo>
                    <a:pt x="69" y="129"/>
                    <a:pt x="141" y="97"/>
                    <a:pt x="217" y="93"/>
                  </a:cubicBezTo>
                  <a:cubicBezTo>
                    <a:pt x="243" y="87"/>
                    <a:pt x="272" y="83"/>
                    <a:pt x="299" y="83"/>
                  </a:cubicBezTo>
                  <a:cubicBezTo>
                    <a:pt x="309" y="83"/>
                    <a:pt x="319" y="84"/>
                    <a:pt x="329" y="85"/>
                  </a:cubicBezTo>
                  <a:cubicBezTo>
                    <a:pt x="369" y="85"/>
                    <a:pt x="409" y="85"/>
                    <a:pt x="449" y="89"/>
                  </a:cubicBezTo>
                  <a:cubicBezTo>
                    <a:pt x="525" y="93"/>
                    <a:pt x="601" y="105"/>
                    <a:pt x="681" y="121"/>
                  </a:cubicBezTo>
                  <a:cubicBezTo>
                    <a:pt x="757" y="133"/>
                    <a:pt x="833" y="153"/>
                    <a:pt x="909" y="169"/>
                  </a:cubicBezTo>
                  <a:cubicBezTo>
                    <a:pt x="989" y="189"/>
                    <a:pt x="1065" y="209"/>
                    <a:pt x="1141" y="229"/>
                  </a:cubicBezTo>
                  <a:cubicBezTo>
                    <a:pt x="1221" y="249"/>
                    <a:pt x="1297" y="265"/>
                    <a:pt x="1377" y="281"/>
                  </a:cubicBezTo>
                  <a:cubicBezTo>
                    <a:pt x="1457" y="297"/>
                    <a:pt x="1537" y="309"/>
                    <a:pt x="1613" y="325"/>
                  </a:cubicBezTo>
                  <a:cubicBezTo>
                    <a:pt x="1693" y="341"/>
                    <a:pt x="1773" y="349"/>
                    <a:pt x="1853" y="365"/>
                  </a:cubicBezTo>
                  <a:cubicBezTo>
                    <a:pt x="2013" y="389"/>
                    <a:pt x="2169" y="421"/>
                    <a:pt x="2329" y="445"/>
                  </a:cubicBezTo>
                  <a:cubicBezTo>
                    <a:pt x="2485" y="473"/>
                    <a:pt x="2645" y="505"/>
                    <a:pt x="2805" y="525"/>
                  </a:cubicBezTo>
                  <a:cubicBezTo>
                    <a:pt x="2885" y="537"/>
                    <a:pt x="2969" y="541"/>
                    <a:pt x="3049" y="541"/>
                  </a:cubicBezTo>
                  <a:cubicBezTo>
                    <a:pt x="3057" y="542"/>
                    <a:pt x="3065" y="542"/>
                    <a:pt x="3072" y="542"/>
                  </a:cubicBezTo>
                  <a:cubicBezTo>
                    <a:pt x="3086" y="542"/>
                    <a:pt x="3100" y="541"/>
                    <a:pt x="3113" y="541"/>
                  </a:cubicBezTo>
                  <a:lnTo>
                    <a:pt x="3169" y="541"/>
                  </a:lnTo>
                  <a:cubicBezTo>
                    <a:pt x="3201" y="545"/>
                    <a:pt x="3237" y="557"/>
                    <a:pt x="3269" y="565"/>
                  </a:cubicBezTo>
                  <a:cubicBezTo>
                    <a:pt x="3337" y="593"/>
                    <a:pt x="3405" y="625"/>
                    <a:pt x="3469" y="665"/>
                  </a:cubicBezTo>
                  <a:cubicBezTo>
                    <a:pt x="3483" y="674"/>
                    <a:pt x="3496" y="683"/>
                    <a:pt x="3509" y="693"/>
                  </a:cubicBezTo>
                  <a:lnTo>
                    <a:pt x="3509" y="693"/>
                  </a:lnTo>
                  <a:cubicBezTo>
                    <a:pt x="3500" y="694"/>
                    <a:pt x="3490" y="696"/>
                    <a:pt x="3481" y="697"/>
                  </a:cubicBezTo>
                  <a:cubicBezTo>
                    <a:pt x="3445" y="705"/>
                    <a:pt x="3409" y="717"/>
                    <a:pt x="3373" y="729"/>
                  </a:cubicBezTo>
                  <a:cubicBezTo>
                    <a:pt x="3333" y="745"/>
                    <a:pt x="3297" y="765"/>
                    <a:pt x="3265" y="793"/>
                  </a:cubicBezTo>
                  <a:cubicBezTo>
                    <a:pt x="3253" y="801"/>
                    <a:pt x="3245" y="809"/>
                    <a:pt x="3237" y="821"/>
                  </a:cubicBezTo>
                  <a:lnTo>
                    <a:pt x="3221" y="841"/>
                  </a:lnTo>
                  <a:cubicBezTo>
                    <a:pt x="3209" y="857"/>
                    <a:pt x="3197" y="881"/>
                    <a:pt x="3189" y="893"/>
                  </a:cubicBezTo>
                  <a:cubicBezTo>
                    <a:pt x="3173" y="925"/>
                    <a:pt x="3161" y="957"/>
                    <a:pt x="3145" y="985"/>
                  </a:cubicBezTo>
                  <a:cubicBezTo>
                    <a:pt x="3113" y="1045"/>
                    <a:pt x="3081" y="1105"/>
                    <a:pt x="3049" y="1161"/>
                  </a:cubicBezTo>
                  <a:cubicBezTo>
                    <a:pt x="3033" y="1189"/>
                    <a:pt x="3017" y="1217"/>
                    <a:pt x="2997" y="1241"/>
                  </a:cubicBezTo>
                  <a:cubicBezTo>
                    <a:pt x="2977" y="1269"/>
                    <a:pt x="2957" y="1297"/>
                    <a:pt x="2937" y="1321"/>
                  </a:cubicBezTo>
                  <a:cubicBezTo>
                    <a:pt x="2917" y="1345"/>
                    <a:pt x="2897" y="1369"/>
                    <a:pt x="2873" y="1393"/>
                  </a:cubicBezTo>
                  <a:cubicBezTo>
                    <a:pt x="2849" y="1417"/>
                    <a:pt x="2825" y="1437"/>
                    <a:pt x="2801" y="1461"/>
                  </a:cubicBezTo>
                  <a:cubicBezTo>
                    <a:pt x="2777" y="1481"/>
                    <a:pt x="2749" y="1497"/>
                    <a:pt x="2721" y="1517"/>
                  </a:cubicBezTo>
                  <a:lnTo>
                    <a:pt x="2637" y="1565"/>
                  </a:lnTo>
                  <a:lnTo>
                    <a:pt x="2545" y="1605"/>
                  </a:lnTo>
                  <a:lnTo>
                    <a:pt x="2449" y="1633"/>
                  </a:lnTo>
                  <a:lnTo>
                    <a:pt x="2449" y="1645"/>
                  </a:lnTo>
                  <a:cubicBezTo>
                    <a:pt x="2481" y="1641"/>
                    <a:pt x="2517" y="1641"/>
                    <a:pt x="2549" y="1637"/>
                  </a:cubicBezTo>
                  <a:lnTo>
                    <a:pt x="2649" y="1613"/>
                  </a:lnTo>
                  <a:cubicBezTo>
                    <a:pt x="2685" y="1601"/>
                    <a:pt x="2721" y="1593"/>
                    <a:pt x="2749" y="1577"/>
                  </a:cubicBezTo>
                  <a:cubicBezTo>
                    <a:pt x="2781" y="1561"/>
                    <a:pt x="2813" y="1545"/>
                    <a:pt x="2845" y="1525"/>
                  </a:cubicBezTo>
                  <a:cubicBezTo>
                    <a:pt x="2873" y="1509"/>
                    <a:pt x="2901" y="1485"/>
                    <a:pt x="2929" y="1465"/>
                  </a:cubicBezTo>
                  <a:cubicBezTo>
                    <a:pt x="2957" y="1441"/>
                    <a:pt x="2985" y="1417"/>
                    <a:pt x="3009" y="1393"/>
                  </a:cubicBezTo>
                  <a:cubicBezTo>
                    <a:pt x="3033" y="1369"/>
                    <a:pt x="3057" y="1341"/>
                    <a:pt x="3081" y="1313"/>
                  </a:cubicBezTo>
                  <a:cubicBezTo>
                    <a:pt x="3105" y="1289"/>
                    <a:pt x="3125" y="1257"/>
                    <a:pt x="3145" y="1229"/>
                  </a:cubicBezTo>
                  <a:cubicBezTo>
                    <a:pt x="3185" y="1173"/>
                    <a:pt x="3225" y="1113"/>
                    <a:pt x="3257" y="1053"/>
                  </a:cubicBezTo>
                  <a:lnTo>
                    <a:pt x="3309" y="965"/>
                  </a:lnTo>
                  <a:lnTo>
                    <a:pt x="3329" y="929"/>
                  </a:lnTo>
                  <a:lnTo>
                    <a:pt x="3345" y="909"/>
                  </a:lnTo>
                  <a:lnTo>
                    <a:pt x="3353" y="905"/>
                  </a:lnTo>
                  <a:cubicBezTo>
                    <a:pt x="3373" y="889"/>
                    <a:pt x="3397" y="877"/>
                    <a:pt x="3421" y="869"/>
                  </a:cubicBezTo>
                  <a:cubicBezTo>
                    <a:pt x="3449" y="861"/>
                    <a:pt x="3477" y="853"/>
                    <a:pt x="3509" y="845"/>
                  </a:cubicBezTo>
                  <a:cubicBezTo>
                    <a:pt x="3541" y="841"/>
                    <a:pt x="3573" y="837"/>
                    <a:pt x="3601" y="833"/>
                  </a:cubicBezTo>
                  <a:cubicBezTo>
                    <a:pt x="3633" y="829"/>
                    <a:pt x="3669" y="825"/>
                    <a:pt x="3697" y="825"/>
                  </a:cubicBezTo>
                  <a:lnTo>
                    <a:pt x="3893" y="813"/>
                  </a:lnTo>
                  <a:lnTo>
                    <a:pt x="3745" y="693"/>
                  </a:lnTo>
                  <a:cubicBezTo>
                    <a:pt x="3677" y="641"/>
                    <a:pt x="3609" y="593"/>
                    <a:pt x="3537" y="553"/>
                  </a:cubicBezTo>
                  <a:cubicBezTo>
                    <a:pt x="3461" y="509"/>
                    <a:pt x="3385" y="473"/>
                    <a:pt x="3305" y="449"/>
                  </a:cubicBezTo>
                  <a:cubicBezTo>
                    <a:pt x="3261" y="433"/>
                    <a:pt x="3213" y="425"/>
                    <a:pt x="3169" y="421"/>
                  </a:cubicBezTo>
                  <a:lnTo>
                    <a:pt x="3101" y="421"/>
                  </a:lnTo>
                  <a:cubicBezTo>
                    <a:pt x="3081" y="425"/>
                    <a:pt x="3065" y="429"/>
                    <a:pt x="3045" y="429"/>
                  </a:cubicBezTo>
                  <a:cubicBezTo>
                    <a:pt x="2969" y="433"/>
                    <a:pt x="2889" y="433"/>
                    <a:pt x="2809" y="433"/>
                  </a:cubicBezTo>
                  <a:cubicBezTo>
                    <a:pt x="2649" y="429"/>
                    <a:pt x="2493" y="421"/>
                    <a:pt x="2333" y="401"/>
                  </a:cubicBezTo>
                  <a:cubicBezTo>
                    <a:pt x="2253" y="389"/>
                    <a:pt x="2173" y="377"/>
                    <a:pt x="2097" y="361"/>
                  </a:cubicBezTo>
                  <a:cubicBezTo>
                    <a:pt x="2017" y="349"/>
                    <a:pt x="1941" y="333"/>
                    <a:pt x="1861" y="313"/>
                  </a:cubicBezTo>
                  <a:cubicBezTo>
                    <a:pt x="1709" y="273"/>
                    <a:pt x="1553" y="225"/>
                    <a:pt x="1401" y="177"/>
                  </a:cubicBezTo>
                  <a:cubicBezTo>
                    <a:pt x="1249" y="133"/>
                    <a:pt x="1097" y="85"/>
                    <a:pt x="937" y="53"/>
                  </a:cubicBezTo>
                  <a:lnTo>
                    <a:pt x="817" y="29"/>
                  </a:lnTo>
                  <a:lnTo>
                    <a:pt x="693" y="13"/>
                  </a:lnTo>
                  <a:cubicBezTo>
                    <a:pt x="613" y="5"/>
                    <a:pt x="529" y="1"/>
                    <a:pt x="4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4"/>
            <p:cNvSpPr/>
            <p:nvPr/>
          </p:nvSpPr>
          <p:spPr>
            <a:xfrm>
              <a:off x="2369078" y="2368802"/>
              <a:ext cx="769059" cy="127904"/>
            </a:xfrm>
            <a:custGeom>
              <a:avLst/>
              <a:gdLst/>
              <a:ahLst/>
              <a:cxnLst/>
              <a:rect l="l" t="t" r="r" b="b"/>
              <a:pathLst>
                <a:path w="3289" h="547" extrusionOk="0">
                  <a:moveTo>
                    <a:pt x="718" y="1"/>
                  </a:moveTo>
                  <a:cubicBezTo>
                    <a:pt x="658" y="1"/>
                    <a:pt x="597" y="4"/>
                    <a:pt x="537" y="12"/>
                  </a:cubicBezTo>
                  <a:cubicBezTo>
                    <a:pt x="493" y="16"/>
                    <a:pt x="453" y="20"/>
                    <a:pt x="417" y="28"/>
                  </a:cubicBezTo>
                  <a:cubicBezTo>
                    <a:pt x="377" y="36"/>
                    <a:pt x="341" y="44"/>
                    <a:pt x="309" y="52"/>
                  </a:cubicBezTo>
                  <a:cubicBezTo>
                    <a:pt x="253" y="68"/>
                    <a:pt x="197" y="88"/>
                    <a:pt x="141" y="108"/>
                  </a:cubicBezTo>
                  <a:cubicBezTo>
                    <a:pt x="97" y="124"/>
                    <a:pt x="61" y="140"/>
                    <a:pt x="37" y="152"/>
                  </a:cubicBezTo>
                  <a:lnTo>
                    <a:pt x="1" y="168"/>
                  </a:lnTo>
                  <a:lnTo>
                    <a:pt x="5" y="176"/>
                  </a:lnTo>
                  <a:lnTo>
                    <a:pt x="45" y="164"/>
                  </a:lnTo>
                  <a:cubicBezTo>
                    <a:pt x="69" y="160"/>
                    <a:pt x="105" y="144"/>
                    <a:pt x="149" y="132"/>
                  </a:cubicBezTo>
                  <a:lnTo>
                    <a:pt x="229" y="116"/>
                  </a:lnTo>
                  <a:lnTo>
                    <a:pt x="321" y="96"/>
                  </a:lnTo>
                  <a:lnTo>
                    <a:pt x="425" y="80"/>
                  </a:lnTo>
                  <a:cubicBezTo>
                    <a:pt x="461" y="76"/>
                    <a:pt x="501" y="72"/>
                    <a:pt x="541" y="72"/>
                  </a:cubicBezTo>
                  <a:cubicBezTo>
                    <a:pt x="577" y="70"/>
                    <a:pt x="614" y="69"/>
                    <a:pt x="650" y="69"/>
                  </a:cubicBezTo>
                  <a:cubicBezTo>
                    <a:pt x="702" y="69"/>
                    <a:pt x="753" y="71"/>
                    <a:pt x="805" y="76"/>
                  </a:cubicBezTo>
                  <a:cubicBezTo>
                    <a:pt x="901" y="84"/>
                    <a:pt x="997" y="100"/>
                    <a:pt x="1093" y="120"/>
                  </a:cubicBezTo>
                  <a:cubicBezTo>
                    <a:pt x="1301" y="172"/>
                    <a:pt x="1505" y="236"/>
                    <a:pt x="1705" y="320"/>
                  </a:cubicBezTo>
                  <a:lnTo>
                    <a:pt x="2009" y="444"/>
                  </a:lnTo>
                  <a:cubicBezTo>
                    <a:pt x="2109" y="484"/>
                    <a:pt x="2213" y="516"/>
                    <a:pt x="2317" y="540"/>
                  </a:cubicBezTo>
                  <a:cubicBezTo>
                    <a:pt x="2347" y="544"/>
                    <a:pt x="2379" y="546"/>
                    <a:pt x="2411" y="546"/>
                  </a:cubicBezTo>
                  <a:cubicBezTo>
                    <a:pt x="2433" y="546"/>
                    <a:pt x="2455" y="545"/>
                    <a:pt x="2477" y="544"/>
                  </a:cubicBezTo>
                  <a:cubicBezTo>
                    <a:pt x="2525" y="536"/>
                    <a:pt x="2573" y="524"/>
                    <a:pt x="2621" y="512"/>
                  </a:cubicBezTo>
                  <a:cubicBezTo>
                    <a:pt x="2709" y="488"/>
                    <a:pt x="2797" y="452"/>
                    <a:pt x="2877" y="408"/>
                  </a:cubicBezTo>
                  <a:cubicBezTo>
                    <a:pt x="2941" y="372"/>
                    <a:pt x="3005" y="328"/>
                    <a:pt x="3065" y="276"/>
                  </a:cubicBezTo>
                  <a:cubicBezTo>
                    <a:pt x="3109" y="240"/>
                    <a:pt x="3153" y="200"/>
                    <a:pt x="3193" y="156"/>
                  </a:cubicBezTo>
                  <a:cubicBezTo>
                    <a:pt x="3229" y="120"/>
                    <a:pt x="3261" y="76"/>
                    <a:pt x="3289" y="36"/>
                  </a:cubicBezTo>
                  <a:lnTo>
                    <a:pt x="3281" y="32"/>
                  </a:lnTo>
                  <a:cubicBezTo>
                    <a:pt x="3249" y="68"/>
                    <a:pt x="3213" y="104"/>
                    <a:pt x="3173" y="136"/>
                  </a:cubicBezTo>
                  <a:cubicBezTo>
                    <a:pt x="3129" y="172"/>
                    <a:pt x="3085" y="208"/>
                    <a:pt x="3037" y="240"/>
                  </a:cubicBezTo>
                  <a:cubicBezTo>
                    <a:pt x="2977" y="284"/>
                    <a:pt x="2913" y="324"/>
                    <a:pt x="2845" y="356"/>
                  </a:cubicBezTo>
                  <a:cubicBezTo>
                    <a:pt x="2769" y="396"/>
                    <a:pt x="2689" y="428"/>
                    <a:pt x="2605" y="456"/>
                  </a:cubicBezTo>
                  <a:cubicBezTo>
                    <a:pt x="2561" y="472"/>
                    <a:pt x="2513" y="480"/>
                    <a:pt x="2469" y="496"/>
                  </a:cubicBezTo>
                  <a:cubicBezTo>
                    <a:pt x="2434" y="502"/>
                    <a:pt x="2396" y="505"/>
                    <a:pt x="2360" y="505"/>
                  </a:cubicBezTo>
                  <a:cubicBezTo>
                    <a:pt x="2347" y="505"/>
                    <a:pt x="2334" y="505"/>
                    <a:pt x="2321" y="504"/>
                  </a:cubicBezTo>
                  <a:cubicBezTo>
                    <a:pt x="2217" y="496"/>
                    <a:pt x="2113" y="468"/>
                    <a:pt x="2017" y="424"/>
                  </a:cubicBezTo>
                  <a:cubicBezTo>
                    <a:pt x="1917" y="388"/>
                    <a:pt x="1813" y="336"/>
                    <a:pt x="1717" y="288"/>
                  </a:cubicBezTo>
                  <a:cubicBezTo>
                    <a:pt x="1621" y="236"/>
                    <a:pt x="1521" y="192"/>
                    <a:pt x="1417" y="148"/>
                  </a:cubicBezTo>
                  <a:cubicBezTo>
                    <a:pt x="1317" y="112"/>
                    <a:pt x="1213" y="76"/>
                    <a:pt x="1109" y="48"/>
                  </a:cubicBezTo>
                  <a:cubicBezTo>
                    <a:pt x="980" y="18"/>
                    <a:pt x="849" y="1"/>
                    <a:pt x="7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4"/>
            <p:cNvSpPr/>
            <p:nvPr/>
          </p:nvSpPr>
          <p:spPr>
            <a:xfrm>
              <a:off x="2412103" y="2261707"/>
              <a:ext cx="576385" cy="68278"/>
            </a:xfrm>
            <a:custGeom>
              <a:avLst/>
              <a:gdLst/>
              <a:ahLst/>
              <a:cxnLst/>
              <a:rect l="l" t="t" r="r" b="b"/>
              <a:pathLst>
                <a:path w="2465" h="292" extrusionOk="0">
                  <a:moveTo>
                    <a:pt x="540" y="0"/>
                  </a:moveTo>
                  <a:cubicBezTo>
                    <a:pt x="486" y="0"/>
                    <a:pt x="431" y="3"/>
                    <a:pt x="377" y="10"/>
                  </a:cubicBezTo>
                  <a:cubicBezTo>
                    <a:pt x="321" y="14"/>
                    <a:pt x="269" y="26"/>
                    <a:pt x="217" y="38"/>
                  </a:cubicBezTo>
                  <a:cubicBezTo>
                    <a:pt x="177" y="50"/>
                    <a:pt x="137" y="66"/>
                    <a:pt x="97" y="82"/>
                  </a:cubicBezTo>
                  <a:cubicBezTo>
                    <a:pt x="73" y="94"/>
                    <a:pt x="49" y="106"/>
                    <a:pt x="25" y="118"/>
                  </a:cubicBezTo>
                  <a:lnTo>
                    <a:pt x="1" y="134"/>
                  </a:lnTo>
                  <a:lnTo>
                    <a:pt x="5" y="138"/>
                  </a:lnTo>
                  <a:lnTo>
                    <a:pt x="33" y="130"/>
                  </a:lnTo>
                  <a:cubicBezTo>
                    <a:pt x="49" y="126"/>
                    <a:pt x="73" y="114"/>
                    <a:pt x="105" y="106"/>
                  </a:cubicBezTo>
                  <a:cubicBezTo>
                    <a:pt x="145" y="98"/>
                    <a:pt x="185" y="90"/>
                    <a:pt x="225" y="82"/>
                  </a:cubicBezTo>
                  <a:cubicBezTo>
                    <a:pt x="273" y="78"/>
                    <a:pt x="325" y="70"/>
                    <a:pt x="381" y="70"/>
                  </a:cubicBezTo>
                  <a:cubicBezTo>
                    <a:pt x="397" y="69"/>
                    <a:pt x="414" y="68"/>
                    <a:pt x="432" y="68"/>
                  </a:cubicBezTo>
                  <a:cubicBezTo>
                    <a:pt x="474" y="68"/>
                    <a:pt x="520" y="71"/>
                    <a:pt x="565" y="74"/>
                  </a:cubicBezTo>
                  <a:cubicBezTo>
                    <a:pt x="633" y="78"/>
                    <a:pt x="701" y="86"/>
                    <a:pt x="773" y="94"/>
                  </a:cubicBezTo>
                  <a:cubicBezTo>
                    <a:pt x="917" y="110"/>
                    <a:pt x="1069" y="138"/>
                    <a:pt x="1225" y="158"/>
                  </a:cubicBezTo>
                  <a:cubicBezTo>
                    <a:pt x="1301" y="166"/>
                    <a:pt x="1381" y="178"/>
                    <a:pt x="1457" y="190"/>
                  </a:cubicBezTo>
                  <a:cubicBezTo>
                    <a:pt x="1533" y="198"/>
                    <a:pt x="1605" y="214"/>
                    <a:pt x="1677" y="230"/>
                  </a:cubicBezTo>
                  <a:cubicBezTo>
                    <a:pt x="1749" y="242"/>
                    <a:pt x="1821" y="258"/>
                    <a:pt x="1885" y="266"/>
                  </a:cubicBezTo>
                  <a:cubicBezTo>
                    <a:pt x="1953" y="274"/>
                    <a:pt x="2017" y="282"/>
                    <a:pt x="2073" y="286"/>
                  </a:cubicBezTo>
                  <a:cubicBezTo>
                    <a:pt x="2158" y="289"/>
                    <a:pt x="2231" y="291"/>
                    <a:pt x="2290" y="291"/>
                  </a:cubicBezTo>
                  <a:cubicBezTo>
                    <a:pt x="2315" y="291"/>
                    <a:pt x="2337" y="291"/>
                    <a:pt x="2357" y="290"/>
                  </a:cubicBezTo>
                  <a:cubicBezTo>
                    <a:pt x="2429" y="290"/>
                    <a:pt x="2465" y="286"/>
                    <a:pt x="2465" y="286"/>
                  </a:cubicBezTo>
                  <a:lnTo>
                    <a:pt x="2465" y="282"/>
                  </a:lnTo>
                  <a:cubicBezTo>
                    <a:pt x="2465" y="282"/>
                    <a:pt x="2429" y="274"/>
                    <a:pt x="2361" y="266"/>
                  </a:cubicBezTo>
                  <a:cubicBezTo>
                    <a:pt x="2325" y="258"/>
                    <a:pt x="2285" y="254"/>
                    <a:pt x="2237" y="250"/>
                  </a:cubicBezTo>
                  <a:lnTo>
                    <a:pt x="2081" y="230"/>
                  </a:lnTo>
                  <a:cubicBezTo>
                    <a:pt x="2021" y="222"/>
                    <a:pt x="1961" y="214"/>
                    <a:pt x="1893" y="210"/>
                  </a:cubicBezTo>
                  <a:cubicBezTo>
                    <a:pt x="1825" y="202"/>
                    <a:pt x="1757" y="202"/>
                    <a:pt x="1681" y="194"/>
                  </a:cubicBezTo>
                  <a:cubicBezTo>
                    <a:pt x="1609" y="190"/>
                    <a:pt x="1533" y="182"/>
                    <a:pt x="1461" y="170"/>
                  </a:cubicBezTo>
                  <a:cubicBezTo>
                    <a:pt x="1381" y="154"/>
                    <a:pt x="1309" y="138"/>
                    <a:pt x="1233" y="118"/>
                  </a:cubicBezTo>
                  <a:cubicBezTo>
                    <a:pt x="1153" y="102"/>
                    <a:pt x="1077" y="82"/>
                    <a:pt x="1005" y="66"/>
                  </a:cubicBezTo>
                  <a:cubicBezTo>
                    <a:pt x="933" y="50"/>
                    <a:pt x="853" y="34"/>
                    <a:pt x="781" y="22"/>
                  </a:cubicBezTo>
                  <a:cubicBezTo>
                    <a:pt x="702" y="7"/>
                    <a:pt x="621" y="0"/>
                    <a:pt x="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4"/>
            <p:cNvSpPr/>
            <p:nvPr/>
          </p:nvSpPr>
          <p:spPr>
            <a:xfrm>
              <a:off x="2381237" y="2334663"/>
              <a:ext cx="504366" cy="96805"/>
            </a:xfrm>
            <a:custGeom>
              <a:avLst/>
              <a:gdLst/>
              <a:ahLst/>
              <a:cxnLst/>
              <a:rect l="l" t="t" r="r" b="b"/>
              <a:pathLst>
                <a:path w="2157" h="414" extrusionOk="0">
                  <a:moveTo>
                    <a:pt x="638" y="1"/>
                  </a:moveTo>
                  <a:cubicBezTo>
                    <a:pt x="538" y="1"/>
                    <a:pt x="437" y="10"/>
                    <a:pt x="337" y="30"/>
                  </a:cubicBezTo>
                  <a:cubicBezTo>
                    <a:pt x="289" y="38"/>
                    <a:pt x="241" y="46"/>
                    <a:pt x="193" y="62"/>
                  </a:cubicBezTo>
                  <a:cubicBezTo>
                    <a:pt x="157" y="74"/>
                    <a:pt x="125" y="86"/>
                    <a:pt x="89" y="98"/>
                  </a:cubicBezTo>
                  <a:cubicBezTo>
                    <a:pt x="57" y="110"/>
                    <a:pt x="29" y="126"/>
                    <a:pt x="1" y="138"/>
                  </a:cubicBezTo>
                  <a:lnTo>
                    <a:pt x="1" y="146"/>
                  </a:lnTo>
                  <a:lnTo>
                    <a:pt x="25" y="142"/>
                  </a:lnTo>
                  <a:cubicBezTo>
                    <a:pt x="41" y="138"/>
                    <a:pt x="65" y="130"/>
                    <a:pt x="93" y="126"/>
                  </a:cubicBezTo>
                  <a:cubicBezTo>
                    <a:pt x="125" y="118"/>
                    <a:pt x="161" y="110"/>
                    <a:pt x="201" y="106"/>
                  </a:cubicBezTo>
                  <a:cubicBezTo>
                    <a:pt x="241" y="98"/>
                    <a:pt x="289" y="94"/>
                    <a:pt x="341" y="86"/>
                  </a:cubicBezTo>
                  <a:cubicBezTo>
                    <a:pt x="393" y="82"/>
                    <a:pt x="449" y="78"/>
                    <a:pt x="509" y="78"/>
                  </a:cubicBezTo>
                  <a:cubicBezTo>
                    <a:pt x="569" y="74"/>
                    <a:pt x="633" y="74"/>
                    <a:pt x="697" y="74"/>
                  </a:cubicBezTo>
                  <a:cubicBezTo>
                    <a:pt x="718" y="72"/>
                    <a:pt x="740" y="72"/>
                    <a:pt x="762" y="72"/>
                  </a:cubicBezTo>
                  <a:cubicBezTo>
                    <a:pt x="806" y="72"/>
                    <a:pt x="852" y="74"/>
                    <a:pt x="897" y="74"/>
                  </a:cubicBezTo>
                  <a:lnTo>
                    <a:pt x="1105" y="78"/>
                  </a:lnTo>
                  <a:cubicBezTo>
                    <a:pt x="1173" y="82"/>
                    <a:pt x="1245" y="86"/>
                    <a:pt x="1313" y="98"/>
                  </a:cubicBezTo>
                  <a:cubicBezTo>
                    <a:pt x="1377" y="102"/>
                    <a:pt x="1445" y="118"/>
                    <a:pt x="1509" y="138"/>
                  </a:cubicBezTo>
                  <a:cubicBezTo>
                    <a:pt x="1573" y="154"/>
                    <a:pt x="1629" y="178"/>
                    <a:pt x="1685" y="198"/>
                  </a:cubicBezTo>
                  <a:cubicBezTo>
                    <a:pt x="1741" y="222"/>
                    <a:pt x="1793" y="238"/>
                    <a:pt x="1841" y="262"/>
                  </a:cubicBezTo>
                  <a:cubicBezTo>
                    <a:pt x="1933" y="302"/>
                    <a:pt x="2013" y="342"/>
                    <a:pt x="2065" y="370"/>
                  </a:cubicBezTo>
                  <a:lnTo>
                    <a:pt x="2153" y="414"/>
                  </a:lnTo>
                  <a:lnTo>
                    <a:pt x="2157" y="410"/>
                  </a:lnTo>
                  <a:cubicBezTo>
                    <a:pt x="2137" y="386"/>
                    <a:pt x="2109" y="366"/>
                    <a:pt x="2085" y="346"/>
                  </a:cubicBezTo>
                  <a:cubicBezTo>
                    <a:pt x="1973" y="254"/>
                    <a:pt x="1845" y="186"/>
                    <a:pt x="1709" y="142"/>
                  </a:cubicBezTo>
                  <a:cubicBezTo>
                    <a:pt x="1649" y="122"/>
                    <a:pt x="1585" y="110"/>
                    <a:pt x="1521" y="98"/>
                  </a:cubicBezTo>
                  <a:cubicBezTo>
                    <a:pt x="1457" y="90"/>
                    <a:pt x="1385" y="82"/>
                    <a:pt x="1317" y="74"/>
                  </a:cubicBezTo>
                  <a:cubicBezTo>
                    <a:pt x="1249" y="66"/>
                    <a:pt x="1181" y="54"/>
                    <a:pt x="1113" y="42"/>
                  </a:cubicBezTo>
                  <a:cubicBezTo>
                    <a:pt x="1041" y="30"/>
                    <a:pt x="973" y="22"/>
                    <a:pt x="901" y="14"/>
                  </a:cubicBezTo>
                  <a:cubicBezTo>
                    <a:pt x="833" y="6"/>
                    <a:pt x="765" y="2"/>
                    <a:pt x="697" y="2"/>
                  </a:cubicBezTo>
                  <a:cubicBezTo>
                    <a:pt x="677" y="1"/>
                    <a:pt x="658" y="1"/>
                    <a:pt x="6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4"/>
            <p:cNvSpPr/>
            <p:nvPr/>
          </p:nvSpPr>
          <p:spPr>
            <a:xfrm>
              <a:off x="2081000" y="1669882"/>
              <a:ext cx="160172" cy="104053"/>
            </a:xfrm>
            <a:custGeom>
              <a:avLst/>
              <a:gdLst/>
              <a:ahLst/>
              <a:cxnLst/>
              <a:rect l="l" t="t" r="r" b="b"/>
              <a:pathLst>
                <a:path w="685" h="445" extrusionOk="0">
                  <a:moveTo>
                    <a:pt x="649" y="1"/>
                  </a:moveTo>
                  <a:lnTo>
                    <a:pt x="645" y="5"/>
                  </a:lnTo>
                  <a:cubicBezTo>
                    <a:pt x="649" y="13"/>
                    <a:pt x="649" y="25"/>
                    <a:pt x="649" y="37"/>
                  </a:cubicBezTo>
                  <a:cubicBezTo>
                    <a:pt x="645" y="61"/>
                    <a:pt x="633" y="85"/>
                    <a:pt x="613" y="101"/>
                  </a:cubicBezTo>
                  <a:cubicBezTo>
                    <a:pt x="597" y="113"/>
                    <a:pt x="585" y="121"/>
                    <a:pt x="569" y="129"/>
                  </a:cubicBezTo>
                  <a:lnTo>
                    <a:pt x="509" y="165"/>
                  </a:lnTo>
                  <a:cubicBezTo>
                    <a:pt x="485" y="181"/>
                    <a:pt x="461" y="193"/>
                    <a:pt x="437" y="201"/>
                  </a:cubicBezTo>
                  <a:cubicBezTo>
                    <a:pt x="413" y="209"/>
                    <a:pt x="385" y="213"/>
                    <a:pt x="361" y="217"/>
                  </a:cubicBezTo>
                  <a:cubicBezTo>
                    <a:pt x="309" y="225"/>
                    <a:pt x="257" y="237"/>
                    <a:pt x="205" y="257"/>
                  </a:cubicBezTo>
                  <a:cubicBezTo>
                    <a:pt x="161" y="273"/>
                    <a:pt x="117" y="297"/>
                    <a:pt x="81" y="325"/>
                  </a:cubicBezTo>
                  <a:cubicBezTo>
                    <a:pt x="53" y="349"/>
                    <a:pt x="33" y="377"/>
                    <a:pt x="17" y="405"/>
                  </a:cubicBezTo>
                  <a:cubicBezTo>
                    <a:pt x="9" y="417"/>
                    <a:pt x="5" y="429"/>
                    <a:pt x="1" y="441"/>
                  </a:cubicBezTo>
                  <a:lnTo>
                    <a:pt x="9" y="445"/>
                  </a:lnTo>
                  <a:lnTo>
                    <a:pt x="17" y="441"/>
                  </a:lnTo>
                  <a:cubicBezTo>
                    <a:pt x="21" y="437"/>
                    <a:pt x="29" y="429"/>
                    <a:pt x="37" y="425"/>
                  </a:cubicBezTo>
                  <a:cubicBezTo>
                    <a:pt x="61" y="405"/>
                    <a:pt x="89" y="389"/>
                    <a:pt x="117" y="377"/>
                  </a:cubicBezTo>
                  <a:cubicBezTo>
                    <a:pt x="149" y="361"/>
                    <a:pt x="189" y="345"/>
                    <a:pt x="233" y="321"/>
                  </a:cubicBezTo>
                  <a:lnTo>
                    <a:pt x="301" y="293"/>
                  </a:lnTo>
                  <a:cubicBezTo>
                    <a:pt x="325" y="281"/>
                    <a:pt x="349" y="269"/>
                    <a:pt x="373" y="253"/>
                  </a:cubicBezTo>
                  <a:cubicBezTo>
                    <a:pt x="397" y="241"/>
                    <a:pt x="421" y="229"/>
                    <a:pt x="445" y="221"/>
                  </a:cubicBezTo>
                  <a:cubicBezTo>
                    <a:pt x="469" y="209"/>
                    <a:pt x="493" y="205"/>
                    <a:pt x="521" y="201"/>
                  </a:cubicBezTo>
                  <a:cubicBezTo>
                    <a:pt x="545" y="197"/>
                    <a:pt x="569" y="193"/>
                    <a:pt x="593" y="185"/>
                  </a:cubicBezTo>
                  <a:cubicBezTo>
                    <a:pt x="617" y="177"/>
                    <a:pt x="637" y="161"/>
                    <a:pt x="653" y="141"/>
                  </a:cubicBezTo>
                  <a:cubicBezTo>
                    <a:pt x="669" y="125"/>
                    <a:pt x="681" y="105"/>
                    <a:pt x="685" y="81"/>
                  </a:cubicBezTo>
                  <a:cubicBezTo>
                    <a:pt x="685" y="65"/>
                    <a:pt x="685" y="49"/>
                    <a:pt x="677" y="33"/>
                  </a:cubicBezTo>
                  <a:cubicBezTo>
                    <a:pt x="673" y="17"/>
                    <a:pt x="665" y="5"/>
                    <a:pt x="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2306412" y="1723196"/>
              <a:ext cx="147077" cy="495948"/>
            </a:xfrm>
            <a:custGeom>
              <a:avLst/>
              <a:gdLst/>
              <a:ahLst/>
              <a:cxnLst/>
              <a:rect l="l" t="t" r="r" b="b"/>
              <a:pathLst>
                <a:path w="629" h="2121" extrusionOk="0">
                  <a:moveTo>
                    <a:pt x="5" y="1"/>
                  </a:moveTo>
                  <a:lnTo>
                    <a:pt x="1" y="5"/>
                  </a:lnTo>
                  <a:lnTo>
                    <a:pt x="1" y="33"/>
                  </a:lnTo>
                  <a:cubicBezTo>
                    <a:pt x="1" y="57"/>
                    <a:pt x="5" y="81"/>
                    <a:pt x="9" y="105"/>
                  </a:cubicBezTo>
                  <a:cubicBezTo>
                    <a:pt x="25" y="189"/>
                    <a:pt x="61" y="273"/>
                    <a:pt x="109" y="345"/>
                  </a:cubicBezTo>
                  <a:cubicBezTo>
                    <a:pt x="137" y="393"/>
                    <a:pt x="169" y="441"/>
                    <a:pt x="201" y="489"/>
                  </a:cubicBezTo>
                  <a:cubicBezTo>
                    <a:pt x="237" y="537"/>
                    <a:pt x="277" y="589"/>
                    <a:pt x="309" y="645"/>
                  </a:cubicBezTo>
                  <a:cubicBezTo>
                    <a:pt x="345" y="701"/>
                    <a:pt x="373" y="761"/>
                    <a:pt x="397" y="825"/>
                  </a:cubicBezTo>
                  <a:cubicBezTo>
                    <a:pt x="417" y="893"/>
                    <a:pt x="437" y="957"/>
                    <a:pt x="453" y="1025"/>
                  </a:cubicBezTo>
                  <a:cubicBezTo>
                    <a:pt x="485" y="1165"/>
                    <a:pt x="517" y="1301"/>
                    <a:pt x="537" y="1429"/>
                  </a:cubicBezTo>
                  <a:cubicBezTo>
                    <a:pt x="553" y="1545"/>
                    <a:pt x="561" y="1661"/>
                    <a:pt x="561" y="1781"/>
                  </a:cubicBezTo>
                  <a:cubicBezTo>
                    <a:pt x="557" y="1829"/>
                    <a:pt x="553" y="1877"/>
                    <a:pt x="545" y="1921"/>
                  </a:cubicBezTo>
                  <a:cubicBezTo>
                    <a:pt x="541" y="1957"/>
                    <a:pt x="533" y="1993"/>
                    <a:pt x="525" y="2025"/>
                  </a:cubicBezTo>
                  <a:cubicBezTo>
                    <a:pt x="521" y="2049"/>
                    <a:pt x="513" y="2073"/>
                    <a:pt x="505" y="2093"/>
                  </a:cubicBezTo>
                  <a:cubicBezTo>
                    <a:pt x="501" y="2109"/>
                    <a:pt x="497" y="2121"/>
                    <a:pt x="497" y="2121"/>
                  </a:cubicBezTo>
                  <a:lnTo>
                    <a:pt x="505" y="2121"/>
                  </a:lnTo>
                  <a:lnTo>
                    <a:pt x="517" y="2101"/>
                  </a:lnTo>
                  <a:cubicBezTo>
                    <a:pt x="525" y="2085"/>
                    <a:pt x="537" y="2065"/>
                    <a:pt x="549" y="2037"/>
                  </a:cubicBezTo>
                  <a:cubicBezTo>
                    <a:pt x="565" y="2001"/>
                    <a:pt x="581" y="1965"/>
                    <a:pt x="589" y="1929"/>
                  </a:cubicBezTo>
                  <a:cubicBezTo>
                    <a:pt x="605" y="1881"/>
                    <a:pt x="613" y="1833"/>
                    <a:pt x="621" y="1785"/>
                  </a:cubicBezTo>
                  <a:cubicBezTo>
                    <a:pt x="629" y="1725"/>
                    <a:pt x="629" y="1665"/>
                    <a:pt x="629" y="1609"/>
                  </a:cubicBezTo>
                  <a:cubicBezTo>
                    <a:pt x="625" y="1545"/>
                    <a:pt x="617" y="1477"/>
                    <a:pt x="605" y="1417"/>
                  </a:cubicBezTo>
                  <a:cubicBezTo>
                    <a:pt x="589" y="1349"/>
                    <a:pt x="573" y="1281"/>
                    <a:pt x="557" y="1217"/>
                  </a:cubicBezTo>
                  <a:cubicBezTo>
                    <a:pt x="537" y="1149"/>
                    <a:pt x="513" y="1081"/>
                    <a:pt x="489" y="1017"/>
                  </a:cubicBezTo>
                  <a:lnTo>
                    <a:pt x="413" y="817"/>
                  </a:lnTo>
                  <a:cubicBezTo>
                    <a:pt x="389" y="749"/>
                    <a:pt x="365" y="685"/>
                    <a:pt x="341" y="621"/>
                  </a:cubicBezTo>
                  <a:cubicBezTo>
                    <a:pt x="317" y="561"/>
                    <a:pt x="285" y="505"/>
                    <a:pt x="253" y="449"/>
                  </a:cubicBezTo>
                  <a:cubicBezTo>
                    <a:pt x="217" y="397"/>
                    <a:pt x="185" y="353"/>
                    <a:pt x="157" y="309"/>
                  </a:cubicBezTo>
                  <a:cubicBezTo>
                    <a:pt x="105" y="241"/>
                    <a:pt x="65" y="169"/>
                    <a:pt x="33" y="93"/>
                  </a:cubicBezTo>
                  <a:cubicBezTo>
                    <a:pt x="25" y="69"/>
                    <a:pt x="17" y="49"/>
                    <a:pt x="9" y="2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4"/>
            <p:cNvSpPr/>
            <p:nvPr/>
          </p:nvSpPr>
          <p:spPr>
            <a:xfrm>
              <a:off x="2273676" y="1837305"/>
              <a:ext cx="79735" cy="248091"/>
            </a:xfrm>
            <a:custGeom>
              <a:avLst/>
              <a:gdLst/>
              <a:ahLst/>
              <a:cxnLst/>
              <a:rect l="l" t="t" r="r" b="b"/>
              <a:pathLst>
                <a:path w="341" h="1061" extrusionOk="0">
                  <a:moveTo>
                    <a:pt x="5" y="1"/>
                  </a:moveTo>
                  <a:lnTo>
                    <a:pt x="1" y="5"/>
                  </a:lnTo>
                  <a:lnTo>
                    <a:pt x="13" y="13"/>
                  </a:lnTo>
                  <a:cubicBezTo>
                    <a:pt x="21" y="17"/>
                    <a:pt x="29" y="25"/>
                    <a:pt x="37" y="33"/>
                  </a:cubicBezTo>
                  <a:cubicBezTo>
                    <a:pt x="65" y="61"/>
                    <a:pt x="85" y="97"/>
                    <a:pt x="97" y="133"/>
                  </a:cubicBezTo>
                  <a:cubicBezTo>
                    <a:pt x="109" y="157"/>
                    <a:pt x="117" y="185"/>
                    <a:pt x="129" y="213"/>
                  </a:cubicBezTo>
                  <a:cubicBezTo>
                    <a:pt x="141" y="241"/>
                    <a:pt x="157" y="269"/>
                    <a:pt x="173" y="297"/>
                  </a:cubicBezTo>
                  <a:cubicBezTo>
                    <a:pt x="189" y="329"/>
                    <a:pt x="201" y="361"/>
                    <a:pt x="209" y="393"/>
                  </a:cubicBezTo>
                  <a:cubicBezTo>
                    <a:pt x="221" y="429"/>
                    <a:pt x="225" y="465"/>
                    <a:pt x="229" y="497"/>
                  </a:cubicBezTo>
                  <a:cubicBezTo>
                    <a:pt x="233" y="569"/>
                    <a:pt x="245" y="641"/>
                    <a:pt x="253" y="705"/>
                  </a:cubicBezTo>
                  <a:cubicBezTo>
                    <a:pt x="261" y="773"/>
                    <a:pt x="269" y="833"/>
                    <a:pt x="277" y="885"/>
                  </a:cubicBezTo>
                  <a:cubicBezTo>
                    <a:pt x="285" y="937"/>
                    <a:pt x="293" y="981"/>
                    <a:pt x="301" y="1013"/>
                  </a:cubicBezTo>
                  <a:cubicBezTo>
                    <a:pt x="305" y="1045"/>
                    <a:pt x="313" y="1061"/>
                    <a:pt x="313" y="1061"/>
                  </a:cubicBezTo>
                  <a:lnTo>
                    <a:pt x="321" y="1061"/>
                  </a:lnTo>
                  <a:cubicBezTo>
                    <a:pt x="333" y="1001"/>
                    <a:pt x="341" y="941"/>
                    <a:pt x="341" y="881"/>
                  </a:cubicBezTo>
                  <a:cubicBezTo>
                    <a:pt x="341" y="853"/>
                    <a:pt x="341" y="825"/>
                    <a:pt x="337" y="793"/>
                  </a:cubicBezTo>
                  <a:cubicBezTo>
                    <a:pt x="337" y="761"/>
                    <a:pt x="333" y="729"/>
                    <a:pt x="325" y="697"/>
                  </a:cubicBezTo>
                  <a:cubicBezTo>
                    <a:pt x="317" y="661"/>
                    <a:pt x="313" y="629"/>
                    <a:pt x="301" y="593"/>
                  </a:cubicBezTo>
                  <a:cubicBezTo>
                    <a:pt x="293" y="557"/>
                    <a:pt x="281" y="525"/>
                    <a:pt x="269" y="489"/>
                  </a:cubicBezTo>
                  <a:cubicBezTo>
                    <a:pt x="257" y="457"/>
                    <a:pt x="241" y="425"/>
                    <a:pt x="233" y="389"/>
                  </a:cubicBezTo>
                  <a:cubicBezTo>
                    <a:pt x="221" y="357"/>
                    <a:pt x="217" y="325"/>
                    <a:pt x="209" y="289"/>
                  </a:cubicBezTo>
                  <a:cubicBezTo>
                    <a:pt x="205" y="257"/>
                    <a:pt x="197" y="225"/>
                    <a:pt x="189" y="193"/>
                  </a:cubicBezTo>
                  <a:cubicBezTo>
                    <a:pt x="177" y="165"/>
                    <a:pt x="165" y="137"/>
                    <a:pt x="153" y="113"/>
                  </a:cubicBezTo>
                  <a:cubicBezTo>
                    <a:pt x="133" y="69"/>
                    <a:pt x="97" y="33"/>
                    <a:pt x="57" y="13"/>
                  </a:cubicBezTo>
                  <a:cubicBezTo>
                    <a:pt x="45" y="9"/>
                    <a:pt x="29" y="5"/>
                    <a:pt x="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4"/>
            <p:cNvSpPr/>
            <p:nvPr/>
          </p:nvSpPr>
          <p:spPr>
            <a:xfrm>
              <a:off x="1786375" y="1983215"/>
              <a:ext cx="90024" cy="363134"/>
            </a:xfrm>
            <a:custGeom>
              <a:avLst/>
              <a:gdLst/>
              <a:ahLst/>
              <a:cxnLst/>
              <a:rect l="l" t="t" r="r" b="b"/>
              <a:pathLst>
                <a:path w="385" h="1553" extrusionOk="0">
                  <a:moveTo>
                    <a:pt x="97" y="1"/>
                  </a:moveTo>
                  <a:cubicBezTo>
                    <a:pt x="81" y="17"/>
                    <a:pt x="69" y="41"/>
                    <a:pt x="57" y="61"/>
                  </a:cubicBezTo>
                  <a:cubicBezTo>
                    <a:pt x="29" y="117"/>
                    <a:pt x="13" y="181"/>
                    <a:pt x="9" y="245"/>
                  </a:cubicBezTo>
                  <a:cubicBezTo>
                    <a:pt x="1" y="285"/>
                    <a:pt x="1" y="329"/>
                    <a:pt x="1" y="369"/>
                  </a:cubicBezTo>
                  <a:cubicBezTo>
                    <a:pt x="1" y="417"/>
                    <a:pt x="9" y="461"/>
                    <a:pt x="17" y="509"/>
                  </a:cubicBezTo>
                  <a:cubicBezTo>
                    <a:pt x="33" y="609"/>
                    <a:pt x="41" y="709"/>
                    <a:pt x="45" y="809"/>
                  </a:cubicBezTo>
                  <a:cubicBezTo>
                    <a:pt x="49" y="861"/>
                    <a:pt x="57" y="913"/>
                    <a:pt x="65" y="965"/>
                  </a:cubicBezTo>
                  <a:cubicBezTo>
                    <a:pt x="73" y="1013"/>
                    <a:pt x="85" y="1061"/>
                    <a:pt x="101" y="1109"/>
                  </a:cubicBezTo>
                  <a:cubicBezTo>
                    <a:pt x="125" y="1193"/>
                    <a:pt x="161" y="1277"/>
                    <a:pt x="209" y="1353"/>
                  </a:cubicBezTo>
                  <a:cubicBezTo>
                    <a:pt x="245" y="1409"/>
                    <a:pt x="281" y="1457"/>
                    <a:pt x="325" y="1505"/>
                  </a:cubicBezTo>
                  <a:cubicBezTo>
                    <a:pt x="361" y="1537"/>
                    <a:pt x="381" y="1553"/>
                    <a:pt x="381" y="1553"/>
                  </a:cubicBezTo>
                  <a:lnTo>
                    <a:pt x="385" y="1549"/>
                  </a:lnTo>
                  <a:cubicBezTo>
                    <a:pt x="385" y="1549"/>
                    <a:pt x="373" y="1525"/>
                    <a:pt x="349" y="1489"/>
                  </a:cubicBezTo>
                  <a:lnTo>
                    <a:pt x="309" y="1417"/>
                  </a:lnTo>
                  <a:cubicBezTo>
                    <a:pt x="297" y="1389"/>
                    <a:pt x="281" y="1361"/>
                    <a:pt x="265" y="1325"/>
                  </a:cubicBezTo>
                  <a:cubicBezTo>
                    <a:pt x="245" y="1293"/>
                    <a:pt x="233" y="1253"/>
                    <a:pt x="213" y="1217"/>
                  </a:cubicBezTo>
                  <a:cubicBezTo>
                    <a:pt x="209" y="1197"/>
                    <a:pt x="197" y="1173"/>
                    <a:pt x="189" y="1153"/>
                  </a:cubicBezTo>
                  <a:cubicBezTo>
                    <a:pt x="181" y="1133"/>
                    <a:pt x="177" y="1109"/>
                    <a:pt x="165" y="1089"/>
                  </a:cubicBezTo>
                  <a:cubicBezTo>
                    <a:pt x="133" y="1001"/>
                    <a:pt x="109" y="905"/>
                    <a:pt x="81" y="805"/>
                  </a:cubicBezTo>
                  <a:cubicBezTo>
                    <a:pt x="69" y="757"/>
                    <a:pt x="61" y="705"/>
                    <a:pt x="53" y="657"/>
                  </a:cubicBezTo>
                  <a:cubicBezTo>
                    <a:pt x="49" y="605"/>
                    <a:pt x="49" y="557"/>
                    <a:pt x="53" y="509"/>
                  </a:cubicBezTo>
                  <a:cubicBezTo>
                    <a:pt x="57" y="461"/>
                    <a:pt x="61" y="413"/>
                    <a:pt x="61" y="369"/>
                  </a:cubicBezTo>
                  <a:cubicBezTo>
                    <a:pt x="65" y="329"/>
                    <a:pt x="65" y="285"/>
                    <a:pt x="65" y="249"/>
                  </a:cubicBezTo>
                  <a:cubicBezTo>
                    <a:pt x="69" y="189"/>
                    <a:pt x="73" y="129"/>
                    <a:pt x="89" y="69"/>
                  </a:cubicBezTo>
                  <a:cubicBezTo>
                    <a:pt x="89" y="53"/>
                    <a:pt x="93" y="37"/>
                    <a:pt x="101" y="21"/>
                  </a:cubicBezTo>
                  <a:cubicBezTo>
                    <a:pt x="105" y="9"/>
                    <a:pt x="105" y="1"/>
                    <a:pt x="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4"/>
            <p:cNvSpPr/>
            <p:nvPr/>
          </p:nvSpPr>
          <p:spPr>
            <a:xfrm>
              <a:off x="1922931" y="2076747"/>
              <a:ext cx="42323" cy="369681"/>
            </a:xfrm>
            <a:custGeom>
              <a:avLst/>
              <a:gdLst/>
              <a:ahLst/>
              <a:cxnLst/>
              <a:rect l="l" t="t" r="r" b="b"/>
              <a:pathLst>
                <a:path w="181" h="1581" extrusionOk="0">
                  <a:moveTo>
                    <a:pt x="69" y="1"/>
                  </a:moveTo>
                  <a:cubicBezTo>
                    <a:pt x="69" y="1"/>
                    <a:pt x="61" y="25"/>
                    <a:pt x="45" y="65"/>
                  </a:cubicBezTo>
                  <a:cubicBezTo>
                    <a:pt x="29" y="125"/>
                    <a:pt x="17" y="185"/>
                    <a:pt x="9" y="245"/>
                  </a:cubicBezTo>
                  <a:cubicBezTo>
                    <a:pt x="5" y="281"/>
                    <a:pt x="1" y="321"/>
                    <a:pt x="1" y="365"/>
                  </a:cubicBezTo>
                  <a:cubicBezTo>
                    <a:pt x="1" y="413"/>
                    <a:pt x="1" y="457"/>
                    <a:pt x="9" y="501"/>
                  </a:cubicBezTo>
                  <a:cubicBezTo>
                    <a:pt x="13" y="549"/>
                    <a:pt x="17" y="597"/>
                    <a:pt x="21" y="645"/>
                  </a:cubicBezTo>
                  <a:cubicBezTo>
                    <a:pt x="25" y="697"/>
                    <a:pt x="25" y="745"/>
                    <a:pt x="29" y="797"/>
                  </a:cubicBezTo>
                  <a:cubicBezTo>
                    <a:pt x="29" y="845"/>
                    <a:pt x="33" y="897"/>
                    <a:pt x="41" y="945"/>
                  </a:cubicBezTo>
                  <a:cubicBezTo>
                    <a:pt x="45" y="993"/>
                    <a:pt x="53" y="1041"/>
                    <a:pt x="61" y="1089"/>
                  </a:cubicBezTo>
                  <a:cubicBezTo>
                    <a:pt x="73" y="1181"/>
                    <a:pt x="93" y="1265"/>
                    <a:pt x="109" y="1337"/>
                  </a:cubicBezTo>
                  <a:lnTo>
                    <a:pt x="165" y="1581"/>
                  </a:lnTo>
                  <a:lnTo>
                    <a:pt x="173" y="1581"/>
                  </a:lnTo>
                  <a:cubicBezTo>
                    <a:pt x="181" y="1497"/>
                    <a:pt x="181" y="1413"/>
                    <a:pt x="173" y="1333"/>
                  </a:cubicBezTo>
                  <a:cubicBezTo>
                    <a:pt x="165" y="1245"/>
                    <a:pt x="149" y="1165"/>
                    <a:pt x="129" y="1081"/>
                  </a:cubicBezTo>
                  <a:cubicBezTo>
                    <a:pt x="121" y="1037"/>
                    <a:pt x="109" y="989"/>
                    <a:pt x="101" y="941"/>
                  </a:cubicBezTo>
                  <a:cubicBezTo>
                    <a:pt x="89" y="893"/>
                    <a:pt x="77" y="849"/>
                    <a:pt x="65" y="797"/>
                  </a:cubicBezTo>
                  <a:cubicBezTo>
                    <a:pt x="53" y="749"/>
                    <a:pt x="45" y="701"/>
                    <a:pt x="45" y="653"/>
                  </a:cubicBezTo>
                  <a:cubicBezTo>
                    <a:pt x="41" y="605"/>
                    <a:pt x="41" y="557"/>
                    <a:pt x="45" y="509"/>
                  </a:cubicBezTo>
                  <a:cubicBezTo>
                    <a:pt x="49" y="465"/>
                    <a:pt x="57" y="421"/>
                    <a:pt x="61" y="377"/>
                  </a:cubicBezTo>
                  <a:cubicBezTo>
                    <a:pt x="61" y="337"/>
                    <a:pt x="65" y="297"/>
                    <a:pt x="65" y="257"/>
                  </a:cubicBezTo>
                  <a:cubicBezTo>
                    <a:pt x="69" y="185"/>
                    <a:pt x="77" y="125"/>
                    <a:pt x="77" y="81"/>
                  </a:cubicBezTo>
                  <a:lnTo>
                    <a:pt x="77" y="9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4"/>
            <p:cNvSpPr/>
            <p:nvPr/>
          </p:nvSpPr>
          <p:spPr>
            <a:xfrm>
              <a:off x="2095030" y="2227334"/>
              <a:ext cx="218161" cy="313563"/>
            </a:xfrm>
            <a:custGeom>
              <a:avLst/>
              <a:gdLst/>
              <a:ahLst/>
              <a:cxnLst/>
              <a:rect l="l" t="t" r="r" b="b"/>
              <a:pathLst>
                <a:path w="933" h="1341" extrusionOk="0">
                  <a:moveTo>
                    <a:pt x="921" y="1"/>
                  </a:moveTo>
                  <a:cubicBezTo>
                    <a:pt x="921" y="1"/>
                    <a:pt x="913" y="25"/>
                    <a:pt x="893" y="69"/>
                  </a:cubicBezTo>
                  <a:cubicBezTo>
                    <a:pt x="873" y="113"/>
                    <a:pt x="849" y="173"/>
                    <a:pt x="817" y="245"/>
                  </a:cubicBezTo>
                  <a:cubicBezTo>
                    <a:pt x="805" y="281"/>
                    <a:pt x="785" y="317"/>
                    <a:pt x="769" y="357"/>
                  </a:cubicBezTo>
                  <a:cubicBezTo>
                    <a:pt x="749" y="401"/>
                    <a:pt x="733" y="441"/>
                    <a:pt x="709" y="485"/>
                  </a:cubicBezTo>
                  <a:cubicBezTo>
                    <a:pt x="661" y="577"/>
                    <a:pt x="581" y="645"/>
                    <a:pt x="485" y="685"/>
                  </a:cubicBezTo>
                  <a:cubicBezTo>
                    <a:pt x="437" y="705"/>
                    <a:pt x="389" y="725"/>
                    <a:pt x="341" y="753"/>
                  </a:cubicBezTo>
                  <a:cubicBezTo>
                    <a:pt x="297" y="781"/>
                    <a:pt x="253" y="813"/>
                    <a:pt x="217" y="853"/>
                  </a:cubicBezTo>
                  <a:cubicBezTo>
                    <a:pt x="149" y="921"/>
                    <a:pt x="105" y="1009"/>
                    <a:pt x="81" y="1101"/>
                  </a:cubicBezTo>
                  <a:cubicBezTo>
                    <a:pt x="73" y="1137"/>
                    <a:pt x="69" y="1177"/>
                    <a:pt x="65" y="1213"/>
                  </a:cubicBezTo>
                  <a:cubicBezTo>
                    <a:pt x="65" y="1237"/>
                    <a:pt x="57" y="1265"/>
                    <a:pt x="49" y="1289"/>
                  </a:cubicBezTo>
                  <a:cubicBezTo>
                    <a:pt x="41" y="1309"/>
                    <a:pt x="25" y="1325"/>
                    <a:pt x="1" y="1333"/>
                  </a:cubicBezTo>
                  <a:lnTo>
                    <a:pt x="1" y="1341"/>
                  </a:lnTo>
                  <a:cubicBezTo>
                    <a:pt x="9" y="1341"/>
                    <a:pt x="17" y="1337"/>
                    <a:pt x="25" y="1337"/>
                  </a:cubicBezTo>
                  <a:cubicBezTo>
                    <a:pt x="45" y="1333"/>
                    <a:pt x="61" y="1317"/>
                    <a:pt x="73" y="1301"/>
                  </a:cubicBezTo>
                  <a:cubicBezTo>
                    <a:pt x="89" y="1277"/>
                    <a:pt x="101" y="1249"/>
                    <a:pt x="109" y="1221"/>
                  </a:cubicBezTo>
                  <a:cubicBezTo>
                    <a:pt x="121" y="1189"/>
                    <a:pt x="129" y="1157"/>
                    <a:pt x="141" y="1121"/>
                  </a:cubicBezTo>
                  <a:cubicBezTo>
                    <a:pt x="173" y="1041"/>
                    <a:pt x="217" y="965"/>
                    <a:pt x="273" y="901"/>
                  </a:cubicBezTo>
                  <a:cubicBezTo>
                    <a:pt x="301" y="865"/>
                    <a:pt x="337" y="829"/>
                    <a:pt x="377" y="801"/>
                  </a:cubicBezTo>
                  <a:cubicBezTo>
                    <a:pt x="417" y="773"/>
                    <a:pt x="461" y="745"/>
                    <a:pt x="505" y="717"/>
                  </a:cubicBezTo>
                  <a:cubicBezTo>
                    <a:pt x="593" y="657"/>
                    <a:pt x="673" y="585"/>
                    <a:pt x="741" y="505"/>
                  </a:cubicBezTo>
                  <a:cubicBezTo>
                    <a:pt x="773" y="469"/>
                    <a:pt x="801" y="425"/>
                    <a:pt x="825" y="385"/>
                  </a:cubicBezTo>
                  <a:cubicBezTo>
                    <a:pt x="845" y="345"/>
                    <a:pt x="861" y="305"/>
                    <a:pt x="873" y="265"/>
                  </a:cubicBezTo>
                  <a:cubicBezTo>
                    <a:pt x="893" y="201"/>
                    <a:pt x="909" y="141"/>
                    <a:pt x="921" y="77"/>
                  </a:cubicBezTo>
                  <a:cubicBezTo>
                    <a:pt x="933" y="29"/>
                    <a:pt x="933" y="5"/>
                    <a:pt x="933" y="5"/>
                  </a:cubicBezTo>
                  <a:lnTo>
                    <a:pt x="9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4"/>
            <p:cNvSpPr/>
            <p:nvPr/>
          </p:nvSpPr>
          <p:spPr>
            <a:xfrm>
              <a:off x="2177338" y="2562180"/>
              <a:ext cx="921514" cy="118083"/>
            </a:xfrm>
            <a:custGeom>
              <a:avLst/>
              <a:gdLst/>
              <a:ahLst/>
              <a:cxnLst/>
              <a:rect l="l" t="t" r="r" b="b"/>
              <a:pathLst>
                <a:path w="3941" h="505" extrusionOk="0">
                  <a:moveTo>
                    <a:pt x="9" y="1"/>
                  </a:moveTo>
                  <a:lnTo>
                    <a:pt x="1" y="5"/>
                  </a:lnTo>
                  <a:cubicBezTo>
                    <a:pt x="9" y="17"/>
                    <a:pt x="17" y="33"/>
                    <a:pt x="29" y="45"/>
                  </a:cubicBezTo>
                  <a:cubicBezTo>
                    <a:pt x="57" y="77"/>
                    <a:pt x="93" y="105"/>
                    <a:pt x="133" y="125"/>
                  </a:cubicBezTo>
                  <a:cubicBezTo>
                    <a:pt x="193" y="157"/>
                    <a:pt x="261" y="173"/>
                    <a:pt x="333" y="173"/>
                  </a:cubicBezTo>
                  <a:cubicBezTo>
                    <a:pt x="348" y="173"/>
                    <a:pt x="364" y="174"/>
                    <a:pt x="379" y="174"/>
                  </a:cubicBezTo>
                  <a:cubicBezTo>
                    <a:pt x="449" y="174"/>
                    <a:pt x="521" y="167"/>
                    <a:pt x="593" y="161"/>
                  </a:cubicBezTo>
                  <a:cubicBezTo>
                    <a:pt x="721" y="151"/>
                    <a:pt x="851" y="146"/>
                    <a:pt x="981" y="146"/>
                  </a:cubicBezTo>
                  <a:cubicBezTo>
                    <a:pt x="1065" y="146"/>
                    <a:pt x="1149" y="148"/>
                    <a:pt x="1233" y="153"/>
                  </a:cubicBezTo>
                  <a:cubicBezTo>
                    <a:pt x="1353" y="157"/>
                    <a:pt x="1473" y="169"/>
                    <a:pt x="1593" y="185"/>
                  </a:cubicBezTo>
                  <a:cubicBezTo>
                    <a:pt x="1717" y="201"/>
                    <a:pt x="1841" y="225"/>
                    <a:pt x="1961" y="253"/>
                  </a:cubicBezTo>
                  <a:cubicBezTo>
                    <a:pt x="2085" y="281"/>
                    <a:pt x="2205" y="317"/>
                    <a:pt x="2325" y="357"/>
                  </a:cubicBezTo>
                  <a:cubicBezTo>
                    <a:pt x="2437" y="405"/>
                    <a:pt x="2553" y="445"/>
                    <a:pt x="2673" y="473"/>
                  </a:cubicBezTo>
                  <a:cubicBezTo>
                    <a:pt x="2785" y="493"/>
                    <a:pt x="2901" y="501"/>
                    <a:pt x="3017" y="505"/>
                  </a:cubicBezTo>
                  <a:cubicBezTo>
                    <a:pt x="3121" y="505"/>
                    <a:pt x="3229" y="505"/>
                    <a:pt x="3321" y="501"/>
                  </a:cubicBezTo>
                  <a:cubicBezTo>
                    <a:pt x="3409" y="497"/>
                    <a:pt x="3497" y="489"/>
                    <a:pt x="3581" y="477"/>
                  </a:cubicBezTo>
                  <a:cubicBezTo>
                    <a:pt x="3649" y="465"/>
                    <a:pt x="3713" y="449"/>
                    <a:pt x="3781" y="433"/>
                  </a:cubicBezTo>
                  <a:cubicBezTo>
                    <a:pt x="3833" y="413"/>
                    <a:pt x="3873" y="397"/>
                    <a:pt x="3901" y="389"/>
                  </a:cubicBezTo>
                  <a:lnTo>
                    <a:pt x="3941" y="369"/>
                  </a:lnTo>
                  <a:lnTo>
                    <a:pt x="3941" y="357"/>
                  </a:lnTo>
                  <a:lnTo>
                    <a:pt x="3897" y="373"/>
                  </a:lnTo>
                  <a:cubicBezTo>
                    <a:pt x="3869" y="381"/>
                    <a:pt x="3825" y="389"/>
                    <a:pt x="3773" y="401"/>
                  </a:cubicBezTo>
                  <a:cubicBezTo>
                    <a:pt x="3717" y="409"/>
                    <a:pt x="3653" y="421"/>
                    <a:pt x="3577" y="429"/>
                  </a:cubicBezTo>
                  <a:cubicBezTo>
                    <a:pt x="3501" y="433"/>
                    <a:pt x="3417" y="441"/>
                    <a:pt x="3321" y="441"/>
                  </a:cubicBezTo>
                  <a:lnTo>
                    <a:pt x="3017" y="441"/>
                  </a:lnTo>
                  <a:cubicBezTo>
                    <a:pt x="2987" y="442"/>
                    <a:pt x="2957" y="442"/>
                    <a:pt x="2926" y="442"/>
                  </a:cubicBezTo>
                  <a:cubicBezTo>
                    <a:pt x="2843" y="442"/>
                    <a:pt x="2759" y="439"/>
                    <a:pt x="2677" y="433"/>
                  </a:cubicBezTo>
                  <a:cubicBezTo>
                    <a:pt x="2557" y="417"/>
                    <a:pt x="2441" y="385"/>
                    <a:pt x="2329" y="337"/>
                  </a:cubicBezTo>
                  <a:cubicBezTo>
                    <a:pt x="2213" y="293"/>
                    <a:pt x="2089" y="253"/>
                    <a:pt x="1969" y="213"/>
                  </a:cubicBezTo>
                  <a:cubicBezTo>
                    <a:pt x="1729" y="141"/>
                    <a:pt x="1485" y="97"/>
                    <a:pt x="1237" y="77"/>
                  </a:cubicBezTo>
                  <a:cubicBezTo>
                    <a:pt x="1161" y="71"/>
                    <a:pt x="1086" y="69"/>
                    <a:pt x="1012" y="69"/>
                  </a:cubicBezTo>
                  <a:cubicBezTo>
                    <a:pt x="869" y="69"/>
                    <a:pt x="727" y="78"/>
                    <a:pt x="585" y="97"/>
                  </a:cubicBezTo>
                  <a:cubicBezTo>
                    <a:pt x="489" y="109"/>
                    <a:pt x="405" y="129"/>
                    <a:pt x="333" y="129"/>
                  </a:cubicBezTo>
                  <a:cubicBezTo>
                    <a:pt x="325" y="129"/>
                    <a:pt x="316" y="130"/>
                    <a:pt x="308" y="130"/>
                  </a:cubicBezTo>
                  <a:cubicBezTo>
                    <a:pt x="252" y="130"/>
                    <a:pt x="197" y="118"/>
                    <a:pt x="145" y="101"/>
                  </a:cubicBezTo>
                  <a:cubicBezTo>
                    <a:pt x="105" y="85"/>
                    <a:pt x="69" y="65"/>
                    <a:pt x="37" y="33"/>
                  </a:cubicBezTo>
                  <a:cubicBezTo>
                    <a:pt x="29" y="25"/>
                    <a:pt x="17" y="13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4"/>
            <p:cNvSpPr/>
            <p:nvPr/>
          </p:nvSpPr>
          <p:spPr>
            <a:xfrm>
              <a:off x="2419585" y="2674418"/>
              <a:ext cx="256509" cy="34840"/>
            </a:xfrm>
            <a:custGeom>
              <a:avLst/>
              <a:gdLst/>
              <a:ahLst/>
              <a:cxnLst/>
              <a:rect l="l" t="t" r="r" b="b"/>
              <a:pathLst>
                <a:path w="1097" h="149" extrusionOk="0">
                  <a:moveTo>
                    <a:pt x="257" y="1"/>
                  </a:moveTo>
                  <a:cubicBezTo>
                    <a:pt x="225" y="1"/>
                    <a:pt x="197" y="5"/>
                    <a:pt x="173" y="9"/>
                  </a:cubicBezTo>
                  <a:cubicBezTo>
                    <a:pt x="113" y="17"/>
                    <a:pt x="57" y="29"/>
                    <a:pt x="1" y="49"/>
                  </a:cubicBezTo>
                  <a:lnTo>
                    <a:pt x="1" y="53"/>
                  </a:lnTo>
                  <a:cubicBezTo>
                    <a:pt x="1" y="53"/>
                    <a:pt x="21" y="57"/>
                    <a:pt x="53" y="61"/>
                  </a:cubicBezTo>
                  <a:cubicBezTo>
                    <a:pt x="81" y="65"/>
                    <a:pt x="125" y="65"/>
                    <a:pt x="177" y="69"/>
                  </a:cubicBezTo>
                  <a:cubicBezTo>
                    <a:pt x="211" y="72"/>
                    <a:pt x="251" y="74"/>
                    <a:pt x="294" y="74"/>
                  </a:cubicBezTo>
                  <a:cubicBezTo>
                    <a:pt x="312" y="74"/>
                    <a:pt x="330" y="74"/>
                    <a:pt x="349" y="73"/>
                  </a:cubicBezTo>
                  <a:cubicBezTo>
                    <a:pt x="381" y="71"/>
                    <a:pt x="414" y="71"/>
                    <a:pt x="447" y="71"/>
                  </a:cubicBezTo>
                  <a:cubicBezTo>
                    <a:pt x="481" y="71"/>
                    <a:pt x="515" y="71"/>
                    <a:pt x="549" y="69"/>
                  </a:cubicBezTo>
                  <a:cubicBezTo>
                    <a:pt x="585" y="69"/>
                    <a:pt x="617" y="69"/>
                    <a:pt x="653" y="73"/>
                  </a:cubicBezTo>
                  <a:cubicBezTo>
                    <a:pt x="685" y="77"/>
                    <a:pt x="717" y="85"/>
                    <a:pt x="749" y="97"/>
                  </a:cubicBezTo>
                  <a:cubicBezTo>
                    <a:pt x="781" y="105"/>
                    <a:pt x="805" y="117"/>
                    <a:pt x="837" y="125"/>
                  </a:cubicBezTo>
                  <a:cubicBezTo>
                    <a:pt x="869" y="133"/>
                    <a:pt x="893" y="137"/>
                    <a:pt x="917" y="141"/>
                  </a:cubicBezTo>
                  <a:cubicBezTo>
                    <a:pt x="961" y="149"/>
                    <a:pt x="1005" y="149"/>
                    <a:pt x="1045" y="149"/>
                  </a:cubicBezTo>
                  <a:cubicBezTo>
                    <a:pt x="1065" y="145"/>
                    <a:pt x="1081" y="141"/>
                    <a:pt x="1097" y="137"/>
                  </a:cubicBezTo>
                  <a:lnTo>
                    <a:pt x="1093" y="129"/>
                  </a:lnTo>
                  <a:lnTo>
                    <a:pt x="1045" y="117"/>
                  </a:lnTo>
                  <a:lnTo>
                    <a:pt x="929" y="81"/>
                  </a:lnTo>
                  <a:cubicBezTo>
                    <a:pt x="901" y="77"/>
                    <a:pt x="873" y="69"/>
                    <a:pt x="849" y="65"/>
                  </a:cubicBezTo>
                  <a:cubicBezTo>
                    <a:pt x="817" y="61"/>
                    <a:pt x="785" y="57"/>
                    <a:pt x="753" y="57"/>
                  </a:cubicBezTo>
                  <a:cubicBezTo>
                    <a:pt x="685" y="57"/>
                    <a:pt x="617" y="49"/>
                    <a:pt x="553" y="29"/>
                  </a:cubicBezTo>
                  <a:cubicBezTo>
                    <a:pt x="517" y="21"/>
                    <a:pt x="485" y="17"/>
                    <a:pt x="449" y="13"/>
                  </a:cubicBezTo>
                  <a:cubicBezTo>
                    <a:pt x="417" y="9"/>
                    <a:pt x="381" y="1"/>
                    <a:pt x="3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4"/>
            <p:cNvSpPr/>
            <p:nvPr/>
          </p:nvSpPr>
          <p:spPr>
            <a:xfrm>
              <a:off x="1668525" y="1545484"/>
              <a:ext cx="69447" cy="377164"/>
            </a:xfrm>
            <a:custGeom>
              <a:avLst/>
              <a:gdLst/>
              <a:ahLst/>
              <a:cxnLst/>
              <a:rect l="l" t="t" r="r" b="b"/>
              <a:pathLst>
                <a:path w="297" h="1613" extrusionOk="0">
                  <a:moveTo>
                    <a:pt x="1" y="1"/>
                  </a:moveTo>
                  <a:lnTo>
                    <a:pt x="1" y="5"/>
                  </a:lnTo>
                  <a:lnTo>
                    <a:pt x="9" y="21"/>
                  </a:lnTo>
                  <a:cubicBezTo>
                    <a:pt x="17" y="33"/>
                    <a:pt x="21" y="49"/>
                    <a:pt x="29" y="69"/>
                  </a:cubicBezTo>
                  <a:cubicBezTo>
                    <a:pt x="53" y="125"/>
                    <a:pt x="69" y="185"/>
                    <a:pt x="81" y="245"/>
                  </a:cubicBezTo>
                  <a:cubicBezTo>
                    <a:pt x="89" y="281"/>
                    <a:pt x="93" y="321"/>
                    <a:pt x="101" y="365"/>
                  </a:cubicBezTo>
                  <a:cubicBezTo>
                    <a:pt x="109" y="405"/>
                    <a:pt x="117" y="449"/>
                    <a:pt x="121" y="501"/>
                  </a:cubicBezTo>
                  <a:cubicBezTo>
                    <a:pt x="129" y="549"/>
                    <a:pt x="133" y="601"/>
                    <a:pt x="129" y="649"/>
                  </a:cubicBezTo>
                  <a:cubicBezTo>
                    <a:pt x="129" y="701"/>
                    <a:pt x="125" y="753"/>
                    <a:pt x="121" y="805"/>
                  </a:cubicBezTo>
                  <a:cubicBezTo>
                    <a:pt x="117" y="857"/>
                    <a:pt x="113" y="909"/>
                    <a:pt x="117" y="961"/>
                  </a:cubicBezTo>
                  <a:cubicBezTo>
                    <a:pt x="121" y="1013"/>
                    <a:pt x="125" y="1061"/>
                    <a:pt x="137" y="1113"/>
                  </a:cubicBezTo>
                  <a:cubicBezTo>
                    <a:pt x="153" y="1197"/>
                    <a:pt x="181" y="1285"/>
                    <a:pt x="209" y="1369"/>
                  </a:cubicBezTo>
                  <a:cubicBezTo>
                    <a:pt x="237" y="1441"/>
                    <a:pt x="257" y="1501"/>
                    <a:pt x="269" y="1545"/>
                  </a:cubicBezTo>
                  <a:lnTo>
                    <a:pt x="289" y="1613"/>
                  </a:lnTo>
                  <a:lnTo>
                    <a:pt x="297" y="1613"/>
                  </a:lnTo>
                  <a:cubicBezTo>
                    <a:pt x="297" y="1589"/>
                    <a:pt x="297" y="1565"/>
                    <a:pt x="297" y="1541"/>
                  </a:cubicBezTo>
                  <a:cubicBezTo>
                    <a:pt x="293" y="1477"/>
                    <a:pt x="285" y="1413"/>
                    <a:pt x="269" y="1353"/>
                  </a:cubicBezTo>
                  <a:cubicBezTo>
                    <a:pt x="257" y="1277"/>
                    <a:pt x="229" y="1189"/>
                    <a:pt x="205" y="1097"/>
                  </a:cubicBezTo>
                  <a:cubicBezTo>
                    <a:pt x="185" y="1001"/>
                    <a:pt x="169" y="901"/>
                    <a:pt x="157" y="805"/>
                  </a:cubicBezTo>
                  <a:cubicBezTo>
                    <a:pt x="153" y="753"/>
                    <a:pt x="153" y="701"/>
                    <a:pt x="153" y="649"/>
                  </a:cubicBezTo>
                  <a:cubicBezTo>
                    <a:pt x="153" y="601"/>
                    <a:pt x="157" y="549"/>
                    <a:pt x="161" y="501"/>
                  </a:cubicBezTo>
                  <a:cubicBezTo>
                    <a:pt x="165" y="453"/>
                    <a:pt x="165" y="405"/>
                    <a:pt x="161" y="357"/>
                  </a:cubicBezTo>
                  <a:cubicBezTo>
                    <a:pt x="157" y="313"/>
                    <a:pt x="149" y="269"/>
                    <a:pt x="137" y="229"/>
                  </a:cubicBezTo>
                  <a:cubicBezTo>
                    <a:pt x="117" y="165"/>
                    <a:pt x="89" y="109"/>
                    <a:pt x="53" y="57"/>
                  </a:cubicBezTo>
                  <a:cubicBezTo>
                    <a:pt x="37" y="37"/>
                    <a:pt x="21" y="1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4"/>
            <p:cNvSpPr/>
            <p:nvPr/>
          </p:nvSpPr>
          <p:spPr>
            <a:xfrm>
              <a:off x="1595570" y="1849464"/>
              <a:ext cx="179813" cy="385582"/>
            </a:xfrm>
            <a:custGeom>
              <a:avLst/>
              <a:gdLst/>
              <a:ahLst/>
              <a:cxnLst/>
              <a:rect l="l" t="t" r="r" b="b"/>
              <a:pathLst>
                <a:path w="769" h="1649" extrusionOk="0">
                  <a:moveTo>
                    <a:pt x="1" y="1"/>
                  </a:moveTo>
                  <a:cubicBezTo>
                    <a:pt x="1" y="1"/>
                    <a:pt x="1" y="5"/>
                    <a:pt x="5" y="21"/>
                  </a:cubicBezTo>
                  <a:cubicBezTo>
                    <a:pt x="9" y="33"/>
                    <a:pt x="17" y="53"/>
                    <a:pt x="25" y="77"/>
                  </a:cubicBezTo>
                  <a:cubicBezTo>
                    <a:pt x="33" y="101"/>
                    <a:pt x="41" y="129"/>
                    <a:pt x="53" y="165"/>
                  </a:cubicBezTo>
                  <a:lnTo>
                    <a:pt x="85" y="277"/>
                  </a:lnTo>
                  <a:cubicBezTo>
                    <a:pt x="97" y="317"/>
                    <a:pt x="109" y="361"/>
                    <a:pt x="121" y="413"/>
                  </a:cubicBezTo>
                  <a:cubicBezTo>
                    <a:pt x="137" y="461"/>
                    <a:pt x="153" y="513"/>
                    <a:pt x="169" y="561"/>
                  </a:cubicBezTo>
                  <a:cubicBezTo>
                    <a:pt x="185" y="617"/>
                    <a:pt x="201" y="669"/>
                    <a:pt x="213" y="725"/>
                  </a:cubicBezTo>
                  <a:cubicBezTo>
                    <a:pt x="225" y="781"/>
                    <a:pt x="233" y="841"/>
                    <a:pt x="245" y="897"/>
                  </a:cubicBezTo>
                  <a:cubicBezTo>
                    <a:pt x="253" y="957"/>
                    <a:pt x="269" y="1013"/>
                    <a:pt x="285" y="1069"/>
                  </a:cubicBezTo>
                  <a:cubicBezTo>
                    <a:pt x="301" y="1125"/>
                    <a:pt x="321" y="1177"/>
                    <a:pt x="345" y="1233"/>
                  </a:cubicBezTo>
                  <a:cubicBezTo>
                    <a:pt x="385" y="1325"/>
                    <a:pt x="445" y="1413"/>
                    <a:pt x="517" y="1485"/>
                  </a:cubicBezTo>
                  <a:lnTo>
                    <a:pt x="565" y="1533"/>
                  </a:lnTo>
                  <a:cubicBezTo>
                    <a:pt x="577" y="1545"/>
                    <a:pt x="597" y="1557"/>
                    <a:pt x="609" y="1569"/>
                  </a:cubicBezTo>
                  <a:cubicBezTo>
                    <a:pt x="637" y="1585"/>
                    <a:pt x="661" y="1601"/>
                    <a:pt x="693" y="1617"/>
                  </a:cubicBezTo>
                  <a:cubicBezTo>
                    <a:pt x="709" y="1625"/>
                    <a:pt x="729" y="1633"/>
                    <a:pt x="745" y="1641"/>
                  </a:cubicBezTo>
                  <a:lnTo>
                    <a:pt x="765" y="1649"/>
                  </a:lnTo>
                  <a:lnTo>
                    <a:pt x="769" y="1641"/>
                  </a:lnTo>
                  <a:lnTo>
                    <a:pt x="753" y="1629"/>
                  </a:lnTo>
                  <a:cubicBezTo>
                    <a:pt x="737" y="1617"/>
                    <a:pt x="721" y="1605"/>
                    <a:pt x="705" y="1593"/>
                  </a:cubicBezTo>
                  <a:cubicBezTo>
                    <a:pt x="689" y="1577"/>
                    <a:pt x="661" y="1561"/>
                    <a:pt x="637" y="1533"/>
                  </a:cubicBezTo>
                  <a:cubicBezTo>
                    <a:pt x="613" y="1509"/>
                    <a:pt x="589" y="1481"/>
                    <a:pt x="561" y="1449"/>
                  </a:cubicBezTo>
                  <a:cubicBezTo>
                    <a:pt x="533" y="1413"/>
                    <a:pt x="509" y="1373"/>
                    <a:pt x="485" y="1337"/>
                  </a:cubicBezTo>
                  <a:cubicBezTo>
                    <a:pt x="461" y="1293"/>
                    <a:pt x="433" y="1253"/>
                    <a:pt x="409" y="1201"/>
                  </a:cubicBezTo>
                  <a:cubicBezTo>
                    <a:pt x="361" y="1101"/>
                    <a:pt x="317" y="997"/>
                    <a:pt x="281" y="889"/>
                  </a:cubicBezTo>
                  <a:cubicBezTo>
                    <a:pt x="241" y="781"/>
                    <a:pt x="217" y="669"/>
                    <a:pt x="205" y="557"/>
                  </a:cubicBezTo>
                  <a:cubicBezTo>
                    <a:pt x="197" y="497"/>
                    <a:pt x="193" y="449"/>
                    <a:pt x="181" y="397"/>
                  </a:cubicBezTo>
                  <a:cubicBezTo>
                    <a:pt x="169" y="353"/>
                    <a:pt x="157" y="305"/>
                    <a:pt x="141" y="261"/>
                  </a:cubicBezTo>
                  <a:cubicBezTo>
                    <a:pt x="117" y="193"/>
                    <a:pt x="89" y="129"/>
                    <a:pt x="53" y="65"/>
                  </a:cubicBezTo>
                  <a:cubicBezTo>
                    <a:pt x="37" y="41"/>
                    <a:pt x="21" y="21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4"/>
            <p:cNvSpPr/>
            <p:nvPr/>
          </p:nvSpPr>
          <p:spPr>
            <a:xfrm>
              <a:off x="1764862" y="1681106"/>
              <a:ext cx="44193" cy="123695"/>
            </a:xfrm>
            <a:custGeom>
              <a:avLst/>
              <a:gdLst/>
              <a:ahLst/>
              <a:cxnLst/>
              <a:rect l="l" t="t" r="r" b="b"/>
              <a:pathLst>
                <a:path w="189" h="529" extrusionOk="0">
                  <a:moveTo>
                    <a:pt x="5" y="1"/>
                  </a:moveTo>
                  <a:lnTo>
                    <a:pt x="1" y="9"/>
                  </a:lnTo>
                  <a:cubicBezTo>
                    <a:pt x="1" y="17"/>
                    <a:pt x="1" y="29"/>
                    <a:pt x="5" y="37"/>
                  </a:cubicBezTo>
                  <a:cubicBezTo>
                    <a:pt x="9" y="57"/>
                    <a:pt x="13" y="77"/>
                    <a:pt x="21" y="97"/>
                  </a:cubicBezTo>
                  <a:cubicBezTo>
                    <a:pt x="25" y="109"/>
                    <a:pt x="33" y="121"/>
                    <a:pt x="41" y="133"/>
                  </a:cubicBezTo>
                  <a:cubicBezTo>
                    <a:pt x="49" y="145"/>
                    <a:pt x="57" y="157"/>
                    <a:pt x="69" y="169"/>
                  </a:cubicBezTo>
                  <a:cubicBezTo>
                    <a:pt x="81" y="181"/>
                    <a:pt x="89" y="197"/>
                    <a:pt x="93" y="213"/>
                  </a:cubicBezTo>
                  <a:cubicBezTo>
                    <a:pt x="97" y="229"/>
                    <a:pt x="101" y="245"/>
                    <a:pt x="101" y="261"/>
                  </a:cubicBezTo>
                  <a:cubicBezTo>
                    <a:pt x="101" y="293"/>
                    <a:pt x="105" y="329"/>
                    <a:pt x="109" y="361"/>
                  </a:cubicBezTo>
                  <a:cubicBezTo>
                    <a:pt x="113" y="389"/>
                    <a:pt x="117" y="417"/>
                    <a:pt x="125" y="445"/>
                  </a:cubicBezTo>
                  <a:cubicBezTo>
                    <a:pt x="133" y="473"/>
                    <a:pt x="145" y="501"/>
                    <a:pt x="157" y="529"/>
                  </a:cubicBezTo>
                  <a:lnTo>
                    <a:pt x="165" y="529"/>
                  </a:lnTo>
                  <a:cubicBezTo>
                    <a:pt x="181" y="485"/>
                    <a:pt x="189" y="441"/>
                    <a:pt x="189" y="397"/>
                  </a:cubicBezTo>
                  <a:cubicBezTo>
                    <a:pt x="185" y="381"/>
                    <a:pt x="185" y="365"/>
                    <a:pt x="181" y="349"/>
                  </a:cubicBezTo>
                  <a:cubicBezTo>
                    <a:pt x="173" y="333"/>
                    <a:pt x="169" y="313"/>
                    <a:pt x="165" y="297"/>
                  </a:cubicBezTo>
                  <a:cubicBezTo>
                    <a:pt x="157" y="281"/>
                    <a:pt x="149" y="265"/>
                    <a:pt x="137" y="249"/>
                  </a:cubicBezTo>
                  <a:cubicBezTo>
                    <a:pt x="129" y="233"/>
                    <a:pt x="121" y="217"/>
                    <a:pt x="113" y="201"/>
                  </a:cubicBezTo>
                  <a:cubicBezTo>
                    <a:pt x="109" y="185"/>
                    <a:pt x="105" y="169"/>
                    <a:pt x="105" y="153"/>
                  </a:cubicBezTo>
                  <a:cubicBezTo>
                    <a:pt x="101" y="133"/>
                    <a:pt x="97" y="117"/>
                    <a:pt x="93" y="101"/>
                  </a:cubicBezTo>
                  <a:cubicBezTo>
                    <a:pt x="89" y="89"/>
                    <a:pt x="81" y="77"/>
                    <a:pt x="73" y="65"/>
                  </a:cubicBezTo>
                  <a:cubicBezTo>
                    <a:pt x="57" y="37"/>
                    <a:pt x="33" y="17"/>
                    <a:pt x="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4"/>
            <p:cNvSpPr/>
            <p:nvPr/>
          </p:nvSpPr>
          <p:spPr>
            <a:xfrm>
              <a:off x="1752703" y="2316190"/>
              <a:ext cx="683010" cy="466018"/>
            </a:xfrm>
            <a:custGeom>
              <a:avLst/>
              <a:gdLst/>
              <a:ahLst/>
              <a:cxnLst/>
              <a:rect l="l" t="t" r="r" b="b"/>
              <a:pathLst>
                <a:path w="2921" h="1993" extrusionOk="0">
                  <a:moveTo>
                    <a:pt x="2397" y="1637"/>
                  </a:moveTo>
                  <a:cubicBezTo>
                    <a:pt x="2397" y="1637"/>
                    <a:pt x="2398" y="1637"/>
                    <a:pt x="2398" y="1637"/>
                  </a:cubicBezTo>
                  <a:cubicBezTo>
                    <a:pt x="2398" y="1637"/>
                    <a:pt x="2398" y="1637"/>
                    <a:pt x="2398" y="1637"/>
                  </a:cubicBezTo>
                  <a:lnTo>
                    <a:pt x="2398" y="1637"/>
                  </a:lnTo>
                  <a:cubicBezTo>
                    <a:pt x="2398" y="1638"/>
                    <a:pt x="2398" y="1639"/>
                    <a:pt x="2399" y="1640"/>
                  </a:cubicBezTo>
                  <a:lnTo>
                    <a:pt x="2399" y="1640"/>
                  </a:lnTo>
                  <a:lnTo>
                    <a:pt x="2397" y="1637"/>
                  </a:lnTo>
                  <a:close/>
                  <a:moveTo>
                    <a:pt x="2005" y="1825"/>
                  </a:moveTo>
                  <a:cubicBezTo>
                    <a:pt x="2005" y="1827"/>
                    <a:pt x="2004" y="1828"/>
                    <a:pt x="2003" y="1828"/>
                  </a:cubicBezTo>
                  <a:lnTo>
                    <a:pt x="2003" y="1828"/>
                  </a:lnTo>
                  <a:cubicBezTo>
                    <a:pt x="2004" y="1827"/>
                    <a:pt x="2005" y="1825"/>
                    <a:pt x="2005" y="1825"/>
                  </a:cubicBezTo>
                  <a:close/>
                  <a:moveTo>
                    <a:pt x="249" y="1"/>
                  </a:moveTo>
                  <a:cubicBezTo>
                    <a:pt x="205" y="1"/>
                    <a:pt x="165" y="9"/>
                    <a:pt x="129" y="21"/>
                  </a:cubicBezTo>
                  <a:cubicBezTo>
                    <a:pt x="109" y="29"/>
                    <a:pt x="89" y="37"/>
                    <a:pt x="73" y="49"/>
                  </a:cubicBezTo>
                  <a:cubicBezTo>
                    <a:pt x="53" y="57"/>
                    <a:pt x="37" y="69"/>
                    <a:pt x="21" y="81"/>
                  </a:cubicBezTo>
                  <a:lnTo>
                    <a:pt x="1" y="97"/>
                  </a:lnTo>
                  <a:lnTo>
                    <a:pt x="9" y="129"/>
                  </a:lnTo>
                  <a:cubicBezTo>
                    <a:pt x="25" y="169"/>
                    <a:pt x="41" y="205"/>
                    <a:pt x="57" y="241"/>
                  </a:cubicBezTo>
                  <a:cubicBezTo>
                    <a:pt x="73" y="281"/>
                    <a:pt x="93" y="317"/>
                    <a:pt x="113" y="353"/>
                  </a:cubicBezTo>
                  <a:cubicBezTo>
                    <a:pt x="133" y="389"/>
                    <a:pt x="157" y="421"/>
                    <a:pt x="181" y="457"/>
                  </a:cubicBezTo>
                  <a:cubicBezTo>
                    <a:pt x="193" y="473"/>
                    <a:pt x="205" y="485"/>
                    <a:pt x="221" y="505"/>
                  </a:cubicBezTo>
                  <a:lnTo>
                    <a:pt x="241" y="525"/>
                  </a:lnTo>
                  <a:cubicBezTo>
                    <a:pt x="249" y="533"/>
                    <a:pt x="261" y="541"/>
                    <a:pt x="269" y="549"/>
                  </a:cubicBezTo>
                  <a:cubicBezTo>
                    <a:pt x="289" y="565"/>
                    <a:pt x="309" y="577"/>
                    <a:pt x="329" y="589"/>
                  </a:cubicBezTo>
                  <a:cubicBezTo>
                    <a:pt x="345" y="601"/>
                    <a:pt x="365" y="609"/>
                    <a:pt x="385" y="617"/>
                  </a:cubicBezTo>
                  <a:cubicBezTo>
                    <a:pt x="421" y="637"/>
                    <a:pt x="461" y="649"/>
                    <a:pt x="501" y="661"/>
                  </a:cubicBezTo>
                  <a:cubicBezTo>
                    <a:pt x="541" y="673"/>
                    <a:pt x="581" y="685"/>
                    <a:pt x="621" y="693"/>
                  </a:cubicBezTo>
                  <a:lnTo>
                    <a:pt x="625" y="694"/>
                  </a:lnTo>
                  <a:lnTo>
                    <a:pt x="625" y="694"/>
                  </a:lnTo>
                  <a:cubicBezTo>
                    <a:pt x="606" y="711"/>
                    <a:pt x="588" y="730"/>
                    <a:pt x="569" y="749"/>
                  </a:cubicBezTo>
                  <a:cubicBezTo>
                    <a:pt x="545" y="773"/>
                    <a:pt x="525" y="797"/>
                    <a:pt x="509" y="825"/>
                  </a:cubicBezTo>
                  <a:cubicBezTo>
                    <a:pt x="497" y="841"/>
                    <a:pt x="489" y="853"/>
                    <a:pt x="481" y="869"/>
                  </a:cubicBezTo>
                  <a:cubicBezTo>
                    <a:pt x="477" y="877"/>
                    <a:pt x="473" y="885"/>
                    <a:pt x="469" y="893"/>
                  </a:cubicBezTo>
                  <a:lnTo>
                    <a:pt x="461" y="925"/>
                  </a:lnTo>
                  <a:cubicBezTo>
                    <a:pt x="457" y="941"/>
                    <a:pt x="457" y="961"/>
                    <a:pt x="457" y="977"/>
                  </a:cubicBezTo>
                  <a:cubicBezTo>
                    <a:pt x="457" y="993"/>
                    <a:pt x="457" y="1009"/>
                    <a:pt x="461" y="1025"/>
                  </a:cubicBezTo>
                  <a:cubicBezTo>
                    <a:pt x="461" y="1061"/>
                    <a:pt x="469" y="1093"/>
                    <a:pt x="477" y="1121"/>
                  </a:cubicBezTo>
                  <a:cubicBezTo>
                    <a:pt x="497" y="1185"/>
                    <a:pt x="517" y="1241"/>
                    <a:pt x="545" y="1301"/>
                  </a:cubicBezTo>
                  <a:lnTo>
                    <a:pt x="545" y="1305"/>
                  </a:lnTo>
                  <a:lnTo>
                    <a:pt x="549" y="1305"/>
                  </a:lnTo>
                  <a:cubicBezTo>
                    <a:pt x="581" y="1329"/>
                    <a:pt x="617" y="1353"/>
                    <a:pt x="657" y="1373"/>
                  </a:cubicBezTo>
                  <a:cubicBezTo>
                    <a:pt x="693" y="1389"/>
                    <a:pt x="733" y="1405"/>
                    <a:pt x="773" y="1417"/>
                  </a:cubicBezTo>
                  <a:cubicBezTo>
                    <a:pt x="813" y="1433"/>
                    <a:pt x="853" y="1441"/>
                    <a:pt x="897" y="1441"/>
                  </a:cubicBezTo>
                  <a:cubicBezTo>
                    <a:pt x="907" y="1443"/>
                    <a:pt x="918" y="1444"/>
                    <a:pt x="929" y="1444"/>
                  </a:cubicBezTo>
                  <a:cubicBezTo>
                    <a:pt x="940" y="1444"/>
                    <a:pt x="951" y="1443"/>
                    <a:pt x="961" y="1441"/>
                  </a:cubicBezTo>
                  <a:cubicBezTo>
                    <a:pt x="981" y="1441"/>
                    <a:pt x="1005" y="1433"/>
                    <a:pt x="1025" y="1429"/>
                  </a:cubicBezTo>
                  <a:cubicBezTo>
                    <a:pt x="1065" y="1417"/>
                    <a:pt x="1105" y="1397"/>
                    <a:pt x="1141" y="1373"/>
                  </a:cubicBezTo>
                  <a:cubicBezTo>
                    <a:pt x="1177" y="1349"/>
                    <a:pt x="1209" y="1325"/>
                    <a:pt x="1241" y="1297"/>
                  </a:cubicBezTo>
                  <a:cubicBezTo>
                    <a:pt x="1273" y="1273"/>
                    <a:pt x="1301" y="1249"/>
                    <a:pt x="1337" y="1225"/>
                  </a:cubicBezTo>
                  <a:cubicBezTo>
                    <a:pt x="1349" y="1217"/>
                    <a:pt x="1365" y="1209"/>
                    <a:pt x="1381" y="1205"/>
                  </a:cubicBezTo>
                  <a:cubicBezTo>
                    <a:pt x="1387" y="1203"/>
                    <a:pt x="1394" y="1200"/>
                    <a:pt x="1402" y="1199"/>
                  </a:cubicBezTo>
                  <a:lnTo>
                    <a:pt x="1402" y="1199"/>
                  </a:lnTo>
                  <a:cubicBezTo>
                    <a:pt x="1420" y="1221"/>
                    <a:pt x="1440" y="1244"/>
                    <a:pt x="1457" y="1265"/>
                  </a:cubicBezTo>
                  <a:cubicBezTo>
                    <a:pt x="1477" y="1293"/>
                    <a:pt x="1497" y="1321"/>
                    <a:pt x="1509" y="1353"/>
                  </a:cubicBezTo>
                  <a:cubicBezTo>
                    <a:pt x="1517" y="1365"/>
                    <a:pt x="1525" y="1381"/>
                    <a:pt x="1529" y="1393"/>
                  </a:cubicBezTo>
                  <a:cubicBezTo>
                    <a:pt x="1533" y="1409"/>
                    <a:pt x="1541" y="1429"/>
                    <a:pt x="1541" y="1445"/>
                  </a:cubicBezTo>
                  <a:lnTo>
                    <a:pt x="1569" y="1553"/>
                  </a:lnTo>
                  <a:cubicBezTo>
                    <a:pt x="1589" y="1629"/>
                    <a:pt x="1617" y="1701"/>
                    <a:pt x="1653" y="1773"/>
                  </a:cubicBezTo>
                  <a:cubicBezTo>
                    <a:pt x="1669" y="1809"/>
                    <a:pt x="1693" y="1845"/>
                    <a:pt x="1721" y="1877"/>
                  </a:cubicBezTo>
                  <a:cubicBezTo>
                    <a:pt x="1745" y="1909"/>
                    <a:pt x="1777" y="1937"/>
                    <a:pt x="1809" y="1965"/>
                  </a:cubicBezTo>
                  <a:lnTo>
                    <a:pt x="1817" y="1973"/>
                  </a:lnTo>
                  <a:lnTo>
                    <a:pt x="1833" y="1977"/>
                  </a:lnTo>
                  <a:cubicBezTo>
                    <a:pt x="1849" y="1981"/>
                    <a:pt x="1865" y="1985"/>
                    <a:pt x="1881" y="1989"/>
                  </a:cubicBezTo>
                  <a:cubicBezTo>
                    <a:pt x="1897" y="1989"/>
                    <a:pt x="1913" y="1993"/>
                    <a:pt x="1933" y="1993"/>
                  </a:cubicBezTo>
                  <a:cubicBezTo>
                    <a:pt x="1969" y="1993"/>
                    <a:pt x="2005" y="1989"/>
                    <a:pt x="2037" y="1977"/>
                  </a:cubicBezTo>
                  <a:cubicBezTo>
                    <a:pt x="2057" y="1969"/>
                    <a:pt x="2077" y="1957"/>
                    <a:pt x="2093" y="1941"/>
                  </a:cubicBezTo>
                  <a:cubicBezTo>
                    <a:pt x="2101" y="1933"/>
                    <a:pt x="2109" y="1925"/>
                    <a:pt x="2117" y="1917"/>
                  </a:cubicBezTo>
                  <a:lnTo>
                    <a:pt x="2125" y="1905"/>
                  </a:lnTo>
                  <a:lnTo>
                    <a:pt x="2129" y="1897"/>
                  </a:lnTo>
                  <a:lnTo>
                    <a:pt x="2133" y="1889"/>
                  </a:lnTo>
                  <a:lnTo>
                    <a:pt x="2141" y="1869"/>
                  </a:lnTo>
                  <a:lnTo>
                    <a:pt x="2149" y="1841"/>
                  </a:lnTo>
                  <a:cubicBezTo>
                    <a:pt x="2153" y="1825"/>
                    <a:pt x="2157" y="1809"/>
                    <a:pt x="2157" y="1789"/>
                  </a:cubicBezTo>
                  <a:cubicBezTo>
                    <a:pt x="2161" y="1733"/>
                    <a:pt x="2161" y="1677"/>
                    <a:pt x="2157" y="1621"/>
                  </a:cubicBezTo>
                  <a:cubicBezTo>
                    <a:pt x="2156" y="1607"/>
                    <a:pt x="2155" y="1593"/>
                    <a:pt x="2153" y="1580"/>
                  </a:cubicBezTo>
                  <a:lnTo>
                    <a:pt x="2153" y="1580"/>
                  </a:lnTo>
                  <a:cubicBezTo>
                    <a:pt x="2178" y="1593"/>
                    <a:pt x="2205" y="1608"/>
                    <a:pt x="2229" y="1625"/>
                  </a:cubicBezTo>
                  <a:cubicBezTo>
                    <a:pt x="2241" y="1633"/>
                    <a:pt x="2253" y="1645"/>
                    <a:pt x="2265" y="1653"/>
                  </a:cubicBezTo>
                  <a:cubicBezTo>
                    <a:pt x="2273" y="1665"/>
                    <a:pt x="2281" y="1673"/>
                    <a:pt x="2289" y="1685"/>
                  </a:cubicBezTo>
                  <a:lnTo>
                    <a:pt x="2289" y="1689"/>
                  </a:lnTo>
                  <a:lnTo>
                    <a:pt x="2297" y="1697"/>
                  </a:lnTo>
                  <a:lnTo>
                    <a:pt x="2305" y="1709"/>
                  </a:lnTo>
                  <a:lnTo>
                    <a:pt x="2309" y="1717"/>
                  </a:lnTo>
                  <a:lnTo>
                    <a:pt x="2317" y="1725"/>
                  </a:lnTo>
                  <a:cubicBezTo>
                    <a:pt x="2325" y="1733"/>
                    <a:pt x="2329" y="1737"/>
                    <a:pt x="2337" y="1741"/>
                  </a:cubicBezTo>
                  <a:cubicBezTo>
                    <a:pt x="2341" y="1749"/>
                    <a:pt x="2349" y="1753"/>
                    <a:pt x="2357" y="1757"/>
                  </a:cubicBezTo>
                  <a:lnTo>
                    <a:pt x="2369" y="1765"/>
                  </a:lnTo>
                  <a:cubicBezTo>
                    <a:pt x="2381" y="1769"/>
                    <a:pt x="2389" y="1773"/>
                    <a:pt x="2401" y="1777"/>
                  </a:cubicBezTo>
                  <a:cubicBezTo>
                    <a:pt x="2441" y="1789"/>
                    <a:pt x="2481" y="1801"/>
                    <a:pt x="2521" y="1809"/>
                  </a:cubicBezTo>
                  <a:cubicBezTo>
                    <a:pt x="2561" y="1813"/>
                    <a:pt x="2597" y="1821"/>
                    <a:pt x="2637" y="1825"/>
                  </a:cubicBezTo>
                  <a:cubicBezTo>
                    <a:pt x="2717" y="1829"/>
                    <a:pt x="2793" y="1837"/>
                    <a:pt x="2869" y="1837"/>
                  </a:cubicBezTo>
                  <a:lnTo>
                    <a:pt x="2921" y="1837"/>
                  </a:lnTo>
                  <a:lnTo>
                    <a:pt x="2901" y="1793"/>
                  </a:lnTo>
                  <a:cubicBezTo>
                    <a:pt x="2881" y="1749"/>
                    <a:pt x="2853" y="1705"/>
                    <a:pt x="2825" y="1665"/>
                  </a:cubicBezTo>
                  <a:cubicBezTo>
                    <a:pt x="2797" y="1625"/>
                    <a:pt x="2757" y="1589"/>
                    <a:pt x="2713" y="1565"/>
                  </a:cubicBezTo>
                  <a:lnTo>
                    <a:pt x="2709" y="1577"/>
                  </a:lnTo>
                  <a:cubicBezTo>
                    <a:pt x="2741" y="1609"/>
                    <a:pt x="2773" y="1645"/>
                    <a:pt x="2793" y="1685"/>
                  </a:cubicBezTo>
                  <a:cubicBezTo>
                    <a:pt x="2805" y="1712"/>
                    <a:pt x="2816" y="1740"/>
                    <a:pt x="2826" y="1767"/>
                  </a:cubicBezTo>
                  <a:lnTo>
                    <a:pt x="2826" y="1767"/>
                  </a:lnTo>
                  <a:cubicBezTo>
                    <a:pt x="2767" y="1759"/>
                    <a:pt x="2705" y="1749"/>
                    <a:pt x="2649" y="1737"/>
                  </a:cubicBezTo>
                  <a:cubicBezTo>
                    <a:pt x="2613" y="1729"/>
                    <a:pt x="2577" y="1721"/>
                    <a:pt x="2541" y="1713"/>
                  </a:cubicBezTo>
                  <a:cubicBezTo>
                    <a:pt x="2509" y="1701"/>
                    <a:pt x="2473" y="1689"/>
                    <a:pt x="2441" y="1677"/>
                  </a:cubicBezTo>
                  <a:cubicBezTo>
                    <a:pt x="2437" y="1673"/>
                    <a:pt x="2429" y="1669"/>
                    <a:pt x="2421" y="1665"/>
                  </a:cubicBezTo>
                  <a:cubicBezTo>
                    <a:pt x="2417" y="1661"/>
                    <a:pt x="2409" y="1653"/>
                    <a:pt x="2409" y="1653"/>
                  </a:cubicBezTo>
                  <a:lnTo>
                    <a:pt x="2405" y="1649"/>
                  </a:lnTo>
                  <a:lnTo>
                    <a:pt x="2401" y="1643"/>
                  </a:lnTo>
                  <a:lnTo>
                    <a:pt x="2401" y="1641"/>
                  </a:lnTo>
                  <a:lnTo>
                    <a:pt x="2397" y="1633"/>
                  </a:lnTo>
                  <a:cubicBezTo>
                    <a:pt x="2389" y="1609"/>
                    <a:pt x="2373" y="1589"/>
                    <a:pt x="2357" y="1569"/>
                  </a:cubicBezTo>
                  <a:cubicBezTo>
                    <a:pt x="2341" y="1553"/>
                    <a:pt x="2325" y="1537"/>
                    <a:pt x="2305" y="1525"/>
                  </a:cubicBezTo>
                  <a:cubicBezTo>
                    <a:pt x="2273" y="1497"/>
                    <a:pt x="2237" y="1477"/>
                    <a:pt x="2201" y="1457"/>
                  </a:cubicBezTo>
                  <a:cubicBezTo>
                    <a:pt x="2165" y="1437"/>
                    <a:pt x="2129" y="1421"/>
                    <a:pt x="2089" y="1405"/>
                  </a:cubicBezTo>
                  <a:lnTo>
                    <a:pt x="1981" y="1361"/>
                  </a:lnTo>
                  <a:lnTo>
                    <a:pt x="1997" y="1485"/>
                  </a:lnTo>
                  <a:cubicBezTo>
                    <a:pt x="2005" y="1533"/>
                    <a:pt x="2013" y="1585"/>
                    <a:pt x="2013" y="1633"/>
                  </a:cubicBezTo>
                  <a:cubicBezTo>
                    <a:pt x="2017" y="1681"/>
                    <a:pt x="2017" y="1729"/>
                    <a:pt x="2013" y="1777"/>
                  </a:cubicBezTo>
                  <a:cubicBezTo>
                    <a:pt x="2013" y="1785"/>
                    <a:pt x="2013" y="1797"/>
                    <a:pt x="2009" y="1805"/>
                  </a:cubicBezTo>
                  <a:cubicBezTo>
                    <a:pt x="2009" y="1809"/>
                    <a:pt x="2009" y="1809"/>
                    <a:pt x="2009" y="1813"/>
                  </a:cubicBezTo>
                  <a:lnTo>
                    <a:pt x="2001" y="1829"/>
                  </a:lnTo>
                  <a:cubicBezTo>
                    <a:pt x="1997" y="1833"/>
                    <a:pt x="1993" y="1837"/>
                    <a:pt x="1989" y="1837"/>
                  </a:cubicBezTo>
                  <a:cubicBezTo>
                    <a:pt x="1973" y="1845"/>
                    <a:pt x="1957" y="1845"/>
                    <a:pt x="1941" y="1845"/>
                  </a:cubicBezTo>
                  <a:lnTo>
                    <a:pt x="1913" y="1845"/>
                  </a:lnTo>
                  <a:cubicBezTo>
                    <a:pt x="1908" y="1845"/>
                    <a:pt x="1901" y="1843"/>
                    <a:pt x="1895" y="1842"/>
                  </a:cubicBezTo>
                  <a:lnTo>
                    <a:pt x="1895" y="1842"/>
                  </a:lnTo>
                  <a:cubicBezTo>
                    <a:pt x="1874" y="1827"/>
                    <a:pt x="1854" y="1810"/>
                    <a:pt x="1837" y="1789"/>
                  </a:cubicBezTo>
                  <a:cubicBezTo>
                    <a:pt x="1817" y="1765"/>
                    <a:pt x="1797" y="1737"/>
                    <a:pt x="1781" y="1709"/>
                  </a:cubicBezTo>
                  <a:cubicBezTo>
                    <a:pt x="1745" y="1649"/>
                    <a:pt x="1721" y="1585"/>
                    <a:pt x="1701" y="1517"/>
                  </a:cubicBezTo>
                  <a:lnTo>
                    <a:pt x="1669" y="1413"/>
                  </a:lnTo>
                  <a:cubicBezTo>
                    <a:pt x="1665" y="1393"/>
                    <a:pt x="1657" y="1373"/>
                    <a:pt x="1649" y="1357"/>
                  </a:cubicBezTo>
                  <a:cubicBezTo>
                    <a:pt x="1641" y="1337"/>
                    <a:pt x="1633" y="1317"/>
                    <a:pt x="1621" y="1297"/>
                  </a:cubicBezTo>
                  <a:cubicBezTo>
                    <a:pt x="1601" y="1265"/>
                    <a:pt x="1577" y="1233"/>
                    <a:pt x="1549" y="1201"/>
                  </a:cubicBezTo>
                  <a:cubicBezTo>
                    <a:pt x="1525" y="1173"/>
                    <a:pt x="1497" y="1145"/>
                    <a:pt x="1465" y="1121"/>
                  </a:cubicBezTo>
                  <a:lnTo>
                    <a:pt x="1453" y="1109"/>
                  </a:lnTo>
                  <a:lnTo>
                    <a:pt x="1437" y="1109"/>
                  </a:lnTo>
                  <a:cubicBezTo>
                    <a:pt x="1432" y="1108"/>
                    <a:pt x="1427" y="1108"/>
                    <a:pt x="1422" y="1108"/>
                  </a:cubicBezTo>
                  <a:cubicBezTo>
                    <a:pt x="1399" y="1108"/>
                    <a:pt x="1376" y="1115"/>
                    <a:pt x="1357" y="1125"/>
                  </a:cubicBezTo>
                  <a:cubicBezTo>
                    <a:pt x="1337" y="1133"/>
                    <a:pt x="1317" y="1145"/>
                    <a:pt x="1297" y="1161"/>
                  </a:cubicBezTo>
                  <a:cubicBezTo>
                    <a:pt x="1265" y="1189"/>
                    <a:pt x="1233" y="1217"/>
                    <a:pt x="1205" y="1245"/>
                  </a:cubicBezTo>
                  <a:cubicBezTo>
                    <a:pt x="1177" y="1273"/>
                    <a:pt x="1149" y="1301"/>
                    <a:pt x="1117" y="1325"/>
                  </a:cubicBezTo>
                  <a:cubicBezTo>
                    <a:pt x="1089" y="1349"/>
                    <a:pt x="1057" y="1369"/>
                    <a:pt x="1021" y="1381"/>
                  </a:cubicBezTo>
                  <a:cubicBezTo>
                    <a:pt x="1001" y="1389"/>
                    <a:pt x="985" y="1393"/>
                    <a:pt x="965" y="1397"/>
                  </a:cubicBezTo>
                  <a:cubicBezTo>
                    <a:pt x="945" y="1401"/>
                    <a:pt x="929" y="1401"/>
                    <a:pt x="909" y="1401"/>
                  </a:cubicBezTo>
                  <a:cubicBezTo>
                    <a:pt x="869" y="1401"/>
                    <a:pt x="833" y="1393"/>
                    <a:pt x="793" y="1381"/>
                  </a:cubicBezTo>
                  <a:cubicBezTo>
                    <a:pt x="757" y="1373"/>
                    <a:pt x="721" y="1357"/>
                    <a:pt x="685" y="1337"/>
                  </a:cubicBezTo>
                  <a:cubicBezTo>
                    <a:pt x="655" y="1322"/>
                    <a:pt x="625" y="1300"/>
                    <a:pt x="595" y="1278"/>
                  </a:cubicBezTo>
                  <a:lnTo>
                    <a:pt x="595" y="1278"/>
                  </a:lnTo>
                  <a:cubicBezTo>
                    <a:pt x="572" y="1223"/>
                    <a:pt x="556" y="1168"/>
                    <a:pt x="545" y="1109"/>
                  </a:cubicBezTo>
                  <a:cubicBezTo>
                    <a:pt x="541" y="1081"/>
                    <a:pt x="537" y="1053"/>
                    <a:pt x="537" y="1025"/>
                  </a:cubicBezTo>
                  <a:cubicBezTo>
                    <a:pt x="537" y="1009"/>
                    <a:pt x="537" y="997"/>
                    <a:pt x="537" y="981"/>
                  </a:cubicBezTo>
                  <a:cubicBezTo>
                    <a:pt x="541" y="969"/>
                    <a:pt x="541" y="957"/>
                    <a:pt x="545" y="945"/>
                  </a:cubicBezTo>
                  <a:cubicBezTo>
                    <a:pt x="549" y="941"/>
                    <a:pt x="549" y="937"/>
                    <a:pt x="549" y="933"/>
                  </a:cubicBezTo>
                  <a:cubicBezTo>
                    <a:pt x="553" y="929"/>
                    <a:pt x="557" y="917"/>
                    <a:pt x="561" y="913"/>
                  </a:cubicBezTo>
                  <a:cubicBezTo>
                    <a:pt x="565" y="909"/>
                    <a:pt x="577" y="893"/>
                    <a:pt x="585" y="881"/>
                  </a:cubicBezTo>
                  <a:cubicBezTo>
                    <a:pt x="605" y="861"/>
                    <a:pt x="625" y="841"/>
                    <a:pt x="645" y="821"/>
                  </a:cubicBezTo>
                  <a:cubicBezTo>
                    <a:pt x="669" y="805"/>
                    <a:pt x="689" y="785"/>
                    <a:pt x="713" y="769"/>
                  </a:cubicBezTo>
                  <a:cubicBezTo>
                    <a:pt x="737" y="753"/>
                    <a:pt x="761" y="737"/>
                    <a:pt x="785" y="725"/>
                  </a:cubicBezTo>
                  <a:lnTo>
                    <a:pt x="877" y="673"/>
                  </a:lnTo>
                  <a:lnTo>
                    <a:pt x="785" y="625"/>
                  </a:lnTo>
                  <a:cubicBezTo>
                    <a:pt x="761" y="613"/>
                    <a:pt x="741" y="605"/>
                    <a:pt x="717" y="597"/>
                  </a:cubicBezTo>
                  <a:lnTo>
                    <a:pt x="657" y="581"/>
                  </a:lnTo>
                  <a:cubicBezTo>
                    <a:pt x="621" y="573"/>
                    <a:pt x="581" y="561"/>
                    <a:pt x="545" y="549"/>
                  </a:cubicBezTo>
                  <a:cubicBezTo>
                    <a:pt x="509" y="541"/>
                    <a:pt x="477" y="529"/>
                    <a:pt x="441" y="513"/>
                  </a:cubicBezTo>
                  <a:cubicBezTo>
                    <a:pt x="425" y="509"/>
                    <a:pt x="409" y="501"/>
                    <a:pt x="393" y="489"/>
                  </a:cubicBezTo>
                  <a:cubicBezTo>
                    <a:pt x="377" y="485"/>
                    <a:pt x="361" y="473"/>
                    <a:pt x="349" y="465"/>
                  </a:cubicBezTo>
                  <a:lnTo>
                    <a:pt x="329" y="449"/>
                  </a:lnTo>
                  <a:lnTo>
                    <a:pt x="309" y="429"/>
                  </a:lnTo>
                  <a:cubicBezTo>
                    <a:pt x="301" y="421"/>
                    <a:pt x="285" y="405"/>
                    <a:pt x="273" y="393"/>
                  </a:cubicBezTo>
                  <a:cubicBezTo>
                    <a:pt x="249" y="361"/>
                    <a:pt x="229" y="333"/>
                    <a:pt x="209" y="301"/>
                  </a:cubicBezTo>
                  <a:cubicBezTo>
                    <a:pt x="170" y="245"/>
                    <a:pt x="135" y="187"/>
                    <a:pt x="106" y="128"/>
                  </a:cubicBezTo>
                  <a:lnTo>
                    <a:pt x="106" y="128"/>
                  </a:lnTo>
                  <a:cubicBezTo>
                    <a:pt x="111" y="123"/>
                    <a:pt x="116" y="118"/>
                    <a:pt x="121" y="113"/>
                  </a:cubicBezTo>
                  <a:cubicBezTo>
                    <a:pt x="133" y="105"/>
                    <a:pt x="149" y="97"/>
                    <a:pt x="165" y="89"/>
                  </a:cubicBezTo>
                  <a:cubicBezTo>
                    <a:pt x="169" y="85"/>
                    <a:pt x="177" y="81"/>
                    <a:pt x="185" y="77"/>
                  </a:cubicBezTo>
                  <a:cubicBezTo>
                    <a:pt x="193" y="77"/>
                    <a:pt x="201" y="69"/>
                    <a:pt x="209" y="69"/>
                  </a:cubicBezTo>
                  <a:cubicBezTo>
                    <a:pt x="225" y="65"/>
                    <a:pt x="241" y="61"/>
                    <a:pt x="261" y="57"/>
                  </a:cubicBezTo>
                  <a:cubicBezTo>
                    <a:pt x="282" y="53"/>
                    <a:pt x="305" y="51"/>
                    <a:pt x="328" y="51"/>
                  </a:cubicBezTo>
                  <a:cubicBezTo>
                    <a:pt x="377" y="51"/>
                    <a:pt x="426" y="59"/>
                    <a:pt x="473" y="73"/>
                  </a:cubicBezTo>
                  <a:lnTo>
                    <a:pt x="473" y="57"/>
                  </a:lnTo>
                  <a:cubicBezTo>
                    <a:pt x="437" y="37"/>
                    <a:pt x="401" y="25"/>
                    <a:pt x="365" y="13"/>
                  </a:cubicBezTo>
                  <a:cubicBezTo>
                    <a:pt x="325" y="5"/>
                    <a:pt x="285" y="1"/>
                    <a:pt x="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4"/>
            <p:cNvSpPr/>
            <p:nvPr/>
          </p:nvSpPr>
          <p:spPr>
            <a:xfrm>
              <a:off x="2341019" y="1674793"/>
              <a:ext cx="223773" cy="422760"/>
            </a:xfrm>
            <a:custGeom>
              <a:avLst/>
              <a:gdLst/>
              <a:ahLst/>
              <a:cxnLst/>
              <a:rect l="l" t="t" r="r" b="b"/>
              <a:pathLst>
                <a:path w="957" h="1808" extrusionOk="0">
                  <a:moveTo>
                    <a:pt x="857" y="1"/>
                  </a:moveTo>
                  <a:cubicBezTo>
                    <a:pt x="846" y="1"/>
                    <a:pt x="835" y="3"/>
                    <a:pt x="825" y="8"/>
                  </a:cubicBezTo>
                  <a:cubicBezTo>
                    <a:pt x="805" y="16"/>
                    <a:pt x="789" y="28"/>
                    <a:pt x="773" y="44"/>
                  </a:cubicBezTo>
                  <a:cubicBezTo>
                    <a:pt x="669" y="124"/>
                    <a:pt x="605" y="248"/>
                    <a:pt x="613" y="384"/>
                  </a:cubicBezTo>
                  <a:cubicBezTo>
                    <a:pt x="609" y="400"/>
                    <a:pt x="609" y="412"/>
                    <a:pt x="609" y="428"/>
                  </a:cubicBezTo>
                  <a:cubicBezTo>
                    <a:pt x="589" y="672"/>
                    <a:pt x="441" y="884"/>
                    <a:pt x="297" y="1088"/>
                  </a:cubicBezTo>
                  <a:lnTo>
                    <a:pt x="261" y="1148"/>
                  </a:lnTo>
                  <a:cubicBezTo>
                    <a:pt x="149" y="1308"/>
                    <a:pt x="41" y="1492"/>
                    <a:pt x="1" y="1684"/>
                  </a:cubicBezTo>
                  <a:cubicBezTo>
                    <a:pt x="5" y="1692"/>
                    <a:pt x="9" y="1696"/>
                    <a:pt x="9" y="1704"/>
                  </a:cubicBezTo>
                  <a:cubicBezTo>
                    <a:pt x="25" y="1740"/>
                    <a:pt x="41" y="1776"/>
                    <a:pt x="61" y="1808"/>
                  </a:cubicBezTo>
                  <a:cubicBezTo>
                    <a:pt x="65" y="1584"/>
                    <a:pt x="189" y="1372"/>
                    <a:pt x="317" y="1184"/>
                  </a:cubicBezTo>
                  <a:lnTo>
                    <a:pt x="357" y="1128"/>
                  </a:lnTo>
                  <a:cubicBezTo>
                    <a:pt x="505" y="916"/>
                    <a:pt x="657" y="696"/>
                    <a:pt x="677" y="432"/>
                  </a:cubicBezTo>
                  <a:cubicBezTo>
                    <a:pt x="681" y="416"/>
                    <a:pt x="681" y="400"/>
                    <a:pt x="681" y="384"/>
                  </a:cubicBezTo>
                  <a:cubicBezTo>
                    <a:pt x="681" y="368"/>
                    <a:pt x="685" y="352"/>
                    <a:pt x="685" y="332"/>
                  </a:cubicBezTo>
                  <a:cubicBezTo>
                    <a:pt x="753" y="320"/>
                    <a:pt x="817" y="292"/>
                    <a:pt x="873" y="248"/>
                  </a:cubicBezTo>
                  <a:cubicBezTo>
                    <a:pt x="921" y="216"/>
                    <a:pt x="949" y="168"/>
                    <a:pt x="957" y="112"/>
                  </a:cubicBezTo>
                  <a:cubicBezTo>
                    <a:pt x="957" y="76"/>
                    <a:pt x="937" y="40"/>
                    <a:pt x="909" y="20"/>
                  </a:cubicBezTo>
                  <a:cubicBezTo>
                    <a:pt x="894" y="7"/>
                    <a:pt x="876" y="1"/>
                    <a:pt x="8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4"/>
            <p:cNvSpPr/>
            <p:nvPr/>
          </p:nvSpPr>
          <p:spPr>
            <a:xfrm>
              <a:off x="2399008" y="1896230"/>
              <a:ext cx="236867" cy="304210"/>
            </a:xfrm>
            <a:custGeom>
              <a:avLst/>
              <a:gdLst/>
              <a:ahLst/>
              <a:cxnLst/>
              <a:rect l="l" t="t" r="r" b="b"/>
              <a:pathLst>
                <a:path w="1013" h="1301" extrusionOk="0">
                  <a:moveTo>
                    <a:pt x="901" y="0"/>
                  </a:moveTo>
                  <a:cubicBezTo>
                    <a:pt x="861" y="0"/>
                    <a:pt x="823" y="19"/>
                    <a:pt x="797" y="53"/>
                  </a:cubicBezTo>
                  <a:cubicBezTo>
                    <a:pt x="773" y="101"/>
                    <a:pt x="765" y="153"/>
                    <a:pt x="769" y="205"/>
                  </a:cubicBezTo>
                  <a:lnTo>
                    <a:pt x="769" y="237"/>
                  </a:lnTo>
                  <a:cubicBezTo>
                    <a:pt x="641" y="277"/>
                    <a:pt x="517" y="341"/>
                    <a:pt x="409" y="425"/>
                  </a:cubicBezTo>
                  <a:cubicBezTo>
                    <a:pt x="293" y="525"/>
                    <a:pt x="213" y="669"/>
                    <a:pt x="193" y="825"/>
                  </a:cubicBezTo>
                  <a:cubicBezTo>
                    <a:pt x="189" y="845"/>
                    <a:pt x="185" y="861"/>
                    <a:pt x="185" y="881"/>
                  </a:cubicBezTo>
                  <a:cubicBezTo>
                    <a:pt x="181" y="913"/>
                    <a:pt x="177" y="945"/>
                    <a:pt x="173" y="973"/>
                  </a:cubicBezTo>
                  <a:cubicBezTo>
                    <a:pt x="141" y="1077"/>
                    <a:pt x="81" y="1169"/>
                    <a:pt x="1" y="1237"/>
                  </a:cubicBezTo>
                  <a:cubicBezTo>
                    <a:pt x="9" y="1257"/>
                    <a:pt x="21" y="1281"/>
                    <a:pt x="29" y="1301"/>
                  </a:cubicBezTo>
                  <a:cubicBezTo>
                    <a:pt x="117" y="1221"/>
                    <a:pt x="209" y="1117"/>
                    <a:pt x="241" y="989"/>
                  </a:cubicBezTo>
                  <a:cubicBezTo>
                    <a:pt x="245" y="957"/>
                    <a:pt x="253" y="921"/>
                    <a:pt x="253" y="889"/>
                  </a:cubicBezTo>
                  <a:cubicBezTo>
                    <a:pt x="257" y="869"/>
                    <a:pt x="257" y="849"/>
                    <a:pt x="261" y="833"/>
                  </a:cubicBezTo>
                  <a:cubicBezTo>
                    <a:pt x="281" y="693"/>
                    <a:pt x="349" y="569"/>
                    <a:pt x="457" y="477"/>
                  </a:cubicBezTo>
                  <a:cubicBezTo>
                    <a:pt x="561" y="385"/>
                    <a:pt x="701" y="337"/>
                    <a:pt x="841" y="285"/>
                  </a:cubicBezTo>
                  <a:cubicBezTo>
                    <a:pt x="893" y="269"/>
                    <a:pt x="941" y="241"/>
                    <a:pt x="981" y="197"/>
                  </a:cubicBezTo>
                  <a:cubicBezTo>
                    <a:pt x="1005" y="169"/>
                    <a:pt x="1013" y="129"/>
                    <a:pt x="1009" y="89"/>
                  </a:cubicBezTo>
                  <a:cubicBezTo>
                    <a:pt x="1005" y="61"/>
                    <a:pt x="989" y="33"/>
                    <a:pt x="965" y="17"/>
                  </a:cubicBezTo>
                  <a:cubicBezTo>
                    <a:pt x="944" y="5"/>
                    <a:pt x="922" y="0"/>
                    <a:pt x="9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4"/>
            <p:cNvSpPr/>
            <p:nvPr/>
          </p:nvSpPr>
          <p:spPr>
            <a:xfrm>
              <a:off x="2421456" y="2014081"/>
              <a:ext cx="298598" cy="288309"/>
            </a:xfrm>
            <a:custGeom>
              <a:avLst/>
              <a:gdLst/>
              <a:ahLst/>
              <a:cxnLst/>
              <a:rect l="l" t="t" r="r" b="b"/>
              <a:pathLst>
                <a:path w="1277" h="1233" extrusionOk="0">
                  <a:moveTo>
                    <a:pt x="1165" y="1"/>
                  </a:moveTo>
                  <a:cubicBezTo>
                    <a:pt x="1105" y="9"/>
                    <a:pt x="1053" y="53"/>
                    <a:pt x="1037" y="117"/>
                  </a:cubicBezTo>
                  <a:cubicBezTo>
                    <a:pt x="1029" y="149"/>
                    <a:pt x="1021" y="185"/>
                    <a:pt x="1021" y="217"/>
                  </a:cubicBezTo>
                  <a:cubicBezTo>
                    <a:pt x="1021" y="221"/>
                    <a:pt x="1021" y="229"/>
                    <a:pt x="1021" y="233"/>
                  </a:cubicBezTo>
                  <a:cubicBezTo>
                    <a:pt x="1021" y="241"/>
                    <a:pt x="1021" y="249"/>
                    <a:pt x="1021" y="261"/>
                  </a:cubicBezTo>
                  <a:cubicBezTo>
                    <a:pt x="997" y="445"/>
                    <a:pt x="845" y="589"/>
                    <a:pt x="721" y="681"/>
                  </a:cubicBezTo>
                  <a:cubicBezTo>
                    <a:pt x="665" y="721"/>
                    <a:pt x="605" y="757"/>
                    <a:pt x="545" y="793"/>
                  </a:cubicBezTo>
                  <a:cubicBezTo>
                    <a:pt x="441" y="849"/>
                    <a:pt x="345" y="917"/>
                    <a:pt x="253" y="997"/>
                  </a:cubicBezTo>
                  <a:lnTo>
                    <a:pt x="221" y="1029"/>
                  </a:lnTo>
                  <a:cubicBezTo>
                    <a:pt x="157" y="1085"/>
                    <a:pt x="93" y="1149"/>
                    <a:pt x="21" y="1161"/>
                  </a:cubicBezTo>
                  <a:lnTo>
                    <a:pt x="13" y="1197"/>
                  </a:lnTo>
                  <a:cubicBezTo>
                    <a:pt x="9" y="1209"/>
                    <a:pt x="5" y="1221"/>
                    <a:pt x="1" y="1233"/>
                  </a:cubicBezTo>
                  <a:cubicBezTo>
                    <a:pt x="105" y="1229"/>
                    <a:pt x="193" y="1149"/>
                    <a:pt x="269" y="1077"/>
                  </a:cubicBezTo>
                  <a:cubicBezTo>
                    <a:pt x="281" y="1065"/>
                    <a:pt x="289" y="1057"/>
                    <a:pt x="301" y="1045"/>
                  </a:cubicBezTo>
                  <a:cubicBezTo>
                    <a:pt x="389" y="973"/>
                    <a:pt x="481" y="909"/>
                    <a:pt x="581" y="849"/>
                  </a:cubicBezTo>
                  <a:cubicBezTo>
                    <a:pt x="641" y="813"/>
                    <a:pt x="701" y="777"/>
                    <a:pt x="761" y="737"/>
                  </a:cubicBezTo>
                  <a:cubicBezTo>
                    <a:pt x="897" y="641"/>
                    <a:pt x="1065" y="481"/>
                    <a:pt x="1089" y="269"/>
                  </a:cubicBezTo>
                  <a:cubicBezTo>
                    <a:pt x="1089" y="261"/>
                    <a:pt x="1089" y="253"/>
                    <a:pt x="1089" y="245"/>
                  </a:cubicBezTo>
                  <a:cubicBezTo>
                    <a:pt x="1113" y="229"/>
                    <a:pt x="1141" y="213"/>
                    <a:pt x="1165" y="205"/>
                  </a:cubicBezTo>
                  <a:cubicBezTo>
                    <a:pt x="1201" y="193"/>
                    <a:pt x="1229" y="177"/>
                    <a:pt x="1253" y="153"/>
                  </a:cubicBezTo>
                  <a:cubicBezTo>
                    <a:pt x="1277" y="129"/>
                    <a:pt x="1277" y="89"/>
                    <a:pt x="1261" y="61"/>
                  </a:cubicBezTo>
                  <a:cubicBezTo>
                    <a:pt x="1241" y="25"/>
                    <a:pt x="1205" y="1"/>
                    <a:pt x="1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4"/>
            <p:cNvSpPr/>
            <p:nvPr/>
          </p:nvSpPr>
          <p:spPr>
            <a:xfrm>
              <a:off x="2479446" y="2136608"/>
              <a:ext cx="337881" cy="252768"/>
            </a:xfrm>
            <a:custGeom>
              <a:avLst/>
              <a:gdLst/>
              <a:ahLst/>
              <a:cxnLst/>
              <a:rect l="l" t="t" r="r" b="b"/>
              <a:pathLst>
                <a:path w="1445" h="1081" extrusionOk="0">
                  <a:moveTo>
                    <a:pt x="1292" y="0"/>
                  </a:moveTo>
                  <a:cubicBezTo>
                    <a:pt x="1237" y="0"/>
                    <a:pt x="1186" y="24"/>
                    <a:pt x="1149" y="61"/>
                  </a:cubicBezTo>
                  <a:cubicBezTo>
                    <a:pt x="1113" y="101"/>
                    <a:pt x="1081" y="145"/>
                    <a:pt x="1057" y="193"/>
                  </a:cubicBezTo>
                  <a:cubicBezTo>
                    <a:pt x="1041" y="225"/>
                    <a:pt x="1025" y="253"/>
                    <a:pt x="1005" y="277"/>
                  </a:cubicBezTo>
                  <a:cubicBezTo>
                    <a:pt x="973" y="317"/>
                    <a:pt x="941" y="349"/>
                    <a:pt x="901" y="381"/>
                  </a:cubicBezTo>
                  <a:lnTo>
                    <a:pt x="737" y="525"/>
                  </a:lnTo>
                  <a:cubicBezTo>
                    <a:pt x="637" y="613"/>
                    <a:pt x="533" y="705"/>
                    <a:pt x="425" y="789"/>
                  </a:cubicBezTo>
                  <a:lnTo>
                    <a:pt x="361" y="841"/>
                  </a:lnTo>
                  <a:cubicBezTo>
                    <a:pt x="313" y="877"/>
                    <a:pt x="261" y="913"/>
                    <a:pt x="213" y="949"/>
                  </a:cubicBezTo>
                  <a:cubicBezTo>
                    <a:pt x="197" y="957"/>
                    <a:pt x="185" y="969"/>
                    <a:pt x="173" y="977"/>
                  </a:cubicBezTo>
                  <a:lnTo>
                    <a:pt x="149" y="989"/>
                  </a:lnTo>
                  <a:lnTo>
                    <a:pt x="101" y="1021"/>
                  </a:lnTo>
                  <a:cubicBezTo>
                    <a:pt x="69" y="1041"/>
                    <a:pt x="33" y="1057"/>
                    <a:pt x="1" y="1077"/>
                  </a:cubicBezTo>
                  <a:cubicBezTo>
                    <a:pt x="7" y="1075"/>
                    <a:pt x="13" y="1074"/>
                    <a:pt x="19" y="1074"/>
                  </a:cubicBezTo>
                  <a:cubicBezTo>
                    <a:pt x="25" y="1074"/>
                    <a:pt x="31" y="1075"/>
                    <a:pt x="37" y="1077"/>
                  </a:cubicBezTo>
                  <a:cubicBezTo>
                    <a:pt x="46" y="1076"/>
                    <a:pt x="56" y="1075"/>
                    <a:pt x="65" y="1075"/>
                  </a:cubicBezTo>
                  <a:cubicBezTo>
                    <a:pt x="88" y="1075"/>
                    <a:pt x="111" y="1078"/>
                    <a:pt x="137" y="1081"/>
                  </a:cubicBezTo>
                  <a:cubicBezTo>
                    <a:pt x="165" y="1065"/>
                    <a:pt x="193" y="1045"/>
                    <a:pt x="225" y="1029"/>
                  </a:cubicBezTo>
                  <a:cubicBezTo>
                    <a:pt x="253" y="1009"/>
                    <a:pt x="281" y="989"/>
                    <a:pt x="309" y="969"/>
                  </a:cubicBezTo>
                  <a:cubicBezTo>
                    <a:pt x="337" y="949"/>
                    <a:pt x="369" y="929"/>
                    <a:pt x="393" y="909"/>
                  </a:cubicBezTo>
                  <a:cubicBezTo>
                    <a:pt x="417" y="889"/>
                    <a:pt x="445" y="873"/>
                    <a:pt x="469" y="853"/>
                  </a:cubicBezTo>
                  <a:cubicBezTo>
                    <a:pt x="469" y="849"/>
                    <a:pt x="473" y="845"/>
                    <a:pt x="477" y="845"/>
                  </a:cubicBezTo>
                  <a:cubicBezTo>
                    <a:pt x="505" y="825"/>
                    <a:pt x="529" y="801"/>
                    <a:pt x="553" y="781"/>
                  </a:cubicBezTo>
                  <a:cubicBezTo>
                    <a:pt x="633" y="717"/>
                    <a:pt x="709" y="649"/>
                    <a:pt x="785" y="581"/>
                  </a:cubicBezTo>
                  <a:lnTo>
                    <a:pt x="949" y="437"/>
                  </a:lnTo>
                  <a:cubicBezTo>
                    <a:pt x="993" y="401"/>
                    <a:pt x="1029" y="365"/>
                    <a:pt x="1065" y="321"/>
                  </a:cubicBezTo>
                  <a:cubicBezTo>
                    <a:pt x="1081" y="293"/>
                    <a:pt x="1101" y="265"/>
                    <a:pt x="1117" y="233"/>
                  </a:cubicBezTo>
                  <a:cubicBezTo>
                    <a:pt x="1141" y="237"/>
                    <a:pt x="1165" y="241"/>
                    <a:pt x="1185" y="245"/>
                  </a:cubicBezTo>
                  <a:cubicBezTo>
                    <a:pt x="1221" y="257"/>
                    <a:pt x="1257" y="261"/>
                    <a:pt x="1293" y="261"/>
                  </a:cubicBezTo>
                  <a:cubicBezTo>
                    <a:pt x="1345" y="245"/>
                    <a:pt x="1389" y="221"/>
                    <a:pt x="1425" y="181"/>
                  </a:cubicBezTo>
                  <a:cubicBezTo>
                    <a:pt x="1437" y="161"/>
                    <a:pt x="1445" y="137"/>
                    <a:pt x="1437" y="117"/>
                  </a:cubicBezTo>
                  <a:cubicBezTo>
                    <a:pt x="1421" y="53"/>
                    <a:pt x="1369" y="5"/>
                    <a:pt x="1305" y="1"/>
                  </a:cubicBezTo>
                  <a:cubicBezTo>
                    <a:pt x="1301" y="0"/>
                    <a:pt x="1296" y="0"/>
                    <a:pt x="1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44"/>
            <p:cNvSpPr/>
            <p:nvPr/>
          </p:nvSpPr>
          <p:spPr>
            <a:xfrm>
              <a:off x="2291447" y="1771832"/>
              <a:ext cx="76929" cy="233126"/>
            </a:xfrm>
            <a:custGeom>
              <a:avLst/>
              <a:gdLst/>
              <a:ahLst/>
              <a:cxnLst/>
              <a:rect l="l" t="t" r="r" b="b"/>
              <a:pathLst>
                <a:path w="329" h="997" extrusionOk="0">
                  <a:moveTo>
                    <a:pt x="89" y="1"/>
                  </a:moveTo>
                  <a:cubicBezTo>
                    <a:pt x="77" y="1"/>
                    <a:pt x="65" y="2"/>
                    <a:pt x="53" y="5"/>
                  </a:cubicBezTo>
                  <a:lnTo>
                    <a:pt x="41" y="9"/>
                  </a:lnTo>
                  <a:cubicBezTo>
                    <a:pt x="17" y="33"/>
                    <a:pt x="1" y="61"/>
                    <a:pt x="5" y="93"/>
                  </a:cubicBezTo>
                  <a:cubicBezTo>
                    <a:pt x="9" y="145"/>
                    <a:pt x="33" y="189"/>
                    <a:pt x="77" y="217"/>
                  </a:cubicBezTo>
                  <a:cubicBezTo>
                    <a:pt x="101" y="233"/>
                    <a:pt x="129" y="249"/>
                    <a:pt x="157" y="261"/>
                  </a:cubicBezTo>
                  <a:cubicBezTo>
                    <a:pt x="181" y="269"/>
                    <a:pt x="209" y="285"/>
                    <a:pt x="233" y="301"/>
                  </a:cubicBezTo>
                  <a:lnTo>
                    <a:pt x="237" y="293"/>
                  </a:lnTo>
                  <a:lnTo>
                    <a:pt x="237" y="293"/>
                  </a:lnTo>
                  <a:cubicBezTo>
                    <a:pt x="257" y="405"/>
                    <a:pt x="249" y="521"/>
                    <a:pt x="217" y="633"/>
                  </a:cubicBezTo>
                  <a:cubicBezTo>
                    <a:pt x="189" y="737"/>
                    <a:pt x="145" y="841"/>
                    <a:pt x="85" y="933"/>
                  </a:cubicBezTo>
                  <a:cubicBezTo>
                    <a:pt x="97" y="953"/>
                    <a:pt x="113" y="977"/>
                    <a:pt x="125" y="997"/>
                  </a:cubicBezTo>
                  <a:cubicBezTo>
                    <a:pt x="197" y="893"/>
                    <a:pt x="249" y="773"/>
                    <a:pt x="285" y="653"/>
                  </a:cubicBezTo>
                  <a:cubicBezTo>
                    <a:pt x="329" y="497"/>
                    <a:pt x="329" y="329"/>
                    <a:pt x="277" y="177"/>
                  </a:cubicBezTo>
                  <a:cubicBezTo>
                    <a:pt x="265" y="129"/>
                    <a:pt x="237" y="85"/>
                    <a:pt x="205" y="49"/>
                  </a:cubicBezTo>
                  <a:cubicBezTo>
                    <a:pt x="173" y="17"/>
                    <a:pt x="132" y="1"/>
                    <a:pt x="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44"/>
            <p:cNvSpPr/>
            <p:nvPr/>
          </p:nvSpPr>
          <p:spPr>
            <a:xfrm>
              <a:off x="2241875" y="1710101"/>
              <a:ext cx="42323" cy="212549"/>
            </a:xfrm>
            <a:custGeom>
              <a:avLst/>
              <a:gdLst/>
              <a:ahLst/>
              <a:cxnLst/>
              <a:rect l="l" t="t" r="r" b="b"/>
              <a:pathLst>
                <a:path w="181" h="909" extrusionOk="0">
                  <a:moveTo>
                    <a:pt x="73" y="1"/>
                  </a:moveTo>
                  <a:cubicBezTo>
                    <a:pt x="45" y="1"/>
                    <a:pt x="13" y="21"/>
                    <a:pt x="5" y="73"/>
                  </a:cubicBezTo>
                  <a:cubicBezTo>
                    <a:pt x="1" y="129"/>
                    <a:pt x="5" y="185"/>
                    <a:pt x="13" y="237"/>
                  </a:cubicBezTo>
                  <a:cubicBezTo>
                    <a:pt x="17" y="257"/>
                    <a:pt x="21" y="277"/>
                    <a:pt x="21" y="297"/>
                  </a:cubicBezTo>
                  <a:cubicBezTo>
                    <a:pt x="29" y="401"/>
                    <a:pt x="49" y="501"/>
                    <a:pt x="73" y="601"/>
                  </a:cubicBezTo>
                  <a:cubicBezTo>
                    <a:pt x="69" y="621"/>
                    <a:pt x="69" y="645"/>
                    <a:pt x="77" y="665"/>
                  </a:cubicBezTo>
                  <a:cubicBezTo>
                    <a:pt x="81" y="673"/>
                    <a:pt x="85" y="681"/>
                    <a:pt x="85" y="693"/>
                  </a:cubicBezTo>
                  <a:cubicBezTo>
                    <a:pt x="85" y="705"/>
                    <a:pt x="77" y="721"/>
                    <a:pt x="69" y="733"/>
                  </a:cubicBezTo>
                  <a:cubicBezTo>
                    <a:pt x="61" y="745"/>
                    <a:pt x="57" y="757"/>
                    <a:pt x="53" y="769"/>
                  </a:cubicBezTo>
                  <a:cubicBezTo>
                    <a:pt x="45" y="785"/>
                    <a:pt x="41" y="805"/>
                    <a:pt x="37" y="821"/>
                  </a:cubicBezTo>
                  <a:lnTo>
                    <a:pt x="37" y="833"/>
                  </a:lnTo>
                  <a:cubicBezTo>
                    <a:pt x="37" y="837"/>
                    <a:pt x="37" y="837"/>
                    <a:pt x="37" y="841"/>
                  </a:cubicBezTo>
                  <a:cubicBezTo>
                    <a:pt x="41" y="841"/>
                    <a:pt x="45" y="845"/>
                    <a:pt x="45" y="849"/>
                  </a:cubicBezTo>
                  <a:lnTo>
                    <a:pt x="89" y="909"/>
                  </a:lnTo>
                  <a:cubicBezTo>
                    <a:pt x="97" y="889"/>
                    <a:pt x="105" y="869"/>
                    <a:pt x="109" y="845"/>
                  </a:cubicBezTo>
                  <a:lnTo>
                    <a:pt x="109" y="833"/>
                  </a:lnTo>
                  <a:cubicBezTo>
                    <a:pt x="113" y="817"/>
                    <a:pt x="113" y="805"/>
                    <a:pt x="121" y="793"/>
                  </a:cubicBezTo>
                  <a:cubicBezTo>
                    <a:pt x="125" y="781"/>
                    <a:pt x="129" y="773"/>
                    <a:pt x="133" y="765"/>
                  </a:cubicBezTo>
                  <a:cubicBezTo>
                    <a:pt x="149" y="741"/>
                    <a:pt x="157" y="717"/>
                    <a:pt x="157" y="689"/>
                  </a:cubicBezTo>
                  <a:cubicBezTo>
                    <a:pt x="157" y="673"/>
                    <a:pt x="153" y="653"/>
                    <a:pt x="149" y="641"/>
                  </a:cubicBezTo>
                  <a:cubicBezTo>
                    <a:pt x="141" y="625"/>
                    <a:pt x="141" y="621"/>
                    <a:pt x="137" y="617"/>
                  </a:cubicBezTo>
                  <a:lnTo>
                    <a:pt x="145" y="605"/>
                  </a:lnTo>
                  <a:lnTo>
                    <a:pt x="141" y="593"/>
                  </a:lnTo>
                  <a:cubicBezTo>
                    <a:pt x="117" y="493"/>
                    <a:pt x="97" y="393"/>
                    <a:pt x="89" y="293"/>
                  </a:cubicBezTo>
                  <a:cubicBezTo>
                    <a:pt x="89" y="281"/>
                    <a:pt x="89" y="273"/>
                    <a:pt x="89" y="265"/>
                  </a:cubicBezTo>
                  <a:cubicBezTo>
                    <a:pt x="145" y="241"/>
                    <a:pt x="181" y="181"/>
                    <a:pt x="181" y="121"/>
                  </a:cubicBezTo>
                  <a:cubicBezTo>
                    <a:pt x="177" y="61"/>
                    <a:pt x="133" y="13"/>
                    <a:pt x="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5" name="Google Shape;2345;p44"/>
          <p:cNvSpPr txBox="1">
            <a:spLocks noGrp="1"/>
          </p:cNvSpPr>
          <p:nvPr>
            <p:ph type="subTitle" idx="1"/>
          </p:nvPr>
        </p:nvSpPr>
        <p:spPr>
          <a:xfrm>
            <a:off x="5774274" y="1566850"/>
            <a:ext cx="2486100" cy="2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2346" name="Google Shape;2346;p44"/>
          <p:cNvSpPr txBox="1">
            <a:spLocks noGrp="1"/>
          </p:cNvSpPr>
          <p:nvPr>
            <p:ph type="subTitle" idx="2"/>
          </p:nvPr>
        </p:nvSpPr>
        <p:spPr>
          <a:xfrm>
            <a:off x="5772369" y="1938325"/>
            <a:ext cx="24861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47" name="Google Shape;2347;p44"/>
          <p:cNvSpPr txBox="1">
            <a:spLocks noGrp="1"/>
          </p:cNvSpPr>
          <p:nvPr>
            <p:ph type="subTitle" idx="3"/>
          </p:nvPr>
        </p:nvSpPr>
        <p:spPr>
          <a:xfrm>
            <a:off x="900016" y="3233263"/>
            <a:ext cx="2486100" cy="2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2348" name="Google Shape;2348;p44"/>
          <p:cNvSpPr txBox="1">
            <a:spLocks noGrp="1"/>
          </p:cNvSpPr>
          <p:nvPr>
            <p:ph type="subTitle" idx="4"/>
          </p:nvPr>
        </p:nvSpPr>
        <p:spPr>
          <a:xfrm>
            <a:off x="901802" y="3604738"/>
            <a:ext cx="24861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44"/>
          <p:cNvSpPr txBox="1">
            <a:spLocks noGrp="1"/>
          </p:cNvSpPr>
          <p:nvPr>
            <p:ph type="title"/>
          </p:nvPr>
        </p:nvSpPr>
        <p:spPr>
          <a:xfrm>
            <a:off x="720000" y="4064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7">
    <p:spTree>
      <p:nvGrpSpPr>
        <p:cNvPr id="1" name="Shape 2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7" name="Google Shape;2647;p50"/>
          <p:cNvGrpSpPr/>
          <p:nvPr/>
        </p:nvGrpSpPr>
        <p:grpSpPr>
          <a:xfrm>
            <a:off x="5814353" y="-595910"/>
            <a:ext cx="2150567" cy="2271831"/>
            <a:chOff x="1668906" y="1908100"/>
            <a:chExt cx="1782927" cy="1883462"/>
          </a:xfrm>
        </p:grpSpPr>
        <p:sp>
          <p:nvSpPr>
            <p:cNvPr id="2648" name="Google Shape;2648;p50"/>
            <p:cNvSpPr/>
            <p:nvPr/>
          </p:nvSpPr>
          <p:spPr>
            <a:xfrm>
              <a:off x="1668906" y="2722495"/>
              <a:ext cx="900425" cy="895187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4" y="2872"/>
                  </a:moveTo>
                  <a:cubicBezTo>
                    <a:pt x="124" y="2872"/>
                    <a:pt x="126" y="2874"/>
                    <a:pt x="128" y="2878"/>
                  </a:cubicBezTo>
                  <a:cubicBezTo>
                    <a:pt x="124" y="2874"/>
                    <a:pt x="123" y="2872"/>
                    <a:pt x="124" y="2872"/>
                  </a:cubicBezTo>
                  <a:close/>
                  <a:moveTo>
                    <a:pt x="1555" y="0"/>
                  </a:moveTo>
                  <a:cubicBezTo>
                    <a:pt x="1524" y="0"/>
                    <a:pt x="1492" y="1"/>
                    <a:pt x="1460" y="2"/>
                  </a:cubicBezTo>
                  <a:cubicBezTo>
                    <a:pt x="1340" y="10"/>
                    <a:pt x="1220" y="42"/>
                    <a:pt x="1112" y="102"/>
                  </a:cubicBezTo>
                  <a:cubicBezTo>
                    <a:pt x="1048" y="134"/>
                    <a:pt x="996" y="178"/>
                    <a:pt x="948" y="234"/>
                  </a:cubicBezTo>
                  <a:cubicBezTo>
                    <a:pt x="936" y="246"/>
                    <a:pt x="932" y="258"/>
                    <a:pt x="920" y="274"/>
                  </a:cubicBezTo>
                  <a:lnTo>
                    <a:pt x="904" y="294"/>
                  </a:lnTo>
                  <a:lnTo>
                    <a:pt x="892" y="318"/>
                  </a:lnTo>
                  <a:lnTo>
                    <a:pt x="840" y="406"/>
                  </a:lnTo>
                  <a:cubicBezTo>
                    <a:pt x="772" y="534"/>
                    <a:pt x="720" y="666"/>
                    <a:pt x="676" y="802"/>
                  </a:cubicBezTo>
                  <a:cubicBezTo>
                    <a:pt x="632" y="938"/>
                    <a:pt x="600" y="1090"/>
                    <a:pt x="564" y="1238"/>
                  </a:cubicBezTo>
                  <a:cubicBezTo>
                    <a:pt x="532" y="1390"/>
                    <a:pt x="500" y="1542"/>
                    <a:pt x="464" y="1698"/>
                  </a:cubicBezTo>
                  <a:cubicBezTo>
                    <a:pt x="448" y="1774"/>
                    <a:pt x="428" y="1850"/>
                    <a:pt x="404" y="1926"/>
                  </a:cubicBezTo>
                  <a:cubicBezTo>
                    <a:pt x="392" y="1966"/>
                    <a:pt x="380" y="2006"/>
                    <a:pt x="368" y="2046"/>
                  </a:cubicBezTo>
                  <a:cubicBezTo>
                    <a:pt x="356" y="2082"/>
                    <a:pt x="344" y="2118"/>
                    <a:pt x="328" y="2158"/>
                  </a:cubicBezTo>
                  <a:cubicBezTo>
                    <a:pt x="272" y="2314"/>
                    <a:pt x="204" y="2466"/>
                    <a:pt x="128" y="2614"/>
                  </a:cubicBezTo>
                  <a:lnTo>
                    <a:pt x="64" y="2726"/>
                  </a:lnTo>
                  <a:cubicBezTo>
                    <a:pt x="52" y="2746"/>
                    <a:pt x="44" y="2766"/>
                    <a:pt x="32" y="2786"/>
                  </a:cubicBezTo>
                  <a:cubicBezTo>
                    <a:pt x="16" y="2810"/>
                    <a:pt x="8" y="2838"/>
                    <a:pt x="4" y="2866"/>
                  </a:cubicBezTo>
                  <a:cubicBezTo>
                    <a:pt x="0" y="2890"/>
                    <a:pt x="4" y="2918"/>
                    <a:pt x="16" y="2938"/>
                  </a:cubicBezTo>
                  <a:cubicBezTo>
                    <a:pt x="28" y="2958"/>
                    <a:pt x="48" y="2974"/>
                    <a:pt x="68" y="2982"/>
                  </a:cubicBezTo>
                  <a:cubicBezTo>
                    <a:pt x="92" y="2994"/>
                    <a:pt x="116" y="3002"/>
                    <a:pt x="140" y="3010"/>
                  </a:cubicBezTo>
                  <a:cubicBezTo>
                    <a:pt x="172" y="3022"/>
                    <a:pt x="200" y="3042"/>
                    <a:pt x="228" y="3066"/>
                  </a:cubicBezTo>
                  <a:cubicBezTo>
                    <a:pt x="352" y="3186"/>
                    <a:pt x="468" y="3314"/>
                    <a:pt x="580" y="3450"/>
                  </a:cubicBezTo>
                  <a:cubicBezTo>
                    <a:pt x="696" y="3586"/>
                    <a:pt x="824" y="3714"/>
                    <a:pt x="960" y="3830"/>
                  </a:cubicBezTo>
                  <a:cubicBezTo>
                    <a:pt x="1032" y="3898"/>
                    <a:pt x="1124" y="3938"/>
                    <a:pt x="1220" y="3950"/>
                  </a:cubicBezTo>
                  <a:cubicBezTo>
                    <a:pt x="1235" y="3950"/>
                    <a:pt x="1249" y="3949"/>
                    <a:pt x="1264" y="3949"/>
                  </a:cubicBezTo>
                  <a:cubicBezTo>
                    <a:pt x="1335" y="3949"/>
                    <a:pt x="1408" y="3957"/>
                    <a:pt x="1480" y="3970"/>
                  </a:cubicBezTo>
                  <a:cubicBezTo>
                    <a:pt x="1652" y="4006"/>
                    <a:pt x="1820" y="4058"/>
                    <a:pt x="1985" y="4115"/>
                  </a:cubicBezTo>
                  <a:lnTo>
                    <a:pt x="2477" y="4287"/>
                  </a:lnTo>
                  <a:cubicBezTo>
                    <a:pt x="2637" y="4347"/>
                    <a:pt x="2805" y="4395"/>
                    <a:pt x="2973" y="4431"/>
                  </a:cubicBezTo>
                  <a:cubicBezTo>
                    <a:pt x="3027" y="4438"/>
                    <a:pt x="3083" y="4443"/>
                    <a:pt x="3138" y="4443"/>
                  </a:cubicBezTo>
                  <a:cubicBezTo>
                    <a:pt x="3169" y="4443"/>
                    <a:pt x="3199" y="4441"/>
                    <a:pt x="3229" y="4439"/>
                  </a:cubicBezTo>
                  <a:cubicBezTo>
                    <a:pt x="3317" y="4431"/>
                    <a:pt x="3401" y="4403"/>
                    <a:pt x="3481" y="4359"/>
                  </a:cubicBezTo>
                  <a:cubicBezTo>
                    <a:pt x="3617" y="4267"/>
                    <a:pt x="3733" y="4147"/>
                    <a:pt x="3821" y="4002"/>
                  </a:cubicBezTo>
                  <a:cubicBezTo>
                    <a:pt x="3865" y="3938"/>
                    <a:pt x="3901" y="3874"/>
                    <a:pt x="3941" y="3806"/>
                  </a:cubicBezTo>
                  <a:cubicBezTo>
                    <a:pt x="3977" y="3742"/>
                    <a:pt x="4009" y="3674"/>
                    <a:pt x="4041" y="3606"/>
                  </a:cubicBezTo>
                  <a:cubicBezTo>
                    <a:pt x="4097" y="3474"/>
                    <a:pt x="4145" y="3342"/>
                    <a:pt x="4189" y="3214"/>
                  </a:cubicBezTo>
                  <a:cubicBezTo>
                    <a:pt x="4265" y="2982"/>
                    <a:pt x="4329" y="2742"/>
                    <a:pt x="4377" y="2502"/>
                  </a:cubicBezTo>
                  <a:cubicBezTo>
                    <a:pt x="4417" y="2318"/>
                    <a:pt x="4445" y="2130"/>
                    <a:pt x="4461" y="1942"/>
                  </a:cubicBezTo>
                  <a:cubicBezTo>
                    <a:pt x="4469" y="1822"/>
                    <a:pt x="4465" y="1698"/>
                    <a:pt x="4445" y="1578"/>
                  </a:cubicBezTo>
                  <a:cubicBezTo>
                    <a:pt x="4437" y="1546"/>
                    <a:pt x="4429" y="1514"/>
                    <a:pt x="4413" y="1486"/>
                  </a:cubicBezTo>
                  <a:cubicBezTo>
                    <a:pt x="4405" y="1466"/>
                    <a:pt x="4397" y="1454"/>
                    <a:pt x="4397" y="1454"/>
                  </a:cubicBezTo>
                  <a:lnTo>
                    <a:pt x="4385" y="1466"/>
                  </a:lnTo>
                  <a:lnTo>
                    <a:pt x="4397" y="1494"/>
                  </a:lnTo>
                  <a:cubicBezTo>
                    <a:pt x="4409" y="1526"/>
                    <a:pt x="4413" y="1554"/>
                    <a:pt x="4417" y="1586"/>
                  </a:cubicBezTo>
                  <a:cubicBezTo>
                    <a:pt x="4425" y="1706"/>
                    <a:pt x="4421" y="1826"/>
                    <a:pt x="4401" y="1942"/>
                  </a:cubicBezTo>
                  <a:cubicBezTo>
                    <a:pt x="4373" y="2126"/>
                    <a:pt x="4337" y="2306"/>
                    <a:pt x="4289" y="2486"/>
                  </a:cubicBezTo>
                  <a:cubicBezTo>
                    <a:pt x="4233" y="2694"/>
                    <a:pt x="4165" y="2930"/>
                    <a:pt x="4077" y="3178"/>
                  </a:cubicBezTo>
                  <a:cubicBezTo>
                    <a:pt x="4033" y="3302"/>
                    <a:pt x="3981" y="3430"/>
                    <a:pt x="3925" y="3558"/>
                  </a:cubicBezTo>
                  <a:cubicBezTo>
                    <a:pt x="3893" y="3622"/>
                    <a:pt x="3865" y="3690"/>
                    <a:pt x="3829" y="3750"/>
                  </a:cubicBezTo>
                  <a:cubicBezTo>
                    <a:pt x="3793" y="3814"/>
                    <a:pt x="3753" y="3882"/>
                    <a:pt x="3713" y="3942"/>
                  </a:cubicBezTo>
                  <a:cubicBezTo>
                    <a:pt x="3641" y="4071"/>
                    <a:pt x="3541" y="4187"/>
                    <a:pt x="3421" y="4275"/>
                  </a:cubicBezTo>
                  <a:cubicBezTo>
                    <a:pt x="3329" y="4339"/>
                    <a:pt x="3213" y="4366"/>
                    <a:pt x="3092" y="4366"/>
                  </a:cubicBezTo>
                  <a:cubicBezTo>
                    <a:pt x="3055" y="4366"/>
                    <a:pt x="3018" y="4363"/>
                    <a:pt x="2981" y="4359"/>
                  </a:cubicBezTo>
                  <a:cubicBezTo>
                    <a:pt x="2813" y="4335"/>
                    <a:pt x="2653" y="4299"/>
                    <a:pt x="2493" y="4243"/>
                  </a:cubicBezTo>
                  <a:cubicBezTo>
                    <a:pt x="2329" y="4195"/>
                    <a:pt x="2165" y="4139"/>
                    <a:pt x="1997" y="4079"/>
                  </a:cubicBezTo>
                  <a:cubicBezTo>
                    <a:pt x="1832" y="4018"/>
                    <a:pt x="1660" y="3966"/>
                    <a:pt x="1488" y="3922"/>
                  </a:cubicBezTo>
                  <a:cubicBezTo>
                    <a:pt x="1400" y="3902"/>
                    <a:pt x="1312" y="3890"/>
                    <a:pt x="1220" y="3890"/>
                  </a:cubicBezTo>
                  <a:cubicBezTo>
                    <a:pt x="1144" y="3886"/>
                    <a:pt x="1072" y="3830"/>
                    <a:pt x="1008" y="3778"/>
                  </a:cubicBezTo>
                  <a:cubicBezTo>
                    <a:pt x="880" y="3658"/>
                    <a:pt x="764" y="3526"/>
                    <a:pt x="656" y="3386"/>
                  </a:cubicBezTo>
                  <a:cubicBezTo>
                    <a:pt x="548" y="3246"/>
                    <a:pt x="432" y="3110"/>
                    <a:pt x="308" y="2982"/>
                  </a:cubicBezTo>
                  <a:cubicBezTo>
                    <a:pt x="272" y="2942"/>
                    <a:pt x="228" y="2914"/>
                    <a:pt x="176" y="2894"/>
                  </a:cubicBezTo>
                  <a:cubicBezTo>
                    <a:pt x="162" y="2891"/>
                    <a:pt x="148" y="2884"/>
                    <a:pt x="134" y="2880"/>
                  </a:cubicBezTo>
                  <a:lnTo>
                    <a:pt x="134" y="2880"/>
                  </a:lnTo>
                  <a:cubicBezTo>
                    <a:pt x="138" y="2869"/>
                    <a:pt x="142" y="2856"/>
                    <a:pt x="148" y="2846"/>
                  </a:cubicBezTo>
                  <a:cubicBezTo>
                    <a:pt x="156" y="2830"/>
                    <a:pt x="168" y="2810"/>
                    <a:pt x="180" y="2794"/>
                  </a:cubicBezTo>
                  <a:lnTo>
                    <a:pt x="244" y="2682"/>
                  </a:lnTo>
                  <a:cubicBezTo>
                    <a:pt x="332" y="2530"/>
                    <a:pt x="404" y="2374"/>
                    <a:pt x="464" y="2210"/>
                  </a:cubicBezTo>
                  <a:cubicBezTo>
                    <a:pt x="480" y="2174"/>
                    <a:pt x="496" y="2130"/>
                    <a:pt x="508" y="2090"/>
                  </a:cubicBezTo>
                  <a:cubicBezTo>
                    <a:pt x="520" y="2050"/>
                    <a:pt x="536" y="2014"/>
                    <a:pt x="544" y="1974"/>
                  </a:cubicBezTo>
                  <a:cubicBezTo>
                    <a:pt x="568" y="1890"/>
                    <a:pt x="592" y="1814"/>
                    <a:pt x="612" y="1734"/>
                  </a:cubicBezTo>
                  <a:cubicBezTo>
                    <a:pt x="648" y="1574"/>
                    <a:pt x="680" y="1418"/>
                    <a:pt x="708" y="1270"/>
                  </a:cubicBezTo>
                  <a:cubicBezTo>
                    <a:pt x="764" y="970"/>
                    <a:pt x="832" y="698"/>
                    <a:pt x="948" y="462"/>
                  </a:cubicBezTo>
                  <a:lnTo>
                    <a:pt x="992" y="378"/>
                  </a:lnTo>
                  <a:lnTo>
                    <a:pt x="1004" y="358"/>
                  </a:lnTo>
                  <a:lnTo>
                    <a:pt x="1016" y="342"/>
                  </a:lnTo>
                  <a:cubicBezTo>
                    <a:pt x="1024" y="326"/>
                    <a:pt x="1032" y="314"/>
                    <a:pt x="1044" y="302"/>
                  </a:cubicBezTo>
                  <a:cubicBezTo>
                    <a:pt x="1076" y="258"/>
                    <a:pt x="1120" y="222"/>
                    <a:pt x="1164" y="194"/>
                  </a:cubicBezTo>
                  <a:cubicBezTo>
                    <a:pt x="1260" y="142"/>
                    <a:pt x="1364" y="110"/>
                    <a:pt x="1472" y="94"/>
                  </a:cubicBezTo>
                  <a:cubicBezTo>
                    <a:pt x="1543" y="88"/>
                    <a:pt x="1614" y="85"/>
                    <a:pt x="1685" y="85"/>
                  </a:cubicBezTo>
                  <a:cubicBezTo>
                    <a:pt x="1798" y="85"/>
                    <a:pt x="1911" y="93"/>
                    <a:pt x="2025" y="110"/>
                  </a:cubicBezTo>
                  <a:cubicBezTo>
                    <a:pt x="2141" y="126"/>
                    <a:pt x="2257" y="150"/>
                    <a:pt x="2373" y="178"/>
                  </a:cubicBezTo>
                  <a:cubicBezTo>
                    <a:pt x="2453" y="198"/>
                    <a:pt x="2497" y="210"/>
                    <a:pt x="2497" y="210"/>
                  </a:cubicBezTo>
                  <a:lnTo>
                    <a:pt x="2501" y="198"/>
                  </a:lnTo>
                  <a:cubicBezTo>
                    <a:pt x="2501" y="198"/>
                    <a:pt x="2461" y="182"/>
                    <a:pt x="2381" y="154"/>
                  </a:cubicBezTo>
                  <a:cubicBezTo>
                    <a:pt x="2265" y="114"/>
                    <a:pt x="2149" y="82"/>
                    <a:pt x="2029" y="54"/>
                  </a:cubicBezTo>
                  <a:cubicBezTo>
                    <a:pt x="1875" y="18"/>
                    <a:pt x="1715" y="0"/>
                    <a:pt x="15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50"/>
            <p:cNvSpPr/>
            <p:nvPr/>
          </p:nvSpPr>
          <p:spPr>
            <a:xfrm>
              <a:off x="2438575" y="2888114"/>
              <a:ext cx="690883" cy="903448"/>
            </a:xfrm>
            <a:custGeom>
              <a:avLst/>
              <a:gdLst/>
              <a:ahLst/>
              <a:cxnLst/>
              <a:rect l="l" t="t" r="r" b="b"/>
              <a:pathLst>
                <a:path w="3429" h="4484" extrusionOk="0">
                  <a:moveTo>
                    <a:pt x="1694" y="0"/>
                  </a:moveTo>
                  <a:cubicBezTo>
                    <a:pt x="1662" y="0"/>
                    <a:pt x="1630" y="5"/>
                    <a:pt x="1601" y="16"/>
                  </a:cubicBezTo>
                  <a:cubicBezTo>
                    <a:pt x="1561" y="32"/>
                    <a:pt x="1525" y="48"/>
                    <a:pt x="1489" y="68"/>
                  </a:cubicBezTo>
                  <a:cubicBezTo>
                    <a:pt x="1433" y="96"/>
                    <a:pt x="1405" y="116"/>
                    <a:pt x="1405" y="116"/>
                  </a:cubicBezTo>
                  <a:lnTo>
                    <a:pt x="1413" y="128"/>
                  </a:lnTo>
                  <a:cubicBezTo>
                    <a:pt x="1413" y="128"/>
                    <a:pt x="1445" y="112"/>
                    <a:pt x="1501" y="88"/>
                  </a:cubicBezTo>
                  <a:cubicBezTo>
                    <a:pt x="1537" y="72"/>
                    <a:pt x="1573" y="60"/>
                    <a:pt x="1609" y="52"/>
                  </a:cubicBezTo>
                  <a:cubicBezTo>
                    <a:pt x="1628" y="48"/>
                    <a:pt x="1647" y="45"/>
                    <a:pt x="1667" y="45"/>
                  </a:cubicBezTo>
                  <a:cubicBezTo>
                    <a:pt x="1696" y="45"/>
                    <a:pt x="1726" y="51"/>
                    <a:pt x="1753" y="60"/>
                  </a:cubicBezTo>
                  <a:cubicBezTo>
                    <a:pt x="1853" y="100"/>
                    <a:pt x="1961" y="204"/>
                    <a:pt x="2105" y="292"/>
                  </a:cubicBezTo>
                  <a:cubicBezTo>
                    <a:pt x="2173" y="336"/>
                    <a:pt x="2233" y="392"/>
                    <a:pt x="2281" y="460"/>
                  </a:cubicBezTo>
                  <a:cubicBezTo>
                    <a:pt x="2337" y="536"/>
                    <a:pt x="2385" y="616"/>
                    <a:pt x="2429" y="700"/>
                  </a:cubicBezTo>
                  <a:cubicBezTo>
                    <a:pt x="2521" y="904"/>
                    <a:pt x="2625" y="1100"/>
                    <a:pt x="2741" y="1288"/>
                  </a:cubicBezTo>
                  <a:lnTo>
                    <a:pt x="2789" y="1364"/>
                  </a:lnTo>
                  <a:cubicBezTo>
                    <a:pt x="2809" y="1388"/>
                    <a:pt x="2829" y="1412"/>
                    <a:pt x="2849" y="1436"/>
                  </a:cubicBezTo>
                  <a:cubicBezTo>
                    <a:pt x="2869" y="1460"/>
                    <a:pt x="2889" y="1484"/>
                    <a:pt x="2913" y="1508"/>
                  </a:cubicBezTo>
                  <a:cubicBezTo>
                    <a:pt x="2933" y="1532"/>
                    <a:pt x="2957" y="1556"/>
                    <a:pt x="2981" y="1576"/>
                  </a:cubicBezTo>
                  <a:cubicBezTo>
                    <a:pt x="3005" y="1596"/>
                    <a:pt x="3029" y="1620"/>
                    <a:pt x="3049" y="1640"/>
                  </a:cubicBezTo>
                  <a:cubicBezTo>
                    <a:pt x="3069" y="1656"/>
                    <a:pt x="3093" y="1672"/>
                    <a:pt x="3109" y="1696"/>
                  </a:cubicBezTo>
                  <a:cubicBezTo>
                    <a:pt x="3125" y="1720"/>
                    <a:pt x="3141" y="1740"/>
                    <a:pt x="3161" y="1764"/>
                  </a:cubicBezTo>
                  <a:cubicBezTo>
                    <a:pt x="3173" y="1788"/>
                    <a:pt x="3189" y="1812"/>
                    <a:pt x="3201" y="1840"/>
                  </a:cubicBezTo>
                  <a:cubicBezTo>
                    <a:pt x="3249" y="1948"/>
                    <a:pt x="3277" y="2068"/>
                    <a:pt x="3285" y="2188"/>
                  </a:cubicBezTo>
                  <a:cubicBezTo>
                    <a:pt x="3293" y="2316"/>
                    <a:pt x="3285" y="2444"/>
                    <a:pt x="3269" y="2568"/>
                  </a:cubicBezTo>
                  <a:cubicBezTo>
                    <a:pt x="3245" y="2700"/>
                    <a:pt x="3213" y="2828"/>
                    <a:pt x="3169" y="2948"/>
                  </a:cubicBezTo>
                  <a:cubicBezTo>
                    <a:pt x="3145" y="3012"/>
                    <a:pt x="3117" y="3072"/>
                    <a:pt x="3089" y="3128"/>
                  </a:cubicBezTo>
                  <a:cubicBezTo>
                    <a:pt x="3069" y="3156"/>
                    <a:pt x="3057" y="3184"/>
                    <a:pt x="3041" y="3212"/>
                  </a:cubicBezTo>
                  <a:lnTo>
                    <a:pt x="2981" y="3297"/>
                  </a:lnTo>
                  <a:cubicBezTo>
                    <a:pt x="2897" y="3405"/>
                    <a:pt x="2821" y="3521"/>
                    <a:pt x="2753" y="3641"/>
                  </a:cubicBezTo>
                  <a:cubicBezTo>
                    <a:pt x="2689" y="3757"/>
                    <a:pt x="2625" y="3881"/>
                    <a:pt x="2565" y="4001"/>
                  </a:cubicBezTo>
                  <a:cubicBezTo>
                    <a:pt x="2505" y="4121"/>
                    <a:pt x="2453" y="4245"/>
                    <a:pt x="2405" y="4369"/>
                  </a:cubicBezTo>
                  <a:lnTo>
                    <a:pt x="2405" y="4381"/>
                  </a:lnTo>
                  <a:lnTo>
                    <a:pt x="2405" y="4385"/>
                  </a:lnTo>
                  <a:lnTo>
                    <a:pt x="2405" y="4389"/>
                  </a:lnTo>
                  <a:lnTo>
                    <a:pt x="2405" y="4397"/>
                  </a:lnTo>
                  <a:cubicBezTo>
                    <a:pt x="2401" y="4405"/>
                    <a:pt x="2401" y="4413"/>
                    <a:pt x="2401" y="4417"/>
                  </a:cubicBezTo>
                  <a:cubicBezTo>
                    <a:pt x="2397" y="4433"/>
                    <a:pt x="2389" y="4433"/>
                    <a:pt x="2389" y="4433"/>
                  </a:cubicBezTo>
                  <a:cubicBezTo>
                    <a:pt x="2365" y="4433"/>
                    <a:pt x="2341" y="4421"/>
                    <a:pt x="2321" y="4405"/>
                  </a:cubicBezTo>
                  <a:cubicBezTo>
                    <a:pt x="2269" y="4373"/>
                    <a:pt x="2217" y="4333"/>
                    <a:pt x="2173" y="4293"/>
                  </a:cubicBezTo>
                  <a:cubicBezTo>
                    <a:pt x="2149" y="4273"/>
                    <a:pt x="2125" y="4249"/>
                    <a:pt x="2097" y="4229"/>
                  </a:cubicBezTo>
                  <a:cubicBezTo>
                    <a:pt x="2073" y="4209"/>
                    <a:pt x="2045" y="4189"/>
                    <a:pt x="2017" y="4173"/>
                  </a:cubicBezTo>
                  <a:cubicBezTo>
                    <a:pt x="1961" y="4141"/>
                    <a:pt x="1901" y="4113"/>
                    <a:pt x="1841" y="4089"/>
                  </a:cubicBezTo>
                  <a:cubicBezTo>
                    <a:pt x="1725" y="4049"/>
                    <a:pt x="1605" y="4017"/>
                    <a:pt x="1485" y="3997"/>
                  </a:cubicBezTo>
                  <a:cubicBezTo>
                    <a:pt x="1249" y="3953"/>
                    <a:pt x="1033" y="3933"/>
                    <a:pt x="833" y="3897"/>
                  </a:cubicBezTo>
                  <a:cubicBezTo>
                    <a:pt x="741" y="3885"/>
                    <a:pt x="649" y="3861"/>
                    <a:pt x="557" y="3833"/>
                  </a:cubicBezTo>
                  <a:cubicBezTo>
                    <a:pt x="517" y="3821"/>
                    <a:pt x="473" y="3805"/>
                    <a:pt x="433" y="3789"/>
                  </a:cubicBezTo>
                  <a:lnTo>
                    <a:pt x="417" y="3781"/>
                  </a:lnTo>
                  <a:lnTo>
                    <a:pt x="409" y="3777"/>
                  </a:lnTo>
                  <a:lnTo>
                    <a:pt x="381" y="3761"/>
                  </a:lnTo>
                  <a:cubicBezTo>
                    <a:pt x="365" y="3753"/>
                    <a:pt x="345" y="3741"/>
                    <a:pt x="329" y="3733"/>
                  </a:cubicBezTo>
                  <a:cubicBezTo>
                    <a:pt x="269" y="3689"/>
                    <a:pt x="217" y="3641"/>
                    <a:pt x="173" y="3581"/>
                  </a:cubicBezTo>
                  <a:cubicBezTo>
                    <a:pt x="137" y="3529"/>
                    <a:pt x="105" y="3477"/>
                    <a:pt x="81" y="3417"/>
                  </a:cubicBezTo>
                  <a:cubicBezTo>
                    <a:pt x="49" y="3333"/>
                    <a:pt x="29" y="3244"/>
                    <a:pt x="21" y="3156"/>
                  </a:cubicBezTo>
                  <a:cubicBezTo>
                    <a:pt x="17" y="3124"/>
                    <a:pt x="17" y="3092"/>
                    <a:pt x="17" y="3060"/>
                  </a:cubicBezTo>
                  <a:lnTo>
                    <a:pt x="13" y="3056"/>
                  </a:lnTo>
                  <a:cubicBezTo>
                    <a:pt x="9" y="3088"/>
                    <a:pt x="5" y="3120"/>
                    <a:pt x="5" y="3156"/>
                  </a:cubicBezTo>
                  <a:cubicBezTo>
                    <a:pt x="1" y="3249"/>
                    <a:pt x="13" y="3345"/>
                    <a:pt x="37" y="3437"/>
                  </a:cubicBezTo>
                  <a:cubicBezTo>
                    <a:pt x="57" y="3501"/>
                    <a:pt x="85" y="3565"/>
                    <a:pt x="121" y="3625"/>
                  </a:cubicBezTo>
                  <a:cubicBezTo>
                    <a:pt x="165" y="3693"/>
                    <a:pt x="221" y="3753"/>
                    <a:pt x="289" y="3805"/>
                  </a:cubicBezTo>
                  <a:cubicBezTo>
                    <a:pt x="305" y="3817"/>
                    <a:pt x="325" y="3829"/>
                    <a:pt x="341" y="3841"/>
                  </a:cubicBezTo>
                  <a:lnTo>
                    <a:pt x="373" y="3861"/>
                  </a:lnTo>
                  <a:cubicBezTo>
                    <a:pt x="377" y="3865"/>
                    <a:pt x="381" y="3865"/>
                    <a:pt x="389" y="3869"/>
                  </a:cubicBezTo>
                  <a:lnTo>
                    <a:pt x="405" y="3877"/>
                  </a:lnTo>
                  <a:cubicBezTo>
                    <a:pt x="445" y="3897"/>
                    <a:pt x="489" y="3917"/>
                    <a:pt x="533" y="3933"/>
                  </a:cubicBezTo>
                  <a:cubicBezTo>
                    <a:pt x="625" y="3965"/>
                    <a:pt x="725" y="3993"/>
                    <a:pt x="821" y="4013"/>
                  </a:cubicBezTo>
                  <a:cubicBezTo>
                    <a:pt x="1021" y="4053"/>
                    <a:pt x="1245" y="4073"/>
                    <a:pt x="1473" y="4113"/>
                  </a:cubicBezTo>
                  <a:cubicBezTo>
                    <a:pt x="1701" y="4153"/>
                    <a:pt x="1945" y="4181"/>
                    <a:pt x="2133" y="4345"/>
                  </a:cubicBezTo>
                  <a:cubicBezTo>
                    <a:pt x="2185" y="4385"/>
                    <a:pt x="2241" y="4421"/>
                    <a:pt x="2301" y="4453"/>
                  </a:cubicBezTo>
                  <a:cubicBezTo>
                    <a:pt x="2317" y="4461"/>
                    <a:pt x="2333" y="4469"/>
                    <a:pt x="2349" y="4477"/>
                  </a:cubicBezTo>
                  <a:cubicBezTo>
                    <a:pt x="2360" y="4481"/>
                    <a:pt x="2374" y="4483"/>
                    <a:pt x="2386" y="4483"/>
                  </a:cubicBezTo>
                  <a:cubicBezTo>
                    <a:pt x="2395" y="4483"/>
                    <a:pt x="2404" y="4482"/>
                    <a:pt x="2413" y="4481"/>
                  </a:cubicBezTo>
                  <a:cubicBezTo>
                    <a:pt x="2429" y="4481"/>
                    <a:pt x="2441" y="4469"/>
                    <a:pt x="2449" y="4457"/>
                  </a:cubicBezTo>
                  <a:cubicBezTo>
                    <a:pt x="2453" y="4449"/>
                    <a:pt x="2457" y="4437"/>
                    <a:pt x="2461" y="4425"/>
                  </a:cubicBezTo>
                  <a:cubicBezTo>
                    <a:pt x="2465" y="4417"/>
                    <a:pt x="2465" y="4405"/>
                    <a:pt x="2465" y="4397"/>
                  </a:cubicBezTo>
                  <a:lnTo>
                    <a:pt x="2465" y="4393"/>
                  </a:lnTo>
                  <a:lnTo>
                    <a:pt x="2465" y="4389"/>
                  </a:lnTo>
                  <a:lnTo>
                    <a:pt x="2465" y="4377"/>
                  </a:lnTo>
                  <a:cubicBezTo>
                    <a:pt x="2481" y="4317"/>
                    <a:pt x="2505" y="4257"/>
                    <a:pt x="2529" y="4197"/>
                  </a:cubicBezTo>
                  <a:cubicBezTo>
                    <a:pt x="2557" y="4137"/>
                    <a:pt x="2581" y="4077"/>
                    <a:pt x="2613" y="4017"/>
                  </a:cubicBezTo>
                  <a:cubicBezTo>
                    <a:pt x="2729" y="3773"/>
                    <a:pt x="2873" y="3545"/>
                    <a:pt x="3049" y="3341"/>
                  </a:cubicBezTo>
                  <a:cubicBezTo>
                    <a:pt x="3237" y="3132"/>
                    <a:pt x="3333" y="2860"/>
                    <a:pt x="3393" y="2592"/>
                  </a:cubicBezTo>
                  <a:cubicBezTo>
                    <a:pt x="3417" y="2456"/>
                    <a:pt x="3429" y="2320"/>
                    <a:pt x="3425" y="2180"/>
                  </a:cubicBezTo>
                  <a:cubicBezTo>
                    <a:pt x="3417" y="2044"/>
                    <a:pt x="3389" y="1908"/>
                    <a:pt x="3337" y="1780"/>
                  </a:cubicBezTo>
                  <a:cubicBezTo>
                    <a:pt x="3321" y="1748"/>
                    <a:pt x="3305" y="1720"/>
                    <a:pt x="3289" y="1688"/>
                  </a:cubicBezTo>
                  <a:cubicBezTo>
                    <a:pt x="3269" y="1660"/>
                    <a:pt x="3253" y="1624"/>
                    <a:pt x="3225" y="1604"/>
                  </a:cubicBezTo>
                  <a:cubicBezTo>
                    <a:pt x="3201" y="1580"/>
                    <a:pt x="3173" y="1548"/>
                    <a:pt x="3153" y="1528"/>
                  </a:cubicBezTo>
                  <a:cubicBezTo>
                    <a:pt x="3133" y="1508"/>
                    <a:pt x="3105" y="1488"/>
                    <a:pt x="3085" y="1468"/>
                  </a:cubicBezTo>
                  <a:cubicBezTo>
                    <a:pt x="3073" y="1456"/>
                    <a:pt x="3061" y="1448"/>
                    <a:pt x="3049" y="1436"/>
                  </a:cubicBezTo>
                  <a:lnTo>
                    <a:pt x="3021" y="1408"/>
                  </a:lnTo>
                  <a:cubicBezTo>
                    <a:pt x="3005" y="1388"/>
                    <a:pt x="2985" y="1364"/>
                    <a:pt x="2965" y="1344"/>
                  </a:cubicBezTo>
                  <a:cubicBezTo>
                    <a:pt x="2949" y="1320"/>
                    <a:pt x="2929" y="1300"/>
                    <a:pt x="2913" y="1276"/>
                  </a:cubicBezTo>
                  <a:lnTo>
                    <a:pt x="2865" y="1208"/>
                  </a:lnTo>
                  <a:cubicBezTo>
                    <a:pt x="2737" y="1020"/>
                    <a:pt x="2637" y="824"/>
                    <a:pt x="2537" y="644"/>
                  </a:cubicBezTo>
                  <a:cubicBezTo>
                    <a:pt x="2489" y="556"/>
                    <a:pt x="2433" y="472"/>
                    <a:pt x="2369" y="392"/>
                  </a:cubicBezTo>
                  <a:cubicBezTo>
                    <a:pt x="2309" y="320"/>
                    <a:pt x="2237" y="260"/>
                    <a:pt x="2153" y="216"/>
                  </a:cubicBezTo>
                  <a:cubicBezTo>
                    <a:pt x="2077" y="176"/>
                    <a:pt x="2013" y="140"/>
                    <a:pt x="1953" y="100"/>
                  </a:cubicBezTo>
                  <a:cubicBezTo>
                    <a:pt x="1897" y="60"/>
                    <a:pt x="1833" y="28"/>
                    <a:pt x="1769" y="8"/>
                  </a:cubicBezTo>
                  <a:cubicBezTo>
                    <a:pt x="1744" y="3"/>
                    <a:pt x="1719" y="0"/>
                    <a:pt x="16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50"/>
            <p:cNvSpPr/>
            <p:nvPr/>
          </p:nvSpPr>
          <p:spPr>
            <a:xfrm>
              <a:off x="2812529" y="2637066"/>
              <a:ext cx="639304" cy="606059"/>
            </a:xfrm>
            <a:custGeom>
              <a:avLst/>
              <a:gdLst/>
              <a:ahLst/>
              <a:cxnLst/>
              <a:rect l="l" t="t" r="r" b="b"/>
              <a:pathLst>
                <a:path w="3173" h="3008" extrusionOk="0">
                  <a:moveTo>
                    <a:pt x="1995" y="1"/>
                  </a:moveTo>
                  <a:cubicBezTo>
                    <a:pt x="1951" y="1"/>
                    <a:pt x="1906" y="3"/>
                    <a:pt x="1861" y="6"/>
                  </a:cubicBezTo>
                  <a:cubicBezTo>
                    <a:pt x="1765" y="18"/>
                    <a:pt x="1669" y="34"/>
                    <a:pt x="1573" y="54"/>
                  </a:cubicBezTo>
                  <a:cubicBezTo>
                    <a:pt x="1481" y="74"/>
                    <a:pt x="1389" y="102"/>
                    <a:pt x="1297" y="126"/>
                  </a:cubicBezTo>
                  <a:cubicBezTo>
                    <a:pt x="1253" y="138"/>
                    <a:pt x="1209" y="150"/>
                    <a:pt x="1165" y="158"/>
                  </a:cubicBezTo>
                  <a:cubicBezTo>
                    <a:pt x="1134" y="161"/>
                    <a:pt x="1103" y="164"/>
                    <a:pt x="1071" y="164"/>
                  </a:cubicBezTo>
                  <a:cubicBezTo>
                    <a:pt x="1059" y="164"/>
                    <a:pt x="1046" y="163"/>
                    <a:pt x="1033" y="162"/>
                  </a:cubicBezTo>
                  <a:cubicBezTo>
                    <a:pt x="841" y="162"/>
                    <a:pt x="649" y="194"/>
                    <a:pt x="461" y="254"/>
                  </a:cubicBezTo>
                  <a:cubicBezTo>
                    <a:pt x="369" y="286"/>
                    <a:pt x="281" y="330"/>
                    <a:pt x="201" y="386"/>
                  </a:cubicBezTo>
                  <a:cubicBezTo>
                    <a:pt x="125" y="442"/>
                    <a:pt x="57" y="510"/>
                    <a:pt x="1" y="594"/>
                  </a:cubicBezTo>
                  <a:lnTo>
                    <a:pt x="13" y="602"/>
                  </a:lnTo>
                  <a:cubicBezTo>
                    <a:pt x="77" y="534"/>
                    <a:pt x="149" y="474"/>
                    <a:pt x="229" y="430"/>
                  </a:cubicBezTo>
                  <a:cubicBezTo>
                    <a:pt x="309" y="386"/>
                    <a:pt x="397" y="350"/>
                    <a:pt x="485" y="330"/>
                  </a:cubicBezTo>
                  <a:cubicBezTo>
                    <a:pt x="626" y="299"/>
                    <a:pt x="769" y="282"/>
                    <a:pt x="915" y="282"/>
                  </a:cubicBezTo>
                  <a:cubicBezTo>
                    <a:pt x="955" y="282"/>
                    <a:pt x="996" y="284"/>
                    <a:pt x="1037" y="286"/>
                  </a:cubicBezTo>
                  <a:cubicBezTo>
                    <a:pt x="1061" y="288"/>
                    <a:pt x="1086" y="289"/>
                    <a:pt x="1111" y="289"/>
                  </a:cubicBezTo>
                  <a:cubicBezTo>
                    <a:pt x="1136" y="289"/>
                    <a:pt x="1161" y="288"/>
                    <a:pt x="1185" y="286"/>
                  </a:cubicBezTo>
                  <a:cubicBezTo>
                    <a:pt x="1237" y="278"/>
                    <a:pt x="1285" y="266"/>
                    <a:pt x="1329" y="258"/>
                  </a:cubicBezTo>
                  <a:cubicBezTo>
                    <a:pt x="1421" y="234"/>
                    <a:pt x="1513" y="210"/>
                    <a:pt x="1605" y="194"/>
                  </a:cubicBezTo>
                  <a:cubicBezTo>
                    <a:pt x="1693" y="178"/>
                    <a:pt x="1785" y="162"/>
                    <a:pt x="1873" y="154"/>
                  </a:cubicBezTo>
                  <a:cubicBezTo>
                    <a:pt x="1919" y="150"/>
                    <a:pt x="1964" y="148"/>
                    <a:pt x="2008" y="148"/>
                  </a:cubicBezTo>
                  <a:cubicBezTo>
                    <a:pt x="2053" y="148"/>
                    <a:pt x="2097" y="150"/>
                    <a:pt x="2141" y="154"/>
                  </a:cubicBezTo>
                  <a:cubicBezTo>
                    <a:pt x="2165" y="154"/>
                    <a:pt x="2185" y="158"/>
                    <a:pt x="2209" y="162"/>
                  </a:cubicBezTo>
                  <a:cubicBezTo>
                    <a:pt x="2229" y="166"/>
                    <a:pt x="2249" y="170"/>
                    <a:pt x="2269" y="174"/>
                  </a:cubicBezTo>
                  <a:lnTo>
                    <a:pt x="2329" y="194"/>
                  </a:lnTo>
                  <a:lnTo>
                    <a:pt x="2393" y="222"/>
                  </a:lnTo>
                  <a:cubicBezTo>
                    <a:pt x="2469" y="258"/>
                    <a:pt x="2533" y="310"/>
                    <a:pt x="2585" y="378"/>
                  </a:cubicBezTo>
                  <a:cubicBezTo>
                    <a:pt x="2613" y="414"/>
                    <a:pt x="2637" y="450"/>
                    <a:pt x="2661" y="486"/>
                  </a:cubicBezTo>
                  <a:cubicBezTo>
                    <a:pt x="2685" y="526"/>
                    <a:pt x="2709" y="566"/>
                    <a:pt x="2725" y="606"/>
                  </a:cubicBezTo>
                  <a:cubicBezTo>
                    <a:pt x="2745" y="650"/>
                    <a:pt x="2761" y="690"/>
                    <a:pt x="2777" y="734"/>
                  </a:cubicBezTo>
                  <a:cubicBezTo>
                    <a:pt x="2797" y="778"/>
                    <a:pt x="2813" y="818"/>
                    <a:pt x="2825" y="862"/>
                  </a:cubicBezTo>
                  <a:cubicBezTo>
                    <a:pt x="2857" y="954"/>
                    <a:pt x="2881" y="1042"/>
                    <a:pt x="2901" y="1134"/>
                  </a:cubicBezTo>
                  <a:cubicBezTo>
                    <a:pt x="2921" y="1226"/>
                    <a:pt x="2933" y="1318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lnTo>
                    <a:pt x="2953" y="1622"/>
                  </a:ln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80"/>
                    <a:pt x="3038" y="1856"/>
                    <a:pt x="3098" y="1920"/>
                  </a:cubicBezTo>
                  <a:lnTo>
                    <a:pt x="3098" y="1920"/>
                  </a:lnTo>
                  <a:lnTo>
                    <a:pt x="3049" y="1942"/>
                  </a:lnTo>
                  <a:lnTo>
                    <a:pt x="2977" y="1982"/>
                  </a:lnTo>
                  <a:cubicBezTo>
                    <a:pt x="2929" y="2014"/>
                    <a:pt x="2881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29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6"/>
                  </a:lnTo>
                  <a:cubicBezTo>
                    <a:pt x="2169" y="2870"/>
                    <a:pt x="2129" y="2886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4"/>
                    <a:pt x="1621" y="2822"/>
                  </a:cubicBezTo>
                  <a:cubicBezTo>
                    <a:pt x="1573" y="2806"/>
                    <a:pt x="1521" y="2786"/>
                    <a:pt x="1473" y="2766"/>
                  </a:cubicBezTo>
                  <a:cubicBezTo>
                    <a:pt x="1421" y="2746"/>
                    <a:pt x="1373" y="2722"/>
                    <a:pt x="1325" y="2694"/>
                  </a:cubicBezTo>
                  <a:cubicBezTo>
                    <a:pt x="1229" y="2642"/>
                    <a:pt x="1121" y="2602"/>
                    <a:pt x="1013" y="2578"/>
                  </a:cubicBezTo>
                  <a:lnTo>
                    <a:pt x="1009" y="2590"/>
                  </a:lnTo>
                  <a:cubicBezTo>
                    <a:pt x="1109" y="2634"/>
                    <a:pt x="1205" y="2686"/>
                    <a:pt x="1297" y="2746"/>
                  </a:cubicBezTo>
                  <a:cubicBezTo>
                    <a:pt x="1341" y="2782"/>
                    <a:pt x="1389" y="2810"/>
                    <a:pt x="1441" y="2838"/>
                  </a:cubicBezTo>
                  <a:cubicBezTo>
                    <a:pt x="1489" y="2862"/>
                    <a:pt x="1541" y="2886"/>
                    <a:pt x="1597" y="2906"/>
                  </a:cubicBezTo>
                  <a:cubicBezTo>
                    <a:pt x="1701" y="2950"/>
                    <a:pt x="1813" y="2978"/>
                    <a:pt x="1925" y="2998"/>
                  </a:cubicBezTo>
                  <a:cubicBezTo>
                    <a:pt x="1969" y="3004"/>
                    <a:pt x="2013" y="3008"/>
                    <a:pt x="2055" y="3008"/>
                  </a:cubicBezTo>
                  <a:cubicBezTo>
                    <a:pt x="2070" y="3008"/>
                    <a:pt x="2086" y="3008"/>
                    <a:pt x="2101" y="3006"/>
                  </a:cubicBezTo>
                  <a:cubicBezTo>
                    <a:pt x="2173" y="3002"/>
                    <a:pt x="2241" y="2974"/>
                    <a:pt x="2293" y="2930"/>
                  </a:cubicBezTo>
                  <a:lnTo>
                    <a:pt x="2321" y="2898"/>
                  </a:lnTo>
                  <a:lnTo>
                    <a:pt x="2349" y="2862"/>
                  </a:lnTo>
                  <a:cubicBezTo>
                    <a:pt x="2369" y="2838"/>
                    <a:pt x="2385" y="2818"/>
                    <a:pt x="2401" y="2794"/>
                  </a:cubicBezTo>
                  <a:lnTo>
                    <a:pt x="2493" y="2658"/>
                  </a:lnTo>
                  <a:cubicBezTo>
                    <a:pt x="2557" y="2566"/>
                    <a:pt x="2617" y="2474"/>
                    <a:pt x="2677" y="2386"/>
                  </a:cubicBezTo>
                  <a:cubicBezTo>
                    <a:pt x="2713" y="2342"/>
                    <a:pt x="2745" y="2298"/>
                    <a:pt x="2777" y="2258"/>
                  </a:cubicBezTo>
                  <a:cubicBezTo>
                    <a:pt x="2813" y="2214"/>
                    <a:pt x="2849" y="2174"/>
                    <a:pt x="2885" y="2134"/>
                  </a:cubicBezTo>
                  <a:cubicBezTo>
                    <a:pt x="2925" y="2098"/>
                    <a:pt x="2965" y="2062"/>
                    <a:pt x="3005" y="2030"/>
                  </a:cubicBezTo>
                  <a:lnTo>
                    <a:pt x="3073" y="1982"/>
                  </a:lnTo>
                  <a:lnTo>
                    <a:pt x="3145" y="1946"/>
                  </a:lnTo>
                  <a:lnTo>
                    <a:pt x="3173" y="1930"/>
                  </a:lnTo>
                  <a:lnTo>
                    <a:pt x="3153" y="1910"/>
                  </a:lnTo>
                  <a:cubicBezTo>
                    <a:pt x="3085" y="1846"/>
                    <a:pt x="3033" y="1770"/>
                    <a:pt x="3005" y="1682"/>
                  </a:cubicBezTo>
                  <a:cubicBezTo>
                    <a:pt x="3001" y="1662"/>
                    <a:pt x="2997" y="1638"/>
                    <a:pt x="2997" y="1618"/>
                  </a:cubicBezTo>
                  <a:cubicBezTo>
                    <a:pt x="2993" y="1606"/>
                    <a:pt x="2993" y="1598"/>
                    <a:pt x="2997" y="1586"/>
                  </a:cubicBezTo>
                  <a:lnTo>
                    <a:pt x="2997" y="1550"/>
                  </a:lnTo>
                  <a:cubicBezTo>
                    <a:pt x="3001" y="1502"/>
                    <a:pt x="2997" y="1454"/>
                    <a:pt x="2997" y="1406"/>
                  </a:cubicBezTo>
                  <a:cubicBezTo>
                    <a:pt x="2989" y="1310"/>
                    <a:pt x="2981" y="1214"/>
                    <a:pt x="2969" y="1122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93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5" y="302"/>
                  </a:cubicBezTo>
                  <a:cubicBezTo>
                    <a:pt x="2625" y="214"/>
                    <a:pt x="2541" y="146"/>
                    <a:pt x="2449" y="98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5" y="34"/>
                    <a:pt x="2261" y="26"/>
                    <a:pt x="2233" y="22"/>
                  </a:cubicBezTo>
                  <a:cubicBezTo>
                    <a:pt x="2209" y="18"/>
                    <a:pt x="2185" y="10"/>
                    <a:pt x="2157" y="10"/>
                  </a:cubicBezTo>
                  <a:cubicBezTo>
                    <a:pt x="2104" y="4"/>
                    <a:pt x="2050" y="1"/>
                    <a:pt x="1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50"/>
            <p:cNvSpPr/>
            <p:nvPr/>
          </p:nvSpPr>
          <p:spPr>
            <a:xfrm>
              <a:off x="2403919" y="1908100"/>
              <a:ext cx="864158" cy="805326"/>
            </a:xfrm>
            <a:custGeom>
              <a:avLst/>
              <a:gdLst/>
              <a:ahLst/>
              <a:cxnLst/>
              <a:rect l="l" t="t" r="r" b="b"/>
              <a:pathLst>
                <a:path w="4289" h="3997" extrusionOk="0">
                  <a:moveTo>
                    <a:pt x="3541" y="0"/>
                  </a:moveTo>
                  <a:lnTo>
                    <a:pt x="3509" y="4"/>
                  </a:lnTo>
                  <a:cubicBezTo>
                    <a:pt x="3369" y="16"/>
                    <a:pt x="3229" y="28"/>
                    <a:pt x="3089" y="36"/>
                  </a:cubicBezTo>
                  <a:cubicBezTo>
                    <a:pt x="3055" y="38"/>
                    <a:pt x="3021" y="39"/>
                    <a:pt x="2986" y="39"/>
                  </a:cubicBezTo>
                  <a:cubicBezTo>
                    <a:pt x="2952" y="39"/>
                    <a:pt x="2917" y="38"/>
                    <a:pt x="2881" y="36"/>
                  </a:cubicBezTo>
                  <a:cubicBezTo>
                    <a:pt x="2809" y="32"/>
                    <a:pt x="2741" y="32"/>
                    <a:pt x="2669" y="32"/>
                  </a:cubicBezTo>
                  <a:cubicBezTo>
                    <a:pt x="2620" y="31"/>
                    <a:pt x="2571" y="30"/>
                    <a:pt x="2523" y="30"/>
                  </a:cubicBezTo>
                  <a:cubicBezTo>
                    <a:pt x="2287" y="30"/>
                    <a:pt x="2053" y="46"/>
                    <a:pt x="1821" y="72"/>
                  </a:cubicBezTo>
                  <a:cubicBezTo>
                    <a:pt x="1677" y="88"/>
                    <a:pt x="1533" y="116"/>
                    <a:pt x="1397" y="160"/>
                  </a:cubicBezTo>
                  <a:cubicBezTo>
                    <a:pt x="1361" y="172"/>
                    <a:pt x="1325" y="184"/>
                    <a:pt x="1293" y="200"/>
                  </a:cubicBezTo>
                  <a:cubicBezTo>
                    <a:pt x="1261" y="212"/>
                    <a:pt x="1225" y="236"/>
                    <a:pt x="1193" y="252"/>
                  </a:cubicBezTo>
                  <a:cubicBezTo>
                    <a:pt x="1165" y="268"/>
                    <a:pt x="1133" y="292"/>
                    <a:pt x="1105" y="304"/>
                  </a:cubicBezTo>
                  <a:cubicBezTo>
                    <a:pt x="1077" y="320"/>
                    <a:pt x="1045" y="332"/>
                    <a:pt x="1017" y="344"/>
                  </a:cubicBezTo>
                  <a:cubicBezTo>
                    <a:pt x="885" y="392"/>
                    <a:pt x="753" y="428"/>
                    <a:pt x="617" y="456"/>
                  </a:cubicBezTo>
                  <a:cubicBezTo>
                    <a:pt x="541" y="476"/>
                    <a:pt x="469" y="508"/>
                    <a:pt x="401" y="548"/>
                  </a:cubicBezTo>
                  <a:cubicBezTo>
                    <a:pt x="337" y="592"/>
                    <a:pt x="277" y="652"/>
                    <a:pt x="233" y="720"/>
                  </a:cubicBezTo>
                  <a:cubicBezTo>
                    <a:pt x="213" y="748"/>
                    <a:pt x="197" y="784"/>
                    <a:pt x="177" y="816"/>
                  </a:cubicBezTo>
                  <a:cubicBezTo>
                    <a:pt x="161" y="848"/>
                    <a:pt x="145" y="884"/>
                    <a:pt x="133" y="920"/>
                  </a:cubicBezTo>
                  <a:cubicBezTo>
                    <a:pt x="105" y="988"/>
                    <a:pt x="81" y="1060"/>
                    <a:pt x="65" y="1128"/>
                  </a:cubicBezTo>
                  <a:cubicBezTo>
                    <a:pt x="29" y="1272"/>
                    <a:pt x="13" y="1416"/>
                    <a:pt x="9" y="1564"/>
                  </a:cubicBezTo>
                  <a:cubicBezTo>
                    <a:pt x="1" y="1708"/>
                    <a:pt x="13" y="1856"/>
                    <a:pt x="45" y="1996"/>
                  </a:cubicBezTo>
                  <a:cubicBezTo>
                    <a:pt x="77" y="2140"/>
                    <a:pt x="125" y="2280"/>
                    <a:pt x="189" y="2408"/>
                  </a:cubicBezTo>
                  <a:cubicBezTo>
                    <a:pt x="245" y="2540"/>
                    <a:pt x="313" y="2664"/>
                    <a:pt x="373" y="2788"/>
                  </a:cubicBezTo>
                  <a:cubicBezTo>
                    <a:pt x="489" y="3040"/>
                    <a:pt x="525" y="3320"/>
                    <a:pt x="481" y="3592"/>
                  </a:cubicBezTo>
                  <a:cubicBezTo>
                    <a:pt x="465" y="3660"/>
                    <a:pt x="457" y="3732"/>
                    <a:pt x="457" y="3804"/>
                  </a:cubicBezTo>
                  <a:cubicBezTo>
                    <a:pt x="469" y="3880"/>
                    <a:pt x="505" y="3948"/>
                    <a:pt x="557" y="3996"/>
                  </a:cubicBezTo>
                  <a:lnTo>
                    <a:pt x="569" y="3988"/>
                  </a:lnTo>
                  <a:cubicBezTo>
                    <a:pt x="525" y="3936"/>
                    <a:pt x="497" y="3872"/>
                    <a:pt x="493" y="3804"/>
                  </a:cubicBezTo>
                  <a:cubicBezTo>
                    <a:pt x="497" y="3736"/>
                    <a:pt x="513" y="3668"/>
                    <a:pt x="533" y="3604"/>
                  </a:cubicBezTo>
                  <a:cubicBezTo>
                    <a:pt x="549" y="3532"/>
                    <a:pt x="561" y="3464"/>
                    <a:pt x="569" y="3392"/>
                  </a:cubicBezTo>
                  <a:cubicBezTo>
                    <a:pt x="569" y="3352"/>
                    <a:pt x="565" y="3316"/>
                    <a:pt x="569" y="3280"/>
                  </a:cubicBezTo>
                  <a:cubicBezTo>
                    <a:pt x="569" y="3248"/>
                    <a:pt x="561" y="3208"/>
                    <a:pt x="561" y="3176"/>
                  </a:cubicBezTo>
                  <a:cubicBezTo>
                    <a:pt x="553" y="3028"/>
                    <a:pt x="517" y="2888"/>
                    <a:pt x="461" y="2752"/>
                  </a:cubicBezTo>
                  <a:cubicBezTo>
                    <a:pt x="409" y="2616"/>
                    <a:pt x="341" y="2492"/>
                    <a:pt x="293" y="2364"/>
                  </a:cubicBezTo>
                  <a:cubicBezTo>
                    <a:pt x="237" y="2240"/>
                    <a:pt x="197" y="2108"/>
                    <a:pt x="169" y="1976"/>
                  </a:cubicBezTo>
                  <a:cubicBezTo>
                    <a:pt x="149" y="1840"/>
                    <a:pt x="141" y="1704"/>
                    <a:pt x="145" y="1568"/>
                  </a:cubicBezTo>
                  <a:cubicBezTo>
                    <a:pt x="153" y="1436"/>
                    <a:pt x="173" y="1300"/>
                    <a:pt x="205" y="1168"/>
                  </a:cubicBezTo>
                  <a:cubicBezTo>
                    <a:pt x="221" y="1104"/>
                    <a:pt x="241" y="1040"/>
                    <a:pt x="269" y="976"/>
                  </a:cubicBezTo>
                  <a:cubicBezTo>
                    <a:pt x="277" y="944"/>
                    <a:pt x="293" y="916"/>
                    <a:pt x="305" y="888"/>
                  </a:cubicBezTo>
                  <a:cubicBezTo>
                    <a:pt x="321" y="860"/>
                    <a:pt x="337" y="832"/>
                    <a:pt x="357" y="804"/>
                  </a:cubicBezTo>
                  <a:cubicBezTo>
                    <a:pt x="425" y="700"/>
                    <a:pt x="533" y="624"/>
                    <a:pt x="657" y="596"/>
                  </a:cubicBezTo>
                  <a:cubicBezTo>
                    <a:pt x="797" y="564"/>
                    <a:pt x="933" y="520"/>
                    <a:pt x="1065" y="468"/>
                  </a:cubicBezTo>
                  <a:cubicBezTo>
                    <a:pt x="1101" y="456"/>
                    <a:pt x="1133" y="440"/>
                    <a:pt x="1165" y="420"/>
                  </a:cubicBezTo>
                  <a:cubicBezTo>
                    <a:pt x="1201" y="400"/>
                    <a:pt x="1233" y="376"/>
                    <a:pt x="1261" y="364"/>
                  </a:cubicBezTo>
                  <a:cubicBezTo>
                    <a:pt x="1289" y="348"/>
                    <a:pt x="1313" y="332"/>
                    <a:pt x="1345" y="316"/>
                  </a:cubicBezTo>
                  <a:cubicBezTo>
                    <a:pt x="1377" y="304"/>
                    <a:pt x="1405" y="292"/>
                    <a:pt x="1437" y="280"/>
                  </a:cubicBezTo>
                  <a:cubicBezTo>
                    <a:pt x="1565" y="236"/>
                    <a:pt x="1701" y="204"/>
                    <a:pt x="1837" y="184"/>
                  </a:cubicBezTo>
                  <a:cubicBezTo>
                    <a:pt x="2113" y="140"/>
                    <a:pt x="2393" y="112"/>
                    <a:pt x="2669" y="104"/>
                  </a:cubicBezTo>
                  <a:cubicBezTo>
                    <a:pt x="2720" y="101"/>
                    <a:pt x="2771" y="98"/>
                    <a:pt x="2820" y="98"/>
                  </a:cubicBezTo>
                  <a:cubicBezTo>
                    <a:pt x="2841" y="98"/>
                    <a:pt x="2861" y="99"/>
                    <a:pt x="2881" y="100"/>
                  </a:cubicBezTo>
                  <a:cubicBezTo>
                    <a:pt x="2949" y="100"/>
                    <a:pt x="3025" y="96"/>
                    <a:pt x="3093" y="92"/>
                  </a:cubicBezTo>
                  <a:cubicBezTo>
                    <a:pt x="3226" y="81"/>
                    <a:pt x="3356" y="70"/>
                    <a:pt x="3486" y="56"/>
                  </a:cubicBezTo>
                  <a:lnTo>
                    <a:pt x="3486" y="56"/>
                  </a:lnTo>
                  <a:cubicBezTo>
                    <a:pt x="3466" y="145"/>
                    <a:pt x="3456" y="235"/>
                    <a:pt x="3453" y="324"/>
                  </a:cubicBezTo>
                  <a:cubicBezTo>
                    <a:pt x="3449" y="424"/>
                    <a:pt x="3453" y="528"/>
                    <a:pt x="3473" y="628"/>
                  </a:cubicBezTo>
                  <a:cubicBezTo>
                    <a:pt x="3481" y="680"/>
                    <a:pt x="3493" y="728"/>
                    <a:pt x="3509" y="780"/>
                  </a:cubicBezTo>
                  <a:lnTo>
                    <a:pt x="3541" y="852"/>
                  </a:lnTo>
                  <a:lnTo>
                    <a:pt x="3573" y="920"/>
                  </a:lnTo>
                  <a:cubicBezTo>
                    <a:pt x="3625" y="1008"/>
                    <a:pt x="3669" y="1096"/>
                    <a:pt x="3709" y="1184"/>
                  </a:cubicBezTo>
                  <a:cubicBezTo>
                    <a:pt x="3753" y="1276"/>
                    <a:pt x="3793" y="1368"/>
                    <a:pt x="3829" y="1460"/>
                  </a:cubicBezTo>
                  <a:cubicBezTo>
                    <a:pt x="3869" y="1552"/>
                    <a:pt x="3905" y="1644"/>
                    <a:pt x="3941" y="1736"/>
                  </a:cubicBezTo>
                  <a:cubicBezTo>
                    <a:pt x="3973" y="1828"/>
                    <a:pt x="4009" y="1924"/>
                    <a:pt x="4041" y="2016"/>
                  </a:cubicBezTo>
                  <a:cubicBezTo>
                    <a:pt x="4069" y="2112"/>
                    <a:pt x="4101" y="2204"/>
                    <a:pt x="4125" y="2300"/>
                  </a:cubicBezTo>
                  <a:cubicBezTo>
                    <a:pt x="4145" y="2392"/>
                    <a:pt x="4161" y="2484"/>
                    <a:pt x="4169" y="2576"/>
                  </a:cubicBezTo>
                  <a:cubicBezTo>
                    <a:pt x="4169" y="2672"/>
                    <a:pt x="4149" y="2764"/>
                    <a:pt x="4113" y="2852"/>
                  </a:cubicBezTo>
                  <a:cubicBezTo>
                    <a:pt x="4049" y="3032"/>
                    <a:pt x="3937" y="3192"/>
                    <a:pt x="3789" y="3312"/>
                  </a:cubicBezTo>
                  <a:cubicBezTo>
                    <a:pt x="3717" y="3372"/>
                    <a:pt x="3633" y="3420"/>
                    <a:pt x="3545" y="3448"/>
                  </a:cubicBezTo>
                  <a:cubicBezTo>
                    <a:pt x="3525" y="3456"/>
                    <a:pt x="3497" y="3464"/>
                    <a:pt x="3473" y="3468"/>
                  </a:cubicBezTo>
                  <a:lnTo>
                    <a:pt x="3401" y="3484"/>
                  </a:lnTo>
                  <a:cubicBezTo>
                    <a:pt x="3349" y="3496"/>
                    <a:pt x="3301" y="3512"/>
                    <a:pt x="3253" y="3532"/>
                  </a:cubicBezTo>
                  <a:cubicBezTo>
                    <a:pt x="3157" y="3568"/>
                    <a:pt x="3065" y="3612"/>
                    <a:pt x="2977" y="3664"/>
                  </a:cubicBezTo>
                  <a:cubicBezTo>
                    <a:pt x="2893" y="3716"/>
                    <a:pt x="2809" y="3772"/>
                    <a:pt x="2733" y="3840"/>
                  </a:cubicBezTo>
                  <a:lnTo>
                    <a:pt x="2737" y="3848"/>
                  </a:lnTo>
                  <a:cubicBezTo>
                    <a:pt x="2821" y="3792"/>
                    <a:pt x="2905" y="3740"/>
                    <a:pt x="2997" y="3696"/>
                  </a:cubicBezTo>
                  <a:cubicBezTo>
                    <a:pt x="3085" y="3652"/>
                    <a:pt x="3177" y="3616"/>
                    <a:pt x="3269" y="3588"/>
                  </a:cubicBezTo>
                  <a:cubicBezTo>
                    <a:pt x="3317" y="3576"/>
                    <a:pt x="3361" y="3564"/>
                    <a:pt x="3413" y="3552"/>
                  </a:cubicBezTo>
                  <a:lnTo>
                    <a:pt x="3485" y="3540"/>
                  </a:lnTo>
                  <a:cubicBezTo>
                    <a:pt x="3509" y="3536"/>
                    <a:pt x="3537" y="3532"/>
                    <a:pt x="3561" y="3524"/>
                  </a:cubicBezTo>
                  <a:cubicBezTo>
                    <a:pt x="3665" y="3496"/>
                    <a:pt x="3761" y="3452"/>
                    <a:pt x="3845" y="3388"/>
                  </a:cubicBezTo>
                  <a:cubicBezTo>
                    <a:pt x="4017" y="3260"/>
                    <a:pt x="4145" y="3088"/>
                    <a:pt x="4221" y="2892"/>
                  </a:cubicBezTo>
                  <a:cubicBezTo>
                    <a:pt x="4261" y="2792"/>
                    <a:pt x="4285" y="2688"/>
                    <a:pt x="4289" y="2580"/>
                  </a:cubicBezTo>
                  <a:cubicBezTo>
                    <a:pt x="4285" y="2476"/>
                    <a:pt x="4269" y="2368"/>
                    <a:pt x="4241" y="2264"/>
                  </a:cubicBezTo>
                  <a:cubicBezTo>
                    <a:pt x="4213" y="2168"/>
                    <a:pt x="4185" y="2068"/>
                    <a:pt x="4149" y="1972"/>
                  </a:cubicBezTo>
                  <a:cubicBezTo>
                    <a:pt x="4117" y="1880"/>
                    <a:pt x="4081" y="1784"/>
                    <a:pt x="4041" y="1692"/>
                  </a:cubicBezTo>
                  <a:cubicBezTo>
                    <a:pt x="4001" y="1600"/>
                    <a:pt x="3957" y="1508"/>
                    <a:pt x="3913" y="1416"/>
                  </a:cubicBezTo>
                  <a:cubicBezTo>
                    <a:pt x="3869" y="1324"/>
                    <a:pt x="3821" y="1236"/>
                    <a:pt x="3777" y="1148"/>
                  </a:cubicBezTo>
                  <a:cubicBezTo>
                    <a:pt x="3729" y="1060"/>
                    <a:pt x="3681" y="968"/>
                    <a:pt x="3625" y="888"/>
                  </a:cubicBezTo>
                  <a:lnTo>
                    <a:pt x="3589" y="820"/>
                  </a:lnTo>
                  <a:cubicBezTo>
                    <a:pt x="3577" y="800"/>
                    <a:pt x="3569" y="780"/>
                    <a:pt x="3561" y="756"/>
                  </a:cubicBezTo>
                  <a:cubicBezTo>
                    <a:pt x="3545" y="712"/>
                    <a:pt x="3529" y="664"/>
                    <a:pt x="3517" y="616"/>
                  </a:cubicBezTo>
                  <a:cubicBezTo>
                    <a:pt x="3501" y="520"/>
                    <a:pt x="3493" y="420"/>
                    <a:pt x="3497" y="324"/>
                  </a:cubicBezTo>
                  <a:cubicBezTo>
                    <a:pt x="3497" y="224"/>
                    <a:pt x="3513" y="128"/>
                    <a:pt x="3533" y="32"/>
                  </a:cubicBezTo>
                  <a:lnTo>
                    <a:pt x="35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50"/>
            <p:cNvSpPr/>
            <p:nvPr/>
          </p:nvSpPr>
          <p:spPr>
            <a:xfrm>
              <a:off x="1737410" y="2169625"/>
              <a:ext cx="773894" cy="711838"/>
            </a:xfrm>
            <a:custGeom>
              <a:avLst/>
              <a:gdLst/>
              <a:ahLst/>
              <a:cxnLst/>
              <a:rect l="l" t="t" r="r" b="b"/>
              <a:pathLst>
                <a:path w="3841" h="3533" extrusionOk="0">
                  <a:moveTo>
                    <a:pt x="1907" y="1"/>
                  </a:moveTo>
                  <a:cubicBezTo>
                    <a:pt x="1880" y="1"/>
                    <a:pt x="1852" y="1"/>
                    <a:pt x="1825" y="2"/>
                  </a:cubicBezTo>
                  <a:cubicBezTo>
                    <a:pt x="1721" y="2"/>
                    <a:pt x="1621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6" y="126"/>
                    <a:pt x="828" y="142"/>
                    <a:pt x="780" y="158"/>
                  </a:cubicBezTo>
                  <a:lnTo>
                    <a:pt x="640" y="214"/>
                  </a:lnTo>
                  <a:cubicBezTo>
                    <a:pt x="548" y="254"/>
                    <a:pt x="452" y="282"/>
                    <a:pt x="356" y="298"/>
                  </a:cubicBezTo>
                  <a:cubicBezTo>
                    <a:pt x="306" y="311"/>
                    <a:pt x="253" y="317"/>
                    <a:pt x="199" y="317"/>
                  </a:cubicBezTo>
                  <a:cubicBezTo>
                    <a:pt x="156" y="317"/>
                    <a:pt x="112" y="313"/>
                    <a:pt x="68" y="306"/>
                  </a:cubicBezTo>
                  <a:lnTo>
                    <a:pt x="0" y="294"/>
                  </a:lnTo>
                  <a:lnTo>
                    <a:pt x="40" y="354"/>
                  </a:lnTo>
                  <a:cubicBezTo>
                    <a:pt x="96" y="446"/>
                    <a:pt x="132" y="550"/>
                    <a:pt x="144" y="662"/>
                  </a:cubicBezTo>
                  <a:cubicBezTo>
                    <a:pt x="156" y="770"/>
                    <a:pt x="148" y="878"/>
                    <a:pt x="120" y="986"/>
                  </a:cubicBezTo>
                  <a:lnTo>
                    <a:pt x="100" y="1070"/>
                  </a:lnTo>
                  <a:lnTo>
                    <a:pt x="84" y="1158"/>
                  </a:lnTo>
                  <a:cubicBezTo>
                    <a:pt x="80" y="1218"/>
                    <a:pt x="72" y="1278"/>
                    <a:pt x="72" y="1334"/>
                  </a:cubicBezTo>
                  <a:cubicBezTo>
                    <a:pt x="68" y="1454"/>
                    <a:pt x="80" y="1574"/>
                    <a:pt x="104" y="1690"/>
                  </a:cubicBezTo>
                  <a:cubicBezTo>
                    <a:pt x="128" y="1810"/>
                    <a:pt x="172" y="1922"/>
                    <a:pt x="232" y="2030"/>
                  </a:cubicBezTo>
                  <a:cubicBezTo>
                    <a:pt x="296" y="2134"/>
                    <a:pt x="372" y="2230"/>
                    <a:pt x="468" y="2306"/>
                  </a:cubicBezTo>
                  <a:lnTo>
                    <a:pt x="540" y="2362"/>
                  </a:lnTo>
                  <a:cubicBezTo>
                    <a:pt x="564" y="2382"/>
                    <a:pt x="592" y="2398"/>
                    <a:pt x="616" y="2414"/>
                  </a:cubicBezTo>
                  <a:cubicBezTo>
                    <a:pt x="668" y="2446"/>
                    <a:pt x="724" y="2470"/>
                    <a:pt x="780" y="2494"/>
                  </a:cubicBezTo>
                  <a:cubicBezTo>
                    <a:pt x="888" y="2542"/>
                    <a:pt x="996" y="2578"/>
                    <a:pt x="1104" y="2614"/>
                  </a:cubicBezTo>
                  <a:cubicBezTo>
                    <a:pt x="1324" y="2690"/>
                    <a:pt x="1544" y="2754"/>
                    <a:pt x="1757" y="2834"/>
                  </a:cubicBezTo>
                  <a:cubicBezTo>
                    <a:pt x="1861" y="2874"/>
                    <a:pt x="1965" y="2914"/>
                    <a:pt x="2065" y="2966"/>
                  </a:cubicBezTo>
                  <a:cubicBezTo>
                    <a:pt x="2165" y="3014"/>
                    <a:pt x="2257" y="3074"/>
                    <a:pt x="2341" y="3142"/>
                  </a:cubicBezTo>
                  <a:cubicBezTo>
                    <a:pt x="2381" y="3178"/>
                    <a:pt x="2421" y="3218"/>
                    <a:pt x="2457" y="3258"/>
                  </a:cubicBezTo>
                  <a:lnTo>
                    <a:pt x="2481" y="3290"/>
                  </a:lnTo>
                  <a:lnTo>
                    <a:pt x="2489" y="3298"/>
                  </a:lnTo>
                  <a:lnTo>
                    <a:pt x="2493" y="3302"/>
                  </a:lnTo>
                  <a:lnTo>
                    <a:pt x="2501" y="3310"/>
                  </a:lnTo>
                  <a:lnTo>
                    <a:pt x="2517" y="3326"/>
                  </a:lnTo>
                  <a:cubicBezTo>
                    <a:pt x="2533" y="3346"/>
                    <a:pt x="2557" y="3370"/>
                    <a:pt x="2581" y="3390"/>
                  </a:cubicBezTo>
                  <a:cubicBezTo>
                    <a:pt x="2677" y="3466"/>
                    <a:pt x="2793" y="3514"/>
                    <a:pt x="2917" y="3526"/>
                  </a:cubicBezTo>
                  <a:cubicBezTo>
                    <a:pt x="2958" y="3531"/>
                    <a:pt x="3000" y="3533"/>
                    <a:pt x="3042" y="3533"/>
                  </a:cubicBezTo>
                  <a:cubicBezTo>
                    <a:pt x="3118" y="3533"/>
                    <a:pt x="3193" y="3526"/>
                    <a:pt x="3265" y="3510"/>
                  </a:cubicBezTo>
                  <a:cubicBezTo>
                    <a:pt x="3381" y="3490"/>
                    <a:pt x="3493" y="3454"/>
                    <a:pt x="3597" y="3410"/>
                  </a:cubicBezTo>
                  <a:lnTo>
                    <a:pt x="3593" y="3398"/>
                  </a:lnTo>
                  <a:cubicBezTo>
                    <a:pt x="3485" y="3430"/>
                    <a:pt x="3373" y="3454"/>
                    <a:pt x="3261" y="3466"/>
                  </a:cubicBezTo>
                  <a:cubicBezTo>
                    <a:pt x="3219" y="3471"/>
                    <a:pt x="3177" y="3473"/>
                    <a:pt x="3135" y="3473"/>
                  </a:cubicBezTo>
                  <a:cubicBezTo>
                    <a:pt x="3065" y="3473"/>
                    <a:pt x="2996" y="3467"/>
                    <a:pt x="2929" y="3454"/>
                  </a:cubicBezTo>
                  <a:cubicBezTo>
                    <a:pt x="2821" y="3438"/>
                    <a:pt x="2725" y="3390"/>
                    <a:pt x="2645" y="3322"/>
                  </a:cubicBezTo>
                  <a:cubicBezTo>
                    <a:pt x="2625" y="3302"/>
                    <a:pt x="2605" y="3282"/>
                    <a:pt x="2589" y="3262"/>
                  </a:cubicBezTo>
                  <a:lnTo>
                    <a:pt x="2565" y="3230"/>
                  </a:lnTo>
                  <a:lnTo>
                    <a:pt x="2537" y="3194"/>
                  </a:lnTo>
                  <a:cubicBezTo>
                    <a:pt x="2501" y="3146"/>
                    <a:pt x="2457" y="3102"/>
                    <a:pt x="2413" y="3062"/>
                  </a:cubicBezTo>
                  <a:cubicBezTo>
                    <a:pt x="2325" y="2982"/>
                    <a:pt x="2229" y="2914"/>
                    <a:pt x="2121" y="2858"/>
                  </a:cubicBezTo>
                  <a:cubicBezTo>
                    <a:pt x="2021" y="2802"/>
                    <a:pt x="1913" y="2750"/>
                    <a:pt x="1805" y="2706"/>
                  </a:cubicBezTo>
                  <a:cubicBezTo>
                    <a:pt x="1588" y="2622"/>
                    <a:pt x="1368" y="2550"/>
                    <a:pt x="1152" y="2478"/>
                  </a:cubicBezTo>
                  <a:lnTo>
                    <a:pt x="992" y="2422"/>
                  </a:lnTo>
                  <a:cubicBezTo>
                    <a:pt x="940" y="2402"/>
                    <a:pt x="880" y="2382"/>
                    <a:pt x="836" y="2362"/>
                  </a:cubicBezTo>
                  <a:cubicBezTo>
                    <a:pt x="784" y="2342"/>
                    <a:pt x="736" y="2318"/>
                    <a:pt x="688" y="2290"/>
                  </a:cubicBezTo>
                  <a:cubicBezTo>
                    <a:pt x="548" y="2214"/>
                    <a:pt x="432" y="2102"/>
                    <a:pt x="348" y="1962"/>
                  </a:cubicBezTo>
                  <a:cubicBezTo>
                    <a:pt x="292" y="1870"/>
                    <a:pt x="248" y="1770"/>
                    <a:pt x="224" y="1662"/>
                  </a:cubicBezTo>
                  <a:cubicBezTo>
                    <a:pt x="196" y="1558"/>
                    <a:pt x="184" y="1446"/>
                    <a:pt x="184" y="1338"/>
                  </a:cubicBezTo>
                  <a:cubicBezTo>
                    <a:pt x="184" y="1282"/>
                    <a:pt x="184" y="1226"/>
                    <a:pt x="192" y="1170"/>
                  </a:cubicBezTo>
                  <a:lnTo>
                    <a:pt x="200" y="1090"/>
                  </a:lnTo>
                  <a:lnTo>
                    <a:pt x="212" y="1006"/>
                  </a:lnTo>
                  <a:cubicBezTo>
                    <a:pt x="236" y="890"/>
                    <a:pt x="240" y="770"/>
                    <a:pt x="220" y="650"/>
                  </a:cubicBezTo>
                  <a:cubicBezTo>
                    <a:pt x="204" y="551"/>
                    <a:pt x="171" y="457"/>
                    <a:pt x="122" y="371"/>
                  </a:cubicBezTo>
                  <a:lnTo>
                    <a:pt x="122" y="371"/>
                  </a:lnTo>
                  <a:cubicBezTo>
                    <a:pt x="132" y="372"/>
                    <a:pt x="142" y="372"/>
                    <a:pt x="153" y="372"/>
                  </a:cubicBezTo>
                  <a:cubicBezTo>
                    <a:pt x="224" y="372"/>
                    <a:pt x="295" y="363"/>
                    <a:pt x="364" y="346"/>
                  </a:cubicBezTo>
                  <a:cubicBezTo>
                    <a:pt x="464" y="326"/>
                    <a:pt x="564" y="294"/>
                    <a:pt x="656" y="254"/>
                  </a:cubicBezTo>
                  <a:cubicBezTo>
                    <a:pt x="700" y="234"/>
                    <a:pt x="748" y="214"/>
                    <a:pt x="792" y="198"/>
                  </a:cubicBezTo>
                  <a:cubicBezTo>
                    <a:pt x="840" y="186"/>
                    <a:pt x="884" y="170"/>
                    <a:pt x="936" y="158"/>
                  </a:cubicBezTo>
                  <a:cubicBezTo>
                    <a:pt x="1032" y="138"/>
                    <a:pt x="1132" y="118"/>
                    <a:pt x="1228" y="110"/>
                  </a:cubicBezTo>
                  <a:cubicBezTo>
                    <a:pt x="1328" y="98"/>
                    <a:pt x="1428" y="90"/>
                    <a:pt x="1528" y="90"/>
                  </a:cubicBezTo>
                  <a:cubicBezTo>
                    <a:pt x="1568" y="89"/>
                    <a:pt x="1609" y="88"/>
                    <a:pt x="1650" y="88"/>
                  </a:cubicBezTo>
                  <a:cubicBezTo>
                    <a:pt x="1707" y="88"/>
                    <a:pt x="1766" y="90"/>
                    <a:pt x="1825" y="94"/>
                  </a:cubicBezTo>
                  <a:cubicBezTo>
                    <a:pt x="1921" y="98"/>
                    <a:pt x="2021" y="106"/>
                    <a:pt x="2117" y="122"/>
                  </a:cubicBezTo>
                  <a:cubicBezTo>
                    <a:pt x="2165" y="130"/>
                    <a:pt x="2213" y="134"/>
                    <a:pt x="2261" y="146"/>
                  </a:cubicBezTo>
                  <a:lnTo>
                    <a:pt x="2333" y="162"/>
                  </a:lnTo>
                  <a:lnTo>
                    <a:pt x="2405" y="178"/>
                  </a:lnTo>
                  <a:cubicBezTo>
                    <a:pt x="2453" y="190"/>
                    <a:pt x="2493" y="206"/>
                    <a:pt x="2537" y="222"/>
                  </a:cubicBezTo>
                  <a:cubicBezTo>
                    <a:pt x="2557" y="230"/>
                    <a:pt x="2581" y="242"/>
                    <a:pt x="2605" y="254"/>
                  </a:cubicBezTo>
                  <a:lnTo>
                    <a:pt x="2633" y="266"/>
                  </a:lnTo>
                  <a:lnTo>
                    <a:pt x="2661" y="286"/>
                  </a:lnTo>
                  <a:cubicBezTo>
                    <a:pt x="2741" y="334"/>
                    <a:pt x="2809" y="398"/>
                    <a:pt x="2861" y="474"/>
                  </a:cubicBezTo>
                  <a:cubicBezTo>
                    <a:pt x="2921" y="554"/>
                    <a:pt x="2969" y="634"/>
                    <a:pt x="3013" y="722"/>
                  </a:cubicBezTo>
                  <a:cubicBezTo>
                    <a:pt x="3057" y="810"/>
                    <a:pt x="3097" y="898"/>
                    <a:pt x="3137" y="990"/>
                  </a:cubicBezTo>
                  <a:lnTo>
                    <a:pt x="3253" y="1266"/>
                  </a:lnTo>
                  <a:cubicBezTo>
                    <a:pt x="3293" y="1362"/>
                    <a:pt x="3341" y="1454"/>
                    <a:pt x="3401" y="1538"/>
                  </a:cubicBezTo>
                  <a:lnTo>
                    <a:pt x="3425" y="1574"/>
                  </a:lnTo>
                  <a:lnTo>
                    <a:pt x="3453" y="1598"/>
                  </a:lnTo>
                  <a:lnTo>
                    <a:pt x="3465" y="1610"/>
                  </a:lnTo>
                  <a:cubicBezTo>
                    <a:pt x="3473" y="1618"/>
                    <a:pt x="3477" y="1622"/>
                    <a:pt x="3485" y="1626"/>
                  </a:cubicBezTo>
                  <a:lnTo>
                    <a:pt x="3513" y="1646"/>
                  </a:lnTo>
                  <a:cubicBezTo>
                    <a:pt x="3553" y="1678"/>
                    <a:pt x="3589" y="1710"/>
                    <a:pt x="3629" y="1742"/>
                  </a:cubicBezTo>
                  <a:cubicBezTo>
                    <a:pt x="3701" y="1810"/>
                    <a:pt x="3769" y="1878"/>
                    <a:pt x="3833" y="1958"/>
                  </a:cubicBezTo>
                  <a:lnTo>
                    <a:pt x="3841" y="1946"/>
                  </a:lnTo>
                  <a:cubicBezTo>
                    <a:pt x="3789" y="1862"/>
                    <a:pt x="3725" y="1782"/>
                    <a:pt x="3657" y="1710"/>
                  </a:cubicBezTo>
                  <a:cubicBezTo>
                    <a:pt x="3621" y="1670"/>
                    <a:pt x="3585" y="1634"/>
                    <a:pt x="3549" y="1602"/>
                  </a:cubicBezTo>
                  <a:lnTo>
                    <a:pt x="3521" y="1574"/>
                  </a:lnTo>
                  <a:cubicBezTo>
                    <a:pt x="3517" y="1570"/>
                    <a:pt x="3513" y="1570"/>
                    <a:pt x="3509" y="1566"/>
                  </a:cubicBezTo>
                  <a:lnTo>
                    <a:pt x="3497" y="1550"/>
                  </a:lnTo>
                  <a:lnTo>
                    <a:pt x="3473" y="1522"/>
                  </a:lnTo>
                  <a:lnTo>
                    <a:pt x="3453" y="1494"/>
                  </a:lnTo>
                  <a:cubicBezTo>
                    <a:pt x="3405" y="1410"/>
                    <a:pt x="3365" y="1322"/>
                    <a:pt x="3333" y="1230"/>
                  </a:cubicBezTo>
                  <a:lnTo>
                    <a:pt x="3233" y="950"/>
                  </a:lnTo>
                  <a:cubicBezTo>
                    <a:pt x="3197" y="854"/>
                    <a:pt x="3157" y="762"/>
                    <a:pt x="3113" y="670"/>
                  </a:cubicBezTo>
                  <a:cubicBezTo>
                    <a:pt x="3069" y="574"/>
                    <a:pt x="3017" y="486"/>
                    <a:pt x="2957" y="402"/>
                  </a:cubicBezTo>
                  <a:cubicBezTo>
                    <a:pt x="2893" y="314"/>
                    <a:pt x="2817" y="238"/>
                    <a:pt x="2725" y="178"/>
                  </a:cubicBezTo>
                  <a:lnTo>
                    <a:pt x="2689" y="154"/>
                  </a:lnTo>
                  <a:lnTo>
                    <a:pt x="2653" y="138"/>
                  </a:lnTo>
                  <a:cubicBezTo>
                    <a:pt x="2629" y="130"/>
                    <a:pt x="2609" y="118"/>
                    <a:pt x="2585" y="106"/>
                  </a:cubicBezTo>
                  <a:cubicBezTo>
                    <a:pt x="2533" y="90"/>
                    <a:pt x="2485" y="74"/>
                    <a:pt x="2433" y="62"/>
                  </a:cubicBezTo>
                  <a:lnTo>
                    <a:pt x="2357" y="42"/>
                  </a:lnTo>
                  <a:lnTo>
                    <a:pt x="2281" y="30"/>
                  </a:lnTo>
                  <a:cubicBezTo>
                    <a:pt x="2229" y="22"/>
                    <a:pt x="2181" y="14"/>
                    <a:pt x="2129" y="10"/>
                  </a:cubicBezTo>
                  <a:cubicBezTo>
                    <a:pt x="2055" y="4"/>
                    <a:pt x="1982" y="1"/>
                    <a:pt x="19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50"/>
            <p:cNvSpPr/>
            <p:nvPr/>
          </p:nvSpPr>
          <p:spPr>
            <a:xfrm>
              <a:off x="2371682" y="2363452"/>
              <a:ext cx="208131" cy="385436"/>
            </a:xfrm>
            <a:custGeom>
              <a:avLst/>
              <a:gdLst/>
              <a:ahLst/>
              <a:cxnLst/>
              <a:rect l="l" t="t" r="r" b="b"/>
              <a:pathLst>
                <a:path w="1033" h="1913" extrusionOk="0">
                  <a:moveTo>
                    <a:pt x="549" y="0"/>
                  </a:moveTo>
                  <a:cubicBezTo>
                    <a:pt x="541" y="44"/>
                    <a:pt x="549" y="92"/>
                    <a:pt x="573" y="132"/>
                  </a:cubicBezTo>
                  <a:cubicBezTo>
                    <a:pt x="593" y="172"/>
                    <a:pt x="617" y="208"/>
                    <a:pt x="645" y="244"/>
                  </a:cubicBezTo>
                  <a:cubicBezTo>
                    <a:pt x="705" y="312"/>
                    <a:pt x="769" y="376"/>
                    <a:pt x="821" y="440"/>
                  </a:cubicBezTo>
                  <a:cubicBezTo>
                    <a:pt x="849" y="472"/>
                    <a:pt x="869" y="508"/>
                    <a:pt x="885" y="544"/>
                  </a:cubicBezTo>
                  <a:cubicBezTo>
                    <a:pt x="901" y="584"/>
                    <a:pt x="917" y="624"/>
                    <a:pt x="925" y="664"/>
                  </a:cubicBezTo>
                  <a:cubicBezTo>
                    <a:pt x="945" y="744"/>
                    <a:pt x="953" y="828"/>
                    <a:pt x="953" y="912"/>
                  </a:cubicBezTo>
                  <a:cubicBezTo>
                    <a:pt x="953" y="956"/>
                    <a:pt x="945" y="996"/>
                    <a:pt x="941" y="1040"/>
                  </a:cubicBezTo>
                  <a:cubicBezTo>
                    <a:pt x="937" y="1060"/>
                    <a:pt x="933" y="1080"/>
                    <a:pt x="925" y="1100"/>
                  </a:cubicBezTo>
                  <a:cubicBezTo>
                    <a:pt x="921" y="1120"/>
                    <a:pt x="913" y="1140"/>
                    <a:pt x="909" y="1160"/>
                  </a:cubicBezTo>
                  <a:cubicBezTo>
                    <a:pt x="877" y="1244"/>
                    <a:pt x="845" y="1328"/>
                    <a:pt x="821" y="1412"/>
                  </a:cubicBezTo>
                  <a:cubicBezTo>
                    <a:pt x="809" y="1456"/>
                    <a:pt x="797" y="1496"/>
                    <a:pt x="789" y="1544"/>
                  </a:cubicBezTo>
                  <a:cubicBezTo>
                    <a:pt x="777" y="1588"/>
                    <a:pt x="773" y="1632"/>
                    <a:pt x="773" y="1676"/>
                  </a:cubicBezTo>
                  <a:cubicBezTo>
                    <a:pt x="773" y="1724"/>
                    <a:pt x="781" y="1768"/>
                    <a:pt x="801" y="1812"/>
                  </a:cubicBezTo>
                  <a:cubicBezTo>
                    <a:pt x="807" y="1824"/>
                    <a:pt x="814" y="1836"/>
                    <a:pt x="822" y="1846"/>
                  </a:cubicBezTo>
                  <a:lnTo>
                    <a:pt x="822" y="1846"/>
                  </a:lnTo>
                  <a:cubicBezTo>
                    <a:pt x="751" y="1808"/>
                    <a:pt x="680" y="1768"/>
                    <a:pt x="609" y="1728"/>
                  </a:cubicBezTo>
                  <a:cubicBezTo>
                    <a:pt x="585" y="1716"/>
                    <a:pt x="561" y="1704"/>
                    <a:pt x="541" y="1688"/>
                  </a:cubicBezTo>
                  <a:cubicBezTo>
                    <a:pt x="521" y="1668"/>
                    <a:pt x="509" y="1648"/>
                    <a:pt x="501" y="1624"/>
                  </a:cubicBezTo>
                  <a:cubicBezTo>
                    <a:pt x="481" y="1576"/>
                    <a:pt x="461" y="1524"/>
                    <a:pt x="449" y="1468"/>
                  </a:cubicBezTo>
                  <a:cubicBezTo>
                    <a:pt x="437" y="1412"/>
                    <a:pt x="421" y="1356"/>
                    <a:pt x="401" y="1304"/>
                  </a:cubicBezTo>
                  <a:cubicBezTo>
                    <a:pt x="389" y="1276"/>
                    <a:pt x="377" y="1248"/>
                    <a:pt x="361" y="1224"/>
                  </a:cubicBezTo>
                  <a:cubicBezTo>
                    <a:pt x="345" y="1196"/>
                    <a:pt x="329" y="1172"/>
                    <a:pt x="309" y="1152"/>
                  </a:cubicBezTo>
                  <a:cubicBezTo>
                    <a:pt x="225" y="1068"/>
                    <a:pt x="117" y="1012"/>
                    <a:pt x="1" y="988"/>
                  </a:cubicBezTo>
                  <a:lnTo>
                    <a:pt x="1" y="992"/>
                  </a:lnTo>
                  <a:cubicBezTo>
                    <a:pt x="105" y="1032"/>
                    <a:pt x="197" y="1096"/>
                    <a:pt x="273" y="1180"/>
                  </a:cubicBezTo>
                  <a:cubicBezTo>
                    <a:pt x="289" y="1200"/>
                    <a:pt x="301" y="1224"/>
                    <a:pt x="313" y="1244"/>
                  </a:cubicBezTo>
                  <a:cubicBezTo>
                    <a:pt x="325" y="1272"/>
                    <a:pt x="337" y="1296"/>
                    <a:pt x="345" y="1320"/>
                  </a:cubicBezTo>
                  <a:cubicBezTo>
                    <a:pt x="365" y="1372"/>
                    <a:pt x="377" y="1428"/>
                    <a:pt x="393" y="1484"/>
                  </a:cubicBezTo>
                  <a:cubicBezTo>
                    <a:pt x="405" y="1540"/>
                    <a:pt x="425" y="1596"/>
                    <a:pt x="449" y="1648"/>
                  </a:cubicBezTo>
                  <a:cubicBezTo>
                    <a:pt x="461" y="1680"/>
                    <a:pt x="481" y="1704"/>
                    <a:pt x="509" y="1724"/>
                  </a:cubicBezTo>
                  <a:cubicBezTo>
                    <a:pt x="533" y="1740"/>
                    <a:pt x="561" y="1756"/>
                    <a:pt x="589" y="1768"/>
                  </a:cubicBezTo>
                  <a:cubicBezTo>
                    <a:pt x="682" y="1808"/>
                    <a:pt x="778" y="1850"/>
                    <a:pt x="869" y="1893"/>
                  </a:cubicBezTo>
                  <a:lnTo>
                    <a:pt x="869" y="1893"/>
                  </a:lnTo>
                  <a:cubicBezTo>
                    <a:pt x="878" y="1900"/>
                    <a:pt x="887" y="1907"/>
                    <a:pt x="897" y="1912"/>
                  </a:cubicBezTo>
                  <a:lnTo>
                    <a:pt x="899" y="1908"/>
                  </a:lnTo>
                  <a:lnTo>
                    <a:pt x="899" y="1908"/>
                  </a:lnTo>
                  <a:cubicBezTo>
                    <a:pt x="900" y="1908"/>
                    <a:pt x="900" y="1908"/>
                    <a:pt x="901" y="1908"/>
                  </a:cubicBezTo>
                  <a:lnTo>
                    <a:pt x="904" y="1900"/>
                  </a:lnTo>
                  <a:lnTo>
                    <a:pt x="909" y="1892"/>
                  </a:lnTo>
                  <a:cubicBezTo>
                    <a:pt x="908" y="1892"/>
                    <a:pt x="908" y="1892"/>
                    <a:pt x="907" y="1892"/>
                  </a:cubicBezTo>
                  <a:lnTo>
                    <a:pt x="907" y="1892"/>
                  </a:lnTo>
                  <a:lnTo>
                    <a:pt x="909" y="1888"/>
                  </a:lnTo>
                  <a:cubicBezTo>
                    <a:pt x="873" y="1868"/>
                    <a:pt x="841" y="1840"/>
                    <a:pt x="825" y="1800"/>
                  </a:cubicBezTo>
                  <a:cubicBezTo>
                    <a:pt x="817" y="1780"/>
                    <a:pt x="809" y="1760"/>
                    <a:pt x="805" y="1740"/>
                  </a:cubicBezTo>
                  <a:cubicBezTo>
                    <a:pt x="805" y="1720"/>
                    <a:pt x="805" y="1700"/>
                    <a:pt x="805" y="1676"/>
                  </a:cubicBezTo>
                  <a:cubicBezTo>
                    <a:pt x="809" y="1636"/>
                    <a:pt x="817" y="1592"/>
                    <a:pt x="829" y="1552"/>
                  </a:cubicBezTo>
                  <a:cubicBezTo>
                    <a:pt x="841" y="1508"/>
                    <a:pt x="853" y="1468"/>
                    <a:pt x="869" y="1428"/>
                  </a:cubicBezTo>
                  <a:cubicBezTo>
                    <a:pt x="901" y="1348"/>
                    <a:pt x="937" y="1268"/>
                    <a:pt x="969" y="1184"/>
                  </a:cubicBezTo>
                  <a:cubicBezTo>
                    <a:pt x="977" y="1164"/>
                    <a:pt x="985" y="1140"/>
                    <a:pt x="993" y="1120"/>
                  </a:cubicBezTo>
                  <a:cubicBezTo>
                    <a:pt x="1001" y="1100"/>
                    <a:pt x="1005" y="1076"/>
                    <a:pt x="1009" y="1056"/>
                  </a:cubicBezTo>
                  <a:cubicBezTo>
                    <a:pt x="1017" y="1008"/>
                    <a:pt x="1025" y="964"/>
                    <a:pt x="1029" y="920"/>
                  </a:cubicBezTo>
                  <a:cubicBezTo>
                    <a:pt x="1033" y="828"/>
                    <a:pt x="1021" y="736"/>
                    <a:pt x="997" y="644"/>
                  </a:cubicBezTo>
                  <a:cubicBezTo>
                    <a:pt x="985" y="600"/>
                    <a:pt x="969" y="560"/>
                    <a:pt x="949" y="516"/>
                  </a:cubicBezTo>
                  <a:cubicBezTo>
                    <a:pt x="925" y="476"/>
                    <a:pt x="897" y="436"/>
                    <a:pt x="865" y="404"/>
                  </a:cubicBezTo>
                  <a:cubicBezTo>
                    <a:pt x="805" y="336"/>
                    <a:pt x="737" y="280"/>
                    <a:pt x="677" y="220"/>
                  </a:cubicBezTo>
                  <a:cubicBezTo>
                    <a:pt x="645" y="188"/>
                    <a:pt x="617" y="156"/>
                    <a:pt x="593" y="120"/>
                  </a:cubicBezTo>
                  <a:cubicBezTo>
                    <a:pt x="569" y="84"/>
                    <a:pt x="557" y="40"/>
                    <a:pt x="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50"/>
            <p:cNvSpPr/>
            <p:nvPr/>
          </p:nvSpPr>
          <p:spPr>
            <a:xfrm>
              <a:off x="2129901" y="2815580"/>
              <a:ext cx="354811" cy="308873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7" y="0"/>
                  </a:moveTo>
                  <a:cubicBezTo>
                    <a:pt x="1153" y="44"/>
                    <a:pt x="1197" y="80"/>
                    <a:pt x="1245" y="104"/>
                  </a:cubicBezTo>
                  <a:cubicBezTo>
                    <a:pt x="1297" y="128"/>
                    <a:pt x="1349" y="144"/>
                    <a:pt x="1405" y="156"/>
                  </a:cubicBezTo>
                  <a:cubicBezTo>
                    <a:pt x="1433" y="160"/>
                    <a:pt x="1461" y="160"/>
                    <a:pt x="1489" y="160"/>
                  </a:cubicBezTo>
                  <a:cubicBezTo>
                    <a:pt x="1517" y="160"/>
                    <a:pt x="1545" y="160"/>
                    <a:pt x="1573" y="156"/>
                  </a:cubicBezTo>
                  <a:lnTo>
                    <a:pt x="1657" y="148"/>
                  </a:lnTo>
                  <a:lnTo>
                    <a:pt x="1691" y="140"/>
                  </a:lnTo>
                  <a:lnTo>
                    <a:pt x="1691" y="140"/>
                  </a:lnTo>
                  <a:cubicBezTo>
                    <a:pt x="1686" y="169"/>
                    <a:pt x="1679" y="199"/>
                    <a:pt x="1669" y="228"/>
                  </a:cubicBezTo>
                  <a:cubicBezTo>
                    <a:pt x="1649" y="268"/>
                    <a:pt x="1625" y="308"/>
                    <a:pt x="1593" y="340"/>
                  </a:cubicBezTo>
                  <a:cubicBezTo>
                    <a:pt x="1561" y="372"/>
                    <a:pt x="1521" y="400"/>
                    <a:pt x="1477" y="416"/>
                  </a:cubicBezTo>
                  <a:cubicBezTo>
                    <a:pt x="1433" y="436"/>
                    <a:pt x="1389" y="452"/>
                    <a:pt x="1345" y="468"/>
                  </a:cubicBezTo>
                  <a:cubicBezTo>
                    <a:pt x="1253" y="500"/>
                    <a:pt x="1161" y="528"/>
                    <a:pt x="1069" y="560"/>
                  </a:cubicBezTo>
                  <a:cubicBezTo>
                    <a:pt x="977" y="596"/>
                    <a:pt x="889" y="640"/>
                    <a:pt x="805" y="688"/>
                  </a:cubicBezTo>
                  <a:cubicBezTo>
                    <a:pt x="765" y="716"/>
                    <a:pt x="725" y="744"/>
                    <a:pt x="685" y="776"/>
                  </a:cubicBezTo>
                  <a:cubicBezTo>
                    <a:pt x="645" y="804"/>
                    <a:pt x="609" y="836"/>
                    <a:pt x="573" y="872"/>
                  </a:cubicBezTo>
                  <a:cubicBezTo>
                    <a:pt x="505" y="940"/>
                    <a:pt x="433" y="1008"/>
                    <a:pt x="369" y="1080"/>
                  </a:cubicBezTo>
                  <a:cubicBezTo>
                    <a:pt x="305" y="1152"/>
                    <a:pt x="241" y="1224"/>
                    <a:pt x="181" y="1296"/>
                  </a:cubicBezTo>
                  <a:cubicBezTo>
                    <a:pt x="117" y="1372"/>
                    <a:pt x="57" y="1448"/>
                    <a:pt x="1" y="1528"/>
                  </a:cubicBezTo>
                  <a:lnTo>
                    <a:pt x="5" y="1532"/>
                  </a:lnTo>
                  <a:lnTo>
                    <a:pt x="213" y="1332"/>
                  </a:lnTo>
                  <a:lnTo>
                    <a:pt x="421" y="1128"/>
                  </a:lnTo>
                  <a:lnTo>
                    <a:pt x="625" y="928"/>
                  </a:lnTo>
                  <a:cubicBezTo>
                    <a:pt x="661" y="896"/>
                    <a:pt x="693" y="864"/>
                    <a:pt x="729" y="832"/>
                  </a:cubicBezTo>
                  <a:cubicBezTo>
                    <a:pt x="765" y="804"/>
                    <a:pt x="801" y="772"/>
                    <a:pt x="841" y="748"/>
                  </a:cubicBezTo>
                  <a:cubicBezTo>
                    <a:pt x="881" y="720"/>
                    <a:pt x="917" y="696"/>
                    <a:pt x="961" y="672"/>
                  </a:cubicBezTo>
                  <a:cubicBezTo>
                    <a:pt x="1001" y="648"/>
                    <a:pt x="1045" y="624"/>
                    <a:pt x="1085" y="604"/>
                  </a:cubicBezTo>
                  <a:cubicBezTo>
                    <a:pt x="1173" y="560"/>
                    <a:pt x="1261" y="524"/>
                    <a:pt x="1353" y="492"/>
                  </a:cubicBezTo>
                  <a:cubicBezTo>
                    <a:pt x="1397" y="476"/>
                    <a:pt x="1441" y="460"/>
                    <a:pt x="1489" y="444"/>
                  </a:cubicBezTo>
                  <a:cubicBezTo>
                    <a:pt x="1537" y="424"/>
                    <a:pt x="1581" y="400"/>
                    <a:pt x="1617" y="372"/>
                  </a:cubicBezTo>
                  <a:cubicBezTo>
                    <a:pt x="1657" y="336"/>
                    <a:pt x="1689" y="296"/>
                    <a:pt x="1717" y="252"/>
                  </a:cubicBezTo>
                  <a:cubicBezTo>
                    <a:pt x="1741" y="204"/>
                    <a:pt x="1753" y="156"/>
                    <a:pt x="1761" y="100"/>
                  </a:cubicBezTo>
                  <a:lnTo>
                    <a:pt x="1761" y="64"/>
                  </a:lnTo>
                  <a:lnTo>
                    <a:pt x="1721" y="72"/>
                  </a:lnTo>
                  <a:lnTo>
                    <a:pt x="1645" y="88"/>
                  </a:lnTo>
                  <a:cubicBezTo>
                    <a:pt x="1617" y="92"/>
                    <a:pt x="1593" y="100"/>
                    <a:pt x="1565" y="100"/>
                  </a:cubicBezTo>
                  <a:cubicBezTo>
                    <a:pt x="1537" y="104"/>
                    <a:pt x="1513" y="108"/>
                    <a:pt x="1489" y="108"/>
                  </a:cubicBezTo>
                  <a:lnTo>
                    <a:pt x="1413" y="108"/>
                  </a:lnTo>
                  <a:cubicBezTo>
                    <a:pt x="1357" y="108"/>
                    <a:pt x="1309" y="96"/>
                    <a:pt x="1257" y="80"/>
                  </a:cubicBezTo>
                  <a:cubicBezTo>
                    <a:pt x="1209" y="64"/>
                    <a:pt x="1161" y="36"/>
                    <a:pt x="11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50"/>
            <p:cNvSpPr/>
            <p:nvPr/>
          </p:nvSpPr>
          <p:spPr>
            <a:xfrm>
              <a:off x="2095246" y="2872801"/>
              <a:ext cx="290336" cy="45334"/>
            </a:xfrm>
            <a:custGeom>
              <a:avLst/>
              <a:gdLst/>
              <a:ahLst/>
              <a:cxnLst/>
              <a:rect l="l" t="t" r="r" b="b"/>
              <a:pathLst>
                <a:path w="1441" h="225" extrusionOk="0">
                  <a:moveTo>
                    <a:pt x="1437" y="0"/>
                  </a:moveTo>
                  <a:lnTo>
                    <a:pt x="1373" y="16"/>
                  </a:lnTo>
                  <a:cubicBezTo>
                    <a:pt x="1333" y="24"/>
                    <a:pt x="1277" y="44"/>
                    <a:pt x="1213" y="64"/>
                  </a:cubicBezTo>
                  <a:cubicBezTo>
                    <a:pt x="1181" y="76"/>
                    <a:pt x="1145" y="88"/>
                    <a:pt x="1105" y="104"/>
                  </a:cubicBezTo>
                  <a:cubicBezTo>
                    <a:pt x="1069" y="120"/>
                    <a:pt x="1033" y="136"/>
                    <a:pt x="989" y="152"/>
                  </a:cubicBezTo>
                  <a:cubicBezTo>
                    <a:pt x="949" y="172"/>
                    <a:pt x="905" y="184"/>
                    <a:pt x="861" y="192"/>
                  </a:cubicBezTo>
                  <a:cubicBezTo>
                    <a:pt x="844" y="194"/>
                    <a:pt x="828" y="195"/>
                    <a:pt x="812" y="195"/>
                  </a:cubicBezTo>
                  <a:cubicBezTo>
                    <a:pt x="784" y="195"/>
                    <a:pt x="756" y="192"/>
                    <a:pt x="729" y="184"/>
                  </a:cubicBezTo>
                  <a:cubicBezTo>
                    <a:pt x="689" y="176"/>
                    <a:pt x="649" y="144"/>
                    <a:pt x="601" y="128"/>
                  </a:cubicBezTo>
                  <a:cubicBezTo>
                    <a:pt x="557" y="112"/>
                    <a:pt x="509" y="100"/>
                    <a:pt x="465" y="96"/>
                  </a:cubicBezTo>
                  <a:cubicBezTo>
                    <a:pt x="439" y="92"/>
                    <a:pt x="413" y="90"/>
                    <a:pt x="387" y="90"/>
                  </a:cubicBezTo>
                  <a:cubicBezTo>
                    <a:pt x="369" y="90"/>
                    <a:pt x="351" y="91"/>
                    <a:pt x="333" y="92"/>
                  </a:cubicBezTo>
                  <a:cubicBezTo>
                    <a:pt x="293" y="96"/>
                    <a:pt x="253" y="104"/>
                    <a:pt x="213" y="112"/>
                  </a:cubicBezTo>
                  <a:cubicBezTo>
                    <a:pt x="157" y="128"/>
                    <a:pt x="105" y="152"/>
                    <a:pt x="53" y="180"/>
                  </a:cubicBezTo>
                  <a:cubicBezTo>
                    <a:pt x="37" y="192"/>
                    <a:pt x="17" y="204"/>
                    <a:pt x="1" y="216"/>
                  </a:cubicBezTo>
                  <a:lnTo>
                    <a:pt x="1" y="224"/>
                  </a:lnTo>
                  <a:lnTo>
                    <a:pt x="65" y="208"/>
                  </a:lnTo>
                  <a:cubicBezTo>
                    <a:pt x="85" y="200"/>
                    <a:pt x="109" y="196"/>
                    <a:pt x="137" y="188"/>
                  </a:cubicBezTo>
                  <a:cubicBezTo>
                    <a:pt x="165" y="184"/>
                    <a:pt x="193" y="176"/>
                    <a:pt x="229" y="172"/>
                  </a:cubicBezTo>
                  <a:cubicBezTo>
                    <a:pt x="275" y="167"/>
                    <a:pt x="322" y="164"/>
                    <a:pt x="369" y="164"/>
                  </a:cubicBezTo>
                  <a:cubicBezTo>
                    <a:pt x="398" y="164"/>
                    <a:pt x="428" y="165"/>
                    <a:pt x="457" y="168"/>
                  </a:cubicBezTo>
                  <a:cubicBezTo>
                    <a:pt x="497" y="168"/>
                    <a:pt x="541" y="176"/>
                    <a:pt x="581" y="188"/>
                  </a:cubicBezTo>
                  <a:cubicBezTo>
                    <a:pt x="629" y="204"/>
                    <a:pt x="673" y="216"/>
                    <a:pt x="721" y="224"/>
                  </a:cubicBezTo>
                  <a:cubicBezTo>
                    <a:pt x="745" y="224"/>
                    <a:pt x="769" y="224"/>
                    <a:pt x="793" y="220"/>
                  </a:cubicBezTo>
                  <a:cubicBezTo>
                    <a:pt x="817" y="220"/>
                    <a:pt x="841" y="212"/>
                    <a:pt x="865" y="212"/>
                  </a:cubicBezTo>
                  <a:lnTo>
                    <a:pt x="1001" y="188"/>
                  </a:lnTo>
                  <a:cubicBezTo>
                    <a:pt x="1041" y="184"/>
                    <a:pt x="1085" y="172"/>
                    <a:pt x="1125" y="164"/>
                  </a:cubicBezTo>
                  <a:cubicBezTo>
                    <a:pt x="1165" y="152"/>
                    <a:pt x="1201" y="136"/>
                    <a:pt x="1233" y="124"/>
                  </a:cubicBezTo>
                  <a:cubicBezTo>
                    <a:pt x="1305" y="92"/>
                    <a:pt x="1377" y="52"/>
                    <a:pt x="1441" y="4"/>
                  </a:cubicBezTo>
                  <a:lnTo>
                    <a:pt x="14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50"/>
            <p:cNvSpPr/>
            <p:nvPr/>
          </p:nvSpPr>
          <p:spPr>
            <a:xfrm>
              <a:off x="2304789" y="2585889"/>
              <a:ext cx="214579" cy="193625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1" y="0"/>
                  </a:moveTo>
                  <a:lnTo>
                    <a:pt x="1" y="8"/>
                  </a:lnTo>
                  <a:lnTo>
                    <a:pt x="13" y="16"/>
                  </a:lnTo>
                  <a:cubicBezTo>
                    <a:pt x="29" y="20"/>
                    <a:pt x="41" y="24"/>
                    <a:pt x="53" y="36"/>
                  </a:cubicBezTo>
                  <a:cubicBezTo>
                    <a:pt x="73" y="48"/>
                    <a:pt x="89" y="64"/>
                    <a:pt x="101" y="84"/>
                  </a:cubicBezTo>
                  <a:cubicBezTo>
                    <a:pt x="117" y="112"/>
                    <a:pt x="129" y="140"/>
                    <a:pt x="141" y="168"/>
                  </a:cubicBezTo>
                  <a:cubicBezTo>
                    <a:pt x="161" y="236"/>
                    <a:pt x="181" y="316"/>
                    <a:pt x="213" y="404"/>
                  </a:cubicBezTo>
                  <a:cubicBezTo>
                    <a:pt x="229" y="452"/>
                    <a:pt x="245" y="496"/>
                    <a:pt x="265" y="540"/>
                  </a:cubicBezTo>
                  <a:cubicBezTo>
                    <a:pt x="277" y="560"/>
                    <a:pt x="289" y="584"/>
                    <a:pt x="301" y="604"/>
                  </a:cubicBezTo>
                  <a:cubicBezTo>
                    <a:pt x="317" y="624"/>
                    <a:pt x="333" y="644"/>
                    <a:pt x="349" y="664"/>
                  </a:cubicBezTo>
                  <a:cubicBezTo>
                    <a:pt x="381" y="704"/>
                    <a:pt x="421" y="736"/>
                    <a:pt x="461" y="764"/>
                  </a:cubicBezTo>
                  <a:cubicBezTo>
                    <a:pt x="501" y="796"/>
                    <a:pt x="541" y="820"/>
                    <a:pt x="581" y="844"/>
                  </a:cubicBezTo>
                  <a:cubicBezTo>
                    <a:pt x="617" y="868"/>
                    <a:pt x="657" y="892"/>
                    <a:pt x="701" y="908"/>
                  </a:cubicBezTo>
                  <a:cubicBezTo>
                    <a:pt x="737" y="924"/>
                    <a:pt x="777" y="936"/>
                    <a:pt x="817" y="944"/>
                  </a:cubicBezTo>
                  <a:cubicBezTo>
                    <a:pt x="877" y="956"/>
                    <a:pt x="937" y="960"/>
                    <a:pt x="997" y="960"/>
                  </a:cubicBezTo>
                  <a:cubicBezTo>
                    <a:pt x="1017" y="960"/>
                    <a:pt x="1041" y="956"/>
                    <a:pt x="1065" y="952"/>
                  </a:cubicBezTo>
                  <a:lnTo>
                    <a:pt x="1065" y="944"/>
                  </a:lnTo>
                  <a:cubicBezTo>
                    <a:pt x="1065" y="944"/>
                    <a:pt x="965" y="924"/>
                    <a:pt x="829" y="884"/>
                  </a:cubicBezTo>
                  <a:cubicBezTo>
                    <a:pt x="797" y="876"/>
                    <a:pt x="761" y="864"/>
                    <a:pt x="721" y="848"/>
                  </a:cubicBezTo>
                  <a:cubicBezTo>
                    <a:pt x="681" y="836"/>
                    <a:pt x="641" y="828"/>
                    <a:pt x="597" y="812"/>
                  </a:cubicBezTo>
                  <a:cubicBezTo>
                    <a:pt x="553" y="796"/>
                    <a:pt x="513" y="772"/>
                    <a:pt x="473" y="748"/>
                  </a:cubicBezTo>
                  <a:cubicBezTo>
                    <a:pt x="437" y="720"/>
                    <a:pt x="405" y="684"/>
                    <a:pt x="381" y="644"/>
                  </a:cubicBezTo>
                  <a:cubicBezTo>
                    <a:pt x="357" y="604"/>
                    <a:pt x="337" y="560"/>
                    <a:pt x="321" y="516"/>
                  </a:cubicBezTo>
                  <a:cubicBezTo>
                    <a:pt x="305" y="472"/>
                    <a:pt x="293" y="428"/>
                    <a:pt x="281" y="384"/>
                  </a:cubicBezTo>
                  <a:cubicBezTo>
                    <a:pt x="269" y="340"/>
                    <a:pt x="257" y="300"/>
                    <a:pt x="241" y="260"/>
                  </a:cubicBezTo>
                  <a:cubicBezTo>
                    <a:pt x="229" y="220"/>
                    <a:pt x="213" y="184"/>
                    <a:pt x="197" y="148"/>
                  </a:cubicBezTo>
                  <a:cubicBezTo>
                    <a:pt x="181" y="112"/>
                    <a:pt x="161" y="84"/>
                    <a:pt x="137" y="60"/>
                  </a:cubicBezTo>
                  <a:cubicBezTo>
                    <a:pt x="125" y="48"/>
                    <a:pt x="113" y="36"/>
                    <a:pt x="101" y="28"/>
                  </a:cubicBezTo>
                  <a:cubicBezTo>
                    <a:pt x="93" y="20"/>
                    <a:pt x="81" y="16"/>
                    <a:pt x="69" y="12"/>
                  </a:cubicBezTo>
                  <a:cubicBezTo>
                    <a:pt x="53" y="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50"/>
            <p:cNvSpPr/>
            <p:nvPr/>
          </p:nvSpPr>
          <p:spPr>
            <a:xfrm>
              <a:off x="2239508" y="2695496"/>
              <a:ext cx="275830" cy="117061"/>
            </a:xfrm>
            <a:custGeom>
              <a:avLst/>
              <a:gdLst/>
              <a:ahLst/>
              <a:cxnLst/>
              <a:rect l="l" t="t" r="r" b="b"/>
              <a:pathLst>
                <a:path w="1369" h="581" extrusionOk="0">
                  <a:moveTo>
                    <a:pt x="1" y="0"/>
                  </a:moveTo>
                  <a:cubicBezTo>
                    <a:pt x="13" y="20"/>
                    <a:pt x="25" y="40"/>
                    <a:pt x="37" y="56"/>
                  </a:cubicBezTo>
                  <a:cubicBezTo>
                    <a:pt x="69" y="104"/>
                    <a:pt x="109" y="152"/>
                    <a:pt x="153" y="192"/>
                  </a:cubicBezTo>
                  <a:cubicBezTo>
                    <a:pt x="181" y="216"/>
                    <a:pt x="213" y="244"/>
                    <a:pt x="245" y="264"/>
                  </a:cubicBezTo>
                  <a:cubicBezTo>
                    <a:pt x="281" y="288"/>
                    <a:pt x="317" y="312"/>
                    <a:pt x="357" y="332"/>
                  </a:cubicBezTo>
                  <a:cubicBezTo>
                    <a:pt x="401" y="352"/>
                    <a:pt x="441" y="376"/>
                    <a:pt x="481" y="396"/>
                  </a:cubicBezTo>
                  <a:cubicBezTo>
                    <a:pt x="525" y="412"/>
                    <a:pt x="565" y="444"/>
                    <a:pt x="609" y="464"/>
                  </a:cubicBezTo>
                  <a:lnTo>
                    <a:pt x="677" y="496"/>
                  </a:lnTo>
                  <a:cubicBezTo>
                    <a:pt x="697" y="504"/>
                    <a:pt x="721" y="512"/>
                    <a:pt x="745" y="520"/>
                  </a:cubicBezTo>
                  <a:cubicBezTo>
                    <a:pt x="789" y="536"/>
                    <a:pt x="833" y="552"/>
                    <a:pt x="881" y="560"/>
                  </a:cubicBezTo>
                  <a:cubicBezTo>
                    <a:pt x="925" y="572"/>
                    <a:pt x="969" y="576"/>
                    <a:pt x="1013" y="576"/>
                  </a:cubicBezTo>
                  <a:cubicBezTo>
                    <a:pt x="1033" y="580"/>
                    <a:pt x="1053" y="580"/>
                    <a:pt x="1073" y="580"/>
                  </a:cubicBezTo>
                  <a:lnTo>
                    <a:pt x="1129" y="576"/>
                  </a:lnTo>
                  <a:cubicBezTo>
                    <a:pt x="1165" y="576"/>
                    <a:pt x="1197" y="572"/>
                    <a:pt x="1229" y="564"/>
                  </a:cubicBezTo>
                  <a:cubicBezTo>
                    <a:pt x="1261" y="556"/>
                    <a:pt x="1285" y="552"/>
                    <a:pt x="1305" y="548"/>
                  </a:cubicBezTo>
                  <a:cubicBezTo>
                    <a:pt x="1345" y="536"/>
                    <a:pt x="1369" y="528"/>
                    <a:pt x="1369" y="528"/>
                  </a:cubicBezTo>
                  <a:lnTo>
                    <a:pt x="1369" y="520"/>
                  </a:lnTo>
                  <a:lnTo>
                    <a:pt x="1229" y="520"/>
                  </a:lnTo>
                  <a:cubicBezTo>
                    <a:pt x="1201" y="520"/>
                    <a:pt x="1165" y="516"/>
                    <a:pt x="1133" y="516"/>
                  </a:cubicBezTo>
                  <a:lnTo>
                    <a:pt x="1077" y="516"/>
                  </a:lnTo>
                  <a:lnTo>
                    <a:pt x="1021" y="508"/>
                  </a:lnTo>
                  <a:cubicBezTo>
                    <a:pt x="981" y="504"/>
                    <a:pt x="937" y="500"/>
                    <a:pt x="893" y="492"/>
                  </a:cubicBezTo>
                  <a:cubicBezTo>
                    <a:pt x="849" y="488"/>
                    <a:pt x="805" y="476"/>
                    <a:pt x="761" y="468"/>
                  </a:cubicBezTo>
                  <a:cubicBezTo>
                    <a:pt x="741" y="460"/>
                    <a:pt x="717" y="456"/>
                    <a:pt x="693" y="452"/>
                  </a:cubicBezTo>
                  <a:lnTo>
                    <a:pt x="625" y="432"/>
                  </a:lnTo>
                  <a:cubicBezTo>
                    <a:pt x="581" y="420"/>
                    <a:pt x="537" y="400"/>
                    <a:pt x="493" y="380"/>
                  </a:cubicBezTo>
                  <a:cubicBezTo>
                    <a:pt x="453" y="360"/>
                    <a:pt x="417" y="332"/>
                    <a:pt x="381" y="304"/>
                  </a:cubicBezTo>
                  <a:lnTo>
                    <a:pt x="281" y="224"/>
                  </a:lnTo>
                  <a:cubicBezTo>
                    <a:pt x="249" y="196"/>
                    <a:pt x="217" y="172"/>
                    <a:pt x="189" y="152"/>
                  </a:cubicBezTo>
                  <a:cubicBezTo>
                    <a:pt x="161" y="132"/>
                    <a:pt x="137" y="108"/>
                    <a:pt x="113" y="92"/>
                  </a:cubicBezTo>
                  <a:cubicBezTo>
                    <a:pt x="93" y="72"/>
                    <a:pt x="73" y="56"/>
                    <a:pt x="57" y="44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0"/>
            <p:cNvSpPr/>
            <p:nvPr/>
          </p:nvSpPr>
          <p:spPr>
            <a:xfrm>
              <a:off x="2600568" y="2433568"/>
              <a:ext cx="126732" cy="333051"/>
            </a:xfrm>
            <a:custGeom>
              <a:avLst/>
              <a:gdLst/>
              <a:ahLst/>
              <a:cxnLst/>
              <a:rect l="l" t="t" r="r" b="b"/>
              <a:pathLst>
                <a:path w="629" h="1653" extrusionOk="0">
                  <a:moveTo>
                    <a:pt x="581" y="0"/>
                  </a:moveTo>
                  <a:cubicBezTo>
                    <a:pt x="589" y="28"/>
                    <a:pt x="589" y="56"/>
                    <a:pt x="589" y="84"/>
                  </a:cubicBezTo>
                  <a:cubicBezTo>
                    <a:pt x="589" y="112"/>
                    <a:pt x="589" y="140"/>
                    <a:pt x="585" y="172"/>
                  </a:cubicBezTo>
                  <a:cubicBezTo>
                    <a:pt x="577" y="208"/>
                    <a:pt x="565" y="240"/>
                    <a:pt x="545" y="272"/>
                  </a:cubicBezTo>
                  <a:cubicBezTo>
                    <a:pt x="533" y="288"/>
                    <a:pt x="517" y="300"/>
                    <a:pt x="501" y="308"/>
                  </a:cubicBezTo>
                  <a:cubicBezTo>
                    <a:pt x="485" y="312"/>
                    <a:pt x="461" y="320"/>
                    <a:pt x="437" y="328"/>
                  </a:cubicBezTo>
                  <a:cubicBezTo>
                    <a:pt x="405" y="336"/>
                    <a:pt x="377" y="352"/>
                    <a:pt x="357" y="372"/>
                  </a:cubicBezTo>
                  <a:cubicBezTo>
                    <a:pt x="333" y="392"/>
                    <a:pt x="313" y="412"/>
                    <a:pt x="297" y="436"/>
                  </a:cubicBezTo>
                  <a:cubicBezTo>
                    <a:pt x="261" y="476"/>
                    <a:pt x="221" y="520"/>
                    <a:pt x="185" y="568"/>
                  </a:cubicBezTo>
                  <a:cubicBezTo>
                    <a:pt x="149" y="616"/>
                    <a:pt x="117" y="668"/>
                    <a:pt x="93" y="724"/>
                  </a:cubicBezTo>
                  <a:cubicBezTo>
                    <a:pt x="65" y="776"/>
                    <a:pt x="41" y="832"/>
                    <a:pt x="25" y="892"/>
                  </a:cubicBezTo>
                  <a:cubicBezTo>
                    <a:pt x="9" y="948"/>
                    <a:pt x="1" y="1004"/>
                    <a:pt x="1" y="1064"/>
                  </a:cubicBezTo>
                  <a:cubicBezTo>
                    <a:pt x="5" y="1120"/>
                    <a:pt x="9" y="1176"/>
                    <a:pt x="21" y="1228"/>
                  </a:cubicBezTo>
                  <a:cubicBezTo>
                    <a:pt x="33" y="1280"/>
                    <a:pt x="49" y="1324"/>
                    <a:pt x="57" y="1368"/>
                  </a:cubicBezTo>
                  <a:cubicBezTo>
                    <a:pt x="77" y="1432"/>
                    <a:pt x="89" y="1500"/>
                    <a:pt x="85" y="1568"/>
                  </a:cubicBezTo>
                  <a:cubicBezTo>
                    <a:pt x="81" y="1584"/>
                    <a:pt x="81" y="1592"/>
                    <a:pt x="81" y="1604"/>
                  </a:cubicBezTo>
                  <a:lnTo>
                    <a:pt x="73" y="1628"/>
                  </a:lnTo>
                  <a:lnTo>
                    <a:pt x="69" y="1648"/>
                  </a:lnTo>
                  <a:lnTo>
                    <a:pt x="73" y="1652"/>
                  </a:lnTo>
                  <a:lnTo>
                    <a:pt x="85" y="1632"/>
                  </a:lnTo>
                  <a:cubicBezTo>
                    <a:pt x="89" y="1628"/>
                    <a:pt x="93" y="1620"/>
                    <a:pt x="101" y="1612"/>
                  </a:cubicBezTo>
                  <a:lnTo>
                    <a:pt x="113" y="1576"/>
                  </a:lnTo>
                  <a:cubicBezTo>
                    <a:pt x="125" y="1544"/>
                    <a:pt x="129" y="1512"/>
                    <a:pt x="129" y="1476"/>
                  </a:cubicBezTo>
                  <a:cubicBezTo>
                    <a:pt x="129" y="1436"/>
                    <a:pt x="125" y="1392"/>
                    <a:pt x="113" y="1352"/>
                  </a:cubicBezTo>
                  <a:cubicBezTo>
                    <a:pt x="105" y="1308"/>
                    <a:pt x="93" y="1260"/>
                    <a:pt x="81" y="1212"/>
                  </a:cubicBezTo>
                  <a:cubicBezTo>
                    <a:pt x="65" y="1164"/>
                    <a:pt x="49" y="1116"/>
                    <a:pt x="37" y="1060"/>
                  </a:cubicBezTo>
                  <a:cubicBezTo>
                    <a:pt x="25" y="1008"/>
                    <a:pt x="29" y="952"/>
                    <a:pt x="45" y="896"/>
                  </a:cubicBezTo>
                  <a:cubicBezTo>
                    <a:pt x="61" y="840"/>
                    <a:pt x="89" y="788"/>
                    <a:pt x="125" y="744"/>
                  </a:cubicBezTo>
                  <a:cubicBezTo>
                    <a:pt x="157" y="696"/>
                    <a:pt x="197" y="652"/>
                    <a:pt x="233" y="608"/>
                  </a:cubicBezTo>
                  <a:cubicBezTo>
                    <a:pt x="273" y="564"/>
                    <a:pt x="309" y="524"/>
                    <a:pt x="349" y="484"/>
                  </a:cubicBezTo>
                  <a:cubicBezTo>
                    <a:pt x="369" y="464"/>
                    <a:pt x="385" y="444"/>
                    <a:pt x="405" y="428"/>
                  </a:cubicBezTo>
                  <a:cubicBezTo>
                    <a:pt x="421" y="416"/>
                    <a:pt x="441" y="404"/>
                    <a:pt x="461" y="396"/>
                  </a:cubicBezTo>
                  <a:cubicBezTo>
                    <a:pt x="485" y="388"/>
                    <a:pt x="513" y="376"/>
                    <a:pt x="537" y="364"/>
                  </a:cubicBezTo>
                  <a:cubicBezTo>
                    <a:pt x="557" y="348"/>
                    <a:pt x="577" y="328"/>
                    <a:pt x="593" y="308"/>
                  </a:cubicBezTo>
                  <a:cubicBezTo>
                    <a:pt x="617" y="268"/>
                    <a:pt x="629" y="224"/>
                    <a:pt x="629" y="180"/>
                  </a:cubicBezTo>
                  <a:cubicBezTo>
                    <a:pt x="629" y="144"/>
                    <a:pt x="625" y="112"/>
                    <a:pt x="617" y="80"/>
                  </a:cubicBezTo>
                  <a:cubicBezTo>
                    <a:pt x="609" y="52"/>
                    <a:pt x="601" y="28"/>
                    <a:pt x="5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0"/>
            <p:cNvSpPr/>
            <p:nvPr/>
          </p:nvSpPr>
          <p:spPr>
            <a:xfrm>
              <a:off x="2678744" y="2209519"/>
              <a:ext cx="199266" cy="565964"/>
            </a:xfrm>
            <a:custGeom>
              <a:avLst/>
              <a:gdLst/>
              <a:ahLst/>
              <a:cxnLst/>
              <a:rect l="l" t="t" r="r" b="b"/>
              <a:pathLst>
                <a:path w="989" h="2809" extrusionOk="0">
                  <a:moveTo>
                    <a:pt x="833" y="0"/>
                  </a:moveTo>
                  <a:lnTo>
                    <a:pt x="829" y="4"/>
                  </a:lnTo>
                  <a:cubicBezTo>
                    <a:pt x="829" y="4"/>
                    <a:pt x="849" y="48"/>
                    <a:pt x="869" y="132"/>
                  </a:cubicBezTo>
                  <a:cubicBezTo>
                    <a:pt x="881" y="172"/>
                    <a:pt x="893" y="224"/>
                    <a:pt x="905" y="280"/>
                  </a:cubicBezTo>
                  <a:cubicBezTo>
                    <a:pt x="917" y="344"/>
                    <a:pt x="921" y="408"/>
                    <a:pt x="925" y="472"/>
                  </a:cubicBezTo>
                  <a:cubicBezTo>
                    <a:pt x="929" y="548"/>
                    <a:pt x="925" y="624"/>
                    <a:pt x="909" y="700"/>
                  </a:cubicBezTo>
                  <a:cubicBezTo>
                    <a:pt x="897" y="784"/>
                    <a:pt x="873" y="868"/>
                    <a:pt x="833" y="944"/>
                  </a:cubicBezTo>
                  <a:cubicBezTo>
                    <a:pt x="789" y="1028"/>
                    <a:pt x="737" y="1104"/>
                    <a:pt x="677" y="1176"/>
                  </a:cubicBezTo>
                  <a:cubicBezTo>
                    <a:pt x="649" y="1212"/>
                    <a:pt x="613" y="1248"/>
                    <a:pt x="585" y="1284"/>
                  </a:cubicBezTo>
                  <a:lnTo>
                    <a:pt x="485" y="1388"/>
                  </a:lnTo>
                  <a:cubicBezTo>
                    <a:pt x="413" y="1460"/>
                    <a:pt x="349" y="1528"/>
                    <a:pt x="285" y="1600"/>
                  </a:cubicBezTo>
                  <a:cubicBezTo>
                    <a:pt x="217" y="1672"/>
                    <a:pt x="161" y="1748"/>
                    <a:pt x="105" y="1824"/>
                  </a:cubicBezTo>
                  <a:cubicBezTo>
                    <a:pt x="49" y="1904"/>
                    <a:pt x="17" y="1996"/>
                    <a:pt x="21" y="2096"/>
                  </a:cubicBezTo>
                  <a:cubicBezTo>
                    <a:pt x="25" y="2136"/>
                    <a:pt x="33" y="2176"/>
                    <a:pt x="33" y="2212"/>
                  </a:cubicBezTo>
                  <a:lnTo>
                    <a:pt x="33" y="2324"/>
                  </a:lnTo>
                  <a:cubicBezTo>
                    <a:pt x="29" y="2468"/>
                    <a:pt x="17" y="2592"/>
                    <a:pt x="13" y="2676"/>
                  </a:cubicBezTo>
                  <a:cubicBezTo>
                    <a:pt x="5" y="2760"/>
                    <a:pt x="1" y="2808"/>
                    <a:pt x="1" y="2808"/>
                  </a:cubicBezTo>
                  <a:lnTo>
                    <a:pt x="5" y="2808"/>
                  </a:lnTo>
                  <a:cubicBezTo>
                    <a:pt x="5" y="2808"/>
                    <a:pt x="21" y="2760"/>
                    <a:pt x="37" y="2676"/>
                  </a:cubicBezTo>
                  <a:cubicBezTo>
                    <a:pt x="49" y="2636"/>
                    <a:pt x="57" y="2588"/>
                    <a:pt x="69" y="2528"/>
                  </a:cubicBezTo>
                  <a:cubicBezTo>
                    <a:pt x="77" y="2468"/>
                    <a:pt x="85" y="2400"/>
                    <a:pt x="93" y="2328"/>
                  </a:cubicBezTo>
                  <a:cubicBezTo>
                    <a:pt x="93" y="2292"/>
                    <a:pt x="97" y="2252"/>
                    <a:pt x="97" y="2212"/>
                  </a:cubicBezTo>
                  <a:cubicBezTo>
                    <a:pt x="97" y="2168"/>
                    <a:pt x="97" y="2128"/>
                    <a:pt x="89" y="2088"/>
                  </a:cubicBezTo>
                  <a:cubicBezTo>
                    <a:pt x="93" y="2008"/>
                    <a:pt x="117" y="1928"/>
                    <a:pt x="165" y="1864"/>
                  </a:cubicBezTo>
                  <a:cubicBezTo>
                    <a:pt x="213" y="1784"/>
                    <a:pt x="269" y="1712"/>
                    <a:pt x="329" y="1640"/>
                  </a:cubicBezTo>
                  <a:lnTo>
                    <a:pt x="509" y="1416"/>
                  </a:lnTo>
                  <a:lnTo>
                    <a:pt x="693" y="1188"/>
                  </a:lnTo>
                  <a:cubicBezTo>
                    <a:pt x="753" y="1112"/>
                    <a:pt x="817" y="1040"/>
                    <a:pt x="865" y="964"/>
                  </a:cubicBezTo>
                  <a:cubicBezTo>
                    <a:pt x="913" y="884"/>
                    <a:pt x="949" y="800"/>
                    <a:pt x="969" y="712"/>
                  </a:cubicBezTo>
                  <a:cubicBezTo>
                    <a:pt x="985" y="632"/>
                    <a:pt x="989" y="552"/>
                    <a:pt x="981" y="472"/>
                  </a:cubicBezTo>
                  <a:cubicBezTo>
                    <a:pt x="977" y="404"/>
                    <a:pt x="965" y="336"/>
                    <a:pt x="945" y="272"/>
                  </a:cubicBezTo>
                  <a:cubicBezTo>
                    <a:pt x="933" y="220"/>
                    <a:pt x="917" y="168"/>
                    <a:pt x="897" y="120"/>
                  </a:cubicBezTo>
                  <a:cubicBezTo>
                    <a:pt x="881" y="80"/>
                    <a:pt x="857" y="40"/>
                    <a:pt x="8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0"/>
            <p:cNvSpPr/>
            <p:nvPr/>
          </p:nvSpPr>
          <p:spPr>
            <a:xfrm>
              <a:off x="2756919" y="2420673"/>
              <a:ext cx="387048" cy="332245"/>
            </a:xfrm>
            <a:custGeom>
              <a:avLst/>
              <a:gdLst/>
              <a:ahLst/>
              <a:cxnLst/>
              <a:rect l="l" t="t" r="r" b="b"/>
              <a:pathLst>
                <a:path w="1921" h="1649" extrusionOk="0">
                  <a:moveTo>
                    <a:pt x="1917" y="0"/>
                  </a:moveTo>
                  <a:lnTo>
                    <a:pt x="1909" y="32"/>
                  </a:lnTo>
                  <a:cubicBezTo>
                    <a:pt x="1901" y="60"/>
                    <a:pt x="1893" y="88"/>
                    <a:pt x="1881" y="112"/>
                  </a:cubicBezTo>
                  <a:cubicBezTo>
                    <a:pt x="1869" y="156"/>
                    <a:pt x="1853" y="196"/>
                    <a:pt x="1833" y="236"/>
                  </a:cubicBezTo>
                  <a:cubicBezTo>
                    <a:pt x="1813" y="280"/>
                    <a:pt x="1789" y="332"/>
                    <a:pt x="1757" y="384"/>
                  </a:cubicBezTo>
                  <a:cubicBezTo>
                    <a:pt x="1721" y="444"/>
                    <a:pt x="1681" y="500"/>
                    <a:pt x="1641" y="552"/>
                  </a:cubicBezTo>
                  <a:cubicBezTo>
                    <a:pt x="1597" y="612"/>
                    <a:pt x="1545" y="668"/>
                    <a:pt x="1493" y="720"/>
                  </a:cubicBezTo>
                  <a:cubicBezTo>
                    <a:pt x="1461" y="744"/>
                    <a:pt x="1433" y="772"/>
                    <a:pt x="1401" y="796"/>
                  </a:cubicBezTo>
                  <a:cubicBezTo>
                    <a:pt x="1365" y="820"/>
                    <a:pt x="1329" y="840"/>
                    <a:pt x="1293" y="856"/>
                  </a:cubicBezTo>
                  <a:cubicBezTo>
                    <a:pt x="1217" y="892"/>
                    <a:pt x="1137" y="916"/>
                    <a:pt x="1057" y="932"/>
                  </a:cubicBezTo>
                  <a:cubicBezTo>
                    <a:pt x="1017" y="940"/>
                    <a:pt x="977" y="936"/>
                    <a:pt x="933" y="940"/>
                  </a:cubicBezTo>
                  <a:cubicBezTo>
                    <a:pt x="889" y="944"/>
                    <a:pt x="849" y="948"/>
                    <a:pt x="805" y="952"/>
                  </a:cubicBezTo>
                  <a:cubicBezTo>
                    <a:pt x="721" y="964"/>
                    <a:pt x="637" y="988"/>
                    <a:pt x="561" y="1016"/>
                  </a:cubicBezTo>
                  <a:cubicBezTo>
                    <a:pt x="421" y="1068"/>
                    <a:pt x="293" y="1156"/>
                    <a:pt x="193" y="1268"/>
                  </a:cubicBezTo>
                  <a:cubicBezTo>
                    <a:pt x="153" y="1312"/>
                    <a:pt x="117" y="1360"/>
                    <a:pt x="85" y="1408"/>
                  </a:cubicBezTo>
                  <a:cubicBezTo>
                    <a:pt x="61" y="1448"/>
                    <a:pt x="41" y="1488"/>
                    <a:pt x="29" y="1532"/>
                  </a:cubicBezTo>
                  <a:cubicBezTo>
                    <a:pt x="17" y="1560"/>
                    <a:pt x="9" y="1588"/>
                    <a:pt x="5" y="1620"/>
                  </a:cubicBezTo>
                  <a:lnTo>
                    <a:pt x="1" y="1648"/>
                  </a:lnTo>
                  <a:lnTo>
                    <a:pt x="9" y="1648"/>
                  </a:lnTo>
                  <a:cubicBezTo>
                    <a:pt x="9" y="1648"/>
                    <a:pt x="9" y="1640"/>
                    <a:pt x="17" y="1620"/>
                  </a:cubicBezTo>
                  <a:cubicBezTo>
                    <a:pt x="25" y="1592"/>
                    <a:pt x="37" y="1568"/>
                    <a:pt x="53" y="1544"/>
                  </a:cubicBezTo>
                  <a:cubicBezTo>
                    <a:pt x="73" y="1504"/>
                    <a:pt x="97" y="1468"/>
                    <a:pt x="125" y="1432"/>
                  </a:cubicBezTo>
                  <a:cubicBezTo>
                    <a:pt x="157" y="1388"/>
                    <a:pt x="197" y="1348"/>
                    <a:pt x="237" y="1308"/>
                  </a:cubicBezTo>
                  <a:cubicBezTo>
                    <a:pt x="337" y="1212"/>
                    <a:pt x="457" y="1132"/>
                    <a:pt x="585" y="1080"/>
                  </a:cubicBezTo>
                  <a:cubicBezTo>
                    <a:pt x="661" y="1048"/>
                    <a:pt x="733" y="1024"/>
                    <a:pt x="813" y="1008"/>
                  </a:cubicBezTo>
                  <a:cubicBezTo>
                    <a:pt x="853" y="1000"/>
                    <a:pt x="893" y="996"/>
                    <a:pt x="937" y="988"/>
                  </a:cubicBezTo>
                  <a:cubicBezTo>
                    <a:pt x="977" y="980"/>
                    <a:pt x="1021" y="976"/>
                    <a:pt x="1065" y="964"/>
                  </a:cubicBezTo>
                  <a:cubicBezTo>
                    <a:pt x="1105" y="952"/>
                    <a:pt x="1145" y="940"/>
                    <a:pt x="1185" y="924"/>
                  </a:cubicBezTo>
                  <a:cubicBezTo>
                    <a:pt x="1205" y="916"/>
                    <a:pt x="1225" y="908"/>
                    <a:pt x="1245" y="900"/>
                  </a:cubicBezTo>
                  <a:lnTo>
                    <a:pt x="1301" y="872"/>
                  </a:lnTo>
                  <a:cubicBezTo>
                    <a:pt x="1341" y="856"/>
                    <a:pt x="1377" y="836"/>
                    <a:pt x="1413" y="812"/>
                  </a:cubicBezTo>
                  <a:cubicBezTo>
                    <a:pt x="1449" y="788"/>
                    <a:pt x="1481" y="768"/>
                    <a:pt x="1517" y="744"/>
                  </a:cubicBezTo>
                  <a:cubicBezTo>
                    <a:pt x="1545" y="720"/>
                    <a:pt x="1577" y="696"/>
                    <a:pt x="1609" y="668"/>
                  </a:cubicBezTo>
                  <a:lnTo>
                    <a:pt x="1649" y="628"/>
                  </a:lnTo>
                  <a:lnTo>
                    <a:pt x="1689" y="584"/>
                  </a:lnTo>
                  <a:cubicBezTo>
                    <a:pt x="1769" y="484"/>
                    <a:pt x="1833" y="372"/>
                    <a:pt x="1877" y="248"/>
                  </a:cubicBezTo>
                  <a:cubicBezTo>
                    <a:pt x="1889" y="204"/>
                    <a:pt x="1901" y="160"/>
                    <a:pt x="1909" y="116"/>
                  </a:cubicBezTo>
                  <a:cubicBezTo>
                    <a:pt x="1913" y="88"/>
                    <a:pt x="1917" y="60"/>
                    <a:pt x="1921" y="28"/>
                  </a:cubicBezTo>
                  <a:lnTo>
                    <a:pt x="19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0"/>
            <p:cNvSpPr/>
            <p:nvPr/>
          </p:nvSpPr>
          <p:spPr>
            <a:xfrm>
              <a:off x="2762561" y="2739822"/>
              <a:ext cx="381406" cy="55005"/>
            </a:xfrm>
            <a:custGeom>
              <a:avLst/>
              <a:gdLst/>
              <a:ahLst/>
              <a:cxnLst/>
              <a:rect l="l" t="t" r="r" b="b"/>
              <a:pathLst>
                <a:path w="1893" h="273" extrusionOk="0">
                  <a:moveTo>
                    <a:pt x="961" y="0"/>
                  </a:moveTo>
                  <a:cubicBezTo>
                    <a:pt x="897" y="0"/>
                    <a:pt x="833" y="4"/>
                    <a:pt x="773" y="8"/>
                  </a:cubicBezTo>
                  <a:cubicBezTo>
                    <a:pt x="709" y="16"/>
                    <a:pt x="649" y="24"/>
                    <a:pt x="589" y="32"/>
                  </a:cubicBezTo>
                  <a:cubicBezTo>
                    <a:pt x="533" y="40"/>
                    <a:pt x="477" y="52"/>
                    <a:pt x="421" y="64"/>
                  </a:cubicBezTo>
                  <a:cubicBezTo>
                    <a:pt x="369" y="80"/>
                    <a:pt x="321" y="96"/>
                    <a:pt x="277" y="116"/>
                  </a:cubicBezTo>
                  <a:cubicBezTo>
                    <a:pt x="181" y="156"/>
                    <a:pt x="85" y="204"/>
                    <a:pt x="1" y="264"/>
                  </a:cubicBezTo>
                  <a:lnTo>
                    <a:pt x="1" y="272"/>
                  </a:lnTo>
                  <a:lnTo>
                    <a:pt x="85" y="244"/>
                  </a:lnTo>
                  <a:lnTo>
                    <a:pt x="297" y="172"/>
                  </a:lnTo>
                  <a:lnTo>
                    <a:pt x="441" y="124"/>
                  </a:lnTo>
                  <a:cubicBezTo>
                    <a:pt x="489" y="104"/>
                    <a:pt x="541" y="84"/>
                    <a:pt x="597" y="68"/>
                  </a:cubicBezTo>
                  <a:cubicBezTo>
                    <a:pt x="676" y="43"/>
                    <a:pt x="755" y="28"/>
                    <a:pt x="837" y="28"/>
                  </a:cubicBezTo>
                  <a:cubicBezTo>
                    <a:pt x="846" y="28"/>
                    <a:pt x="855" y="28"/>
                    <a:pt x="865" y="28"/>
                  </a:cubicBezTo>
                  <a:cubicBezTo>
                    <a:pt x="897" y="32"/>
                    <a:pt x="929" y="32"/>
                    <a:pt x="957" y="40"/>
                  </a:cubicBezTo>
                  <a:cubicBezTo>
                    <a:pt x="1013" y="52"/>
                    <a:pt x="1073" y="72"/>
                    <a:pt x="1133" y="92"/>
                  </a:cubicBezTo>
                  <a:lnTo>
                    <a:pt x="1309" y="140"/>
                  </a:lnTo>
                  <a:cubicBezTo>
                    <a:pt x="1361" y="156"/>
                    <a:pt x="1417" y="168"/>
                    <a:pt x="1477" y="176"/>
                  </a:cubicBezTo>
                  <a:cubicBezTo>
                    <a:pt x="1525" y="188"/>
                    <a:pt x="1577" y="192"/>
                    <a:pt x="1629" y="192"/>
                  </a:cubicBezTo>
                  <a:cubicBezTo>
                    <a:pt x="1677" y="192"/>
                    <a:pt x="1721" y="188"/>
                    <a:pt x="1765" y="176"/>
                  </a:cubicBezTo>
                  <a:cubicBezTo>
                    <a:pt x="1801" y="164"/>
                    <a:pt x="1833" y="148"/>
                    <a:pt x="1857" y="120"/>
                  </a:cubicBezTo>
                  <a:cubicBezTo>
                    <a:pt x="1869" y="104"/>
                    <a:pt x="1881" y="80"/>
                    <a:pt x="1885" y="60"/>
                  </a:cubicBezTo>
                  <a:cubicBezTo>
                    <a:pt x="1893" y="44"/>
                    <a:pt x="1893" y="36"/>
                    <a:pt x="1893" y="36"/>
                  </a:cubicBezTo>
                  <a:lnTo>
                    <a:pt x="1885" y="36"/>
                  </a:lnTo>
                  <a:lnTo>
                    <a:pt x="1873" y="56"/>
                  </a:lnTo>
                  <a:cubicBezTo>
                    <a:pt x="1865" y="72"/>
                    <a:pt x="1853" y="88"/>
                    <a:pt x="1837" y="100"/>
                  </a:cubicBezTo>
                  <a:cubicBezTo>
                    <a:pt x="1813" y="120"/>
                    <a:pt x="1785" y="128"/>
                    <a:pt x="1753" y="132"/>
                  </a:cubicBezTo>
                  <a:cubicBezTo>
                    <a:pt x="1733" y="134"/>
                    <a:pt x="1713" y="135"/>
                    <a:pt x="1693" y="135"/>
                  </a:cubicBezTo>
                  <a:cubicBezTo>
                    <a:pt x="1673" y="135"/>
                    <a:pt x="1653" y="134"/>
                    <a:pt x="1633" y="132"/>
                  </a:cubicBezTo>
                  <a:cubicBezTo>
                    <a:pt x="1545" y="124"/>
                    <a:pt x="1437" y="96"/>
                    <a:pt x="1325" y="72"/>
                  </a:cubicBezTo>
                  <a:lnTo>
                    <a:pt x="1149" y="32"/>
                  </a:lnTo>
                  <a:cubicBezTo>
                    <a:pt x="1089" y="16"/>
                    <a:pt x="1025" y="8"/>
                    <a:pt x="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0"/>
            <p:cNvSpPr/>
            <p:nvPr/>
          </p:nvSpPr>
          <p:spPr>
            <a:xfrm>
              <a:off x="2806887" y="2818401"/>
              <a:ext cx="323379" cy="141642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4" y="1"/>
                  </a:moveTo>
                  <a:cubicBezTo>
                    <a:pt x="311" y="1"/>
                    <a:pt x="298" y="1"/>
                    <a:pt x="285" y="2"/>
                  </a:cubicBezTo>
                  <a:cubicBezTo>
                    <a:pt x="189" y="2"/>
                    <a:pt x="93" y="14"/>
                    <a:pt x="1" y="38"/>
                  </a:cubicBezTo>
                  <a:lnTo>
                    <a:pt x="5" y="46"/>
                  </a:lnTo>
                  <a:lnTo>
                    <a:pt x="81" y="50"/>
                  </a:lnTo>
                  <a:cubicBezTo>
                    <a:pt x="133" y="54"/>
                    <a:pt x="201" y="58"/>
                    <a:pt x="285" y="58"/>
                  </a:cubicBezTo>
                  <a:lnTo>
                    <a:pt x="421" y="66"/>
                  </a:lnTo>
                  <a:cubicBezTo>
                    <a:pt x="453" y="66"/>
                    <a:pt x="486" y="65"/>
                    <a:pt x="521" y="65"/>
                  </a:cubicBezTo>
                  <a:cubicBezTo>
                    <a:pt x="538" y="65"/>
                    <a:pt x="555" y="65"/>
                    <a:pt x="573" y="66"/>
                  </a:cubicBezTo>
                  <a:cubicBezTo>
                    <a:pt x="625" y="66"/>
                    <a:pt x="681" y="74"/>
                    <a:pt x="733" y="90"/>
                  </a:cubicBezTo>
                  <a:cubicBezTo>
                    <a:pt x="789" y="102"/>
                    <a:pt x="841" y="126"/>
                    <a:pt x="889" y="154"/>
                  </a:cubicBezTo>
                  <a:cubicBezTo>
                    <a:pt x="981" y="206"/>
                    <a:pt x="1065" y="274"/>
                    <a:pt x="1141" y="354"/>
                  </a:cubicBezTo>
                  <a:cubicBezTo>
                    <a:pt x="1177" y="390"/>
                    <a:pt x="1209" y="430"/>
                    <a:pt x="1249" y="462"/>
                  </a:cubicBezTo>
                  <a:cubicBezTo>
                    <a:pt x="1265" y="482"/>
                    <a:pt x="1285" y="498"/>
                    <a:pt x="1309" y="514"/>
                  </a:cubicBezTo>
                  <a:lnTo>
                    <a:pt x="1365" y="546"/>
                  </a:lnTo>
                  <a:lnTo>
                    <a:pt x="1601" y="702"/>
                  </a:lnTo>
                  <a:lnTo>
                    <a:pt x="1605" y="698"/>
                  </a:lnTo>
                  <a:cubicBezTo>
                    <a:pt x="1605" y="698"/>
                    <a:pt x="1585" y="678"/>
                    <a:pt x="1553" y="638"/>
                  </a:cubicBezTo>
                  <a:cubicBezTo>
                    <a:pt x="1505" y="590"/>
                    <a:pt x="1453" y="542"/>
                    <a:pt x="1401" y="498"/>
                  </a:cubicBezTo>
                  <a:lnTo>
                    <a:pt x="1345" y="458"/>
                  </a:lnTo>
                  <a:cubicBezTo>
                    <a:pt x="1329" y="446"/>
                    <a:pt x="1313" y="430"/>
                    <a:pt x="1297" y="414"/>
                  </a:cubicBezTo>
                  <a:cubicBezTo>
                    <a:pt x="1265" y="382"/>
                    <a:pt x="1229" y="342"/>
                    <a:pt x="1189" y="306"/>
                  </a:cubicBezTo>
                  <a:cubicBezTo>
                    <a:pt x="1149" y="266"/>
                    <a:pt x="1105" y="230"/>
                    <a:pt x="1057" y="198"/>
                  </a:cubicBezTo>
                  <a:cubicBezTo>
                    <a:pt x="1009" y="166"/>
                    <a:pt x="957" y="138"/>
                    <a:pt x="901" y="118"/>
                  </a:cubicBezTo>
                  <a:cubicBezTo>
                    <a:pt x="849" y="102"/>
                    <a:pt x="793" y="82"/>
                    <a:pt x="737" y="70"/>
                  </a:cubicBezTo>
                  <a:cubicBezTo>
                    <a:pt x="681" y="58"/>
                    <a:pt x="629" y="42"/>
                    <a:pt x="577" y="30"/>
                  </a:cubicBezTo>
                  <a:cubicBezTo>
                    <a:pt x="525" y="18"/>
                    <a:pt x="473" y="10"/>
                    <a:pt x="421" y="6"/>
                  </a:cubicBezTo>
                  <a:cubicBezTo>
                    <a:pt x="390" y="4"/>
                    <a:pt x="356" y="1"/>
                    <a:pt x="3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0"/>
            <p:cNvSpPr/>
            <p:nvPr/>
          </p:nvSpPr>
          <p:spPr>
            <a:xfrm>
              <a:off x="2752084" y="2839758"/>
              <a:ext cx="241980" cy="167835"/>
            </a:xfrm>
            <a:custGeom>
              <a:avLst/>
              <a:gdLst/>
              <a:ahLst/>
              <a:cxnLst/>
              <a:rect l="l" t="t" r="r" b="b"/>
              <a:pathLst>
                <a:path w="1201" h="833" extrusionOk="0">
                  <a:moveTo>
                    <a:pt x="5" y="0"/>
                  </a:moveTo>
                  <a:lnTo>
                    <a:pt x="1" y="4"/>
                  </a:lnTo>
                  <a:cubicBezTo>
                    <a:pt x="1" y="4"/>
                    <a:pt x="85" y="48"/>
                    <a:pt x="213" y="108"/>
                  </a:cubicBezTo>
                  <a:cubicBezTo>
                    <a:pt x="245" y="120"/>
                    <a:pt x="277" y="136"/>
                    <a:pt x="313" y="152"/>
                  </a:cubicBezTo>
                  <a:cubicBezTo>
                    <a:pt x="349" y="168"/>
                    <a:pt x="393" y="176"/>
                    <a:pt x="433" y="192"/>
                  </a:cubicBezTo>
                  <a:cubicBezTo>
                    <a:pt x="477" y="208"/>
                    <a:pt x="517" y="228"/>
                    <a:pt x="557" y="248"/>
                  </a:cubicBezTo>
                  <a:cubicBezTo>
                    <a:pt x="597" y="272"/>
                    <a:pt x="633" y="296"/>
                    <a:pt x="669" y="324"/>
                  </a:cubicBezTo>
                  <a:cubicBezTo>
                    <a:pt x="709" y="352"/>
                    <a:pt x="745" y="384"/>
                    <a:pt x="777" y="412"/>
                  </a:cubicBezTo>
                  <a:cubicBezTo>
                    <a:pt x="813" y="440"/>
                    <a:pt x="849" y="468"/>
                    <a:pt x="877" y="496"/>
                  </a:cubicBezTo>
                  <a:cubicBezTo>
                    <a:pt x="909" y="524"/>
                    <a:pt x="941" y="552"/>
                    <a:pt x="969" y="580"/>
                  </a:cubicBezTo>
                  <a:cubicBezTo>
                    <a:pt x="997" y="608"/>
                    <a:pt x="1025" y="632"/>
                    <a:pt x="1049" y="656"/>
                  </a:cubicBezTo>
                  <a:cubicBezTo>
                    <a:pt x="1069" y="680"/>
                    <a:pt x="1089" y="704"/>
                    <a:pt x="1109" y="724"/>
                  </a:cubicBezTo>
                  <a:cubicBezTo>
                    <a:pt x="1129" y="744"/>
                    <a:pt x="1141" y="764"/>
                    <a:pt x="1157" y="780"/>
                  </a:cubicBezTo>
                  <a:cubicBezTo>
                    <a:pt x="1181" y="812"/>
                    <a:pt x="1197" y="832"/>
                    <a:pt x="1197" y="832"/>
                  </a:cubicBezTo>
                  <a:lnTo>
                    <a:pt x="1201" y="832"/>
                  </a:lnTo>
                  <a:cubicBezTo>
                    <a:pt x="1201" y="832"/>
                    <a:pt x="1193" y="808"/>
                    <a:pt x="1181" y="772"/>
                  </a:cubicBezTo>
                  <a:cubicBezTo>
                    <a:pt x="1173" y="748"/>
                    <a:pt x="1161" y="724"/>
                    <a:pt x="1149" y="700"/>
                  </a:cubicBezTo>
                  <a:cubicBezTo>
                    <a:pt x="1133" y="676"/>
                    <a:pt x="1121" y="648"/>
                    <a:pt x="1097" y="620"/>
                  </a:cubicBezTo>
                  <a:cubicBezTo>
                    <a:pt x="1073" y="592"/>
                    <a:pt x="1053" y="560"/>
                    <a:pt x="1021" y="528"/>
                  </a:cubicBezTo>
                  <a:cubicBezTo>
                    <a:pt x="993" y="500"/>
                    <a:pt x="961" y="468"/>
                    <a:pt x="925" y="444"/>
                  </a:cubicBezTo>
                  <a:cubicBezTo>
                    <a:pt x="889" y="416"/>
                    <a:pt x="853" y="388"/>
                    <a:pt x="813" y="364"/>
                  </a:cubicBezTo>
                  <a:cubicBezTo>
                    <a:pt x="773" y="340"/>
                    <a:pt x="733" y="316"/>
                    <a:pt x="689" y="296"/>
                  </a:cubicBezTo>
                  <a:cubicBezTo>
                    <a:pt x="609" y="256"/>
                    <a:pt x="525" y="212"/>
                    <a:pt x="449" y="164"/>
                  </a:cubicBezTo>
                  <a:cubicBezTo>
                    <a:pt x="413" y="140"/>
                    <a:pt x="373" y="116"/>
                    <a:pt x="341" y="100"/>
                  </a:cubicBezTo>
                  <a:cubicBezTo>
                    <a:pt x="305" y="80"/>
                    <a:pt x="269" y="68"/>
                    <a:pt x="233" y="56"/>
                  </a:cubicBezTo>
                  <a:cubicBezTo>
                    <a:pt x="181" y="36"/>
                    <a:pt x="125" y="20"/>
                    <a:pt x="69" y="8"/>
                  </a:cubicBezTo>
                  <a:cubicBezTo>
                    <a:pt x="49" y="4"/>
                    <a:pt x="25" y="0"/>
                    <a:pt x="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0"/>
            <p:cNvSpPr/>
            <p:nvPr/>
          </p:nvSpPr>
          <p:spPr>
            <a:xfrm>
              <a:off x="2683579" y="2876831"/>
              <a:ext cx="297590" cy="396719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5" y="0"/>
                  </a:moveTo>
                  <a:lnTo>
                    <a:pt x="1" y="12"/>
                  </a:lnTo>
                  <a:cubicBezTo>
                    <a:pt x="17" y="44"/>
                    <a:pt x="41" y="72"/>
                    <a:pt x="65" y="100"/>
                  </a:cubicBezTo>
                  <a:cubicBezTo>
                    <a:pt x="125" y="176"/>
                    <a:pt x="197" y="240"/>
                    <a:pt x="273" y="300"/>
                  </a:cubicBezTo>
                  <a:cubicBezTo>
                    <a:pt x="325" y="340"/>
                    <a:pt x="377" y="376"/>
                    <a:pt x="433" y="408"/>
                  </a:cubicBezTo>
                  <a:cubicBezTo>
                    <a:pt x="493" y="444"/>
                    <a:pt x="553" y="484"/>
                    <a:pt x="605" y="528"/>
                  </a:cubicBezTo>
                  <a:cubicBezTo>
                    <a:pt x="665" y="576"/>
                    <a:pt x="717" y="628"/>
                    <a:pt x="765" y="688"/>
                  </a:cubicBezTo>
                  <a:cubicBezTo>
                    <a:pt x="789" y="720"/>
                    <a:pt x="813" y="752"/>
                    <a:pt x="833" y="784"/>
                  </a:cubicBezTo>
                  <a:cubicBezTo>
                    <a:pt x="853" y="816"/>
                    <a:pt x="873" y="848"/>
                    <a:pt x="893" y="884"/>
                  </a:cubicBezTo>
                  <a:cubicBezTo>
                    <a:pt x="929" y="952"/>
                    <a:pt x="965" y="1024"/>
                    <a:pt x="997" y="1092"/>
                  </a:cubicBezTo>
                  <a:cubicBezTo>
                    <a:pt x="1029" y="1160"/>
                    <a:pt x="1053" y="1232"/>
                    <a:pt x="1077" y="1300"/>
                  </a:cubicBezTo>
                  <a:cubicBezTo>
                    <a:pt x="1101" y="1368"/>
                    <a:pt x="1117" y="1432"/>
                    <a:pt x="1133" y="1500"/>
                  </a:cubicBezTo>
                  <a:cubicBezTo>
                    <a:pt x="1145" y="1564"/>
                    <a:pt x="1165" y="1628"/>
                    <a:pt x="1193" y="1688"/>
                  </a:cubicBezTo>
                  <a:cubicBezTo>
                    <a:pt x="1217" y="1740"/>
                    <a:pt x="1245" y="1788"/>
                    <a:pt x="1281" y="1832"/>
                  </a:cubicBezTo>
                  <a:cubicBezTo>
                    <a:pt x="1309" y="1864"/>
                    <a:pt x="1341" y="1896"/>
                    <a:pt x="1377" y="1920"/>
                  </a:cubicBezTo>
                  <a:cubicBezTo>
                    <a:pt x="1405" y="1944"/>
                    <a:pt x="1441" y="1960"/>
                    <a:pt x="1477" y="1968"/>
                  </a:cubicBezTo>
                  <a:lnTo>
                    <a:pt x="1477" y="1964"/>
                  </a:lnTo>
                  <a:cubicBezTo>
                    <a:pt x="1469" y="1960"/>
                    <a:pt x="1461" y="1956"/>
                    <a:pt x="1453" y="1948"/>
                  </a:cubicBezTo>
                  <a:cubicBezTo>
                    <a:pt x="1429" y="1932"/>
                    <a:pt x="1409" y="1916"/>
                    <a:pt x="1393" y="1900"/>
                  </a:cubicBezTo>
                  <a:cubicBezTo>
                    <a:pt x="1361" y="1872"/>
                    <a:pt x="1337" y="1840"/>
                    <a:pt x="1317" y="1804"/>
                  </a:cubicBezTo>
                  <a:cubicBezTo>
                    <a:pt x="1289" y="1760"/>
                    <a:pt x="1265" y="1712"/>
                    <a:pt x="1245" y="1664"/>
                  </a:cubicBezTo>
                  <a:cubicBezTo>
                    <a:pt x="1225" y="1608"/>
                    <a:pt x="1209" y="1548"/>
                    <a:pt x="1201" y="1488"/>
                  </a:cubicBezTo>
                  <a:cubicBezTo>
                    <a:pt x="1189" y="1416"/>
                    <a:pt x="1169" y="1344"/>
                    <a:pt x="1141" y="1276"/>
                  </a:cubicBezTo>
                  <a:cubicBezTo>
                    <a:pt x="1089" y="1128"/>
                    <a:pt x="1013" y="988"/>
                    <a:pt x="921" y="860"/>
                  </a:cubicBezTo>
                  <a:cubicBezTo>
                    <a:pt x="877" y="796"/>
                    <a:pt x="829" y="732"/>
                    <a:pt x="777" y="672"/>
                  </a:cubicBezTo>
                  <a:cubicBezTo>
                    <a:pt x="729" y="612"/>
                    <a:pt x="677" y="552"/>
                    <a:pt x="629" y="496"/>
                  </a:cubicBezTo>
                  <a:cubicBezTo>
                    <a:pt x="577" y="440"/>
                    <a:pt x="521" y="396"/>
                    <a:pt x="461" y="352"/>
                  </a:cubicBezTo>
                  <a:cubicBezTo>
                    <a:pt x="405" y="320"/>
                    <a:pt x="353" y="284"/>
                    <a:pt x="305" y="248"/>
                  </a:cubicBezTo>
                  <a:cubicBezTo>
                    <a:pt x="257" y="216"/>
                    <a:pt x="213" y="184"/>
                    <a:pt x="177" y="156"/>
                  </a:cubicBezTo>
                  <a:cubicBezTo>
                    <a:pt x="141" y="124"/>
                    <a:pt x="109" y="96"/>
                    <a:pt x="81" y="76"/>
                  </a:cubicBezTo>
                  <a:cubicBezTo>
                    <a:pt x="33" y="28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0"/>
            <p:cNvSpPr/>
            <p:nvPr/>
          </p:nvSpPr>
          <p:spPr>
            <a:xfrm>
              <a:off x="2594926" y="2889726"/>
              <a:ext cx="89660" cy="434598"/>
            </a:xfrm>
            <a:custGeom>
              <a:avLst/>
              <a:gdLst/>
              <a:ahLst/>
              <a:cxnLst/>
              <a:rect l="l" t="t" r="r" b="b"/>
              <a:pathLst>
                <a:path w="445" h="2157" extrusionOk="0">
                  <a:moveTo>
                    <a:pt x="265" y="0"/>
                  </a:moveTo>
                  <a:cubicBezTo>
                    <a:pt x="253" y="28"/>
                    <a:pt x="245" y="60"/>
                    <a:pt x="237" y="96"/>
                  </a:cubicBezTo>
                  <a:cubicBezTo>
                    <a:pt x="217" y="180"/>
                    <a:pt x="213" y="268"/>
                    <a:pt x="221" y="360"/>
                  </a:cubicBezTo>
                  <a:cubicBezTo>
                    <a:pt x="225" y="420"/>
                    <a:pt x="241" y="480"/>
                    <a:pt x="269" y="536"/>
                  </a:cubicBezTo>
                  <a:cubicBezTo>
                    <a:pt x="277" y="548"/>
                    <a:pt x="285" y="564"/>
                    <a:pt x="297" y="580"/>
                  </a:cubicBezTo>
                  <a:lnTo>
                    <a:pt x="325" y="616"/>
                  </a:lnTo>
                  <a:cubicBezTo>
                    <a:pt x="337" y="628"/>
                    <a:pt x="345" y="640"/>
                    <a:pt x="357" y="656"/>
                  </a:cubicBezTo>
                  <a:lnTo>
                    <a:pt x="377" y="696"/>
                  </a:lnTo>
                  <a:cubicBezTo>
                    <a:pt x="405" y="756"/>
                    <a:pt x="417" y="824"/>
                    <a:pt x="421" y="896"/>
                  </a:cubicBezTo>
                  <a:cubicBezTo>
                    <a:pt x="425" y="964"/>
                    <a:pt x="421" y="1036"/>
                    <a:pt x="409" y="1104"/>
                  </a:cubicBezTo>
                  <a:cubicBezTo>
                    <a:pt x="393" y="1176"/>
                    <a:pt x="377" y="1244"/>
                    <a:pt x="357" y="1312"/>
                  </a:cubicBezTo>
                  <a:cubicBezTo>
                    <a:pt x="341" y="1376"/>
                    <a:pt x="313" y="1436"/>
                    <a:pt x="281" y="1492"/>
                  </a:cubicBezTo>
                  <a:cubicBezTo>
                    <a:pt x="273" y="1504"/>
                    <a:pt x="265" y="1516"/>
                    <a:pt x="257" y="1528"/>
                  </a:cubicBezTo>
                  <a:lnTo>
                    <a:pt x="221" y="1564"/>
                  </a:lnTo>
                  <a:cubicBezTo>
                    <a:pt x="201" y="1588"/>
                    <a:pt x="181" y="1616"/>
                    <a:pt x="165" y="1644"/>
                  </a:cubicBezTo>
                  <a:cubicBezTo>
                    <a:pt x="133" y="1692"/>
                    <a:pt x="101" y="1748"/>
                    <a:pt x="81" y="1800"/>
                  </a:cubicBezTo>
                  <a:cubicBezTo>
                    <a:pt x="57" y="1844"/>
                    <a:pt x="41" y="1892"/>
                    <a:pt x="25" y="1940"/>
                  </a:cubicBezTo>
                  <a:cubicBezTo>
                    <a:pt x="13" y="1980"/>
                    <a:pt x="9" y="2016"/>
                    <a:pt x="5" y="2056"/>
                  </a:cubicBezTo>
                  <a:cubicBezTo>
                    <a:pt x="1" y="2080"/>
                    <a:pt x="5" y="2108"/>
                    <a:pt x="9" y="2132"/>
                  </a:cubicBezTo>
                  <a:cubicBezTo>
                    <a:pt x="17" y="2148"/>
                    <a:pt x="21" y="2156"/>
                    <a:pt x="21" y="2156"/>
                  </a:cubicBezTo>
                  <a:lnTo>
                    <a:pt x="29" y="2152"/>
                  </a:lnTo>
                  <a:cubicBezTo>
                    <a:pt x="29" y="2152"/>
                    <a:pt x="25" y="2144"/>
                    <a:pt x="25" y="2128"/>
                  </a:cubicBezTo>
                  <a:cubicBezTo>
                    <a:pt x="21" y="2104"/>
                    <a:pt x="25" y="2084"/>
                    <a:pt x="33" y="2060"/>
                  </a:cubicBezTo>
                  <a:cubicBezTo>
                    <a:pt x="57" y="1980"/>
                    <a:pt x="89" y="1900"/>
                    <a:pt x="133" y="1828"/>
                  </a:cubicBezTo>
                  <a:cubicBezTo>
                    <a:pt x="157" y="1780"/>
                    <a:pt x="189" y="1736"/>
                    <a:pt x="221" y="1684"/>
                  </a:cubicBezTo>
                  <a:cubicBezTo>
                    <a:pt x="241" y="1664"/>
                    <a:pt x="257" y="1636"/>
                    <a:pt x="277" y="1612"/>
                  </a:cubicBezTo>
                  <a:lnTo>
                    <a:pt x="309" y="1576"/>
                  </a:lnTo>
                  <a:cubicBezTo>
                    <a:pt x="321" y="1560"/>
                    <a:pt x="333" y="1544"/>
                    <a:pt x="341" y="1528"/>
                  </a:cubicBezTo>
                  <a:cubicBezTo>
                    <a:pt x="373" y="1464"/>
                    <a:pt x="401" y="1396"/>
                    <a:pt x="413" y="1328"/>
                  </a:cubicBezTo>
                  <a:cubicBezTo>
                    <a:pt x="429" y="1256"/>
                    <a:pt x="441" y="1184"/>
                    <a:pt x="441" y="1108"/>
                  </a:cubicBezTo>
                  <a:cubicBezTo>
                    <a:pt x="445" y="1036"/>
                    <a:pt x="445" y="964"/>
                    <a:pt x="437" y="892"/>
                  </a:cubicBezTo>
                  <a:cubicBezTo>
                    <a:pt x="437" y="824"/>
                    <a:pt x="425" y="752"/>
                    <a:pt x="409" y="684"/>
                  </a:cubicBezTo>
                  <a:cubicBezTo>
                    <a:pt x="389" y="612"/>
                    <a:pt x="341" y="560"/>
                    <a:pt x="321" y="512"/>
                  </a:cubicBezTo>
                  <a:cubicBezTo>
                    <a:pt x="297" y="460"/>
                    <a:pt x="285" y="408"/>
                    <a:pt x="277" y="356"/>
                  </a:cubicBezTo>
                  <a:cubicBezTo>
                    <a:pt x="269" y="308"/>
                    <a:pt x="265" y="260"/>
                    <a:pt x="265" y="212"/>
                  </a:cubicBezTo>
                  <a:lnTo>
                    <a:pt x="265" y="100"/>
                  </a:lnTo>
                  <a:cubicBezTo>
                    <a:pt x="265" y="36"/>
                    <a:pt x="269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0"/>
            <p:cNvSpPr/>
            <p:nvPr/>
          </p:nvSpPr>
          <p:spPr>
            <a:xfrm>
              <a:off x="2482095" y="2920351"/>
              <a:ext cx="82406" cy="256487"/>
            </a:xfrm>
            <a:custGeom>
              <a:avLst/>
              <a:gdLst/>
              <a:ahLst/>
              <a:cxnLst/>
              <a:rect l="l" t="t" r="r" b="b"/>
              <a:pathLst>
                <a:path w="409" h="1273" extrusionOk="0">
                  <a:moveTo>
                    <a:pt x="405" y="0"/>
                  </a:moveTo>
                  <a:cubicBezTo>
                    <a:pt x="345" y="44"/>
                    <a:pt x="293" y="96"/>
                    <a:pt x="249" y="152"/>
                  </a:cubicBezTo>
                  <a:cubicBezTo>
                    <a:pt x="229" y="180"/>
                    <a:pt x="209" y="208"/>
                    <a:pt x="189" y="240"/>
                  </a:cubicBezTo>
                  <a:cubicBezTo>
                    <a:pt x="173" y="276"/>
                    <a:pt x="157" y="312"/>
                    <a:pt x="145" y="352"/>
                  </a:cubicBezTo>
                  <a:cubicBezTo>
                    <a:pt x="133" y="396"/>
                    <a:pt x="129" y="436"/>
                    <a:pt x="133" y="480"/>
                  </a:cubicBezTo>
                  <a:cubicBezTo>
                    <a:pt x="137" y="524"/>
                    <a:pt x="137" y="568"/>
                    <a:pt x="137" y="608"/>
                  </a:cubicBezTo>
                  <a:cubicBezTo>
                    <a:pt x="133" y="652"/>
                    <a:pt x="129" y="692"/>
                    <a:pt x="125" y="736"/>
                  </a:cubicBezTo>
                  <a:cubicBezTo>
                    <a:pt x="121" y="776"/>
                    <a:pt x="117" y="816"/>
                    <a:pt x="109" y="856"/>
                  </a:cubicBezTo>
                  <a:cubicBezTo>
                    <a:pt x="93" y="932"/>
                    <a:pt x="77" y="1000"/>
                    <a:pt x="61" y="1064"/>
                  </a:cubicBezTo>
                  <a:cubicBezTo>
                    <a:pt x="45" y="1124"/>
                    <a:pt x="33" y="1176"/>
                    <a:pt x="21" y="1212"/>
                  </a:cubicBezTo>
                  <a:cubicBezTo>
                    <a:pt x="9" y="1248"/>
                    <a:pt x="1" y="1268"/>
                    <a:pt x="1" y="1268"/>
                  </a:cubicBezTo>
                  <a:lnTo>
                    <a:pt x="9" y="1272"/>
                  </a:lnTo>
                  <a:cubicBezTo>
                    <a:pt x="9" y="1272"/>
                    <a:pt x="21" y="1252"/>
                    <a:pt x="45" y="1224"/>
                  </a:cubicBezTo>
                  <a:cubicBezTo>
                    <a:pt x="57" y="1204"/>
                    <a:pt x="69" y="1184"/>
                    <a:pt x="81" y="1164"/>
                  </a:cubicBezTo>
                  <a:cubicBezTo>
                    <a:pt x="93" y="1136"/>
                    <a:pt x="109" y="1112"/>
                    <a:pt x="121" y="1084"/>
                  </a:cubicBezTo>
                  <a:cubicBezTo>
                    <a:pt x="133" y="1052"/>
                    <a:pt x="145" y="1016"/>
                    <a:pt x="153" y="984"/>
                  </a:cubicBezTo>
                  <a:cubicBezTo>
                    <a:pt x="165" y="944"/>
                    <a:pt x="173" y="904"/>
                    <a:pt x="177" y="864"/>
                  </a:cubicBezTo>
                  <a:cubicBezTo>
                    <a:pt x="181" y="824"/>
                    <a:pt x="185" y="780"/>
                    <a:pt x="185" y="740"/>
                  </a:cubicBezTo>
                  <a:cubicBezTo>
                    <a:pt x="185" y="696"/>
                    <a:pt x="181" y="652"/>
                    <a:pt x="173" y="608"/>
                  </a:cubicBezTo>
                  <a:cubicBezTo>
                    <a:pt x="165" y="564"/>
                    <a:pt x="157" y="524"/>
                    <a:pt x="153" y="480"/>
                  </a:cubicBezTo>
                  <a:cubicBezTo>
                    <a:pt x="149" y="440"/>
                    <a:pt x="161" y="400"/>
                    <a:pt x="181" y="368"/>
                  </a:cubicBezTo>
                  <a:cubicBezTo>
                    <a:pt x="201" y="332"/>
                    <a:pt x="225" y="304"/>
                    <a:pt x="241" y="272"/>
                  </a:cubicBezTo>
                  <a:lnTo>
                    <a:pt x="297" y="188"/>
                  </a:lnTo>
                  <a:cubicBezTo>
                    <a:pt x="333" y="132"/>
                    <a:pt x="361" y="88"/>
                    <a:pt x="381" y="56"/>
                  </a:cubicBezTo>
                  <a:cubicBezTo>
                    <a:pt x="397" y="24"/>
                    <a:pt x="409" y="8"/>
                    <a:pt x="409" y="8"/>
                  </a:cubicBezTo>
                  <a:lnTo>
                    <a:pt x="4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0"/>
            <p:cNvSpPr/>
            <p:nvPr/>
          </p:nvSpPr>
          <p:spPr>
            <a:xfrm>
              <a:off x="2586061" y="2944529"/>
              <a:ext cx="34856" cy="170253"/>
            </a:xfrm>
            <a:custGeom>
              <a:avLst/>
              <a:gdLst/>
              <a:ahLst/>
              <a:cxnLst/>
              <a:rect l="l" t="t" r="r" b="b"/>
              <a:pathLst>
                <a:path w="173" h="845" extrusionOk="0">
                  <a:moveTo>
                    <a:pt x="33" y="0"/>
                  </a:moveTo>
                  <a:cubicBezTo>
                    <a:pt x="25" y="12"/>
                    <a:pt x="21" y="24"/>
                    <a:pt x="21" y="36"/>
                  </a:cubicBezTo>
                  <a:cubicBezTo>
                    <a:pt x="9" y="68"/>
                    <a:pt x="5" y="100"/>
                    <a:pt x="1" y="136"/>
                  </a:cubicBezTo>
                  <a:cubicBezTo>
                    <a:pt x="1" y="156"/>
                    <a:pt x="1" y="180"/>
                    <a:pt x="1" y="200"/>
                  </a:cubicBezTo>
                  <a:cubicBezTo>
                    <a:pt x="5" y="224"/>
                    <a:pt x="9" y="252"/>
                    <a:pt x="17" y="276"/>
                  </a:cubicBezTo>
                  <a:cubicBezTo>
                    <a:pt x="29" y="324"/>
                    <a:pt x="33" y="380"/>
                    <a:pt x="29" y="432"/>
                  </a:cubicBezTo>
                  <a:cubicBezTo>
                    <a:pt x="25" y="488"/>
                    <a:pt x="29" y="540"/>
                    <a:pt x="37" y="596"/>
                  </a:cubicBezTo>
                  <a:cubicBezTo>
                    <a:pt x="45" y="640"/>
                    <a:pt x="61" y="688"/>
                    <a:pt x="81" y="732"/>
                  </a:cubicBezTo>
                  <a:cubicBezTo>
                    <a:pt x="93" y="748"/>
                    <a:pt x="101" y="764"/>
                    <a:pt x="113" y="780"/>
                  </a:cubicBezTo>
                  <a:cubicBezTo>
                    <a:pt x="121" y="792"/>
                    <a:pt x="129" y="804"/>
                    <a:pt x="141" y="816"/>
                  </a:cubicBezTo>
                  <a:cubicBezTo>
                    <a:pt x="157" y="832"/>
                    <a:pt x="169" y="844"/>
                    <a:pt x="169" y="844"/>
                  </a:cubicBezTo>
                  <a:lnTo>
                    <a:pt x="173" y="840"/>
                  </a:lnTo>
                  <a:cubicBezTo>
                    <a:pt x="173" y="840"/>
                    <a:pt x="169" y="824"/>
                    <a:pt x="165" y="800"/>
                  </a:cubicBezTo>
                  <a:cubicBezTo>
                    <a:pt x="161" y="788"/>
                    <a:pt x="157" y="776"/>
                    <a:pt x="153" y="760"/>
                  </a:cubicBezTo>
                  <a:cubicBezTo>
                    <a:pt x="149" y="748"/>
                    <a:pt x="145" y="728"/>
                    <a:pt x="141" y="712"/>
                  </a:cubicBezTo>
                  <a:cubicBezTo>
                    <a:pt x="137" y="692"/>
                    <a:pt x="129" y="672"/>
                    <a:pt x="125" y="648"/>
                  </a:cubicBezTo>
                  <a:cubicBezTo>
                    <a:pt x="121" y="628"/>
                    <a:pt x="113" y="604"/>
                    <a:pt x="109" y="580"/>
                  </a:cubicBezTo>
                  <a:cubicBezTo>
                    <a:pt x="101" y="556"/>
                    <a:pt x="93" y="536"/>
                    <a:pt x="89" y="508"/>
                  </a:cubicBezTo>
                  <a:cubicBezTo>
                    <a:pt x="85" y="480"/>
                    <a:pt x="73" y="456"/>
                    <a:pt x="65" y="432"/>
                  </a:cubicBezTo>
                  <a:cubicBezTo>
                    <a:pt x="57" y="404"/>
                    <a:pt x="53" y="380"/>
                    <a:pt x="49" y="352"/>
                  </a:cubicBezTo>
                  <a:cubicBezTo>
                    <a:pt x="49" y="328"/>
                    <a:pt x="49" y="300"/>
                    <a:pt x="53" y="276"/>
                  </a:cubicBezTo>
                  <a:cubicBezTo>
                    <a:pt x="57" y="248"/>
                    <a:pt x="61" y="224"/>
                    <a:pt x="61" y="204"/>
                  </a:cubicBezTo>
                  <a:lnTo>
                    <a:pt x="61" y="140"/>
                  </a:lnTo>
                  <a:cubicBezTo>
                    <a:pt x="61" y="92"/>
                    <a:pt x="53" y="48"/>
                    <a:pt x="41" y="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0"/>
            <p:cNvSpPr/>
            <p:nvPr/>
          </p:nvSpPr>
          <p:spPr>
            <a:xfrm>
              <a:off x="2268522" y="2873607"/>
              <a:ext cx="281471" cy="35964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89" y="0"/>
                  </a:moveTo>
                  <a:cubicBezTo>
                    <a:pt x="1281" y="52"/>
                    <a:pt x="1181" y="116"/>
                    <a:pt x="1085" y="192"/>
                  </a:cubicBezTo>
                  <a:cubicBezTo>
                    <a:pt x="1037" y="228"/>
                    <a:pt x="993" y="264"/>
                    <a:pt x="949" y="304"/>
                  </a:cubicBezTo>
                  <a:cubicBezTo>
                    <a:pt x="901" y="352"/>
                    <a:pt x="857" y="400"/>
                    <a:pt x="821" y="452"/>
                  </a:cubicBezTo>
                  <a:cubicBezTo>
                    <a:pt x="777" y="512"/>
                    <a:pt x="745" y="572"/>
                    <a:pt x="721" y="640"/>
                  </a:cubicBezTo>
                  <a:cubicBezTo>
                    <a:pt x="689" y="704"/>
                    <a:pt x="657" y="768"/>
                    <a:pt x="621" y="828"/>
                  </a:cubicBezTo>
                  <a:lnTo>
                    <a:pt x="401" y="1188"/>
                  </a:lnTo>
                  <a:cubicBezTo>
                    <a:pt x="333" y="1300"/>
                    <a:pt x="269" y="1408"/>
                    <a:pt x="213" y="1500"/>
                  </a:cubicBezTo>
                  <a:cubicBezTo>
                    <a:pt x="169" y="1572"/>
                    <a:pt x="121" y="1644"/>
                    <a:pt x="73" y="1716"/>
                  </a:cubicBezTo>
                  <a:cubicBezTo>
                    <a:pt x="57" y="1732"/>
                    <a:pt x="41" y="1752"/>
                    <a:pt x="21" y="1764"/>
                  </a:cubicBezTo>
                  <a:cubicBezTo>
                    <a:pt x="17" y="1768"/>
                    <a:pt x="9" y="1772"/>
                    <a:pt x="1" y="1776"/>
                  </a:cubicBezTo>
                  <a:lnTo>
                    <a:pt x="1" y="1784"/>
                  </a:lnTo>
                  <a:cubicBezTo>
                    <a:pt x="9" y="1784"/>
                    <a:pt x="21" y="1780"/>
                    <a:pt x="29" y="1776"/>
                  </a:cubicBezTo>
                  <a:cubicBezTo>
                    <a:pt x="49" y="1764"/>
                    <a:pt x="73" y="1748"/>
                    <a:pt x="89" y="1732"/>
                  </a:cubicBezTo>
                  <a:cubicBezTo>
                    <a:pt x="153" y="1672"/>
                    <a:pt x="209" y="1604"/>
                    <a:pt x="261" y="1532"/>
                  </a:cubicBezTo>
                  <a:cubicBezTo>
                    <a:pt x="333" y="1432"/>
                    <a:pt x="401" y="1328"/>
                    <a:pt x="461" y="1220"/>
                  </a:cubicBezTo>
                  <a:cubicBezTo>
                    <a:pt x="497" y="1160"/>
                    <a:pt x="529" y="1100"/>
                    <a:pt x="561" y="1036"/>
                  </a:cubicBezTo>
                  <a:cubicBezTo>
                    <a:pt x="593" y="972"/>
                    <a:pt x="625" y="908"/>
                    <a:pt x="653" y="844"/>
                  </a:cubicBezTo>
                  <a:lnTo>
                    <a:pt x="741" y="644"/>
                  </a:lnTo>
                  <a:cubicBezTo>
                    <a:pt x="753" y="612"/>
                    <a:pt x="769" y="580"/>
                    <a:pt x="785" y="552"/>
                  </a:cubicBezTo>
                  <a:cubicBezTo>
                    <a:pt x="805" y="524"/>
                    <a:pt x="825" y="496"/>
                    <a:pt x="849" y="472"/>
                  </a:cubicBezTo>
                  <a:cubicBezTo>
                    <a:pt x="897" y="424"/>
                    <a:pt x="945" y="384"/>
                    <a:pt x="993" y="344"/>
                  </a:cubicBezTo>
                  <a:cubicBezTo>
                    <a:pt x="1037" y="304"/>
                    <a:pt x="1081" y="268"/>
                    <a:pt x="1121" y="232"/>
                  </a:cubicBezTo>
                  <a:lnTo>
                    <a:pt x="1321" y="64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50"/>
            <p:cNvSpPr/>
            <p:nvPr/>
          </p:nvSpPr>
          <p:spPr>
            <a:xfrm>
              <a:off x="2526422" y="2497035"/>
              <a:ext cx="216997" cy="320962"/>
            </a:xfrm>
            <a:custGeom>
              <a:avLst/>
              <a:gdLst/>
              <a:ahLst/>
              <a:cxnLst/>
              <a:rect l="l" t="t" r="r" b="b"/>
              <a:pathLst>
                <a:path w="1077" h="1593" extrusionOk="0">
                  <a:moveTo>
                    <a:pt x="992" y="1"/>
                  </a:moveTo>
                  <a:cubicBezTo>
                    <a:pt x="989" y="1"/>
                    <a:pt x="987" y="1"/>
                    <a:pt x="985" y="1"/>
                  </a:cubicBezTo>
                  <a:lnTo>
                    <a:pt x="957" y="1"/>
                  </a:lnTo>
                  <a:cubicBezTo>
                    <a:pt x="945" y="1"/>
                    <a:pt x="933" y="5"/>
                    <a:pt x="925" y="13"/>
                  </a:cubicBezTo>
                  <a:cubicBezTo>
                    <a:pt x="909" y="25"/>
                    <a:pt x="897" y="37"/>
                    <a:pt x="885" y="49"/>
                  </a:cubicBezTo>
                  <a:cubicBezTo>
                    <a:pt x="857" y="73"/>
                    <a:pt x="837" y="101"/>
                    <a:pt x="821" y="133"/>
                  </a:cubicBezTo>
                  <a:cubicBezTo>
                    <a:pt x="785" y="197"/>
                    <a:pt x="765" y="269"/>
                    <a:pt x="765" y="341"/>
                  </a:cubicBezTo>
                  <a:cubicBezTo>
                    <a:pt x="765" y="413"/>
                    <a:pt x="773" y="481"/>
                    <a:pt x="773" y="549"/>
                  </a:cubicBezTo>
                  <a:cubicBezTo>
                    <a:pt x="769" y="581"/>
                    <a:pt x="765" y="613"/>
                    <a:pt x="753" y="645"/>
                  </a:cubicBezTo>
                  <a:cubicBezTo>
                    <a:pt x="737" y="677"/>
                    <a:pt x="717" y="705"/>
                    <a:pt x="693" y="725"/>
                  </a:cubicBezTo>
                  <a:cubicBezTo>
                    <a:pt x="645" y="773"/>
                    <a:pt x="589" y="813"/>
                    <a:pt x="537" y="853"/>
                  </a:cubicBezTo>
                  <a:cubicBezTo>
                    <a:pt x="485" y="889"/>
                    <a:pt x="433" y="929"/>
                    <a:pt x="389" y="969"/>
                  </a:cubicBezTo>
                  <a:cubicBezTo>
                    <a:pt x="341" y="1009"/>
                    <a:pt x="305" y="1057"/>
                    <a:pt x="277" y="1109"/>
                  </a:cubicBezTo>
                  <a:cubicBezTo>
                    <a:pt x="253" y="1153"/>
                    <a:pt x="241" y="1201"/>
                    <a:pt x="241" y="1249"/>
                  </a:cubicBezTo>
                  <a:cubicBezTo>
                    <a:pt x="209" y="1217"/>
                    <a:pt x="177" y="1185"/>
                    <a:pt x="145" y="1149"/>
                  </a:cubicBezTo>
                  <a:cubicBezTo>
                    <a:pt x="109" y="1105"/>
                    <a:pt x="81" y="1053"/>
                    <a:pt x="61" y="1001"/>
                  </a:cubicBezTo>
                  <a:cubicBezTo>
                    <a:pt x="53" y="973"/>
                    <a:pt x="45" y="945"/>
                    <a:pt x="45" y="917"/>
                  </a:cubicBezTo>
                  <a:cubicBezTo>
                    <a:pt x="41" y="889"/>
                    <a:pt x="41" y="861"/>
                    <a:pt x="49" y="837"/>
                  </a:cubicBezTo>
                  <a:cubicBezTo>
                    <a:pt x="65" y="781"/>
                    <a:pt x="85" y="733"/>
                    <a:pt x="113" y="685"/>
                  </a:cubicBezTo>
                  <a:cubicBezTo>
                    <a:pt x="145" y="633"/>
                    <a:pt x="173" y="577"/>
                    <a:pt x="189" y="521"/>
                  </a:cubicBezTo>
                  <a:cubicBezTo>
                    <a:pt x="201" y="485"/>
                    <a:pt x="197" y="445"/>
                    <a:pt x="185" y="413"/>
                  </a:cubicBezTo>
                  <a:cubicBezTo>
                    <a:pt x="166" y="372"/>
                    <a:pt x="130" y="349"/>
                    <a:pt x="90" y="349"/>
                  </a:cubicBezTo>
                  <a:cubicBezTo>
                    <a:pt x="87" y="349"/>
                    <a:pt x="84" y="349"/>
                    <a:pt x="81" y="349"/>
                  </a:cubicBezTo>
                  <a:cubicBezTo>
                    <a:pt x="77" y="349"/>
                    <a:pt x="73" y="353"/>
                    <a:pt x="69" y="353"/>
                  </a:cubicBezTo>
                  <a:cubicBezTo>
                    <a:pt x="41" y="369"/>
                    <a:pt x="17" y="397"/>
                    <a:pt x="9" y="429"/>
                  </a:cubicBezTo>
                  <a:cubicBezTo>
                    <a:pt x="5" y="457"/>
                    <a:pt x="9" y="489"/>
                    <a:pt x="21" y="517"/>
                  </a:cubicBezTo>
                  <a:cubicBezTo>
                    <a:pt x="37" y="553"/>
                    <a:pt x="53" y="589"/>
                    <a:pt x="69" y="621"/>
                  </a:cubicBezTo>
                  <a:cubicBezTo>
                    <a:pt x="65" y="633"/>
                    <a:pt x="61" y="645"/>
                    <a:pt x="57" y="657"/>
                  </a:cubicBezTo>
                  <a:cubicBezTo>
                    <a:pt x="25" y="709"/>
                    <a:pt x="9" y="769"/>
                    <a:pt x="1" y="829"/>
                  </a:cubicBezTo>
                  <a:cubicBezTo>
                    <a:pt x="1" y="861"/>
                    <a:pt x="5" y="893"/>
                    <a:pt x="13" y="921"/>
                  </a:cubicBezTo>
                  <a:cubicBezTo>
                    <a:pt x="21" y="949"/>
                    <a:pt x="29" y="977"/>
                    <a:pt x="41" y="1005"/>
                  </a:cubicBezTo>
                  <a:cubicBezTo>
                    <a:pt x="61" y="1061"/>
                    <a:pt x="85" y="1117"/>
                    <a:pt x="113" y="1169"/>
                  </a:cubicBezTo>
                  <a:cubicBezTo>
                    <a:pt x="141" y="1221"/>
                    <a:pt x="177" y="1269"/>
                    <a:pt x="221" y="1309"/>
                  </a:cubicBezTo>
                  <a:cubicBezTo>
                    <a:pt x="237" y="1329"/>
                    <a:pt x="257" y="1345"/>
                    <a:pt x="269" y="1365"/>
                  </a:cubicBezTo>
                  <a:cubicBezTo>
                    <a:pt x="281" y="1377"/>
                    <a:pt x="289" y="1389"/>
                    <a:pt x="301" y="1401"/>
                  </a:cubicBezTo>
                  <a:cubicBezTo>
                    <a:pt x="309" y="1413"/>
                    <a:pt x="317" y="1421"/>
                    <a:pt x="321" y="1433"/>
                  </a:cubicBezTo>
                  <a:cubicBezTo>
                    <a:pt x="349" y="1481"/>
                    <a:pt x="349" y="1537"/>
                    <a:pt x="325" y="1585"/>
                  </a:cubicBezTo>
                  <a:cubicBezTo>
                    <a:pt x="325" y="1589"/>
                    <a:pt x="325" y="1589"/>
                    <a:pt x="325" y="1589"/>
                  </a:cubicBezTo>
                  <a:cubicBezTo>
                    <a:pt x="327" y="1591"/>
                    <a:pt x="328" y="1592"/>
                    <a:pt x="329" y="1592"/>
                  </a:cubicBezTo>
                  <a:cubicBezTo>
                    <a:pt x="330" y="1592"/>
                    <a:pt x="331" y="1591"/>
                    <a:pt x="333" y="1589"/>
                  </a:cubicBezTo>
                  <a:cubicBezTo>
                    <a:pt x="353" y="1569"/>
                    <a:pt x="369" y="1541"/>
                    <a:pt x="373" y="1509"/>
                  </a:cubicBezTo>
                  <a:cubicBezTo>
                    <a:pt x="381" y="1477"/>
                    <a:pt x="377" y="1445"/>
                    <a:pt x="365" y="1413"/>
                  </a:cubicBezTo>
                  <a:cubicBezTo>
                    <a:pt x="357" y="1385"/>
                    <a:pt x="341" y="1357"/>
                    <a:pt x="321" y="1333"/>
                  </a:cubicBezTo>
                  <a:cubicBezTo>
                    <a:pt x="309" y="1317"/>
                    <a:pt x="297" y="1305"/>
                    <a:pt x="285" y="1289"/>
                  </a:cubicBezTo>
                  <a:cubicBezTo>
                    <a:pt x="285" y="1277"/>
                    <a:pt x="285" y="1265"/>
                    <a:pt x="285" y="1249"/>
                  </a:cubicBezTo>
                  <a:cubicBezTo>
                    <a:pt x="289" y="1209"/>
                    <a:pt x="301" y="1165"/>
                    <a:pt x="325" y="1129"/>
                  </a:cubicBezTo>
                  <a:cubicBezTo>
                    <a:pt x="353" y="1085"/>
                    <a:pt x="389" y="1049"/>
                    <a:pt x="429" y="1017"/>
                  </a:cubicBezTo>
                  <a:lnTo>
                    <a:pt x="561" y="885"/>
                  </a:lnTo>
                  <a:cubicBezTo>
                    <a:pt x="609" y="837"/>
                    <a:pt x="657" y="789"/>
                    <a:pt x="709" y="745"/>
                  </a:cubicBezTo>
                  <a:cubicBezTo>
                    <a:pt x="761" y="693"/>
                    <a:pt x="797" y="629"/>
                    <a:pt x="809" y="557"/>
                  </a:cubicBezTo>
                  <a:cubicBezTo>
                    <a:pt x="817" y="509"/>
                    <a:pt x="821" y="457"/>
                    <a:pt x="821" y="409"/>
                  </a:cubicBezTo>
                  <a:cubicBezTo>
                    <a:pt x="837" y="401"/>
                    <a:pt x="857" y="389"/>
                    <a:pt x="881" y="373"/>
                  </a:cubicBezTo>
                  <a:cubicBezTo>
                    <a:pt x="909" y="353"/>
                    <a:pt x="941" y="329"/>
                    <a:pt x="969" y="305"/>
                  </a:cubicBezTo>
                  <a:cubicBezTo>
                    <a:pt x="1005" y="269"/>
                    <a:pt x="1037" y="229"/>
                    <a:pt x="1057" y="181"/>
                  </a:cubicBezTo>
                  <a:cubicBezTo>
                    <a:pt x="1069" y="153"/>
                    <a:pt x="1077" y="121"/>
                    <a:pt x="1077" y="89"/>
                  </a:cubicBezTo>
                  <a:cubicBezTo>
                    <a:pt x="1077" y="40"/>
                    <a:pt x="1040" y="1"/>
                    <a:pt x="9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50"/>
            <p:cNvSpPr/>
            <p:nvPr/>
          </p:nvSpPr>
          <p:spPr>
            <a:xfrm>
              <a:off x="2643282" y="2586494"/>
              <a:ext cx="165417" cy="213168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750" y="1"/>
                  </a:moveTo>
                  <a:cubicBezTo>
                    <a:pt x="747" y="1"/>
                    <a:pt x="744" y="1"/>
                    <a:pt x="741" y="1"/>
                  </a:cubicBezTo>
                  <a:cubicBezTo>
                    <a:pt x="701" y="1"/>
                    <a:pt x="669" y="25"/>
                    <a:pt x="657" y="57"/>
                  </a:cubicBezTo>
                  <a:cubicBezTo>
                    <a:pt x="645" y="81"/>
                    <a:pt x="641" y="105"/>
                    <a:pt x="637" y="129"/>
                  </a:cubicBezTo>
                  <a:cubicBezTo>
                    <a:pt x="625" y="213"/>
                    <a:pt x="617" y="277"/>
                    <a:pt x="613" y="329"/>
                  </a:cubicBezTo>
                  <a:cubicBezTo>
                    <a:pt x="613" y="353"/>
                    <a:pt x="613" y="369"/>
                    <a:pt x="609" y="381"/>
                  </a:cubicBezTo>
                  <a:cubicBezTo>
                    <a:pt x="609" y="397"/>
                    <a:pt x="593" y="421"/>
                    <a:pt x="589" y="437"/>
                  </a:cubicBezTo>
                  <a:cubicBezTo>
                    <a:pt x="569" y="489"/>
                    <a:pt x="545" y="537"/>
                    <a:pt x="517" y="589"/>
                  </a:cubicBezTo>
                  <a:cubicBezTo>
                    <a:pt x="493" y="633"/>
                    <a:pt x="457" y="673"/>
                    <a:pt x="413" y="701"/>
                  </a:cubicBezTo>
                  <a:cubicBezTo>
                    <a:pt x="369" y="721"/>
                    <a:pt x="325" y="741"/>
                    <a:pt x="281" y="757"/>
                  </a:cubicBezTo>
                  <a:cubicBezTo>
                    <a:pt x="237" y="773"/>
                    <a:pt x="197" y="793"/>
                    <a:pt x="157" y="817"/>
                  </a:cubicBezTo>
                  <a:cubicBezTo>
                    <a:pt x="93" y="853"/>
                    <a:pt x="41" y="905"/>
                    <a:pt x="13" y="973"/>
                  </a:cubicBezTo>
                  <a:cubicBezTo>
                    <a:pt x="5" y="993"/>
                    <a:pt x="1" y="1013"/>
                    <a:pt x="1" y="1033"/>
                  </a:cubicBezTo>
                  <a:lnTo>
                    <a:pt x="1" y="1053"/>
                  </a:lnTo>
                  <a:cubicBezTo>
                    <a:pt x="1" y="1053"/>
                    <a:pt x="5" y="1053"/>
                    <a:pt x="5" y="1057"/>
                  </a:cubicBezTo>
                  <a:lnTo>
                    <a:pt x="9" y="1057"/>
                  </a:lnTo>
                  <a:lnTo>
                    <a:pt x="13" y="1037"/>
                  </a:lnTo>
                  <a:cubicBezTo>
                    <a:pt x="21" y="1017"/>
                    <a:pt x="29" y="1001"/>
                    <a:pt x="37" y="985"/>
                  </a:cubicBezTo>
                  <a:cubicBezTo>
                    <a:pt x="77" y="937"/>
                    <a:pt x="125" y="893"/>
                    <a:pt x="185" y="869"/>
                  </a:cubicBezTo>
                  <a:cubicBezTo>
                    <a:pt x="217" y="849"/>
                    <a:pt x="261" y="833"/>
                    <a:pt x="301" y="813"/>
                  </a:cubicBezTo>
                  <a:cubicBezTo>
                    <a:pt x="349" y="789"/>
                    <a:pt x="393" y="761"/>
                    <a:pt x="433" y="729"/>
                  </a:cubicBezTo>
                  <a:cubicBezTo>
                    <a:pt x="473" y="693"/>
                    <a:pt x="509" y="649"/>
                    <a:pt x="537" y="597"/>
                  </a:cubicBezTo>
                  <a:cubicBezTo>
                    <a:pt x="565" y="549"/>
                    <a:pt x="593" y="501"/>
                    <a:pt x="621" y="457"/>
                  </a:cubicBezTo>
                  <a:cubicBezTo>
                    <a:pt x="649" y="409"/>
                    <a:pt x="681" y="361"/>
                    <a:pt x="705" y="313"/>
                  </a:cubicBezTo>
                  <a:lnTo>
                    <a:pt x="785" y="173"/>
                  </a:lnTo>
                  <a:cubicBezTo>
                    <a:pt x="801" y="149"/>
                    <a:pt x="813" y="117"/>
                    <a:pt x="817" y="89"/>
                  </a:cubicBezTo>
                  <a:cubicBezTo>
                    <a:pt x="821" y="65"/>
                    <a:pt x="813" y="45"/>
                    <a:pt x="801" y="25"/>
                  </a:cubicBezTo>
                  <a:cubicBezTo>
                    <a:pt x="787" y="11"/>
                    <a:pt x="770" y="1"/>
                    <a:pt x="7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50"/>
            <p:cNvSpPr/>
            <p:nvPr/>
          </p:nvSpPr>
          <p:spPr>
            <a:xfrm>
              <a:off x="2673102" y="2700332"/>
              <a:ext cx="217803" cy="135195"/>
            </a:xfrm>
            <a:custGeom>
              <a:avLst/>
              <a:gdLst/>
              <a:ahLst/>
              <a:cxnLst/>
              <a:rect l="l" t="t" r="r" b="b"/>
              <a:pathLst>
                <a:path w="1081" h="671" extrusionOk="0">
                  <a:moveTo>
                    <a:pt x="961" y="0"/>
                  </a:moveTo>
                  <a:cubicBezTo>
                    <a:pt x="929" y="4"/>
                    <a:pt x="901" y="16"/>
                    <a:pt x="877" y="40"/>
                  </a:cubicBezTo>
                  <a:cubicBezTo>
                    <a:pt x="857" y="60"/>
                    <a:pt x="841" y="88"/>
                    <a:pt x="833" y="116"/>
                  </a:cubicBezTo>
                  <a:cubicBezTo>
                    <a:pt x="821" y="172"/>
                    <a:pt x="817" y="224"/>
                    <a:pt x="817" y="280"/>
                  </a:cubicBezTo>
                  <a:cubicBezTo>
                    <a:pt x="821" y="328"/>
                    <a:pt x="809" y="372"/>
                    <a:pt x="777" y="412"/>
                  </a:cubicBezTo>
                  <a:cubicBezTo>
                    <a:pt x="741" y="448"/>
                    <a:pt x="693" y="468"/>
                    <a:pt x="645" y="480"/>
                  </a:cubicBezTo>
                  <a:cubicBezTo>
                    <a:pt x="593" y="492"/>
                    <a:pt x="545" y="500"/>
                    <a:pt x="493" y="504"/>
                  </a:cubicBezTo>
                  <a:cubicBezTo>
                    <a:pt x="445" y="508"/>
                    <a:pt x="397" y="512"/>
                    <a:pt x="349" y="512"/>
                  </a:cubicBezTo>
                  <a:lnTo>
                    <a:pt x="225" y="524"/>
                  </a:lnTo>
                  <a:cubicBezTo>
                    <a:pt x="185" y="524"/>
                    <a:pt x="149" y="532"/>
                    <a:pt x="109" y="544"/>
                  </a:cubicBezTo>
                  <a:cubicBezTo>
                    <a:pt x="81" y="556"/>
                    <a:pt x="53" y="572"/>
                    <a:pt x="33" y="596"/>
                  </a:cubicBezTo>
                  <a:cubicBezTo>
                    <a:pt x="17" y="612"/>
                    <a:pt x="5" y="640"/>
                    <a:pt x="1" y="664"/>
                  </a:cubicBezTo>
                  <a:cubicBezTo>
                    <a:pt x="1" y="668"/>
                    <a:pt x="3" y="670"/>
                    <a:pt x="5" y="670"/>
                  </a:cubicBezTo>
                  <a:cubicBezTo>
                    <a:pt x="7" y="670"/>
                    <a:pt x="9" y="668"/>
                    <a:pt x="9" y="664"/>
                  </a:cubicBezTo>
                  <a:cubicBezTo>
                    <a:pt x="13" y="660"/>
                    <a:pt x="13" y="656"/>
                    <a:pt x="17" y="648"/>
                  </a:cubicBezTo>
                  <a:cubicBezTo>
                    <a:pt x="29" y="636"/>
                    <a:pt x="41" y="624"/>
                    <a:pt x="53" y="612"/>
                  </a:cubicBezTo>
                  <a:cubicBezTo>
                    <a:pt x="73" y="600"/>
                    <a:pt x="97" y="592"/>
                    <a:pt x="125" y="584"/>
                  </a:cubicBezTo>
                  <a:cubicBezTo>
                    <a:pt x="157" y="580"/>
                    <a:pt x="193" y="580"/>
                    <a:pt x="225" y="580"/>
                  </a:cubicBezTo>
                  <a:cubicBezTo>
                    <a:pt x="269" y="580"/>
                    <a:pt x="313" y="576"/>
                    <a:pt x="357" y="572"/>
                  </a:cubicBezTo>
                  <a:cubicBezTo>
                    <a:pt x="405" y="564"/>
                    <a:pt x="453" y="552"/>
                    <a:pt x="501" y="536"/>
                  </a:cubicBezTo>
                  <a:cubicBezTo>
                    <a:pt x="549" y="524"/>
                    <a:pt x="601" y="512"/>
                    <a:pt x="649" y="496"/>
                  </a:cubicBezTo>
                  <a:cubicBezTo>
                    <a:pt x="705" y="488"/>
                    <a:pt x="757" y="468"/>
                    <a:pt x="805" y="436"/>
                  </a:cubicBezTo>
                  <a:cubicBezTo>
                    <a:pt x="849" y="396"/>
                    <a:pt x="877" y="340"/>
                    <a:pt x="881" y="280"/>
                  </a:cubicBezTo>
                  <a:cubicBezTo>
                    <a:pt x="881" y="264"/>
                    <a:pt x="881" y="248"/>
                    <a:pt x="885" y="232"/>
                  </a:cubicBezTo>
                  <a:cubicBezTo>
                    <a:pt x="889" y="228"/>
                    <a:pt x="893" y="224"/>
                    <a:pt x="901" y="224"/>
                  </a:cubicBezTo>
                  <a:cubicBezTo>
                    <a:pt x="921" y="216"/>
                    <a:pt x="945" y="212"/>
                    <a:pt x="981" y="200"/>
                  </a:cubicBezTo>
                  <a:cubicBezTo>
                    <a:pt x="1001" y="196"/>
                    <a:pt x="1017" y="188"/>
                    <a:pt x="1033" y="176"/>
                  </a:cubicBezTo>
                  <a:cubicBezTo>
                    <a:pt x="1057" y="164"/>
                    <a:pt x="1073" y="140"/>
                    <a:pt x="1081" y="112"/>
                  </a:cubicBezTo>
                  <a:cubicBezTo>
                    <a:pt x="1081" y="84"/>
                    <a:pt x="1073" y="52"/>
                    <a:pt x="1049" y="32"/>
                  </a:cubicBezTo>
                  <a:cubicBezTo>
                    <a:pt x="1025" y="12"/>
                    <a:pt x="993" y="0"/>
                    <a:pt x="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50"/>
            <p:cNvSpPr/>
            <p:nvPr/>
          </p:nvSpPr>
          <p:spPr>
            <a:xfrm>
              <a:off x="2622328" y="2846205"/>
              <a:ext cx="147687" cy="153530"/>
            </a:xfrm>
            <a:custGeom>
              <a:avLst/>
              <a:gdLst/>
              <a:ahLst/>
              <a:cxnLst/>
              <a:rect l="l" t="t" r="r" b="b"/>
              <a:pathLst>
                <a:path w="733" h="762" extrusionOk="0">
                  <a:moveTo>
                    <a:pt x="49" y="0"/>
                  </a:moveTo>
                  <a:cubicBezTo>
                    <a:pt x="31" y="0"/>
                    <a:pt x="14" y="6"/>
                    <a:pt x="1" y="16"/>
                  </a:cubicBezTo>
                  <a:cubicBezTo>
                    <a:pt x="1" y="16"/>
                    <a:pt x="1" y="16"/>
                    <a:pt x="1" y="20"/>
                  </a:cubicBezTo>
                  <a:lnTo>
                    <a:pt x="5" y="20"/>
                  </a:lnTo>
                  <a:cubicBezTo>
                    <a:pt x="10" y="19"/>
                    <a:pt x="15" y="19"/>
                    <a:pt x="20" y="19"/>
                  </a:cubicBezTo>
                  <a:cubicBezTo>
                    <a:pt x="55" y="19"/>
                    <a:pt x="87" y="41"/>
                    <a:pt x="101" y="72"/>
                  </a:cubicBezTo>
                  <a:cubicBezTo>
                    <a:pt x="117" y="116"/>
                    <a:pt x="129" y="156"/>
                    <a:pt x="133" y="200"/>
                  </a:cubicBezTo>
                  <a:cubicBezTo>
                    <a:pt x="137" y="224"/>
                    <a:pt x="145" y="248"/>
                    <a:pt x="157" y="268"/>
                  </a:cubicBezTo>
                  <a:cubicBezTo>
                    <a:pt x="165" y="292"/>
                    <a:pt x="177" y="312"/>
                    <a:pt x="193" y="332"/>
                  </a:cubicBezTo>
                  <a:cubicBezTo>
                    <a:pt x="217" y="372"/>
                    <a:pt x="249" y="408"/>
                    <a:pt x="277" y="448"/>
                  </a:cubicBezTo>
                  <a:cubicBezTo>
                    <a:pt x="301" y="484"/>
                    <a:pt x="329" y="524"/>
                    <a:pt x="357" y="560"/>
                  </a:cubicBezTo>
                  <a:cubicBezTo>
                    <a:pt x="381" y="600"/>
                    <a:pt x="409" y="640"/>
                    <a:pt x="437" y="676"/>
                  </a:cubicBezTo>
                  <a:cubicBezTo>
                    <a:pt x="473" y="716"/>
                    <a:pt x="517" y="748"/>
                    <a:pt x="573" y="760"/>
                  </a:cubicBezTo>
                  <a:cubicBezTo>
                    <a:pt x="580" y="761"/>
                    <a:pt x="587" y="762"/>
                    <a:pt x="594" y="762"/>
                  </a:cubicBezTo>
                  <a:cubicBezTo>
                    <a:pt x="615" y="762"/>
                    <a:pt x="636" y="757"/>
                    <a:pt x="657" y="748"/>
                  </a:cubicBezTo>
                  <a:cubicBezTo>
                    <a:pt x="689" y="740"/>
                    <a:pt x="713" y="716"/>
                    <a:pt x="729" y="688"/>
                  </a:cubicBezTo>
                  <a:cubicBezTo>
                    <a:pt x="733" y="676"/>
                    <a:pt x="729" y="660"/>
                    <a:pt x="721" y="652"/>
                  </a:cubicBezTo>
                  <a:cubicBezTo>
                    <a:pt x="709" y="640"/>
                    <a:pt x="697" y="628"/>
                    <a:pt x="681" y="620"/>
                  </a:cubicBezTo>
                  <a:cubicBezTo>
                    <a:pt x="665" y="612"/>
                    <a:pt x="649" y="608"/>
                    <a:pt x="633" y="604"/>
                  </a:cubicBezTo>
                  <a:cubicBezTo>
                    <a:pt x="605" y="600"/>
                    <a:pt x="577" y="600"/>
                    <a:pt x="549" y="600"/>
                  </a:cubicBezTo>
                  <a:cubicBezTo>
                    <a:pt x="535" y="602"/>
                    <a:pt x="522" y="603"/>
                    <a:pt x="509" y="603"/>
                  </a:cubicBezTo>
                  <a:cubicBezTo>
                    <a:pt x="497" y="603"/>
                    <a:pt x="485" y="602"/>
                    <a:pt x="473" y="600"/>
                  </a:cubicBezTo>
                  <a:cubicBezTo>
                    <a:pt x="457" y="600"/>
                    <a:pt x="445" y="596"/>
                    <a:pt x="433" y="596"/>
                  </a:cubicBezTo>
                  <a:lnTo>
                    <a:pt x="429" y="592"/>
                  </a:lnTo>
                  <a:lnTo>
                    <a:pt x="381" y="544"/>
                  </a:lnTo>
                  <a:cubicBezTo>
                    <a:pt x="345" y="512"/>
                    <a:pt x="317" y="476"/>
                    <a:pt x="289" y="436"/>
                  </a:cubicBezTo>
                  <a:cubicBezTo>
                    <a:pt x="265" y="400"/>
                    <a:pt x="245" y="356"/>
                    <a:pt x="229" y="316"/>
                  </a:cubicBezTo>
                  <a:cubicBezTo>
                    <a:pt x="221" y="292"/>
                    <a:pt x="217" y="272"/>
                    <a:pt x="209" y="252"/>
                  </a:cubicBezTo>
                  <a:lnTo>
                    <a:pt x="193" y="188"/>
                  </a:lnTo>
                  <a:cubicBezTo>
                    <a:pt x="181" y="140"/>
                    <a:pt x="165" y="92"/>
                    <a:pt x="141" y="52"/>
                  </a:cubicBezTo>
                  <a:cubicBezTo>
                    <a:pt x="125" y="28"/>
                    <a:pt x="101" y="12"/>
                    <a:pt x="77" y="4"/>
                  </a:cubicBezTo>
                  <a:cubicBezTo>
                    <a:pt x="67" y="2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50"/>
            <p:cNvSpPr/>
            <p:nvPr/>
          </p:nvSpPr>
          <p:spPr>
            <a:xfrm>
              <a:off x="2432127" y="2847817"/>
              <a:ext cx="150104" cy="149701"/>
            </a:xfrm>
            <a:custGeom>
              <a:avLst/>
              <a:gdLst/>
              <a:ahLst/>
              <a:cxnLst/>
              <a:rect l="l" t="t" r="r" b="b"/>
              <a:pathLst>
                <a:path w="745" h="743" extrusionOk="0">
                  <a:moveTo>
                    <a:pt x="741" y="0"/>
                  </a:moveTo>
                  <a:cubicBezTo>
                    <a:pt x="677" y="0"/>
                    <a:pt x="609" y="16"/>
                    <a:pt x="553" y="52"/>
                  </a:cubicBezTo>
                  <a:cubicBezTo>
                    <a:pt x="545" y="56"/>
                    <a:pt x="537" y="64"/>
                    <a:pt x="541" y="76"/>
                  </a:cubicBezTo>
                  <a:lnTo>
                    <a:pt x="541" y="80"/>
                  </a:lnTo>
                  <a:cubicBezTo>
                    <a:pt x="541" y="124"/>
                    <a:pt x="533" y="168"/>
                    <a:pt x="521" y="212"/>
                  </a:cubicBezTo>
                  <a:cubicBezTo>
                    <a:pt x="505" y="260"/>
                    <a:pt x="489" y="304"/>
                    <a:pt x="469" y="348"/>
                  </a:cubicBezTo>
                  <a:cubicBezTo>
                    <a:pt x="429" y="440"/>
                    <a:pt x="365" y="520"/>
                    <a:pt x="289" y="580"/>
                  </a:cubicBezTo>
                  <a:cubicBezTo>
                    <a:pt x="273" y="592"/>
                    <a:pt x="257" y="604"/>
                    <a:pt x="237" y="616"/>
                  </a:cubicBezTo>
                  <a:cubicBezTo>
                    <a:pt x="229" y="616"/>
                    <a:pt x="221" y="612"/>
                    <a:pt x="213" y="608"/>
                  </a:cubicBezTo>
                  <a:cubicBezTo>
                    <a:pt x="189" y="604"/>
                    <a:pt x="169" y="588"/>
                    <a:pt x="141" y="580"/>
                  </a:cubicBezTo>
                  <a:cubicBezTo>
                    <a:pt x="129" y="575"/>
                    <a:pt x="116" y="573"/>
                    <a:pt x="102" y="573"/>
                  </a:cubicBezTo>
                  <a:cubicBezTo>
                    <a:pt x="84" y="573"/>
                    <a:pt x="65" y="577"/>
                    <a:pt x="49" y="584"/>
                  </a:cubicBezTo>
                  <a:cubicBezTo>
                    <a:pt x="29" y="596"/>
                    <a:pt x="17" y="612"/>
                    <a:pt x="9" y="632"/>
                  </a:cubicBezTo>
                  <a:cubicBezTo>
                    <a:pt x="1" y="652"/>
                    <a:pt x="5" y="676"/>
                    <a:pt x="17" y="696"/>
                  </a:cubicBezTo>
                  <a:cubicBezTo>
                    <a:pt x="37" y="724"/>
                    <a:pt x="66" y="742"/>
                    <a:pt x="99" y="742"/>
                  </a:cubicBezTo>
                  <a:cubicBezTo>
                    <a:pt x="105" y="742"/>
                    <a:pt x="111" y="742"/>
                    <a:pt x="117" y="740"/>
                  </a:cubicBezTo>
                  <a:cubicBezTo>
                    <a:pt x="145" y="740"/>
                    <a:pt x="173" y="728"/>
                    <a:pt x="201" y="716"/>
                  </a:cubicBezTo>
                  <a:cubicBezTo>
                    <a:pt x="249" y="692"/>
                    <a:pt x="293" y="660"/>
                    <a:pt x="329" y="620"/>
                  </a:cubicBezTo>
                  <a:cubicBezTo>
                    <a:pt x="361" y="580"/>
                    <a:pt x="393" y="536"/>
                    <a:pt x="417" y="492"/>
                  </a:cubicBezTo>
                  <a:cubicBezTo>
                    <a:pt x="441" y="448"/>
                    <a:pt x="465" y="404"/>
                    <a:pt x="493" y="364"/>
                  </a:cubicBezTo>
                  <a:cubicBezTo>
                    <a:pt x="525" y="320"/>
                    <a:pt x="553" y="276"/>
                    <a:pt x="577" y="232"/>
                  </a:cubicBezTo>
                  <a:cubicBezTo>
                    <a:pt x="597" y="188"/>
                    <a:pt x="605" y="136"/>
                    <a:pt x="601" y="88"/>
                  </a:cubicBezTo>
                  <a:cubicBezTo>
                    <a:pt x="645" y="56"/>
                    <a:pt x="697" y="28"/>
                    <a:pt x="745" y="4"/>
                  </a:cubicBezTo>
                  <a:cubicBezTo>
                    <a:pt x="745" y="0"/>
                    <a:pt x="745" y="0"/>
                    <a:pt x="7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50"/>
            <p:cNvSpPr/>
            <p:nvPr/>
          </p:nvSpPr>
          <p:spPr>
            <a:xfrm>
              <a:off x="2327355" y="2810543"/>
              <a:ext cx="234727" cy="76362"/>
            </a:xfrm>
            <a:custGeom>
              <a:avLst/>
              <a:gdLst/>
              <a:ahLst/>
              <a:cxnLst/>
              <a:rect l="l" t="t" r="r" b="b"/>
              <a:pathLst>
                <a:path w="1165" h="379" extrusionOk="0">
                  <a:moveTo>
                    <a:pt x="983" y="1"/>
                  </a:moveTo>
                  <a:cubicBezTo>
                    <a:pt x="934" y="1"/>
                    <a:pt x="886" y="12"/>
                    <a:pt x="841" y="33"/>
                  </a:cubicBezTo>
                  <a:cubicBezTo>
                    <a:pt x="813" y="45"/>
                    <a:pt x="789" y="61"/>
                    <a:pt x="769" y="77"/>
                  </a:cubicBezTo>
                  <a:cubicBezTo>
                    <a:pt x="745" y="97"/>
                    <a:pt x="725" y="117"/>
                    <a:pt x="709" y="133"/>
                  </a:cubicBezTo>
                  <a:cubicBezTo>
                    <a:pt x="673" y="173"/>
                    <a:pt x="633" y="209"/>
                    <a:pt x="585" y="229"/>
                  </a:cubicBezTo>
                  <a:cubicBezTo>
                    <a:pt x="557" y="241"/>
                    <a:pt x="527" y="247"/>
                    <a:pt x="498" y="247"/>
                  </a:cubicBezTo>
                  <a:cubicBezTo>
                    <a:pt x="477" y="247"/>
                    <a:pt x="457" y="244"/>
                    <a:pt x="437" y="237"/>
                  </a:cubicBezTo>
                  <a:cubicBezTo>
                    <a:pt x="385" y="229"/>
                    <a:pt x="337" y="209"/>
                    <a:pt x="285" y="197"/>
                  </a:cubicBezTo>
                  <a:cubicBezTo>
                    <a:pt x="249" y="182"/>
                    <a:pt x="211" y="175"/>
                    <a:pt x="173" y="175"/>
                  </a:cubicBezTo>
                  <a:cubicBezTo>
                    <a:pt x="152" y="175"/>
                    <a:pt x="130" y="177"/>
                    <a:pt x="109" y="181"/>
                  </a:cubicBezTo>
                  <a:cubicBezTo>
                    <a:pt x="77" y="193"/>
                    <a:pt x="49" y="217"/>
                    <a:pt x="29" y="245"/>
                  </a:cubicBezTo>
                  <a:cubicBezTo>
                    <a:pt x="5" y="277"/>
                    <a:pt x="1" y="317"/>
                    <a:pt x="17" y="349"/>
                  </a:cubicBezTo>
                  <a:lnTo>
                    <a:pt x="17" y="353"/>
                  </a:lnTo>
                  <a:cubicBezTo>
                    <a:pt x="17" y="361"/>
                    <a:pt x="25" y="369"/>
                    <a:pt x="33" y="369"/>
                  </a:cubicBezTo>
                  <a:cubicBezTo>
                    <a:pt x="50" y="376"/>
                    <a:pt x="67" y="379"/>
                    <a:pt x="85" y="379"/>
                  </a:cubicBezTo>
                  <a:cubicBezTo>
                    <a:pt x="122" y="379"/>
                    <a:pt x="158" y="366"/>
                    <a:pt x="185" y="341"/>
                  </a:cubicBezTo>
                  <a:cubicBezTo>
                    <a:pt x="197" y="333"/>
                    <a:pt x="205" y="325"/>
                    <a:pt x="213" y="313"/>
                  </a:cubicBezTo>
                  <a:lnTo>
                    <a:pt x="233" y="289"/>
                  </a:lnTo>
                  <a:cubicBezTo>
                    <a:pt x="246" y="276"/>
                    <a:pt x="259" y="263"/>
                    <a:pt x="274" y="263"/>
                  </a:cubicBezTo>
                  <a:cubicBezTo>
                    <a:pt x="277" y="263"/>
                    <a:pt x="281" y="264"/>
                    <a:pt x="285" y="265"/>
                  </a:cubicBezTo>
                  <a:lnTo>
                    <a:pt x="289" y="265"/>
                  </a:lnTo>
                  <a:cubicBezTo>
                    <a:pt x="333" y="277"/>
                    <a:pt x="381" y="281"/>
                    <a:pt x="429" y="285"/>
                  </a:cubicBezTo>
                  <a:cubicBezTo>
                    <a:pt x="485" y="285"/>
                    <a:pt x="541" y="273"/>
                    <a:pt x="593" y="249"/>
                  </a:cubicBezTo>
                  <a:cubicBezTo>
                    <a:pt x="641" y="221"/>
                    <a:pt x="689" y="193"/>
                    <a:pt x="733" y="161"/>
                  </a:cubicBezTo>
                  <a:cubicBezTo>
                    <a:pt x="773" y="133"/>
                    <a:pt x="817" y="109"/>
                    <a:pt x="865" y="85"/>
                  </a:cubicBezTo>
                  <a:cubicBezTo>
                    <a:pt x="909" y="65"/>
                    <a:pt x="957" y="53"/>
                    <a:pt x="1005" y="49"/>
                  </a:cubicBezTo>
                  <a:cubicBezTo>
                    <a:pt x="1023" y="47"/>
                    <a:pt x="1041" y="45"/>
                    <a:pt x="1060" y="45"/>
                  </a:cubicBezTo>
                  <a:cubicBezTo>
                    <a:pt x="1093" y="45"/>
                    <a:pt x="1126" y="50"/>
                    <a:pt x="1157" y="57"/>
                  </a:cubicBezTo>
                  <a:lnTo>
                    <a:pt x="1161" y="57"/>
                  </a:lnTo>
                  <a:cubicBezTo>
                    <a:pt x="1165" y="53"/>
                    <a:pt x="1165" y="53"/>
                    <a:pt x="1161" y="53"/>
                  </a:cubicBezTo>
                  <a:cubicBezTo>
                    <a:pt x="1117" y="21"/>
                    <a:pt x="1061" y="5"/>
                    <a:pt x="1005" y="1"/>
                  </a:cubicBezTo>
                  <a:cubicBezTo>
                    <a:pt x="998" y="1"/>
                    <a:pt x="990" y="1"/>
                    <a:pt x="9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50"/>
            <p:cNvSpPr/>
            <p:nvPr/>
          </p:nvSpPr>
          <p:spPr>
            <a:xfrm>
              <a:off x="2370876" y="2618126"/>
              <a:ext cx="194431" cy="180730"/>
            </a:xfrm>
            <a:custGeom>
              <a:avLst/>
              <a:gdLst/>
              <a:ahLst/>
              <a:cxnLst/>
              <a:rect l="l" t="t" r="r" b="b"/>
              <a:pathLst>
                <a:path w="965" h="897" extrusionOk="0">
                  <a:moveTo>
                    <a:pt x="61" y="0"/>
                  </a:moveTo>
                  <a:cubicBezTo>
                    <a:pt x="45" y="12"/>
                    <a:pt x="33" y="24"/>
                    <a:pt x="21" y="40"/>
                  </a:cubicBezTo>
                  <a:cubicBezTo>
                    <a:pt x="9" y="56"/>
                    <a:pt x="1" y="76"/>
                    <a:pt x="5" y="100"/>
                  </a:cubicBezTo>
                  <a:cubicBezTo>
                    <a:pt x="9" y="132"/>
                    <a:pt x="21" y="164"/>
                    <a:pt x="45" y="192"/>
                  </a:cubicBezTo>
                  <a:cubicBezTo>
                    <a:pt x="57" y="216"/>
                    <a:pt x="77" y="240"/>
                    <a:pt x="97" y="264"/>
                  </a:cubicBezTo>
                  <a:cubicBezTo>
                    <a:pt x="105" y="276"/>
                    <a:pt x="117" y="284"/>
                    <a:pt x="129" y="296"/>
                  </a:cubicBezTo>
                  <a:cubicBezTo>
                    <a:pt x="141" y="304"/>
                    <a:pt x="153" y="312"/>
                    <a:pt x="169" y="320"/>
                  </a:cubicBezTo>
                  <a:cubicBezTo>
                    <a:pt x="221" y="348"/>
                    <a:pt x="273" y="372"/>
                    <a:pt x="325" y="392"/>
                  </a:cubicBezTo>
                  <a:cubicBezTo>
                    <a:pt x="377" y="412"/>
                    <a:pt x="429" y="432"/>
                    <a:pt x="481" y="452"/>
                  </a:cubicBezTo>
                  <a:cubicBezTo>
                    <a:pt x="533" y="468"/>
                    <a:pt x="581" y="500"/>
                    <a:pt x="613" y="544"/>
                  </a:cubicBezTo>
                  <a:cubicBezTo>
                    <a:pt x="641" y="588"/>
                    <a:pt x="653" y="644"/>
                    <a:pt x="685" y="696"/>
                  </a:cubicBezTo>
                  <a:cubicBezTo>
                    <a:pt x="745" y="796"/>
                    <a:pt x="845" y="868"/>
                    <a:pt x="961" y="896"/>
                  </a:cubicBezTo>
                  <a:lnTo>
                    <a:pt x="965" y="896"/>
                  </a:lnTo>
                  <a:cubicBezTo>
                    <a:pt x="965" y="892"/>
                    <a:pt x="965" y="892"/>
                    <a:pt x="965" y="888"/>
                  </a:cubicBezTo>
                  <a:cubicBezTo>
                    <a:pt x="921" y="860"/>
                    <a:pt x="877" y="824"/>
                    <a:pt x="837" y="784"/>
                  </a:cubicBezTo>
                  <a:cubicBezTo>
                    <a:pt x="801" y="748"/>
                    <a:pt x="765" y="708"/>
                    <a:pt x="737" y="664"/>
                  </a:cubicBezTo>
                  <a:cubicBezTo>
                    <a:pt x="705" y="616"/>
                    <a:pt x="673" y="572"/>
                    <a:pt x="637" y="528"/>
                  </a:cubicBezTo>
                  <a:cubicBezTo>
                    <a:pt x="593" y="488"/>
                    <a:pt x="545" y="452"/>
                    <a:pt x="497" y="428"/>
                  </a:cubicBezTo>
                  <a:cubicBezTo>
                    <a:pt x="445" y="400"/>
                    <a:pt x="401" y="368"/>
                    <a:pt x="353" y="340"/>
                  </a:cubicBezTo>
                  <a:cubicBezTo>
                    <a:pt x="301" y="312"/>
                    <a:pt x="257" y="288"/>
                    <a:pt x="213" y="264"/>
                  </a:cubicBezTo>
                  <a:lnTo>
                    <a:pt x="213" y="224"/>
                  </a:lnTo>
                  <a:cubicBezTo>
                    <a:pt x="213" y="192"/>
                    <a:pt x="213" y="164"/>
                    <a:pt x="213" y="132"/>
                  </a:cubicBezTo>
                  <a:cubicBezTo>
                    <a:pt x="209" y="96"/>
                    <a:pt x="197" y="64"/>
                    <a:pt x="181" y="36"/>
                  </a:cubicBezTo>
                  <a:cubicBezTo>
                    <a:pt x="165" y="16"/>
                    <a:pt x="145" y="8"/>
                    <a:pt x="1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6" name="Google Shape;2676;p50"/>
          <p:cNvSpPr/>
          <p:nvPr/>
        </p:nvSpPr>
        <p:spPr>
          <a:xfrm>
            <a:off x="1138005" y="556252"/>
            <a:ext cx="2252400" cy="2252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0"/>
          <p:cNvSpPr txBox="1">
            <a:spLocks noGrp="1"/>
          </p:cNvSpPr>
          <p:nvPr>
            <p:ph type="title"/>
          </p:nvPr>
        </p:nvSpPr>
        <p:spPr>
          <a:xfrm>
            <a:off x="2017650" y="1417975"/>
            <a:ext cx="5108700" cy="17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2678" name="Google Shape;2678;p50"/>
          <p:cNvSpPr txBox="1">
            <a:spLocks noGrp="1"/>
          </p:cNvSpPr>
          <p:nvPr>
            <p:ph type="subTitle" idx="1"/>
          </p:nvPr>
        </p:nvSpPr>
        <p:spPr>
          <a:xfrm>
            <a:off x="2145775" y="2916475"/>
            <a:ext cx="4852500" cy="11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grpSp>
        <p:nvGrpSpPr>
          <p:cNvPr id="2679" name="Google Shape;2679;p50"/>
          <p:cNvGrpSpPr/>
          <p:nvPr/>
        </p:nvGrpSpPr>
        <p:grpSpPr>
          <a:xfrm flipH="1">
            <a:off x="6722959" y="3238593"/>
            <a:ext cx="2229035" cy="1672734"/>
            <a:chOff x="1536645" y="1457564"/>
            <a:chExt cx="1782943" cy="1337973"/>
          </a:xfrm>
        </p:grpSpPr>
        <p:sp>
          <p:nvSpPr>
            <p:cNvPr id="2680" name="Google Shape;2680;p50"/>
            <p:cNvSpPr/>
            <p:nvPr/>
          </p:nvSpPr>
          <p:spPr>
            <a:xfrm>
              <a:off x="2157696" y="2388210"/>
              <a:ext cx="1127282" cy="407328"/>
            </a:xfrm>
            <a:custGeom>
              <a:avLst/>
              <a:gdLst/>
              <a:ahLst/>
              <a:cxnLst/>
              <a:rect l="l" t="t" r="r" b="b"/>
              <a:pathLst>
                <a:path w="4821" h="1742" extrusionOk="0">
                  <a:moveTo>
                    <a:pt x="1402" y="119"/>
                  </a:moveTo>
                  <a:cubicBezTo>
                    <a:pt x="1408" y="119"/>
                    <a:pt x="1414" y="120"/>
                    <a:pt x="1421" y="121"/>
                  </a:cubicBezTo>
                  <a:cubicBezTo>
                    <a:pt x="1469" y="121"/>
                    <a:pt x="1521" y="125"/>
                    <a:pt x="1569" y="137"/>
                  </a:cubicBezTo>
                  <a:cubicBezTo>
                    <a:pt x="1677" y="165"/>
                    <a:pt x="1781" y="197"/>
                    <a:pt x="1881" y="237"/>
                  </a:cubicBezTo>
                  <a:cubicBezTo>
                    <a:pt x="1985" y="273"/>
                    <a:pt x="2089" y="313"/>
                    <a:pt x="2193" y="357"/>
                  </a:cubicBezTo>
                  <a:cubicBezTo>
                    <a:pt x="2401" y="437"/>
                    <a:pt x="2605" y="529"/>
                    <a:pt x="2813" y="613"/>
                  </a:cubicBezTo>
                  <a:cubicBezTo>
                    <a:pt x="2913" y="657"/>
                    <a:pt x="3017" y="701"/>
                    <a:pt x="3125" y="741"/>
                  </a:cubicBezTo>
                  <a:cubicBezTo>
                    <a:pt x="3229" y="785"/>
                    <a:pt x="3337" y="821"/>
                    <a:pt x="3449" y="845"/>
                  </a:cubicBezTo>
                  <a:lnTo>
                    <a:pt x="3613" y="869"/>
                  </a:lnTo>
                  <a:lnTo>
                    <a:pt x="3781" y="885"/>
                  </a:lnTo>
                  <a:cubicBezTo>
                    <a:pt x="3897" y="893"/>
                    <a:pt x="4009" y="893"/>
                    <a:pt x="4121" y="893"/>
                  </a:cubicBezTo>
                  <a:cubicBezTo>
                    <a:pt x="4233" y="885"/>
                    <a:pt x="4349" y="873"/>
                    <a:pt x="4461" y="857"/>
                  </a:cubicBezTo>
                  <a:cubicBezTo>
                    <a:pt x="4545" y="842"/>
                    <a:pt x="4630" y="820"/>
                    <a:pt x="4711" y="789"/>
                  </a:cubicBezTo>
                  <a:lnTo>
                    <a:pt x="4711" y="789"/>
                  </a:lnTo>
                  <a:cubicBezTo>
                    <a:pt x="4692" y="842"/>
                    <a:pt x="4667" y="891"/>
                    <a:pt x="4637" y="941"/>
                  </a:cubicBezTo>
                  <a:cubicBezTo>
                    <a:pt x="4597" y="1009"/>
                    <a:pt x="4545" y="1073"/>
                    <a:pt x="4485" y="1129"/>
                  </a:cubicBezTo>
                  <a:cubicBezTo>
                    <a:pt x="4425" y="1181"/>
                    <a:pt x="4357" y="1221"/>
                    <a:pt x="4281" y="1249"/>
                  </a:cubicBezTo>
                  <a:cubicBezTo>
                    <a:pt x="4241" y="1261"/>
                    <a:pt x="4201" y="1273"/>
                    <a:pt x="4161" y="1281"/>
                  </a:cubicBezTo>
                  <a:lnTo>
                    <a:pt x="4037" y="1313"/>
                  </a:lnTo>
                  <a:cubicBezTo>
                    <a:pt x="3705" y="1393"/>
                    <a:pt x="3365" y="1461"/>
                    <a:pt x="3029" y="1541"/>
                  </a:cubicBezTo>
                  <a:cubicBezTo>
                    <a:pt x="2985" y="1549"/>
                    <a:pt x="2945" y="1561"/>
                    <a:pt x="2901" y="1573"/>
                  </a:cubicBezTo>
                  <a:lnTo>
                    <a:pt x="2873" y="1581"/>
                  </a:lnTo>
                  <a:lnTo>
                    <a:pt x="2853" y="1585"/>
                  </a:lnTo>
                  <a:lnTo>
                    <a:pt x="2845" y="1585"/>
                  </a:lnTo>
                  <a:cubicBezTo>
                    <a:pt x="2825" y="1589"/>
                    <a:pt x="2809" y="1593"/>
                    <a:pt x="2789" y="1593"/>
                  </a:cubicBezTo>
                  <a:cubicBezTo>
                    <a:pt x="2775" y="1593"/>
                    <a:pt x="2760" y="1594"/>
                    <a:pt x="2746" y="1594"/>
                  </a:cubicBezTo>
                  <a:cubicBezTo>
                    <a:pt x="2679" y="1594"/>
                    <a:pt x="2611" y="1587"/>
                    <a:pt x="2545" y="1577"/>
                  </a:cubicBezTo>
                  <a:cubicBezTo>
                    <a:pt x="2377" y="1557"/>
                    <a:pt x="2213" y="1525"/>
                    <a:pt x="2045" y="1485"/>
                  </a:cubicBezTo>
                  <a:cubicBezTo>
                    <a:pt x="1877" y="1445"/>
                    <a:pt x="1713" y="1401"/>
                    <a:pt x="1545" y="1357"/>
                  </a:cubicBezTo>
                  <a:cubicBezTo>
                    <a:pt x="1381" y="1313"/>
                    <a:pt x="1217" y="1265"/>
                    <a:pt x="1053" y="1213"/>
                  </a:cubicBezTo>
                  <a:lnTo>
                    <a:pt x="1041" y="1209"/>
                  </a:lnTo>
                  <a:lnTo>
                    <a:pt x="1029" y="1209"/>
                  </a:lnTo>
                  <a:cubicBezTo>
                    <a:pt x="1009" y="1213"/>
                    <a:pt x="985" y="1217"/>
                    <a:pt x="965" y="1217"/>
                  </a:cubicBezTo>
                  <a:lnTo>
                    <a:pt x="893" y="1217"/>
                  </a:lnTo>
                  <a:cubicBezTo>
                    <a:pt x="845" y="1213"/>
                    <a:pt x="797" y="1205"/>
                    <a:pt x="753" y="1197"/>
                  </a:cubicBezTo>
                  <a:cubicBezTo>
                    <a:pt x="661" y="1173"/>
                    <a:pt x="569" y="1141"/>
                    <a:pt x="485" y="1097"/>
                  </a:cubicBezTo>
                  <a:cubicBezTo>
                    <a:pt x="401" y="1049"/>
                    <a:pt x="321" y="993"/>
                    <a:pt x="249" y="929"/>
                  </a:cubicBezTo>
                  <a:cubicBezTo>
                    <a:pt x="177" y="865"/>
                    <a:pt x="109" y="793"/>
                    <a:pt x="49" y="717"/>
                  </a:cubicBezTo>
                  <a:cubicBezTo>
                    <a:pt x="29" y="609"/>
                    <a:pt x="41" y="497"/>
                    <a:pt x="81" y="397"/>
                  </a:cubicBezTo>
                  <a:cubicBezTo>
                    <a:pt x="101" y="345"/>
                    <a:pt x="129" y="297"/>
                    <a:pt x="161" y="257"/>
                  </a:cubicBezTo>
                  <a:cubicBezTo>
                    <a:pt x="169" y="245"/>
                    <a:pt x="177" y="233"/>
                    <a:pt x="185" y="225"/>
                  </a:cubicBezTo>
                  <a:cubicBezTo>
                    <a:pt x="193" y="213"/>
                    <a:pt x="201" y="205"/>
                    <a:pt x="209" y="197"/>
                  </a:cubicBezTo>
                  <a:cubicBezTo>
                    <a:pt x="229" y="181"/>
                    <a:pt x="249" y="169"/>
                    <a:pt x="273" y="161"/>
                  </a:cubicBezTo>
                  <a:cubicBezTo>
                    <a:pt x="343" y="138"/>
                    <a:pt x="417" y="126"/>
                    <a:pt x="491" y="126"/>
                  </a:cubicBezTo>
                  <a:cubicBezTo>
                    <a:pt x="522" y="126"/>
                    <a:pt x="554" y="128"/>
                    <a:pt x="585" y="133"/>
                  </a:cubicBezTo>
                  <a:cubicBezTo>
                    <a:pt x="693" y="141"/>
                    <a:pt x="805" y="157"/>
                    <a:pt x="917" y="165"/>
                  </a:cubicBezTo>
                  <a:cubicBezTo>
                    <a:pt x="962" y="169"/>
                    <a:pt x="1006" y="171"/>
                    <a:pt x="1050" y="171"/>
                  </a:cubicBezTo>
                  <a:cubicBezTo>
                    <a:pt x="1124" y="171"/>
                    <a:pt x="1196" y="165"/>
                    <a:pt x="1269" y="153"/>
                  </a:cubicBezTo>
                  <a:lnTo>
                    <a:pt x="1313" y="141"/>
                  </a:lnTo>
                  <a:lnTo>
                    <a:pt x="1353" y="129"/>
                  </a:lnTo>
                  <a:cubicBezTo>
                    <a:pt x="1370" y="123"/>
                    <a:pt x="1386" y="119"/>
                    <a:pt x="1402" y="119"/>
                  </a:cubicBezTo>
                  <a:close/>
                  <a:moveTo>
                    <a:pt x="1417" y="1"/>
                  </a:moveTo>
                  <a:cubicBezTo>
                    <a:pt x="1397" y="1"/>
                    <a:pt x="1381" y="1"/>
                    <a:pt x="1365" y="5"/>
                  </a:cubicBezTo>
                  <a:cubicBezTo>
                    <a:pt x="1349" y="5"/>
                    <a:pt x="1333" y="9"/>
                    <a:pt x="1317" y="13"/>
                  </a:cubicBezTo>
                  <a:lnTo>
                    <a:pt x="1277" y="29"/>
                  </a:lnTo>
                  <a:lnTo>
                    <a:pt x="1241" y="37"/>
                  </a:lnTo>
                  <a:cubicBezTo>
                    <a:pt x="1164" y="52"/>
                    <a:pt x="1084" y="60"/>
                    <a:pt x="1004" y="60"/>
                  </a:cubicBezTo>
                  <a:cubicBezTo>
                    <a:pt x="977" y="60"/>
                    <a:pt x="949" y="59"/>
                    <a:pt x="921" y="57"/>
                  </a:cubicBezTo>
                  <a:cubicBezTo>
                    <a:pt x="813" y="53"/>
                    <a:pt x="701" y="41"/>
                    <a:pt x="585" y="41"/>
                  </a:cubicBezTo>
                  <a:cubicBezTo>
                    <a:pt x="566" y="39"/>
                    <a:pt x="547" y="39"/>
                    <a:pt x="527" y="39"/>
                  </a:cubicBezTo>
                  <a:cubicBezTo>
                    <a:pt x="430" y="39"/>
                    <a:pt x="330" y="56"/>
                    <a:pt x="237" y="93"/>
                  </a:cubicBezTo>
                  <a:cubicBezTo>
                    <a:pt x="209" y="109"/>
                    <a:pt x="181" y="125"/>
                    <a:pt x="161" y="149"/>
                  </a:cubicBezTo>
                  <a:cubicBezTo>
                    <a:pt x="149" y="161"/>
                    <a:pt x="141" y="169"/>
                    <a:pt x="129" y="185"/>
                  </a:cubicBezTo>
                  <a:cubicBezTo>
                    <a:pt x="121" y="197"/>
                    <a:pt x="113" y="209"/>
                    <a:pt x="105" y="221"/>
                  </a:cubicBezTo>
                  <a:cubicBezTo>
                    <a:pt x="73" y="273"/>
                    <a:pt x="53" y="325"/>
                    <a:pt x="37" y="381"/>
                  </a:cubicBezTo>
                  <a:cubicBezTo>
                    <a:pt x="1" y="493"/>
                    <a:pt x="1" y="609"/>
                    <a:pt x="37" y="721"/>
                  </a:cubicBezTo>
                  <a:lnTo>
                    <a:pt x="33" y="721"/>
                  </a:lnTo>
                  <a:cubicBezTo>
                    <a:pt x="61" y="761"/>
                    <a:pt x="89" y="801"/>
                    <a:pt x="121" y="841"/>
                  </a:cubicBezTo>
                  <a:cubicBezTo>
                    <a:pt x="149" y="881"/>
                    <a:pt x="185" y="921"/>
                    <a:pt x="221" y="957"/>
                  </a:cubicBezTo>
                  <a:cubicBezTo>
                    <a:pt x="289" y="1029"/>
                    <a:pt x="369" y="1093"/>
                    <a:pt x="453" y="1149"/>
                  </a:cubicBezTo>
                  <a:cubicBezTo>
                    <a:pt x="541" y="1201"/>
                    <a:pt x="633" y="1245"/>
                    <a:pt x="733" y="1273"/>
                  </a:cubicBezTo>
                  <a:cubicBezTo>
                    <a:pt x="781" y="1285"/>
                    <a:pt x="833" y="1297"/>
                    <a:pt x="881" y="1305"/>
                  </a:cubicBezTo>
                  <a:cubicBezTo>
                    <a:pt x="909" y="1309"/>
                    <a:pt x="933" y="1309"/>
                    <a:pt x="961" y="1309"/>
                  </a:cubicBezTo>
                  <a:cubicBezTo>
                    <a:pt x="975" y="1311"/>
                    <a:pt x="988" y="1312"/>
                    <a:pt x="1001" y="1312"/>
                  </a:cubicBezTo>
                  <a:cubicBezTo>
                    <a:pt x="1008" y="1312"/>
                    <a:pt x="1015" y="1311"/>
                    <a:pt x="1023" y="1311"/>
                  </a:cubicBezTo>
                  <a:lnTo>
                    <a:pt x="1023" y="1311"/>
                  </a:lnTo>
                  <a:cubicBezTo>
                    <a:pt x="1185" y="1370"/>
                    <a:pt x="1347" y="1425"/>
                    <a:pt x="1513" y="1473"/>
                  </a:cubicBezTo>
                  <a:cubicBezTo>
                    <a:pt x="1677" y="1525"/>
                    <a:pt x="1841" y="1577"/>
                    <a:pt x="2013" y="1621"/>
                  </a:cubicBezTo>
                  <a:cubicBezTo>
                    <a:pt x="2181" y="1665"/>
                    <a:pt x="2353" y="1701"/>
                    <a:pt x="2525" y="1725"/>
                  </a:cubicBezTo>
                  <a:cubicBezTo>
                    <a:pt x="2601" y="1735"/>
                    <a:pt x="2674" y="1742"/>
                    <a:pt x="2748" y="1742"/>
                  </a:cubicBezTo>
                  <a:cubicBezTo>
                    <a:pt x="2764" y="1742"/>
                    <a:pt x="2781" y="1741"/>
                    <a:pt x="2797" y="1741"/>
                  </a:cubicBezTo>
                  <a:cubicBezTo>
                    <a:pt x="2821" y="1737"/>
                    <a:pt x="2849" y="1733"/>
                    <a:pt x="2873" y="1729"/>
                  </a:cubicBezTo>
                  <a:lnTo>
                    <a:pt x="2893" y="1725"/>
                  </a:lnTo>
                  <a:lnTo>
                    <a:pt x="2905" y="1721"/>
                  </a:lnTo>
                  <a:lnTo>
                    <a:pt x="2937" y="1713"/>
                  </a:lnTo>
                  <a:lnTo>
                    <a:pt x="3061" y="1681"/>
                  </a:lnTo>
                  <a:cubicBezTo>
                    <a:pt x="3393" y="1593"/>
                    <a:pt x="3729" y="1521"/>
                    <a:pt x="4065" y="1429"/>
                  </a:cubicBezTo>
                  <a:lnTo>
                    <a:pt x="4189" y="1393"/>
                  </a:lnTo>
                  <a:cubicBezTo>
                    <a:pt x="4233" y="1381"/>
                    <a:pt x="4277" y="1369"/>
                    <a:pt x="4317" y="1353"/>
                  </a:cubicBezTo>
                  <a:cubicBezTo>
                    <a:pt x="4405" y="1317"/>
                    <a:pt x="4485" y="1265"/>
                    <a:pt x="4553" y="1201"/>
                  </a:cubicBezTo>
                  <a:cubicBezTo>
                    <a:pt x="4617" y="1137"/>
                    <a:pt x="4673" y="1065"/>
                    <a:pt x="4713" y="981"/>
                  </a:cubicBezTo>
                  <a:cubicBezTo>
                    <a:pt x="4757" y="901"/>
                    <a:pt x="4789" y="817"/>
                    <a:pt x="4805" y="729"/>
                  </a:cubicBezTo>
                  <a:lnTo>
                    <a:pt x="4821" y="645"/>
                  </a:lnTo>
                  <a:lnTo>
                    <a:pt x="4749" y="689"/>
                  </a:lnTo>
                  <a:cubicBezTo>
                    <a:pt x="4653" y="737"/>
                    <a:pt x="4549" y="773"/>
                    <a:pt x="4445" y="797"/>
                  </a:cubicBezTo>
                  <a:cubicBezTo>
                    <a:pt x="4337" y="821"/>
                    <a:pt x="4225" y="837"/>
                    <a:pt x="4117" y="841"/>
                  </a:cubicBezTo>
                  <a:cubicBezTo>
                    <a:pt x="4061" y="845"/>
                    <a:pt x="4005" y="847"/>
                    <a:pt x="3949" y="847"/>
                  </a:cubicBezTo>
                  <a:cubicBezTo>
                    <a:pt x="3894" y="847"/>
                    <a:pt x="3839" y="845"/>
                    <a:pt x="3785" y="841"/>
                  </a:cubicBezTo>
                  <a:cubicBezTo>
                    <a:pt x="3729" y="837"/>
                    <a:pt x="3673" y="833"/>
                    <a:pt x="3617" y="825"/>
                  </a:cubicBezTo>
                  <a:lnTo>
                    <a:pt x="3453" y="801"/>
                  </a:lnTo>
                  <a:cubicBezTo>
                    <a:pt x="3345" y="777"/>
                    <a:pt x="3241" y="737"/>
                    <a:pt x="3141" y="693"/>
                  </a:cubicBezTo>
                  <a:cubicBezTo>
                    <a:pt x="3041" y="645"/>
                    <a:pt x="2941" y="597"/>
                    <a:pt x="2841" y="545"/>
                  </a:cubicBezTo>
                  <a:cubicBezTo>
                    <a:pt x="2641" y="449"/>
                    <a:pt x="2441" y="345"/>
                    <a:pt x="2237" y="253"/>
                  </a:cubicBezTo>
                  <a:cubicBezTo>
                    <a:pt x="2133" y="205"/>
                    <a:pt x="2033" y="161"/>
                    <a:pt x="1925" y="121"/>
                  </a:cubicBezTo>
                  <a:cubicBezTo>
                    <a:pt x="1817" y="77"/>
                    <a:pt x="1709" y="45"/>
                    <a:pt x="1597" y="21"/>
                  </a:cubicBezTo>
                  <a:cubicBezTo>
                    <a:pt x="1537" y="5"/>
                    <a:pt x="1477" y="1"/>
                    <a:pt x="1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50"/>
            <p:cNvSpPr/>
            <p:nvPr/>
          </p:nvSpPr>
          <p:spPr>
            <a:xfrm>
              <a:off x="1716226" y="1738161"/>
              <a:ext cx="712940" cy="851366"/>
            </a:xfrm>
            <a:custGeom>
              <a:avLst/>
              <a:gdLst/>
              <a:ahLst/>
              <a:cxnLst/>
              <a:rect l="l" t="t" r="r" b="b"/>
              <a:pathLst>
                <a:path w="3049" h="3641" extrusionOk="0">
                  <a:moveTo>
                    <a:pt x="1909" y="1"/>
                  </a:moveTo>
                  <a:lnTo>
                    <a:pt x="1877" y="37"/>
                  </a:lnTo>
                  <a:cubicBezTo>
                    <a:pt x="1822" y="99"/>
                    <a:pt x="1745" y="161"/>
                    <a:pt x="1664" y="161"/>
                  </a:cubicBezTo>
                  <a:cubicBezTo>
                    <a:pt x="1662" y="161"/>
                    <a:pt x="1659" y="161"/>
                    <a:pt x="1657" y="161"/>
                  </a:cubicBezTo>
                  <a:cubicBezTo>
                    <a:pt x="1637" y="157"/>
                    <a:pt x="1617" y="153"/>
                    <a:pt x="1597" y="141"/>
                  </a:cubicBezTo>
                  <a:cubicBezTo>
                    <a:pt x="1573" y="137"/>
                    <a:pt x="1549" y="129"/>
                    <a:pt x="1525" y="121"/>
                  </a:cubicBezTo>
                  <a:cubicBezTo>
                    <a:pt x="1477" y="113"/>
                    <a:pt x="1433" y="105"/>
                    <a:pt x="1385" y="97"/>
                  </a:cubicBezTo>
                  <a:cubicBezTo>
                    <a:pt x="1273" y="77"/>
                    <a:pt x="1159" y="68"/>
                    <a:pt x="1045" y="68"/>
                  </a:cubicBezTo>
                  <a:cubicBezTo>
                    <a:pt x="968" y="68"/>
                    <a:pt x="890" y="73"/>
                    <a:pt x="813" y="81"/>
                  </a:cubicBezTo>
                  <a:cubicBezTo>
                    <a:pt x="765" y="89"/>
                    <a:pt x="717" y="97"/>
                    <a:pt x="669" y="109"/>
                  </a:cubicBezTo>
                  <a:cubicBezTo>
                    <a:pt x="621" y="121"/>
                    <a:pt x="577" y="141"/>
                    <a:pt x="533" y="157"/>
                  </a:cubicBezTo>
                  <a:cubicBezTo>
                    <a:pt x="437" y="189"/>
                    <a:pt x="349" y="241"/>
                    <a:pt x="273" y="309"/>
                  </a:cubicBezTo>
                  <a:cubicBezTo>
                    <a:pt x="205" y="385"/>
                    <a:pt x="153" y="473"/>
                    <a:pt x="121" y="569"/>
                  </a:cubicBezTo>
                  <a:cubicBezTo>
                    <a:pt x="85" y="661"/>
                    <a:pt x="57" y="753"/>
                    <a:pt x="33" y="845"/>
                  </a:cubicBezTo>
                  <a:cubicBezTo>
                    <a:pt x="13" y="945"/>
                    <a:pt x="1" y="1041"/>
                    <a:pt x="1" y="1141"/>
                  </a:cubicBezTo>
                  <a:cubicBezTo>
                    <a:pt x="1" y="1237"/>
                    <a:pt x="5" y="1337"/>
                    <a:pt x="17" y="1433"/>
                  </a:cubicBezTo>
                  <a:cubicBezTo>
                    <a:pt x="25" y="1529"/>
                    <a:pt x="41" y="1625"/>
                    <a:pt x="65" y="1717"/>
                  </a:cubicBezTo>
                  <a:cubicBezTo>
                    <a:pt x="85" y="1813"/>
                    <a:pt x="113" y="1909"/>
                    <a:pt x="149" y="1997"/>
                  </a:cubicBezTo>
                  <a:cubicBezTo>
                    <a:pt x="181" y="2093"/>
                    <a:pt x="229" y="2185"/>
                    <a:pt x="285" y="2265"/>
                  </a:cubicBezTo>
                  <a:cubicBezTo>
                    <a:pt x="301" y="2289"/>
                    <a:pt x="317" y="2309"/>
                    <a:pt x="337" y="2329"/>
                  </a:cubicBezTo>
                  <a:cubicBezTo>
                    <a:pt x="353" y="2349"/>
                    <a:pt x="369" y="2361"/>
                    <a:pt x="385" y="2377"/>
                  </a:cubicBezTo>
                  <a:lnTo>
                    <a:pt x="485" y="2477"/>
                  </a:lnTo>
                  <a:lnTo>
                    <a:pt x="891" y="2863"/>
                  </a:lnTo>
                  <a:lnTo>
                    <a:pt x="891" y="2863"/>
                  </a:lnTo>
                  <a:cubicBezTo>
                    <a:pt x="905" y="2887"/>
                    <a:pt x="918" y="2908"/>
                    <a:pt x="929" y="2929"/>
                  </a:cubicBezTo>
                  <a:cubicBezTo>
                    <a:pt x="945" y="2953"/>
                    <a:pt x="965" y="2981"/>
                    <a:pt x="981" y="3005"/>
                  </a:cubicBezTo>
                  <a:cubicBezTo>
                    <a:pt x="1017" y="3053"/>
                    <a:pt x="1053" y="3101"/>
                    <a:pt x="1093" y="3145"/>
                  </a:cubicBezTo>
                  <a:cubicBezTo>
                    <a:pt x="1133" y="3185"/>
                    <a:pt x="1173" y="3229"/>
                    <a:pt x="1217" y="3269"/>
                  </a:cubicBezTo>
                  <a:cubicBezTo>
                    <a:pt x="1241" y="3289"/>
                    <a:pt x="1265" y="3305"/>
                    <a:pt x="1285" y="3325"/>
                  </a:cubicBezTo>
                  <a:cubicBezTo>
                    <a:pt x="1305" y="3345"/>
                    <a:pt x="1333" y="3361"/>
                    <a:pt x="1357" y="3381"/>
                  </a:cubicBezTo>
                  <a:cubicBezTo>
                    <a:pt x="1381" y="3397"/>
                    <a:pt x="1405" y="3413"/>
                    <a:pt x="1429" y="3429"/>
                  </a:cubicBezTo>
                  <a:lnTo>
                    <a:pt x="1505" y="3477"/>
                  </a:lnTo>
                  <a:cubicBezTo>
                    <a:pt x="1557" y="3505"/>
                    <a:pt x="1609" y="3529"/>
                    <a:pt x="1665" y="3553"/>
                  </a:cubicBezTo>
                  <a:cubicBezTo>
                    <a:pt x="1689" y="3561"/>
                    <a:pt x="1717" y="3573"/>
                    <a:pt x="1745" y="3581"/>
                  </a:cubicBezTo>
                  <a:lnTo>
                    <a:pt x="1829" y="3609"/>
                  </a:lnTo>
                  <a:cubicBezTo>
                    <a:pt x="1885" y="3621"/>
                    <a:pt x="1945" y="3633"/>
                    <a:pt x="2001" y="3641"/>
                  </a:cubicBezTo>
                  <a:lnTo>
                    <a:pt x="2001" y="3629"/>
                  </a:lnTo>
                  <a:cubicBezTo>
                    <a:pt x="1949" y="3609"/>
                    <a:pt x="1893" y="3597"/>
                    <a:pt x="1841" y="3577"/>
                  </a:cubicBezTo>
                  <a:lnTo>
                    <a:pt x="1761" y="3545"/>
                  </a:lnTo>
                  <a:cubicBezTo>
                    <a:pt x="1733" y="3533"/>
                    <a:pt x="1709" y="3517"/>
                    <a:pt x="1685" y="3505"/>
                  </a:cubicBezTo>
                  <a:cubicBezTo>
                    <a:pt x="1661" y="3493"/>
                    <a:pt x="1633" y="3481"/>
                    <a:pt x="1609" y="3465"/>
                  </a:cubicBezTo>
                  <a:lnTo>
                    <a:pt x="1537" y="3421"/>
                  </a:lnTo>
                  <a:lnTo>
                    <a:pt x="1469" y="3369"/>
                  </a:lnTo>
                  <a:cubicBezTo>
                    <a:pt x="1449" y="3353"/>
                    <a:pt x="1425" y="3337"/>
                    <a:pt x="1405" y="3317"/>
                  </a:cubicBezTo>
                  <a:cubicBezTo>
                    <a:pt x="1385" y="3301"/>
                    <a:pt x="1361" y="3281"/>
                    <a:pt x="1341" y="3261"/>
                  </a:cubicBezTo>
                  <a:cubicBezTo>
                    <a:pt x="1321" y="3241"/>
                    <a:pt x="1301" y="3225"/>
                    <a:pt x="1281" y="3205"/>
                  </a:cubicBezTo>
                  <a:cubicBezTo>
                    <a:pt x="1241" y="3161"/>
                    <a:pt x="1209" y="3121"/>
                    <a:pt x="1173" y="3077"/>
                  </a:cubicBezTo>
                  <a:cubicBezTo>
                    <a:pt x="1133" y="3033"/>
                    <a:pt x="1101" y="2989"/>
                    <a:pt x="1073" y="2941"/>
                  </a:cubicBezTo>
                  <a:cubicBezTo>
                    <a:pt x="1057" y="2917"/>
                    <a:pt x="1041" y="2893"/>
                    <a:pt x="1029" y="2869"/>
                  </a:cubicBezTo>
                  <a:cubicBezTo>
                    <a:pt x="1013" y="2849"/>
                    <a:pt x="1001" y="2821"/>
                    <a:pt x="989" y="2801"/>
                  </a:cubicBezTo>
                  <a:lnTo>
                    <a:pt x="985" y="2789"/>
                  </a:lnTo>
                  <a:lnTo>
                    <a:pt x="977" y="2781"/>
                  </a:lnTo>
                  <a:lnTo>
                    <a:pt x="581" y="2377"/>
                  </a:lnTo>
                  <a:lnTo>
                    <a:pt x="481" y="2277"/>
                  </a:lnTo>
                  <a:cubicBezTo>
                    <a:pt x="465" y="2261"/>
                    <a:pt x="449" y="2245"/>
                    <a:pt x="437" y="2229"/>
                  </a:cubicBezTo>
                  <a:cubicBezTo>
                    <a:pt x="421" y="2209"/>
                    <a:pt x="409" y="2193"/>
                    <a:pt x="397" y="2177"/>
                  </a:cubicBezTo>
                  <a:cubicBezTo>
                    <a:pt x="349" y="2105"/>
                    <a:pt x="309" y="2025"/>
                    <a:pt x="277" y="1941"/>
                  </a:cubicBezTo>
                  <a:cubicBezTo>
                    <a:pt x="245" y="1857"/>
                    <a:pt x="217" y="1769"/>
                    <a:pt x="197" y="1681"/>
                  </a:cubicBezTo>
                  <a:cubicBezTo>
                    <a:pt x="177" y="1593"/>
                    <a:pt x="157" y="1501"/>
                    <a:pt x="145" y="1413"/>
                  </a:cubicBezTo>
                  <a:cubicBezTo>
                    <a:pt x="133" y="1321"/>
                    <a:pt x="129" y="1229"/>
                    <a:pt x="125" y="1137"/>
                  </a:cubicBezTo>
                  <a:cubicBezTo>
                    <a:pt x="125" y="1049"/>
                    <a:pt x="133" y="957"/>
                    <a:pt x="145" y="869"/>
                  </a:cubicBezTo>
                  <a:cubicBezTo>
                    <a:pt x="165" y="781"/>
                    <a:pt x="189" y="689"/>
                    <a:pt x="217" y="605"/>
                  </a:cubicBezTo>
                  <a:cubicBezTo>
                    <a:pt x="241" y="521"/>
                    <a:pt x="281" y="441"/>
                    <a:pt x="337" y="373"/>
                  </a:cubicBezTo>
                  <a:cubicBezTo>
                    <a:pt x="401" y="309"/>
                    <a:pt x="473" y="261"/>
                    <a:pt x="557" y="225"/>
                  </a:cubicBezTo>
                  <a:cubicBezTo>
                    <a:pt x="597" y="205"/>
                    <a:pt x="637" y="189"/>
                    <a:pt x="681" y="173"/>
                  </a:cubicBezTo>
                  <a:cubicBezTo>
                    <a:pt x="725" y="161"/>
                    <a:pt x="769" y="149"/>
                    <a:pt x="813" y="141"/>
                  </a:cubicBezTo>
                  <a:cubicBezTo>
                    <a:pt x="910" y="124"/>
                    <a:pt x="1006" y="116"/>
                    <a:pt x="1102" y="116"/>
                  </a:cubicBezTo>
                  <a:cubicBezTo>
                    <a:pt x="1192" y="116"/>
                    <a:pt x="1282" y="123"/>
                    <a:pt x="1373" y="137"/>
                  </a:cubicBezTo>
                  <a:cubicBezTo>
                    <a:pt x="1417" y="141"/>
                    <a:pt x="1465" y="149"/>
                    <a:pt x="1509" y="161"/>
                  </a:cubicBezTo>
                  <a:cubicBezTo>
                    <a:pt x="1529" y="165"/>
                    <a:pt x="1553" y="173"/>
                    <a:pt x="1573" y="181"/>
                  </a:cubicBezTo>
                  <a:cubicBezTo>
                    <a:pt x="1597" y="189"/>
                    <a:pt x="1621" y="197"/>
                    <a:pt x="1645" y="201"/>
                  </a:cubicBezTo>
                  <a:cubicBezTo>
                    <a:pt x="1650" y="201"/>
                    <a:pt x="1656" y="201"/>
                    <a:pt x="1662" y="201"/>
                  </a:cubicBezTo>
                  <a:cubicBezTo>
                    <a:pt x="1711" y="201"/>
                    <a:pt x="1757" y="186"/>
                    <a:pt x="1797" y="161"/>
                  </a:cubicBezTo>
                  <a:cubicBezTo>
                    <a:pt x="1826" y="145"/>
                    <a:pt x="1852" y="125"/>
                    <a:pt x="1876" y="104"/>
                  </a:cubicBezTo>
                  <a:lnTo>
                    <a:pt x="1876" y="104"/>
                  </a:lnTo>
                  <a:lnTo>
                    <a:pt x="1889" y="157"/>
                  </a:lnTo>
                  <a:lnTo>
                    <a:pt x="1921" y="253"/>
                  </a:lnTo>
                  <a:cubicBezTo>
                    <a:pt x="1945" y="317"/>
                    <a:pt x="1973" y="381"/>
                    <a:pt x="2001" y="441"/>
                  </a:cubicBezTo>
                  <a:cubicBezTo>
                    <a:pt x="2061" y="561"/>
                    <a:pt x="2133" y="677"/>
                    <a:pt x="2205" y="793"/>
                  </a:cubicBezTo>
                  <a:cubicBezTo>
                    <a:pt x="2281" y="905"/>
                    <a:pt x="2357" y="1013"/>
                    <a:pt x="2429" y="1121"/>
                  </a:cubicBezTo>
                  <a:cubicBezTo>
                    <a:pt x="2465" y="1169"/>
                    <a:pt x="2493" y="1221"/>
                    <a:pt x="2513" y="1277"/>
                  </a:cubicBezTo>
                  <a:lnTo>
                    <a:pt x="2517" y="1301"/>
                  </a:lnTo>
                  <a:lnTo>
                    <a:pt x="2517" y="1305"/>
                  </a:lnTo>
                  <a:lnTo>
                    <a:pt x="2521" y="1321"/>
                  </a:lnTo>
                  <a:cubicBezTo>
                    <a:pt x="2525" y="1341"/>
                    <a:pt x="2529" y="1357"/>
                    <a:pt x="2533" y="1377"/>
                  </a:cubicBezTo>
                  <a:cubicBezTo>
                    <a:pt x="2545" y="1413"/>
                    <a:pt x="2557" y="1445"/>
                    <a:pt x="2573" y="1477"/>
                  </a:cubicBezTo>
                  <a:cubicBezTo>
                    <a:pt x="2629" y="1605"/>
                    <a:pt x="2697" y="1721"/>
                    <a:pt x="2761" y="1837"/>
                  </a:cubicBezTo>
                  <a:cubicBezTo>
                    <a:pt x="2829" y="1949"/>
                    <a:pt x="2885" y="2065"/>
                    <a:pt x="2937" y="2185"/>
                  </a:cubicBezTo>
                  <a:lnTo>
                    <a:pt x="2949" y="2229"/>
                  </a:lnTo>
                  <a:cubicBezTo>
                    <a:pt x="2953" y="2241"/>
                    <a:pt x="2961" y="2269"/>
                    <a:pt x="2961" y="2277"/>
                  </a:cubicBezTo>
                  <a:lnTo>
                    <a:pt x="2961" y="2317"/>
                  </a:lnTo>
                  <a:lnTo>
                    <a:pt x="2953" y="2361"/>
                  </a:lnTo>
                  <a:cubicBezTo>
                    <a:pt x="2941" y="2425"/>
                    <a:pt x="2921" y="2485"/>
                    <a:pt x="2897" y="2545"/>
                  </a:cubicBezTo>
                  <a:cubicBezTo>
                    <a:pt x="2841" y="2665"/>
                    <a:pt x="2777" y="2781"/>
                    <a:pt x="2701" y="2889"/>
                  </a:cubicBezTo>
                  <a:lnTo>
                    <a:pt x="2721" y="2905"/>
                  </a:lnTo>
                  <a:cubicBezTo>
                    <a:pt x="2813" y="2805"/>
                    <a:pt x="2889" y="2693"/>
                    <a:pt x="2957" y="2577"/>
                  </a:cubicBezTo>
                  <a:cubicBezTo>
                    <a:pt x="2993" y="2517"/>
                    <a:pt x="3017" y="2453"/>
                    <a:pt x="3037" y="2385"/>
                  </a:cubicBezTo>
                  <a:lnTo>
                    <a:pt x="3045" y="2329"/>
                  </a:lnTo>
                  <a:cubicBezTo>
                    <a:pt x="3049" y="2309"/>
                    <a:pt x="3049" y="2293"/>
                    <a:pt x="3045" y="2273"/>
                  </a:cubicBezTo>
                  <a:cubicBezTo>
                    <a:pt x="3045" y="2253"/>
                    <a:pt x="3045" y="2237"/>
                    <a:pt x="3041" y="2221"/>
                  </a:cubicBezTo>
                  <a:cubicBezTo>
                    <a:pt x="3037" y="2205"/>
                    <a:pt x="3033" y="2185"/>
                    <a:pt x="3025" y="2165"/>
                  </a:cubicBezTo>
                  <a:cubicBezTo>
                    <a:pt x="2981" y="2037"/>
                    <a:pt x="2929" y="1913"/>
                    <a:pt x="2861" y="1793"/>
                  </a:cubicBezTo>
                  <a:cubicBezTo>
                    <a:pt x="2801" y="1673"/>
                    <a:pt x="2737" y="1557"/>
                    <a:pt x="2689" y="1437"/>
                  </a:cubicBezTo>
                  <a:cubicBezTo>
                    <a:pt x="2677" y="1409"/>
                    <a:pt x="2665" y="1381"/>
                    <a:pt x="2657" y="1353"/>
                  </a:cubicBezTo>
                  <a:cubicBezTo>
                    <a:pt x="2653" y="1337"/>
                    <a:pt x="2649" y="1325"/>
                    <a:pt x="2649" y="1313"/>
                  </a:cubicBezTo>
                  <a:lnTo>
                    <a:pt x="2645" y="1281"/>
                  </a:lnTo>
                  <a:lnTo>
                    <a:pt x="2637" y="1257"/>
                  </a:lnTo>
                  <a:cubicBezTo>
                    <a:pt x="2613" y="1185"/>
                    <a:pt x="2581" y="1121"/>
                    <a:pt x="2537" y="1057"/>
                  </a:cubicBezTo>
                  <a:cubicBezTo>
                    <a:pt x="2461" y="945"/>
                    <a:pt x="2377" y="841"/>
                    <a:pt x="2297" y="733"/>
                  </a:cubicBezTo>
                  <a:cubicBezTo>
                    <a:pt x="2217" y="629"/>
                    <a:pt x="2145" y="521"/>
                    <a:pt x="2077" y="409"/>
                  </a:cubicBezTo>
                  <a:cubicBezTo>
                    <a:pt x="2045" y="353"/>
                    <a:pt x="2017" y="293"/>
                    <a:pt x="1989" y="233"/>
                  </a:cubicBezTo>
                  <a:lnTo>
                    <a:pt x="1953" y="141"/>
                  </a:lnTo>
                  <a:lnTo>
                    <a:pt x="1921" y="49"/>
                  </a:lnTo>
                  <a:lnTo>
                    <a:pt x="190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50"/>
            <p:cNvSpPr/>
            <p:nvPr/>
          </p:nvSpPr>
          <p:spPr>
            <a:xfrm>
              <a:off x="1536645" y="1457564"/>
              <a:ext cx="304210" cy="795247"/>
            </a:xfrm>
            <a:custGeom>
              <a:avLst/>
              <a:gdLst/>
              <a:ahLst/>
              <a:cxnLst/>
              <a:rect l="l" t="t" r="r" b="b"/>
              <a:pathLst>
                <a:path w="1301" h="3401" extrusionOk="0">
                  <a:moveTo>
                    <a:pt x="177" y="1"/>
                  </a:moveTo>
                  <a:lnTo>
                    <a:pt x="321" y="101"/>
                  </a:lnTo>
                  <a:cubicBezTo>
                    <a:pt x="381" y="141"/>
                    <a:pt x="425" y="201"/>
                    <a:pt x="441" y="273"/>
                  </a:cubicBezTo>
                  <a:cubicBezTo>
                    <a:pt x="449" y="305"/>
                    <a:pt x="449" y="345"/>
                    <a:pt x="441" y="381"/>
                  </a:cubicBezTo>
                  <a:cubicBezTo>
                    <a:pt x="429" y="417"/>
                    <a:pt x="417" y="453"/>
                    <a:pt x="401" y="485"/>
                  </a:cubicBezTo>
                  <a:cubicBezTo>
                    <a:pt x="369" y="557"/>
                    <a:pt x="337" y="629"/>
                    <a:pt x="301" y="701"/>
                  </a:cubicBezTo>
                  <a:lnTo>
                    <a:pt x="197" y="917"/>
                  </a:lnTo>
                  <a:cubicBezTo>
                    <a:pt x="125" y="1061"/>
                    <a:pt x="69" y="1213"/>
                    <a:pt x="29" y="1369"/>
                  </a:cubicBezTo>
                  <a:cubicBezTo>
                    <a:pt x="5" y="1453"/>
                    <a:pt x="1" y="1541"/>
                    <a:pt x="13" y="1629"/>
                  </a:cubicBezTo>
                  <a:cubicBezTo>
                    <a:pt x="17" y="1653"/>
                    <a:pt x="25" y="1677"/>
                    <a:pt x="37" y="1697"/>
                  </a:cubicBezTo>
                  <a:cubicBezTo>
                    <a:pt x="41" y="1709"/>
                    <a:pt x="45" y="1721"/>
                    <a:pt x="53" y="1733"/>
                  </a:cubicBezTo>
                  <a:lnTo>
                    <a:pt x="65" y="1757"/>
                  </a:lnTo>
                  <a:cubicBezTo>
                    <a:pt x="85" y="1789"/>
                    <a:pt x="101" y="1821"/>
                    <a:pt x="117" y="1857"/>
                  </a:cubicBezTo>
                  <a:cubicBezTo>
                    <a:pt x="145" y="1925"/>
                    <a:pt x="169" y="1997"/>
                    <a:pt x="193" y="2073"/>
                  </a:cubicBezTo>
                  <a:cubicBezTo>
                    <a:pt x="217" y="2145"/>
                    <a:pt x="241" y="2221"/>
                    <a:pt x="261" y="2297"/>
                  </a:cubicBezTo>
                  <a:cubicBezTo>
                    <a:pt x="309" y="2445"/>
                    <a:pt x="353" y="2601"/>
                    <a:pt x="401" y="2749"/>
                  </a:cubicBezTo>
                  <a:cubicBezTo>
                    <a:pt x="425" y="2829"/>
                    <a:pt x="457" y="2905"/>
                    <a:pt x="493" y="2977"/>
                  </a:cubicBezTo>
                  <a:cubicBezTo>
                    <a:pt x="533" y="3057"/>
                    <a:pt x="593" y="3121"/>
                    <a:pt x="665" y="3169"/>
                  </a:cubicBezTo>
                  <a:cubicBezTo>
                    <a:pt x="729" y="3217"/>
                    <a:pt x="797" y="3261"/>
                    <a:pt x="869" y="3297"/>
                  </a:cubicBezTo>
                  <a:cubicBezTo>
                    <a:pt x="941" y="3333"/>
                    <a:pt x="1013" y="3369"/>
                    <a:pt x="1085" y="3401"/>
                  </a:cubicBezTo>
                  <a:lnTo>
                    <a:pt x="1093" y="3389"/>
                  </a:lnTo>
                  <a:cubicBezTo>
                    <a:pt x="1025" y="3345"/>
                    <a:pt x="961" y="3301"/>
                    <a:pt x="901" y="3249"/>
                  </a:cubicBezTo>
                  <a:cubicBezTo>
                    <a:pt x="837" y="3201"/>
                    <a:pt x="773" y="3149"/>
                    <a:pt x="717" y="3101"/>
                  </a:cubicBezTo>
                  <a:cubicBezTo>
                    <a:pt x="665" y="3057"/>
                    <a:pt x="621" y="2997"/>
                    <a:pt x="593" y="2929"/>
                  </a:cubicBezTo>
                  <a:cubicBezTo>
                    <a:pt x="565" y="2857"/>
                    <a:pt x="541" y="2785"/>
                    <a:pt x="525" y="2713"/>
                  </a:cubicBezTo>
                  <a:cubicBezTo>
                    <a:pt x="485" y="2561"/>
                    <a:pt x="445" y="2405"/>
                    <a:pt x="405" y="2253"/>
                  </a:cubicBezTo>
                  <a:cubicBezTo>
                    <a:pt x="361" y="2097"/>
                    <a:pt x="309" y="1945"/>
                    <a:pt x="241" y="1797"/>
                  </a:cubicBezTo>
                  <a:cubicBezTo>
                    <a:pt x="225" y="1761"/>
                    <a:pt x="201" y="1721"/>
                    <a:pt x="181" y="1689"/>
                  </a:cubicBezTo>
                  <a:lnTo>
                    <a:pt x="165" y="1661"/>
                  </a:lnTo>
                  <a:cubicBezTo>
                    <a:pt x="161" y="1657"/>
                    <a:pt x="157" y="1649"/>
                    <a:pt x="153" y="1645"/>
                  </a:cubicBezTo>
                  <a:cubicBezTo>
                    <a:pt x="149" y="1629"/>
                    <a:pt x="141" y="1613"/>
                    <a:pt x="141" y="1601"/>
                  </a:cubicBezTo>
                  <a:cubicBezTo>
                    <a:pt x="125" y="1529"/>
                    <a:pt x="125" y="1457"/>
                    <a:pt x="141" y="1389"/>
                  </a:cubicBezTo>
                  <a:cubicBezTo>
                    <a:pt x="165" y="1237"/>
                    <a:pt x="205" y="1085"/>
                    <a:pt x="261" y="937"/>
                  </a:cubicBezTo>
                  <a:cubicBezTo>
                    <a:pt x="289" y="865"/>
                    <a:pt x="313" y="789"/>
                    <a:pt x="345" y="717"/>
                  </a:cubicBezTo>
                  <a:lnTo>
                    <a:pt x="441" y="501"/>
                  </a:lnTo>
                  <a:cubicBezTo>
                    <a:pt x="457" y="461"/>
                    <a:pt x="469" y="425"/>
                    <a:pt x="481" y="385"/>
                  </a:cubicBezTo>
                  <a:cubicBezTo>
                    <a:pt x="493" y="345"/>
                    <a:pt x="497" y="301"/>
                    <a:pt x="489" y="257"/>
                  </a:cubicBezTo>
                  <a:cubicBezTo>
                    <a:pt x="483" y="216"/>
                    <a:pt x="470" y="177"/>
                    <a:pt x="450" y="140"/>
                  </a:cubicBezTo>
                  <a:lnTo>
                    <a:pt x="450" y="140"/>
                  </a:lnTo>
                  <a:cubicBezTo>
                    <a:pt x="542" y="176"/>
                    <a:pt x="632" y="221"/>
                    <a:pt x="721" y="273"/>
                  </a:cubicBezTo>
                  <a:cubicBezTo>
                    <a:pt x="745" y="289"/>
                    <a:pt x="769" y="309"/>
                    <a:pt x="789" y="329"/>
                  </a:cubicBezTo>
                  <a:cubicBezTo>
                    <a:pt x="793" y="337"/>
                    <a:pt x="797" y="337"/>
                    <a:pt x="801" y="345"/>
                  </a:cubicBezTo>
                  <a:lnTo>
                    <a:pt x="817" y="369"/>
                  </a:lnTo>
                  <a:lnTo>
                    <a:pt x="837" y="409"/>
                  </a:lnTo>
                  <a:lnTo>
                    <a:pt x="929" y="609"/>
                  </a:lnTo>
                  <a:cubicBezTo>
                    <a:pt x="961" y="673"/>
                    <a:pt x="993" y="741"/>
                    <a:pt x="1029" y="805"/>
                  </a:cubicBezTo>
                  <a:cubicBezTo>
                    <a:pt x="1049" y="837"/>
                    <a:pt x="1069" y="869"/>
                    <a:pt x="1089" y="901"/>
                  </a:cubicBezTo>
                  <a:cubicBezTo>
                    <a:pt x="1097" y="921"/>
                    <a:pt x="1109" y="933"/>
                    <a:pt x="1121" y="949"/>
                  </a:cubicBezTo>
                  <a:cubicBezTo>
                    <a:pt x="1129" y="961"/>
                    <a:pt x="1137" y="977"/>
                    <a:pt x="1145" y="989"/>
                  </a:cubicBezTo>
                  <a:cubicBezTo>
                    <a:pt x="1173" y="1053"/>
                    <a:pt x="1201" y="1121"/>
                    <a:pt x="1221" y="1189"/>
                  </a:cubicBezTo>
                  <a:cubicBezTo>
                    <a:pt x="1245" y="1257"/>
                    <a:pt x="1265" y="1329"/>
                    <a:pt x="1289" y="1397"/>
                  </a:cubicBezTo>
                  <a:lnTo>
                    <a:pt x="1301" y="1397"/>
                  </a:lnTo>
                  <a:cubicBezTo>
                    <a:pt x="1293" y="1325"/>
                    <a:pt x="1285" y="1249"/>
                    <a:pt x="1273" y="1177"/>
                  </a:cubicBezTo>
                  <a:cubicBezTo>
                    <a:pt x="1261" y="1105"/>
                    <a:pt x="1245" y="1029"/>
                    <a:pt x="1221" y="957"/>
                  </a:cubicBezTo>
                  <a:cubicBezTo>
                    <a:pt x="1213" y="941"/>
                    <a:pt x="1205" y="921"/>
                    <a:pt x="1193" y="901"/>
                  </a:cubicBezTo>
                  <a:cubicBezTo>
                    <a:pt x="1185" y="885"/>
                    <a:pt x="1173" y="869"/>
                    <a:pt x="1169" y="857"/>
                  </a:cubicBezTo>
                  <a:cubicBezTo>
                    <a:pt x="1153" y="825"/>
                    <a:pt x="1137" y="793"/>
                    <a:pt x="1121" y="761"/>
                  </a:cubicBezTo>
                  <a:cubicBezTo>
                    <a:pt x="1093" y="693"/>
                    <a:pt x="1065" y="629"/>
                    <a:pt x="1033" y="561"/>
                  </a:cubicBezTo>
                  <a:lnTo>
                    <a:pt x="945" y="361"/>
                  </a:lnTo>
                  <a:lnTo>
                    <a:pt x="933" y="337"/>
                  </a:lnTo>
                  <a:lnTo>
                    <a:pt x="929" y="325"/>
                  </a:lnTo>
                  <a:lnTo>
                    <a:pt x="925" y="317"/>
                  </a:lnTo>
                  <a:lnTo>
                    <a:pt x="921" y="309"/>
                  </a:lnTo>
                  <a:lnTo>
                    <a:pt x="921" y="305"/>
                  </a:lnTo>
                  <a:lnTo>
                    <a:pt x="905" y="281"/>
                  </a:lnTo>
                  <a:cubicBezTo>
                    <a:pt x="897" y="273"/>
                    <a:pt x="889" y="265"/>
                    <a:pt x="881" y="253"/>
                  </a:cubicBezTo>
                  <a:cubicBezTo>
                    <a:pt x="853" y="221"/>
                    <a:pt x="821" y="197"/>
                    <a:pt x="781" y="177"/>
                  </a:cubicBezTo>
                  <a:cubicBezTo>
                    <a:pt x="717" y="137"/>
                    <a:pt x="645" y="109"/>
                    <a:pt x="569" y="85"/>
                  </a:cubicBezTo>
                  <a:cubicBezTo>
                    <a:pt x="502" y="66"/>
                    <a:pt x="435" y="47"/>
                    <a:pt x="368" y="35"/>
                  </a:cubicBezTo>
                  <a:lnTo>
                    <a:pt x="368" y="35"/>
                  </a:lnTo>
                  <a:cubicBezTo>
                    <a:pt x="367" y="34"/>
                    <a:pt x="366" y="33"/>
                    <a:pt x="365" y="33"/>
                  </a:cubicBezTo>
                  <a:lnTo>
                    <a:pt x="364" y="34"/>
                  </a:lnTo>
                  <a:lnTo>
                    <a:pt x="364" y="34"/>
                  </a:lnTo>
                  <a:cubicBezTo>
                    <a:pt x="360" y="34"/>
                    <a:pt x="356" y="33"/>
                    <a:pt x="353" y="33"/>
                  </a:cubicBezTo>
                  <a:lnTo>
                    <a:pt x="17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50"/>
            <p:cNvSpPr/>
            <p:nvPr/>
          </p:nvSpPr>
          <p:spPr>
            <a:xfrm>
              <a:off x="1976244" y="1611892"/>
              <a:ext cx="539908" cy="601638"/>
            </a:xfrm>
            <a:custGeom>
              <a:avLst/>
              <a:gdLst/>
              <a:ahLst/>
              <a:cxnLst/>
              <a:rect l="l" t="t" r="r" b="b"/>
              <a:pathLst>
                <a:path w="2309" h="2573" extrusionOk="0">
                  <a:moveTo>
                    <a:pt x="1097" y="1"/>
                  </a:moveTo>
                  <a:cubicBezTo>
                    <a:pt x="1077" y="1"/>
                    <a:pt x="1065" y="5"/>
                    <a:pt x="1049" y="17"/>
                  </a:cubicBezTo>
                  <a:cubicBezTo>
                    <a:pt x="1041" y="21"/>
                    <a:pt x="1033" y="29"/>
                    <a:pt x="1029" y="41"/>
                  </a:cubicBezTo>
                  <a:cubicBezTo>
                    <a:pt x="1029" y="45"/>
                    <a:pt x="1025" y="53"/>
                    <a:pt x="1025" y="57"/>
                  </a:cubicBezTo>
                  <a:lnTo>
                    <a:pt x="1025" y="65"/>
                  </a:lnTo>
                  <a:cubicBezTo>
                    <a:pt x="1025" y="69"/>
                    <a:pt x="1025" y="69"/>
                    <a:pt x="1025" y="73"/>
                  </a:cubicBezTo>
                  <a:cubicBezTo>
                    <a:pt x="1021" y="77"/>
                    <a:pt x="1017" y="77"/>
                    <a:pt x="1017" y="81"/>
                  </a:cubicBezTo>
                  <a:cubicBezTo>
                    <a:pt x="997" y="101"/>
                    <a:pt x="977" y="117"/>
                    <a:pt x="957" y="125"/>
                  </a:cubicBezTo>
                  <a:cubicBezTo>
                    <a:pt x="909" y="153"/>
                    <a:pt x="857" y="173"/>
                    <a:pt x="805" y="189"/>
                  </a:cubicBezTo>
                  <a:cubicBezTo>
                    <a:pt x="701" y="217"/>
                    <a:pt x="601" y="241"/>
                    <a:pt x="497" y="253"/>
                  </a:cubicBezTo>
                  <a:cubicBezTo>
                    <a:pt x="449" y="257"/>
                    <a:pt x="405" y="265"/>
                    <a:pt x="357" y="265"/>
                  </a:cubicBezTo>
                  <a:cubicBezTo>
                    <a:pt x="333" y="265"/>
                    <a:pt x="305" y="269"/>
                    <a:pt x="285" y="269"/>
                  </a:cubicBezTo>
                  <a:cubicBezTo>
                    <a:pt x="261" y="277"/>
                    <a:pt x="237" y="281"/>
                    <a:pt x="213" y="289"/>
                  </a:cubicBezTo>
                  <a:cubicBezTo>
                    <a:pt x="137" y="313"/>
                    <a:pt x="69" y="369"/>
                    <a:pt x="33" y="441"/>
                  </a:cubicBezTo>
                  <a:cubicBezTo>
                    <a:pt x="13" y="485"/>
                    <a:pt x="1" y="537"/>
                    <a:pt x="1" y="585"/>
                  </a:cubicBezTo>
                  <a:cubicBezTo>
                    <a:pt x="1" y="601"/>
                    <a:pt x="5" y="617"/>
                    <a:pt x="9" y="637"/>
                  </a:cubicBezTo>
                  <a:lnTo>
                    <a:pt x="17" y="641"/>
                  </a:lnTo>
                  <a:cubicBezTo>
                    <a:pt x="21" y="625"/>
                    <a:pt x="21" y="609"/>
                    <a:pt x="29" y="593"/>
                  </a:cubicBezTo>
                  <a:cubicBezTo>
                    <a:pt x="37" y="553"/>
                    <a:pt x="57" y="513"/>
                    <a:pt x="81" y="477"/>
                  </a:cubicBezTo>
                  <a:cubicBezTo>
                    <a:pt x="117" y="429"/>
                    <a:pt x="173" y="393"/>
                    <a:pt x="237" y="385"/>
                  </a:cubicBezTo>
                  <a:cubicBezTo>
                    <a:pt x="253" y="381"/>
                    <a:pt x="273" y="377"/>
                    <a:pt x="293" y="377"/>
                  </a:cubicBezTo>
                  <a:lnTo>
                    <a:pt x="353" y="377"/>
                  </a:lnTo>
                  <a:cubicBezTo>
                    <a:pt x="377" y="379"/>
                    <a:pt x="401" y="380"/>
                    <a:pt x="426" y="380"/>
                  </a:cubicBezTo>
                  <a:cubicBezTo>
                    <a:pt x="451" y="380"/>
                    <a:pt x="477" y="379"/>
                    <a:pt x="505" y="377"/>
                  </a:cubicBezTo>
                  <a:cubicBezTo>
                    <a:pt x="617" y="369"/>
                    <a:pt x="729" y="345"/>
                    <a:pt x="837" y="309"/>
                  </a:cubicBezTo>
                  <a:cubicBezTo>
                    <a:pt x="897" y="289"/>
                    <a:pt x="957" y="257"/>
                    <a:pt x="1009" y="221"/>
                  </a:cubicBezTo>
                  <a:cubicBezTo>
                    <a:pt x="1041" y="197"/>
                    <a:pt x="1065" y="169"/>
                    <a:pt x="1085" y="141"/>
                  </a:cubicBezTo>
                  <a:cubicBezTo>
                    <a:pt x="1089" y="129"/>
                    <a:pt x="1097" y="121"/>
                    <a:pt x="1101" y="109"/>
                  </a:cubicBezTo>
                  <a:lnTo>
                    <a:pt x="1105" y="93"/>
                  </a:lnTo>
                  <a:lnTo>
                    <a:pt x="1105" y="85"/>
                  </a:lnTo>
                  <a:lnTo>
                    <a:pt x="1105" y="85"/>
                  </a:lnTo>
                  <a:cubicBezTo>
                    <a:pt x="1129" y="85"/>
                    <a:pt x="1151" y="90"/>
                    <a:pt x="1173" y="101"/>
                  </a:cubicBezTo>
                  <a:cubicBezTo>
                    <a:pt x="1201" y="117"/>
                    <a:pt x="1229" y="129"/>
                    <a:pt x="1253" y="149"/>
                  </a:cubicBezTo>
                  <a:cubicBezTo>
                    <a:pt x="1305" y="185"/>
                    <a:pt x="1357" y="229"/>
                    <a:pt x="1397" y="277"/>
                  </a:cubicBezTo>
                  <a:cubicBezTo>
                    <a:pt x="1441" y="325"/>
                    <a:pt x="1481" y="381"/>
                    <a:pt x="1509" y="437"/>
                  </a:cubicBezTo>
                  <a:cubicBezTo>
                    <a:pt x="1525" y="469"/>
                    <a:pt x="1537" y="497"/>
                    <a:pt x="1549" y="529"/>
                  </a:cubicBezTo>
                  <a:cubicBezTo>
                    <a:pt x="1557" y="557"/>
                    <a:pt x="1565" y="593"/>
                    <a:pt x="1577" y="625"/>
                  </a:cubicBezTo>
                  <a:cubicBezTo>
                    <a:pt x="1609" y="757"/>
                    <a:pt x="1661" y="885"/>
                    <a:pt x="1725" y="1009"/>
                  </a:cubicBezTo>
                  <a:cubicBezTo>
                    <a:pt x="1789" y="1129"/>
                    <a:pt x="1857" y="1241"/>
                    <a:pt x="1941" y="1349"/>
                  </a:cubicBezTo>
                  <a:cubicBezTo>
                    <a:pt x="1961" y="1377"/>
                    <a:pt x="1981" y="1401"/>
                    <a:pt x="2005" y="1425"/>
                  </a:cubicBezTo>
                  <a:cubicBezTo>
                    <a:pt x="2013" y="1433"/>
                    <a:pt x="2021" y="1441"/>
                    <a:pt x="2029" y="1445"/>
                  </a:cubicBezTo>
                  <a:lnTo>
                    <a:pt x="2033" y="1453"/>
                  </a:lnTo>
                  <a:lnTo>
                    <a:pt x="2037" y="1453"/>
                  </a:lnTo>
                  <a:cubicBezTo>
                    <a:pt x="2045" y="1461"/>
                    <a:pt x="2049" y="1469"/>
                    <a:pt x="2053" y="1481"/>
                  </a:cubicBezTo>
                  <a:cubicBezTo>
                    <a:pt x="2061" y="1489"/>
                    <a:pt x="2065" y="1501"/>
                    <a:pt x="2069" y="1513"/>
                  </a:cubicBezTo>
                  <a:cubicBezTo>
                    <a:pt x="2077" y="1525"/>
                    <a:pt x="2081" y="1537"/>
                    <a:pt x="2085" y="1549"/>
                  </a:cubicBezTo>
                  <a:cubicBezTo>
                    <a:pt x="2097" y="1577"/>
                    <a:pt x="2105" y="1601"/>
                    <a:pt x="2113" y="1625"/>
                  </a:cubicBezTo>
                  <a:cubicBezTo>
                    <a:pt x="2145" y="1725"/>
                    <a:pt x="2169" y="1829"/>
                    <a:pt x="2181" y="1933"/>
                  </a:cubicBezTo>
                  <a:cubicBezTo>
                    <a:pt x="2193" y="2021"/>
                    <a:pt x="2197" y="2109"/>
                    <a:pt x="2189" y="2197"/>
                  </a:cubicBezTo>
                  <a:cubicBezTo>
                    <a:pt x="2189" y="2237"/>
                    <a:pt x="2181" y="2273"/>
                    <a:pt x="2173" y="2305"/>
                  </a:cubicBezTo>
                  <a:cubicBezTo>
                    <a:pt x="2169" y="2341"/>
                    <a:pt x="2157" y="2369"/>
                    <a:pt x="2153" y="2397"/>
                  </a:cubicBezTo>
                  <a:cubicBezTo>
                    <a:pt x="2137" y="2441"/>
                    <a:pt x="2121" y="2481"/>
                    <a:pt x="2097" y="2521"/>
                  </a:cubicBezTo>
                  <a:lnTo>
                    <a:pt x="2077" y="2565"/>
                  </a:lnTo>
                  <a:lnTo>
                    <a:pt x="2085" y="2573"/>
                  </a:lnTo>
                  <a:lnTo>
                    <a:pt x="2121" y="2537"/>
                  </a:lnTo>
                  <a:cubicBezTo>
                    <a:pt x="2153" y="2501"/>
                    <a:pt x="2177" y="2461"/>
                    <a:pt x="2201" y="2421"/>
                  </a:cubicBezTo>
                  <a:cubicBezTo>
                    <a:pt x="2217" y="2393"/>
                    <a:pt x="2229" y="2361"/>
                    <a:pt x="2245" y="2325"/>
                  </a:cubicBezTo>
                  <a:cubicBezTo>
                    <a:pt x="2257" y="2289"/>
                    <a:pt x="2269" y="2249"/>
                    <a:pt x="2277" y="2209"/>
                  </a:cubicBezTo>
                  <a:cubicBezTo>
                    <a:pt x="2297" y="2117"/>
                    <a:pt x="2309" y="2021"/>
                    <a:pt x="2305" y="1921"/>
                  </a:cubicBezTo>
                  <a:cubicBezTo>
                    <a:pt x="2301" y="1809"/>
                    <a:pt x="2285" y="1697"/>
                    <a:pt x="2253" y="1585"/>
                  </a:cubicBezTo>
                  <a:cubicBezTo>
                    <a:pt x="2245" y="1553"/>
                    <a:pt x="2237" y="1525"/>
                    <a:pt x="2225" y="1493"/>
                  </a:cubicBezTo>
                  <a:cubicBezTo>
                    <a:pt x="2221" y="1481"/>
                    <a:pt x="2213" y="1465"/>
                    <a:pt x="2205" y="1449"/>
                  </a:cubicBezTo>
                  <a:cubicBezTo>
                    <a:pt x="2197" y="1433"/>
                    <a:pt x="2189" y="1417"/>
                    <a:pt x="2181" y="1401"/>
                  </a:cubicBezTo>
                  <a:cubicBezTo>
                    <a:pt x="2169" y="1381"/>
                    <a:pt x="2157" y="1365"/>
                    <a:pt x="2145" y="1349"/>
                  </a:cubicBezTo>
                  <a:lnTo>
                    <a:pt x="2137" y="1341"/>
                  </a:lnTo>
                  <a:lnTo>
                    <a:pt x="2121" y="1329"/>
                  </a:lnTo>
                  <a:cubicBezTo>
                    <a:pt x="2117" y="1325"/>
                    <a:pt x="2113" y="1321"/>
                    <a:pt x="2109" y="1317"/>
                  </a:cubicBezTo>
                  <a:cubicBezTo>
                    <a:pt x="2093" y="1297"/>
                    <a:pt x="2069" y="1277"/>
                    <a:pt x="2049" y="1253"/>
                  </a:cubicBezTo>
                  <a:cubicBezTo>
                    <a:pt x="1969" y="1153"/>
                    <a:pt x="1897" y="1049"/>
                    <a:pt x="1833" y="941"/>
                  </a:cubicBezTo>
                  <a:cubicBezTo>
                    <a:pt x="1761" y="829"/>
                    <a:pt x="1701" y="713"/>
                    <a:pt x="1645" y="593"/>
                  </a:cubicBezTo>
                  <a:cubicBezTo>
                    <a:pt x="1597" y="461"/>
                    <a:pt x="1525" y="345"/>
                    <a:pt x="1429" y="241"/>
                  </a:cubicBezTo>
                  <a:cubicBezTo>
                    <a:pt x="1385" y="193"/>
                    <a:pt x="1333" y="145"/>
                    <a:pt x="1281" y="101"/>
                  </a:cubicBezTo>
                  <a:cubicBezTo>
                    <a:pt x="1257" y="81"/>
                    <a:pt x="1229" y="61"/>
                    <a:pt x="1201" y="41"/>
                  </a:cubicBezTo>
                  <a:cubicBezTo>
                    <a:pt x="1169" y="21"/>
                    <a:pt x="1133" y="5"/>
                    <a:pt x="10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50"/>
            <p:cNvSpPr/>
            <p:nvPr/>
          </p:nvSpPr>
          <p:spPr>
            <a:xfrm>
              <a:off x="2409297" y="2200210"/>
              <a:ext cx="910290" cy="384646"/>
            </a:xfrm>
            <a:custGeom>
              <a:avLst/>
              <a:gdLst/>
              <a:ahLst/>
              <a:cxnLst/>
              <a:rect l="l" t="t" r="r" b="b"/>
              <a:pathLst>
                <a:path w="3893" h="1645" extrusionOk="0">
                  <a:moveTo>
                    <a:pt x="449" y="1"/>
                  </a:moveTo>
                  <a:cubicBezTo>
                    <a:pt x="365" y="1"/>
                    <a:pt x="281" y="13"/>
                    <a:pt x="201" y="37"/>
                  </a:cubicBezTo>
                  <a:cubicBezTo>
                    <a:pt x="161" y="49"/>
                    <a:pt x="121" y="65"/>
                    <a:pt x="85" y="85"/>
                  </a:cubicBezTo>
                  <a:cubicBezTo>
                    <a:pt x="49" y="109"/>
                    <a:pt x="17" y="141"/>
                    <a:pt x="1" y="181"/>
                  </a:cubicBezTo>
                  <a:lnTo>
                    <a:pt x="17" y="185"/>
                  </a:lnTo>
                  <a:cubicBezTo>
                    <a:pt x="69" y="129"/>
                    <a:pt x="141" y="97"/>
                    <a:pt x="217" y="93"/>
                  </a:cubicBezTo>
                  <a:cubicBezTo>
                    <a:pt x="243" y="87"/>
                    <a:pt x="272" y="83"/>
                    <a:pt x="299" y="83"/>
                  </a:cubicBezTo>
                  <a:cubicBezTo>
                    <a:pt x="309" y="83"/>
                    <a:pt x="319" y="84"/>
                    <a:pt x="329" y="85"/>
                  </a:cubicBezTo>
                  <a:cubicBezTo>
                    <a:pt x="369" y="85"/>
                    <a:pt x="409" y="85"/>
                    <a:pt x="449" y="89"/>
                  </a:cubicBezTo>
                  <a:cubicBezTo>
                    <a:pt x="525" y="93"/>
                    <a:pt x="601" y="105"/>
                    <a:pt x="681" y="121"/>
                  </a:cubicBezTo>
                  <a:cubicBezTo>
                    <a:pt x="757" y="133"/>
                    <a:pt x="833" y="153"/>
                    <a:pt x="909" y="169"/>
                  </a:cubicBezTo>
                  <a:cubicBezTo>
                    <a:pt x="989" y="189"/>
                    <a:pt x="1065" y="209"/>
                    <a:pt x="1141" y="229"/>
                  </a:cubicBezTo>
                  <a:cubicBezTo>
                    <a:pt x="1221" y="249"/>
                    <a:pt x="1297" y="265"/>
                    <a:pt x="1377" y="281"/>
                  </a:cubicBezTo>
                  <a:cubicBezTo>
                    <a:pt x="1457" y="297"/>
                    <a:pt x="1537" y="309"/>
                    <a:pt x="1613" y="325"/>
                  </a:cubicBezTo>
                  <a:cubicBezTo>
                    <a:pt x="1693" y="341"/>
                    <a:pt x="1773" y="349"/>
                    <a:pt x="1853" y="365"/>
                  </a:cubicBezTo>
                  <a:cubicBezTo>
                    <a:pt x="2013" y="389"/>
                    <a:pt x="2169" y="421"/>
                    <a:pt x="2329" y="445"/>
                  </a:cubicBezTo>
                  <a:cubicBezTo>
                    <a:pt x="2485" y="473"/>
                    <a:pt x="2645" y="505"/>
                    <a:pt x="2805" y="525"/>
                  </a:cubicBezTo>
                  <a:cubicBezTo>
                    <a:pt x="2885" y="537"/>
                    <a:pt x="2969" y="541"/>
                    <a:pt x="3049" y="541"/>
                  </a:cubicBezTo>
                  <a:cubicBezTo>
                    <a:pt x="3057" y="542"/>
                    <a:pt x="3065" y="542"/>
                    <a:pt x="3072" y="542"/>
                  </a:cubicBezTo>
                  <a:cubicBezTo>
                    <a:pt x="3086" y="542"/>
                    <a:pt x="3100" y="541"/>
                    <a:pt x="3113" y="541"/>
                  </a:cubicBezTo>
                  <a:lnTo>
                    <a:pt x="3169" y="541"/>
                  </a:lnTo>
                  <a:cubicBezTo>
                    <a:pt x="3201" y="545"/>
                    <a:pt x="3237" y="557"/>
                    <a:pt x="3269" y="565"/>
                  </a:cubicBezTo>
                  <a:cubicBezTo>
                    <a:pt x="3337" y="593"/>
                    <a:pt x="3405" y="625"/>
                    <a:pt x="3469" y="665"/>
                  </a:cubicBezTo>
                  <a:cubicBezTo>
                    <a:pt x="3483" y="674"/>
                    <a:pt x="3496" y="683"/>
                    <a:pt x="3509" y="693"/>
                  </a:cubicBezTo>
                  <a:lnTo>
                    <a:pt x="3509" y="693"/>
                  </a:lnTo>
                  <a:cubicBezTo>
                    <a:pt x="3500" y="694"/>
                    <a:pt x="3490" y="696"/>
                    <a:pt x="3481" y="697"/>
                  </a:cubicBezTo>
                  <a:cubicBezTo>
                    <a:pt x="3445" y="705"/>
                    <a:pt x="3409" y="717"/>
                    <a:pt x="3373" y="729"/>
                  </a:cubicBezTo>
                  <a:cubicBezTo>
                    <a:pt x="3333" y="745"/>
                    <a:pt x="3297" y="765"/>
                    <a:pt x="3265" y="793"/>
                  </a:cubicBezTo>
                  <a:cubicBezTo>
                    <a:pt x="3253" y="801"/>
                    <a:pt x="3245" y="809"/>
                    <a:pt x="3237" y="821"/>
                  </a:cubicBezTo>
                  <a:lnTo>
                    <a:pt x="3221" y="841"/>
                  </a:lnTo>
                  <a:cubicBezTo>
                    <a:pt x="3209" y="857"/>
                    <a:pt x="3197" y="881"/>
                    <a:pt x="3189" y="893"/>
                  </a:cubicBezTo>
                  <a:cubicBezTo>
                    <a:pt x="3173" y="925"/>
                    <a:pt x="3161" y="957"/>
                    <a:pt x="3145" y="985"/>
                  </a:cubicBezTo>
                  <a:cubicBezTo>
                    <a:pt x="3113" y="1045"/>
                    <a:pt x="3081" y="1105"/>
                    <a:pt x="3049" y="1161"/>
                  </a:cubicBezTo>
                  <a:cubicBezTo>
                    <a:pt x="3033" y="1189"/>
                    <a:pt x="3017" y="1217"/>
                    <a:pt x="2997" y="1241"/>
                  </a:cubicBezTo>
                  <a:cubicBezTo>
                    <a:pt x="2977" y="1269"/>
                    <a:pt x="2957" y="1297"/>
                    <a:pt x="2937" y="1321"/>
                  </a:cubicBezTo>
                  <a:cubicBezTo>
                    <a:pt x="2917" y="1345"/>
                    <a:pt x="2897" y="1369"/>
                    <a:pt x="2873" y="1393"/>
                  </a:cubicBezTo>
                  <a:cubicBezTo>
                    <a:pt x="2849" y="1417"/>
                    <a:pt x="2825" y="1437"/>
                    <a:pt x="2801" y="1461"/>
                  </a:cubicBezTo>
                  <a:cubicBezTo>
                    <a:pt x="2777" y="1481"/>
                    <a:pt x="2749" y="1497"/>
                    <a:pt x="2721" y="1517"/>
                  </a:cubicBezTo>
                  <a:lnTo>
                    <a:pt x="2637" y="1565"/>
                  </a:lnTo>
                  <a:lnTo>
                    <a:pt x="2545" y="1605"/>
                  </a:lnTo>
                  <a:lnTo>
                    <a:pt x="2449" y="1633"/>
                  </a:lnTo>
                  <a:lnTo>
                    <a:pt x="2449" y="1645"/>
                  </a:lnTo>
                  <a:cubicBezTo>
                    <a:pt x="2481" y="1641"/>
                    <a:pt x="2517" y="1641"/>
                    <a:pt x="2549" y="1637"/>
                  </a:cubicBezTo>
                  <a:lnTo>
                    <a:pt x="2649" y="1613"/>
                  </a:lnTo>
                  <a:cubicBezTo>
                    <a:pt x="2685" y="1601"/>
                    <a:pt x="2721" y="1593"/>
                    <a:pt x="2749" y="1577"/>
                  </a:cubicBezTo>
                  <a:cubicBezTo>
                    <a:pt x="2781" y="1561"/>
                    <a:pt x="2813" y="1545"/>
                    <a:pt x="2845" y="1525"/>
                  </a:cubicBezTo>
                  <a:cubicBezTo>
                    <a:pt x="2873" y="1509"/>
                    <a:pt x="2901" y="1485"/>
                    <a:pt x="2929" y="1465"/>
                  </a:cubicBezTo>
                  <a:cubicBezTo>
                    <a:pt x="2957" y="1441"/>
                    <a:pt x="2985" y="1417"/>
                    <a:pt x="3009" y="1393"/>
                  </a:cubicBezTo>
                  <a:cubicBezTo>
                    <a:pt x="3033" y="1369"/>
                    <a:pt x="3057" y="1341"/>
                    <a:pt x="3081" y="1313"/>
                  </a:cubicBezTo>
                  <a:cubicBezTo>
                    <a:pt x="3105" y="1289"/>
                    <a:pt x="3125" y="1257"/>
                    <a:pt x="3145" y="1229"/>
                  </a:cubicBezTo>
                  <a:cubicBezTo>
                    <a:pt x="3185" y="1173"/>
                    <a:pt x="3225" y="1113"/>
                    <a:pt x="3257" y="1053"/>
                  </a:cubicBezTo>
                  <a:lnTo>
                    <a:pt x="3309" y="965"/>
                  </a:lnTo>
                  <a:lnTo>
                    <a:pt x="3329" y="929"/>
                  </a:lnTo>
                  <a:lnTo>
                    <a:pt x="3345" y="909"/>
                  </a:lnTo>
                  <a:lnTo>
                    <a:pt x="3353" y="905"/>
                  </a:lnTo>
                  <a:cubicBezTo>
                    <a:pt x="3373" y="889"/>
                    <a:pt x="3397" y="877"/>
                    <a:pt x="3421" y="869"/>
                  </a:cubicBezTo>
                  <a:cubicBezTo>
                    <a:pt x="3449" y="861"/>
                    <a:pt x="3477" y="853"/>
                    <a:pt x="3509" y="845"/>
                  </a:cubicBezTo>
                  <a:cubicBezTo>
                    <a:pt x="3541" y="841"/>
                    <a:pt x="3573" y="837"/>
                    <a:pt x="3601" y="833"/>
                  </a:cubicBezTo>
                  <a:cubicBezTo>
                    <a:pt x="3633" y="829"/>
                    <a:pt x="3669" y="825"/>
                    <a:pt x="3697" y="825"/>
                  </a:cubicBezTo>
                  <a:lnTo>
                    <a:pt x="3893" y="813"/>
                  </a:lnTo>
                  <a:lnTo>
                    <a:pt x="3745" y="693"/>
                  </a:lnTo>
                  <a:cubicBezTo>
                    <a:pt x="3677" y="641"/>
                    <a:pt x="3609" y="593"/>
                    <a:pt x="3537" y="553"/>
                  </a:cubicBezTo>
                  <a:cubicBezTo>
                    <a:pt x="3461" y="509"/>
                    <a:pt x="3385" y="473"/>
                    <a:pt x="3305" y="449"/>
                  </a:cubicBezTo>
                  <a:cubicBezTo>
                    <a:pt x="3261" y="433"/>
                    <a:pt x="3213" y="425"/>
                    <a:pt x="3169" y="421"/>
                  </a:cubicBezTo>
                  <a:lnTo>
                    <a:pt x="3101" y="421"/>
                  </a:lnTo>
                  <a:cubicBezTo>
                    <a:pt x="3081" y="425"/>
                    <a:pt x="3065" y="429"/>
                    <a:pt x="3045" y="429"/>
                  </a:cubicBezTo>
                  <a:cubicBezTo>
                    <a:pt x="2969" y="433"/>
                    <a:pt x="2889" y="433"/>
                    <a:pt x="2809" y="433"/>
                  </a:cubicBezTo>
                  <a:cubicBezTo>
                    <a:pt x="2649" y="429"/>
                    <a:pt x="2493" y="421"/>
                    <a:pt x="2333" y="401"/>
                  </a:cubicBezTo>
                  <a:cubicBezTo>
                    <a:pt x="2253" y="389"/>
                    <a:pt x="2173" y="377"/>
                    <a:pt x="2097" y="361"/>
                  </a:cubicBezTo>
                  <a:cubicBezTo>
                    <a:pt x="2017" y="349"/>
                    <a:pt x="1941" y="333"/>
                    <a:pt x="1861" y="313"/>
                  </a:cubicBezTo>
                  <a:cubicBezTo>
                    <a:pt x="1709" y="273"/>
                    <a:pt x="1553" y="225"/>
                    <a:pt x="1401" y="177"/>
                  </a:cubicBezTo>
                  <a:cubicBezTo>
                    <a:pt x="1249" y="133"/>
                    <a:pt x="1097" y="85"/>
                    <a:pt x="937" y="53"/>
                  </a:cubicBezTo>
                  <a:lnTo>
                    <a:pt x="817" y="29"/>
                  </a:lnTo>
                  <a:lnTo>
                    <a:pt x="693" y="13"/>
                  </a:lnTo>
                  <a:cubicBezTo>
                    <a:pt x="613" y="5"/>
                    <a:pt x="529" y="1"/>
                    <a:pt x="4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50"/>
            <p:cNvSpPr/>
            <p:nvPr/>
          </p:nvSpPr>
          <p:spPr>
            <a:xfrm>
              <a:off x="2369078" y="2368802"/>
              <a:ext cx="769059" cy="127904"/>
            </a:xfrm>
            <a:custGeom>
              <a:avLst/>
              <a:gdLst/>
              <a:ahLst/>
              <a:cxnLst/>
              <a:rect l="l" t="t" r="r" b="b"/>
              <a:pathLst>
                <a:path w="3289" h="547" extrusionOk="0">
                  <a:moveTo>
                    <a:pt x="718" y="1"/>
                  </a:moveTo>
                  <a:cubicBezTo>
                    <a:pt x="658" y="1"/>
                    <a:pt x="597" y="4"/>
                    <a:pt x="537" y="12"/>
                  </a:cubicBezTo>
                  <a:cubicBezTo>
                    <a:pt x="493" y="16"/>
                    <a:pt x="453" y="20"/>
                    <a:pt x="417" y="28"/>
                  </a:cubicBezTo>
                  <a:cubicBezTo>
                    <a:pt x="377" y="36"/>
                    <a:pt x="341" y="44"/>
                    <a:pt x="309" y="52"/>
                  </a:cubicBezTo>
                  <a:cubicBezTo>
                    <a:pt x="253" y="68"/>
                    <a:pt x="197" y="88"/>
                    <a:pt x="141" y="108"/>
                  </a:cubicBezTo>
                  <a:cubicBezTo>
                    <a:pt x="97" y="124"/>
                    <a:pt x="61" y="140"/>
                    <a:pt x="37" y="152"/>
                  </a:cubicBezTo>
                  <a:lnTo>
                    <a:pt x="1" y="168"/>
                  </a:lnTo>
                  <a:lnTo>
                    <a:pt x="5" y="176"/>
                  </a:lnTo>
                  <a:lnTo>
                    <a:pt x="45" y="164"/>
                  </a:lnTo>
                  <a:cubicBezTo>
                    <a:pt x="69" y="160"/>
                    <a:pt x="105" y="144"/>
                    <a:pt x="149" y="132"/>
                  </a:cubicBezTo>
                  <a:lnTo>
                    <a:pt x="229" y="116"/>
                  </a:lnTo>
                  <a:lnTo>
                    <a:pt x="321" y="96"/>
                  </a:lnTo>
                  <a:lnTo>
                    <a:pt x="425" y="80"/>
                  </a:lnTo>
                  <a:cubicBezTo>
                    <a:pt x="461" y="76"/>
                    <a:pt x="501" y="72"/>
                    <a:pt x="541" y="72"/>
                  </a:cubicBezTo>
                  <a:cubicBezTo>
                    <a:pt x="577" y="70"/>
                    <a:pt x="614" y="69"/>
                    <a:pt x="650" y="69"/>
                  </a:cubicBezTo>
                  <a:cubicBezTo>
                    <a:pt x="702" y="69"/>
                    <a:pt x="753" y="71"/>
                    <a:pt x="805" y="76"/>
                  </a:cubicBezTo>
                  <a:cubicBezTo>
                    <a:pt x="901" y="84"/>
                    <a:pt x="997" y="100"/>
                    <a:pt x="1093" y="120"/>
                  </a:cubicBezTo>
                  <a:cubicBezTo>
                    <a:pt x="1301" y="172"/>
                    <a:pt x="1505" y="236"/>
                    <a:pt x="1705" y="320"/>
                  </a:cubicBezTo>
                  <a:lnTo>
                    <a:pt x="2009" y="444"/>
                  </a:lnTo>
                  <a:cubicBezTo>
                    <a:pt x="2109" y="484"/>
                    <a:pt x="2213" y="516"/>
                    <a:pt x="2317" y="540"/>
                  </a:cubicBezTo>
                  <a:cubicBezTo>
                    <a:pt x="2347" y="544"/>
                    <a:pt x="2379" y="546"/>
                    <a:pt x="2411" y="546"/>
                  </a:cubicBezTo>
                  <a:cubicBezTo>
                    <a:pt x="2433" y="546"/>
                    <a:pt x="2455" y="545"/>
                    <a:pt x="2477" y="544"/>
                  </a:cubicBezTo>
                  <a:cubicBezTo>
                    <a:pt x="2525" y="536"/>
                    <a:pt x="2573" y="524"/>
                    <a:pt x="2621" y="512"/>
                  </a:cubicBezTo>
                  <a:cubicBezTo>
                    <a:pt x="2709" y="488"/>
                    <a:pt x="2797" y="452"/>
                    <a:pt x="2877" y="408"/>
                  </a:cubicBezTo>
                  <a:cubicBezTo>
                    <a:pt x="2941" y="372"/>
                    <a:pt x="3005" y="328"/>
                    <a:pt x="3065" y="276"/>
                  </a:cubicBezTo>
                  <a:cubicBezTo>
                    <a:pt x="3109" y="240"/>
                    <a:pt x="3153" y="200"/>
                    <a:pt x="3193" y="156"/>
                  </a:cubicBezTo>
                  <a:cubicBezTo>
                    <a:pt x="3229" y="120"/>
                    <a:pt x="3261" y="76"/>
                    <a:pt x="3289" y="36"/>
                  </a:cubicBezTo>
                  <a:lnTo>
                    <a:pt x="3281" y="32"/>
                  </a:lnTo>
                  <a:cubicBezTo>
                    <a:pt x="3249" y="68"/>
                    <a:pt x="3213" y="104"/>
                    <a:pt x="3173" y="136"/>
                  </a:cubicBezTo>
                  <a:cubicBezTo>
                    <a:pt x="3129" y="172"/>
                    <a:pt x="3085" y="208"/>
                    <a:pt x="3037" y="240"/>
                  </a:cubicBezTo>
                  <a:cubicBezTo>
                    <a:pt x="2977" y="284"/>
                    <a:pt x="2913" y="324"/>
                    <a:pt x="2845" y="356"/>
                  </a:cubicBezTo>
                  <a:cubicBezTo>
                    <a:pt x="2769" y="396"/>
                    <a:pt x="2689" y="428"/>
                    <a:pt x="2605" y="456"/>
                  </a:cubicBezTo>
                  <a:cubicBezTo>
                    <a:pt x="2561" y="472"/>
                    <a:pt x="2513" y="480"/>
                    <a:pt x="2469" y="496"/>
                  </a:cubicBezTo>
                  <a:cubicBezTo>
                    <a:pt x="2434" y="502"/>
                    <a:pt x="2396" y="505"/>
                    <a:pt x="2360" y="505"/>
                  </a:cubicBezTo>
                  <a:cubicBezTo>
                    <a:pt x="2347" y="505"/>
                    <a:pt x="2334" y="505"/>
                    <a:pt x="2321" y="504"/>
                  </a:cubicBezTo>
                  <a:cubicBezTo>
                    <a:pt x="2217" y="496"/>
                    <a:pt x="2113" y="468"/>
                    <a:pt x="2017" y="424"/>
                  </a:cubicBezTo>
                  <a:cubicBezTo>
                    <a:pt x="1917" y="388"/>
                    <a:pt x="1813" y="336"/>
                    <a:pt x="1717" y="288"/>
                  </a:cubicBezTo>
                  <a:cubicBezTo>
                    <a:pt x="1621" y="236"/>
                    <a:pt x="1521" y="192"/>
                    <a:pt x="1417" y="148"/>
                  </a:cubicBezTo>
                  <a:cubicBezTo>
                    <a:pt x="1317" y="112"/>
                    <a:pt x="1213" y="76"/>
                    <a:pt x="1109" y="48"/>
                  </a:cubicBezTo>
                  <a:cubicBezTo>
                    <a:pt x="980" y="18"/>
                    <a:pt x="849" y="1"/>
                    <a:pt x="7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50"/>
            <p:cNvSpPr/>
            <p:nvPr/>
          </p:nvSpPr>
          <p:spPr>
            <a:xfrm>
              <a:off x="2412103" y="2261707"/>
              <a:ext cx="576385" cy="68278"/>
            </a:xfrm>
            <a:custGeom>
              <a:avLst/>
              <a:gdLst/>
              <a:ahLst/>
              <a:cxnLst/>
              <a:rect l="l" t="t" r="r" b="b"/>
              <a:pathLst>
                <a:path w="2465" h="292" extrusionOk="0">
                  <a:moveTo>
                    <a:pt x="540" y="0"/>
                  </a:moveTo>
                  <a:cubicBezTo>
                    <a:pt x="486" y="0"/>
                    <a:pt x="431" y="3"/>
                    <a:pt x="377" y="10"/>
                  </a:cubicBezTo>
                  <a:cubicBezTo>
                    <a:pt x="321" y="14"/>
                    <a:pt x="269" y="26"/>
                    <a:pt x="217" y="38"/>
                  </a:cubicBezTo>
                  <a:cubicBezTo>
                    <a:pt x="177" y="50"/>
                    <a:pt x="137" y="66"/>
                    <a:pt x="97" y="82"/>
                  </a:cubicBezTo>
                  <a:cubicBezTo>
                    <a:pt x="73" y="94"/>
                    <a:pt x="49" y="106"/>
                    <a:pt x="25" y="118"/>
                  </a:cubicBezTo>
                  <a:lnTo>
                    <a:pt x="1" y="134"/>
                  </a:lnTo>
                  <a:lnTo>
                    <a:pt x="5" y="138"/>
                  </a:lnTo>
                  <a:lnTo>
                    <a:pt x="33" y="130"/>
                  </a:lnTo>
                  <a:cubicBezTo>
                    <a:pt x="49" y="126"/>
                    <a:pt x="73" y="114"/>
                    <a:pt x="105" y="106"/>
                  </a:cubicBezTo>
                  <a:cubicBezTo>
                    <a:pt x="145" y="98"/>
                    <a:pt x="185" y="90"/>
                    <a:pt x="225" y="82"/>
                  </a:cubicBezTo>
                  <a:cubicBezTo>
                    <a:pt x="273" y="78"/>
                    <a:pt x="325" y="70"/>
                    <a:pt x="381" y="70"/>
                  </a:cubicBezTo>
                  <a:cubicBezTo>
                    <a:pt x="397" y="69"/>
                    <a:pt x="414" y="68"/>
                    <a:pt x="432" y="68"/>
                  </a:cubicBezTo>
                  <a:cubicBezTo>
                    <a:pt x="474" y="68"/>
                    <a:pt x="520" y="71"/>
                    <a:pt x="565" y="74"/>
                  </a:cubicBezTo>
                  <a:cubicBezTo>
                    <a:pt x="633" y="78"/>
                    <a:pt x="701" y="86"/>
                    <a:pt x="773" y="94"/>
                  </a:cubicBezTo>
                  <a:cubicBezTo>
                    <a:pt x="917" y="110"/>
                    <a:pt x="1069" y="138"/>
                    <a:pt x="1225" y="158"/>
                  </a:cubicBezTo>
                  <a:cubicBezTo>
                    <a:pt x="1301" y="166"/>
                    <a:pt x="1381" y="178"/>
                    <a:pt x="1457" y="190"/>
                  </a:cubicBezTo>
                  <a:cubicBezTo>
                    <a:pt x="1533" y="198"/>
                    <a:pt x="1605" y="214"/>
                    <a:pt x="1677" y="230"/>
                  </a:cubicBezTo>
                  <a:cubicBezTo>
                    <a:pt x="1749" y="242"/>
                    <a:pt x="1821" y="258"/>
                    <a:pt x="1885" y="266"/>
                  </a:cubicBezTo>
                  <a:cubicBezTo>
                    <a:pt x="1953" y="274"/>
                    <a:pt x="2017" y="282"/>
                    <a:pt x="2073" y="286"/>
                  </a:cubicBezTo>
                  <a:cubicBezTo>
                    <a:pt x="2158" y="289"/>
                    <a:pt x="2231" y="291"/>
                    <a:pt x="2290" y="291"/>
                  </a:cubicBezTo>
                  <a:cubicBezTo>
                    <a:pt x="2315" y="291"/>
                    <a:pt x="2337" y="291"/>
                    <a:pt x="2357" y="290"/>
                  </a:cubicBezTo>
                  <a:cubicBezTo>
                    <a:pt x="2429" y="290"/>
                    <a:pt x="2465" y="286"/>
                    <a:pt x="2465" y="286"/>
                  </a:cubicBezTo>
                  <a:lnTo>
                    <a:pt x="2465" y="282"/>
                  </a:lnTo>
                  <a:cubicBezTo>
                    <a:pt x="2465" y="282"/>
                    <a:pt x="2429" y="274"/>
                    <a:pt x="2361" y="266"/>
                  </a:cubicBezTo>
                  <a:cubicBezTo>
                    <a:pt x="2325" y="258"/>
                    <a:pt x="2285" y="254"/>
                    <a:pt x="2237" y="250"/>
                  </a:cubicBezTo>
                  <a:lnTo>
                    <a:pt x="2081" y="230"/>
                  </a:lnTo>
                  <a:cubicBezTo>
                    <a:pt x="2021" y="222"/>
                    <a:pt x="1961" y="214"/>
                    <a:pt x="1893" y="210"/>
                  </a:cubicBezTo>
                  <a:cubicBezTo>
                    <a:pt x="1825" y="202"/>
                    <a:pt x="1757" y="202"/>
                    <a:pt x="1681" y="194"/>
                  </a:cubicBezTo>
                  <a:cubicBezTo>
                    <a:pt x="1609" y="190"/>
                    <a:pt x="1533" y="182"/>
                    <a:pt x="1461" y="170"/>
                  </a:cubicBezTo>
                  <a:cubicBezTo>
                    <a:pt x="1381" y="154"/>
                    <a:pt x="1309" y="138"/>
                    <a:pt x="1233" y="118"/>
                  </a:cubicBezTo>
                  <a:cubicBezTo>
                    <a:pt x="1153" y="102"/>
                    <a:pt x="1077" y="82"/>
                    <a:pt x="1005" y="66"/>
                  </a:cubicBezTo>
                  <a:cubicBezTo>
                    <a:pt x="933" y="50"/>
                    <a:pt x="853" y="34"/>
                    <a:pt x="781" y="22"/>
                  </a:cubicBezTo>
                  <a:cubicBezTo>
                    <a:pt x="702" y="7"/>
                    <a:pt x="621" y="0"/>
                    <a:pt x="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0"/>
            <p:cNvSpPr/>
            <p:nvPr/>
          </p:nvSpPr>
          <p:spPr>
            <a:xfrm>
              <a:off x="2381237" y="2334663"/>
              <a:ext cx="504366" cy="96805"/>
            </a:xfrm>
            <a:custGeom>
              <a:avLst/>
              <a:gdLst/>
              <a:ahLst/>
              <a:cxnLst/>
              <a:rect l="l" t="t" r="r" b="b"/>
              <a:pathLst>
                <a:path w="2157" h="414" extrusionOk="0">
                  <a:moveTo>
                    <a:pt x="638" y="1"/>
                  </a:moveTo>
                  <a:cubicBezTo>
                    <a:pt x="538" y="1"/>
                    <a:pt x="437" y="10"/>
                    <a:pt x="337" y="30"/>
                  </a:cubicBezTo>
                  <a:cubicBezTo>
                    <a:pt x="289" y="38"/>
                    <a:pt x="241" y="46"/>
                    <a:pt x="193" y="62"/>
                  </a:cubicBezTo>
                  <a:cubicBezTo>
                    <a:pt x="157" y="74"/>
                    <a:pt x="125" y="86"/>
                    <a:pt x="89" y="98"/>
                  </a:cubicBezTo>
                  <a:cubicBezTo>
                    <a:pt x="57" y="110"/>
                    <a:pt x="29" y="126"/>
                    <a:pt x="1" y="138"/>
                  </a:cubicBezTo>
                  <a:lnTo>
                    <a:pt x="1" y="146"/>
                  </a:lnTo>
                  <a:lnTo>
                    <a:pt x="25" y="142"/>
                  </a:lnTo>
                  <a:cubicBezTo>
                    <a:pt x="41" y="138"/>
                    <a:pt x="65" y="130"/>
                    <a:pt x="93" y="126"/>
                  </a:cubicBezTo>
                  <a:cubicBezTo>
                    <a:pt x="125" y="118"/>
                    <a:pt x="161" y="110"/>
                    <a:pt x="201" y="106"/>
                  </a:cubicBezTo>
                  <a:cubicBezTo>
                    <a:pt x="241" y="98"/>
                    <a:pt x="289" y="94"/>
                    <a:pt x="341" y="86"/>
                  </a:cubicBezTo>
                  <a:cubicBezTo>
                    <a:pt x="393" y="82"/>
                    <a:pt x="449" y="78"/>
                    <a:pt x="509" y="78"/>
                  </a:cubicBezTo>
                  <a:cubicBezTo>
                    <a:pt x="569" y="74"/>
                    <a:pt x="633" y="74"/>
                    <a:pt x="697" y="74"/>
                  </a:cubicBezTo>
                  <a:cubicBezTo>
                    <a:pt x="718" y="72"/>
                    <a:pt x="740" y="72"/>
                    <a:pt x="762" y="72"/>
                  </a:cubicBezTo>
                  <a:cubicBezTo>
                    <a:pt x="806" y="72"/>
                    <a:pt x="852" y="74"/>
                    <a:pt x="897" y="74"/>
                  </a:cubicBezTo>
                  <a:lnTo>
                    <a:pt x="1105" y="78"/>
                  </a:lnTo>
                  <a:cubicBezTo>
                    <a:pt x="1173" y="82"/>
                    <a:pt x="1245" y="86"/>
                    <a:pt x="1313" y="98"/>
                  </a:cubicBezTo>
                  <a:cubicBezTo>
                    <a:pt x="1377" y="102"/>
                    <a:pt x="1445" y="118"/>
                    <a:pt x="1509" y="138"/>
                  </a:cubicBezTo>
                  <a:cubicBezTo>
                    <a:pt x="1573" y="154"/>
                    <a:pt x="1629" y="178"/>
                    <a:pt x="1685" y="198"/>
                  </a:cubicBezTo>
                  <a:cubicBezTo>
                    <a:pt x="1741" y="222"/>
                    <a:pt x="1793" y="238"/>
                    <a:pt x="1841" y="262"/>
                  </a:cubicBezTo>
                  <a:cubicBezTo>
                    <a:pt x="1933" y="302"/>
                    <a:pt x="2013" y="342"/>
                    <a:pt x="2065" y="370"/>
                  </a:cubicBezTo>
                  <a:lnTo>
                    <a:pt x="2153" y="414"/>
                  </a:lnTo>
                  <a:lnTo>
                    <a:pt x="2157" y="410"/>
                  </a:lnTo>
                  <a:cubicBezTo>
                    <a:pt x="2137" y="386"/>
                    <a:pt x="2109" y="366"/>
                    <a:pt x="2085" y="346"/>
                  </a:cubicBezTo>
                  <a:cubicBezTo>
                    <a:pt x="1973" y="254"/>
                    <a:pt x="1845" y="186"/>
                    <a:pt x="1709" y="142"/>
                  </a:cubicBezTo>
                  <a:cubicBezTo>
                    <a:pt x="1649" y="122"/>
                    <a:pt x="1585" y="110"/>
                    <a:pt x="1521" y="98"/>
                  </a:cubicBezTo>
                  <a:cubicBezTo>
                    <a:pt x="1457" y="90"/>
                    <a:pt x="1385" y="82"/>
                    <a:pt x="1317" y="74"/>
                  </a:cubicBezTo>
                  <a:cubicBezTo>
                    <a:pt x="1249" y="66"/>
                    <a:pt x="1181" y="54"/>
                    <a:pt x="1113" y="42"/>
                  </a:cubicBezTo>
                  <a:cubicBezTo>
                    <a:pt x="1041" y="30"/>
                    <a:pt x="973" y="22"/>
                    <a:pt x="901" y="14"/>
                  </a:cubicBezTo>
                  <a:cubicBezTo>
                    <a:pt x="833" y="6"/>
                    <a:pt x="765" y="2"/>
                    <a:pt x="697" y="2"/>
                  </a:cubicBezTo>
                  <a:cubicBezTo>
                    <a:pt x="677" y="1"/>
                    <a:pt x="658" y="1"/>
                    <a:pt x="6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0"/>
            <p:cNvSpPr/>
            <p:nvPr/>
          </p:nvSpPr>
          <p:spPr>
            <a:xfrm>
              <a:off x="2081000" y="1669882"/>
              <a:ext cx="160172" cy="104053"/>
            </a:xfrm>
            <a:custGeom>
              <a:avLst/>
              <a:gdLst/>
              <a:ahLst/>
              <a:cxnLst/>
              <a:rect l="l" t="t" r="r" b="b"/>
              <a:pathLst>
                <a:path w="685" h="445" extrusionOk="0">
                  <a:moveTo>
                    <a:pt x="649" y="1"/>
                  </a:moveTo>
                  <a:lnTo>
                    <a:pt x="645" y="5"/>
                  </a:lnTo>
                  <a:cubicBezTo>
                    <a:pt x="649" y="13"/>
                    <a:pt x="649" y="25"/>
                    <a:pt x="649" y="37"/>
                  </a:cubicBezTo>
                  <a:cubicBezTo>
                    <a:pt x="645" y="61"/>
                    <a:pt x="633" y="85"/>
                    <a:pt x="613" y="101"/>
                  </a:cubicBezTo>
                  <a:cubicBezTo>
                    <a:pt x="597" y="113"/>
                    <a:pt x="585" y="121"/>
                    <a:pt x="569" y="129"/>
                  </a:cubicBezTo>
                  <a:lnTo>
                    <a:pt x="509" y="165"/>
                  </a:lnTo>
                  <a:cubicBezTo>
                    <a:pt x="485" y="181"/>
                    <a:pt x="461" y="193"/>
                    <a:pt x="437" y="201"/>
                  </a:cubicBezTo>
                  <a:cubicBezTo>
                    <a:pt x="413" y="209"/>
                    <a:pt x="385" y="213"/>
                    <a:pt x="361" y="217"/>
                  </a:cubicBezTo>
                  <a:cubicBezTo>
                    <a:pt x="309" y="225"/>
                    <a:pt x="257" y="237"/>
                    <a:pt x="205" y="257"/>
                  </a:cubicBezTo>
                  <a:cubicBezTo>
                    <a:pt x="161" y="273"/>
                    <a:pt x="117" y="297"/>
                    <a:pt x="81" y="325"/>
                  </a:cubicBezTo>
                  <a:cubicBezTo>
                    <a:pt x="53" y="349"/>
                    <a:pt x="33" y="377"/>
                    <a:pt x="17" y="405"/>
                  </a:cubicBezTo>
                  <a:cubicBezTo>
                    <a:pt x="9" y="417"/>
                    <a:pt x="5" y="429"/>
                    <a:pt x="1" y="441"/>
                  </a:cubicBezTo>
                  <a:lnTo>
                    <a:pt x="9" y="445"/>
                  </a:lnTo>
                  <a:lnTo>
                    <a:pt x="17" y="441"/>
                  </a:lnTo>
                  <a:cubicBezTo>
                    <a:pt x="21" y="437"/>
                    <a:pt x="29" y="429"/>
                    <a:pt x="37" y="425"/>
                  </a:cubicBezTo>
                  <a:cubicBezTo>
                    <a:pt x="61" y="405"/>
                    <a:pt x="89" y="389"/>
                    <a:pt x="117" y="377"/>
                  </a:cubicBezTo>
                  <a:cubicBezTo>
                    <a:pt x="149" y="361"/>
                    <a:pt x="189" y="345"/>
                    <a:pt x="233" y="321"/>
                  </a:cubicBezTo>
                  <a:lnTo>
                    <a:pt x="301" y="293"/>
                  </a:lnTo>
                  <a:cubicBezTo>
                    <a:pt x="325" y="281"/>
                    <a:pt x="349" y="269"/>
                    <a:pt x="373" y="253"/>
                  </a:cubicBezTo>
                  <a:cubicBezTo>
                    <a:pt x="397" y="241"/>
                    <a:pt x="421" y="229"/>
                    <a:pt x="445" y="221"/>
                  </a:cubicBezTo>
                  <a:cubicBezTo>
                    <a:pt x="469" y="209"/>
                    <a:pt x="493" y="205"/>
                    <a:pt x="521" y="201"/>
                  </a:cubicBezTo>
                  <a:cubicBezTo>
                    <a:pt x="545" y="197"/>
                    <a:pt x="569" y="193"/>
                    <a:pt x="593" y="185"/>
                  </a:cubicBezTo>
                  <a:cubicBezTo>
                    <a:pt x="617" y="177"/>
                    <a:pt x="637" y="161"/>
                    <a:pt x="653" y="141"/>
                  </a:cubicBezTo>
                  <a:cubicBezTo>
                    <a:pt x="669" y="125"/>
                    <a:pt x="681" y="105"/>
                    <a:pt x="685" y="81"/>
                  </a:cubicBezTo>
                  <a:cubicBezTo>
                    <a:pt x="685" y="65"/>
                    <a:pt x="685" y="49"/>
                    <a:pt x="677" y="33"/>
                  </a:cubicBezTo>
                  <a:cubicBezTo>
                    <a:pt x="673" y="17"/>
                    <a:pt x="665" y="5"/>
                    <a:pt x="6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0"/>
            <p:cNvSpPr/>
            <p:nvPr/>
          </p:nvSpPr>
          <p:spPr>
            <a:xfrm>
              <a:off x="2306412" y="1723196"/>
              <a:ext cx="147077" cy="495948"/>
            </a:xfrm>
            <a:custGeom>
              <a:avLst/>
              <a:gdLst/>
              <a:ahLst/>
              <a:cxnLst/>
              <a:rect l="l" t="t" r="r" b="b"/>
              <a:pathLst>
                <a:path w="629" h="2121" extrusionOk="0">
                  <a:moveTo>
                    <a:pt x="5" y="1"/>
                  </a:moveTo>
                  <a:lnTo>
                    <a:pt x="1" y="5"/>
                  </a:lnTo>
                  <a:lnTo>
                    <a:pt x="1" y="33"/>
                  </a:lnTo>
                  <a:cubicBezTo>
                    <a:pt x="1" y="57"/>
                    <a:pt x="5" y="81"/>
                    <a:pt x="9" y="105"/>
                  </a:cubicBezTo>
                  <a:cubicBezTo>
                    <a:pt x="25" y="189"/>
                    <a:pt x="61" y="273"/>
                    <a:pt x="109" y="345"/>
                  </a:cubicBezTo>
                  <a:cubicBezTo>
                    <a:pt x="137" y="393"/>
                    <a:pt x="169" y="441"/>
                    <a:pt x="201" y="489"/>
                  </a:cubicBezTo>
                  <a:cubicBezTo>
                    <a:pt x="237" y="537"/>
                    <a:pt x="277" y="589"/>
                    <a:pt x="309" y="645"/>
                  </a:cubicBezTo>
                  <a:cubicBezTo>
                    <a:pt x="345" y="701"/>
                    <a:pt x="373" y="761"/>
                    <a:pt x="397" y="825"/>
                  </a:cubicBezTo>
                  <a:cubicBezTo>
                    <a:pt x="417" y="893"/>
                    <a:pt x="437" y="957"/>
                    <a:pt x="453" y="1025"/>
                  </a:cubicBezTo>
                  <a:cubicBezTo>
                    <a:pt x="485" y="1165"/>
                    <a:pt x="517" y="1301"/>
                    <a:pt x="537" y="1429"/>
                  </a:cubicBezTo>
                  <a:cubicBezTo>
                    <a:pt x="553" y="1545"/>
                    <a:pt x="561" y="1661"/>
                    <a:pt x="561" y="1781"/>
                  </a:cubicBezTo>
                  <a:cubicBezTo>
                    <a:pt x="557" y="1829"/>
                    <a:pt x="553" y="1877"/>
                    <a:pt x="545" y="1921"/>
                  </a:cubicBezTo>
                  <a:cubicBezTo>
                    <a:pt x="541" y="1957"/>
                    <a:pt x="533" y="1993"/>
                    <a:pt x="525" y="2025"/>
                  </a:cubicBezTo>
                  <a:cubicBezTo>
                    <a:pt x="521" y="2049"/>
                    <a:pt x="513" y="2073"/>
                    <a:pt x="505" y="2093"/>
                  </a:cubicBezTo>
                  <a:cubicBezTo>
                    <a:pt x="501" y="2109"/>
                    <a:pt x="497" y="2121"/>
                    <a:pt x="497" y="2121"/>
                  </a:cubicBezTo>
                  <a:lnTo>
                    <a:pt x="505" y="2121"/>
                  </a:lnTo>
                  <a:lnTo>
                    <a:pt x="517" y="2101"/>
                  </a:lnTo>
                  <a:cubicBezTo>
                    <a:pt x="525" y="2085"/>
                    <a:pt x="537" y="2065"/>
                    <a:pt x="549" y="2037"/>
                  </a:cubicBezTo>
                  <a:cubicBezTo>
                    <a:pt x="565" y="2001"/>
                    <a:pt x="581" y="1965"/>
                    <a:pt x="589" y="1929"/>
                  </a:cubicBezTo>
                  <a:cubicBezTo>
                    <a:pt x="605" y="1881"/>
                    <a:pt x="613" y="1833"/>
                    <a:pt x="621" y="1785"/>
                  </a:cubicBezTo>
                  <a:cubicBezTo>
                    <a:pt x="629" y="1725"/>
                    <a:pt x="629" y="1665"/>
                    <a:pt x="629" y="1609"/>
                  </a:cubicBezTo>
                  <a:cubicBezTo>
                    <a:pt x="625" y="1545"/>
                    <a:pt x="617" y="1477"/>
                    <a:pt x="605" y="1417"/>
                  </a:cubicBezTo>
                  <a:cubicBezTo>
                    <a:pt x="589" y="1349"/>
                    <a:pt x="573" y="1281"/>
                    <a:pt x="557" y="1217"/>
                  </a:cubicBezTo>
                  <a:cubicBezTo>
                    <a:pt x="537" y="1149"/>
                    <a:pt x="513" y="1081"/>
                    <a:pt x="489" y="1017"/>
                  </a:cubicBezTo>
                  <a:lnTo>
                    <a:pt x="413" y="817"/>
                  </a:lnTo>
                  <a:cubicBezTo>
                    <a:pt x="389" y="749"/>
                    <a:pt x="365" y="685"/>
                    <a:pt x="341" y="621"/>
                  </a:cubicBezTo>
                  <a:cubicBezTo>
                    <a:pt x="317" y="561"/>
                    <a:pt x="285" y="505"/>
                    <a:pt x="253" y="449"/>
                  </a:cubicBezTo>
                  <a:cubicBezTo>
                    <a:pt x="217" y="397"/>
                    <a:pt x="185" y="353"/>
                    <a:pt x="157" y="309"/>
                  </a:cubicBezTo>
                  <a:cubicBezTo>
                    <a:pt x="105" y="241"/>
                    <a:pt x="65" y="169"/>
                    <a:pt x="33" y="93"/>
                  </a:cubicBezTo>
                  <a:cubicBezTo>
                    <a:pt x="25" y="69"/>
                    <a:pt x="17" y="49"/>
                    <a:pt x="9" y="2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0"/>
            <p:cNvSpPr/>
            <p:nvPr/>
          </p:nvSpPr>
          <p:spPr>
            <a:xfrm>
              <a:off x="2273676" y="1837305"/>
              <a:ext cx="79735" cy="248091"/>
            </a:xfrm>
            <a:custGeom>
              <a:avLst/>
              <a:gdLst/>
              <a:ahLst/>
              <a:cxnLst/>
              <a:rect l="l" t="t" r="r" b="b"/>
              <a:pathLst>
                <a:path w="341" h="1061" extrusionOk="0">
                  <a:moveTo>
                    <a:pt x="5" y="1"/>
                  </a:moveTo>
                  <a:lnTo>
                    <a:pt x="1" y="5"/>
                  </a:lnTo>
                  <a:lnTo>
                    <a:pt x="13" y="13"/>
                  </a:lnTo>
                  <a:cubicBezTo>
                    <a:pt x="21" y="17"/>
                    <a:pt x="29" y="25"/>
                    <a:pt x="37" y="33"/>
                  </a:cubicBezTo>
                  <a:cubicBezTo>
                    <a:pt x="65" y="61"/>
                    <a:pt x="85" y="97"/>
                    <a:pt x="97" y="133"/>
                  </a:cubicBezTo>
                  <a:cubicBezTo>
                    <a:pt x="109" y="157"/>
                    <a:pt x="117" y="185"/>
                    <a:pt x="129" y="213"/>
                  </a:cubicBezTo>
                  <a:cubicBezTo>
                    <a:pt x="141" y="241"/>
                    <a:pt x="157" y="269"/>
                    <a:pt x="173" y="297"/>
                  </a:cubicBezTo>
                  <a:cubicBezTo>
                    <a:pt x="189" y="329"/>
                    <a:pt x="201" y="361"/>
                    <a:pt x="209" y="393"/>
                  </a:cubicBezTo>
                  <a:cubicBezTo>
                    <a:pt x="221" y="429"/>
                    <a:pt x="225" y="465"/>
                    <a:pt x="229" y="497"/>
                  </a:cubicBezTo>
                  <a:cubicBezTo>
                    <a:pt x="233" y="569"/>
                    <a:pt x="245" y="641"/>
                    <a:pt x="253" y="705"/>
                  </a:cubicBezTo>
                  <a:cubicBezTo>
                    <a:pt x="261" y="773"/>
                    <a:pt x="269" y="833"/>
                    <a:pt x="277" y="885"/>
                  </a:cubicBezTo>
                  <a:cubicBezTo>
                    <a:pt x="285" y="937"/>
                    <a:pt x="293" y="981"/>
                    <a:pt x="301" y="1013"/>
                  </a:cubicBezTo>
                  <a:cubicBezTo>
                    <a:pt x="305" y="1045"/>
                    <a:pt x="313" y="1061"/>
                    <a:pt x="313" y="1061"/>
                  </a:cubicBezTo>
                  <a:lnTo>
                    <a:pt x="321" y="1061"/>
                  </a:lnTo>
                  <a:cubicBezTo>
                    <a:pt x="333" y="1001"/>
                    <a:pt x="341" y="941"/>
                    <a:pt x="341" y="881"/>
                  </a:cubicBezTo>
                  <a:cubicBezTo>
                    <a:pt x="341" y="853"/>
                    <a:pt x="341" y="825"/>
                    <a:pt x="337" y="793"/>
                  </a:cubicBezTo>
                  <a:cubicBezTo>
                    <a:pt x="337" y="761"/>
                    <a:pt x="333" y="729"/>
                    <a:pt x="325" y="697"/>
                  </a:cubicBezTo>
                  <a:cubicBezTo>
                    <a:pt x="317" y="661"/>
                    <a:pt x="313" y="629"/>
                    <a:pt x="301" y="593"/>
                  </a:cubicBezTo>
                  <a:cubicBezTo>
                    <a:pt x="293" y="557"/>
                    <a:pt x="281" y="525"/>
                    <a:pt x="269" y="489"/>
                  </a:cubicBezTo>
                  <a:cubicBezTo>
                    <a:pt x="257" y="457"/>
                    <a:pt x="241" y="425"/>
                    <a:pt x="233" y="389"/>
                  </a:cubicBezTo>
                  <a:cubicBezTo>
                    <a:pt x="221" y="357"/>
                    <a:pt x="217" y="325"/>
                    <a:pt x="209" y="289"/>
                  </a:cubicBezTo>
                  <a:cubicBezTo>
                    <a:pt x="205" y="257"/>
                    <a:pt x="197" y="225"/>
                    <a:pt x="189" y="193"/>
                  </a:cubicBezTo>
                  <a:cubicBezTo>
                    <a:pt x="177" y="165"/>
                    <a:pt x="165" y="137"/>
                    <a:pt x="153" y="113"/>
                  </a:cubicBezTo>
                  <a:cubicBezTo>
                    <a:pt x="133" y="69"/>
                    <a:pt x="97" y="33"/>
                    <a:pt x="57" y="13"/>
                  </a:cubicBezTo>
                  <a:cubicBezTo>
                    <a:pt x="45" y="9"/>
                    <a:pt x="29" y="5"/>
                    <a:pt x="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0"/>
            <p:cNvSpPr/>
            <p:nvPr/>
          </p:nvSpPr>
          <p:spPr>
            <a:xfrm>
              <a:off x="1786375" y="1983215"/>
              <a:ext cx="90024" cy="363134"/>
            </a:xfrm>
            <a:custGeom>
              <a:avLst/>
              <a:gdLst/>
              <a:ahLst/>
              <a:cxnLst/>
              <a:rect l="l" t="t" r="r" b="b"/>
              <a:pathLst>
                <a:path w="385" h="1553" extrusionOk="0">
                  <a:moveTo>
                    <a:pt x="97" y="1"/>
                  </a:moveTo>
                  <a:cubicBezTo>
                    <a:pt x="81" y="17"/>
                    <a:pt x="69" y="41"/>
                    <a:pt x="57" y="61"/>
                  </a:cubicBezTo>
                  <a:cubicBezTo>
                    <a:pt x="29" y="117"/>
                    <a:pt x="13" y="181"/>
                    <a:pt x="9" y="245"/>
                  </a:cubicBezTo>
                  <a:cubicBezTo>
                    <a:pt x="1" y="285"/>
                    <a:pt x="1" y="329"/>
                    <a:pt x="1" y="369"/>
                  </a:cubicBezTo>
                  <a:cubicBezTo>
                    <a:pt x="1" y="417"/>
                    <a:pt x="9" y="461"/>
                    <a:pt x="17" y="509"/>
                  </a:cubicBezTo>
                  <a:cubicBezTo>
                    <a:pt x="33" y="609"/>
                    <a:pt x="41" y="709"/>
                    <a:pt x="45" y="809"/>
                  </a:cubicBezTo>
                  <a:cubicBezTo>
                    <a:pt x="49" y="861"/>
                    <a:pt x="57" y="913"/>
                    <a:pt x="65" y="965"/>
                  </a:cubicBezTo>
                  <a:cubicBezTo>
                    <a:pt x="73" y="1013"/>
                    <a:pt x="85" y="1061"/>
                    <a:pt x="101" y="1109"/>
                  </a:cubicBezTo>
                  <a:cubicBezTo>
                    <a:pt x="125" y="1193"/>
                    <a:pt x="161" y="1277"/>
                    <a:pt x="209" y="1353"/>
                  </a:cubicBezTo>
                  <a:cubicBezTo>
                    <a:pt x="245" y="1409"/>
                    <a:pt x="281" y="1457"/>
                    <a:pt x="325" y="1505"/>
                  </a:cubicBezTo>
                  <a:cubicBezTo>
                    <a:pt x="361" y="1537"/>
                    <a:pt x="381" y="1553"/>
                    <a:pt x="381" y="1553"/>
                  </a:cubicBezTo>
                  <a:lnTo>
                    <a:pt x="385" y="1549"/>
                  </a:lnTo>
                  <a:cubicBezTo>
                    <a:pt x="385" y="1549"/>
                    <a:pt x="373" y="1525"/>
                    <a:pt x="349" y="1489"/>
                  </a:cubicBezTo>
                  <a:lnTo>
                    <a:pt x="309" y="1417"/>
                  </a:lnTo>
                  <a:cubicBezTo>
                    <a:pt x="297" y="1389"/>
                    <a:pt x="281" y="1361"/>
                    <a:pt x="265" y="1325"/>
                  </a:cubicBezTo>
                  <a:cubicBezTo>
                    <a:pt x="245" y="1293"/>
                    <a:pt x="233" y="1253"/>
                    <a:pt x="213" y="1217"/>
                  </a:cubicBezTo>
                  <a:cubicBezTo>
                    <a:pt x="209" y="1197"/>
                    <a:pt x="197" y="1173"/>
                    <a:pt x="189" y="1153"/>
                  </a:cubicBezTo>
                  <a:cubicBezTo>
                    <a:pt x="181" y="1133"/>
                    <a:pt x="177" y="1109"/>
                    <a:pt x="165" y="1089"/>
                  </a:cubicBezTo>
                  <a:cubicBezTo>
                    <a:pt x="133" y="1001"/>
                    <a:pt x="109" y="905"/>
                    <a:pt x="81" y="805"/>
                  </a:cubicBezTo>
                  <a:cubicBezTo>
                    <a:pt x="69" y="757"/>
                    <a:pt x="61" y="705"/>
                    <a:pt x="53" y="657"/>
                  </a:cubicBezTo>
                  <a:cubicBezTo>
                    <a:pt x="49" y="605"/>
                    <a:pt x="49" y="557"/>
                    <a:pt x="53" y="509"/>
                  </a:cubicBezTo>
                  <a:cubicBezTo>
                    <a:pt x="57" y="461"/>
                    <a:pt x="61" y="413"/>
                    <a:pt x="61" y="369"/>
                  </a:cubicBezTo>
                  <a:cubicBezTo>
                    <a:pt x="65" y="329"/>
                    <a:pt x="65" y="285"/>
                    <a:pt x="65" y="249"/>
                  </a:cubicBezTo>
                  <a:cubicBezTo>
                    <a:pt x="69" y="189"/>
                    <a:pt x="73" y="129"/>
                    <a:pt x="89" y="69"/>
                  </a:cubicBezTo>
                  <a:cubicBezTo>
                    <a:pt x="89" y="53"/>
                    <a:pt x="93" y="37"/>
                    <a:pt x="101" y="21"/>
                  </a:cubicBezTo>
                  <a:cubicBezTo>
                    <a:pt x="105" y="9"/>
                    <a:pt x="105" y="1"/>
                    <a:pt x="1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0"/>
            <p:cNvSpPr/>
            <p:nvPr/>
          </p:nvSpPr>
          <p:spPr>
            <a:xfrm>
              <a:off x="1922931" y="2076747"/>
              <a:ext cx="42323" cy="369681"/>
            </a:xfrm>
            <a:custGeom>
              <a:avLst/>
              <a:gdLst/>
              <a:ahLst/>
              <a:cxnLst/>
              <a:rect l="l" t="t" r="r" b="b"/>
              <a:pathLst>
                <a:path w="181" h="1581" extrusionOk="0">
                  <a:moveTo>
                    <a:pt x="69" y="1"/>
                  </a:moveTo>
                  <a:cubicBezTo>
                    <a:pt x="69" y="1"/>
                    <a:pt x="61" y="25"/>
                    <a:pt x="45" y="65"/>
                  </a:cubicBezTo>
                  <a:cubicBezTo>
                    <a:pt x="29" y="125"/>
                    <a:pt x="17" y="185"/>
                    <a:pt x="9" y="245"/>
                  </a:cubicBezTo>
                  <a:cubicBezTo>
                    <a:pt x="5" y="281"/>
                    <a:pt x="1" y="321"/>
                    <a:pt x="1" y="365"/>
                  </a:cubicBezTo>
                  <a:cubicBezTo>
                    <a:pt x="1" y="413"/>
                    <a:pt x="1" y="457"/>
                    <a:pt x="9" y="501"/>
                  </a:cubicBezTo>
                  <a:cubicBezTo>
                    <a:pt x="13" y="549"/>
                    <a:pt x="17" y="597"/>
                    <a:pt x="21" y="645"/>
                  </a:cubicBezTo>
                  <a:cubicBezTo>
                    <a:pt x="25" y="697"/>
                    <a:pt x="25" y="745"/>
                    <a:pt x="29" y="797"/>
                  </a:cubicBezTo>
                  <a:cubicBezTo>
                    <a:pt x="29" y="845"/>
                    <a:pt x="33" y="897"/>
                    <a:pt x="41" y="945"/>
                  </a:cubicBezTo>
                  <a:cubicBezTo>
                    <a:pt x="45" y="993"/>
                    <a:pt x="53" y="1041"/>
                    <a:pt x="61" y="1089"/>
                  </a:cubicBezTo>
                  <a:cubicBezTo>
                    <a:pt x="73" y="1181"/>
                    <a:pt x="93" y="1265"/>
                    <a:pt x="109" y="1337"/>
                  </a:cubicBezTo>
                  <a:lnTo>
                    <a:pt x="165" y="1581"/>
                  </a:lnTo>
                  <a:lnTo>
                    <a:pt x="173" y="1581"/>
                  </a:lnTo>
                  <a:cubicBezTo>
                    <a:pt x="181" y="1497"/>
                    <a:pt x="181" y="1413"/>
                    <a:pt x="173" y="1333"/>
                  </a:cubicBezTo>
                  <a:cubicBezTo>
                    <a:pt x="165" y="1245"/>
                    <a:pt x="149" y="1165"/>
                    <a:pt x="129" y="1081"/>
                  </a:cubicBezTo>
                  <a:cubicBezTo>
                    <a:pt x="121" y="1037"/>
                    <a:pt x="109" y="989"/>
                    <a:pt x="101" y="941"/>
                  </a:cubicBezTo>
                  <a:cubicBezTo>
                    <a:pt x="89" y="893"/>
                    <a:pt x="77" y="849"/>
                    <a:pt x="65" y="797"/>
                  </a:cubicBezTo>
                  <a:cubicBezTo>
                    <a:pt x="53" y="749"/>
                    <a:pt x="45" y="701"/>
                    <a:pt x="45" y="653"/>
                  </a:cubicBezTo>
                  <a:cubicBezTo>
                    <a:pt x="41" y="605"/>
                    <a:pt x="41" y="557"/>
                    <a:pt x="45" y="509"/>
                  </a:cubicBezTo>
                  <a:cubicBezTo>
                    <a:pt x="49" y="465"/>
                    <a:pt x="57" y="421"/>
                    <a:pt x="61" y="377"/>
                  </a:cubicBezTo>
                  <a:cubicBezTo>
                    <a:pt x="61" y="337"/>
                    <a:pt x="65" y="297"/>
                    <a:pt x="65" y="257"/>
                  </a:cubicBezTo>
                  <a:cubicBezTo>
                    <a:pt x="69" y="185"/>
                    <a:pt x="77" y="125"/>
                    <a:pt x="77" y="81"/>
                  </a:cubicBezTo>
                  <a:lnTo>
                    <a:pt x="77" y="9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0"/>
            <p:cNvSpPr/>
            <p:nvPr/>
          </p:nvSpPr>
          <p:spPr>
            <a:xfrm>
              <a:off x="2095030" y="2227334"/>
              <a:ext cx="218161" cy="313563"/>
            </a:xfrm>
            <a:custGeom>
              <a:avLst/>
              <a:gdLst/>
              <a:ahLst/>
              <a:cxnLst/>
              <a:rect l="l" t="t" r="r" b="b"/>
              <a:pathLst>
                <a:path w="933" h="1341" extrusionOk="0">
                  <a:moveTo>
                    <a:pt x="921" y="1"/>
                  </a:moveTo>
                  <a:cubicBezTo>
                    <a:pt x="921" y="1"/>
                    <a:pt x="913" y="25"/>
                    <a:pt x="893" y="69"/>
                  </a:cubicBezTo>
                  <a:cubicBezTo>
                    <a:pt x="873" y="113"/>
                    <a:pt x="849" y="173"/>
                    <a:pt x="817" y="245"/>
                  </a:cubicBezTo>
                  <a:cubicBezTo>
                    <a:pt x="805" y="281"/>
                    <a:pt x="785" y="317"/>
                    <a:pt x="769" y="357"/>
                  </a:cubicBezTo>
                  <a:cubicBezTo>
                    <a:pt x="749" y="401"/>
                    <a:pt x="733" y="441"/>
                    <a:pt x="709" y="485"/>
                  </a:cubicBezTo>
                  <a:cubicBezTo>
                    <a:pt x="661" y="577"/>
                    <a:pt x="581" y="645"/>
                    <a:pt x="485" y="685"/>
                  </a:cubicBezTo>
                  <a:cubicBezTo>
                    <a:pt x="437" y="705"/>
                    <a:pt x="389" y="725"/>
                    <a:pt x="341" y="753"/>
                  </a:cubicBezTo>
                  <a:cubicBezTo>
                    <a:pt x="297" y="781"/>
                    <a:pt x="253" y="813"/>
                    <a:pt x="217" y="853"/>
                  </a:cubicBezTo>
                  <a:cubicBezTo>
                    <a:pt x="149" y="921"/>
                    <a:pt x="105" y="1009"/>
                    <a:pt x="81" y="1101"/>
                  </a:cubicBezTo>
                  <a:cubicBezTo>
                    <a:pt x="73" y="1137"/>
                    <a:pt x="69" y="1177"/>
                    <a:pt x="65" y="1213"/>
                  </a:cubicBezTo>
                  <a:cubicBezTo>
                    <a:pt x="65" y="1237"/>
                    <a:pt x="57" y="1265"/>
                    <a:pt x="49" y="1289"/>
                  </a:cubicBezTo>
                  <a:cubicBezTo>
                    <a:pt x="41" y="1309"/>
                    <a:pt x="25" y="1325"/>
                    <a:pt x="1" y="1333"/>
                  </a:cubicBezTo>
                  <a:lnTo>
                    <a:pt x="1" y="1341"/>
                  </a:lnTo>
                  <a:cubicBezTo>
                    <a:pt x="9" y="1341"/>
                    <a:pt x="17" y="1337"/>
                    <a:pt x="25" y="1337"/>
                  </a:cubicBezTo>
                  <a:cubicBezTo>
                    <a:pt x="45" y="1333"/>
                    <a:pt x="61" y="1317"/>
                    <a:pt x="73" y="1301"/>
                  </a:cubicBezTo>
                  <a:cubicBezTo>
                    <a:pt x="89" y="1277"/>
                    <a:pt x="101" y="1249"/>
                    <a:pt x="109" y="1221"/>
                  </a:cubicBezTo>
                  <a:cubicBezTo>
                    <a:pt x="121" y="1189"/>
                    <a:pt x="129" y="1157"/>
                    <a:pt x="141" y="1121"/>
                  </a:cubicBezTo>
                  <a:cubicBezTo>
                    <a:pt x="173" y="1041"/>
                    <a:pt x="217" y="965"/>
                    <a:pt x="273" y="901"/>
                  </a:cubicBezTo>
                  <a:cubicBezTo>
                    <a:pt x="301" y="865"/>
                    <a:pt x="337" y="829"/>
                    <a:pt x="377" y="801"/>
                  </a:cubicBezTo>
                  <a:cubicBezTo>
                    <a:pt x="417" y="773"/>
                    <a:pt x="461" y="745"/>
                    <a:pt x="505" y="717"/>
                  </a:cubicBezTo>
                  <a:cubicBezTo>
                    <a:pt x="593" y="657"/>
                    <a:pt x="673" y="585"/>
                    <a:pt x="741" y="505"/>
                  </a:cubicBezTo>
                  <a:cubicBezTo>
                    <a:pt x="773" y="469"/>
                    <a:pt x="801" y="425"/>
                    <a:pt x="825" y="385"/>
                  </a:cubicBezTo>
                  <a:cubicBezTo>
                    <a:pt x="845" y="345"/>
                    <a:pt x="861" y="305"/>
                    <a:pt x="873" y="265"/>
                  </a:cubicBezTo>
                  <a:cubicBezTo>
                    <a:pt x="893" y="201"/>
                    <a:pt x="909" y="141"/>
                    <a:pt x="921" y="77"/>
                  </a:cubicBezTo>
                  <a:cubicBezTo>
                    <a:pt x="933" y="29"/>
                    <a:pt x="933" y="5"/>
                    <a:pt x="933" y="5"/>
                  </a:cubicBezTo>
                  <a:lnTo>
                    <a:pt x="9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0"/>
            <p:cNvSpPr/>
            <p:nvPr/>
          </p:nvSpPr>
          <p:spPr>
            <a:xfrm>
              <a:off x="2177338" y="2562180"/>
              <a:ext cx="921514" cy="118083"/>
            </a:xfrm>
            <a:custGeom>
              <a:avLst/>
              <a:gdLst/>
              <a:ahLst/>
              <a:cxnLst/>
              <a:rect l="l" t="t" r="r" b="b"/>
              <a:pathLst>
                <a:path w="3941" h="505" extrusionOk="0">
                  <a:moveTo>
                    <a:pt x="9" y="1"/>
                  </a:moveTo>
                  <a:lnTo>
                    <a:pt x="1" y="5"/>
                  </a:lnTo>
                  <a:cubicBezTo>
                    <a:pt x="9" y="17"/>
                    <a:pt x="17" y="33"/>
                    <a:pt x="29" y="45"/>
                  </a:cubicBezTo>
                  <a:cubicBezTo>
                    <a:pt x="57" y="77"/>
                    <a:pt x="93" y="105"/>
                    <a:pt x="133" y="125"/>
                  </a:cubicBezTo>
                  <a:cubicBezTo>
                    <a:pt x="193" y="157"/>
                    <a:pt x="261" y="173"/>
                    <a:pt x="333" y="173"/>
                  </a:cubicBezTo>
                  <a:cubicBezTo>
                    <a:pt x="348" y="173"/>
                    <a:pt x="364" y="174"/>
                    <a:pt x="379" y="174"/>
                  </a:cubicBezTo>
                  <a:cubicBezTo>
                    <a:pt x="449" y="174"/>
                    <a:pt x="521" y="167"/>
                    <a:pt x="593" y="161"/>
                  </a:cubicBezTo>
                  <a:cubicBezTo>
                    <a:pt x="721" y="151"/>
                    <a:pt x="851" y="146"/>
                    <a:pt x="981" y="146"/>
                  </a:cubicBezTo>
                  <a:cubicBezTo>
                    <a:pt x="1065" y="146"/>
                    <a:pt x="1149" y="148"/>
                    <a:pt x="1233" y="153"/>
                  </a:cubicBezTo>
                  <a:cubicBezTo>
                    <a:pt x="1353" y="157"/>
                    <a:pt x="1473" y="169"/>
                    <a:pt x="1593" y="185"/>
                  </a:cubicBezTo>
                  <a:cubicBezTo>
                    <a:pt x="1717" y="201"/>
                    <a:pt x="1841" y="225"/>
                    <a:pt x="1961" y="253"/>
                  </a:cubicBezTo>
                  <a:cubicBezTo>
                    <a:pt x="2085" y="281"/>
                    <a:pt x="2205" y="317"/>
                    <a:pt x="2325" y="357"/>
                  </a:cubicBezTo>
                  <a:cubicBezTo>
                    <a:pt x="2437" y="405"/>
                    <a:pt x="2553" y="445"/>
                    <a:pt x="2673" y="473"/>
                  </a:cubicBezTo>
                  <a:cubicBezTo>
                    <a:pt x="2785" y="493"/>
                    <a:pt x="2901" y="501"/>
                    <a:pt x="3017" y="505"/>
                  </a:cubicBezTo>
                  <a:cubicBezTo>
                    <a:pt x="3121" y="505"/>
                    <a:pt x="3229" y="505"/>
                    <a:pt x="3321" y="501"/>
                  </a:cubicBezTo>
                  <a:cubicBezTo>
                    <a:pt x="3409" y="497"/>
                    <a:pt x="3497" y="489"/>
                    <a:pt x="3581" y="477"/>
                  </a:cubicBezTo>
                  <a:cubicBezTo>
                    <a:pt x="3649" y="465"/>
                    <a:pt x="3713" y="449"/>
                    <a:pt x="3781" y="433"/>
                  </a:cubicBezTo>
                  <a:cubicBezTo>
                    <a:pt x="3833" y="413"/>
                    <a:pt x="3873" y="397"/>
                    <a:pt x="3901" y="389"/>
                  </a:cubicBezTo>
                  <a:lnTo>
                    <a:pt x="3941" y="369"/>
                  </a:lnTo>
                  <a:lnTo>
                    <a:pt x="3941" y="357"/>
                  </a:lnTo>
                  <a:lnTo>
                    <a:pt x="3897" y="373"/>
                  </a:lnTo>
                  <a:cubicBezTo>
                    <a:pt x="3869" y="381"/>
                    <a:pt x="3825" y="389"/>
                    <a:pt x="3773" y="401"/>
                  </a:cubicBezTo>
                  <a:cubicBezTo>
                    <a:pt x="3717" y="409"/>
                    <a:pt x="3653" y="421"/>
                    <a:pt x="3577" y="429"/>
                  </a:cubicBezTo>
                  <a:cubicBezTo>
                    <a:pt x="3501" y="433"/>
                    <a:pt x="3417" y="441"/>
                    <a:pt x="3321" y="441"/>
                  </a:cubicBezTo>
                  <a:lnTo>
                    <a:pt x="3017" y="441"/>
                  </a:lnTo>
                  <a:cubicBezTo>
                    <a:pt x="2987" y="442"/>
                    <a:pt x="2957" y="442"/>
                    <a:pt x="2926" y="442"/>
                  </a:cubicBezTo>
                  <a:cubicBezTo>
                    <a:pt x="2843" y="442"/>
                    <a:pt x="2759" y="439"/>
                    <a:pt x="2677" y="433"/>
                  </a:cubicBezTo>
                  <a:cubicBezTo>
                    <a:pt x="2557" y="417"/>
                    <a:pt x="2441" y="385"/>
                    <a:pt x="2329" y="337"/>
                  </a:cubicBezTo>
                  <a:cubicBezTo>
                    <a:pt x="2213" y="293"/>
                    <a:pt x="2089" y="253"/>
                    <a:pt x="1969" y="213"/>
                  </a:cubicBezTo>
                  <a:cubicBezTo>
                    <a:pt x="1729" y="141"/>
                    <a:pt x="1485" y="97"/>
                    <a:pt x="1237" y="77"/>
                  </a:cubicBezTo>
                  <a:cubicBezTo>
                    <a:pt x="1161" y="71"/>
                    <a:pt x="1086" y="69"/>
                    <a:pt x="1012" y="69"/>
                  </a:cubicBezTo>
                  <a:cubicBezTo>
                    <a:pt x="869" y="69"/>
                    <a:pt x="727" y="78"/>
                    <a:pt x="585" y="97"/>
                  </a:cubicBezTo>
                  <a:cubicBezTo>
                    <a:pt x="489" y="109"/>
                    <a:pt x="405" y="129"/>
                    <a:pt x="333" y="129"/>
                  </a:cubicBezTo>
                  <a:cubicBezTo>
                    <a:pt x="325" y="129"/>
                    <a:pt x="316" y="130"/>
                    <a:pt x="308" y="130"/>
                  </a:cubicBezTo>
                  <a:cubicBezTo>
                    <a:pt x="252" y="130"/>
                    <a:pt x="197" y="118"/>
                    <a:pt x="145" y="101"/>
                  </a:cubicBezTo>
                  <a:cubicBezTo>
                    <a:pt x="105" y="85"/>
                    <a:pt x="69" y="65"/>
                    <a:pt x="37" y="33"/>
                  </a:cubicBezTo>
                  <a:cubicBezTo>
                    <a:pt x="29" y="25"/>
                    <a:pt x="17" y="13"/>
                    <a:pt x="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0"/>
            <p:cNvSpPr/>
            <p:nvPr/>
          </p:nvSpPr>
          <p:spPr>
            <a:xfrm>
              <a:off x="2419585" y="2674418"/>
              <a:ext cx="256509" cy="34840"/>
            </a:xfrm>
            <a:custGeom>
              <a:avLst/>
              <a:gdLst/>
              <a:ahLst/>
              <a:cxnLst/>
              <a:rect l="l" t="t" r="r" b="b"/>
              <a:pathLst>
                <a:path w="1097" h="149" extrusionOk="0">
                  <a:moveTo>
                    <a:pt x="257" y="1"/>
                  </a:moveTo>
                  <a:cubicBezTo>
                    <a:pt x="225" y="1"/>
                    <a:pt x="197" y="5"/>
                    <a:pt x="173" y="9"/>
                  </a:cubicBezTo>
                  <a:cubicBezTo>
                    <a:pt x="113" y="17"/>
                    <a:pt x="57" y="29"/>
                    <a:pt x="1" y="49"/>
                  </a:cubicBezTo>
                  <a:lnTo>
                    <a:pt x="1" y="53"/>
                  </a:lnTo>
                  <a:cubicBezTo>
                    <a:pt x="1" y="53"/>
                    <a:pt x="21" y="57"/>
                    <a:pt x="53" y="61"/>
                  </a:cubicBezTo>
                  <a:cubicBezTo>
                    <a:pt x="81" y="65"/>
                    <a:pt x="125" y="65"/>
                    <a:pt x="177" y="69"/>
                  </a:cubicBezTo>
                  <a:cubicBezTo>
                    <a:pt x="211" y="72"/>
                    <a:pt x="251" y="74"/>
                    <a:pt x="294" y="74"/>
                  </a:cubicBezTo>
                  <a:cubicBezTo>
                    <a:pt x="312" y="74"/>
                    <a:pt x="330" y="74"/>
                    <a:pt x="349" y="73"/>
                  </a:cubicBezTo>
                  <a:cubicBezTo>
                    <a:pt x="381" y="71"/>
                    <a:pt x="414" y="71"/>
                    <a:pt x="447" y="71"/>
                  </a:cubicBezTo>
                  <a:cubicBezTo>
                    <a:pt x="481" y="71"/>
                    <a:pt x="515" y="71"/>
                    <a:pt x="549" y="69"/>
                  </a:cubicBezTo>
                  <a:cubicBezTo>
                    <a:pt x="585" y="69"/>
                    <a:pt x="617" y="69"/>
                    <a:pt x="653" y="73"/>
                  </a:cubicBezTo>
                  <a:cubicBezTo>
                    <a:pt x="685" y="77"/>
                    <a:pt x="717" y="85"/>
                    <a:pt x="749" y="97"/>
                  </a:cubicBezTo>
                  <a:cubicBezTo>
                    <a:pt x="781" y="105"/>
                    <a:pt x="805" y="117"/>
                    <a:pt x="837" y="125"/>
                  </a:cubicBezTo>
                  <a:cubicBezTo>
                    <a:pt x="869" y="133"/>
                    <a:pt x="893" y="137"/>
                    <a:pt x="917" y="141"/>
                  </a:cubicBezTo>
                  <a:cubicBezTo>
                    <a:pt x="961" y="149"/>
                    <a:pt x="1005" y="149"/>
                    <a:pt x="1045" y="149"/>
                  </a:cubicBezTo>
                  <a:cubicBezTo>
                    <a:pt x="1065" y="145"/>
                    <a:pt x="1081" y="141"/>
                    <a:pt x="1097" y="137"/>
                  </a:cubicBezTo>
                  <a:lnTo>
                    <a:pt x="1093" y="129"/>
                  </a:lnTo>
                  <a:lnTo>
                    <a:pt x="1045" y="117"/>
                  </a:lnTo>
                  <a:lnTo>
                    <a:pt x="929" y="81"/>
                  </a:lnTo>
                  <a:cubicBezTo>
                    <a:pt x="901" y="77"/>
                    <a:pt x="873" y="69"/>
                    <a:pt x="849" y="65"/>
                  </a:cubicBezTo>
                  <a:cubicBezTo>
                    <a:pt x="817" y="61"/>
                    <a:pt x="785" y="57"/>
                    <a:pt x="753" y="57"/>
                  </a:cubicBezTo>
                  <a:cubicBezTo>
                    <a:pt x="685" y="57"/>
                    <a:pt x="617" y="49"/>
                    <a:pt x="553" y="29"/>
                  </a:cubicBezTo>
                  <a:cubicBezTo>
                    <a:pt x="517" y="21"/>
                    <a:pt x="485" y="17"/>
                    <a:pt x="449" y="13"/>
                  </a:cubicBezTo>
                  <a:cubicBezTo>
                    <a:pt x="417" y="9"/>
                    <a:pt x="381" y="1"/>
                    <a:pt x="3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50"/>
            <p:cNvSpPr/>
            <p:nvPr/>
          </p:nvSpPr>
          <p:spPr>
            <a:xfrm>
              <a:off x="1668525" y="1545484"/>
              <a:ext cx="69447" cy="377164"/>
            </a:xfrm>
            <a:custGeom>
              <a:avLst/>
              <a:gdLst/>
              <a:ahLst/>
              <a:cxnLst/>
              <a:rect l="l" t="t" r="r" b="b"/>
              <a:pathLst>
                <a:path w="297" h="1613" extrusionOk="0">
                  <a:moveTo>
                    <a:pt x="1" y="1"/>
                  </a:moveTo>
                  <a:lnTo>
                    <a:pt x="1" y="5"/>
                  </a:lnTo>
                  <a:lnTo>
                    <a:pt x="9" y="21"/>
                  </a:lnTo>
                  <a:cubicBezTo>
                    <a:pt x="17" y="33"/>
                    <a:pt x="21" y="49"/>
                    <a:pt x="29" y="69"/>
                  </a:cubicBezTo>
                  <a:cubicBezTo>
                    <a:pt x="53" y="125"/>
                    <a:pt x="69" y="185"/>
                    <a:pt x="81" y="245"/>
                  </a:cubicBezTo>
                  <a:cubicBezTo>
                    <a:pt x="89" y="281"/>
                    <a:pt x="93" y="321"/>
                    <a:pt x="101" y="365"/>
                  </a:cubicBezTo>
                  <a:cubicBezTo>
                    <a:pt x="109" y="405"/>
                    <a:pt x="117" y="449"/>
                    <a:pt x="121" y="501"/>
                  </a:cubicBezTo>
                  <a:cubicBezTo>
                    <a:pt x="129" y="549"/>
                    <a:pt x="133" y="601"/>
                    <a:pt x="129" y="649"/>
                  </a:cubicBezTo>
                  <a:cubicBezTo>
                    <a:pt x="129" y="701"/>
                    <a:pt x="125" y="753"/>
                    <a:pt x="121" y="805"/>
                  </a:cubicBezTo>
                  <a:cubicBezTo>
                    <a:pt x="117" y="857"/>
                    <a:pt x="113" y="909"/>
                    <a:pt x="117" y="961"/>
                  </a:cubicBezTo>
                  <a:cubicBezTo>
                    <a:pt x="121" y="1013"/>
                    <a:pt x="125" y="1061"/>
                    <a:pt x="137" y="1113"/>
                  </a:cubicBezTo>
                  <a:cubicBezTo>
                    <a:pt x="153" y="1197"/>
                    <a:pt x="181" y="1285"/>
                    <a:pt x="209" y="1369"/>
                  </a:cubicBezTo>
                  <a:cubicBezTo>
                    <a:pt x="237" y="1441"/>
                    <a:pt x="257" y="1501"/>
                    <a:pt x="269" y="1545"/>
                  </a:cubicBezTo>
                  <a:lnTo>
                    <a:pt x="289" y="1613"/>
                  </a:lnTo>
                  <a:lnTo>
                    <a:pt x="297" y="1613"/>
                  </a:lnTo>
                  <a:cubicBezTo>
                    <a:pt x="297" y="1589"/>
                    <a:pt x="297" y="1565"/>
                    <a:pt x="297" y="1541"/>
                  </a:cubicBezTo>
                  <a:cubicBezTo>
                    <a:pt x="293" y="1477"/>
                    <a:pt x="285" y="1413"/>
                    <a:pt x="269" y="1353"/>
                  </a:cubicBezTo>
                  <a:cubicBezTo>
                    <a:pt x="257" y="1277"/>
                    <a:pt x="229" y="1189"/>
                    <a:pt x="205" y="1097"/>
                  </a:cubicBezTo>
                  <a:cubicBezTo>
                    <a:pt x="185" y="1001"/>
                    <a:pt x="169" y="901"/>
                    <a:pt x="157" y="805"/>
                  </a:cubicBezTo>
                  <a:cubicBezTo>
                    <a:pt x="153" y="753"/>
                    <a:pt x="153" y="701"/>
                    <a:pt x="153" y="649"/>
                  </a:cubicBezTo>
                  <a:cubicBezTo>
                    <a:pt x="153" y="601"/>
                    <a:pt x="157" y="549"/>
                    <a:pt x="161" y="501"/>
                  </a:cubicBezTo>
                  <a:cubicBezTo>
                    <a:pt x="165" y="453"/>
                    <a:pt x="165" y="405"/>
                    <a:pt x="161" y="357"/>
                  </a:cubicBezTo>
                  <a:cubicBezTo>
                    <a:pt x="157" y="313"/>
                    <a:pt x="149" y="269"/>
                    <a:pt x="137" y="229"/>
                  </a:cubicBezTo>
                  <a:cubicBezTo>
                    <a:pt x="117" y="165"/>
                    <a:pt x="89" y="109"/>
                    <a:pt x="53" y="57"/>
                  </a:cubicBezTo>
                  <a:cubicBezTo>
                    <a:pt x="37" y="37"/>
                    <a:pt x="21" y="17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50"/>
            <p:cNvSpPr/>
            <p:nvPr/>
          </p:nvSpPr>
          <p:spPr>
            <a:xfrm>
              <a:off x="1595570" y="1849464"/>
              <a:ext cx="179813" cy="385582"/>
            </a:xfrm>
            <a:custGeom>
              <a:avLst/>
              <a:gdLst/>
              <a:ahLst/>
              <a:cxnLst/>
              <a:rect l="l" t="t" r="r" b="b"/>
              <a:pathLst>
                <a:path w="769" h="1649" extrusionOk="0">
                  <a:moveTo>
                    <a:pt x="1" y="1"/>
                  </a:moveTo>
                  <a:cubicBezTo>
                    <a:pt x="1" y="1"/>
                    <a:pt x="1" y="5"/>
                    <a:pt x="5" y="21"/>
                  </a:cubicBezTo>
                  <a:cubicBezTo>
                    <a:pt x="9" y="33"/>
                    <a:pt x="17" y="53"/>
                    <a:pt x="25" y="77"/>
                  </a:cubicBezTo>
                  <a:cubicBezTo>
                    <a:pt x="33" y="101"/>
                    <a:pt x="41" y="129"/>
                    <a:pt x="53" y="165"/>
                  </a:cubicBezTo>
                  <a:lnTo>
                    <a:pt x="85" y="277"/>
                  </a:lnTo>
                  <a:cubicBezTo>
                    <a:pt x="97" y="317"/>
                    <a:pt x="109" y="361"/>
                    <a:pt x="121" y="413"/>
                  </a:cubicBezTo>
                  <a:cubicBezTo>
                    <a:pt x="137" y="461"/>
                    <a:pt x="153" y="513"/>
                    <a:pt x="169" y="561"/>
                  </a:cubicBezTo>
                  <a:cubicBezTo>
                    <a:pt x="185" y="617"/>
                    <a:pt x="201" y="669"/>
                    <a:pt x="213" y="725"/>
                  </a:cubicBezTo>
                  <a:cubicBezTo>
                    <a:pt x="225" y="781"/>
                    <a:pt x="233" y="841"/>
                    <a:pt x="245" y="897"/>
                  </a:cubicBezTo>
                  <a:cubicBezTo>
                    <a:pt x="253" y="957"/>
                    <a:pt x="269" y="1013"/>
                    <a:pt x="285" y="1069"/>
                  </a:cubicBezTo>
                  <a:cubicBezTo>
                    <a:pt x="301" y="1125"/>
                    <a:pt x="321" y="1177"/>
                    <a:pt x="345" y="1233"/>
                  </a:cubicBezTo>
                  <a:cubicBezTo>
                    <a:pt x="385" y="1325"/>
                    <a:pt x="445" y="1413"/>
                    <a:pt x="517" y="1485"/>
                  </a:cubicBezTo>
                  <a:lnTo>
                    <a:pt x="565" y="1533"/>
                  </a:lnTo>
                  <a:cubicBezTo>
                    <a:pt x="577" y="1545"/>
                    <a:pt x="597" y="1557"/>
                    <a:pt x="609" y="1569"/>
                  </a:cubicBezTo>
                  <a:cubicBezTo>
                    <a:pt x="637" y="1585"/>
                    <a:pt x="661" y="1601"/>
                    <a:pt x="693" y="1617"/>
                  </a:cubicBezTo>
                  <a:cubicBezTo>
                    <a:pt x="709" y="1625"/>
                    <a:pt x="729" y="1633"/>
                    <a:pt x="745" y="1641"/>
                  </a:cubicBezTo>
                  <a:lnTo>
                    <a:pt x="765" y="1649"/>
                  </a:lnTo>
                  <a:lnTo>
                    <a:pt x="769" y="1641"/>
                  </a:lnTo>
                  <a:lnTo>
                    <a:pt x="753" y="1629"/>
                  </a:lnTo>
                  <a:cubicBezTo>
                    <a:pt x="737" y="1617"/>
                    <a:pt x="721" y="1605"/>
                    <a:pt x="705" y="1593"/>
                  </a:cubicBezTo>
                  <a:cubicBezTo>
                    <a:pt x="689" y="1577"/>
                    <a:pt x="661" y="1561"/>
                    <a:pt x="637" y="1533"/>
                  </a:cubicBezTo>
                  <a:cubicBezTo>
                    <a:pt x="613" y="1509"/>
                    <a:pt x="589" y="1481"/>
                    <a:pt x="561" y="1449"/>
                  </a:cubicBezTo>
                  <a:cubicBezTo>
                    <a:pt x="533" y="1413"/>
                    <a:pt x="509" y="1373"/>
                    <a:pt x="485" y="1337"/>
                  </a:cubicBezTo>
                  <a:cubicBezTo>
                    <a:pt x="461" y="1293"/>
                    <a:pt x="433" y="1253"/>
                    <a:pt x="409" y="1201"/>
                  </a:cubicBezTo>
                  <a:cubicBezTo>
                    <a:pt x="361" y="1101"/>
                    <a:pt x="317" y="997"/>
                    <a:pt x="281" y="889"/>
                  </a:cubicBezTo>
                  <a:cubicBezTo>
                    <a:pt x="241" y="781"/>
                    <a:pt x="217" y="669"/>
                    <a:pt x="205" y="557"/>
                  </a:cubicBezTo>
                  <a:cubicBezTo>
                    <a:pt x="197" y="497"/>
                    <a:pt x="193" y="449"/>
                    <a:pt x="181" y="397"/>
                  </a:cubicBezTo>
                  <a:cubicBezTo>
                    <a:pt x="169" y="353"/>
                    <a:pt x="157" y="305"/>
                    <a:pt x="141" y="261"/>
                  </a:cubicBezTo>
                  <a:cubicBezTo>
                    <a:pt x="117" y="193"/>
                    <a:pt x="89" y="129"/>
                    <a:pt x="53" y="65"/>
                  </a:cubicBezTo>
                  <a:cubicBezTo>
                    <a:pt x="37" y="41"/>
                    <a:pt x="21" y="21"/>
                    <a:pt x="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0"/>
            <p:cNvSpPr/>
            <p:nvPr/>
          </p:nvSpPr>
          <p:spPr>
            <a:xfrm>
              <a:off x="1764862" y="1681106"/>
              <a:ext cx="44193" cy="123695"/>
            </a:xfrm>
            <a:custGeom>
              <a:avLst/>
              <a:gdLst/>
              <a:ahLst/>
              <a:cxnLst/>
              <a:rect l="l" t="t" r="r" b="b"/>
              <a:pathLst>
                <a:path w="189" h="529" extrusionOk="0">
                  <a:moveTo>
                    <a:pt x="5" y="1"/>
                  </a:moveTo>
                  <a:lnTo>
                    <a:pt x="1" y="9"/>
                  </a:lnTo>
                  <a:cubicBezTo>
                    <a:pt x="1" y="17"/>
                    <a:pt x="1" y="29"/>
                    <a:pt x="5" y="37"/>
                  </a:cubicBezTo>
                  <a:cubicBezTo>
                    <a:pt x="9" y="57"/>
                    <a:pt x="13" y="77"/>
                    <a:pt x="21" y="97"/>
                  </a:cubicBezTo>
                  <a:cubicBezTo>
                    <a:pt x="25" y="109"/>
                    <a:pt x="33" y="121"/>
                    <a:pt x="41" y="133"/>
                  </a:cubicBezTo>
                  <a:cubicBezTo>
                    <a:pt x="49" y="145"/>
                    <a:pt x="57" y="157"/>
                    <a:pt x="69" y="169"/>
                  </a:cubicBezTo>
                  <a:cubicBezTo>
                    <a:pt x="81" y="181"/>
                    <a:pt x="89" y="197"/>
                    <a:pt x="93" y="213"/>
                  </a:cubicBezTo>
                  <a:cubicBezTo>
                    <a:pt x="97" y="229"/>
                    <a:pt x="101" y="245"/>
                    <a:pt x="101" y="261"/>
                  </a:cubicBezTo>
                  <a:cubicBezTo>
                    <a:pt x="101" y="293"/>
                    <a:pt x="105" y="329"/>
                    <a:pt x="109" y="361"/>
                  </a:cubicBezTo>
                  <a:cubicBezTo>
                    <a:pt x="113" y="389"/>
                    <a:pt x="117" y="417"/>
                    <a:pt x="125" y="445"/>
                  </a:cubicBezTo>
                  <a:cubicBezTo>
                    <a:pt x="133" y="473"/>
                    <a:pt x="145" y="501"/>
                    <a:pt x="157" y="529"/>
                  </a:cubicBezTo>
                  <a:lnTo>
                    <a:pt x="165" y="529"/>
                  </a:lnTo>
                  <a:cubicBezTo>
                    <a:pt x="181" y="485"/>
                    <a:pt x="189" y="441"/>
                    <a:pt x="189" y="397"/>
                  </a:cubicBezTo>
                  <a:cubicBezTo>
                    <a:pt x="185" y="381"/>
                    <a:pt x="185" y="365"/>
                    <a:pt x="181" y="349"/>
                  </a:cubicBezTo>
                  <a:cubicBezTo>
                    <a:pt x="173" y="333"/>
                    <a:pt x="169" y="313"/>
                    <a:pt x="165" y="297"/>
                  </a:cubicBezTo>
                  <a:cubicBezTo>
                    <a:pt x="157" y="281"/>
                    <a:pt x="149" y="265"/>
                    <a:pt x="137" y="249"/>
                  </a:cubicBezTo>
                  <a:cubicBezTo>
                    <a:pt x="129" y="233"/>
                    <a:pt x="121" y="217"/>
                    <a:pt x="113" y="201"/>
                  </a:cubicBezTo>
                  <a:cubicBezTo>
                    <a:pt x="109" y="185"/>
                    <a:pt x="105" y="169"/>
                    <a:pt x="105" y="153"/>
                  </a:cubicBezTo>
                  <a:cubicBezTo>
                    <a:pt x="101" y="133"/>
                    <a:pt x="97" y="117"/>
                    <a:pt x="93" y="101"/>
                  </a:cubicBezTo>
                  <a:cubicBezTo>
                    <a:pt x="89" y="89"/>
                    <a:pt x="81" y="77"/>
                    <a:pt x="73" y="65"/>
                  </a:cubicBezTo>
                  <a:cubicBezTo>
                    <a:pt x="57" y="37"/>
                    <a:pt x="33" y="17"/>
                    <a:pt x="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0"/>
            <p:cNvSpPr/>
            <p:nvPr/>
          </p:nvSpPr>
          <p:spPr>
            <a:xfrm>
              <a:off x="1752703" y="2316190"/>
              <a:ext cx="683010" cy="466018"/>
            </a:xfrm>
            <a:custGeom>
              <a:avLst/>
              <a:gdLst/>
              <a:ahLst/>
              <a:cxnLst/>
              <a:rect l="l" t="t" r="r" b="b"/>
              <a:pathLst>
                <a:path w="2921" h="1993" extrusionOk="0">
                  <a:moveTo>
                    <a:pt x="2397" y="1637"/>
                  </a:moveTo>
                  <a:cubicBezTo>
                    <a:pt x="2397" y="1637"/>
                    <a:pt x="2398" y="1637"/>
                    <a:pt x="2398" y="1637"/>
                  </a:cubicBezTo>
                  <a:cubicBezTo>
                    <a:pt x="2398" y="1637"/>
                    <a:pt x="2398" y="1637"/>
                    <a:pt x="2398" y="1637"/>
                  </a:cubicBezTo>
                  <a:lnTo>
                    <a:pt x="2398" y="1637"/>
                  </a:lnTo>
                  <a:cubicBezTo>
                    <a:pt x="2398" y="1638"/>
                    <a:pt x="2398" y="1639"/>
                    <a:pt x="2399" y="1640"/>
                  </a:cubicBezTo>
                  <a:lnTo>
                    <a:pt x="2399" y="1640"/>
                  </a:lnTo>
                  <a:lnTo>
                    <a:pt x="2397" y="1637"/>
                  </a:lnTo>
                  <a:close/>
                  <a:moveTo>
                    <a:pt x="2005" y="1825"/>
                  </a:moveTo>
                  <a:cubicBezTo>
                    <a:pt x="2005" y="1827"/>
                    <a:pt x="2004" y="1828"/>
                    <a:pt x="2003" y="1828"/>
                  </a:cubicBezTo>
                  <a:lnTo>
                    <a:pt x="2003" y="1828"/>
                  </a:lnTo>
                  <a:cubicBezTo>
                    <a:pt x="2004" y="1827"/>
                    <a:pt x="2005" y="1825"/>
                    <a:pt x="2005" y="1825"/>
                  </a:cubicBezTo>
                  <a:close/>
                  <a:moveTo>
                    <a:pt x="249" y="1"/>
                  </a:moveTo>
                  <a:cubicBezTo>
                    <a:pt x="205" y="1"/>
                    <a:pt x="165" y="9"/>
                    <a:pt x="129" y="21"/>
                  </a:cubicBezTo>
                  <a:cubicBezTo>
                    <a:pt x="109" y="29"/>
                    <a:pt x="89" y="37"/>
                    <a:pt x="73" y="49"/>
                  </a:cubicBezTo>
                  <a:cubicBezTo>
                    <a:pt x="53" y="57"/>
                    <a:pt x="37" y="69"/>
                    <a:pt x="21" y="81"/>
                  </a:cubicBezTo>
                  <a:lnTo>
                    <a:pt x="1" y="97"/>
                  </a:lnTo>
                  <a:lnTo>
                    <a:pt x="9" y="129"/>
                  </a:lnTo>
                  <a:cubicBezTo>
                    <a:pt x="25" y="169"/>
                    <a:pt x="41" y="205"/>
                    <a:pt x="57" y="241"/>
                  </a:cubicBezTo>
                  <a:cubicBezTo>
                    <a:pt x="73" y="281"/>
                    <a:pt x="93" y="317"/>
                    <a:pt x="113" y="353"/>
                  </a:cubicBezTo>
                  <a:cubicBezTo>
                    <a:pt x="133" y="389"/>
                    <a:pt x="157" y="421"/>
                    <a:pt x="181" y="457"/>
                  </a:cubicBezTo>
                  <a:cubicBezTo>
                    <a:pt x="193" y="473"/>
                    <a:pt x="205" y="485"/>
                    <a:pt x="221" y="505"/>
                  </a:cubicBezTo>
                  <a:lnTo>
                    <a:pt x="241" y="525"/>
                  </a:lnTo>
                  <a:cubicBezTo>
                    <a:pt x="249" y="533"/>
                    <a:pt x="261" y="541"/>
                    <a:pt x="269" y="549"/>
                  </a:cubicBezTo>
                  <a:cubicBezTo>
                    <a:pt x="289" y="565"/>
                    <a:pt x="309" y="577"/>
                    <a:pt x="329" y="589"/>
                  </a:cubicBezTo>
                  <a:cubicBezTo>
                    <a:pt x="345" y="601"/>
                    <a:pt x="365" y="609"/>
                    <a:pt x="385" y="617"/>
                  </a:cubicBezTo>
                  <a:cubicBezTo>
                    <a:pt x="421" y="637"/>
                    <a:pt x="461" y="649"/>
                    <a:pt x="501" y="661"/>
                  </a:cubicBezTo>
                  <a:cubicBezTo>
                    <a:pt x="541" y="673"/>
                    <a:pt x="581" y="685"/>
                    <a:pt x="621" y="693"/>
                  </a:cubicBezTo>
                  <a:lnTo>
                    <a:pt x="625" y="694"/>
                  </a:lnTo>
                  <a:lnTo>
                    <a:pt x="625" y="694"/>
                  </a:lnTo>
                  <a:cubicBezTo>
                    <a:pt x="606" y="711"/>
                    <a:pt x="588" y="730"/>
                    <a:pt x="569" y="749"/>
                  </a:cubicBezTo>
                  <a:cubicBezTo>
                    <a:pt x="545" y="773"/>
                    <a:pt x="525" y="797"/>
                    <a:pt x="509" y="825"/>
                  </a:cubicBezTo>
                  <a:cubicBezTo>
                    <a:pt x="497" y="841"/>
                    <a:pt x="489" y="853"/>
                    <a:pt x="481" y="869"/>
                  </a:cubicBezTo>
                  <a:cubicBezTo>
                    <a:pt x="477" y="877"/>
                    <a:pt x="473" y="885"/>
                    <a:pt x="469" y="893"/>
                  </a:cubicBezTo>
                  <a:lnTo>
                    <a:pt x="461" y="925"/>
                  </a:lnTo>
                  <a:cubicBezTo>
                    <a:pt x="457" y="941"/>
                    <a:pt x="457" y="961"/>
                    <a:pt x="457" y="977"/>
                  </a:cubicBezTo>
                  <a:cubicBezTo>
                    <a:pt x="457" y="993"/>
                    <a:pt x="457" y="1009"/>
                    <a:pt x="461" y="1025"/>
                  </a:cubicBezTo>
                  <a:cubicBezTo>
                    <a:pt x="461" y="1061"/>
                    <a:pt x="469" y="1093"/>
                    <a:pt x="477" y="1121"/>
                  </a:cubicBezTo>
                  <a:cubicBezTo>
                    <a:pt x="497" y="1185"/>
                    <a:pt x="517" y="1241"/>
                    <a:pt x="545" y="1301"/>
                  </a:cubicBezTo>
                  <a:lnTo>
                    <a:pt x="545" y="1305"/>
                  </a:lnTo>
                  <a:lnTo>
                    <a:pt x="549" y="1305"/>
                  </a:lnTo>
                  <a:cubicBezTo>
                    <a:pt x="581" y="1329"/>
                    <a:pt x="617" y="1353"/>
                    <a:pt x="657" y="1373"/>
                  </a:cubicBezTo>
                  <a:cubicBezTo>
                    <a:pt x="693" y="1389"/>
                    <a:pt x="733" y="1405"/>
                    <a:pt x="773" y="1417"/>
                  </a:cubicBezTo>
                  <a:cubicBezTo>
                    <a:pt x="813" y="1433"/>
                    <a:pt x="853" y="1441"/>
                    <a:pt x="897" y="1441"/>
                  </a:cubicBezTo>
                  <a:cubicBezTo>
                    <a:pt x="907" y="1443"/>
                    <a:pt x="918" y="1444"/>
                    <a:pt x="929" y="1444"/>
                  </a:cubicBezTo>
                  <a:cubicBezTo>
                    <a:pt x="940" y="1444"/>
                    <a:pt x="951" y="1443"/>
                    <a:pt x="961" y="1441"/>
                  </a:cubicBezTo>
                  <a:cubicBezTo>
                    <a:pt x="981" y="1441"/>
                    <a:pt x="1005" y="1433"/>
                    <a:pt x="1025" y="1429"/>
                  </a:cubicBezTo>
                  <a:cubicBezTo>
                    <a:pt x="1065" y="1417"/>
                    <a:pt x="1105" y="1397"/>
                    <a:pt x="1141" y="1373"/>
                  </a:cubicBezTo>
                  <a:cubicBezTo>
                    <a:pt x="1177" y="1349"/>
                    <a:pt x="1209" y="1325"/>
                    <a:pt x="1241" y="1297"/>
                  </a:cubicBezTo>
                  <a:cubicBezTo>
                    <a:pt x="1273" y="1273"/>
                    <a:pt x="1301" y="1249"/>
                    <a:pt x="1337" y="1225"/>
                  </a:cubicBezTo>
                  <a:cubicBezTo>
                    <a:pt x="1349" y="1217"/>
                    <a:pt x="1365" y="1209"/>
                    <a:pt x="1381" y="1205"/>
                  </a:cubicBezTo>
                  <a:cubicBezTo>
                    <a:pt x="1387" y="1203"/>
                    <a:pt x="1394" y="1200"/>
                    <a:pt x="1402" y="1199"/>
                  </a:cubicBezTo>
                  <a:lnTo>
                    <a:pt x="1402" y="1199"/>
                  </a:lnTo>
                  <a:cubicBezTo>
                    <a:pt x="1420" y="1221"/>
                    <a:pt x="1440" y="1244"/>
                    <a:pt x="1457" y="1265"/>
                  </a:cubicBezTo>
                  <a:cubicBezTo>
                    <a:pt x="1477" y="1293"/>
                    <a:pt x="1497" y="1321"/>
                    <a:pt x="1509" y="1353"/>
                  </a:cubicBezTo>
                  <a:cubicBezTo>
                    <a:pt x="1517" y="1365"/>
                    <a:pt x="1525" y="1381"/>
                    <a:pt x="1529" y="1393"/>
                  </a:cubicBezTo>
                  <a:cubicBezTo>
                    <a:pt x="1533" y="1409"/>
                    <a:pt x="1541" y="1429"/>
                    <a:pt x="1541" y="1445"/>
                  </a:cubicBezTo>
                  <a:lnTo>
                    <a:pt x="1569" y="1553"/>
                  </a:lnTo>
                  <a:cubicBezTo>
                    <a:pt x="1589" y="1629"/>
                    <a:pt x="1617" y="1701"/>
                    <a:pt x="1653" y="1773"/>
                  </a:cubicBezTo>
                  <a:cubicBezTo>
                    <a:pt x="1669" y="1809"/>
                    <a:pt x="1693" y="1845"/>
                    <a:pt x="1721" y="1877"/>
                  </a:cubicBezTo>
                  <a:cubicBezTo>
                    <a:pt x="1745" y="1909"/>
                    <a:pt x="1777" y="1937"/>
                    <a:pt x="1809" y="1965"/>
                  </a:cubicBezTo>
                  <a:lnTo>
                    <a:pt x="1817" y="1973"/>
                  </a:lnTo>
                  <a:lnTo>
                    <a:pt x="1833" y="1977"/>
                  </a:lnTo>
                  <a:cubicBezTo>
                    <a:pt x="1849" y="1981"/>
                    <a:pt x="1865" y="1985"/>
                    <a:pt x="1881" y="1989"/>
                  </a:cubicBezTo>
                  <a:cubicBezTo>
                    <a:pt x="1897" y="1989"/>
                    <a:pt x="1913" y="1993"/>
                    <a:pt x="1933" y="1993"/>
                  </a:cubicBezTo>
                  <a:cubicBezTo>
                    <a:pt x="1969" y="1993"/>
                    <a:pt x="2005" y="1989"/>
                    <a:pt x="2037" y="1977"/>
                  </a:cubicBezTo>
                  <a:cubicBezTo>
                    <a:pt x="2057" y="1969"/>
                    <a:pt x="2077" y="1957"/>
                    <a:pt x="2093" y="1941"/>
                  </a:cubicBezTo>
                  <a:cubicBezTo>
                    <a:pt x="2101" y="1933"/>
                    <a:pt x="2109" y="1925"/>
                    <a:pt x="2117" y="1917"/>
                  </a:cubicBezTo>
                  <a:lnTo>
                    <a:pt x="2125" y="1905"/>
                  </a:lnTo>
                  <a:lnTo>
                    <a:pt x="2129" y="1897"/>
                  </a:lnTo>
                  <a:lnTo>
                    <a:pt x="2133" y="1889"/>
                  </a:lnTo>
                  <a:lnTo>
                    <a:pt x="2141" y="1869"/>
                  </a:lnTo>
                  <a:lnTo>
                    <a:pt x="2149" y="1841"/>
                  </a:lnTo>
                  <a:cubicBezTo>
                    <a:pt x="2153" y="1825"/>
                    <a:pt x="2157" y="1809"/>
                    <a:pt x="2157" y="1789"/>
                  </a:cubicBezTo>
                  <a:cubicBezTo>
                    <a:pt x="2161" y="1733"/>
                    <a:pt x="2161" y="1677"/>
                    <a:pt x="2157" y="1621"/>
                  </a:cubicBezTo>
                  <a:cubicBezTo>
                    <a:pt x="2156" y="1607"/>
                    <a:pt x="2155" y="1593"/>
                    <a:pt x="2153" y="1580"/>
                  </a:cubicBezTo>
                  <a:lnTo>
                    <a:pt x="2153" y="1580"/>
                  </a:lnTo>
                  <a:cubicBezTo>
                    <a:pt x="2178" y="1593"/>
                    <a:pt x="2205" y="1608"/>
                    <a:pt x="2229" y="1625"/>
                  </a:cubicBezTo>
                  <a:cubicBezTo>
                    <a:pt x="2241" y="1633"/>
                    <a:pt x="2253" y="1645"/>
                    <a:pt x="2265" y="1653"/>
                  </a:cubicBezTo>
                  <a:cubicBezTo>
                    <a:pt x="2273" y="1665"/>
                    <a:pt x="2281" y="1673"/>
                    <a:pt x="2289" y="1685"/>
                  </a:cubicBezTo>
                  <a:lnTo>
                    <a:pt x="2289" y="1689"/>
                  </a:lnTo>
                  <a:lnTo>
                    <a:pt x="2297" y="1697"/>
                  </a:lnTo>
                  <a:lnTo>
                    <a:pt x="2305" y="1709"/>
                  </a:lnTo>
                  <a:lnTo>
                    <a:pt x="2309" y="1717"/>
                  </a:lnTo>
                  <a:lnTo>
                    <a:pt x="2317" y="1725"/>
                  </a:lnTo>
                  <a:cubicBezTo>
                    <a:pt x="2325" y="1733"/>
                    <a:pt x="2329" y="1737"/>
                    <a:pt x="2337" y="1741"/>
                  </a:cubicBezTo>
                  <a:cubicBezTo>
                    <a:pt x="2341" y="1749"/>
                    <a:pt x="2349" y="1753"/>
                    <a:pt x="2357" y="1757"/>
                  </a:cubicBezTo>
                  <a:lnTo>
                    <a:pt x="2369" y="1765"/>
                  </a:lnTo>
                  <a:cubicBezTo>
                    <a:pt x="2381" y="1769"/>
                    <a:pt x="2389" y="1773"/>
                    <a:pt x="2401" y="1777"/>
                  </a:cubicBezTo>
                  <a:cubicBezTo>
                    <a:pt x="2441" y="1789"/>
                    <a:pt x="2481" y="1801"/>
                    <a:pt x="2521" y="1809"/>
                  </a:cubicBezTo>
                  <a:cubicBezTo>
                    <a:pt x="2561" y="1813"/>
                    <a:pt x="2597" y="1821"/>
                    <a:pt x="2637" y="1825"/>
                  </a:cubicBezTo>
                  <a:cubicBezTo>
                    <a:pt x="2717" y="1829"/>
                    <a:pt x="2793" y="1837"/>
                    <a:pt x="2869" y="1837"/>
                  </a:cubicBezTo>
                  <a:lnTo>
                    <a:pt x="2921" y="1837"/>
                  </a:lnTo>
                  <a:lnTo>
                    <a:pt x="2901" y="1793"/>
                  </a:lnTo>
                  <a:cubicBezTo>
                    <a:pt x="2881" y="1749"/>
                    <a:pt x="2853" y="1705"/>
                    <a:pt x="2825" y="1665"/>
                  </a:cubicBezTo>
                  <a:cubicBezTo>
                    <a:pt x="2797" y="1625"/>
                    <a:pt x="2757" y="1589"/>
                    <a:pt x="2713" y="1565"/>
                  </a:cubicBezTo>
                  <a:lnTo>
                    <a:pt x="2709" y="1577"/>
                  </a:lnTo>
                  <a:cubicBezTo>
                    <a:pt x="2741" y="1609"/>
                    <a:pt x="2773" y="1645"/>
                    <a:pt x="2793" y="1685"/>
                  </a:cubicBezTo>
                  <a:cubicBezTo>
                    <a:pt x="2805" y="1712"/>
                    <a:pt x="2816" y="1740"/>
                    <a:pt x="2826" y="1767"/>
                  </a:cubicBezTo>
                  <a:lnTo>
                    <a:pt x="2826" y="1767"/>
                  </a:lnTo>
                  <a:cubicBezTo>
                    <a:pt x="2767" y="1759"/>
                    <a:pt x="2705" y="1749"/>
                    <a:pt x="2649" y="1737"/>
                  </a:cubicBezTo>
                  <a:cubicBezTo>
                    <a:pt x="2613" y="1729"/>
                    <a:pt x="2577" y="1721"/>
                    <a:pt x="2541" y="1713"/>
                  </a:cubicBezTo>
                  <a:cubicBezTo>
                    <a:pt x="2509" y="1701"/>
                    <a:pt x="2473" y="1689"/>
                    <a:pt x="2441" y="1677"/>
                  </a:cubicBezTo>
                  <a:cubicBezTo>
                    <a:pt x="2437" y="1673"/>
                    <a:pt x="2429" y="1669"/>
                    <a:pt x="2421" y="1665"/>
                  </a:cubicBezTo>
                  <a:cubicBezTo>
                    <a:pt x="2417" y="1661"/>
                    <a:pt x="2409" y="1653"/>
                    <a:pt x="2409" y="1653"/>
                  </a:cubicBezTo>
                  <a:lnTo>
                    <a:pt x="2405" y="1649"/>
                  </a:lnTo>
                  <a:lnTo>
                    <a:pt x="2401" y="1643"/>
                  </a:lnTo>
                  <a:lnTo>
                    <a:pt x="2401" y="1641"/>
                  </a:lnTo>
                  <a:lnTo>
                    <a:pt x="2397" y="1633"/>
                  </a:lnTo>
                  <a:cubicBezTo>
                    <a:pt x="2389" y="1609"/>
                    <a:pt x="2373" y="1589"/>
                    <a:pt x="2357" y="1569"/>
                  </a:cubicBezTo>
                  <a:cubicBezTo>
                    <a:pt x="2341" y="1553"/>
                    <a:pt x="2325" y="1537"/>
                    <a:pt x="2305" y="1525"/>
                  </a:cubicBezTo>
                  <a:cubicBezTo>
                    <a:pt x="2273" y="1497"/>
                    <a:pt x="2237" y="1477"/>
                    <a:pt x="2201" y="1457"/>
                  </a:cubicBezTo>
                  <a:cubicBezTo>
                    <a:pt x="2165" y="1437"/>
                    <a:pt x="2129" y="1421"/>
                    <a:pt x="2089" y="1405"/>
                  </a:cubicBezTo>
                  <a:lnTo>
                    <a:pt x="1981" y="1361"/>
                  </a:lnTo>
                  <a:lnTo>
                    <a:pt x="1997" y="1485"/>
                  </a:lnTo>
                  <a:cubicBezTo>
                    <a:pt x="2005" y="1533"/>
                    <a:pt x="2013" y="1585"/>
                    <a:pt x="2013" y="1633"/>
                  </a:cubicBezTo>
                  <a:cubicBezTo>
                    <a:pt x="2017" y="1681"/>
                    <a:pt x="2017" y="1729"/>
                    <a:pt x="2013" y="1777"/>
                  </a:cubicBezTo>
                  <a:cubicBezTo>
                    <a:pt x="2013" y="1785"/>
                    <a:pt x="2013" y="1797"/>
                    <a:pt x="2009" y="1805"/>
                  </a:cubicBezTo>
                  <a:cubicBezTo>
                    <a:pt x="2009" y="1809"/>
                    <a:pt x="2009" y="1809"/>
                    <a:pt x="2009" y="1813"/>
                  </a:cubicBezTo>
                  <a:lnTo>
                    <a:pt x="2001" y="1829"/>
                  </a:lnTo>
                  <a:cubicBezTo>
                    <a:pt x="1997" y="1833"/>
                    <a:pt x="1993" y="1837"/>
                    <a:pt x="1989" y="1837"/>
                  </a:cubicBezTo>
                  <a:cubicBezTo>
                    <a:pt x="1973" y="1845"/>
                    <a:pt x="1957" y="1845"/>
                    <a:pt x="1941" y="1845"/>
                  </a:cubicBezTo>
                  <a:lnTo>
                    <a:pt x="1913" y="1845"/>
                  </a:lnTo>
                  <a:cubicBezTo>
                    <a:pt x="1908" y="1845"/>
                    <a:pt x="1901" y="1843"/>
                    <a:pt x="1895" y="1842"/>
                  </a:cubicBezTo>
                  <a:lnTo>
                    <a:pt x="1895" y="1842"/>
                  </a:lnTo>
                  <a:cubicBezTo>
                    <a:pt x="1874" y="1827"/>
                    <a:pt x="1854" y="1810"/>
                    <a:pt x="1837" y="1789"/>
                  </a:cubicBezTo>
                  <a:cubicBezTo>
                    <a:pt x="1817" y="1765"/>
                    <a:pt x="1797" y="1737"/>
                    <a:pt x="1781" y="1709"/>
                  </a:cubicBezTo>
                  <a:cubicBezTo>
                    <a:pt x="1745" y="1649"/>
                    <a:pt x="1721" y="1585"/>
                    <a:pt x="1701" y="1517"/>
                  </a:cubicBezTo>
                  <a:lnTo>
                    <a:pt x="1669" y="1413"/>
                  </a:lnTo>
                  <a:cubicBezTo>
                    <a:pt x="1665" y="1393"/>
                    <a:pt x="1657" y="1373"/>
                    <a:pt x="1649" y="1357"/>
                  </a:cubicBezTo>
                  <a:cubicBezTo>
                    <a:pt x="1641" y="1337"/>
                    <a:pt x="1633" y="1317"/>
                    <a:pt x="1621" y="1297"/>
                  </a:cubicBezTo>
                  <a:cubicBezTo>
                    <a:pt x="1601" y="1265"/>
                    <a:pt x="1577" y="1233"/>
                    <a:pt x="1549" y="1201"/>
                  </a:cubicBezTo>
                  <a:cubicBezTo>
                    <a:pt x="1525" y="1173"/>
                    <a:pt x="1497" y="1145"/>
                    <a:pt x="1465" y="1121"/>
                  </a:cubicBezTo>
                  <a:lnTo>
                    <a:pt x="1453" y="1109"/>
                  </a:lnTo>
                  <a:lnTo>
                    <a:pt x="1437" y="1109"/>
                  </a:lnTo>
                  <a:cubicBezTo>
                    <a:pt x="1432" y="1108"/>
                    <a:pt x="1427" y="1108"/>
                    <a:pt x="1422" y="1108"/>
                  </a:cubicBezTo>
                  <a:cubicBezTo>
                    <a:pt x="1399" y="1108"/>
                    <a:pt x="1376" y="1115"/>
                    <a:pt x="1357" y="1125"/>
                  </a:cubicBezTo>
                  <a:cubicBezTo>
                    <a:pt x="1337" y="1133"/>
                    <a:pt x="1317" y="1145"/>
                    <a:pt x="1297" y="1161"/>
                  </a:cubicBezTo>
                  <a:cubicBezTo>
                    <a:pt x="1265" y="1189"/>
                    <a:pt x="1233" y="1217"/>
                    <a:pt x="1205" y="1245"/>
                  </a:cubicBezTo>
                  <a:cubicBezTo>
                    <a:pt x="1177" y="1273"/>
                    <a:pt x="1149" y="1301"/>
                    <a:pt x="1117" y="1325"/>
                  </a:cubicBezTo>
                  <a:cubicBezTo>
                    <a:pt x="1089" y="1349"/>
                    <a:pt x="1057" y="1369"/>
                    <a:pt x="1021" y="1381"/>
                  </a:cubicBezTo>
                  <a:cubicBezTo>
                    <a:pt x="1001" y="1389"/>
                    <a:pt x="985" y="1393"/>
                    <a:pt x="965" y="1397"/>
                  </a:cubicBezTo>
                  <a:cubicBezTo>
                    <a:pt x="945" y="1401"/>
                    <a:pt x="929" y="1401"/>
                    <a:pt x="909" y="1401"/>
                  </a:cubicBezTo>
                  <a:cubicBezTo>
                    <a:pt x="869" y="1401"/>
                    <a:pt x="833" y="1393"/>
                    <a:pt x="793" y="1381"/>
                  </a:cubicBezTo>
                  <a:cubicBezTo>
                    <a:pt x="757" y="1373"/>
                    <a:pt x="721" y="1357"/>
                    <a:pt x="685" y="1337"/>
                  </a:cubicBezTo>
                  <a:cubicBezTo>
                    <a:pt x="655" y="1322"/>
                    <a:pt x="625" y="1300"/>
                    <a:pt x="595" y="1278"/>
                  </a:cubicBezTo>
                  <a:lnTo>
                    <a:pt x="595" y="1278"/>
                  </a:lnTo>
                  <a:cubicBezTo>
                    <a:pt x="572" y="1223"/>
                    <a:pt x="556" y="1168"/>
                    <a:pt x="545" y="1109"/>
                  </a:cubicBezTo>
                  <a:cubicBezTo>
                    <a:pt x="541" y="1081"/>
                    <a:pt x="537" y="1053"/>
                    <a:pt x="537" y="1025"/>
                  </a:cubicBezTo>
                  <a:cubicBezTo>
                    <a:pt x="537" y="1009"/>
                    <a:pt x="537" y="997"/>
                    <a:pt x="537" y="981"/>
                  </a:cubicBezTo>
                  <a:cubicBezTo>
                    <a:pt x="541" y="969"/>
                    <a:pt x="541" y="957"/>
                    <a:pt x="545" y="945"/>
                  </a:cubicBezTo>
                  <a:cubicBezTo>
                    <a:pt x="549" y="941"/>
                    <a:pt x="549" y="937"/>
                    <a:pt x="549" y="933"/>
                  </a:cubicBezTo>
                  <a:cubicBezTo>
                    <a:pt x="553" y="929"/>
                    <a:pt x="557" y="917"/>
                    <a:pt x="561" y="913"/>
                  </a:cubicBezTo>
                  <a:cubicBezTo>
                    <a:pt x="565" y="909"/>
                    <a:pt x="577" y="893"/>
                    <a:pt x="585" y="881"/>
                  </a:cubicBezTo>
                  <a:cubicBezTo>
                    <a:pt x="605" y="861"/>
                    <a:pt x="625" y="841"/>
                    <a:pt x="645" y="821"/>
                  </a:cubicBezTo>
                  <a:cubicBezTo>
                    <a:pt x="669" y="805"/>
                    <a:pt x="689" y="785"/>
                    <a:pt x="713" y="769"/>
                  </a:cubicBezTo>
                  <a:cubicBezTo>
                    <a:pt x="737" y="753"/>
                    <a:pt x="761" y="737"/>
                    <a:pt x="785" y="725"/>
                  </a:cubicBezTo>
                  <a:lnTo>
                    <a:pt x="877" y="673"/>
                  </a:lnTo>
                  <a:lnTo>
                    <a:pt x="785" y="625"/>
                  </a:lnTo>
                  <a:cubicBezTo>
                    <a:pt x="761" y="613"/>
                    <a:pt x="741" y="605"/>
                    <a:pt x="717" y="597"/>
                  </a:cubicBezTo>
                  <a:lnTo>
                    <a:pt x="657" y="581"/>
                  </a:lnTo>
                  <a:cubicBezTo>
                    <a:pt x="621" y="573"/>
                    <a:pt x="581" y="561"/>
                    <a:pt x="545" y="549"/>
                  </a:cubicBezTo>
                  <a:cubicBezTo>
                    <a:pt x="509" y="541"/>
                    <a:pt x="477" y="529"/>
                    <a:pt x="441" y="513"/>
                  </a:cubicBezTo>
                  <a:cubicBezTo>
                    <a:pt x="425" y="509"/>
                    <a:pt x="409" y="501"/>
                    <a:pt x="393" y="489"/>
                  </a:cubicBezTo>
                  <a:cubicBezTo>
                    <a:pt x="377" y="485"/>
                    <a:pt x="361" y="473"/>
                    <a:pt x="349" y="465"/>
                  </a:cubicBezTo>
                  <a:lnTo>
                    <a:pt x="329" y="449"/>
                  </a:lnTo>
                  <a:lnTo>
                    <a:pt x="309" y="429"/>
                  </a:lnTo>
                  <a:cubicBezTo>
                    <a:pt x="301" y="421"/>
                    <a:pt x="285" y="405"/>
                    <a:pt x="273" y="393"/>
                  </a:cubicBezTo>
                  <a:cubicBezTo>
                    <a:pt x="249" y="361"/>
                    <a:pt x="229" y="333"/>
                    <a:pt x="209" y="301"/>
                  </a:cubicBezTo>
                  <a:cubicBezTo>
                    <a:pt x="170" y="245"/>
                    <a:pt x="135" y="187"/>
                    <a:pt x="106" y="128"/>
                  </a:cubicBezTo>
                  <a:lnTo>
                    <a:pt x="106" y="128"/>
                  </a:lnTo>
                  <a:cubicBezTo>
                    <a:pt x="111" y="123"/>
                    <a:pt x="116" y="118"/>
                    <a:pt x="121" y="113"/>
                  </a:cubicBezTo>
                  <a:cubicBezTo>
                    <a:pt x="133" y="105"/>
                    <a:pt x="149" y="97"/>
                    <a:pt x="165" y="89"/>
                  </a:cubicBezTo>
                  <a:cubicBezTo>
                    <a:pt x="169" y="85"/>
                    <a:pt x="177" y="81"/>
                    <a:pt x="185" y="77"/>
                  </a:cubicBezTo>
                  <a:cubicBezTo>
                    <a:pt x="193" y="77"/>
                    <a:pt x="201" y="69"/>
                    <a:pt x="209" y="69"/>
                  </a:cubicBezTo>
                  <a:cubicBezTo>
                    <a:pt x="225" y="65"/>
                    <a:pt x="241" y="61"/>
                    <a:pt x="261" y="57"/>
                  </a:cubicBezTo>
                  <a:cubicBezTo>
                    <a:pt x="282" y="53"/>
                    <a:pt x="305" y="51"/>
                    <a:pt x="328" y="51"/>
                  </a:cubicBezTo>
                  <a:cubicBezTo>
                    <a:pt x="377" y="51"/>
                    <a:pt x="426" y="59"/>
                    <a:pt x="473" y="73"/>
                  </a:cubicBezTo>
                  <a:lnTo>
                    <a:pt x="473" y="57"/>
                  </a:lnTo>
                  <a:cubicBezTo>
                    <a:pt x="437" y="37"/>
                    <a:pt x="401" y="25"/>
                    <a:pt x="365" y="13"/>
                  </a:cubicBezTo>
                  <a:cubicBezTo>
                    <a:pt x="325" y="5"/>
                    <a:pt x="285" y="1"/>
                    <a:pt x="2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0"/>
            <p:cNvSpPr/>
            <p:nvPr/>
          </p:nvSpPr>
          <p:spPr>
            <a:xfrm>
              <a:off x="2341019" y="1674793"/>
              <a:ext cx="223773" cy="422760"/>
            </a:xfrm>
            <a:custGeom>
              <a:avLst/>
              <a:gdLst/>
              <a:ahLst/>
              <a:cxnLst/>
              <a:rect l="l" t="t" r="r" b="b"/>
              <a:pathLst>
                <a:path w="957" h="1808" extrusionOk="0">
                  <a:moveTo>
                    <a:pt x="857" y="1"/>
                  </a:moveTo>
                  <a:cubicBezTo>
                    <a:pt x="846" y="1"/>
                    <a:pt x="835" y="3"/>
                    <a:pt x="825" y="8"/>
                  </a:cubicBezTo>
                  <a:cubicBezTo>
                    <a:pt x="805" y="16"/>
                    <a:pt x="789" y="28"/>
                    <a:pt x="773" y="44"/>
                  </a:cubicBezTo>
                  <a:cubicBezTo>
                    <a:pt x="669" y="124"/>
                    <a:pt x="605" y="248"/>
                    <a:pt x="613" y="384"/>
                  </a:cubicBezTo>
                  <a:cubicBezTo>
                    <a:pt x="609" y="400"/>
                    <a:pt x="609" y="412"/>
                    <a:pt x="609" y="428"/>
                  </a:cubicBezTo>
                  <a:cubicBezTo>
                    <a:pt x="589" y="672"/>
                    <a:pt x="441" y="884"/>
                    <a:pt x="297" y="1088"/>
                  </a:cubicBezTo>
                  <a:lnTo>
                    <a:pt x="261" y="1148"/>
                  </a:lnTo>
                  <a:cubicBezTo>
                    <a:pt x="149" y="1308"/>
                    <a:pt x="41" y="1492"/>
                    <a:pt x="1" y="1684"/>
                  </a:cubicBezTo>
                  <a:cubicBezTo>
                    <a:pt x="5" y="1692"/>
                    <a:pt x="9" y="1696"/>
                    <a:pt x="9" y="1704"/>
                  </a:cubicBezTo>
                  <a:cubicBezTo>
                    <a:pt x="25" y="1740"/>
                    <a:pt x="41" y="1776"/>
                    <a:pt x="61" y="1808"/>
                  </a:cubicBezTo>
                  <a:cubicBezTo>
                    <a:pt x="65" y="1584"/>
                    <a:pt x="189" y="1372"/>
                    <a:pt x="317" y="1184"/>
                  </a:cubicBezTo>
                  <a:lnTo>
                    <a:pt x="357" y="1128"/>
                  </a:lnTo>
                  <a:cubicBezTo>
                    <a:pt x="505" y="916"/>
                    <a:pt x="657" y="696"/>
                    <a:pt x="677" y="432"/>
                  </a:cubicBezTo>
                  <a:cubicBezTo>
                    <a:pt x="681" y="416"/>
                    <a:pt x="681" y="400"/>
                    <a:pt x="681" y="384"/>
                  </a:cubicBezTo>
                  <a:cubicBezTo>
                    <a:pt x="681" y="368"/>
                    <a:pt x="685" y="352"/>
                    <a:pt x="685" y="332"/>
                  </a:cubicBezTo>
                  <a:cubicBezTo>
                    <a:pt x="753" y="320"/>
                    <a:pt x="817" y="292"/>
                    <a:pt x="873" y="248"/>
                  </a:cubicBezTo>
                  <a:cubicBezTo>
                    <a:pt x="921" y="216"/>
                    <a:pt x="949" y="168"/>
                    <a:pt x="957" y="112"/>
                  </a:cubicBezTo>
                  <a:cubicBezTo>
                    <a:pt x="957" y="76"/>
                    <a:pt x="937" y="40"/>
                    <a:pt x="909" y="20"/>
                  </a:cubicBezTo>
                  <a:cubicBezTo>
                    <a:pt x="894" y="7"/>
                    <a:pt x="876" y="1"/>
                    <a:pt x="8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0"/>
            <p:cNvSpPr/>
            <p:nvPr/>
          </p:nvSpPr>
          <p:spPr>
            <a:xfrm>
              <a:off x="2399008" y="1896230"/>
              <a:ext cx="236867" cy="304210"/>
            </a:xfrm>
            <a:custGeom>
              <a:avLst/>
              <a:gdLst/>
              <a:ahLst/>
              <a:cxnLst/>
              <a:rect l="l" t="t" r="r" b="b"/>
              <a:pathLst>
                <a:path w="1013" h="1301" extrusionOk="0">
                  <a:moveTo>
                    <a:pt x="901" y="0"/>
                  </a:moveTo>
                  <a:cubicBezTo>
                    <a:pt x="861" y="0"/>
                    <a:pt x="823" y="19"/>
                    <a:pt x="797" y="53"/>
                  </a:cubicBezTo>
                  <a:cubicBezTo>
                    <a:pt x="773" y="101"/>
                    <a:pt x="765" y="153"/>
                    <a:pt x="769" y="205"/>
                  </a:cubicBezTo>
                  <a:lnTo>
                    <a:pt x="769" y="237"/>
                  </a:lnTo>
                  <a:cubicBezTo>
                    <a:pt x="641" y="277"/>
                    <a:pt x="517" y="341"/>
                    <a:pt x="409" y="425"/>
                  </a:cubicBezTo>
                  <a:cubicBezTo>
                    <a:pt x="293" y="525"/>
                    <a:pt x="213" y="669"/>
                    <a:pt x="193" y="825"/>
                  </a:cubicBezTo>
                  <a:cubicBezTo>
                    <a:pt x="189" y="845"/>
                    <a:pt x="185" y="861"/>
                    <a:pt x="185" y="881"/>
                  </a:cubicBezTo>
                  <a:cubicBezTo>
                    <a:pt x="181" y="913"/>
                    <a:pt x="177" y="945"/>
                    <a:pt x="173" y="973"/>
                  </a:cubicBezTo>
                  <a:cubicBezTo>
                    <a:pt x="141" y="1077"/>
                    <a:pt x="81" y="1169"/>
                    <a:pt x="1" y="1237"/>
                  </a:cubicBezTo>
                  <a:cubicBezTo>
                    <a:pt x="9" y="1257"/>
                    <a:pt x="21" y="1281"/>
                    <a:pt x="29" y="1301"/>
                  </a:cubicBezTo>
                  <a:cubicBezTo>
                    <a:pt x="117" y="1221"/>
                    <a:pt x="209" y="1117"/>
                    <a:pt x="241" y="989"/>
                  </a:cubicBezTo>
                  <a:cubicBezTo>
                    <a:pt x="245" y="957"/>
                    <a:pt x="253" y="921"/>
                    <a:pt x="253" y="889"/>
                  </a:cubicBezTo>
                  <a:cubicBezTo>
                    <a:pt x="257" y="869"/>
                    <a:pt x="257" y="849"/>
                    <a:pt x="261" y="833"/>
                  </a:cubicBezTo>
                  <a:cubicBezTo>
                    <a:pt x="281" y="693"/>
                    <a:pt x="349" y="569"/>
                    <a:pt x="457" y="477"/>
                  </a:cubicBezTo>
                  <a:cubicBezTo>
                    <a:pt x="561" y="385"/>
                    <a:pt x="701" y="337"/>
                    <a:pt x="841" y="285"/>
                  </a:cubicBezTo>
                  <a:cubicBezTo>
                    <a:pt x="893" y="269"/>
                    <a:pt x="941" y="241"/>
                    <a:pt x="981" y="197"/>
                  </a:cubicBezTo>
                  <a:cubicBezTo>
                    <a:pt x="1005" y="169"/>
                    <a:pt x="1013" y="129"/>
                    <a:pt x="1009" y="89"/>
                  </a:cubicBezTo>
                  <a:cubicBezTo>
                    <a:pt x="1005" y="61"/>
                    <a:pt x="989" y="33"/>
                    <a:pt x="965" y="17"/>
                  </a:cubicBezTo>
                  <a:cubicBezTo>
                    <a:pt x="944" y="5"/>
                    <a:pt x="922" y="0"/>
                    <a:pt x="9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0"/>
            <p:cNvSpPr/>
            <p:nvPr/>
          </p:nvSpPr>
          <p:spPr>
            <a:xfrm>
              <a:off x="2421456" y="2014081"/>
              <a:ext cx="298598" cy="288309"/>
            </a:xfrm>
            <a:custGeom>
              <a:avLst/>
              <a:gdLst/>
              <a:ahLst/>
              <a:cxnLst/>
              <a:rect l="l" t="t" r="r" b="b"/>
              <a:pathLst>
                <a:path w="1277" h="1233" extrusionOk="0">
                  <a:moveTo>
                    <a:pt x="1165" y="1"/>
                  </a:moveTo>
                  <a:cubicBezTo>
                    <a:pt x="1105" y="9"/>
                    <a:pt x="1053" y="53"/>
                    <a:pt x="1037" y="117"/>
                  </a:cubicBezTo>
                  <a:cubicBezTo>
                    <a:pt x="1029" y="149"/>
                    <a:pt x="1021" y="185"/>
                    <a:pt x="1021" y="217"/>
                  </a:cubicBezTo>
                  <a:cubicBezTo>
                    <a:pt x="1021" y="221"/>
                    <a:pt x="1021" y="229"/>
                    <a:pt x="1021" y="233"/>
                  </a:cubicBezTo>
                  <a:cubicBezTo>
                    <a:pt x="1021" y="241"/>
                    <a:pt x="1021" y="249"/>
                    <a:pt x="1021" y="261"/>
                  </a:cubicBezTo>
                  <a:cubicBezTo>
                    <a:pt x="997" y="445"/>
                    <a:pt x="845" y="589"/>
                    <a:pt x="721" y="681"/>
                  </a:cubicBezTo>
                  <a:cubicBezTo>
                    <a:pt x="665" y="721"/>
                    <a:pt x="605" y="757"/>
                    <a:pt x="545" y="793"/>
                  </a:cubicBezTo>
                  <a:cubicBezTo>
                    <a:pt x="441" y="849"/>
                    <a:pt x="345" y="917"/>
                    <a:pt x="253" y="997"/>
                  </a:cubicBezTo>
                  <a:lnTo>
                    <a:pt x="221" y="1029"/>
                  </a:lnTo>
                  <a:cubicBezTo>
                    <a:pt x="157" y="1085"/>
                    <a:pt x="93" y="1149"/>
                    <a:pt x="21" y="1161"/>
                  </a:cubicBezTo>
                  <a:lnTo>
                    <a:pt x="13" y="1197"/>
                  </a:lnTo>
                  <a:cubicBezTo>
                    <a:pt x="9" y="1209"/>
                    <a:pt x="5" y="1221"/>
                    <a:pt x="1" y="1233"/>
                  </a:cubicBezTo>
                  <a:cubicBezTo>
                    <a:pt x="105" y="1229"/>
                    <a:pt x="193" y="1149"/>
                    <a:pt x="269" y="1077"/>
                  </a:cubicBezTo>
                  <a:cubicBezTo>
                    <a:pt x="281" y="1065"/>
                    <a:pt x="289" y="1057"/>
                    <a:pt x="301" y="1045"/>
                  </a:cubicBezTo>
                  <a:cubicBezTo>
                    <a:pt x="389" y="973"/>
                    <a:pt x="481" y="909"/>
                    <a:pt x="581" y="849"/>
                  </a:cubicBezTo>
                  <a:cubicBezTo>
                    <a:pt x="641" y="813"/>
                    <a:pt x="701" y="777"/>
                    <a:pt x="761" y="737"/>
                  </a:cubicBezTo>
                  <a:cubicBezTo>
                    <a:pt x="897" y="641"/>
                    <a:pt x="1065" y="481"/>
                    <a:pt x="1089" y="269"/>
                  </a:cubicBezTo>
                  <a:cubicBezTo>
                    <a:pt x="1089" y="261"/>
                    <a:pt x="1089" y="253"/>
                    <a:pt x="1089" y="245"/>
                  </a:cubicBezTo>
                  <a:cubicBezTo>
                    <a:pt x="1113" y="229"/>
                    <a:pt x="1141" y="213"/>
                    <a:pt x="1165" y="205"/>
                  </a:cubicBezTo>
                  <a:cubicBezTo>
                    <a:pt x="1201" y="193"/>
                    <a:pt x="1229" y="177"/>
                    <a:pt x="1253" y="153"/>
                  </a:cubicBezTo>
                  <a:cubicBezTo>
                    <a:pt x="1277" y="129"/>
                    <a:pt x="1277" y="89"/>
                    <a:pt x="1261" y="61"/>
                  </a:cubicBezTo>
                  <a:cubicBezTo>
                    <a:pt x="1241" y="25"/>
                    <a:pt x="1205" y="1"/>
                    <a:pt x="11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0"/>
            <p:cNvSpPr/>
            <p:nvPr/>
          </p:nvSpPr>
          <p:spPr>
            <a:xfrm>
              <a:off x="2479446" y="2136608"/>
              <a:ext cx="337881" cy="252768"/>
            </a:xfrm>
            <a:custGeom>
              <a:avLst/>
              <a:gdLst/>
              <a:ahLst/>
              <a:cxnLst/>
              <a:rect l="l" t="t" r="r" b="b"/>
              <a:pathLst>
                <a:path w="1445" h="1081" extrusionOk="0">
                  <a:moveTo>
                    <a:pt x="1292" y="0"/>
                  </a:moveTo>
                  <a:cubicBezTo>
                    <a:pt x="1237" y="0"/>
                    <a:pt x="1186" y="24"/>
                    <a:pt x="1149" y="61"/>
                  </a:cubicBezTo>
                  <a:cubicBezTo>
                    <a:pt x="1113" y="101"/>
                    <a:pt x="1081" y="145"/>
                    <a:pt x="1057" y="193"/>
                  </a:cubicBezTo>
                  <a:cubicBezTo>
                    <a:pt x="1041" y="225"/>
                    <a:pt x="1025" y="253"/>
                    <a:pt x="1005" y="277"/>
                  </a:cubicBezTo>
                  <a:cubicBezTo>
                    <a:pt x="973" y="317"/>
                    <a:pt x="941" y="349"/>
                    <a:pt x="901" y="381"/>
                  </a:cubicBezTo>
                  <a:lnTo>
                    <a:pt x="737" y="525"/>
                  </a:lnTo>
                  <a:cubicBezTo>
                    <a:pt x="637" y="613"/>
                    <a:pt x="533" y="705"/>
                    <a:pt x="425" y="789"/>
                  </a:cubicBezTo>
                  <a:lnTo>
                    <a:pt x="361" y="841"/>
                  </a:lnTo>
                  <a:cubicBezTo>
                    <a:pt x="313" y="877"/>
                    <a:pt x="261" y="913"/>
                    <a:pt x="213" y="949"/>
                  </a:cubicBezTo>
                  <a:cubicBezTo>
                    <a:pt x="197" y="957"/>
                    <a:pt x="185" y="969"/>
                    <a:pt x="173" y="977"/>
                  </a:cubicBezTo>
                  <a:lnTo>
                    <a:pt x="149" y="989"/>
                  </a:lnTo>
                  <a:lnTo>
                    <a:pt x="101" y="1021"/>
                  </a:lnTo>
                  <a:cubicBezTo>
                    <a:pt x="69" y="1041"/>
                    <a:pt x="33" y="1057"/>
                    <a:pt x="1" y="1077"/>
                  </a:cubicBezTo>
                  <a:cubicBezTo>
                    <a:pt x="7" y="1075"/>
                    <a:pt x="13" y="1074"/>
                    <a:pt x="19" y="1074"/>
                  </a:cubicBezTo>
                  <a:cubicBezTo>
                    <a:pt x="25" y="1074"/>
                    <a:pt x="31" y="1075"/>
                    <a:pt x="37" y="1077"/>
                  </a:cubicBezTo>
                  <a:cubicBezTo>
                    <a:pt x="46" y="1076"/>
                    <a:pt x="56" y="1075"/>
                    <a:pt x="65" y="1075"/>
                  </a:cubicBezTo>
                  <a:cubicBezTo>
                    <a:pt x="88" y="1075"/>
                    <a:pt x="111" y="1078"/>
                    <a:pt x="137" y="1081"/>
                  </a:cubicBezTo>
                  <a:cubicBezTo>
                    <a:pt x="165" y="1065"/>
                    <a:pt x="193" y="1045"/>
                    <a:pt x="225" y="1029"/>
                  </a:cubicBezTo>
                  <a:cubicBezTo>
                    <a:pt x="253" y="1009"/>
                    <a:pt x="281" y="989"/>
                    <a:pt x="309" y="969"/>
                  </a:cubicBezTo>
                  <a:cubicBezTo>
                    <a:pt x="337" y="949"/>
                    <a:pt x="369" y="929"/>
                    <a:pt x="393" y="909"/>
                  </a:cubicBezTo>
                  <a:cubicBezTo>
                    <a:pt x="417" y="889"/>
                    <a:pt x="445" y="873"/>
                    <a:pt x="469" y="853"/>
                  </a:cubicBezTo>
                  <a:cubicBezTo>
                    <a:pt x="469" y="849"/>
                    <a:pt x="473" y="845"/>
                    <a:pt x="477" y="845"/>
                  </a:cubicBezTo>
                  <a:cubicBezTo>
                    <a:pt x="505" y="825"/>
                    <a:pt x="529" y="801"/>
                    <a:pt x="553" y="781"/>
                  </a:cubicBezTo>
                  <a:cubicBezTo>
                    <a:pt x="633" y="717"/>
                    <a:pt x="709" y="649"/>
                    <a:pt x="785" y="581"/>
                  </a:cubicBezTo>
                  <a:lnTo>
                    <a:pt x="949" y="437"/>
                  </a:lnTo>
                  <a:cubicBezTo>
                    <a:pt x="993" y="401"/>
                    <a:pt x="1029" y="365"/>
                    <a:pt x="1065" y="321"/>
                  </a:cubicBezTo>
                  <a:cubicBezTo>
                    <a:pt x="1081" y="293"/>
                    <a:pt x="1101" y="265"/>
                    <a:pt x="1117" y="233"/>
                  </a:cubicBezTo>
                  <a:cubicBezTo>
                    <a:pt x="1141" y="237"/>
                    <a:pt x="1165" y="241"/>
                    <a:pt x="1185" y="245"/>
                  </a:cubicBezTo>
                  <a:cubicBezTo>
                    <a:pt x="1221" y="257"/>
                    <a:pt x="1257" y="261"/>
                    <a:pt x="1293" y="261"/>
                  </a:cubicBezTo>
                  <a:cubicBezTo>
                    <a:pt x="1345" y="245"/>
                    <a:pt x="1389" y="221"/>
                    <a:pt x="1425" y="181"/>
                  </a:cubicBezTo>
                  <a:cubicBezTo>
                    <a:pt x="1437" y="161"/>
                    <a:pt x="1445" y="137"/>
                    <a:pt x="1437" y="117"/>
                  </a:cubicBezTo>
                  <a:cubicBezTo>
                    <a:pt x="1421" y="53"/>
                    <a:pt x="1369" y="5"/>
                    <a:pt x="1305" y="1"/>
                  </a:cubicBezTo>
                  <a:cubicBezTo>
                    <a:pt x="1301" y="0"/>
                    <a:pt x="1296" y="0"/>
                    <a:pt x="12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0"/>
            <p:cNvSpPr/>
            <p:nvPr/>
          </p:nvSpPr>
          <p:spPr>
            <a:xfrm>
              <a:off x="2291447" y="1771832"/>
              <a:ext cx="76929" cy="233126"/>
            </a:xfrm>
            <a:custGeom>
              <a:avLst/>
              <a:gdLst/>
              <a:ahLst/>
              <a:cxnLst/>
              <a:rect l="l" t="t" r="r" b="b"/>
              <a:pathLst>
                <a:path w="329" h="997" extrusionOk="0">
                  <a:moveTo>
                    <a:pt x="89" y="1"/>
                  </a:moveTo>
                  <a:cubicBezTo>
                    <a:pt x="77" y="1"/>
                    <a:pt x="65" y="2"/>
                    <a:pt x="53" y="5"/>
                  </a:cubicBezTo>
                  <a:lnTo>
                    <a:pt x="41" y="9"/>
                  </a:lnTo>
                  <a:cubicBezTo>
                    <a:pt x="17" y="33"/>
                    <a:pt x="1" y="61"/>
                    <a:pt x="5" y="93"/>
                  </a:cubicBezTo>
                  <a:cubicBezTo>
                    <a:pt x="9" y="145"/>
                    <a:pt x="33" y="189"/>
                    <a:pt x="77" y="217"/>
                  </a:cubicBezTo>
                  <a:cubicBezTo>
                    <a:pt x="101" y="233"/>
                    <a:pt x="129" y="249"/>
                    <a:pt x="157" y="261"/>
                  </a:cubicBezTo>
                  <a:cubicBezTo>
                    <a:pt x="181" y="269"/>
                    <a:pt x="209" y="285"/>
                    <a:pt x="233" y="301"/>
                  </a:cubicBezTo>
                  <a:lnTo>
                    <a:pt x="237" y="293"/>
                  </a:lnTo>
                  <a:lnTo>
                    <a:pt x="237" y="293"/>
                  </a:lnTo>
                  <a:cubicBezTo>
                    <a:pt x="257" y="405"/>
                    <a:pt x="249" y="521"/>
                    <a:pt x="217" y="633"/>
                  </a:cubicBezTo>
                  <a:cubicBezTo>
                    <a:pt x="189" y="737"/>
                    <a:pt x="145" y="841"/>
                    <a:pt x="85" y="933"/>
                  </a:cubicBezTo>
                  <a:cubicBezTo>
                    <a:pt x="97" y="953"/>
                    <a:pt x="113" y="977"/>
                    <a:pt x="125" y="997"/>
                  </a:cubicBezTo>
                  <a:cubicBezTo>
                    <a:pt x="197" y="893"/>
                    <a:pt x="249" y="773"/>
                    <a:pt x="285" y="653"/>
                  </a:cubicBezTo>
                  <a:cubicBezTo>
                    <a:pt x="329" y="497"/>
                    <a:pt x="329" y="329"/>
                    <a:pt x="277" y="177"/>
                  </a:cubicBezTo>
                  <a:cubicBezTo>
                    <a:pt x="265" y="129"/>
                    <a:pt x="237" y="85"/>
                    <a:pt x="205" y="49"/>
                  </a:cubicBezTo>
                  <a:cubicBezTo>
                    <a:pt x="173" y="17"/>
                    <a:pt x="132" y="1"/>
                    <a:pt x="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0"/>
            <p:cNvSpPr/>
            <p:nvPr/>
          </p:nvSpPr>
          <p:spPr>
            <a:xfrm>
              <a:off x="2241875" y="1710101"/>
              <a:ext cx="42323" cy="212549"/>
            </a:xfrm>
            <a:custGeom>
              <a:avLst/>
              <a:gdLst/>
              <a:ahLst/>
              <a:cxnLst/>
              <a:rect l="l" t="t" r="r" b="b"/>
              <a:pathLst>
                <a:path w="181" h="909" extrusionOk="0">
                  <a:moveTo>
                    <a:pt x="73" y="1"/>
                  </a:moveTo>
                  <a:cubicBezTo>
                    <a:pt x="45" y="1"/>
                    <a:pt x="13" y="21"/>
                    <a:pt x="5" y="73"/>
                  </a:cubicBezTo>
                  <a:cubicBezTo>
                    <a:pt x="1" y="129"/>
                    <a:pt x="5" y="185"/>
                    <a:pt x="13" y="237"/>
                  </a:cubicBezTo>
                  <a:cubicBezTo>
                    <a:pt x="17" y="257"/>
                    <a:pt x="21" y="277"/>
                    <a:pt x="21" y="297"/>
                  </a:cubicBezTo>
                  <a:cubicBezTo>
                    <a:pt x="29" y="401"/>
                    <a:pt x="49" y="501"/>
                    <a:pt x="73" y="601"/>
                  </a:cubicBezTo>
                  <a:cubicBezTo>
                    <a:pt x="69" y="621"/>
                    <a:pt x="69" y="645"/>
                    <a:pt x="77" y="665"/>
                  </a:cubicBezTo>
                  <a:cubicBezTo>
                    <a:pt x="81" y="673"/>
                    <a:pt x="85" y="681"/>
                    <a:pt x="85" y="693"/>
                  </a:cubicBezTo>
                  <a:cubicBezTo>
                    <a:pt x="85" y="705"/>
                    <a:pt x="77" y="721"/>
                    <a:pt x="69" y="733"/>
                  </a:cubicBezTo>
                  <a:cubicBezTo>
                    <a:pt x="61" y="745"/>
                    <a:pt x="57" y="757"/>
                    <a:pt x="53" y="769"/>
                  </a:cubicBezTo>
                  <a:cubicBezTo>
                    <a:pt x="45" y="785"/>
                    <a:pt x="41" y="805"/>
                    <a:pt x="37" y="821"/>
                  </a:cubicBezTo>
                  <a:lnTo>
                    <a:pt x="37" y="833"/>
                  </a:lnTo>
                  <a:cubicBezTo>
                    <a:pt x="37" y="837"/>
                    <a:pt x="37" y="837"/>
                    <a:pt x="37" y="841"/>
                  </a:cubicBezTo>
                  <a:cubicBezTo>
                    <a:pt x="41" y="841"/>
                    <a:pt x="45" y="845"/>
                    <a:pt x="45" y="849"/>
                  </a:cubicBezTo>
                  <a:lnTo>
                    <a:pt x="89" y="909"/>
                  </a:lnTo>
                  <a:cubicBezTo>
                    <a:pt x="97" y="889"/>
                    <a:pt x="105" y="869"/>
                    <a:pt x="109" y="845"/>
                  </a:cubicBezTo>
                  <a:lnTo>
                    <a:pt x="109" y="833"/>
                  </a:lnTo>
                  <a:cubicBezTo>
                    <a:pt x="113" y="817"/>
                    <a:pt x="113" y="805"/>
                    <a:pt x="121" y="793"/>
                  </a:cubicBezTo>
                  <a:cubicBezTo>
                    <a:pt x="125" y="781"/>
                    <a:pt x="129" y="773"/>
                    <a:pt x="133" y="765"/>
                  </a:cubicBezTo>
                  <a:cubicBezTo>
                    <a:pt x="149" y="741"/>
                    <a:pt x="157" y="717"/>
                    <a:pt x="157" y="689"/>
                  </a:cubicBezTo>
                  <a:cubicBezTo>
                    <a:pt x="157" y="673"/>
                    <a:pt x="153" y="653"/>
                    <a:pt x="149" y="641"/>
                  </a:cubicBezTo>
                  <a:cubicBezTo>
                    <a:pt x="141" y="625"/>
                    <a:pt x="141" y="621"/>
                    <a:pt x="137" y="617"/>
                  </a:cubicBezTo>
                  <a:lnTo>
                    <a:pt x="145" y="605"/>
                  </a:lnTo>
                  <a:lnTo>
                    <a:pt x="141" y="593"/>
                  </a:lnTo>
                  <a:cubicBezTo>
                    <a:pt x="117" y="493"/>
                    <a:pt x="97" y="393"/>
                    <a:pt x="89" y="293"/>
                  </a:cubicBezTo>
                  <a:cubicBezTo>
                    <a:pt x="89" y="281"/>
                    <a:pt x="89" y="273"/>
                    <a:pt x="89" y="265"/>
                  </a:cubicBezTo>
                  <a:cubicBezTo>
                    <a:pt x="145" y="241"/>
                    <a:pt x="181" y="181"/>
                    <a:pt x="181" y="121"/>
                  </a:cubicBezTo>
                  <a:cubicBezTo>
                    <a:pt x="177" y="61"/>
                    <a:pt x="133" y="13"/>
                    <a:pt x="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7_1">
    <p:spTree>
      <p:nvGrpSpPr>
        <p:cNvPr id="1" name="Shape 2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7" name="Google Shape;2707;p51"/>
          <p:cNvGrpSpPr/>
          <p:nvPr/>
        </p:nvGrpSpPr>
        <p:grpSpPr>
          <a:xfrm>
            <a:off x="2918778" y="-596423"/>
            <a:ext cx="2150567" cy="2271831"/>
            <a:chOff x="1668906" y="1908100"/>
            <a:chExt cx="1782927" cy="1883462"/>
          </a:xfrm>
        </p:grpSpPr>
        <p:sp>
          <p:nvSpPr>
            <p:cNvPr id="2708" name="Google Shape;2708;p51"/>
            <p:cNvSpPr/>
            <p:nvPr/>
          </p:nvSpPr>
          <p:spPr>
            <a:xfrm>
              <a:off x="1668906" y="2722495"/>
              <a:ext cx="900425" cy="895187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4" y="2872"/>
                  </a:moveTo>
                  <a:cubicBezTo>
                    <a:pt x="124" y="2872"/>
                    <a:pt x="126" y="2874"/>
                    <a:pt x="128" y="2878"/>
                  </a:cubicBezTo>
                  <a:cubicBezTo>
                    <a:pt x="124" y="2874"/>
                    <a:pt x="123" y="2872"/>
                    <a:pt x="124" y="2872"/>
                  </a:cubicBezTo>
                  <a:close/>
                  <a:moveTo>
                    <a:pt x="1555" y="0"/>
                  </a:moveTo>
                  <a:cubicBezTo>
                    <a:pt x="1524" y="0"/>
                    <a:pt x="1492" y="1"/>
                    <a:pt x="1460" y="2"/>
                  </a:cubicBezTo>
                  <a:cubicBezTo>
                    <a:pt x="1340" y="10"/>
                    <a:pt x="1220" y="42"/>
                    <a:pt x="1112" y="102"/>
                  </a:cubicBezTo>
                  <a:cubicBezTo>
                    <a:pt x="1048" y="134"/>
                    <a:pt x="996" y="178"/>
                    <a:pt x="948" y="234"/>
                  </a:cubicBezTo>
                  <a:cubicBezTo>
                    <a:pt x="936" y="246"/>
                    <a:pt x="932" y="258"/>
                    <a:pt x="920" y="274"/>
                  </a:cubicBezTo>
                  <a:lnTo>
                    <a:pt x="904" y="294"/>
                  </a:lnTo>
                  <a:lnTo>
                    <a:pt x="892" y="318"/>
                  </a:lnTo>
                  <a:lnTo>
                    <a:pt x="840" y="406"/>
                  </a:lnTo>
                  <a:cubicBezTo>
                    <a:pt x="772" y="534"/>
                    <a:pt x="720" y="666"/>
                    <a:pt x="676" y="802"/>
                  </a:cubicBezTo>
                  <a:cubicBezTo>
                    <a:pt x="632" y="938"/>
                    <a:pt x="600" y="1090"/>
                    <a:pt x="564" y="1238"/>
                  </a:cubicBezTo>
                  <a:cubicBezTo>
                    <a:pt x="532" y="1390"/>
                    <a:pt x="500" y="1542"/>
                    <a:pt x="464" y="1698"/>
                  </a:cubicBezTo>
                  <a:cubicBezTo>
                    <a:pt x="448" y="1774"/>
                    <a:pt x="428" y="1850"/>
                    <a:pt x="404" y="1926"/>
                  </a:cubicBezTo>
                  <a:cubicBezTo>
                    <a:pt x="392" y="1966"/>
                    <a:pt x="380" y="2006"/>
                    <a:pt x="368" y="2046"/>
                  </a:cubicBezTo>
                  <a:cubicBezTo>
                    <a:pt x="356" y="2082"/>
                    <a:pt x="344" y="2118"/>
                    <a:pt x="328" y="2158"/>
                  </a:cubicBezTo>
                  <a:cubicBezTo>
                    <a:pt x="272" y="2314"/>
                    <a:pt x="204" y="2466"/>
                    <a:pt x="128" y="2614"/>
                  </a:cubicBezTo>
                  <a:lnTo>
                    <a:pt x="64" y="2726"/>
                  </a:lnTo>
                  <a:cubicBezTo>
                    <a:pt x="52" y="2746"/>
                    <a:pt x="44" y="2766"/>
                    <a:pt x="32" y="2786"/>
                  </a:cubicBezTo>
                  <a:cubicBezTo>
                    <a:pt x="16" y="2810"/>
                    <a:pt x="8" y="2838"/>
                    <a:pt x="4" y="2866"/>
                  </a:cubicBezTo>
                  <a:cubicBezTo>
                    <a:pt x="0" y="2890"/>
                    <a:pt x="4" y="2918"/>
                    <a:pt x="16" y="2938"/>
                  </a:cubicBezTo>
                  <a:cubicBezTo>
                    <a:pt x="28" y="2958"/>
                    <a:pt x="48" y="2974"/>
                    <a:pt x="68" y="2982"/>
                  </a:cubicBezTo>
                  <a:cubicBezTo>
                    <a:pt x="92" y="2994"/>
                    <a:pt x="116" y="3002"/>
                    <a:pt x="140" y="3010"/>
                  </a:cubicBezTo>
                  <a:cubicBezTo>
                    <a:pt x="172" y="3022"/>
                    <a:pt x="200" y="3042"/>
                    <a:pt x="228" y="3066"/>
                  </a:cubicBezTo>
                  <a:cubicBezTo>
                    <a:pt x="352" y="3186"/>
                    <a:pt x="468" y="3314"/>
                    <a:pt x="580" y="3450"/>
                  </a:cubicBezTo>
                  <a:cubicBezTo>
                    <a:pt x="696" y="3586"/>
                    <a:pt x="824" y="3714"/>
                    <a:pt x="960" y="3830"/>
                  </a:cubicBezTo>
                  <a:cubicBezTo>
                    <a:pt x="1032" y="3898"/>
                    <a:pt x="1124" y="3938"/>
                    <a:pt x="1220" y="3950"/>
                  </a:cubicBezTo>
                  <a:cubicBezTo>
                    <a:pt x="1235" y="3950"/>
                    <a:pt x="1249" y="3949"/>
                    <a:pt x="1264" y="3949"/>
                  </a:cubicBezTo>
                  <a:cubicBezTo>
                    <a:pt x="1335" y="3949"/>
                    <a:pt x="1408" y="3957"/>
                    <a:pt x="1480" y="3970"/>
                  </a:cubicBezTo>
                  <a:cubicBezTo>
                    <a:pt x="1652" y="4006"/>
                    <a:pt x="1820" y="4058"/>
                    <a:pt x="1985" y="4115"/>
                  </a:cubicBezTo>
                  <a:lnTo>
                    <a:pt x="2477" y="4287"/>
                  </a:lnTo>
                  <a:cubicBezTo>
                    <a:pt x="2637" y="4347"/>
                    <a:pt x="2805" y="4395"/>
                    <a:pt x="2973" y="4431"/>
                  </a:cubicBezTo>
                  <a:cubicBezTo>
                    <a:pt x="3027" y="4438"/>
                    <a:pt x="3083" y="4443"/>
                    <a:pt x="3138" y="4443"/>
                  </a:cubicBezTo>
                  <a:cubicBezTo>
                    <a:pt x="3169" y="4443"/>
                    <a:pt x="3199" y="4441"/>
                    <a:pt x="3229" y="4439"/>
                  </a:cubicBezTo>
                  <a:cubicBezTo>
                    <a:pt x="3317" y="4431"/>
                    <a:pt x="3401" y="4403"/>
                    <a:pt x="3481" y="4359"/>
                  </a:cubicBezTo>
                  <a:cubicBezTo>
                    <a:pt x="3617" y="4267"/>
                    <a:pt x="3733" y="4147"/>
                    <a:pt x="3821" y="4002"/>
                  </a:cubicBezTo>
                  <a:cubicBezTo>
                    <a:pt x="3865" y="3938"/>
                    <a:pt x="3901" y="3874"/>
                    <a:pt x="3941" y="3806"/>
                  </a:cubicBezTo>
                  <a:cubicBezTo>
                    <a:pt x="3977" y="3742"/>
                    <a:pt x="4009" y="3674"/>
                    <a:pt x="4041" y="3606"/>
                  </a:cubicBezTo>
                  <a:cubicBezTo>
                    <a:pt x="4097" y="3474"/>
                    <a:pt x="4145" y="3342"/>
                    <a:pt x="4189" y="3214"/>
                  </a:cubicBezTo>
                  <a:cubicBezTo>
                    <a:pt x="4265" y="2982"/>
                    <a:pt x="4329" y="2742"/>
                    <a:pt x="4377" y="2502"/>
                  </a:cubicBezTo>
                  <a:cubicBezTo>
                    <a:pt x="4417" y="2318"/>
                    <a:pt x="4445" y="2130"/>
                    <a:pt x="4461" y="1942"/>
                  </a:cubicBezTo>
                  <a:cubicBezTo>
                    <a:pt x="4469" y="1822"/>
                    <a:pt x="4465" y="1698"/>
                    <a:pt x="4445" y="1578"/>
                  </a:cubicBezTo>
                  <a:cubicBezTo>
                    <a:pt x="4437" y="1546"/>
                    <a:pt x="4429" y="1514"/>
                    <a:pt x="4413" y="1486"/>
                  </a:cubicBezTo>
                  <a:cubicBezTo>
                    <a:pt x="4405" y="1466"/>
                    <a:pt x="4397" y="1454"/>
                    <a:pt x="4397" y="1454"/>
                  </a:cubicBezTo>
                  <a:lnTo>
                    <a:pt x="4385" y="1466"/>
                  </a:lnTo>
                  <a:lnTo>
                    <a:pt x="4397" y="1494"/>
                  </a:lnTo>
                  <a:cubicBezTo>
                    <a:pt x="4409" y="1526"/>
                    <a:pt x="4413" y="1554"/>
                    <a:pt x="4417" y="1586"/>
                  </a:cubicBezTo>
                  <a:cubicBezTo>
                    <a:pt x="4425" y="1706"/>
                    <a:pt x="4421" y="1826"/>
                    <a:pt x="4401" y="1942"/>
                  </a:cubicBezTo>
                  <a:cubicBezTo>
                    <a:pt x="4373" y="2126"/>
                    <a:pt x="4337" y="2306"/>
                    <a:pt x="4289" y="2486"/>
                  </a:cubicBezTo>
                  <a:cubicBezTo>
                    <a:pt x="4233" y="2694"/>
                    <a:pt x="4165" y="2930"/>
                    <a:pt x="4077" y="3178"/>
                  </a:cubicBezTo>
                  <a:cubicBezTo>
                    <a:pt x="4033" y="3302"/>
                    <a:pt x="3981" y="3430"/>
                    <a:pt x="3925" y="3558"/>
                  </a:cubicBezTo>
                  <a:cubicBezTo>
                    <a:pt x="3893" y="3622"/>
                    <a:pt x="3865" y="3690"/>
                    <a:pt x="3829" y="3750"/>
                  </a:cubicBezTo>
                  <a:cubicBezTo>
                    <a:pt x="3793" y="3814"/>
                    <a:pt x="3753" y="3882"/>
                    <a:pt x="3713" y="3942"/>
                  </a:cubicBezTo>
                  <a:cubicBezTo>
                    <a:pt x="3641" y="4071"/>
                    <a:pt x="3541" y="4187"/>
                    <a:pt x="3421" y="4275"/>
                  </a:cubicBezTo>
                  <a:cubicBezTo>
                    <a:pt x="3329" y="4339"/>
                    <a:pt x="3213" y="4366"/>
                    <a:pt x="3092" y="4366"/>
                  </a:cubicBezTo>
                  <a:cubicBezTo>
                    <a:pt x="3055" y="4366"/>
                    <a:pt x="3018" y="4363"/>
                    <a:pt x="2981" y="4359"/>
                  </a:cubicBezTo>
                  <a:cubicBezTo>
                    <a:pt x="2813" y="4335"/>
                    <a:pt x="2653" y="4299"/>
                    <a:pt x="2493" y="4243"/>
                  </a:cubicBezTo>
                  <a:cubicBezTo>
                    <a:pt x="2329" y="4195"/>
                    <a:pt x="2165" y="4139"/>
                    <a:pt x="1997" y="4079"/>
                  </a:cubicBezTo>
                  <a:cubicBezTo>
                    <a:pt x="1832" y="4018"/>
                    <a:pt x="1660" y="3966"/>
                    <a:pt x="1488" y="3922"/>
                  </a:cubicBezTo>
                  <a:cubicBezTo>
                    <a:pt x="1400" y="3902"/>
                    <a:pt x="1312" y="3890"/>
                    <a:pt x="1220" y="3890"/>
                  </a:cubicBezTo>
                  <a:cubicBezTo>
                    <a:pt x="1144" y="3886"/>
                    <a:pt x="1072" y="3830"/>
                    <a:pt x="1008" y="3778"/>
                  </a:cubicBezTo>
                  <a:cubicBezTo>
                    <a:pt x="880" y="3658"/>
                    <a:pt x="764" y="3526"/>
                    <a:pt x="656" y="3386"/>
                  </a:cubicBezTo>
                  <a:cubicBezTo>
                    <a:pt x="548" y="3246"/>
                    <a:pt x="432" y="3110"/>
                    <a:pt x="308" y="2982"/>
                  </a:cubicBezTo>
                  <a:cubicBezTo>
                    <a:pt x="272" y="2942"/>
                    <a:pt x="228" y="2914"/>
                    <a:pt x="176" y="2894"/>
                  </a:cubicBezTo>
                  <a:cubicBezTo>
                    <a:pt x="162" y="2891"/>
                    <a:pt x="148" y="2884"/>
                    <a:pt x="134" y="2880"/>
                  </a:cubicBezTo>
                  <a:lnTo>
                    <a:pt x="134" y="2880"/>
                  </a:lnTo>
                  <a:cubicBezTo>
                    <a:pt x="138" y="2869"/>
                    <a:pt x="142" y="2856"/>
                    <a:pt x="148" y="2846"/>
                  </a:cubicBezTo>
                  <a:cubicBezTo>
                    <a:pt x="156" y="2830"/>
                    <a:pt x="168" y="2810"/>
                    <a:pt x="180" y="2794"/>
                  </a:cubicBezTo>
                  <a:lnTo>
                    <a:pt x="244" y="2682"/>
                  </a:lnTo>
                  <a:cubicBezTo>
                    <a:pt x="332" y="2530"/>
                    <a:pt x="404" y="2374"/>
                    <a:pt x="464" y="2210"/>
                  </a:cubicBezTo>
                  <a:cubicBezTo>
                    <a:pt x="480" y="2174"/>
                    <a:pt x="496" y="2130"/>
                    <a:pt x="508" y="2090"/>
                  </a:cubicBezTo>
                  <a:cubicBezTo>
                    <a:pt x="520" y="2050"/>
                    <a:pt x="536" y="2014"/>
                    <a:pt x="544" y="1974"/>
                  </a:cubicBezTo>
                  <a:cubicBezTo>
                    <a:pt x="568" y="1890"/>
                    <a:pt x="592" y="1814"/>
                    <a:pt x="612" y="1734"/>
                  </a:cubicBezTo>
                  <a:cubicBezTo>
                    <a:pt x="648" y="1574"/>
                    <a:pt x="680" y="1418"/>
                    <a:pt x="708" y="1270"/>
                  </a:cubicBezTo>
                  <a:cubicBezTo>
                    <a:pt x="764" y="970"/>
                    <a:pt x="832" y="698"/>
                    <a:pt x="948" y="462"/>
                  </a:cubicBezTo>
                  <a:lnTo>
                    <a:pt x="992" y="378"/>
                  </a:lnTo>
                  <a:lnTo>
                    <a:pt x="1004" y="358"/>
                  </a:lnTo>
                  <a:lnTo>
                    <a:pt x="1016" y="342"/>
                  </a:lnTo>
                  <a:cubicBezTo>
                    <a:pt x="1024" y="326"/>
                    <a:pt x="1032" y="314"/>
                    <a:pt x="1044" y="302"/>
                  </a:cubicBezTo>
                  <a:cubicBezTo>
                    <a:pt x="1076" y="258"/>
                    <a:pt x="1120" y="222"/>
                    <a:pt x="1164" y="194"/>
                  </a:cubicBezTo>
                  <a:cubicBezTo>
                    <a:pt x="1260" y="142"/>
                    <a:pt x="1364" y="110"/>
                    <a:pt x="1472" y="94"/>
                  </a:cubicBezTo>
                  <a:cubicBezTo>
                    <a:pt x="1543" y="88"/>
                    <a:pt x="1614" y="85"/>
                    <a:pt x="1685" y="85"/>
                  </a:cubicBezTo>
                  <a:cubicBezTo>
                    <a:pt x="1798" y="85"/>
                    <a:pt x="1911" y="93"/>
                    <a:pt x="2025" y="110"/>
                  </a:cubicBezTo>
                  <a:cubicBezTo>
                    <a:pt x="2141" y="126"/>
                    <a:pt x="2257" y="150"/>
                    <a:pt x="2373" y="178"/>
                  </a:cubicBezTo>
                  <a:cubicBezTo>
                    <a:pt x="2453" y="198"/>
                    <a:pt x="2497" y="210"/>
                    <a:pt x="2497" y="210"/>
                  </a:cubicBezTo>
                  <a:lnTo>
                    <a:pt x="2501" y="198"/>
                  </a:lnTo>
                  <a:cubicBezTo>
                    <a:pt x="2501" y="198"/>
                    <a:pt x="2461" y="182"/>
                    <a:pt x="2381" y="154"/>
                  </a:cubicBezTo>
                  <a:cubicBezTo>
                    <a:pt x="2265" y="114"/>
                    <a:pt x="2149" y="82"/>
                    <a:pt x="2029" y="54"/>
                  </a:cubicBezTo>
                  <a:cubicBezTo>
                    <a:pt x="1875" y="18"/>
                    <a:pt x="1715" y="0"/>
                    <a:pt x="15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51"/>
            <p:cNvSpPr/>
            <p:nvPr/>
          </p:nvSpPr>
          <p:spPr>
            <a:xfrm>
              <a:off x="2438575" y="2888114"/>
              <a:ext cx="690883" cy="903448"/>
            </a:xfrm>
            <a:custGeom>
              <a:avLst/>
              <a:gdLst/>
              <a:ahLst/>
              <a:cxnLst/>
              <a:rect l="l" t="t" r="r" b="b"/>
              <a:pathLst>
                <a:path w="3429" h="4484" extrusionOk="0">
                  <a:moveTo>
                    <a:pt x="1694" y="0"/>
                  </a:moveTo>
                  <a:cubicBezTo>
                    <a:pt x="1662" y="0"/>
                    <a:pt x="1630" y="5"/>
                    <a:pt x="1601" y="16"/>
                  </a:cubicBezTo>
                  <a:cubicBezTo>
                    <a:pt x="1561" y="32"/>
                    <a:pt x="1525" y="48"/>
                    <a:pt x="1489" y="68"/>
                  </a:cubicBezTo>
                  <a:cubicBezTo>
                    <a:pt x="1433" y="96"/>
                    <a:pt x="1405" y="116"/>
                    <a:pt x="1405" y="116"/>
                  </a:cubicBezTo>
                  <a:lnTo>
                    <a:pt x="1413" y="128"/>
                  </a:lnTo>
                  <a:cubicBezTo>
                    <a:pt x="1413" y="128"/>
                    <a:pt x="1445" y="112"/>
                    <a:pt x="1501" y="88"/>
                  </a:cubicBezTo>
                  <a:cubicBezTo>
                    <a:pt x="1537" y="72"/>
                    <a:pt x="1573" y="60"/>
                    <a:pt x="1609" y="52"/>
                  </a:cubicBezTo>
                  <a:cubicBezTo>
                    <a:pt x="1628" y="48"/>
                    <a:pt x="1647" y="45"/>
                    <a:pt x="1667" y="45"/>
                  </a:cubicBezTo>
                  <a:cubicBezTo>
                    <a:pt x="1696" y="45"/>
                    <a:pt x="1726" y="51"/>
                    <a:pt x="1753" y="60"/>
                  </a:cubicBezTo>
                  <a:cubicBezTo>
                    <a:pt x="1853" y="100"/>
                    <a:pt x="1961" y="204"/>
                    <a:pt x="2105" y="292"/>
                  </a:cubicBezTo>
                  <a:cubicBezTo>
                    <a:pt x="2173" y="336"/>
                    <a:pt x="2233" y="392"/>
                    <a:pt x="2281" y="460"/>
                  </a:cubicBezTo>
                  <a:cubicBezTo>
                    <a:pt x="2337" y="536"/>
                    <a:pt x="2385" y="616"/>
                    <a:pt x="2429" y="700"/>
                  </a:cubicBezTo>
                  <a:cubicBezTo>
                    <a:pt x="2521" y="904"/>
                    <a:pt x="2625" y="1100"/>
                    <a:pt x="2741" y="1288"/>
                  </a:cubicBezTo>
                  <a:lnTo>
                    <a:pt x="2789" y="1364"/>
                  </a:lnTo>
                  <a:cubicBezTo>
                    <a:pt x="2809" y="1388"/>
                    <a:pt x="2829" y="1412"/>
                    <a:pt x="2849" y="1436"/>
                  </a:cubicBezTo>
                  <a:cubicBezTo>
                    <a:pt x="2869" y="1460"/>
                    <a:pt x="2889" y="1484"/>
                    <a:pt x="2913" y="1508"/>
                  </a:cubicBezTo>
                  <a:cubicBezTo>
                    <a:pt x="2933" y="1532"/>
                    <a:pt x="2957" y="1556"/>
                    <a:pt x="2981" y="1576"/>
                  </a:cubicBezTo>
                  <a:cubicBezTo>
                    <a:pt x="3005" y="1596"/>
                    <a:pt x="3029" y="1620"/>
                    <a:pt x="3049" y="1640"/>
                  </a:cubicBezTo>
                  <a:cubicBezTo>
                    <a:pt x="3069" y="1656"/>
                    <a:pt x="3093" y="1672"/>
                    <a:pt x="3109" y="1696"/>
                  </a:cubicBezTo>
                  <a:cubicBezTo>
                    <a:pt x="3125" y="1720"/>
                    <a:pt x="3141" y="1740"/>
                    <a:pt x="3161" y="1764"/>
                  </a:cubicBezTo>
                  <a:cubicBezTo>
                    <a:pt x="3173" y="1788"/>
                    <a:pt x="3189" y="1812"/>
                    <a:pt x="3201" y="1840"/>
                  </a:cubicBezTo>
                  <a:cubicBezTo>
                    <a:pt x="3249" y="1948"/>
                    <a:pt x="3277" y="2068"/>
                    <a:pt x="3285" y="2188"/>
                  </a:cubicBezTo>
                  <a:cubicBezTo>
                    <a:pt x="3293" y="2316"/>
                    <a:pt x="3285" y="2444"/>
                    <a:pt x="3269" y="2568"/>
                  </a:cubicBezTo>
                  <a:cubicBezTo>
                    <a:pt x="3245" y="2700"/>
                    <a:pt x="3213" y="2828"/>
                    <a:pt x="3169" y="2948"/>
                  </a:cubicBezTo>
                  <a:cubicBezTo>
                    <a:pt x="3145" y="3012"/>
                    <a:pt x="3117" y="3072"/>
                    <a:pt x="3089" y="3128"/>
                  </a:cubicBezTo>
                  <a:cubicBezTo>
                    <a:pt x="3069" y="3156"/>
                    <a:pt x="3057" y="3184"/>
                    <a:pt x="3041" y="3212"/>
                  </a:cubicBezTo>
                  <a:lnTo>
                    <a:pt x="2981" y="3297"/>
                  </a:lnTo>
                  <a:cubicBezTo>
                    <a:pt x="2897" y="3405"/>
                    <a:pt x="2821" y="3521"/>
                    <a:pt x="2753" y="3641"/>
                  </a:cubicBezTo>
                  <a:cubicBezTo>
                    <a:pt x="2689" y="3757"/>
                    <a:pt x="2625" y="3881"/>
                    <a:pt x="2565" y="4001"/>
                  </a:cubicBezTo>
                  <a:cubicBezTo>
                    <a:pt x="2505" y="4121"/>
                    <a:pt x="2453" y="4245"/>
                    <a:pt x="2405" y="4369"/>
                  </a:cubicBezTo>
                  <a:lnTo>
                    <a:pt x="2405" y="4381"/>
                  </a:lnTo>
                  <a:lnTo>
                    <a:pt x="2405" y="4385"/>
                  </a:lnTo>
                  <a:lnTo>
                    <a:pt x="2405" y="4389"/>
                  </a:lnTo>
                  <a:lnTo>
                    <a:pt x="2405" y="4397"/>
                  </a:lnTo>
                  <a:cubicBezTo>
                    <a:pt x="2401" y="4405"/>
                    <a:pt x="2401" y="4413"/>
                    <a:pt x="2401" y="4417"/>
                  </a:cubicBezTo>
                  <a:cubicBezTo>
                    <a:pt x="2397" y="4433"/>
                    <a:pt x="2389" y="4433"/>
                    <a:pt x="2389" y="4433"/>
                  </a:cubicBezTo>
                  <a:cubicBezTo>
                    <a:pt x="2365" y="4433"/>
                    <a:pt x="2341" y="4421"/>
                    <a:pt x="2321" y="4405"/>
                  </a:cubicBezTo>
                  <a:cubicBezTo>
                    <a:pt x="2269" y="4373"/>
                    <a:pt x="2217" y="4333"/>
                    <a:pt x="2173" y="4293"/>
                  </a:cubicBezTo>
                  <a:cubicBezTo>
                    <a:pt x="2149" y="4273"/>
                    <a:pt x="2125" y="4249"/>
                    <a:pt x="2097" y="4229"/>
                  </a:cubicBezTo>
                  <a:cubicBezTo>
                    <a:pt x="2073" y="4209"/>
                    <a:pt x="2045" y="4189"/>
                    <a:pt x="2017" y="4173"/>
                  </a:cubicBezTo>
                  <a:cubicBezTo>
                    <a:pt x="1961" y="4141"/>
                    <a:pt x="1901" y="4113"/>
                    <a:pt x="1841" y="4089"/>
                  </a:cubicBezTo>
                  <a:cubicBezTo>
                    <a:pt x="1725" y="4049"/>
                    <a:pt x="1605" y="4017"/>
                    <a:pt x="1485" y="3997"/>
                  </a:cubicBezTo>
                  <a:cubicBezTo>
                    <a:pt x="1249" y="3953"/>
                    <a:pt x="1033" y="3933"/>
                    <a:pt x="833" y="3897"/>
                  </a:cubicBezTo>
                  <a:cubicBezTo>
                    <a:pt x="741" y="3885"/>
                    <a:pt x="649" y="3861"/>
                    <a:pt x="557" y="3833"/>
                  </a:cubicBezTo>
                  <a:cubicBezTo>
                    <a:pt x="517" y="3821"/>
                    <a:pt x="473" y="3805"/>
                    <a:pt x="433" y="3789"/>
                  </a:cubicBezTo>
                  <a:lnTo>
                    <a:pt x="417" y="3781"/>
                  </a:lnTo>
                  <a:lnTo>
                    <a:pt x="409" y="3777"/>
                  </a:lnTo>
                  <a:lnTo>
                    <a:pt x="381" y="3761"/>
                  </a:lnTo>
                  <a:cubicBezTo>
                    <a:pt x="365" y="3753"/>
                    <a:pt x="345" y="3741"/>
                    <a:pt x="329" y="3733"/>
                  </a:cubicBezTo>
                  <a:cubicBezTo>
                    <a:pt x="269" y="3689"/>
                    <a:pt x="217" y="3641"/>
                    <a:pt x="173" y="3581"/>
                  </a:cubicBezTo>
                  <a:cubicBezTo>
                    <a:pt x="137" y="3529"/>
                    <a:pt x="105" y="3477"/>
                    <a:pt x="81" y="3417"/>
                  </a:cubicBezTo>
                  <a:cubicBezTo>
                    <a:pt x="49" y="3333"/>
                    <a:pt x="29" y="3244"/>
                    <a:pt x="21" y="3156"/>
                  </a:cubicBezTo>
                  <a:cubicBezTo>
                    <a:pt x="17" y="3124"/>
                    <a:pt x="17" y="3092"/>
                    <a:pt x="17" y="3060"/>
                  </a:cubicBezTo>
                  <a:lnTo>
                    <a:pt x="13" y="3056"/>
                  </a:lnTo>
                  <a:cubicBezTo>
                    <a:pt x="9" y="3088"/>
                    <a:pt x="5" y="3120"/>
                    <a:pt x="5" y="3156"/>
                  </a:cubicBezTo>
                  <a:cubicBezTo>
                    <a:pt x="1" y="3249"/>
                    <a:pt x="13" y="3345"/>
                    <a:pt x="37" y="3437"/>
                  </a:cubicBezTo>
                  <a:cubicBezTo>
                    <a:pt x="57" y="3501"/>
                    <a:pt x="85" y="3565"/>
                    <a:pt x="121" y="3625"/>
                  </a:cubicBezTo>
                  <a:cubicBezTo>
                    <a:pt x="165" y="3693"/>
                    <a:pt x="221" y="3753"/>
                    <a:pt x="289" y="3805"/>
                  </a:cubicBezTo>
                  <a:cubicBezTo>
                    <a:pt x="305" y="3817"/>
                    <a:pt x="325" y="3829"/>
                    <a:pt x="341" y="3841"/>
                  </a:cubicBezTo>
                  <a:lnTo>
                    <a:pt x="373" y="3861"/>
                  </a:lnTo>
                  <a:cubicBezTo>
                    <a:pt x="377" y="3865"/>
                    <a:pt x="381" y="3865"/>
                    <a:pt x="389" y="3869"/>
                  </a:cubicBezTo>
                  <a:lnTo>
                    <a:pt x="405" y="3877"/>
                  </a:lnTo>
                  <a:cubicBezTo>
                    <a:pt x="445" y="3897"/>
                    <a:pt x="489" y="3917"/>
                    <a:pt x="533" y="3933"/>
                  </a:cubicBezTo>
                  <a:cubicBezTo>
                    <a:pt x="625" y="3965"/>
                    <a:pt x="725" y="3993"/>
                    <a:pt x="821" y="4013"/>
                  </a:cubicBezTo>
                  <a:cubicBezTo>
                    <a:pt x="1021" y="4053"/>
                    <a:pt x="1245" y="4073"/>
                    <a:pt x="1473" y="4113"/>
                  </a:cubicBezTo>
                  <a:cubicBezTo>
                    <a:pt x="1701" y="4153"/>
                    <a:pt x="1945" y="4181"/>
                    <a:pt x="2133" y="4345"/>
                  </a:cubicBezTo>
                  <a:cubicBezTo>
                    <a:pt x="2185" y="4385"/>
                    <a:pt x="2241" y="4421"/>
                    <a:pt x="2301" y="4453"/>
                  </a:cubicBezTo>
                  <a:cubicBezTo>
                    <a:pt x="2317" y="4461"/>
                    <a:pt x="2333" y="4469"/>
                    <a:pt x="2349" y="4477"/>
                  </a:cubicBezTo>
                  <a:cubicBezTo>
                    <a:pt x="2360" y="4481"/>
                    <a:pt x="2374" y="4483"/>
                    <a:pt x="2386" y="4483"/>
                  </a:cubicBezTo>
                  <a:cubicBezTo>
                    <a:pt x="2395" y="4483"/>
                    <a:pt x="2404" y="4482"/>
                    <a:pt x="2413" y="4481"/>
                  </a:cubicBezTo>
                  <a:cubicBezTo>
                    <a:pt x="2429" y="4481"/>
                    <a:pt x="2441" y="4469"/>
                    <a:pt x="2449" y="4457"/>
                  </a:cubicBezTo>
                  <a:cubicBezTo>
                    <a:pt x="2453" y="4449"/>
                    <a:pt x="2457" y="4437"/>
                    <a:pt x="2461" y="4425"/>
                  </a:cubicBezTo>
                  <a:cubicBezTo>
                    <a:pt x="2465" y="4417"/>
                    <a:pt x="2465" y="4405"/>
                    <a:pt x="2465" y="4397"/>
                  </a:cubicBezTo>
                  <a:lnTo>
                    <a:pt x="2465" y="4393"/>
                  </a:lnTo>
                  <a:lnTo>
                    <a:pt x="2465" y="4389"/>
                  </a:lnTo>
                  <a:lnTo>
                    <a:pt x="2465" y="4377"/>
                  </a:lnTo>
                  <a:cubicBezTo>
                    <a:pt x="2481" y="4317"/>
                    <a:pt x="2505" y="4257"/>
                    <a:pt x="2529" y="4197"/>
                  </a:cubicBezTo>
                  <a:cubicBezTo>
                    <a:pt x="2557" y="4137"/>
                    <a:pt x="2581" y="4077"/>
                    <a:pt x="2613" y="4017"/>
                  </a:cubicBezTo>
                  <a:cubicBezTo>
                    <a:pt x="2729" y="3773"/>
                    <a:pt x="2873" y="3545"/>
                    <a:pt x="3049" y="3341"/>
                  </a:cubicBezTo>
                  <a:cubicBezTo>
                    <a:pt x="3237" y="3132"/>
                    <a:pt x="3333" y="2860"/>
                    <a:pt x="3393" y="2592"/>
                  </a:cubicBezTo>
                  <a:cubicBezTo>
                    <a:pt x="3417" y="2456"/>
                    <a:pt x="3429" y="2320"/>
                    <a:pt x="3425" y="2180"/>
                  </a:cubicBezTo>
                  <a:cubicBezTo>
                    <a:pt x="3417" y="2044"/>
                    <a:pt x="3389" y="1908"/>
                    <a:pt x="3337" y="1780"/>
                  </a:cubicBezTo>
                  <a:cubicBezTo>
                    <a:pt x="3321" y="1748"/>
                    <a:pt x="3305" y="1720"/>
                    <a:pt x="3289" y="1688"/>
                  </a:cubicBezTo>
                  <a:cubicBezTo>
                    <a:pt x="3269" y="1660"/>
                    <a:pt x="3253" y="1624"/>
                    <a:pt x="3225" y="1604"/>
                  </a:cubicBezTo>
                  <a:cubicBezTo>
                    <a:pt x="3201" y="1580"/>
                    <a:pt x="3173" y="1548"/>
                    <a:pt x="3153" y="1528"/>
                  </a:cubicBezTo>
                  <a:cubicBezTo>
                    <a:pt x="3133" y="1508"/>
                    <a:pt x="3105" y="1488"/>
                    <a:pt x="3085" y="1468"/>
                  </a:cubicBezTo>
                  <a:cubicBezTo>
                    <a:pt x="3073" y="1456"/>
                    <a:pt x="3061" y="1448"/>
                    <a:pt x="3049" y="1436"/>
                  </a:cubicBezTo>
                  <a:lnTo>
                    <a:pt x="3021" y="1408"/>
                  </a:lnTo>
                  <a:cubicBezTo>
                    <a:pt x="3005" y="1388"/>
                    <a:pt x="2985" y="1364"/>
                    <a:pt x="2965" y="1344"/>
                  </a:cubicBezTo>
                  <a:cubicBezTo>
                    <a:pt x="2949" y="1320"/>
                    <a:pt x="2929" y="1300"/>
                    <a:pt x="2913" y="1276"/>
                  </a:cubicBezTo>
                  <a:lnTo>
                    <a:pt x="2865" y="1208"/>
                  </a:lnTo>
                  <a:cubicBezTo>
                    <a:pt x="2737" y="1020"/>
                    <a:pt x="2637" y="824"/>
                    <a:pt x="2537" y="644"/>
                  </a:cubicBezTo>
                  <a:cubicBezTo>
                    <a:pt x="2489" y="556"/>
                    <a:pt x="2433" y="472"/>
                    <a:pt x="2369" y="392"/>
                  </a:cubicBezTo>
                  <a:cubicBezTo>
                    <a:pt x="2309" y="320"/>
                    <a:pt x="2237" y="260"/>
                    <a:pt x="2153" y="216"/>
                  </a:cubicBezTo>
                  <a:cubicBezTo>
                    <a:pt x="2077" y="176"/>
                    <a:pt x="2013" y="140"/>
                    <a:pt x="1953" y="100"/>
                  </a:cubicBezTo>
                  <a:cubicBezTo>
                    <a:pt x="1897" y="60"/>
                    <a:pt x="1833" y="28"/>
                    <a:pt x="1769" y="8"/>
                  </a:cubicBezTo>
                  <a:cubicBezTo>
                    <a:pt x="1744" y="3"/>
                    <a:pt x="1719" y="0"/>
                    <a:pt x="16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51"/>
            <p:cNvSpPr/>
            <p:nvPr/>
          </p:nvSpPr>
          <p:spPr>
            <a:xfrm>
              <a:off x="2812529" y="2637066"/>
              <a:ext cx="639304" cy="606059"/>
            </a:xfrm>
            <a:custGeom>
              <a:avLst/>
              <a:gdLst/>
              <a:ahLst/>
              <a:cxnLst/>
              <a:rect l="l" t="t" r="r" b="b"/>
              <a:pathLst>
                <a:path w="3173" h="3008" extrusionOk="0">
                  <a:moveTo>
                    <a:pt x="1995" y="1"/>
                  </a:moveTo>
                  <a:cubicBezTo>
                    <a:pt x="1951" y="1"/>
                    <a:pt x="1906" y="3"/>
                    <a:pt x="1861" y="6"/>
                  </a:cubicBezTo>
                  <a:cubicBezTo>
                    <a:pt x="1765" y="18"/>
                    <a:pt x="1669" y="34"/>
                    <a:pt x="1573" y="54"/>
                  </a:cubicBezTo>
                  <a:cubicBezTo>
                    <a:pt x="1481" y="74"/>
                    <a:pt x="1389" y="102"/>
                    <a:pt x="1297" y="126"/>
                  </a:cubicBezTo>
                  <a:cubicBezTo>
                    <a:pt x="1253" y="138"/>
                    <a:pt x="1209" y="150"/>
                    <a:pt x="1165" y="158"/>
                  </a:cubicBezTo>
                  <a:cubicBezTo>
                    <a:pt x="1134" y="161"/>
                    <a:pt x="1103" y="164"/>
                    <a:pt x="1071" y="164"/>
                  </a:cubicBezTo>
                  <a:cubicBezTo>
                    <a:pt x="1059" y="164"/>
                    <a:pt x="1046" y="163"/>
                    <a:pt x="1033" y="162"/>
                  </a:cubicBezTo>
                  <a:cubicBezTo>
                    <a:pt x="841" y="162"/>
                    <a:pt x="649" y="194"/>
                    <a:pt x="461" y="254"/>
                  </a:cubicBezTo>
                  <a:cubicBezTo>
                    <a:pt x="369" y="286"/>
                    <a:pt x="281" y="330"/>
                    <a:pt x="201" y="386"/>
                  </a:cubicBezTo>
                  <a:cubicBezTo>
                    <a:pt x="125" y="442"/>
                    <a:pt x="57" y="510"/>
                    <a:pt x="1" y="594"/>
                  </a:cubicBezTo>
                  <a:lnTo>
                    <a:pt x="13" y="602"/>
                  </a:lnTo>
                  <a:cubicBezTo>
                    <a:pt x="77" y="534"/>
                    <a:pt x="149" y="474"/>
                    <a:pt x="229" y="430"/>
                  </a:cubicBezTo>
                  <a:cubicBezTo>
                    <a:pt x="309" y="386"/>
                    <a:pt x="397" y="350"/>
                    <a:pt x="485" y="330"/>
                  </a:cubicBezTo>
                  <a:cubicBezTo>
                    <a:pt x="626" y="299"/>
                    <a:pt x="769" y="282"/>
                    <a:pt x="915" y="282"/>
                  </a:cubicBezTo>
                  <a:cubicBezTo>
                    <a:pt x="955" y="282"/>
                    <a:pt x="996" y="284"/>
                    <a:pt x="1037" y="286"/>
                  </a:cubicBezTo>
                  <a:cubicBezTo>
                    <a:pt x="1061" y="288"/>
                    <a:pt x="1086" y="289"/>
                    <a:pt x="1111" y="289"/>
                  </a:cubicBezTo>
                  <a:cubicBezTo>
                    <a:pt x="1136" y="289"/>
                    <a:pt x="1161" y="288"/>
                    <a:pt x="1185" y="286"/>
                  </a:cubicBezTo>
                  <a:cubicBezTo>
                    <a:pt x="1237" y="278"/>
                    <a:pt x="1285" y="266"/>
                    <a:pt x="1329" y="258"/>
                  </a:cubicBezTo>
                  <a:cubicBezTo>
                    <a:pt x="1421" y="234"/>
                    <a:pt x="1513" y="210"/>
                    <a:pt x="1605" y="194"/>
                  </a:cubicBezTo>
                  <a:cubicBezTo>
                    <a:pt x="1693" y="178"/>
                    <a:pt x="1785" y="162"/>
                    <a:pt x="1873" y="154"/>
                  </a:cubicBezTo>
                  <a:cubicBezTo>
                    <a:pt x="1919" y="150"/>
                    <a:pt x="1964" y="148"/>
                    <a:pt x="2008" y="148"/>
                  </a:cubicBezTo>
                  <a:cubicBezTo>
                    <a:pt x="2053" y="148"/>
                    <a:pt x="2097" y="150"/>
                    <a:pt x="2141" y="154"/>
                  </a:cubicBezTo>
                  <a:cubicBezTo>
                    <a:pt x="2165" y="154"/>
                    <a:pt x="2185" y="158"/>
                    <a:pt x="2209" y="162"/>
                  </a:cubicBezTo>
                  <a:cubicBezTo>
                    <a:pt x="2229" y="166"/>
                    <a:pt x="2249" y="170"/>
                    <a:pt x="2269" y="174"/>
                  </a:cubicBezTo>
                  <a:lnTo>
                    <a:pt x="2329" y="194"/>
                  </a:lnTo>
                  <a:lnTo>
                    <a:pt x="2393" y="222"/>
                  </a:lnTo>
                  <a:cubicBezTo>
                    <a:pt x="2469" y="258"/>
                    <a:pt x="2533" y="310"/>
                    <a:pt x="2585" y="378"/>
                  </a:cubicBezTo>
                  <a:cubicBezTo>
                    <a:pt x="2613" y="414"/>
                    <a:pt x="2637" y="450"/>
                    <a:pt x="2661" y="486"/>
                  </a:cubicBezTo>
                  <a:cubicBezTo>
                    <a:pt x="2685" y="526"/>
                    <a:pt x="2709" y="566"/>
                    <a:pt x="2725" y="606"/>
                  </a:cubicBezTo>
                  <a:cubicBezTo>
                    <a:pt x="2745" y="650"/>
                    <a:pt x="2761" y="690"/>
                    <a:pt x="2777" y="734"/>
                  </a:cubicBezTo>
                  <a:cubicBezTo>
                    <a:pt x="2797" y="778"/>
                    <a:pt x="2813" y="818"/>
                    <a:pt x="2825" y="862"/>
                  </a:cubicBezTo>
                  <a:cubicBezTo>
                    <a:pt x="2857" y="954"/>
                    <a:pt x="2881" y="1042"/>
                    <a:pt x="2901" y="1134"/>
                  </a:cubicBezTo>
                  <a:cubicBezTo>
                    <a:pt x="2921" y="1226"/>
                    <a:pt x="2933" y="1318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lnTo>
                    <a:pt x="2953" y="1622"/>
                  </a:ln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80"/>
                    <a:pt x="3038" y="1856"/>
                    <a:pt x="3098" y="1920"/>
                  </a:cubicBezTo>
                  <a:lnTo>
                    <a:pt x="3098" y="1920"/>
                  </a:lnTo>
                  <a:lnTo>
                    <a:pt x="3049" y="1942"/>
                  </a:lnTo>
                  <a:lnTo>
                    <a:pt x="2977" y="1982"/>
                  </a:lnTo>
                  <a:cubicBezTo>
                    <a:pt x="2929" y="2014"/>
                    <a:pt x="2881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29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6"/>
                  </a:lnTo>
                  <a:cubicBezTo>
                    <a:pt x="2169" y="2870"/>
                    <a:pt x="2129" y="2886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4"/>
                    <a:pt x="1621" y="2822"/>
                  </a:cubicBezTo>
                  <a:cubicBezTo>
                    <a:pt x="1573" y="2806"/>
                    <a:pt x="1521" y="2786"/>
                    <a:pt x="1473" y="2766"/>
                  </a:cubicBezTo>
                  <a:cubicBezTo>
                    <a:pt x="1421" y="2746"/>
                    <a:pt x="1373" y="2722"/>
                    <a:pt x="1325" y="2694"/>
                  </a:cubicBezTo>
                  <a:cubicBezTo>
                    <a:pt x="1229" y="2642"/>
                    <a:pt x="1121" y="2602"/>
                    <a:pt x="1013" y="2578"/>
                  </a:cubicBezTo>
                  <a:lnTo>
                    <a:pt x="1009" y="2590"/>
                  </a:lnTo>
                  <a:cubicBezTo>
                    <a:pt x="1109" y="2634"/>
                    <a:pt x="1205" y="2686"/>
                    <a:pt x="1297" y="2746"/>
                  </a:cubicBezTo>
                  <a:cubicBezTo>
                    <a:pt x="1341" y="2782"/>
                    <a:pt x="1389" y="2810"/>
                    <a:pt x="1441" y="2838"/>
                  </a:cubicBezTo>
                  <a:cubicBezTo>
                    <a:pt x="1489" y="2862"/>
                    <a:pt x="1541" y="2886"/>
                    <a:pt x="1597" y="2906"/>
                  </a:cubicBezTo>
                  <a:cubicBezTo>
                    <a:pt x="1701" y="2950"/>
                    <a:pt x="1813" y="2978"/>
                    <a:pt x="1925" y="2998"/>
                  </a:cubicBezTo>
                  <a:cubicBezTo>
                    <a:pt x="1969" y="3004"/>
                    <a:pt x="2013" y="3008"/>
                    <a:pt x="2055" y="3008"/>
                  </a:cubicBezTo>
                  <a:cubicBezTo>
                    <a:pt x="2070" y="3008"/>
                    <a:pt x="2086" y="3008"/>
                    <a:pt x="2101" y="3006"/>
                  </a:cubicBezTo>
                  <a:cubicBezTo>
                    <a:pt x="2173" y="3002"/>
                    <a:pt x="2241" y="2974"/>
                    <a:pt x="2293" y="2930"/>
                  </a:cubicBezTo>
                  <a:lnTo>
                    <a:pt x="2321" y="2898"/>
                  </a:lnTo>
                  <a:lnTo>
                    <a:pt x="2349" y="2862"/>
                  </a:lnTo>
                  <a:cubicBezTo>
                    <a:pt x="2369" y="2838"/>
                    <a:pt x="2385" y="2818"/>
                    <a:pt x="2401" y="2794"/>
                  </a:cubicBezTo>
                  <a:lnTo>
                    <a:pt x="2493" y="2658"/>
                  </a:lnTo>
                  <a:cubicBezTo>
                    <a:pt x="2557" y="2566"/>
                    <a:pt x="2617" y="2474"/>
                    <a:pt x="2677" y="2386"/>
                  </a:cubicBezTo>
                  <a:cubicBezTo>
                    <a:pt x="2713" y="2342"/>
                    <a:pt x="2745" y="2298"/>
                    <a:pt x="2777" y="2258"/>
                  </a:cubicBezTo>
                  <a:cubicBezTo>
                    <a:pt x="2813" y="2214"/>
                    <a:pt x="2849" y="2174"/>
                    <a:pt x="2885" y="2134"/>
                  </a:cubicBezTo>
                  <a:cubicBezTo>
                    <a:pt x="2925" y="2098"/>
                    <a:pt x="2965" y="2062"/>
                    <a:pt x="3005" y="2030"/>
                  </a:cubicBezTo>
                  <a:lnTo>
                    <a:pt x="3073" y="1982"/>
                  </a:lnTo>
                  <a:lnTo>
                    <a:pt x="3145" y="1946"/>
                  </a:lnTo>
                  <a:lnTo>
                    <a:pt x="3173" y="1930"/>
                  </a:lnTo>
                  <a:lnTo>
                    <a:pt x="3153" y="1910"/>
                  </a:lnTo>
                  <a:cubicBezTo>
                    <a:pt x="3085" y="1846"/>
                    <a:pt x="3033" y="1770"/>
                    <a:pt x="3005" y="1682"/>
                  </a:cubicBezTo>
                  <a:cubicBezTo>
                    <a:pt x="3001" y="1662"/>
                    <a:pt x="2997" y="1638"/>
                    <a:pt x="2997" y="1618"/>
                  </a:cubicBezTo>
                  <a:cubicBezTo>
                    <a:pt x="2993" y="1606"/>
                    <a:pt x="2993" y="1598"/>
                    <a:pt x="2997" y="1586"/>
                  </a:cubicBezTo>
                  <a:lnTo>
                    <a:pt x="2997" y="1550"/>
                  </a:lnTo>
                  <a:cubicBezTo>
                    <a:pt x="3001" y="1502"/>
                    <a:pt x="2997" y="1454"/>
                    <a:pt x="2997" y="1406"/>
                  </a:cubicBezTo>
                  <a:cubicBezTo>
                    <a:pt x="2989" y="1310"/>
                    <a:pt x="2981" y="1214"/>
                    <a:pt x="2969" y="1122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93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5" y="302"/>
                  </a:cubicBezTo>
                  <a:cubicBezTo>
                    <a:pt x="2625" y="214"/>
                    <a:pt x="2541" y="146"/>
                    <a:pt x="2449" y="98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5" y="34"/>
                    <a:pt x="2261" y="26"/>
                    <a:pt x="2233" y="22"/>
                  </a:cubicBezTo>
                  <a:cubicBezTo>
                    <a:pt x="2209" y="18"/>
                    <a:pt x="2185" y="10"/>
                    <a:pt x="2157" y="10"/>
                  </a:cubicBezTo>
                  <a:cubicBezTo>
                    <a:pt x="2104" y="4"/>
                    <a:pt x="2050" y="1"/>
                    <a:pt x="1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51"/>
            <p:cNvSpPr/>
            <p:nvPr/>
          </p:nvSpPr>
          <p:spPr>
            <a:xfrm>
              <a:off x="2403919" y="1908100"/>
              <a:ext cx="864158" cy="805326"/>
            </a:xfrm>
            <a:custGeom>
              <a:avLst/>
              <a:gdLst/>
              <a:ahLst/>
              <a:cxnLst/>
              <a:rect l="l" t="t" r="r" b="b"/>
              <a:pathLst>
                <a:path w="4289" h="3997" extrusionOk="0">
                  <a:moveTo>
                    <a:pt x="3541" y="0"/>
                  </a:moveTo>
                  <a:lnTo>
                    <a:pt x="3509" y="4"/>
                  </a:lnTo>
                  <a:cubicBezTo>
                    <a:pt x="3369" y="16"/>
                    <a:pt x="3229" y="28"/>
                    <a:pt x="3089" y="36"/>
                  </a:cubicBezTo>
                  <a:cubicBezTo>
                    <a:pt x="3055" y="38"/>
                    <a:pt x="3021" y="39"/>
                    <a:pt x="2986" y="39"/>
                  </a:cubicBezTo>
                  <a:cubicBezTo>
                    <a:pt x="2952" y="39"/>
                    <a:pt x="2917" y="38"/>
                    <a:pt x="2881" y="36"/>
                  </a:cubicBezTo>
                  <a:cubicBezTo>
                    <a:pt x="2809" y="32"/>
                    <a:pt x="2741" y="32"/>
                    <a:pt x="2669" y="32"/>
                  </a:cubicBezTo>
                  <a:cubicBezTo>
                    <a:pt x="2620" y="31"/>
                    <a:pt x="2571" y="30"/>
                    <a:pt x="2523" y="30"/>
                  </a:cubicBezTo>
                  <a:cubicBezTo>
                    <a:pt x="2287" y="30"/>
                    <a:pt x="2053" y="46"/>
                    <a:pt x="1821" y="72"/>
                  </a:cubicBezTo>
                  <a:cubicBezTo>
                    <a:pt x="1677" y="88"/>
                    <a:pt x="1533" y="116"/>
                    <a:pt x="1397" y="160"/>
                  </a:cubicBezTo>
                  <a:cubicBezTo>
                    <a:pt x="1361" y="172"/>
                    <a:pt x="1325" y="184"/>
                    <a:pt x="1293" y="200"/>
                  </a:cubicBezTo>
                  <a:cubicBezTo>
                    <a:pt x="1261" y="212"/>
                    <a:pt x="1225" y="236"/>
                    <a:pt x="1193" y="252"/>
                  </a:cubicBezTo>
                  <a:cubicBezTo>
                    <a:pt x="1165" y="268"/>
                    <a:pt x="1133" y="292"/>
                    <a:pt x="1105" y="304"/>
                  </a:cubicBezTo>
                  <a:cubicBezTo>
                    <a:pt x="1077" y="320"/>
                    <a:pt x="1045" y="332"/>
                    <a:pt x="1017" y="344"/>
                  </a:cubicBezTo>
                  <a:cubicBezTo>
                    <a:pt x="885" y="392"/>
                    <a:pt x="753" y="428"/>
                    <a:pt x="617" y="456"/>
                  </a:cubicBezTo>
                  <a:cubicBezTo>
                    <a:pt x="541" y="476"/>
                    <a:pt x="469" y="508"/>
                    <a:pt x="401" y="548"/>
                  </a:cubicBezTo>
                  <a:cubicBezTo>
                    <a:pt x="337" y="592"/>
                    <a:pt x="277" y="652"/>
                    <a:pt x="233" y="720"/>
                  </a:cubicBezTo>
                  <a:cubicBezTo>
                    <a:pt x="213" y="748"/>
                    <a:pt x="197" y="784"/>
                    <a:pt x="177" y="816"/>
                  </a:cubicBezTo>
                  <a:cubicBezTo>
                    <a:pt x="161" y="848"/>
                    <a:pt x="145" y="884"/>
                    <a:pt x="133" y="920"/>
                  </a:cubicBezTo>
                  <a:cubicBezTo>
                    <a:pt x="105" y="988"/>
                    <a:pt x="81" y="1060"/>
                    <a:pt x="65" y="1128"/>
                  </a:cubicBezTo>
                  <a:cubicBezTo>
                    <a:pt x="29" y="1272"/>
                    <a:pt x="13" y="1416"/>
                    <a:pt x="9" y="1564"/>
                  </a:cubicBezTo>
                  <a:cubicBezTo>
                    <a:pt x="1" y="1708"/>
                    <a:pt x="13" y="1856"/>
                    <a:pt x="45" y="1996"/>
                  </a:cubicBezTo>
                  <a:cubicBezTo>
                    <a:pt x="77" y="2140"/>
                    <a:pt x="125" y="2280"/>
                    <a:pt x="189" y="2408"/>
                  </a:cubicBezTo>
                  <a:cubicBezTo>
                    <a:pt x="245" y="2540"/>
                    <a:pt x="313" y="2664"/>
                    <a:pt x="373" y="2788"/>
                  </a:cubicBezTo>
                  <a:cubicBezTo>
                    <a:pt x="489" y="3040"/>
                    <a:pt x="525" y="3320"/>
                    <a:pt x="481" y="3592"/>
                  </a:cubicBezTo>
                  <a:cubicBezTo>
                    <a:pt x="465" y="3660"/>
                    <a:pt x="457" y="3732"/>
                    <a:pt x="457" y="3804"/>
                  </a:cubicBezTo>
                  <a:cubicBezTo>
                    <a:pt x="469" y="3880"/>
                    <a:pt x="505" y="3948"/>
                    <a:pt x="557" y="3996"/>
                  </a:cubicBezTo>
                  <a:lnTo>
                    <a:pt x="569" y="3988"/>
                  </a:lnTo>
                  <a:cubicBezTo>
                    <a:pt x="525" y="3936"/>
                    <a:pt x="497" y="3872"/>
                    <a:pt x="493" y="3804"/>
                  </a:cubicBezTo>
                  <a:cubicBezTo>
                    <a:pt x="497" y="3736"/>
                    <a:pt x="513" y="3668"/>
                    <a:pt x="533" y="3604"/>
                  </a:cubicBezTo>
                  <a:cubicBezTo>
                    <a:pt x="549" y="3532"/>
                    <a:pt x="561" y="3464"/>
                    <a:pt x="569" y="3392"/>
                  </a:cubicBezTo>
                  <a:cubicBezTo>
                    <a:pt x="569" y="3352"/>
                    <a:pt x="565" y="3316"/>
                    <a:pt x="569" y="3280"/>
                  </a:cubicBezTo>
                  <a:cubicBezTo>
                    <a:pt x="569" y="3248"/>
                    <a:pt x="561" y="3208"/>
                    <a:pt x="561" y="3176"/>
                  </a:cubicBezTo>
                  <a:cubicBezTo>
                    <a:pt x="553" y="3028"/>
                    <a:pt x="517" y="2888"/>
                    <a:pt x="461" y="2752"/>
                  </a:cubicBezTo>
                  <a:cubicBezTo>
                    <a:pt x="409" y="2616"/>
                    <a:pt x="341" y="2492"/>
                    <a:pt x="293" y="2364"/>
                  </a:cubicBezTo>
                  <a:cubicBezTo>
                    <a:pt x="237" y="2240"/>
                    <a:pt x="197" y="2108"/>
                    <a:pt x="169" y="1976"/>
                  </a:cubicBezTo>
                  <a:cubicBezTo>
                    <a:pt x="149" y="1840"/>
                    <a:pt x="141" y="1704"/>
                    <a:pt x="145" y="1568"/>
                  </a:cubicBezTo>
                  <a:cubicBezTo>
                    <a:pt x="153" y="1436"/>
                    <a:pt x="173" y="1300"/>
                    <a:pt x="205" y="1168"/>
                  </a:cubicBezTo>
                  <a:cubicBezTo>
                    <a:pt x="221" y="1104"/>
                    <a:pt x="241" y="1040"/>
                    <a:pt x="269" y="976"/>
                  </a:cubicBezTo>
                  <a:cubicBezTo>
                    <a:pt x="277" y="944"/>
                    <a:pt x="293" y="916"/>
                    <a:pt x="305" y="888"/>
                  </a:cubicBezTo>
                  <a:cubicBezTo>
                    <a:pt x="321" y="860"/>
                    <a:pt x="337" y="832"/>
                    <a:pt x="357" y="804"/>
                  </a:cubicBezTo>
                  <a:cubicBezTo>
                    <a:pt x="425" y="700"/>
                    <a:pt x="533" y="624"/>
                    <a:pt x="657" y="596"/>
                  </a:cubicBezTo>
                  <a:cubicBezTo>
                    <a:pt x="797" y="564"/>
                    <a:pt x="933" y="520"/>
                    <a:pt x="1065" y="468"/>
                  </a:cubicBezTo>
                  <a:cubicBezTo>
                    <a:pt x="1101" y="456"/>
                    <a:pt x="1133" y="440"/>
                    <a:pt x="1165" y="420"/>
                  </a:cubicBezTo>
                  <a:cubicBezTo>
                    <a:pt x="1201" y="400"/>
                    <a:pt x="1233" y="376"/>
                    <a:pt x="1261" y="364"/>
                  </a:cubicBezTo>
                  <a:cubicBezTo>
                    <a:pt x="1289" y="348"/>
                    <a:pt x="1313" y="332"/>
                    <a:pt x="1345" y="316"/>
                  </a:cubicBezTo>
                  <a:cubicBezTo>
                    <a:pt x="1377" y="304"/>
                    <a:pt x="1405" y="292"/>
                    <a:pt x="1437" y="280"/>
                  </a:cubicBezTo>
                  <a:cubicBezTo>
                    <a:pt x="1565" y="236"/>
                    <a:pt x="1701" y="204"/>
                    <a:pt x="1837" y="184"/>
                  </a:cubicBezTo>
                  <a:cubicBezTo>
                    <a:pt x="2113" y="140"/>
                    <a:pt x="2393" y="112"/>
                    <a:pt x="2669" y="104"/>
                  </a:cubicBezTo>
                  <a:cubicBezTo>
                    <a:pt x="2720" y="101"/>
                    <a:pt x="2771" y="98"/>
                    <a:pt x="2820" y="98"/>
                  </a:cubicBezTo>
                  <a:cubicBezTo>
                    <a:pt x="2841" y="98"/>
                    <a:pt x="2861" y="99"/>
                    <a:pt x="2881" y="100"/>
                  </a:cubicBezTo>
                  <a:cubicBezTo>
                    <a:pt x="2949" y="100"/>
                    <a:pt x="3025" y="96"/>
                    <a:pt x="3093" y="92"/>
                  </a:cubicBezTo>
                  <a:cubicBezTo>
                    <a:pt x="3226" y="81"/>
                    <a:pt x="3356" y="70"/>
                    <a:pt x="3486" y="56"/>
                  </a:cubicBezTo>
                  <a:lnTo>
                    <a:pt x="3486" y="56"/>
                  </a:lnTo>
                  <a:cubicBezTo>
                    <a:pt x="3466" y="145"/>
                    <a:pt x="3456" y="235"/>
                    <a:pt x="3453" y="324"/>
                  </a:cubicBezTo>
                  <a:cubicBezTo>
                    <a:pt x="3449" y="424"/>
                    <a:pt x="3453" y="528"/>
                    <a:pt x="3473" y="628"/>
                  </a:cubicBezTo>
                  <a:cubicBezTo>
                    <a:pt x="3481" y="680"/>
                    <a:pt x="3493" y="728"/>
                    <a:pt x="3509" y="780"/>
                  </a:cubicBezTo>
                  <a:lnTo>
                    <a:pt x="3541" y="852"/>
                  </a:lnTo>
                  <a:lnTo>
                    <a:pt x="3573" y="920"/>
                  </a:lnTo>
                  <a:cubicBezTo>
                    <a:pt x="3625" y="1008"/>
                    <a:pt x="3669" y="1096"/>
                    <a:pt x="3709" y="1184"/>
                  </a:cubicBezTo>
                  <a:cubicBezTo>
                    <a:pt x="3753" y="1276"/>
                    <a:pt x="3793" y="1368"/>
                    <a:pt x="3829" y="1460"/>
                  </a:cubicBezTo>
                  <a:cubicBezTo>
                    <a:pt x="3869" y="1552"/>
                    <a:pt x="3905" y="1644"/>
                    <a:pt x="3941" y="1736"/>
                  </a:cubicBezTo>
                  <a:cubicBezTo>
                    <a:pt x="3973" y="1828"/>
                    <a:pt x="4009" y="1924"/>
                    <a:pt x="4041" y="2016"/>
                  </a:cubicBezTo>
                  <a:cubicBezTo>
                    <a:pt x="4069" y="2112"/>
                    <a:pt x="4101" y="2204"/>
                    <a:pt x="4125" y="2300"/>
                  </a:cubicBezTo>
                  <a:cubicBezTo>
                    <a:pt x="4145" y="2392"/>
                    <a:pt x="4161" y="2484"/>
                    <a:pt x="4169" y="2576"/>
                  </a:cubicBezTo>
                  <a:cubicBezTo>
                    <a:pt x="4169" y="2672"/>
                    <a:pt x="4149" y="2764"/>
                    <a:pt x="4113" y="2852"/>
                  </a:cubicBezTo>
                  <a:cubicBezTo>
                    <a:pt x="4049" y="3032"/>
                    <a:pt x="3937" y="3192"/>
                    <a:pt x="3789" y="3312"/>
                  </a:cubicBezTo>
                  <a:cubicBezTo>
                    <a:pt x="3717" y="3372"/>
                    <a:pt x="3633" y="3420"/>
                    <a:pt x="3545" y="3448"/>
                  </a:cubicBezTo>
                  <a:cubicBezTo>
                    <a:pt x="3525" y="3456"/>
                    <a:pt x="3497" y="3464"/>
                    <a:pt x="3473" y="3468"/>
                  </a:cubicBezTo>
                  <a:lnTo>
                    <a:pt x="3401" y="3484"/>
                  </a:lnTo>
                  <a:cubicBezTo>
                    <a:pt x="3349" y="3496"/>
                    <a:pt x="3301" y="3512"/>
                    <a:pt x="3253" y="3532"/>
                  </a:cubicBezTo>
                  <a:cubicBezTo>
                    <a:pt x="3157" y="3568"/>
                    <a:pt x="3065" y="3612"/>
                    <a:pt x="2977" y="3664"/>
                  </a:cubicBezTo>
                  <a:cubicBezTo>
                    <a:pt x="2893" y="3716"/>
                    <a:pt x="2809" y="3772"/>
                    <a:pt x="2733" y="3840"/>
                  </a:cubicBezTo>
                  <a:lnTo>
                    <a:pt x="2737" y="3848"/>
                  </a:lnTo>
                  <a:cubicBezTo>
                    <a:pt x="2821" y="3792"/>
                    <a:pt x="2905" y="3740"/>
                    <a:pt x="2997" y="3696"/>
                  </a:cubicBezTo>
                  <a:cubicBezTo>
                    <a:pt x="3085" y="3652"/>
                    <a:pt x="3177" y="3616"/>
                    <a:pt x="3269" y="3588"/>
                  </a:cubicBezTo>
                  <a:cubicBezTo>
                    <a:pt x="3317" y="3576"/>
                    <a:pt x="3361" y="3564"/>
                    <a:pt x="3413" y="3552"/>
                  </a:cubicBezTo>
                  <a:lnTo>
                    <a:pt x="3485" y="3540"/>
                  </a:lnTo>
                  <a:cubicBezTo>
                    <a:pt x="3509" y="3536"/>
                    <a:pt x="3537" y="3532"/>
                    <a:pt x="3561" y="3524"/>
                  </a:cubicBezTo>
                  <a:cubicBezTo>
                    <a:pt x="3665" y="3496"/>
                    <a:pt x="3761" y="3452"/>
                    <a:pt x="3845" y="3388"/>
                  </a:cubicBezTo>
                  <a:cubicBezTo>
                    <a:pt x="4017" y="3260"/>
                    <a:pt x="4145" y="3088"/>
                    <a:pt x="4221" y="2892"/>
                  </a:cubicBezTo>
                  <a:cubicBezTo>
                    <a:pt x="4261" y="2792"/>
                    <a:pt x="4285" y="2688"/>
                    <a:pt x="4289" y="2580"/>
                  </a:cubicBezTo>
                  <a:cubicBezTo>
                    <a:pt x="4285" y="2476"/>
                    <a:pt x="4269" y="2368"/>
                    <a:pt x="4241" y="2264"/>
                  </a:cubicBezTo>
                  <a:cubicBezTo>
                    <a:pt x="4213" y="2168"/>
                    <a:pt x="4185" y="2068"/>
                    <a:pt x="4149" y="1972"/>
                  </a:cubicBezTo>
                  <a:cubicBezTo>
                    <a:pt x="4117" y="1880"/>
                    <a:pt x="4081" y="1784"/>
                    <a:pt x="4041" y="1692"/>
                  </a:cubicBezTo>
                  <a:cubicBezTo>
                    <a:pt x="4001" y="1600"/>
                    <a:pt x="3957" y="1508"/>
                    <a:pt x="3913" y="1416"/>
                  </a:cubicBezTo>
                  <a:cubicBezTo>
                    <a:pt x="3869" y="1324"/>
                    <a:pt x="3821" y="1236"/>
                    <a:pt x="3777" y="1148"/>
                  </a:cubicBezTo>
                  <a:cubicBezTo>
                    <a:pt x="3729" y="1060"/>
                    <a:pt x="3681" y="968"/>
                    <a:pt x="3625" y="888"/>
                  </a:cubicBezTo>
                  <a:lnTo>
                    <a:pt x="3589" y="820"/>
                  </a:lnTo>
                  <a:cubicBezTo>
                    <a:pt x="3577" y="800"/>
                    <a:pt x="3569" y="780"/>
                    <a:pt x="3561" y="756"/>
                  </a:cubicBezTo>
                  <a:cubicBezTo>
                    <a:pt x="3545" y="712"/>
                    <a:pt x="3529" y="664"/>
                    <a:pt x="3517" y="616"/>
                  </a:cubicBezTo>
                  <a:cubicBezTo>
                    <a:pt x="3501" y="520"/>
                    <a:pt x="3493" y="420"/>
                    <a:pt x="3497" y="324"/>
                  </a:cubicBezTo>
                  <a:cubicBezTo>
                    <a:pt x="3497" y="224"/>
                    <a:pt x="3513" y="128"/>
                    <a:pt x="3533" y="32"/>
                  </a:cubicBezTo>
                  <a:lnTo>
                    <a:pt x="35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51"/>
            <p:cNvSpPr/>
            <p:nvPr/>
          </p:nvSpPr>
          <p:spPr>
            <a:xfrm>
              <a:off x="1737410" y="2169625"/>
              <a:ext cx="773894" cy="711838"/>
            </a:xfrm>
            <a:custGeom>
              <a:avLst/>
              <a:gdLst/>
              <a:ahLst/>
              <a:cxnLst/>
              <a:rect l="l" t="t" r="r" b="b"/>
              <a:pathLst>
                <a:path w="3841" h="3533" extrusionOk="0">
                  <a:moveTo>
                    <a:pt x="1907" y="1"/>
                  </a:moveTo>
                  <a:cubicBezTo>
                    <a:pt x="1880" y="1"/>
                    <a:pt x="1852" y="1"/>
                    <a:pt x="1825" y="2"/>
                  </a:cubicBezTo>
                  <a:cubicBezTo>
                    <a:pt x="1721" y="2"/>
                    <a:pt x="1621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6" y="126"/>
                    <a:pt x="828" y="142"/>
                    <a:pt x="780" y="158"/>
                  </a:cubicBezTo>
                  <a:lnTo>
                    <a:pt x="640" y="214"/>
                  </a:lnTo>
                  <a:cubicBezTo>
                    <a:pt x="548" y="254"/>
                    <a:pt x="452" y="282"/>
                    <a:pt x="356" y="298"/>
                  </a:cubicBezTo>
                  <a:cubicBezTo>
                    <a:pt x="306" y="311"/>
                    <a:pt x="253" y="317"/>
                    <a:pt x="199" y="317"/>
                  </a:cubicBezTo>
                  <a:cubicBezTo>
                    <a:pt x="156" y="317"/>
                    <a:pt x="112" y="313"/>
                    <a:pt x="68" y="306"/>
                  </a:cubicBezTo>
                  <a:lnTo>
                    <a:pt x="0" y="294"/>
                  </a:lnTo>
                  <a:lnTo>
                    <a:pt x="40" y="354"/>
                  </a:lnTo>
                  <a:cubicBezTo>
                    <a:pt x="96" y="446"/>
                    <a:pt x="132" y="550"/>
                    <a:pt x="144" y="662"/>
                  </a:cubicBezTo>
                  <a:cubicBezTo>
                    <a:pt x="156" y="770"/>
                    <a:pt x="148" y="878"/>
                    <a:pt x="120" y="986"/>
                  </a:cubicBezTo>
                  <a:lnTo>
                    <a:pt x="100" y="1070"/>
                  </a:lnTo>
                  <a:lnTo>
                    <a:pt x="84" y="1158"/>
                  </a:lnTo>
                  <a:cubicBezTo>
                    <a:pt x="80" y="1218"/>
                    <a:pt x="72" y="1278"/>
                    <a:pt x="72" y="1334"/>
                  </a:cubicBezTo>
                  <a:cubicBezTo>
                    <a:pt x="68" y="1454"/>
                    <a:pt x="80" y="1574"/>
                    <a:pt x="104" y="1690"/>
                  </a:cubicBezTo>
                  <a:cubicBezTo>
                    <a:pt x="128" y="1810"/>
                    <a:pt x="172" y="1922"/>
                    <a:pt x="232" y="2030"/>
                  </a:cubicBezTo>
                  <a:cubicBezTo>
                    <a:pt x="296" y="2134"/>
                    <a:pt x="372" y="2230"/>
                    <a:pt x="468" y="2306"/>
                  </a:cubicBezTo>
                  <a:lnTo>
                    <a:pt x="540" y="2362"/>
                  </a:lnTo>
                  <a:cubicBezTo>
                    <a:pt x="564" y="2382"/>
                    <a:pt x="592" y="2398"/>
                    <a:pt x="616" y="2414"/>
                  </a:cubicBezTo>
                  <a:cubicBezTo>
                    <a:pt x="668" y="2446"/>
                    <a:pt x="724" y="2470"/>
                    <a:pt x="780" y="2494"/>
                  </a:cubicBezTo>
                  <a:cubicBezTo>
                    <a:pt x="888" y="2542"/>
                    <a:pt x="996" y="2578"/>
                    <a:pt x="1104" y="2614"/>
                  </a:cubicBezTo>
                  <a:cubicBezTo>
                    <a:pt x="1324" y="2690"/>
                    <a:pt x="1544" y="2754"/>
                    <a:pt x="1757" y="2834"/>
                  </a:cubicBezTo>
                  <a:cubicBezTo>
                    <a:pt x="1861" y="2874"/>
                    <a:pt x="1965" y="2914"/>
                    <a:pt x="2065" y="2966"/>
                  </a:cubicBezTo>
                  <a:cubicBezTo>
                    <a:pt x="2165" y="3014"/>
                    <a:pt x="2257" y="3074"/>
                    <a:pt x="2341" y="3142"/>
                  </a:cubicBezTo>
                  <a:cubicBezTo>
                    <a:pt x="2381" y="3178"/>
                    <a:pt x="2421" y="3218"/>
                    <a:pt x="2457" y="3258"/>
                  </a:cubicBezTo>
                  <a:lnTo>
                    <a:pt x="2481" y="3290"/>
                  </a:lnTo>
                  <a:lnTo>
                    <a:pt x="2489" y="3298"/>
                  </a:lnTo>
                  <a:lnTo>
                    <a:pt x="2493" y="3302"/>
                  </a:lnTo>
                  <a:lnTo>
                    <a:pt x="2501" y="3310"/>
                  </a:lnTo>
                  <a:lnTo>
                    <a:pt x="2517" y="3326"/>
                  </a:lnTo>
                  <a:cubicBezTo>
                    <a:pt x="2533" y="3346"/>
                    <a:pt x="2557" y="3370"/>
                    <a:pt x="2581" y="3390"/>
                  </a:cubicBezTo>
                  <a:cubicBezTo>
                    <a:pt x="2677" y="3466"/>
                    <a:pt x="2793" y="3514"/>
                    <a:pt x="2917" y="3526"/>
                  </a:cubicBezTo>
                  <a:cubicBezTo>
                    <a:pt x="2958" y="3531"/>
                    <a:pt x="3000" y="3533"/>
                    <a:pt x="3042" y="3533"/>
                  </a:cubicBezTo>
                  <a:cubicBezTo>
                    <a:pt x="3118" y="3533"/>
                    <a:pt x="3193" y="3526"/>
                    <a:pt x="3265" y="3510"/>
                  </a:cubicBezTo>
                  <a:cubicBezTo>
                    <a:pt x="3381" y="3490"/>
                    <a:pt x="3493" y="3454"/>
                    <a:pt x="3597" y="3410"/>
                  </a:cubicBezTo>
                  <a:lnTo>
                    <a:pt x="3593" y="3398"/>
                  </a:lnTo>
                  <a:cubicBezTo>
                    <a:pt x="3485" y="3430"/>
                    <a:pt x="3373" y="3454"/>
                    <a:pt x="3261" y="3466"/>
                  </a:cubicBezTo>
                  <a:cubicBezTo>
                    <a:pt x="3219" y="3471"/>
                    <a:pt x="3177" y="3473"/>
                    <a:pt x="3135" y="3473"/>
                  </a:cubicBezTo>
                  <a:cubicBezTo>
                    <a:pt x="3065" y="3473"/>
                    <a:pt x="2996" y="3467"/>
                    <a:pt x="2929" y="3454"/>
                  </a:cubicBezTo>
                  <a:cubicBezTo>
                    <a:pt x="2821" y="3438"/>
                    <a:pt x="2725" y="3390"/>
                    <a:pt x="2645" y="3322"/>
                  </a:cubicBezTo>
                  <a:cubicBezTo>
                    <a:pt x="2625" y="3302"/>
                    <a:pt x="2605" y="3282"/>
                    <a:pt x="2589" y="3262"/>
                  </a:cubicBezTo>
                  <a:lnTo>
                    <a:pt x="2565" y="3230"/>
                  </a:lnTo>
                  <a:lnTo>
                    <a:pt x="2537" y="3194"/>
                  </a:lnTo>
                  <a:cubicBezTo>
                    <a:pt x="2501" y="3146"/>
                    <a:pt x="2457" y="3102"/>
                    <a:pt x="2413" y="3062"/>
                  </a:cubicBezTo>
                  <a:cubicBezTo>
                    <a:pt x="2325" y="2982"/>
                    <a:pt x="2229" y="2914"/>
                    <a:pt x="2121" y="2858"/>
                  </a:cubicBezTo>
                  <a:cubicBezTo>
                    <a:pt x="2021" y="2802"/>
                    <a:pt x="1913" y="2750"/>
                    <a:pt x="1805" y="2706"/>
                  </a:cubicBezTo>
                  <a:cubicBezTo>
                    <a:pt x="1588" y="2622"/>
                    <a:pt x="1368" y="2550"/>
                    <a:pt x="1152" y="2478"/>
                  </a:cubicBezTo>
                  <a:lnTo>
                    <a:pt x="992" y="2422"/>
                  </a:lnTo>
                  <a:cubicBezTo>
                    <a:pt x="940" y="2402"/>
                    <a:pt x="880" y="2382"/>
                    <a:pt x="836" y="2362"/>
                  </a:cubicBezTo>
                  <a:cubicBezTo>
                    <a:pt x="784" y="2342"/>
                    <a:pt x="736" y="2318"/>
                    <a:pt x="688" y="2290"/>
                  </a:cubicBezTo>
                  <a:cubicBezTo>
                    <a:pt x="548" y="2214"/>
                    <a:pt x="432" y="2102"/>
                    <a:pt x="348" y="1962"/>
                  </a:cubicBezTo>
                  <a:cubicBezTo>
                    <a:pt x="292" y="1870"/>
                    <a:pt x="248" y="1770"/>
                    <a:pt x="224" y="1662"/>
                  </a:cubicBezTo>
                  <a:cubicBezTo>
                    <a:pt x="196" y="1558"/>
                    <a:pt x="184" y="1446"/>
                    <a:pt x="184" y="1338"/>
                  </a:cubicBezTo>
                  <a:cubicBezTo>
                    <a:pt x="184" y="1282"/>
                    <a:pt x="184" y="1226"/>
                    <a:pt x="192" y="1170"/>
                  </a:cubicBezTo>
                  <a:lnTo>
                    <a:pt x="200" y="1090"/>
                  </a:lnTo>
                  <a:lnTo>
                    <a:pt x="212" y="1006"/>
                  </a:lnTo>
                  <a:cubicBezTo>
                    <a:pt x="236" y="890"/>
                    <a:pt x="240" y="770"/>
                    <a:pt x="220" y="650"/>
                  </a:cubicBezTo>
                  <a:cubicBezTo>
                    <a:pt x="204" y="551"/>
                    <a:pt x="171" y="457"/>
                    <a:pt x="122" y="371"/>
                  </a:cubicBezTo>
                  <a:lnTo>
                    <a:pt x="122" y="371"/>
                  </a:lnTo>
                  <a:cubicBezTo>
                    <a:pt x="132" y="372"/>
                    <a:pt x="142" y="372"/>
                    <a:pt x="153" y="372"/>
                  </a:cubicBezTo>
                  <a:cubicBezTo>
                    <a:pt x="224" y="372"/>
                    <a:pt x="295" y="363"/>
                    <a:pt x="364" y="346"/>
                  </a:cubicBezTo>
                  <a:cubicBezTo>
                    <a:pt x="464" y="326"/>
                    <a:pt x="564" y="294"/>
                    <a:pt x="656" y="254"/>
                  </a:cubicBezTo>
                  <a:cubicBezTo>
                    <a:pt x="700" y="234"/>
                    <a:pt x="748" y="214"/>
                    <a:pt x="792" y="198"/>
                  </a:cubicBezTo>
                  <a:cubicBezTo>
                    <a:pt x="840" y="186"/>
                    <a:pt x="884" y="170"/>
                    <a:pt x="936" y="158"/>
                  </a:cubicBezTo>
                  <a:cubicBezTo>
                    <a:pt x="1032" y="138"/>
                    <a:pt x="1132" y="118"/>
                    <a:pt x="1228" y="110"/>
                  </a:cubicBezTo>
                  <a:cubicBezTo>
                    <a:pt x="1328" y="98"/>
                    <a:pt x="1428" y="90"/>
                    <a:pt x="1528" y="90"/>
                  </a:cubicBezTo>
                  <a:cubicBezTo>
                    <a:pt x="1568" y="89"/>
                    <a:pt x="1609" y="88"/>
                    <a:pt x="1650" y="88"/>
                  </a:cubicBezTo>
                  <a:cubicBezTo>
                    <a:pt x="1707" y="88"/>
                    <a:pt x="1766" y="90"/>
                    <a:pt x="1825" y="94"/>
                  </a:cubicBezTo>
                  <a:cubicBezTo>
                    <a:pt x="1921" y="98"/>
                    <a:pt x="2021" y="106"/>
                    <a:pt x="2117" y="122"/>
                  </a:cubicBezTo>
                  <a:cubicBezTo>
                    <a:pt x="2165" y="130"/>
                    <a:pt x="2213" y="134"/>
                    <a:pt x="2261" y="146"/>
                  </a:cubicBezTo>
                  <a:lnTo>
                    <a:pt x="2333" y="162"/>
                  </a:lnTo>
                  <a:lnTo>
                    <a:pt x="2405" y="178"/>
                  </a:lnTo>
                  <a:cubicBezTo>
                    <a:pt x="2453" y="190"/>
                    <a:pt x="2493" y="206"/>
                    <a:pt x="2537" y="222"/>
                  </a:cubicBezTo>
                  <a:cubicBezTo>
                    <a:pt x="2557" y="230"/>
                    <a:pt x="2581" y="242"/>
                    <a:pt x="2605" y="254"/>
                  </a:cubicBezTo>
                  <a:lnTo>
                    <a:pt x="2633" y="266"/>
                  </a:lnTo>
                  <a:lnTo>
                    <a:pt x="2661" y="286"/>
                  </a:lnTo>
                  <a:cubicBezTo>
                    <a:pt x="2741" y="334"/>
                    <a:pt x="2809" y="398"/>
                    <a:pt x="2861" y="474"/>
                  </a:cubicBezTo>
                  <a:cubicBezTo>
                    <a:pt x="2921" y="554"/>
                    <a:pt x="2969" y="634"/>
                    <a:pt x="3013" y="722"/>
                  </a:cubicBezTo>
                  <a:cubicBezTo>
                    <a:pt x="3057" y="810"/>
                    <a:pt x="3097" y="898"/>
                    <a:pt x="3137" y="990"/>
                  </a:cubicBezTo>
                  <a:lnTo>
                    <a:pt x="3253" y="1266"/>
                  </a:lnTo>
                  <a:cubicBezTo>
                    <a:pt x="3293" y="1362"/>
                    <a:pt x="3341" y="1454"/>
                    <a:pt x="3401" y="1538"/>
                  </a:cubicBezTo>
                  <a:lnTo>
                    <a:pt x="3425" y="1574"/>
                  </a:lnTo>
                  <a:lnTo>
                    <a:pt x="3453" y="1598"/>
                  </a:lnTo>
                  <a:lnTo>
                    <a:pt x="3465" y="1610"/>
                  </a:lnTo>
                  <a:cubicBezTo>
                    <a:pt x="3473" y="1618"/>
                    <a:pt x="3477" y="1622"/>
                    <a:pt x="3485" y="1626"/>
                  </a:cubicBezTo>
                  <a:lnTo>
                    <a:pt x="3513" y="1646"/>
                  </a:lnTo>
                  <a:cubicBezTo>
                    <a:pt x="3553" y="1678"/>
                    <a:pt x="3589" y="1710"/>
                    <a:pt x="3629" y="1742"/>
                  </a:cubicBezTo>
                  <a:cubicBezTo>
                    <a:pt x="3701" y="1810"/>
                    <a:pt x="3769" y="1878"/>
                    <a:pt x="3833" y="1958"/>
                  </a:cubicBezTo>
                  <a:lnTo>
                    <a:pt x="3841" y="1946"/>
                  </a:lnTo>
                  <a:cubicBezTo>
                    <a:pt x="3789" y="1862"/>
                    <a:pt x="3725" y="1782"/>
                    <a:pt x="3657" y="1710"/>
                  </a:cubicBezTo>
                  <a:cubicBezTo>
                    <a:pt x="3621" y="1670"/>
                    <a:pt x="3585" y="1634"/>
                    <a:pt x="3549" y="1602"/>
                  </a:cubicBezTo>
                  <a:lnTo>
                    <a:pt x="3521" y="1574"/>
                  </a:lnTo>
                  <a:cubicBezTo>
                    <a:pt x="3517" y="1570"/>
                    <a:pt x="3513" y="1570"/>
                    <a:pt x="3509" y="1566"/>
                  </a:cubicBezTo>
                  <a:lnTo>
                    <a:pt x="3497" y="1550"/>
                  </a:lnTo>
                  <a:lnTo>
                    <a:pt x="3473" y="1522"/>
                  </a:lnTo>
                  <a:lnTo>
                    <a:pt x="3453" y="1494"/>
                  </a:lnTo>
                  <a:cubicBezTo>
                    <a:pt x="3405" y="1410"/>
                    <a:pt x="3365" y="1322"/>
                    <a:pt x="3333" y="1230"/>
                  </a:cubicBezTo>
                  <a:lnTo>
                    <a:pt x="3233" y="950"/>
                  </a:lnTo>
                  <a:cubicBezTo>
                    <a:pt x="3197" y="854"/>
                    <a:pt x="3157" y="762"/>
                    <a:pt x="3113" y="670"/>
                  </a:cubicBezTo>
                  <a:cubicBezTo>
                    <a:pt x="3069" y="574"/>
                    <a:pt x="3017" y="486"/>
                    <a:pt x="2957" y="402"/>
                  </a:cubicBezTo>
                  <a:cubicBezTo>
                    <a:pt x="2893" y="314"/>
                    <a:pt x="2817" y="238"/>
                    <a:pt x="2725" y="178"/>
                  </a:cubicBezTo>
                  <a:lnTo>
                    <a:pt x="2689" y="154"/>
                  </a:lnTo>
                  <a:lnTo>
                    <a:pt x="2653" y="138"/>
                  </a:lnTo>
                  <a:cubicBezTo>
                    <a:pt x="2629" y="130"/>
                    <a:pt x="2609" y="118"/>
                    <a:pt x="2585" y="106"/>
                  </a:cubicBezTo>
                  <a:cubicBezTo>
                    <a:pt x="2533" y="90"/>
                    <a:pt x="2485" y="74"/>
                    <a:pt x="2433" y="62"/>
                  </a:cubicBezTo>
                  <a:lnTo>
                    <a:pt x="2357" y="42"/>
                  </a:lnTo>
                  <a:lnTo>
                    <a:pt x="2281" y="30"/>
                  </a:lnTo>
                  <a:cubicBezTo>
                    <a:pt x="2229" y="22"/>
                    <a:pt x="2181" y="14"/>
                    <a:pt x="2129" y="10"/>
                  </a:cubicBezTo>
                  <a:cubicBezTo>
                    <a:pt x="2055" y="4"/>
                    <a:pt x="1982" y="1"/>
                    <a:pt x="19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51"/>
            <p:cNvSpPr/>
            <p:nvPr/>
          </p:nvSpPr>
          <p:spPr>
            <a:xfrm>
              <a:off x="2371682" y="2363452"/>
              <a:ext cx="208131" cy="385436"/>
            </a:xfrm>
            <a:custGeom>
              <a:avLst/>
              <a:gdLst/>
              <a:ahLst/>
              <a:cxnLst/>
              <a:rect l="l" t="t" r="r" b="b"/>
              <a:pathLst>
                <a:path w="1033" h="1913" extrusionOk="0">
                  <a:moveTo>
                    <a:pt x="549" y="0"/>
                  </a:moveTo>
                  <a:cubicBezTo>
                    <a:pt x="541" y="44"/>
                    <a:pt x="549" y="92"/>
                    <a:pt x="573" y="132"/>
                  </a:cubicBezTo>
                  <a:cubicBezTo>
                    <a:pt x="593" y="172"/>
                    <a:pt x="617" y="208"/>
                    <a:pt x="645" y="244"/>
                  </a:cubicBezTo>
                  <a:cubicBezTo>
                    <a:pt x="705" y="312"/>
                    <a:pt x="769" y="376"/>
                    <a:pt x="821" y="440"/>
                  </a:cubicBezTo>
                  <a:cubicBezTo>
                    <a:pt x="849" y="472"/>
                    <a:pt x="869" y="508"/>
                    <a:pt x="885" y="544"/>
                  </a:cubicBezTo>
                  <a:cubicBezTo>
                    <a:pt x="901" y="584"/>
                    <a:pt x="917" y="624"/>
                    <a:pt x="925" y="664"/>
                  </a:cubicBezTo>
                  <a:cubicBezTo>
                    <a:pt x="945" y="744"/>
                    <a:pt x="953" y="828"/>
                    <a:pt x="953" y="912"/>
                  </a:cubicBezTo>
                  <a:cubicBezTo>
                    <a:pt x="953" y="956"/>
                    <a:pt x="945" y="996"/>
                    <a:pt x="941" y="1040"/>
                  </a:cubicBezTo>
                  <a:cubicBezTo>
                    <a:pt x="937" y="1060"/>
                    <a:pt x="933" y="1080"/>
                    <a:pt x="925" y="1100"/>
                  </a:cubicBezTo>
                  <a:cubicBezTo>
                    <a:pt x="921" y="1120"/>
                    <a:pt x="913" y="1140"/>
                    <a:pt x="909" y="1160"/>
                  </a:cubicBezTo>
                  <a:cubicBezTo>
                    <a:pt x="877" y="1244"/>
                    <a:pt x="845" y="1328"/>
                    <a:pt x="821" y="1412"/>
                  </a:cubicBezTo>
                  <a:cubicBezTo>
                    <a:pt x="809" y="1456"/>
                    <a:pt x="797" y="1496"/>
                    <a:pt x="789" y="1544"/>
                  </a:cubicBezTo>
                  <a:cubicBezTo>
                    <a:pt x="777" y="1588"/>
                    <a:pt x="773" y="1632"/>
                    <a:pt x="773" y="1676"/>
                  </a:cubicBezTo>
                  <a:cubicBezTo>
                    <a:pt x="773" y="1724"/>
                    <a:pt x="781" y="1768"/>
                    <a:pt x="801" y="1812"/>
                  </a:cubicBezTo>
                  <a:cubicBezTo>
                    <a:pt x="807" y="1824"/>
                    <a:pt x="814" y="1836"/>
                    <a:pt x="822" y="1846"/>
                  </a:cubicBezTo>
                  <a:lnTo>
                    <a:pt x="822" y="1846"/>
                  </a:lnTo>
                  <a:cubicBezTo>
                    <a:pt x="751" y="1808"/>
                    <a:pt x="680" y="1768"/>
                    <a:pt x="609" y="1728"/>
                  </a:cubicBezTo>
                  <a:cubicBezTo>
                    <a:pt x="585" y="1716"/>
                    <a:pt x="561" y="1704"/>
                    <a:pt x="541" y="1688"/>
                  </a:cubicBezTo>
                  <a:cubicBezTo>
                    <a:pt x="521" y="1668"/>
                    <a:pt x="509" y="1648"/>
                    <a:pt x="501" y="1624"/>
                  </a:cubicBezTo>
                  <a:cubicBezTo>
                    <a:pt x="481" y="1576"/>
                    <a:pt x="461" y="1524"/>
                    <a:pt x="449" y="1468"/>
                  </a:cubicBezTo>
                  <a:cubicBezTo>
                    <a:pt x="437" y="1412"/>
                    <a:pt x="421" y="1356"/>
                    <a:pt x="401" y="1304"/>
                  </a:cubicBezTo>
                  <a:cubicBezTo>
                    <a:pt x="389" y="1276"/>
                    <a:pt x="377" y="1248"/>
                    <a:pt x="361" y="1224"/>
                  </a:cubicBezTo>
                  <a:cubicBezTo>
                    <a:pt x="345" y="1196"/>
                    <a:pt x="329" y="1172"/>
                    <a:pt x="309" y="1152"/>
                  </a:cubicBezTo>
                  <a:cubicBezTo>
                    <a:pt x="225" y="1068"/>
                    <a:pt x="117" y="1012"/>
                    <a:pt x="1" y="988"/>
                  </a:cubicBezTo>
                  <a:lnTo>
                    <a:pt x="1" y="992"/>
                  </a:lnTo>
                  <a:cubicBezTo>
                    <a:pt x="105" y="1032"/>
                    <a:pt x="197" y="1096"/>
                    <a:pt x="273" y="1180"/>
                  </a:cubicBezTo>
                  <a:cubicBezTo>
                    <a:pt x="289" y="1200"/>
                    <a:pt x="301" y="1224"/>
                    <a:pt x="313" y="1244"/>
                  </a:cubicBezTo>
                  <a:cubicBezTo>
                    <a:pt x="325" y="1272"/>
                    <a:pt x="337" y="1296"/>
                    <a:pt x="345" y="1320"/>
                  </a:cubicBezTo>
                  <a:cubicBezTo>
                    <a:pt x="365" y="1372"/>
                    <a:pt x="377" y="1428"/>
                    <a:pt x="393" y="1484"/>
                  </a:cubicBezTo>
                  <a:cubicBezTo>
                    <a:pt x="405" y="1540"/>
                    <a:pt x="425" y="1596"/>
                    <a:pt x="449" y="1648"/>
                  </a:cubicBezTo>
                  <a:cubicBezTo>
                    <a:pt x="461" y="1680"/>
                    <a:pt x="481" y="1704"/>
                    <a:pt x="509" y="1724"/>
                  </a:cubicBezTo>
                  <a:cubicBezTo>
                    <a:pt x="533" y="1740"/>
                    <a:pt x="561" y="1756"/>
                    <a:pt x="589" y="1768"/>
                  </a:cubicBezTo>
                  <a:cubicBezTo>
                    <a:pt x="682" y="1808"/>
                    <a:pt x="778" y="1850"/>
                    <a:pt x="869" y="1893"/>
                  </a:cubicBezTo>
                  <a:lnTo>
                    <a:pt x="869" y="1893"/>
                  </a:lnTo>
                  <a:cubicBezTo>
                    <a:pt x="878" y="1900"/>
                    <a:pt x="887" y="1907"/>
                    <a:pt x="897" y="1912"/>
                  </a:cubicBezTo>
                  <a:lnTo>
                    <a:pt x="899" y="1908"/>
                  </a:lnTo>
                  <a:lnTo>
                    <a:pt x="899" y="1908"/>
                  </a:lnTo>
                  <a:cubicBezTo>
                    <a:pt x="900" y="1908"/>
                    <a:pt x="900" y="1908"/>
                    <a:pt x="901" y="1908"/>
                  </a:cubicBezTo>
                  <a:lnTo>
                    <a:pt x="904" y="1900"/>
                  </a:lnTo>
                  <a:lnTo>
                    <a:pt x="909" y="1892"/>
                  </a:lnTo>
                  <a:cubicBezTo>
                    <a:pt x="908" y="1892"/>
                    <a:pt x="908" y="1892"/>
                    <a:pt x="907" y="1892"/>
                  </a:cubicBezTo>
                  <a:lnTo>
                    <a:pt x="907" y="1892"/>
                  </a:lnTo>
                  <a:lnTo>
                    <a:pt x="909" y="1888"/>
                  </a:lnTo>
                  <a:cubicBezTo>
                    <a:pt x="873" y="1868"/>
                    <a:pt x="841" y="1840"/>
                    <a:pt x="825" y="1800"/>
                  </a:cubicBezTo>
                  <a:cubicBezTo>
                    <a:pt x="817" y="1780"/>
                    <a:pt x="809" y="1760"/>
                    <a:pt x="805" y="1740"/>
                  </a:cubicBezTo>
                  <a:cubicBezTo>
                    <a:pt x="805" y="1720"/>
                    <a:pt x="805" y="1700"/>
                    <a:pt x="805" y="1676"/>
                  </a:cubicBezTo>
                  <a:cubicBezTo>
                    <a:pt x="809" y="1636"/>
                    <a:pt x="817" y="1592"/>
                    <a:pt x="829" y="1552"/>
                  </a:cubicBezTo>
                  <a:cubicBezTo>
                    <a:pt x="841" y="1508"/>
                    <a:pt x="853" y="1468"/>
                    <a:pt x="869" y="1428"/>
                  </a:cubicBezTo>
                  <a:cubicBezTo>
                    <a:pt x="901" y="1348"/>
                    <a:pt x="937" y="1268"/>
                    <a:pt x="969" y="1184"/>
                  </a:cubicBezTo>
                  <a:cubicBezTo>
                    <a:pt x="977" y="1164"/>
                    <a:pt x="985" y="1140"/>
                    <a:pt x="993" y="1120"/>
                  </a:cubicBezTo>
                  <a:cubicBezTo>
                    <a:pt x="1001" y="1100"/>
                    <a:pt x="1005" y="1076"/>
                    <a:pt x="1009" y="1056"/>
                  </a:cubicBezTo>
                  <a:cubicBezTo>
                    <a:pt x="1017" y="1008"/>
                    <a:pt x="1025" y="964"/>
                    <a:pt x="1029" y="920"/>
                  </a:cubicBezTo>
                  <a:cubicBezTo>
                    <a:pt x="1033" y="828"/>
                    <a:pt x="1021" y="736"/>
                    <a:pt x="997" y="644"/>
                  </a:cubicBezTo>
                  <a:cubicBezTo>
                    <a:pt x="985" y="600"/>
                    <a:pt x="969" y="560"/>
                    <a:pt x="949" y="516"/>
                  </a:cubicBezTo>
                  <a:cubicBezTo>
                    <a:pt x="925" y="476"/>
                    <a:pt x="897" y="436"/>
                    <a:pt x="865" y="404"/>
                  </a:cubicBezTo>
                  <a:cubicBezTo>
                    <a:pt x="805" y="336"/>
                    <a:pt x="737" y="280"/>
                    <a:pt x="677" y="220"/>
                  </a:cubicBezTo>
                  <a:cubicBezTo>
                    <a:pt x="645" y="188"/>
                    <a:pt x="617" y="156"/>
                    <a:pt x="593" y="120"/>
                  </a:cubicBezTo>
                  <a:cubicBezTo>
                    <a:pt x="569" y="84"/>
                    <a:pt x="557" y="40"/>
                    <a:pt x="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1"/>
            <p:cNvSpPr/>
            <p:nvPr/>
          </p:nvSpPr>
          <p:spPr>
            <a:xfrm>
              <a:off x="2129901" y="2815580"/>
              <a:ext cx="354811" cy="308873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7" y="0"/>
                  </a:moveTo>
                  <a:cubicBezTo>
                    <a:pt x="1153" y="44"/>
                    <a:pt x="1197" y="80"/>
                    <a:pt x="1245" y="104"/>
                  </a:cubicBezTo>
                  <a:cubicBezTo>
                    <a:pt x="1297" y="128"/>
                    <a:pt x="1349" y="144"/>
                    <a:pt x="1405" y="156"/>
                  </a:cubicBezTo>
                  <a:cubicBezTo>
                    <a:pt x="1433" y="160"/>
                    <a:pt x="1461" y="160"/>
                    <a:pt x="1489" y="160"/>
                  </a:cubicBezTo>
                  <a:cubicBezTo>
                    <a:pt x="1517" y="160"/>
                    <a:pt x="1545" y="160"/>
                    <a:pt x="1573" y="156"/>
                  </a:cubicBezTo>
                  <a:lnTo>
                    <a:pt x="1657" y="148"/>
                  </a:lnTo>
                  <a:lnTo>
                    <a:pt x="1691" y="140"/>
                  </a:lnTo>
                  <a:lnTo>
                    <a:pt x="1691" y="140"/>
                  </a:lnTo>
                  <a:cubicBezTo>
                    <a:pt x="1686" y="169"/>
                    <a:pt x="1679" y="199"/>
                    <a:pt x="1669" y="228"/>
                  </a:cubicBezTo>
                  <a:cubicBezTo>
                    <a:pt x="1649" y="268"/>
                    <a:pt x="1625" y="308"/>
                    <a:pt x="1593" y="340"/>
                  </a:cubicBezTo>
                  <a:cubicBezTo>
                    <a:pt x="1561" y="372"/>
                    <a:pt x="1521" y="400"/>
                    <a:pt x="1477" y="416"/>
                  </a:cubicBezTo>
                  <a:cubicBezTo>
                    <a:pt x="1433" y="436"/>
                    <a:pt x="1389" y="452"/>
                    <a:pt x="1345" y="468"/>
                  </a:cubicBezTo>
                  <a:cubicBezTo>
                    <a:pt x="1253" y="500"/>
                    <a:pt x="1161" y="528"/>
                    <a:pt x="1069" y="560"/>
                  </a:cubicBezTo>
                  <a:cubicBezTo>
                    <a:pt x="977" y="596"/>
                    <a:pt x="889" y="640"/>
                    <a:pt x="805" y="688"/>
                  </a:cubicBezTo>
                  <a:cubicBezTo>
                    <a:pt x="765" y="716"/>
                    <a:pt x="725" y="744"/>
                    <a:pt x="685" y="776"/>
                  </a:cubicBezTo>
                  <a:cubicBezTo>
                    <a:pt x="645" y="804"/>
                    <a:pt x="609" y="836"/>
                    <a:pt x="573" y="872"/>
                  </a:cubicBezTo>
                  <a:cubicBezTo>
                    <a:pt x="505" y="940"/>
                    <a:pt x="433" y="1008"/>
                    <a:pt x="369" y="1080"/>
                  </a:cubicBezTo>
                  <a:cubicBezTo>
                    <a:pt x="305" y="1152"/>
                    <a:pt x="241" y="1224"/>
                    <a:pt x="181" y="1296"/>
                  </a:cubicBezTo>
                  <a:cubicBezTo>
                    <a:pt x="117" y="1372"/>
                    <a:pt x="57" y="1448"/>
                    <a:pt x="1" y="1528"/>
                  </a:cubicBezTo>
                  <a:lnTo>
                    <a:pt x="5" y="1532"/>
                  </a:lnTo>
                  <a:lnTo>
                    <a:pt x="213" y="1332"/>
                  </a:lnTo>
                  <a:lnTo>
                    <a:pt x="421" y="1128"/>
                  </a:lnTo>
                  <a:lnTo>
                    <a:pt x="625" y="928"/>
                  </a:lnTo>
                  <a:cubicBezTo>
                    <a:pt x="661" y="896"/>
                    <a:pt x="693" y="864"/>
                    <a:pt x="729" y="832"/>
                  </a:cubicBezTo>
                  <a:cubicBezTo>
                    <a:pt x="765" y="804"/>
                    <a:pt x="801" y="772"/>
                    <a:pt x="841" y="748"/>
                  </a:cubicBezTo>
                  <a:cubicBezTo>
                    <a:pt x="881" y="720"/>
                    <a:pt x="917" y="696"/>
                    <a:pt x="961" y="672"/>
                  </a:cubicBezTo>
                  <a:cubicBezTo>
                    <a:pt x="1001" y="648"/>
                    <a:pt x="1045" y="624"/>
                    <a:pt x="1085" y="604"/>
                  </a:cubicBezTo>
                  <a:cubicBezTo>
                    <a:pt x="1173" y="560"/>
                    <a:pt x="1261" y="524"/>
                    <a:pt x="1353" y="492"/>
                  </a:cubicBezTo>
                  <a:cubicBezTo>
                    <a:pt x="1397" y="476"/>
                    <a:pt x="1441" y="460"/>
                    <a:pt x="1489" y="444"/>
                  </a:cubicBezTo>
                  <a:cubicBezTo>
                    <a:pt x="1537" y="424"/>
                    <a:pt x="1581" y="400"/>
                    <a:pt x="1617" y="372"/>
                  </a:cubicBezTo>
                  <a:cubicBezTo>
                    <a:pt x="1657" y="336"/>
                    <a:pt x="1689" y="296"/>
                    <a:pt x="1717" y="252"/>
                  </a:cubicBezTo>
                  <a:cubicBezTo>
                    <a:pt x="1741" y="204"/>
                    <a:pt x="1753" y="156"/>
                    <a:pt x="1761" y="100"/>
                  </a:cubicBezTo>
                  <a:lnTo>
                    <a:pt x="1761" y="64"/>
                  </a:lnTo>
                  <a:lnTo>
                    <a:pt x="1721" y="72"/>
                  </a:lnTo>
                  <a:lnTo>
                    <a:pt x="1645" y="88"/>
                  </a:lnTo>
                  <a:cubicBezTo>
                    <a:pt x="1617" y="92"/>
                    <a:pt x="1593" y="100"/>
                    <a:pt x="1565" y="100"/>
                  </a:cubicBezTo>
                  <a:cubicBezTo>
                    <a:pt x="1537" y="104"/>
                    <a:pt x="1513" y="108"/>
                    <a:pt x="1489" y="108"/>
                  </a:cubicBezTo>
                  <a:lnTo>
                    <a:pt x="1413" y="108"/>
                  </a:lnTo>
                  <a:cubicBezTo>
                    <a:pt x="1357" y="108"/>
                    <a:pt x="1309" y="96"/>
                    <a:pt x="1257" y="80"/>
                  </a:cubicBezTo>
                  <a:cubicBezTo>
                    <a:pt x="1209" y="64"/>
                    <a:pt x="1161" y="36"/>
                    <a:pt x="11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1"/>
            <p:cNvSpPr/>
            <p:nvPr/>
          </p:nvSpPr>
          <p:spPr>
            <a:xfrm>
              <a:off x="2095246" y="2872801"/>
              <a:ext cx="290336" cy="45334"/>
            </a:xfrm>
            <a:custGeom>
              <a:avLst/>
              <a:gdLst/>
              <a:ahLst/>
              <a:cxnLst/>
              <a:rect l="l" t="t" r="r" b="b"/>
              <a:pathLst>
                <a:path w="1441" h="225" extrusionOk="0">
                  <a:moveTo>
                    <a:pt x="1437" y="0"/>
                  </a:moveTo>
                  <a:lnTo>
                    <a:pt x="1373" y="16"/>
                  </a:lnTo>
                  <a:cubicBezTo>
                    <a:pt x="1333" y="24"/>
                    <a:pt x="1277" y="44"/>
                    <a:pt x="1213" y="64"/>
                  </a:cubicBezTo>
                  <a:cubicBezTo>
                    <a:pt x="1181" y="76"/>
                    <a:pt x="1145" y="88"/>
                    <a:pt x="1105" y="104"/>
                  </a:cubicBezTo>
                  <a:cubicBezTo>
                    <a:pt x="1069" y="120"/>
                    <a:pt x="1033" y="136"/>
                    <a:pt x="989" y="152"/>
                  </a:cubicBezTo>
                  <a:cubicBezTo>
                    <a:pt x="949" y="172"/>
                    <a:pt x="905" y="184"/>
                    <a:pt x="861" y="192"/>
                  </a:cubicBezTo>
                  <a:cubicBezTo>
                    <a:pt x="844" y="194"/>
                    <a:pt x="828" y="195"/>
                    <a:pt x="812" y="195"/>
                  </a:cubicBezTo>
                  <a:cubicBezTo>
                    <a:pt x="784" y="195"/>
                    <a:pt x="756" y="192"/>
                    <a:pt x="729" y="184"/>
                  </a:cubicBezTo>
                  <a:cubicBezTo>
                    <a:pt x="689" y="176"/>
                    <a:pt x="649" y="144"/>
                    <a:pt x="601" y="128"/>
                  </a:cubicBezTo>
                  <a:cubicBezTo>
                    <a:pt x="557" y="112"/>
                    <a:pt x="509" y="100"/>
                    <a:pt x="465" y="96"/>
                  </a:cubicBezTo>
                  <a:cubicBezTo>
                    <a:pt x="439" y="92"/>
                    <a:pt x="413" y="90"/>
                    <a:pt x="387" y="90"/>
                  </a:cubicBezTo>
                  <a:cubicBezTo>
                    <a:pt x="369" y="90"/>
                    <a:pt x="351" y="91"/>
                    <a:pt x="333" y="92"/>
                  </a:cubicBezTo>
                  <a:cubicBezTo>
                    <a:pt x="293" y="96"/>
                    <a:pt x="253" y="104"/>
                    <a:pt x="213" y="112"/>
                  </a:cubicBezTo>
                  <a:cubicBezTo>
                    <a:pt x="157" y="128"/>
                    <a:pt x="105" y="152"/>
                    <a:pt x="53" y="180"/>
                  </a:cubicBezTo>
                  <a:cubicBezTo>
                    <a:pt x="37" y="192"/>
                    <a:pt x="17" y="204"/>
                    <a:pt x="1" y="216"/>
                  </a:cubicBezTo>
                  <a:lnTo>
                    <a:pt x="1" y="224"/>
                  </a:lnTo>
                  <a:lnTo>
                    <a:pt x="65" y="208"/>
                  </a:lnTo>
                  <a:cubicBezTo>
                    <a:pt x="85" y="200"/>
                    <a:pt x="109" y="196"/>
                    <a:pt x="137" y="188"/>
                  </a:cubicBezTo>
                  <a:cubicBezTo>
                    <a:pt x="165" y="184"/>
                    <a:pt x="193" y="176"/>
                    <a:pt x="229" y="172"/>
                  </a:cubicBezTo>
                  <a:cubicBezTo>
                    <a:pt x="275" y="167"/>
                    <a:pt x="322" y="164"/>
                    <a:pt x="369" y="164"/>
                  </a:cubicBezTo>
                  <a:cubicBezTo>
                    <a:pt x="398" y="164"/>
                    <a:pt x="428" y="165"/>
                    <a:pt x="457" y="168"/>
                  </a:cubicBezTo>
                  <a:cubicBezTo>
                    <a:pt x="497" y="168"/>
                    <a:pt x="541" y="176"/>
                    <a:pt x="581" y="188"/>
                  </a:cubicBezTo>
                  <a:cubicBezTo>
                    <a:pt x="629" y="204"/>
                    <a:pt x="673" y="216"/>
                    <a:pt x="721" y="224"/>
                  </a:cubicBezTo>
                  <a:cubicBezTo>
                    <a:pt x="745" y="224"/>
                    <a:pt x="769" y="224"/>
                    <a:pt x="793" y="220"/>
                  </a:cubicBezTo>
                  <a:cubicBezTo>
                    <a:pt x="817" y="220"/>
                    <a:pt x="841" y="212"/>
                    <a:pt x="865" y="212"/>
                  </a:cubicBezTo>
                  <a:lnTo>
                    <a:pt x="1001" y="188"/>
                  </a:lnTo>
                  <a:cubicBezTo>
                    <a:pt x="1041" y="184"/>
                    <a:pt x="1085" y="172"/>
                    <a:pt x="1125" y="164"/>
                  </a:cubicBezTo>
                  <a:cubicBezTo>
                    <a:pt x="1165" y="152"/>
                    <a:pt x="1201" y="136"/>
                    <a:pt x="1233" y="124"/>
                  </a:cubicBezTo>
                  <a:cubicBezTo>
                    <a:pt x="1305" y="92"/>
                    <a:pt x="1377" y="52"/>
                    <a:pt x="1441" y="4"/>
                  </a:cubicBezTo>
                  <a:lnTo>
                    <a:pt x="14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1"/>
            <p:cNvSpPr/>
            <p:nvPr/>
          </p:nvSpPr>
          <p:spPr>
            <a:xfrm>
              <a:off x="2304789" y="2585889"/>
              <a:ext cx="214579" cy="193625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1" y="0"/>
                  </a:moveTo>
                  <a:lnTo>
                    <a:pt x="1" y="8"/>
                  </a:lnTo>
                  <a:lnTo>
                    <a:pt x="13" y="16"/>
                  </a:lnTo>
                  <a:cubicBezTo>
                    <a:pt x="29" y="20"/>
                    <a:pt x="41" y="24"/>
                    <a:pt x="53" y="36"/>
                  </a:cubicBezTo>
                  <a:cubicBezTo>
                    <a:pt x="73" y="48"/>
                    <a:pt x="89" y="64"/>
                    <a:pt x="101" y="84"/>
                  </a:cubicBezTo>
                  <a:cubicBezTo>
                    <a:pt x="117" y="112"/>
                    <a:pt x="129" y="140"/>
                    <a:pt x="141" y="168"/>
                  </a:cubicBezTo>
                  <a:cubicBezTo>
                    <a:pt x="161" y="236"/>
                    <a:pt x="181" y="316"/>
                    <a:pt x="213" y="404"/>
                  </a:cubicBezTo>
                  <a:cubicBezTo>
                    <a:pt x="229" y="452"/>
                    <a:pt x="245" y="496"/>
                    <a:pt x="265" y="540"/>
                  </a:cubicBezTo>
                  <a:cubicBezTo>
                    <a:pt x="277" y="560"/>
                    <a:pt x="289" y="584"/>
                    <a:pt x="301" y="604"/>
                  </a:cubicBezTo>
                  <a:cubicBezTo>
                    <a:pt x="317" y="624"/>
                    <a:pt x="333" y="644"/>
                    <a:pt x="349" y="664"/>
                  </a:cubicBezTo>
                  <a:cubicBezTo>
                    <a:pt x="381" y="704"/>
                    <a:pt x="421" y="736"/>
                    <a:pt x="461" y="764"/>
                  </a:cubicBezTo>
                  <a:cubicBezTo>
                    <a:pt x="501" y="796"/>
                    <a:pt x="541" y="820"/>
                    <a:pt x="581" y="844"/>
                  </a:cubicBezTo>
                  <a:cubicBezTo>
                    <a:pt x="617" y="868"/>
                    <a:pt x="657" y="892"/>
                    <a:pt x="701" y="908"/>
                  </a:cubicBezTo>
                  <a:cubicBezTo>
                    <a:pt x="737" y="924"/>
                    <a:pt x="777" y="936"/>
                    <a:pt x="817" y="944"/>
                  </a:cubicBezTo>
                  <a:cubicBezTo>
                    <a:pt x="877" y="956"/>
                    <a:pt x="937" y="960"/>
                    <a:pt x="997" y="960"/>
                  </a:cubicBezTo>
                  <a:cubicBezTo>
                    <a:pt x="1017" y="960"/>
                    <a:pt x="1041" y="956"/>
                    <a:pt x="1065" y="952"/>
                  </a:cubicBezTo>
                  <a:lnTo>
                    <a:pt x="1065" y="944"/>
                  </a:lnTo>
                  <a:cubicBezTo>
                    <a:pt x="1065" y="944"/>
                    <a:pt x="965" y="924"/>
                    <a:pt x="829" y="884"/>
                  </a:cubicBezTo>
                  <a:cubicBezTo>
                    <a:pt x="797" y="876"/>
                    <a:pt x="761" y="864"/>
                    <a:pt x="721" y="848"/>
                  </a:cubicBezTo>
                  <a:cubicBezTo>
                    <a:pt x="681" y="836"/>
                    <a:pt x="641" y="828"/>
                    <a:pt x="597" y="812"/>
                  </a:cubicBezTo>
                  <a:cubicBezTo>
                    <a:pt x="553" y="796"/>
                    <a:pt x="513" y="772"/>
                    <a:pt x="473" y="748"/>
                  </a:cubicBezTo>
                  <a:cubicBezTo>
                    <a:pt x="437" y="720"/>
                    <a:pt x="405" y="684"/>
                    <a:pt x="381" y="644"/>
                  </a:cubicBezTo>
                  <a:cubicBezTo>
                    <a:pt x="357" y="604"/>
                    <a:pt x="337" y="560"/>
                    <a:pt x="321" y="516"/>
                  </a:cubicBezTo>
                  <a:cubicBezTo>
                    <a:pt x="305" y="472"/>
                    <a:pt x="293" y="428"/>
                    <a:pt x="281" y="384"/>
                  </a:cubicBezTo>
                  <a:cubicBezTo>
                    <a:pt x="269" y="340"/>
                    <a:pt x="257" y="300"/>
                    <a:pt x="241" y="260"/>
                  </a:cubicBezTo>
                  <a:cubicBezTo>
                    <a:pt x="229" y="220"/>
                    <a:pt x="213" y="184"/>
                    <a:pt x="197" y="148"/>
                  </a:cubicBezTo>
                  <a:cubicBezTo>
                    <a:pt x="181" y="112"/>
                    <a:pt x="161" y="84"/>
                    <a:pt x="137" y="60"/>
                  </a:cubicBezTo>
                  <a:cubicBezTo>
                    <a:pt x="125" y="48"/>
                    <a:pt x="113" y="36"/>
                    <a:pt x="101" y="28"/>
                  </a:cubicBezTo>
                  <a:cubicBezTo>
                    <a:pt x="93" y="20"/>
                    <a:pt x="81" y="16"/>
                    <a:pt x="69" y="12"/>
                  </a:cubicBezTo>
                  <a:cubicBezTo>
                    <a:pt x="53" y="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51"/>
            <p:cNvSpPr/>
            <p:nvPr/>
          </p:nvSpPr>
          <p:spPr>
            <a:xfrm>
              <a:off x="2239508" y="2695496"/>
              <a:ext cx="275830" cy="117061"/>
            </a:xfrm>
            <a:custGeom>
              <a:avLst/>
              <a:gdLst/>
              <a:ahLst/>
              <a:cxnLst/>
              <a:rect l="l" t="t" r="r" b="b"/>
              <a:pathLst>
                <a:path w="1369" h="581" extrusionOk="0">
                  <a:moveTo>
                    <a:pt x="1" y="0"/>
                  </a:moveTo>
                  <a:cubicBezTo>
                    <a:pt x="13" y="20"/>
                    <a:pt x="25" y="40"/>
                    <a:pt x="37" y="56"/>
                  </a:cubicBezTo>
                  <a:cubicBezTo>
                    <a:pt x="69" y="104"/>
                    <a:pt x="109" y="152"/>
                    <a:pt x="153" y="192"/>
                  </a:cubicBezTo>
                  <a:cubicBezTo>
                    <a:pt x="181" y="216"/>
                    <a:pt x="213" y="244"/>
                    <a:pt x="245" y="264"/>
                  </a:cubicBezTo>
                  <a:cubicBezTo>
                    <a:pt x="281" y="288"/>
                    <a:pt x="317" y="312"/>
                    <a:pt x="357" y="332"/>
                  </a:cubicBezTo>
                  <a:cubicBezTo>
                    <a:pt x="401" y="352"/>
                    <a:pt x="441" y="376"/>
                    <a:pt x="481" y="396"/>
                  </a:cubicBezTo>
                  <a:cubicBezTo>
                    <a:pt x="525" y="412"/>
                    <a:pt x="565" y="444"/>
                    <a:pt x="609" y="464"/>
                  </a:cubicBezTo>
                  <a:lnTo>
                    <a:pt x="677" y="496"/>
                  </a:lnTo>
                  <a:cubicBezTo>
                    <a:pt x="697" y="504"/>
                    <a:pt x="721" y="512"/>
                    <a:pt x="745" y="520"/>
                  </a:cubicBezTo>
                  <a:cubicBezTo>
                    <a:pt x="789" y="536"/>
                    <a:pt x="833" y="552"/>
                    <a:pt x="881" y="560"/>
                  </a:cubicBezTo>
                  <a:cubicBezTo>
                    <a:pt x="925" y="572"/>
                    <a:pt x="969" y="576"/>
                    <a:pt x="1013" y="576"/>
                  </a:cubicBezTo>
                  <a:cubicBezTo>
                    <a:pt x="1033" y="580"/>
                    <a:pt x="1053" y="580"/>
                    <a:pt x="1073" y="580"/>
                  </a:cubicBezTo>
                  <a:lnTo>
                    <a:pt x="1129" y="576"/>
                  </a:lnTo>
                  <a:cubicBezTo>
                    <a:pt x="1165" y="576"/>
                    <a:pt x="1197" y="572"/>
                    <a:pt x="1229" y="564"/>
                  </a:cubicBezTo>
                  <a:cubicBezTo>
                    <a:pt x="1261" y="556"/>
                    <a:pt x="1285" y="552"/>
                    <a:pt x="1305" y="548"/>
                  </a:cubicBezTo>
                  <a:cubicBezTo>
                    <a:pt x="1345" y="536"/>
                    <a:pt x="1369" y="528"/>
                    <a:pt x="1369" y="528"/>
                  </a:cubicBezTo>
                  <a:lnTo>
                    <a:pt x="1369" y="520"/>
                  </a:lnTo>
                  <a:lnTo>
                    <a:pt x="1229" y="520"/>
                  </a:lnTo>
                  <a:cubicBezTo>
                    <a:pt x="1201" y="520"/>
                    <a:pt x="1165" y="516"/>
                    <a:pt x="1133" y="516"/>
                  </a:cubicBezTo>
                  <a:lnTo>
                    <a:pt x="1077" y="516"/>
                  </a:lnTo>
                  <a:lnTo>
                    <a:pt x="1021" y="508"/>
                  </a:lnTo>
                  <a:cubicBezTo>
                    <a:pt x="981" y="504"/>
                    <a:pt x="937" y="500"/>
                    <a:pt x="893" y="492"/>
                  </a:cubicBezTo>
                  <a:cubicBezTo>
                    <a:pt x="849" y="488"/>
                    <a:pt x="805" y="476"/>
                    <a:pt x="761" y="468"/>
                  </a:cubicBezTo>
                  <a:cubicBezTo>
                    <a:pt x="741" y="460"/>
                    <a:pt x="717" y="456"/>
                    <a:pt x="693" y="452"/>
                  </a:cubicBezTo>
                  <a:lnTo>
                    <a:pt x="625" y="432"/>
                  </a:lnTo>
                  <a:cubicBezTo>
                    <a:pt x="581" y="420"/>
                    <a:pt x="537" y="400"/>
                    <a:pt x="493" y="380"/>
                  </a:cubicBezTo>
                  <a:cubicBezTo>
                    <a:pt x="453" y="360"/>
                    <a:pt x="417" y="332"/>
                    <a:pt x="381" y="304"/>
                  </a:cubicBezTo>
                  <a:lnTo>
                    <a:pt x="281" y="224"/>
                  </a:lnTo>
                  <a:cubicBezTo>
                    <a:pt x="249" y="196"/>
                    <a:pt x="217" y="172"/>
                    <a:pt x="189" y="152"/>
                  </a:cubicBezTo>
                  <a:cubicBezTo>
                    <a:pt x="161" y="132"/>
                    <a:pt x="137" y="108"/>
                    <a:pt x="113" y="92"/>
                  </a:cubicBezTo>
                  <a:cubicBezTo>
                    <a:pt x="93" y="72"/>
                    <a:pt x="73" y="56"/>
                    <a:pt x="57" y="44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51"/>
            <p:cNvSpPr/>
            <p:nvPr/>
          </p:nvSpPr>
          <p:spPr>
            <a:xfrm>
              <a:off x="2600568" y="2433568"/>
              <a:ext cx="126732" cy="333051"/>
            </a:xfrm>
            <a:custGeom>
              <a:avLst/>
              <a:gdLst/>
              <a:ahLst/>
              <a:cxnLst/>
              <a:rect l="l" t="t" r="r" b="b"/>
              <a:pathLst>
                <a:path w="629" h="1653" extrusionOk="0">
                  <a:moveTo>
                    <a:pt x="581" y="0"/>
                  </a:moveTo>
                  <a:cubicBezTo>
                    <a:pt x="589" y="28"/>
                    <a:pt x="589" y="56"/>
                    <a:pt x="589" y="84"/>
                  </a:cubicBezTo>
                  <a:cubicBezTo>
                    <a:pt x="589" y="112"/>
                    <a:pt x="589" y="140"/>
                    <a:pt x="585" y="172"/>
                  </a:cubicBezTo>
                  <a:cubicBezTo>
                    <a:pt x="577" y="208"/>
                    <a:pt x="565" y="240"/>
                    <a:pt x="545" y="272"/>
                  </a:cubicBezTo>
                  <a:cubicBezTo>
                    <a:pt x="533" y="288"/>
                    <a:pt x="517" y="300"/>
                    <a:pt x="501" y="308"/>
                  </a:cubicBezTo>
                  <a:cubicBezTo>
                    <a:pt x="485" y="312"/>
                    <a:pt x="461" y="320"/>
                    <a:pt x="437" y="328"/>
                  </a:cubicBezTo>
                  <a:cubicBezTo>
                    <a:pt x="405" y="336"/>
                    <a:pt x="377" y="352"/>
                    <a:pt x="357" y="372"/>
                  </a:cubicBezTo>
                  <a:cubicBezTo>
                    <a:pt x="333" y="392"/>
                    <a:pt x="313" y="412"/>
                    <a:pt x="297" y="436"/>
                  </a:cubicBezTo>
                  <a:cubicBezTo>
                    <a:pt x="261" y="476"/>
                    <a:pt x="221" y="520"/>
                    <a:pt x="185" y="568"/>
                  </a:cubicBezTo>
                  <a:cubicBezTo>
                    <a:pt x="149" y="616"/>
                    <a:pt x="117" y="668"/>
                    <a:pt x="93" y="724"/>
                  </a:cubicBezTo>
                  <a:cubicBezTo>
                    <a:pt x="65" y="776"/>
                    <a:pt x="41" y="832"/>
                    <a:pt x="25" y="892"/>
                  </a:cubicBezTo>
                  <a:cubicBezTo>
                    <a:pt x="9" y="948"/>
                    <a:pt x="1" y="1004"/>
                    <a:pt x="1" y="1064"/>
                  </a:cubicBezTo>
                  <a:cubicBezTo>
                    <a:pt x="5" y="1120"/>
                    <a:pt x="9" y="1176"/>
                    <a:pt x="21" y="1228"/>
                  </a:cubicBezTo>
                  <a:cubicBezTo>
                    <a:pt x="33" y="1280"/>
                    <a:pt x="49" y="1324"/>
                    <a:pt x="57" y="1368"/>
                  </a:cubicBezTo>
                  <a:cubicBezTo>
                    <a:pt x="77" y="1432"/>
                    <a:pt x="89" y="1500"/>
                    <a:pt x="85" y="1568"/>
                  </a:cubicBezTo>
                  <a:cubicBezTo>
                    <a:pt x="81" y="1584"/>
                    <a:pt x="81" y="1592"/>
                    <a:pt x="81" y="1604"/>
                  </a:cubicBezTo>
                  <a:lnTo>
                    <a:pt x="73" y="1628"/>
                  </a:lnTo>
                  <a:lnTo>
                    <a:pt x="69" y="1648"/>
                  </a:lnTo>
                  <a:lnTo>
                    <a:pt x="73" y="1652"/>
                  </a:lnTo>
                  <a:lnTo>
                    <a:pt x="85" y="1632"/>
                  </a:lnTo>
                  <a:cubicBezTo>
                    <a:pt x="89" y="1628"/>
                    <a:pt x="93" y="1620"/>
                    <a:pt x="101" y="1612"/>
                  </a:cubicBezTo>
                  <a:lnTo>
                    <a:pt x="113" y="1576"/>
                  </a:lnTo>
                  <a:cubicBezTo>
                    <a:pt x="125" y="1544"/>
                    <a:pt x="129" y="1512"/>
                    <a:pt x="129" y="1476"/>
                  </a:cubicBezTo>
                  <a:cubicBezTo>
                    <a:pt x="129" y="1436"/>
                    <a:pt x="125" y="1392"/>
                    <a:pt x="113" y="1352"/>
                  </a:cubicBezTo>
                  <a:cubicBezTo>
                    <a:pt x="105" y="1308"/>
                    <a:pt x="93" y="1260"/>
                    <a:pt x="81" y="1212"/>
                  </a:cubicBezTo>
                  <a:cubicBezTo>
                    <a:pt x="65" y="1164"/>
                    <a:pt x="49" y="1116"/>
                    <a:pt x="37" y="1060"/>
                  </a:cubicBezTo>
                  <a:cubicBezTo>
                    <a:pt x="25" y="1008"/>
                    <a:pt x="29" y="952"/>
                    <a:pt x="45" y="896"/>
                  </a:cubicBezTo>
                  <a:cubicBezTo>
                    <a:pt x="61" y="840"/>
                    <a:pt x="89" y="788"/>
                    <a:pt x="125" y="744"/>
                  </a:cubicBezTo>
                  <a:cubicBezTo>
                    <a:pt x="157" y="696"/>
                    <a:pt x="197" y="652"/>
                    <a:pt x="233" y="608"/>
                  </a:cubicBezTo>
                  <a:cubicBezTo>
                    <a:pt x="273" y="564"/>
                    <a:pt x="309" y="524"/>
                    <a:pt x="349" y="484"/>
                  </a:cubicBezTo>
                  <a:cubicBezTo>
                    <a:pt x="369" y="464"/>
                    <a:pt x="385" y="444"/>
                    <a:pt x="405" y="428"/>
                  </a:cubicBezTo>
                  <a:cubicBezTo>
                    <a:pt x="421" y="416"/>
                    <a:pt x="441" y="404"/>
                    <a:pt x="461" y="396"/>
                  </a:cubicBezTo>
                  <a:cubicBezTo>
                    <a:pt x="485" y="388"/>
                    <a:pt x="513" y="376"/>
                    <a:pt x="537" y="364"/>
                  </a:cubicBezTo>
                  <a:cubicBezTo>
                    <a:pt x="557" y="348"/>
                    <a:pt x="577" y="328"/>
                    <a:pt x="593" y="308"/>
                  </a:cubicBezTo>
                  <a:cubicBezTo>
                    <a:pt x="617" y="268"/>
                    <a:pt x="629" y="224"/>
                    <a:pt x="629" y="180"/>
                  </a:cubicBezTo>
                  <a:cubicBezTo>
                    <a:pt x="629" y="144"/>
                    <a:pt x="625" y="112"/>
                    <a:pt x="617" y="80"/>
                  </a:cubicBezTo>
                  <a:cubicBezTo>
                    <a:pt x="609" y="52"/>
                    <a:pt x="601" y="28"/>
                    <a:pt x="5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51"/>
            <p:cNvSpPr/>
            <p:nvPr/>
          </p:nvSpPr>
          <p:spPr>
            <a:xfrm>
              <a:off x="2678744" y="2209519"/>
              <a:ext cx="199266" cy="565964"/>
            </a:xfrm>
            <a:custGeom>
              <a:avLst/>
              <a:gdLst/>
              <a:ahLst/>
              <a:cxnLst/>
              <a:rect l="l" t="t" r="r" b="b"/>
              <a:pathLst>
                <a:path w="989" h="2809" extrusionOk="0">
                  <a:moveTo>
                    <a:pt x="833" y="0"/>
                  </a:moveTo>
                  <a:lnTo>
                    <a:pt x="829" y="4"/>
                  </a:lnTo>
                  <a:cubicBezTo>
                    <a:pt x="829" y="4"/>
                    <a:pt x="849" y="48"/>
                    <a:pt x="869" y="132"/>
                  </a:cubicBezTo>
                  <a:cubicBezTo>
                    <a:pt x="881" y="172"/>
                    <a:pt x="893" y="224"/>
                    <a:pt x="905" y="280"/>
                  </a:cubicBezTo>
                  <a:cubicBezTo>
                    <a:pt x="917" y="344"/>
                    <a:pt x="921" y="408"/>
                    <a:pt x="925" y="472"/>
                  </a:cubicBezTo>
                  <a:cubicBezTo>
                    <a:pt x="929" y="548"/>
                    <a:pt x="925" y="624"/>
                    <a:pt x="909" y="700"/>
                  </a:cubicBezTo>
                  <a:cubicBezTo>
                    <a:pt x="897" y="784"/>
                    <a:pt x="873" y="868"/>
                    <a:pt x="833" y="944"/>
                  </a:cubicBezTo>
                  <a:cubicBezTo>
                    <a:pt x="789" y="1028"/>
                    <a:pt x="737" y="1104"/>
                    <a:pt x="677" y="1176"/>
                  </a:cubicBezTo>
                  <a:cubicBezTo>
                    <a:pt x="649" y="1212"/>
                    <a:pt x="613" y="1248"/>
                    <a:pt x="585" y="1284"/>
                  </a:cubicBezTo>
                  <a:lnTo>
                    <a:pt x="485" y="1388"/>
                  </a:lnTo>
                  <a:cubicBezTo>
                    <a:pt x="413" y="1460"/>
                    <a:pt x="349" y="1528"/>
                    <a:pt x="285" y="1600"/>
                  </a:cubicBezTo>
                  <a:cubicBezTo>
                    <a:pt x="217" y="1672"/>
                    <a:pt x="161" y="1748"/>
                    <a:pt x="105" y="1824"/>
                  </a:cubicBezTo>
                  <a:cubicBezTo>
                    <a:pt x="49" y="1904"/>
                    <a:pt x="17" y="1996"/>
                    <a:pt x="21" y="2096"/>
                  </a:cubicBezTo>
                  <a:cubicBezTo>
                    <a:pt x="25" y="2136"/>
                    <a:pt x="33" y="2176"/>
                    <a:pt x="33" y="2212"/>
                  </a:cubicBezTo>
                  <a:lnTo>
                    <a:pt x="33" y="2324"/>
                  </a:lnTo>
                  <a:cubicBezTo>
                    <a:pt x="29" y="2468"/>
                    <a:pt x="17" y="2592"/>
                    <a:pt x="13" y="2676"/>
                  </a:cubicBezTo>
                  <a:cubicBezTo>
                    <a:pt x="5" y="2760"/>
                    <a:pt x="1" y="2808"/>
                    <a:pt x="1" y="2808"/>
                  </a:cubicBezTo>
                  <a:lnTo>
                    <a:pt x="5" y="2808"/>
                  </a:lnTo>
                  <a:cubicBezTo>
                    <a:pt x="5" y="2808"/>
                    <a:pt x="21" y="2760"/>
                    <a:pt x="37" y="2676"/>
                  </a:cubicBezTo>
                  <a:cubicBezTo>
                    <a:pt x="49" y="2636"/>
                    <a:pt x="57" y="2588"/>
                    <a:pt x="69" y="2528"/>
                  </a:cubicBezTo>
                  <a:cubicBezTo>
                    <a:pt x="77" y="2468"/>
                    <a:pt x="85" y="2400"/>
                    <a:pt x="93" y="2328"/>
                  </a:cubicBezTo>
                  <a:cubicBezTo>
                    <a:pt x="93" y="2292"/>
                    <a:pt x="97" y="2252"/>
                    <a:pt x="97" y="2212"/>
                  </a:cubicBezTo>
                  <a:cubicBezTo>
                    <a:pt x="97" y="2168"/>
                    <a:pt x="97" y="2128"/>
                    <a:pt x="89" y="2088"/>
                  </a:cubicBezTo>
                  <a:cubicBezTo>
                    <a:pt x="93" y="2008"/>
                    <a:pt x="117" y="1928"/>
                    <a:pt x="165" y="1864"/>
                  </a:cubicBezTo>
                  <a:cubicBezTo>
                    <a:pt x="213" y="1784"/>
                    <a:pt x="269" y="1712"/>
                    <a:pt x="329" y="1640"/>
                  </a:cubicBezTo>
                  <a:lnTo>
                    <a:pt x="509" y="1416"/>
                  </a:lnTo>
                  <a:lnTo>
                    <a:pt x="693" y="1188"/>
                  </a:lnTo>
                  <a:cubicBezTo>
                    <a:pt x="753" y="1112"/>
                    <a:pt x="817" y="1040"/>
                    <a:pt x="865" y="964"/>
                  </a:cubicBezTo>
                  <a:cubicBezTo>
                    <a:pt x="913" y="884"/>
                    <a:pt x="949" y="800"/>
                    <a:pt x="969" y="712"/>
                  </a:cubicBezTo>
                  <a:cubicBezTo>
                    <a:pt x="985" y="632"/>
                    <a:pt x="989" y="552"/>
                    <a:pt x="981" y="472"/>
                  </a:cubicBezTo>
                  <a:cubicBezTo>
                    <a:pt x="977" y="404"/>
                    <a:pt x="965" y="336"/>
                    <a:pt x="945" y="272"/>
                  </a:cubicBezTo>
                  <a:cubicBezTo>
                    <a:pt x="933" y="220"/>
                    <a:pt x="917" y="168"/>
                    <a:pt x="897" y="120"/>
                  </a:cubicBezTo>
                  <a:cubicBezTo>
                    <a:pt x="881" y="80"/>
                    <a:pt x="857" y="40"/>
                    <a:pt x="8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51"/>
            <p:cNvSpPr/>
            <p:nvPr/>
          </p:nvSpPr>
          <p:spPr>
            <a:xfrm>
              <a:off x="2756919" y="2420673"/>
              <a:ext cx="387048" cy="332245"/>
            </a:xfrm>
            <a:custGeom>
              <a:avLst/>
              <a:gdLst/>
              <a:ahLst/>
              <a:cxnLst/>
              <a:rect l="l" t="t" r="r" b="b"/>
              <a:pathLst>
                <a:path w="1921" h="1649" extrusionOk="0">
                  <a:moveTo>
                    <a:pt x="1917" y="0"/>
                  </a:moveTo>
                  <a:lnTo>
                    <a:pt x="1909" y="32"/>
                  </a:lnTo>
                  <a:cubicBezTo>
                    <a:pt x="1901" y="60"/>
                    <a:pt x="1893" y="88"/>
                    <a:pt x="1881" y="112"/>
                  </a:cubicBezTo>
                  <a:cubicBezTo>
                    <a:pt x="1869" y="156"/>
                    <a:pt x="1853" y="196"/>
                    <a:pt x="1833" y="236"/>
                  </a:cubicBezTo>
                  <a:cubicBezTo>
                    <a:pt x="1813" y="280"/>
                    <a:pt x="1789" y="332"/>
                    <a:pt x="1757" y="384"/>
                  </a:cubicBezTo>
                  <a:cubicBezTo>
                    <a:pt x="1721" y="444"/>
                    <a:pt x="1681" y="500"/>
                    <a:pt x="1641" y="552"/>
                  </a:cubicBezTo>
                  <a:cubicBezTo>
                    <a:pt x="1597" y="612"/>
                    <a:pt x="1545" y="668"/>
                    <a:pt x="1493" y="720"/>
                  </a:cubicBezTo>
                  <a:cubicBezTo>
                    <a:pt x="1461" y="744"/>
                    <a:pt x="1433" y="772"/>
                    <a:pt x="1401" y="796"/>
                  </a:cubicBezTo>
                  <a:cubicBezTo>
                    <a:pt x="1365" y="820"/>
                    <a:pt x="1329" y="840"/>
                    <a:pt x="1293" y="856"/>
                  </a:cubicBezTo>
                  <a:cubicBezTo>
                    <a:pt x="1217" y="892"/>
                    <a:pt x="1137" y="916"/>
                    <a:pt x="1057" y="932"/>
                  </a:cubicBezTo>
                  <a:cubicBezTo>
                    <a:pt x="1017" y="940"/>
                    <a:pt x="977" y="936"/>
                    <a:pt x="933" y="940"/>
                  </a:cubicBezTo>
                  <a:cubicBezTo>
                    <a:pt x="889" y="944"/>
                    <a:pt x="849" y="948"/>
                    <a:pt x="805" y="952"/>
                  </a:cubicBezTo>
                  <a:cubicBezTo>
                    <a:pt x="721" y="964"/>
                    <a:pt x="637" y="988"/>
                    <a:pt x="561" y="1016"/>
                  </a:cubicBezTo>
                  <a:cubicBezTo>
                    <a:pt x="421" y="1068"/>
                    <a:pt x="293" y="1156"/>
                    <a:pt x="193" y="1268"/>
                  </a:cubicBezTo>
                  <a:cubicBezTo>
                    <a:pt x="153" y="1312"/>
                    <a:pt x="117" y="1360"/>
                    <a:pt x="85" y="1408"/>
                  </a:cubicBezTo>
                  <a:cubicBezTo>
                    <a:pt x="61" y="1448"/>
                    <a:pt x="41" y="1488"/>
                    <a:pt x="29" y="1532"/>
                  </a:cubicBezTo>
                  <a:cubicBezTo>
                    <a:pt x="17" y="1560"/>
                    <a:pt x="9" y="1588"/>
                    <a:pt x="5" y="1620"/>
                  </a:cubicBezTo>
                  <a:lnTo>
                    <a:pt x="1" y="1648"/>
                  </a:lnTo>
                  <a:lnTo>
                    <a:pt x="9" y="1648"/>
                  </a:lnTo>
                  <a:cubicBezTo>
                    <a:pt x="9" y="1648"/>
                    <a:pt x="9" y="1640"/>
                    <a:pt x="17" y="1620"/>
                  </a:cubicBezTo>
                  <a:cubicBezTo>
                    <a:pt x="25" y="1592"/>
                    <a:pt x="37" y="1568"/>
                    <a:pt x="53" y="1544"/>
                  </a:cubicBezTo>
                  <a:cubicBezTo>
                    <a:pt x="73" y="1504"/>
                    <a:pt x="97" y="1468"/>
                    <a:pt x="125" y="1432"/>
                  </a:cubicBezTo>
                  <a:cubicBezTo>
                    <a:pt x="157" y="1388"/>
                    <a:pt x="197" y="1348"/>
                    <a:pt x="237" y="1308"/>
                  </a:cubicBezTo>
                  <a:cubicBezTo>
                    <a:pt x="337" y="1212"/>
                    <a:pt x="457" y="1132"/>
                    <a:pt x="585" y="1080"/>
                  </a:cubicBezTo>
                  <a:cubicBezTo>
                    <a:pt x="661" y="1048"/>
                    <a:pt x="733" y="1024"/>
                    <a:pt x="813" y="1008"/>
                  </a:cubicBezTo>
                  <a:cubicBezTo>
                    <a:pt x="853" y="1000"/>
                    <a:pt x="893" y="996"/>
                    <a:pt x="937" y="988"/>
                  </a:cubicBezTo>
                  <a:cubicBezTo>
                    <a:pt x="977" y="980"/>
                    <a:pt x="1021" y="976"/>
                    <a:pt x="1065" y="964"/>
                  </a:cubicBezTo>
                  <a:cubicBezTo>
                    <a:pt x="1105" y="952"/>
                    <a:pt x="1145" y="940"/>
                    <a:pt x="1185" y="924"/>
                  </a:cubicBezTo>
                  <a:cubicBezTo>
                    <a:pt x="1205" y="916"/>
                    <a:pt x="1225" y="908"/>
                    <a:pt x="1245" y="900"/>
                  </a:cubicBezTo>
                  <a:lnTo>
                    <a:pt x="1301" y="872"/>
                  </a:lnTo>
                  <a:cubicBezTo>
                    <a:pt x="1341" y="856"/>
                    <a:pt x="1377" y="836"/>
                    <a:pt x="1413" y="812"/>
                  </a:cubicBezTo>
                  <a:cubicBezTo>
                    <a:pt x="1449" y="788"/>
                    <a:pt x="1481" y="768"/>
                    <a:pt x="1517" y="744"/>
                  </a:cubicBezTo>
                  <a:cubicBezTo>
                    <a:pt x="1545" y="720"/>
                    <a:pt x="1577" y="696"/>
                    <a:pt x="1609" y="668"/>
                  </a:cubicBezTo>
                  <a:lnTo>
                    <a:pt x="1649" y="628"/>
                  </a:lnTo>
                  <a:lnTo>
                    <a:pt x="1689" y="584"/>
                  </a:lnTo>
                  <a:cubicBezTo>
                    <a:pt x="1769" y="484"/>
                    <a:pt x="1833" y="372"/>
                    <a:pt x="1877" y="248"/>
                  </a:cubicBezTo>
                  <a:cubicBezTo>
                    <a:pt x="1889" y="204"/>
                    <a:pt x="1901" y="160"/>
                    <a:pt x="1909" y="116"/>
                  </a:cubicBezTo>
                  <a:cubicBezTo>
                    <a:pt x="1913" y="88"/>
                    <a:pt x="1917" y="60"/>
                    <a:pt x="1921" y="28"/>
                  </a:cubicBezTo>
                  <a:lnTo>
                    <a:pt x="19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1"/>
            <p:cNvSpPr/>
            <p:nvPr/>
          </p:nvSpPr>
          <p:spPr>
            <a:xfrm>
              <a:off x="2762561" y="2739822"/>
              <a:ext cx="381406" cy="55005"/>
            </a:xfrm>
            <a:custGeom>
              <a:avLst/>
              <a:gdLst/>
              <a:ahLst/>
              <a:cxnLst/>
              <a:rect l="l" t="t" r="r" b="b"/>
              <a:pathLst>
                <a:path w="1893" h="273" extrusionOk="0">
                  <a:moveTo>
                    <a:pt x="961" y="0"/>
                  </a:moveTo>
                  <a:cubicBezTo>
                    <a:pt x="897" y="0"/>
                    <a:pt x="833" y="4"/>
                    <a:pt x="773" y="8"/>
                  </a:cubicBezTo>
                  <a:cubicBezTo>
                    <a:pt x="709" y="16"/>
                    <a:pt x="649" y="24"/>
                    <a:pt x="589" y="32"/>
                  </a:cubicBezTo>
                  <a:cubicBezTo>
                    <a:pt x="533" y="40"/>
                    <a:pt x="477" y="52"/>
                    <a:pt x="421" y="64"/>
                  </a:cubicBezTo>
                  <a:cubicBezTo>
                    <a:pt x="369" y="80"/>
                    <a:pt x="321" y="96"/>
                    <a:pt x="277" y="116"/>
                  </a:cubicBezTo>
                  <a:cubicBezTo>
                    <a:pt x="181" y="156"/>
                    <a:pt x="85" y="204"/>
                    <a:pt x="1" y="264"/>
                  </a:cubicBezTo>
                  <a:lnTo>
                    <a:pt x="1" y="272"/>
                  </a:lnTo>
                  <a:lnTo>
                    <a:pt x="85" y="244"/>
                  </a:lnTo>
                  <a:lnTo>
                    <a:pt x="297" y="172"/>
                  </a:lnTo>
                  <a:lnTo>
                    <a:pt x="441" y="124"/>
                  </a:lnTo>
                  <a:cubicBezTo>
                    <a:pt x="489" y="104"/>
                    <a:pt x="541" y="84"/>
                    <a:pt x="597" y="68"/>
                  </a:cubicBezTo>
                  <a:cubicBezTo>
                    <a:pt x="676" y="43"/>
                    <a:pt x="755" y="28"/>
                    <a:pt x="837" y="28"/>
                  </a:cubicBezTo>
                  <a:cubicBezTo>
                    <a:pt x="846" y="28"/>
                    <a:pt x="855" y="28"/>
                    <a:pt x="865" y="28"/>
                  </a:cubicBezTo>
                  <a:cubicBezTo>
                    <a:pt x="897" y="32"/>
                    <a:pt x="929" y="32"/>
                    <a:pt x="957" y="40"/>
                  </a:cubicBezTo>
                  <a:cubicBezTo>
                    <a:pt x="1013" y="52"/>
                    <a:pt x="1073" y="72"/>
                    <a:pt x="1133" y="92"/>
                  </a:cubicBezTo>
                  <a:lnTo>
                    <a:pt x="1309" y="140"/>
                  </a:lnTo>
                  <a:cubicBezTo>
                    <a:pt x="1361" y="156"/>
                    <a:pt x="1417" y="168"/>
                    <a:pt x="1477" y="176"/>
                  </a:cubicBezTo>
                  <a:cubicBezTo>
                    <a:pt x="1525" y="188"/>
                    <a:pt x="1577" y="192"/>
                    <a:pt x="1629" y="192"/>
                  </a:cubicBezTo>
                  <a:cubicBezTo>
                    <a:pt x="1677" y="192"/>
                    <a:pt x="1721" y="188"/>
                    <a:pt x="1765" y="176"/>
                  </a:cubicBezTo>
                  <a:cubicBezTo>
                    <a:pt x="1801" y="164"/>
                    <a:pt x="1833" y="148"/>
                    <a:pt x="1857" y="120"/>
                  </a:cubicBezTo>
                  <a:cubicBezTo>
                    <a:pt x="1869" y="104"/>
                    <a:pt x="1881" y="80"/>
                    <a:pt x="1885" y="60"/>
                  </a:cubicBezTo>
                  <a:cubicBezTo>
                    <a:pt x="1893" y="44"/>
                    <a:pt x="1893" y="36"/>
                    <a:pt x="1893" y="36"/>
                  </a:cubicBezTo>
                  <a:lnTo>
                    <a:pt x="1885" y="36"/>
                  </a:lnTo>
                  <a:lnTo>
                    <a:pt x="1873" y="56"/>
                  </a:lnTo>
                  <a:cubicBezTo>
                    <a:pt x="1865" y="72"/>
                    <a:pt x="1853" y="88"/>
                    <a:pt x="1837" y="100"/>
                  </a:cubicBezTo>
                  <a:cubicBezTo>
                    <a:pt x="1813" y="120"/>
                    <a:pt x="1785" y="128"/>
                    <a:pt x="1753" y="132"/>
                  </a:cubicBezTo>
                  <a:cubicBezTo>
                    <a:pt x="1733" y="134"/>
                    <a:pt x="1713" y="135"/>
                    <a:pt x="1693" y="135"/>
                  </a:cubicBezTo>
                  <a:cubicBezTo>
                    <a:pt x="1673" y="135"/>
                    <a:pt x="1653" y="134"/>
                    <a:pt x="1633" y="132"/>
                  </a:cubicBezTo>
                  <a:cubicBezTo>
                    <a:pt x="1545" y="124"/>
                    <a:pt x="1437" y="96"/>
                    <a:pt x="1325" y="72"/>
                  </a:cubicBezTo>
                  <a:lnTo>
                    <a:pt x="1149" y="32"/>
                  </a:lnTo>
                  <a:cubicBezTo>
                    <a:pt x="1089" y="16"/>
                    <a:pt x="1025" y="8"/>
                    <a:pt x="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1"/>
            <p:cNvSpPr/>
            <p:nvPr/>
          </p:nvSpPr>
          <p:spPr>
            <a:xfrm>
              <a:off x="2806887" y="2818401"/>
              <a:ext cx="323379" cy="141642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4" y="1"/>
                  </a:moveTo>
                  <a:cubicBezTo>
                    <a:pt x="311" y="1"/>
                    <a:pt x="298" y="1"/>
                    <a:pt x="285" y="2"/>
                  </a:cubicBezTo>
                  <a:cubicBezTo>
                    <a:pt x="189" y="2"/>
                    <a:pt x="93" y="14"/>
                    <a:pt x="1" y="38"/>
                  </a:cubicBezTo>
                  <a:lnTo>
                    <a:pt x="5" y="46"/>
                  </a:lnTo>
                  <a:lnTo>
                    <a:pt x="81" y="50"/>
                  </a:lnTo>
                  <a:cubicBezTo>
                    <a:pt x="133" y="54"/>
                    <a:pt x="201" y="58"/>
                    <a:pt x="285" y="58"/>
                  </a:cubicBezTo>
                  <a:lnTo>
                    <a:pt x="421" y="66"/>
                  </a:lnTo>
                  <a:cubicBezTo>
                    <a:pt x="453" y="66"/>
                    <a:pt x="486" y="65"/>
                    <a:pt x="521" y="65"/>
                  </a:cubicBezTo>
                  <a:cubicBezTo>
                    <a:pt x="538" y="65"/>
                    <a:pt x="555" y="65"/>
                    <a:pt x="573" y="66"/>
                  </a:cubicBezTo>
                  <a:cubicBezTo>
                    <a:pt x="625" y="66"/>
                    <a:pt x="681" y="74"/>
                    <a:pt x="733" y="90"/>
                  </a:cubicBezTo>
                  <a:cubicBezTo>
                    <a:pt x="789" y="102"/>
                    <a:pt x="841" y="126"/>
                    <a:pt x="889" y="154"/>
                  </a:cubicBezTo>
                  <a:cubicBezTo>
                    <a:pt x="981" y="206"/>
                    <a:pt x="1065" y="274"/>
                    <a:pt x="1141" y="354"/>
                  </a:cubicBezTo>
                  <a:cubicBezTo>
                    <a:pt x="1177" y="390"/>
                    <a:pt x="1209" y="430"/>
                    <a:pt x="1249" y="462"/>
                  </a:cubicBezTo>
                  <a:cubicBezTo>
                    <a:pt x="1265" y="482"/>
                    <a:pt x="1285" y="498"/>
                    <a:pt x="1309" y="514"/>
                  </a:cubicBezTo>
                  <a:lnTo>
                    <a:pt x="1365" y="546"/>
                  </a:lnTo>
                  <a:lnTo>
                    <a:pt x="1601" y="702"/>
                  </a:lnTo>
                  <a:lnTo>
                    <a:pt x="1605" y="698"/>
                  </a:lnTo>
                  <a:cubicBezTo>
                    <a:pt x="1605" y="698"/>
                    <a:pt x="1585" y="678"/>
                    <a:pt x="1553" y="638"/>
                  </a:cubicBezTo>
                  <a:cubicBezTo>
                    <a:pt x="1505" y="590"/>
                    <a:pt x="1453" y="542"/>
                    <a:pt x="1401" y="498"/>
                  </a:cubicBezTo>
                  <a:lnTo>
                    <a:pt x="1345" y="458"/>
                  </a:lnTo>
                  <a:cubicBezTo>
                    <a:pt x="1329" y="446"/>
                    <a:pt x="1313" y="430"/>
                    <a:pt x="1297" y="414"/>
                  </a:cubicBezTo>
                  <a:cubicBezTo>
                    <a:pt x="1265" y="382"/>
                    <a:pt x="1229" y="342"/>
                    <a:pt x="1189" y="306"/>
                  </a:cubicBezTo>
                  <a:cubicBezTo>
                    <a:pt x="1149" y="266"/>
                    <a:pt x="1105" y="230"/>
                    <a:pt x="1057" y="198"/>
                  </a:cubicBezTo>
                  <a:cubicBezTo>
                    <a:pt x="1009" y="166"/>
                    <a:pt x="957" y="138"/>
                    <a:pt x="901" y="118"/>
                  </a:cubicBezTo>
                  <a:cubicBezTo>
                    <a:pt x="849" y="102"/>
                    <a:pt x="793" y="82"/>
                    <a:pt x="737" y="70"/>
                  </a:cubicBezTo>
                  <a:cubicBezTo>
                    <a:pt x="681" y="58"/>
                    <a:pt x="629" y="42"/>
                    <a:pt x="577" y="30"/>
                  </a:cubicBezTo>
                  <a:cubicBezTo>
                    <a:pt x="525" y="18"/>
                    <a:pt x="473" y="10"/>
                    <a:pt x="421" y="6"/>
                  </a:cubicBezTo>
                  <a:cubicBezTo>
                    <a:pt x="390" y="4"/>
                    <a:pt x="356" y="1"/>
                    <a:pt x="3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1"/>
            <p:cNvSpPr/>
            <p:nvPr/>
          </p:nvSpPr>
          <p:spPr>
            <a:xfrm>
              <a:off x="2752084" y="2839758"/>
              <a:ext cx="241980" cy="167835"/>
            </a:xfrm>
            <a:custGeom>
              <a:avLst/>
              <a:gdLst/>
              <a:ahLst/>
              <a:cxnLst/>
              <a:rect l="l" t="t" r="r" b="b"/>
              <a:pathLst>
                <a:path w="1201" h="833" extrusionOk="0">
                  <a:moveTo>
                    <a:pt x="5" y="0"/>
                  </a:moveTo>
                  <a:lnTo>
                    <a:pt x="1" y="4"/>
                  </a:lnTo>
                  <a:cubicBezTo>
                    <a:pt x="1" y="4"/>
                    <a:pt x="85" y="48"/>
                    <a:pt x="213" y="108"/>
                  </a:cubicBezTo>
                  <a:cubicBezTo>
                    <a:pt x="245" y="120"/>
                    <a:pt x="277" y="136"/>
                    <a:pt x="313" y="152"/>
                  </a:cubicBezTo>
                  <a:cubicBezTo>
                    <a:pt x="349" y="168"/>
                    <a:pt x="393" y="176"/>
                    <a:pt x="433" y="192"/>
                  </a:cubicBezTo>
                  <a:cubicBezTo>
                    <a:pt x="477" y="208"/>
                    <a:pt x="517" y="228"/>
                    <a:pt x="557" y="248"/>
                  </a:cubicBezTo>
                  <a:cubicBezTo>
                    <a:pt x="597" y="272"/>
                    <a:pt x="633" y="296"/>
                    <a:pt x="669" y="324"/>
                  </a:cubicBezTo>
                  <a:cubicBezTo>
                    <a:pt x="709" y="352"/>
                    <a:pt x="745" y="384"/>
                    <a:pt x="777" y="412"/>
                  </a:cubicBezTo>
                  <a:cubicBezTo>
                    <a:pt x="813" y="440"/>
                    <a:pt x="849" y="468"/>
                    <a:pt x="877" y="496"/>
                  </a:cubicBezTo>
                  <a:cubicBezTo>
                    <a:pt x="909" y="524"/>
                    <a:pt x="941" y="552"/>
                    <a:pt x="969" y="580"/>
                  </a:cubicBezTo>
                  <a:cubicBezTo>
                    <a:pt x="997" y="608"/>
                    <a:pt x="1025" y="632"/>
                    <a:pt x="1049" y="656"/>
                  </a:cubicBezTo>
                  <a:cubicBezTo>
                    <a:pt x="1069" y="680"/>
                    <a:pt x="1089" y="704"/>
                    <a:pt x="1109" y="724"/>
                  </a:cubicBezTo>
                  <a:cubicBezTo>
                    <a:pt x="1129" y="744"/>
                    <a:pt x="1141" y="764"/>
                    <a:pt x="1157" y="780"/>
                  </a:cubicBezTo>
                  <a:cubicBezTo>
                    <a:pt x="1181" y="812"/>
                    <a:pt x="1197" y="832"/>
                    <a:pt x="1197" y="832"/>
                  </a:cubicBezTo>
                  <a:lnTo>
                    <a:pt x="1201" y="832"/>
                  </a:lnTo>
                  <a:cubicBezTo>
                    <a:pt x="1201" y="832"/>
                    <a:pt x="1193" y="808"/>
                    <a:pt x="1181" y="772"/>
                  </a:cubicBezTo>
                  <a:cubicBezTo>
                    <a:pt x="1173" y="748"/>
                    <a:pt x="1161" y="724"/>
                    <a:pt x="1149" y="700"/>
                  </a:cubicBezTo>
                  <a:cubicBezTo>
                    <a:pt x="1133" y="676"/>
                    <a:pt x="1121" y="648"/>
                    <a:pt x="1097" y="620"/>
                  </a:cubicBezTo>
                  <a:cubicBezTo>
                    <a:pt x="1073" y="592"/>
                    <a:pt x="1053" y="560"/>
                    <a:pt x="1021" y="528"/>
                  </a:cubicBezTo>
                  <a:cubicBezTo>
                    <a:pt x="993" y="500"/>
                    <a:pt x="961" y="468"/>
                    <a:pt x="925" y="444"/>
                  </a:cubicBezTo>
                  <a:cubicBezTo>
                    <a:pt x="889" y="416"/>
                    <a:pt x="853" y="388"/>
                    <a:pt x="813" y="364"/>
                  </a:cubicBezTo>
                  <a:cubicBezTo>
                    <a:pt x="773" y="340"/>
                    <a:pt x="733" y="316"/>
                    <a:pt x="689" y="296"/>
                  </a:cubicBezTo>
                  <a:cubicBezTo>
                    <a:pt x="609" y="256"/>
                    <a:pt x="525" y="212"/>
                    <a:pt x="449" y="164"/>
                  </a:cubicBezTo>
                  <a:cubicBezTo>
                    <a:pt x="413" y="140"/>
                    <a:pt x="373" y="116"/>
                    <a:pt x="341" y="100"/>
                  </a:cubicBezTo>
                  <a:cubicBezTo>
                    <a:pt x="305" y="80"/>
                    <a:pt x="269" y="68"/>
                    <a:pt x="233" y="56"/>
                  </a:cubicBezTo>
                  <a:cubicBezTo>
                    <a:pt x="181" y="36"/>
                    <a:pt x="125" y="20"/>
                    <a:pt x="69" y="8"/>
                  </a:cubicBezTo>
                  <a:cubicBezTo>
                    <a:pt x="49" y="4"/>
                    <a:pt x="25" y="0"/>
                    <a:pt x="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1"/>
            <p:cNvSpPr/>
            <p:nvPr/>
          </p:nvSpPr>
          <p:spPr>
            <a:xfrm>
              <a:off x="2683579" y="2876831"/>
              <a:ext cx="297590" cy="396719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5" y="0"/>
                  </a:moveTo>
                  <a:lnTo>
                    <a:pt x="1" y="12"/>
                  </a:lnTo>
                  <a:cubicBezTo>
                    <a:pt x="17" y="44"/>
                    <a:pt x="41" y="72"/>
                    <a:pt x="65" y="100"/>
                  </a:cubicBezTo>
                  <a:cubicBezTo>
                    <a:pt x="125" y="176"/>
                    <a:pt x="197" y="240"/>
                    <a:pt x="273" y="300"/>
                  </a:cubicBezTo>
                  <a:cubicBezTo>
                    <a:pt x="325" y="340"/>
                    <a:pt x="377" y="376"/>
                    <a:pt x="433" y="408"/>
                  </a:cubicBezTo>
                  <a:cubicBezTo>
                    <a:pt x="493" y="444"/>
                    <a:pt x="553" y="484"/>
                    <a:pt x="605" y="528"/>
                  </a:cubicBezTo>
                  <a:cubicBezTo>
                    <a:pt x="665" y="576"/>
                    <a:pt x="717" y="628"/>
                    <a:pt x="765" y="688"/>
                  </a:cubicBezTo>
                  <a:cubicBezTo>
                    <a:pt x="789" y="720"/>
                    <a:pt x="813" y="752"/>
                    <a:pt x="833" y="784"/>
                  </a:cubicBezTo>
                  <a:cubicBezTo>
                    <a:pt x="853" y="816"/>
                    <a:pt x="873" y="848"/>
                    <a:pt x="893" y="884"/>
                  </a:cubicBezTo>
                  <a:cubicBezTo>
                    <a:pt x="929" y="952"/>
                    <a:pt x="965" y="1024"/>
                    <a:pt x="997" y="1092"/>
                  </a:cubicBezTo>
                  <a:cubicBezTo>
                    <a:pt x="1029" y="1160"/>
                    <a:pt x="1053" y="1232"/>
                    <a:pt x="1077" y="1300"/>
                  </a:cubicBezTo>
                  <a:cubicBezTo>
                    <a:pt x="1101" y="1368"/>
                    <a:pt x="1117" y="1432"/>
                    <a:pt x="1133" y="1500"/>
                  </a:cubicBezTo>
                  <a:cubicBezTo>
                    <a:pt x="1145" y="1564"/>
                    <a:pt x="1165" y="1628"/>
                    <a:pt x="1193" y="1688"/>
                  </a:cubicBezTo>
                  <a:cubicBezTo>
                    <a:pt x="1217" y="1740"/>
                    <a:pt x="1245" y="1788"/>
                    <a:pt x="1281" y="1832"/>
                  </a:cubicBezTo>
                  <a:cubicBezTo>
                    <a:pt x="1309" y="1864"/>
                    <a:pt x="1341" y="1896"/>
                    <a:pt x="1377" y="1920"/>
                  </a:cubicBezTo>
                  <a:cubicBezTo>
                    <a:pt x="1405" y="1944"/>
                    <a:pt x="1441" y="1960"/>
                    <a:pt x="1477" y="1968"/>
                  </a:cubicBezTo>
                  <a:lnTo>
                    <a:pt x="1477" y="1964"/>
                  </a:lnTo>
                  <a:cubicBezTo>
                    <a:pt x="1469" y="1960"/>
                    <a:pt x="1461" y="1956"/>
                    <a:pt x="1453" y="1948"/>
                  </a:cubicBezTo>
                  <a:cubicBezTo>
                    <a:pt x="1429" y="1932"/>
                    <a:pt x="1409" y="1916"/>
                    <a:pt x="1393" y="1900"/>
                  </a:cubicBezTo>
                  <a:cubicBezTo>
                    <a:pt x="1361" y="1872"/>
                    <a:pt x="1337" y="1840"/>
                    <a:pt x="1317" y="1804"/>
                  </a:cubicBezTo>
                  <a:cubicBezTo>
                    <a:pt x="1289" y="1760"/>
                    <a:pt x="1265" y="1712"/>
                    <a:pt x="1245" y="1664"/>
                  </a:cubicBezTo>
                  <a:cubicBezTo>
                    <a:pt x="1225" y="1608"/>
                    <a:pt x="1209" y="1548"/>
                    <a:pt x="1201" y="1488"/>
                  </a:cubicBezTo>
                  <a:cubicBezTo>
                    <a:pt x="1189" y="1416"/>
                    <a:pt x="1169" y="1344"/>
                    <a:pt x="1141" y="1276"/>
                  </a:cubicBezTo>
                  <a:cubicBezTo>
                    <a:pt x="1089" y="1128"/>
                    <a:pt x="1013" y="988"/>
                    <a:pt x="921" y="860"/>
                  </a:cubicBezTo>
                  <a:cubicBezTo>
                    <a:pt x="877" y="796"/>
                    <a:pt x="829" y="732"/>
                    <a:pt x="777" y="672"/>
                  </a:cubicBezTo>
                  <a:cubicBezTo>
                    <a:pt x="729" y="612"/>
                    <a:pt x="677" y="552"/>
                    <a:pt x="629" y="496"/>
                  </a:cubicBezTo>
                  <a:cubicBezTo>
                    <a:pt x="577" y="440"/>
                    <a:pt x="521" y="396"/>
                    <a:pt x="461" y="352"/>
                  </a:cubicBezTo>
                  <a:cubicBezTo>
                    <a:pt x="405" y="320"/>
                    <a:pt x="353" y="284"/>
                    <a:pt x="305" y="248"/>
                  </a:cubicBezTo>
                  <a:cubicBezTo>
                    <a:pt x="257" y="216"/>
                    <a:pt x="213" y="184"/>
                    <a:pt x="177" y="156"/>
                  </a:cubicBezTo>
                  <a:cubicBezTo>
                    <a:pt x="141" y="124"/>
                    <a:pt x="109" y="96"/>
                    <a:pt x="81" y="76"/>
                  </a:cubicBezTo>
                  <a:cubicBezTo>
                    <a:pt x="33" y="28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1"/>
            <p:cNvSpPr/>
            <p:nvPr/>
          </p:nvSpPr>
          <p:spPr>
            <a:xfrm>
              <a:off x="2594926" y="2889726"/>
              <a:ext cx="89660" cy="434598"/>
            </a:xfrm>
            <a:custGeom>
              <a:avLst/>
              <a:gdLst/>
              <a:ahLst/>
              <a:cxnLst/>
              <a:rect l="l" t="t" r="r" b="b"/>
              <a:pathLst>
                <a:path w="445" h="2157" extrusionOk="0">
                  <a:moveTo>
                    <a:pt x="265" y="0"/>
                  </a:moveTo>
                  <a:cubicBezTo>
                    <a:pt x="253" y="28"/>
                    <a:pt x="245" y="60"/>
                    <a:pt x="237" y="96"/>
                  </a:cubicBezTo>
                  <a:cubicBezTo>
                    <a:pt x="217" y="180"/>
                    <a:pt x="213" y="268"/>
                    <a:pt x="221" y="360"/>
                  </a:cubicBezTo>
                  <a:cubicBezTo>
                    <a:pt x="225" y="420"/>
                    <a:pt x="241" y="480"/>
                    <a:pt x="269" y="536"/>
                  </a:cubicBezTo>
                  <a:cubicBezTo>
                    <a:pt x="277" y="548"/>
                    <a:pt x="285" y="564"/>
                    <a:pt x="297" y="580"/>
                  </a:cubicBezTo>
                  <a:lnTo>
                    <a:pt x="325" y="616"/>
                  </a:lnTo>
                  <a:cubicBezTo>
                    <a:pt x="337" y="628"/>
                    <a:pt x="345" y="640"/>
                    <a:pt x="357" y="656"/>
                  </a:cubicBezTo>
                  <a:lnTo>
                    <a:pt x="377" y="696"/>
                  </a:lnTo>
                  <a:cubicBezTo>
                    <a:pt x="405" y="756"/>
                    <a:pt x="417" y="824"/>
                    <a:pt x="421" y="896"/>
                  </a:cubicBezTo>
                  <a:cubicBezTo>
                    <a:pt x="425" y="964"/>
                    <a:pt x="421" y="1036"/>
                    <a:pt x="409" y="1104"/>
                  </a:cubicBezTo>
                  <a:cubicBezTo>
                    <a:pt x="393" y="1176"/>
                    <a:pt x="377" y="1244"/>
                    <a:pt x="357" y="1312"/>
                  </a:cubicBezTo>
                  <a:cubicBezTo>
                    <a:pt x="341" y="1376"/>
                    <a:pt x="313" y="1436"/>
                    <a:pt x="281" y="1492"/>
                  </a:cubicBezTo>
                  <a:cubicBezTo>
                    <a:pt x="273" y="1504"/>
                    <a:pt x="265" y="1516"/>
                    <a:pt x="257" y="1528"/>
                  </a:cubicBezTo>
                  <a:lnTo>
                    <a:pt x="221" y="1564"/>
                  </a:lnTo>
                  <a:cubicBezTo>
                    <a:pt x="201" y="1588"/>
                    <a:pt x="181" y="1616"/>
                    <a:pt x="165" y="1644"/>
                  </a:cubicBezTo>
                  <a:cubicBezTo>
                    <a:pt x="133" y="1692"/>
                    <a:pt x="101" y="1748"/>
                    <a:pt x="81" y="1800"/>
                  </a:cubicBezTo>
                  <a:cubicBezTo>
                    <a:pt x="57" y="1844"/>
                    <a:pt x="41" y="1892"/>
                    <a:pt x="25" y="1940"/>
                  </a:cubicBezTo>
                  <a:cubicBezTo>
                    <a:pt x="13" y="1980"/>
                    <a:pt x="9" y="2016"/>
                    <a:pt x="5" y="2056"/>
                  </a:cubicBezTo>
                  <a:cubicBezTo>
                    <a:pt x="1" y="2080"/>
                    <a:pt x="5" y="2108"/>
                    <a:pt x="9" y="2132"/>
                  </a:cubicBezTo>
                  <a:cubicBezTo>
                    <a:pt x="17" y="2148"/>
                    <a:pt x="21" y="2156"/>
                    <a:pt x="21" y="2156"/>
                  </a:cubicBezTo>
                  <a:lnTo>
                    <a:pt x="29" y="2152"/>
                  </a:lnTo>
                  <a:cubicBezTo>
                    <a:pt x="29" y="2152"/>
                    <a:pt x="25" y="2144"/>
                    <a:pt x="25" y="2128"/>
                  </a:cubicBezTo>
                  <a:cubicBezTo>
                    <a:pt x="21" y="2104"/>
                    <a:pt x="25" y="2084"/>
                    <a:pt x="33" y="2060"/>
                  </a:cubicBezTo>
                  <a:cubicBezTo>
                    <a:pt x="57" y="1980"/>
                    <a:pt x="89" y="1900"/>
                    <a:pt x="133" y="1828"/>
                  </a:cubicBezTo>
                  <a:cubicBezTo>
                    <a:pt x="157" y="1780"/>
                    <a:pt x="189" y="1736"/>
                    <a:pt x="221" y="1684"/>
                  </a:cubicBezTo>
                  <a:cubicBezTo>
                    <a:pt x="241" y="1664"/>
                    <a:pt x="257" y="1636"/>
                    <a:pt x="277" y="1612"/>
                  </a:cubicBezTo>
                  <a:lnTo>
                    <a:pt x="309" y="1576"/>
                  </a:lnTo>
                  <a:cubicBezTo>
                    <a:pt x="321" y="1560"/>
                    <a:pt x="333" y="1544"/>
                    <a:pt x="341" y="1528"/>
                  </a:cubicBezTo>
                  <a:cubicBezTo>
                    <a:pt x="373" y="1464"/>
                    <a:pt x="401" y="1396"/>
                    <a:pt x="413" y="1328"/>
                  </a:cubicBezTo>
                  <a:cubicBezTo>
                    <a:pt x="429" y="1256"/>
                    <a:pt x="441" y="1184"/>
                    <a:pt x="441" y="1108"/>
                  </a:cubicBezTo>
                  <a:cubicBezTo>
                    <a:pt x="445" y="1036"/>
                    <a:pt x="445" y="964"/>
                    <a:pt x="437" y="892"/>
                  </a:cubicBezTo>
                  <a:cubicBezTo>
                    <a:pt x="437" y="824"/>
                    <a:pt x="425" y="752"/>
                    <a:pt x="409" y="684"/>
                  </a:cubicBezTo>
                  <a:cubicBezTo>
                    <a:pt x="389" y="612"/>
                    <a:pt x="341" y="560"/>
                    <a:pt x="321" y="512"/>
                  </a:cubicBezTo>
                  <a:cubicBezTo>
                    <a:pt x="297" y="460"/>
                    <a:pt x="285" y="408"/>
                    <a:pt x="277" y="356"/>
                  </a:cubicBezTo>
                  <a:cubicBezTo>
                    <a:pt x="269" y="308"/>
                    <a:pt x="265" y="260"/>
                    <a:pt x="265" y="212"/>
                  </a:cubicBezTo>
                  <a:lnTo>
                    <a:pt x="265" y="100"/>
                  </a:lnTo>
                  <a:cubicBezTo>
                    <a:pt x="265" y="36"/>
                    <a:pt x="269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1"/>
            <p:cNvSpPr/>
            <p:nvPr/>
          </p:nvSpPr>
          <p:spPr>
            <a:xfrm>
              <a:off x="2482095" y="2920351"/>
              <a:ext cx="82406" cy="256487"/>
            </a:xfrm>
            <a:custGeom>
              <a:avLst/>
              <a:gdLst/>
              <a:ahLst/>
              <a:cxnLst/>
              <a:rect l="l" t="t" r="r" b="b"/>
              <a:pathLst>
                <a:path w="409" h="1273" extrusionOk="0">
                  <a:moveTo>
                    <a:pt x="405" y="0"/>
                  </a:moveTo>
                  <a:cubicBezTo>
                    <a:pt x="345" y="44"/>
                    <a:pt x="293" y="96"/>
                    <a:pt x="249" y="152"/>
                  </a:cubicBezTo>
                  <a:cubicBezTo>
                    <a:pt x="229" y="180"/>
                    <a:pt x="209" y="208"/>
                    <a:pt x="189" y="240"/>
                  </a:cubicBezTo>
                  <a:cubicBezTo>
                    <a:pt x="173" y="276"/>
                    <a:pt x="157" y="312"/>
                    <a:pt x="145" y="352"/>
                  </a:cubicBezTo>
                  <a:cubicBezTo>
                    <a:pt x="133" y="396"/>
                    <a:pt x="129" y="436"/>
                    <a:pt x="133" y="480"/>
                  </a:cubicBezTo>
                  <a:cubicBezTo>
                    <a:pt x="137" y="524"/>
                    <a:pt x="137" y="568"/>
                    <a:pt x="137" y="608"/>
                  </a:cubicBezTo>
                  <a:cubicBezTo>
                    <a:pt x="133" y="652"/>
                    <a:pt x="129" y="692"/>
                    <a:pt x="125" y="736"/>
                  </a:cubicBezTo>
                  <a:cubicBezTo>
                    <a:pt x="121" y="776"/>
                    <a:pt x="117" y="816"/>
                    <a:pt x="109" y="856"/>
                  </a:cubicBezTo>
                  <a:cubicBezTo>
                    <a:pt x="93" y="932"/>
                    <a:pt x="77" y="1000"/>
                    <a:pt x="61" y="1064"/>
                  </a:cubicBezTo>
                  <a:cubicBezTo>
                    <a:pt x="45" y="1124"/>
                    <a:pt x="33" y="1176"/>
                    <a:pt x="21" y="1212"/>
                  </a:cubicBezTo>
                  <a:cubicBezTo>
                    <a:pt x="9" y="1248"/>
                    <a:pt x="1" y="1268"/>
                    <a:pt x="1" y="1268"/>
                  </a:cubicBezTo>
                  <a:lnTo>
                    <a:pt x="9" y="1272"/>
                  </a:lnTo>
                  <a:cubicBezTo>
                    <a:pt x="9" y="1272"/>
                    <a:pt x="21" y="1252"/>
                    <a:pt x="45" y="1224"/>
                  </a:cubicBezTo>
                  <a:cubicBezTo>
                    <a:pt x="57" y="1204"/>
                    <a:pt x="69" y="1184"/>
                    <a:pt x="81" y="1164"/>
                  </a:cubicBezTo>
                  <a:cubicBezTo>
                    <a:pt x="93" y="1136"/>
                    <a:pt x="109" y="1112"/>
                    <a:pt x="121" y="1084"/>
                  </a:cubicBezTo>
                  <a:cubicBezTo>
                    <a:pt x="133" y="1052"/>
                    <a:pt x="145" y="1016"/>
                    <a:pt x="153" y="984"/>
                  </a:cubicBezTo>
                  <a:cubicBezTo>
                    <a:pt x="165" y="944"/>
                    <a:pt x="173" y="904"/>
                    <a:pt x="177" y="864"/>
                  </a:cubicBezTo>
                  <a:cubicBezTo>
                    <a:pt x="181" y="824"/>
                    <a:pt x="185" y="780"/>
                    <a:pt x="185" y="740"/>
                  </a:cubicBezTo>
                  <a:cubicBezTo>
                    <a:pt x="185" y="696"/>
                    <a:pt x="181" y="652"/>
                    <a:pt x="173" y="608"/>
                  </a:cubicBezTo>
                  <a:cubicBezTo>
                    <a:pt x="165" y="564"/>
                    <a:pt x="157" y="524"/>
                    <a:pt x="153" y="480"/>
                  </a:cubicBezTo>
                  <a:cubicBezTo>
                    <a:pt x="149" y="440"/>
                    <a:pt x="161" y="400"/>
                    <a:pt x="181" y="368"/>
                  </a:cubicBezTo>
                  <a:cubicBezTo>
                    <a:pt x="201" y="332"/>
                    <a:pt x="225" y="304"/>
                    <a:pt x="241" y="272"/>
                  </a:cubicBezTo>
                  <a:lnTo>
                    <a:pt x="297" y="188"/>
                  </a:lnTo>
                  <a:cubicBezTo>
                    <a:pt x="333" y="132"/>
                    <a:pt x="361" y="88"/>
                    <a:pt x="381" y="56"/>
                  </a:cubicBezTo>
                  <a:cubicBezTo>
                    <a:pt x="397" y="24"/>
                    <a:pt x="409" y="8"/>
                    <a:pt x="409" y="8"/>
                  </a:cubicBezTo>
                  <a:lnTo>
                    <a:pt x="4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1"/>
            <p:cNvSpPr/>
            <p:nvPr/>
          </p:nvSpPr>
          <p:spPr>
            <a:xfrm>
              <a:off x="2586061" y="2944529"/>
              <a:ext cx="34856" cy="170253"/>
            </a:xfrm>
            <a:custGeom>
              <a:avLst/>
              <a:gdLst/>
              <a:ahLst/>
              <a:cxnLst/>
              <a:rect l="l" t="t" r="r" b="b"/>
              <a:pathLst>
                <a:path w="173" h="845" extrusionOk="0">
                  <a:moveTo>
                    <a:pt x="33" y="0"/>
                  </a:moveTo>
                  <a:cubicBezTo>
                    <a:pt x="25" y="12"/>
                    <a:pt x="21" y="24"/>
                    <a:pt x="21" y="36"/>
                  </a:cubicBezTo>
                  <a:cubicBezTo>
                    <a:pt x="9" y="68"/>
                    <a:pt x="5" y="100"/>
                    <a:pt x="1" y="136"/>
                  </a:cubicBezTo>
                  <a:cubicBezTo>
                    <a:pt x="1" y="156"/>
                    <a:pt x="1" y="180"/>
                    <a:pt x="1" y="200"/>
                  </a:cubicBezTo>
                  <a:cubicBezTo>
                    <a:pt x="5" y="224"/>
                    <a:pt x="9" y="252"/>
                    <a:pt x="17" y="276"/>
                  </a:cubicBezTo>
                  <a:cubicBezTo>
                    <a:pt x="29" y="324"/>
                    <a:pt x="33" y="380"/>
                    <a:pt x="29" y="432"/>
                  </a:cubicBezTo>
                  <a:cubicBezTo>
                    <a:pt x="25" y="488"/>
                    <a:pt x="29" y="540"/>
                    <a:pt x="37" y="596"/>
                  </a:cubicBezTo>
                  <a:cubicBezTo>
                    <a:pt x="45" y="640"/>
                    <a:pt x="61" y="688"/>
                    <a:pt x="81" y="732"/>
                  </a:cubicBezTo>
                  <a:cubicBezTo>
                    <a:pt x="93" y="748"/>
                    <a:pt x="101" y="764"/>
                    <a:pt x="113" y="780"/>
                  </a:cubicBezTo>
                  <a:cubicBezTo>
                    <a:pt x="121" y="792"/>
                    <a:pt x="129" y="804"/>
                    <a:pt x="141" y="816"/>
                  </a:cubicBezTo>
                  <a:cubicBezTo>
                    <a:pt x="157" y="832"/>
                    <a:pt x="169" y="844"/>
                    <a:pt x="169" y="844"/>
                  </a:cubicBezTo>
                  <a:lnTo>
                    <a:pt x="173" y="840"/>
                  </a:lnTo>
                  <a:cubicBezTo>
                    <a:pt x="173" y="840"/>
                    <a:pt x="169" y="824"/>
                    <a:pt x="165" y="800"/>
                  </a:cubicBezTo>
                  <a:cubicBezTo>
                    <a:pt x="161" y="788"/>
                    <a:pt x="157" y="776"/>
                    <a:pt x="153" y="760"/>
                  </a:cubicBezTo>
                  <a:cubicBezTo>
                    <a:pt x="149" y="748"/>
                    <a:pt x="145" y="728"/>
                    <a:pt x="141" y="712"/>
                  </a:cubicBezTo>
                  <a:cubicBezTo>
                    <a:pt x="137" y="692"/>
                    <a:pt x="129" y="672"/>
                    <a:pt x="125" y="648"/>
                  </a:cubicBezTo>
                  <a:cubicBezTo>
                    <a:pt x="121" y="628"/>
                    <a:pt x="113" y="604"/>
                    <a:pt x="109" y="580"/>
                  </a:cubicBezTo>
                  <a:cubicBezTo>
                    <a:pt x="101" y="556"/>
                    <a:pt x="93" y="536"/>
                    <a:pt x="89" y="508"/>
                  </a:cubicBezTo>
                  <a:cubicBezTo>
                    <a:pt x="85" y="480"/>
                    <a:pt x="73" y="456"/>
                    <a:pt x="65" y="432"/>
                  </a:cubicBezTo>
                  <a:cubicBezTo>
                    <a:pt x="57" y="404"/>
                    <a:pt x="53" y="380"/>
                    <a:pt x="49" y="352"/>
                  </a:cubicBezTo>
                  <a:cubicBezTo>
                    <a:pt x="49" y="328"/>
                    <a:pt x="49" y="300"/>
                    <a:pt x="53" y="276"/>
                  </a:cubicBezTo>
                  <a:cubicBezTo>
                    <a:pt x="57" y="248"/>
                    <a:pt x="61" y="224"/>
                    <a:pt x="61" y="204"/>
                  </a:cubicBezTo>
                  <a:lnTo>
                    <a:pt x="61" y="140"/>
                  </a:lnTo>
                  <a:cubicBezTo>
                    <a:pt x="61" y="92"/>
                    <a:pt x="53" y="48"/>
                    <a:pt x="41" y="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1"/>
            <p:cNvSpPr/>
            <p:nvPr/>
          </p:nvSpPr>
          <p:spPr>
            <a:xfrm>
              <a:off x="2268522" y="2873607"/>
              <a:ext cx="281471" cy="35964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89" y="0"/>
                  </a:moveTo>
                  <a:cubicBezTo>
                    <a:pt x="1281" y="52"/>
                    <a:pt x="1181" y="116"/>
                    <a:pt x="1085" y="192"/>
                  </a:cubicBezTo>
                  <a:cubicBezTo>
                    <a:pt x="1037" y="228"/>
                    <a:pt x="993" y="264"/>
                    <a:pt x="949" y="304"/>
                  </a:cubicBezTo>
                  <a:cubicBezTo>
                    <a:pt x="901" y="352"/>
                    <a:pt x="857" y="400"/>
                    <a:pt x="821" y="452"/>
                  </a:cubicBezTo>
                  <a:cubicBezTo>
                    <a:pt x="777" y="512"/>
                    <a:pt x="745" y="572"/>
                    <a:pt x="721" y="640"/>
                  </a:cubicBezTo>
                  <a:cubicBezTo>
                    <a:pt x="689" y="704"/>
                    <a:pt x="657" y="768"/>
                    <a:pt x="621" y="828"/>
                  </a:cubicBezTo>
                  <a:lnTo>
                    <a:pt x="401" y="1188"/>
                  </a:lnTo>
                  <a:cubicBezTo>
                    <a:pt x="333" y="1300"/>
                    <a:pt x="269" y="1408"/>
                    <a:pt x="213" y="1500"/>
                  </a:cubicBezTo>
                  <a:cubicBezTo>
                    <a:pt x="169" y="1572"/>
                    <a:pt x="121" y="1644"/>
                    <a:pt x="73" y="1716"/>
                  </a:cubicBezTo>
                  <a:cubicBezTo>
                    <a:pt x="57" y="1732"/>
                    <a:pt x="41" y="1752"/>
                    <a:pt x="21" y="1764"/>
                  </a:cubicBezTo>
                  <a:cubicBezTo>
                    <a:pt x="17" y="1768"/>
                    <a:pt x="9" y="1772"/>
                    <a:pt x="1" y="1776"/>
                  </a:cubicBezTo>
                  <a:lnTo>
                    <a:pt x="1" y="1784"/>
                  </a:lnTo>
                  <a:cubicBezTo>
                    <a:pt x="9" y="1784"/>
                    <a:pt x="21" y="1780"/>
                    <a:pt x="29" y="1776"/>
                  </a:cubicBezTo>
                  <a:cubicBezTo>
                    <a:pt x="49" y="1764"/>
                    <a:pt x="73" y="1748"/>
                    <a:pt x="89" y="1732"/>
                  </a:cubicBezTo>
                  <a:cubicBezTo>
                    <a:pt x="153" y="1672"/>
                    <a:pt x="209" y="1604"/>
                    <a:pt x="261" y="1532"/>
                  </a:cubicBezTo>
                  <a:cubicBezTo>
                    <a:pt x="333" y="1432"/>
                    <a:pt x="401" y="1328"/>
                    <a:pt x="461" y="1220"/>
                  </a:cubicBezTo>
                  <a:cubicBezTo>
                    <a:pt x="497" y="1160"/>
                    <a:pt x="529" y="1100"/>
                    <a:pt x="561" y="1036"/>
                  </a:cubicBezTo>
                  <a:cubicBezTo>
                    <a:pt x="593" y="972"/>
                    <a:pt x="625" y="908"/>
                    <a:pt x="653" y="844"/>
                  </a:cubicBezTo>
                  <a:lnTo>
                    <a:pt x="741" y="644"/>
                  </a:lnTo>
                  <a:cubicBezTo>
                    <a:pt x="753" y="612"/>
                    <a:pt x="769" y="580"/>
                    <a:pt x="785" y="552"/>
                  </a:cubicBezTo>
                  <a:cubicBezTo>
                    <a:pt x="805" y="524"/>
                    <a:pt x="825" y="496"/>
                    <a:pt x="849" y="472"/>
                  </a:cubicBezTo>
                  <a:cubicBezTo>
                    <a:pt x="897" y="424"/>
                    <a:pt x="945" y="384"/>
                    <a:pt x="993" y="344"/>
                  </a:cubicBezTo>
                  <a:cubicBezTo>
                    <a:pt x="1037" y="304"/>
                    <a:pt x="1081" y="268"/>
                    <a:pt x="1121" y="232"/>
                  </a:cubicBezTo>
                  <a:lnTo>
                    <a:pt x="1321" y="64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1"/>
            <p:cNvSpPr/>
            <p:nvPr/>
          </p:nvSpPr>
          <p:spPr>
            <a:xfrm>
              <a:off x="2526422" y="2497035"/>
              <a:ext cx="216997" cy="320962"/>
            </a:xfrm>
            <a:custGeom>
              <a:avLst/>
              <a:gdLst/>
              <a:ahLst/>
              <a:cxnLst/>
              <a:rect l="l" t="t" r="r" b="b"/>
              <a:pathLst>
                <a:path w="1077" h="1593" extrusionOk="0">
                  <a:moveTo>
                    <a:pt x="992" y="1"/>
                  </a:moveTo>
                  <a:cubicBezTo>
                    <a:pt x="989" y="1"/>
                    <a:pt x="987" y="1"/>
                    <a:pt x="985" y="1"/>
                  </a:cubicBezTo>
                  <a:lnTo>
                    <a:pt x="957" y="1"/>
                  </a:lnTo>
                  <a:cubicBezTo>
                    <a:pt x="945" y="1"/>
                    <a:pt x="933" y="5"/>
                    <a:pt x="925" y="13"/>
                  </a:cubicBezTo>
                  <a:cubicBezTo>
                    <a:pt x="909" y="25"/>
                    <a:pt x="897" y="37"/>
                    <a:pt x="885" y="49"/>
                  </a:cubicBezTo>
                  <a:cubicBezTo>
                    <a:pt x="857" y="73"/>
                    <a:pt x="837" y="101"/>
                    <a:pt x="821" y="133"/>
                  </a:cubicBezTo>
                  <a:cubicBezTo>
                    <a:pt x="785" y="197"/>
                    <a:pt x="765" y="269"/>
                    <a:pt x="765" y="341"/>
                  </a:cubicBezTo>
                  <a:cubicBezTo>
                    <a:pt x="765" y="413"/>
                    <a:pt x="773" y="481"/>
                    <a:pt x="773" y="549"/>
                  </a:cubicBezTo>
                  <a:cubicBezTo>
                    <a:pt x="769" y="581"/>
                    <a:pt x="765" y="613"/>
                    <a:pt x="753" y="645"/>
                  </a:cubicBezTo>
                  <a:cubicBezTo>
                    <a:pt x="737" y="677"/>
                    <a:pt x="717" y="705"/>
                    <a:pt x="693" y="725"/>
                  </a:cubicBezTo>
                  <a:cubicBezTo>
                    <a:pt x="645" y="773"/>
                    <a:pt x="589" y="813"/>
                    <a:pt x="537" y="853"/>
                  </a:cubicBezTo>
                  <a:cubicBezTo>
                    <a:pt x="485" y="889"/>
                    <a:pt x="433" y="929"/>
                    <a:pt x="389" y="969"/>
                  </a:cubicBezTo>
                  <a:cubicBezTo>
                    <a:pt x="341" y="1009"/>
                    <a:pt x="305" y="1057"/>
                    <a:pt x="277" y="1109"/>
                  </a:cubicBezTo>
                  <a:cubicBezTo>
                    <a:pt x="253" y="1153"/>
                    <a:pt x="241" y="1201"/>
                    <a:pt x="241" y="1249"/>
                  </a:cubicBezTo>
                  <a:cubicBezTo>
                    <a:pt x="209" y="1217"/>
                    <a:pt x="177" y="1185"/>
                    <a:pt x="145" y="1149"/>
                  </a:cubicBezTo>
                  <a:cubicBezTo>
                    <a:pt x="109" y="1105"/>
                    <a:pt x="81" y="1053"/>
                    <a:pt x="61" y="1001"/>
                  </a:cubicBezTo>
                  <a:cubicBezTo>
                    <a:pt x="53" y="973"/>
                    <a:pt x="45" y="945"/>
                    <a:pt x="45" y="917"/>
                  </a:cubicBezTo>
                  <a:cubicBezTo>
                    <a:pt x="41" y="889"/>
                    <a:pt x="41" y="861"/>
                    <a:pt x="49" y="837"/>
                  </a:cubicBezTo>
                  <a:cubicBezTo>
                    <a:pt x="65" y="781"/>
                    <a:pt x="85" y="733"/>
                    <a:pt x="113" y="685"/>
                  </a:cubicBezTo>
                  <a:cubicBezTo>
                    <a:pt x="145" y="633"/>
                    <a:pt x="173" y="577"/>
                    <a:pt x="189" y="521"/>
                  </a:cubicBezTo>
                  <a:cubicBezTo>
                    <a:pt x="201" y="485"/>
                    <a:pt x="197" y="445"/>
                    <a:pt x="185" y="413"/>
                  </a:cubicBezTo>
                  <a:cubicBezTo>
                    <a:pt x="166" y="372"/>
                    <a:pt x="130" y="349"/>
                    <a:pt x="90" y="349"/>
                  </a:cubicBezTo>
                  <a:cubicBezTo>
                    <a:pt x="87" y="349"/>
                    <a:pt x="84" y="349"/>
                    <a:pt x="81" y="349"/>
                  </a:cubicBezTo>
                  <a:cubicBezTo>
                    <a:pt x="77" y="349"/>
                    <a:pt x="73" y="353"/>
                    <a:pt x="69" y="353"/>
                  </a:cubicBezTo>
                  <a:cubicBezTo>
                    <a:pt x="41" y="369"/>
                    <a:pt x="17" y="397"/>
                    <a:pt x="9" y="429"/>
                  </a:cubicBezTo>
                  <a:cubicBezTo>
                    <a:pt x="5" y="457"/>
                    <a:pt x="9" y="489"/>
                    <a:pt x="21" y="517"/>
                  </a:cubicBezTo>
                  <a:cubicBezTo>
                    <a:pt x="37" y="553"/>
                    <a:pt x="53" y="589"/>
                    <a:pt x="69" y="621"/>
                  </a:cubicBezTo>
                  <a:cubicBezTo>
                    <a:pt x="65" y="633"/>
                    <a:pt x="61" y="645"/>
                    <a:pt x="57" y="657"/>
                  </a:cubicBezTo>
                  <a:cubicBezTo>
                    <a:pt x="25" y="709"/>
                    <a:pt x="9" y="769"/>
                    <a:pt x="1" y="829"/>
                  </a:cubicBezTo>
                  <a:cubicBezTo>
                    <a:pt x="1" y="861"/>
                    <a:pt x="5" y="893"/>
                    <a:pt x="13" y="921"/>
                  </a:cubicBezTo>
                  <a:cubicBezTo>
                    <a:pt x="21" y="949"/>
                    <a:pt x="29" y="977"/>
                    <a:pt x="41" y="1005"/>
                  </a:cubicBezTo>
                  <a:cubicBezTo>
                    <a:pt x="61" y="1061"/>
                    <a:pt x="85" y="1117"/>
                    <a:pt x="113" y="1169"/>
                  </a:cubicBezTo>
                  <a:cubicBezTo>
                    <a:pt x="141" y="1221"/>
                    <a:pt x="177" y="1269"/>
                    <a:pt x="221" y="1309"/>
                  </a:cubicBezTo>
                  <a:cubicBezTo>
                    <a:pt x="237" y="1329"/>
                    <a:pt x="257" y="1345"/>
                    <a:pt x="269" y="1365"/>
                  </a:cubicBezTo>
                  <a:cubicBezTo>
                    <a:pt x="281" y="1377"/>
                    <a:pt x="289" y="1389"/>
                    <a:pt x="301" y="1401"/>
                  </a:cubicBezTo>
                  <a:cubicBezTo>
                    <a:pt x="309" y="1413"/>
                    <a:pt x="317" y="1421"/>
                    <a:pt x="321" y="1433"/>
                  </a:cubicBezTo>
                  <a:cubicBezTo>
                    <a:pt x="349" y="1481"/>
                    <a:pt x="349" y="1537"/>
                    <a:pt x="325" y="1585"/>
                  </a:cubicBezTo>
                  <a:cubicBezTo>
                    <a:pt x="325" y="1589"/>
                    <a:pt x="325" y="1589"/>
                    <a:pt x="325" y="1589"/>
                  </a:cubicBezTo>
                  <a:cubicBezTo>
                    <a:pt x="327" y="1591"/>
                    <a:pt x="328" y="1592"/>
                    <a:pt x="329" y="1592"/>
                  </a:cubicBezTo>
                  <a:cubicBezTo>
                    <a:pt x="330" y="1592"/>
                    <a:pt x="331" y="1591"/>
                    <a:pt x="333" y="1589"/>
                  </a:cubicBezTo>
                  <a:cubicBezTo>
                    <a:pt x="353" y="1569"/>
                    <a:pt x="369" y="1541"/>
                    <a:pt x="373" y="1509"/>
                  </a:cubicBezTo>
                  <a:cubicBezTo>
                    <a:pt x="381" y="1477"/>
                    <a:pt x="377" y="1445"/>
                    <a:pt x="365" y="1413"/>
                  </a:cubicBezTo>
                  <a:cubicBezTo>
                    <a:pt x="357" y="1385"/>
                    <a:pt x="341" y="1357"/>
                    <a:pt x="321" y="1333"/>
                  </a:cubicBezTo>
                  <a:cubicBezTo>
                    <a:pt x="309" y="1317"/>
                    <a:pt x="297" y="1305"/>
                    <a:pt x="285" y="1289"/>
                  </a:cubicBezTo>
                  <a:cubicBezTo>
                    <a:pt x="285" y="1277"/>
                    <a:pt x="285" y="1265"/>
                    <a:pt x="285" y="1249"/>
                  </a:cubicBezTo>
                  <a:cubicBezTo>
                    <a:pt x="289" y="1209"/>
                    <a:pt x="301" y="1165"/>
                    <a:pt x="325" y="1129"/>
                  </a:cubicBezTo>
                  <a:cubicBezTo>
                    <a:pt x="353" y="1085"/>
                    <a:pt x="389" y="1049"/>
                    <a:pt x="429" y="1017"/>
                  </a:cubicBezTo>
                  <a:lnTo>
                    <a:pt x="561" y="885"/>
                  </a:lnTo>
                  <a:cubicBezTo>
                    <a:pt x="609" y="837"/>
                    <a:pt x="657" y="789"/>
                    <a:pt x="709" y="745"/>
                  </a:cubicBezTo>
                  <a:cubicBezTo>
                    <a:pt x="761" y="693"/>
                    <a:pt x="797" y="629"/>
                    <a:pt x="809" y="557"/>
                  </a:cubicBezTo>
                  <a:cubicBezTo>
                    <a:pt x="817" y="509"/>
                    <a:pt x="821" y="457"/>
                    <a:pt x="821" y="409"/>
                  </a:cubicBezTo>
                  <a:cubicBezTo>
                    <a:pt x="837" y="401"/>
                    <a:pt x="857" y="389"/>
                    <a:pt x="881" y="373"/>
                  </a:cubicBezTo>
                  <a:cubicBezTo>
                    <a:pt x="909" y="353"/>
                    <a:pt x="941" y="329"/>
                    <a:pt x="969" y="305"/>
                  </a:cubicBezTo>
                  <a:cubicBezTo>
                    <a:pt x="1005" y="269"/>
                    <a:pt x="1037" y="229"/>
                    <a:pt x="1057" y="181"/>
                  </a:cubicBezTo>
                  <a:cubicBezTo>
                    <a:pt x="1069" y="153"/>
                    <a:pt x="1077" y="121"/>
                    <a:pt x="1077" y="89"/>
                  </a:cubicBezTo>
                  <a:cubicBezTo>
                    <a:pt x="1077" y="40"/>
                    <a:pt x="1040" y="1"/>
                    <a:pt x="9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51"/>
            <p:cNvSpPr/>
            <p:nvPr/>
          </p:nvSpPr>
          <p:spPr>
            <a:xfrm>
              <a:off x="2643282" y="2586494"/>
              <a:ext cx="165417" cy="213168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750" y="1"/>
                  </a:moveTo>
                  <a:cubicBezTo>
                    <a:pt x="747" y="1"/>
                    <a:pt x="744" y="1"/>
                    <a:pt x="741" y="1"/>
                  </a:cubicBezTo>
                  <a:cubicBezTo>
                    <a:pt x="701" y="1"/>
                    <a:pt x="669" y="25"/>
                    <a:pt x="657" y="57"/>
                  </a:cubicBezTo>
                  <a:cubicBezTo>
                    <a:pt x="645" y="81"/>
                    <a:pt x="641" y="105"/>
                    <a:pt x="637" y="129"/>
                  </a:cubicBezTo>
                  <a:cubicBezTo>
                    <a:pt x="625" y="213"/>
                    <a:pt x="617" y="277"/>
                    <a:pt x="613" y="329"/>
                  </a:cubicBezTo>
                  <a:cubicBezTo>
                    <a:pt x="613" y="353"/>
                    <a:pt x="613" y="369"/>
                    <a:pt x="609" y="381"/>
                  </a:cubicBezTo>
                  <a:cubicBezTo>
                    <a:pt x="609" y="397"/>
                    <a:pt x="593" y="421"/>
                    <a:pt x="589" y="437"/>
                  </a:cubicBezTo>
                  <a:cubicBezTo>
                    <a:pt x="569" y="489"/>
                    <a:pt x="545" y="537"/>
                    <a:pt x="517" y="589"/>
                  </a:cubicBezTo>
                  <a:cubicBezTo>
                    <a:pt x="493" y="633"/>
                    <a:pt x="457" y="673"/>
                    <a:pt x="413" y="701"/>
                  </a:cubicBezTo>
                  <a:cubicBezTo>
                    <a:pt x="369" y="721"/>
                    <a:pt x="325" y="741"/>
                    <a:pt x="281" y="757"/>
                  </a:cubicBezTo>
                  <a:cubicBezTo>
                    <a:pt x="237" y="773"/>
                    <a:pt x="197" y="793"/>
                    <a:pt x="157" y="817"/>
                  </a:cubicBezTo>
                  <a:cubicBezTo>
                    <a:pt x="93" y="853"/>
                    <a:pt x="41" y="905"/>
                    <a:pt x="13" y="973"/>
                  </a:cubicBezTo>
                  <a:cubicBezTo>
                    <a:pt x="5" y="993"/>
                    <a:pt x="1" y="1013"/>
                    <a:pt x="1" y="1033"/>
                  </a:cubicBezTo>
                  <a:lnTo>
                    <a:pt x="1" y="1053"/>
                  </a:lnTo>
                  <a:cubicBezTo>
                    <a:pt x="1" y="1053"/>
                    <a:pt x="5" y="1053"/>
                    <a:pt x="5" y="1057"/>
                  </a:cubicBezTo>
                  <a:lnTo>
                    <a:pt x="9" y="1057"/>
                  </a:lnTo>
                  <a:lnTo>
                    <a:pt x="13" y="1037"/>
                  </a:lnTo>
                  <a:cubicBezTo>
                    <a:pt x="21" y="1017"/>
                    <a:pt x="29" y="1001"/>
                    <a:pt x="37" y="985"/>
                  </a:cubicBezTo>
                  <a:cubicBezTo>
                    <a:pt x="77" y="937"/>
                    <a:pt x="125" y="893"/>
                    <a:pt x="185" y="869"/>
                  </a:cubicBezTo>
                  <a:cubicBezTo>
                    <a:pt x="217" y="849"/>
                    <a:pt x="261" y="833"/>
                    <a:pt x="301" y="813"/>
                  </a:cubicBezTo>
                  <a:cubicBezTo>
                    <a:pt x="349" y="789"/>
                    <a:pt x="393" y="761"/>
                    <a:pt x="433" y="729"/>
                  </a:cubicBezTo>
                  <a:cubicBezTo>
                    <a:pt x="473" y="693"/>
                    <a:pt x="509" y="649"/>
                    <a:pt x="537" y="597"/>
                  </a:cubicBezTo>
                  <a:cubicBezTo>
                    <a:pt x="565" y="549"/>
                    <a:pt x="593" y="501"/>
                    <a:pt x="621" y="457"/>
                  </a:cubicBezTo>
                  <a:cubicBezTo>
                    <a:pt x="649" y="409"/>
                    <a:pt x="681" y="361"/>
                    <a:pt x="705" y="313"/>
                  </a:cubicBezTo>
                  <a:lnTo>
                    <a:pt x="785" y="173"/>
                  </a:lnTo>
                  <a:cubicBezTo>
                    <a:pt x="801" y="149"/>
                    <a:pt x="813" y="117"/>
                    <a:pt x="817" y="89"/>
                  </a:cubicBezTo>
                  <a:cubicBezTo>
                    <a:pt x="821" y="65"/>
                    <a:pt x="813" y="45"/>
                    <a:pt x="801" y="25"/>
                  </a:cubicBezTo>
                  <a:cubicBezTo>
                    <a:pt x="787" y="11"/>
                    <a:pt x="770" y="1"/>
                    <a:pt x="7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51"/>
            <p:cNvSpPr/>
            <p:nvPr/>
          </p:nvSpPr>
          <p:spPr>
            <a:xfrm>
              <a:off x="2673102" y="2700332"/>
              <a:ext cx="217803" cy="135195"/>
            </a:xfrm>
            <a:custGeom>
              <a:avLst/>
              <a:gdLst/>
              <a:ahLst/>
              <a:cxnLst/>
              <a:rect l="l" t="t" r="r" b="b"/>
              <a:pathLst>
                <a:path w="1081" h="671" extrusionOk="0">
                  <a:moveTo>
                    <a:pt x="961" y="0"/>
                  </a:moveTo>
                  <a:cubicBezTo>
                    <a:pt x="929" y="4"/>
                    <a:pt x="901" y="16"/>
                    <a:pt x="877" y="40"/>
                  </a:cubicBezTo>
                  <a:cubicBezTo>
                    <a:pt x="857" y="60"/>
                    <a:pt x="841" y="88"/>
                    <a:pt x="833" y="116"/>
                  </a:cubicBezTo>
                  <a:cubicBezTo>
                    <a:pt x="821" y="172"/>
                    <a:pt x="817" y="224"/>
                    <a:pt x="817" y="280"/>
                  </a:cubicBezTo>
                  <a:cubicBezTo>
                    <a:pt x="821" y="328"/>
                    <a:pt x="809" y="372"/>
                    <a:pt x="777" y="412"/>
                  </a:cubicBezTo>
                  <a:cubicBezTo>
                    <a:pt x="741" y="448"/>
                    <a:pt x="693" y="468"/>
                    <a:pt x="645" y="480"/>
                  </a:cubicBezTo>
                  <a:cubicBezTo>
                    <a:pt x="593" y="492"/>
                    <a:pt x="545" y="500"/>
                    <a:pt x="493" y="504"/>
                  </a:cubicBezTo>
                  <a:cubicBezTo>
                    <a:pt x="445" y="508"/>
                    <a:pt x="397" y="512"/>
                    <a:pt x="349" y="512"/>
                  </a:cubicBezTo>
                  <a:lnTo>
                    <a:pt x="225" y="524"/>
                  </a:lnTo>
                  <a:cubicBezTo>
                    <a:pt x="185" y="524"/>
                    <a:pt x="149" y="532"/>
                    <a:pt x="109" y="544"/>
                  </a:cubicBezTo>
                  <a:cubicBezTo>
                    <a:pt x="81" y="556"/>
                    <a:pt x="53" y="572"/>
                    <a:pt x="33" y="596"/>
                  </a:cubicBezTo>
                  <a:cubicBezTo>
                    <a:pt x="17" y="612"/>
                    <a:pt x="5" y="640"/>
                    <a:pt x="1" y="664"/>
                  </a:cubicBezTo>
                  <a:cubicBezTo>
                    <a:pt x="1" y="668"/>
                    <a:pt x="3" y="670"/>
                    <a:pt x="5" y="670"/>
                  </a:cubicBezTo>
                  <a:cubicBezTo>
                    <a:pt x="7" y="670"/>
                    <a:pt x="9" y="668"/>
                    <a:pt x="9" y="664"/>
                  </a:cubicBezTo>
                  <a:cubicBezTo>
                    <a:pt x="13" y="660"/>
                    <a:pt x="13" y="656"/>
                    <a:pt x="17" y="648"/>
                  </a:cubicBezTo>
                  <a:cubicBezTo>
                    <a:pt x="29" y="636"/>
                    <a:pt x="41" y="624"/>
                    <a:pt x="53" y="612"/>
                  </a:cubicBezTo>
                  <a:cubicBezTo>
                    <a:pt x="73" y="600"/>
                    <a:pt x="97" y="592"/>
                    <a:pt x="125" y="584"/>
                  </a:cubicBezTo>
                  <a:cubicBezTo>
                    <a:pt x="157" y="580"/>
                    <a:pt x="193" y="580"/>
                    <a:pt x="225" y="580"/>
                  </a:cubicBezTo>
                  <a:cubicBezTo>
                    <a:pt x="269" y="580"/>
                    <a:pt x="313" y="576"/>
                    <a:pt x="357" y="572"/>
                  </a:cubicBezTo>
                  <a:cubicBezTo>
                    <a:pt x="405" y="564"/>
                    <a:pt x="453" y="552"/>
                    <a:pt x="501" y="536"/>
                  </a:cubicBezTo>
                  <a:cubicBezTo>
                    <a:pt x="549" y="524"/>
                    <a:pt x="601" y="512"/>
                    <a:pt x="649" y="496"/>
                  </a:cubicBezTo>
                  <a:cubicBezTo>
                    <a:pt x="705" y="488"/>
                    <a:pt x="757" y="468"/>
                    <a:pt x="805" y="436"/>
                  </a:cubicBezTo>
                  <a:cubicBezTo>
                    <a:pt x="849" y="396"/>
                    <a:pt x="877" y="340"/>
                    <a:pt x="881" y="280"/>
                  </a:cubicBezTo>
                  <a:cubicBezTo>
                    <a:pt x="881" y="264"/>
                    <a:pt x="881" y="248"/>
                    <a:pt x="885" y="232"/>
                  </a:cubicBezTo>
                  <a:cubicBezTo>
                    <a:pt x="889" y="228"/>
                    <a:pt x="893" y="224"/>
                    <a:pt x="901" y="224"/>
                  </a:cubicBezTo>
                  <a:cubicBezTo>
                    <a:pt x="921" y="216"/>
                    <a:pt x="945" y="212"/>
                    <a:pt x="981" y="200"/>
                  </a:cubicBezTo>
                  <a:cubicBezTo>
                    <a:pt x="1001" y="196"/>
                    <a:pt x="1017" y="188"/>
                    <a:pt x="1033" y="176"/>
                  </a:cubicBezTo>
                  <a:cubicBezTo>
                    <a:pt x="1057" y="164"/>
                    <a:pt x="1073" y="140"/>
                    <a:pt x="1081" y="112"/>
                  </a:cubicBezTo>
                  <a:cubicBezTo>
                    <a:pt x="1081" y="84"/>
                    <a:pt x="1073" y="52"/>
                    <a:pt x="1049" y="32"/>
                  </a:cubicBezTo>
                  <a:cubicBezTo>
                    <a:pt x="1025" y="12"/>
                    <a:pt x="993" y="0"/>
                    <a:pt x="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51"/>
            <p:cNvSpPr/>
            <p:nvPr/>
          </p:nvSpPr>
          <p:spPr>
            <a:xfrm>
              <a:off x="2622328" y="2846205"/>
              <a:ext cx="147687" cy="153530"/>
            </a:xfrm>
            <a:custGeom>
              <a:avLst/>
              <a:gdLst/>
              <a:ahLst/>
              <a:cxnLst/>
              <a:rect l="l" t="t" r="r" b="b"/>
              <a:pathLst>
                <a:path w="733" h="762" extrusionOk="0">
                  <a:moveTo>
                    <a:pt x="49" y="0"/>
                  </a:moveTo>
                  <a:cubicBezTo>
                    <a:pt x="31" y="0"/>
                    <a:pt x="14" y="6"/>
                    <a:pt x="1" y="16"/>
                  </a:cubicBezTo>
                  <a:cubicBezTo>
                    <a:pt x="1" y="16"/>
                    <a:pt x="1" y="16"/>
                    <a:pt x="1" y="20"/>
                  </a:cubicBezTo>
                  <a:lnTo>
                    <a:pt x="5" y="20"/>
                  </a:lnTo>
                  <a:cubicBezTo>
                    <a:pt x="10" y="19"/>
                    <a:pt x="15" y="19"/>
                    <a:pt x="20" y="19"/>
                  </a:cubicBezTo>
                  <a:cubicBezTo>
                    <a:pt x="55" y="19"/>
                    <a:pt x="87" y="41"/>
                    <a:pt x="101" y="72"/>
                  </a:cubicBezTo>
                  <a:cubicBezTo>
                    <a:pt x="117" y="116"/>
                    <a:pt x="129" y="156"/>
                    <a:pt x="133" y="200"/>
                  </a:cubicBezTo>
                  <a:cubicBezTo>
                    <a:pt x="137" y="224"/>
                    <a:pt x="145" y="248"/>
                    <a:pt x="157" y="268"/>
                  </a:cubicBezTo>
                  <a:cubicBezTo>
                    <a:pt x="165" y="292"/>
                    <a:pt x="177" y="312"/>
                    <a:pt x="193" y="332"/>
                  </a:cubicBezTo>
                  <a:cubicBezTo>
                    <a:pt x="217" y="372"/>
                    <a:pt x="249" y="408"/>
                    <a:pt x="277" y="448"/>
                  </a:cubicBezTo>
                  <a:cubicBezTo>
                    <a:pt x="301" y="484"/>
                    <a:pt x="329" y="524"/>
                    <a:pt x="357" y="560"/>
                  </a:cubicBezTo>
                  <a:cubicBezTo>
                    <a:pt x="381" y="600"/>
                    <a:pt x="409" y="640"/>
                    <a:pt x="437" y="676"/>
                  </a:cubicBezTo>
                  <a:cubicBezTo>
                    <a:pt x="473" y="716"/>
                    <a:pt x="517" y="748"/>
                    <a:pt x="573" y="760"/>
                  </a:cubicBezTo>
                  <a:cubicBezTo>
                    <a:pt x="580" y="761"/>
                    <a:pt x="587" y="762"/>
                    <a:pt x="594" y="762"/>
                  </a:cubicBezTo>
                  <a:cubicBezTo>
                    <a:pt x="615" y="762"/>
                    <a:pt x="636" y="757"/>
                    <a:pt x="657" y="748"/>
                  </a:cubicBezTo>
                  <a:cubicBezTo>
                    <a:pt x="689" y="740"/>
                    <a:pt x="713" y="716"/>
                    <a:pt x="729" y="688"/>
                  </a:cubicBezTo>
                  <a:cubicBezTo>
                    <a:pt x="733" y="676"/>
                    <a:pt x="729" y="660"/>
                    <a:pt x="721" y="652"/>
                  </a:cubicBezTo>
                  <a:cubicBezTo>
                    <a:pt x="709" y="640"/>
                    <a:pt x="697" y="628"/>
                    <a:pt x="681" y="620"/>
                  </a:cubicBezTo>
                  <a:cubicBezTo>
                    <a:pt x="665" y="612"/>
                    <a:pt x="649" y="608"/>
                    <a:pt x="633" y="604"/>
                  </a:cubicBezTo>
                  <a:cubicBezTo>
                    <a:pt x="605" y="600"/>
                    <a:pt x="577" y="600"/>
                    <a:pt x="549" y="600"/>
                  </a:cubicBezTo>
                  <a:cubicBezTo>
                    <a:pt x="535" y="602"/>
                    <a:pt x="522" y="603"/>
                    <a:pt x="509" y="603"/>
                  </a:cubicBezTo>
                  <a:cubicBezTo>
                    <a:pt x="497" y="603"/>
                    <a:pt x="485" y="602"/>
                    <a:pt x="473" y="600"/>
                  </a:cubicBezTo>
                  <a:cubicBezTo>
                    <a:pt x="457" y="600"/>
                    <a:pt x="445" y="596"/>
                    <a:pt x="433" y="596"/>
                  </a:cubicBezTo>
                  <a:lnTo>
                    <a:pt x="429" y="592"/>
                  </a:lnTo>
                  <a:lnTo>
                    <a:pt x="381" y="544"/>
                  </a:lnTo>
                  <a:cubicBezTo>
                    <a:pt x="345" y="512"/>
                    <a:pt x="317" y="476"/>
                    <a:pt x="289" y="436"/>
                  </a:cubicBezTo>
                  <a:cubicBezTo>
                    <a:pt x="265" y="400"/>
                    <a:pt x="245" y="356"/>
                    <a:pt x="229" y="316"/>
                  </a:cubicBezTo>
                  <a:cubicBezTo>
                    <a:pt x="221" y="292"/>
                    <a:pt x="217" y="272"/>
                    <a:pt x="209" y="252"/>
                  </a:cubicBezTo>
                  <a:lnTo>
                    <a:pt x="193" y="188"/>
                  </a:lnTo>
                  <a:cubicBezTo>
                    <a:pt x="181" y="140"/>
                    <a:pt x="165" y="92"/>
                    <a:pt x="141" y="52"/>
                  </a:cubicBezTo>
                  <a:cubicBezTo>
                    <a:pt x="125" y="28"/>
                    <a:pt x="101" y="12"/>
                    <a:pt x="77" y="4"/>
                  </a:cubicBezTo>
                  <a:cubicBezTo>
                    <a:pt x="67" y="2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51"/>
            <p:cNvSpPr/>
            <p:nvPr/>
          </p:nvSpPr>
          <p:spPr>
            <a:xfrm>
              <a:off x="2432127" y="2847817"/>
              <a:ext cx="150104" cy="149701"/>
            </a:xfrm>
            <a:custGeom>
              <a:avLst/>
              <a:gdLst/>
              <a:ahLst/>
              <a:cxnLst/>
              <a:rect l="l" t="t" r="r" b="b"/>
              <a:pathLst>
                <a:path w="745" h="743" extrusionOk="0">
                  <a:moveTo>
                    <a:pt x="741" y="0"/>
                  </a:moveTo>
                  <a:cubicBezTo>
                    <a:pt x="677" y="0"/>
                    <a:pt x="609" y="16"/>
                    <a:pt x="553" y="52"/>
                  </a:cubicBezTo>
                  <a:cubicBezTo>
                    <a:pt x="545" y="56"/>
                    <a:pt x="537" y="64"/>
                    <a:pt x="541" y="76"/>
                  </a:cubicBezTo>
                  <a:lnTo>
                    <a:pt x="541" y="80"/>
                  </a:lnTo>
                  <a:cubicBezTo>
                    <a:pt x="541" y="124"/>
                    <a:pt x="533" y="168"/>
                    <a:pt x="521" y="212"/>
                  </a:cubicBezTo>
                  <a:cubicBezTo>
                    <a:pt x="505" y="260"/>
                    <a:pt x="489" y="304"/>
                    <a:pt x="469" y="348"/>
                  </a:cubicBezTo>
                  <a:cubicBezTo>
                    <a:pt x="429" y="440"/>
                    <a:pt x="365" y="520"/>
                    <a:pt x="289" y="580"/>
                  </a:cubicBezTo>
                  <a:cubicBezTo>
                    <a:pt x="273" y="592"/>
                    <a:pt x="257" y="604"/>
                    <a:pt x="237" y="616"/>
                  </a:cubicBezTo>
                  <a:cubicBezTo>
                    <a:pt x="229" y="616"/>
                    <a:pt x="221" y="612"/>
                    <a:pt x="213" y="608"/>
                  </a:cubicBezTo>
                  <a:cubicBezTo>
                    <a:pt x="189" y="604"/>
                    <a:pt x="169" y="588"/>
                    <a:pt x="141" y="580"/>
                  </a:cubicBezTo>
                  <a:cubicBezTo>
                    <a:pt x="129" y="575"/>
                    <a:pt x="116" y="573"/>
                    <a:pt x="102" y="573"/>
                  </a:cubicBezTo>
                  <a:cubicBezTo>
                    <a:pt x="84" y="573"/>
                    <a:pt x="65" y="577"/>
                    <a:pt x="49" y="584"/>
                  </a:cubicBezTo>
                  <a:cubicBezTo>
                    <a:pt x="29" y="596"/>
                    <a:pt x="17" y="612"/>
                    <a:pt x="9" y="632"/>
                  </a:cubicBezTo>
                  <a:cubicBezTo>
                    <a:pt x="1" y="652"/>
                    <a:pt x="5" y="676"/>
                    <a:pt x="17" y="696"/>
                  </a:cubicBezTo>
                  <a:cubicBezTo>
                    <a:pt x="37" y="724"/>
                    <a:pt x="66" y="742"/>
                    <a:pt x="99" y="742"/>
                  </a:cubicBezTo>
                  <a:cubicBezTo>
                    <a:pt x="105" y="742"/>
                    <a:pt x="111" y="742"/>
                    <a:pt x="117" y="740"/>
                  </a:cubicBezTo>
                  <a:cubicBezTo>
                    <a:pt x="145" y="740"/>
                    <a:pt x="173" y="728"/>
                    <a:pt x="201" y="716"/>
                  </a:cubicBezTo>
                  <a:cubicBezTo>
                    <a:pt x="249" y="692"/>
                    <a:pt x="293" y="660"/>
                    <a:pt x="329" y="620"/>
                  </a:cubicBezTo>
                  <a:cubicBezTo>
                    <a:pt x="361" y="580"/>
                    <a:pt x="393" y="536"/>
                    <a:pt x="417" y="492"/>
                  </a:cubicBezTo>
                  <a:cubicBezTo>
                    <a:pt x="441" y="448"/>
                    <a:pt x="465" y="404"/>
                    <a:pt x="493" y="364"/>
                  </a:cubicBezTo>
                  <a:cubicBezTo>
                    <a:pt x="525" y="320"/>
                    <a:pt x="553" y="276"/>
                    <a:pt x="577" y="232"/>
                  </a:cubicBezTo>
                  <a:cubicBezTo>
                    <a:pt x="597" y="188"/>
                    <a:pt x="605" y="136"/>
                    <a:pt x="601" y="88"/>
                  </a:cubicBezTo>
                  <a:cubicBezTo>
                    <a:pt x="645" y="56"/>
                    <a:pt x="697" y="28"/>
                    <a:pt x="745" y="4"/>
                  </a:cubicBezTo>
                  <a:cubicBezTo>
                    <a:pt x="745" y="0"/>
                    <a:pt x="745" y="0"/>
                    <a:pt x="7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51"/>
            <p:cNvSpPr/>
            <p:nvPr/>
          </p:nvSpPr>
          <p:spPr>
            <a:xfrm>
              <a:off x="2327355" y="2810543"/>
              <a:ext cx="234727" cy="76362"/>
            </a:xfrm>
            <a:custGeom>
              <a:avLst/>
              <a:gdLst/>
              <a:ahLst/>
              <a:cxnLst/>
              <a:rect l="l" t="t" r="r" b="b"/>
              <a:pathLst>
                <a:path w="1165" h="379" extrusionOk="0">
                  <a:moveTo>
                    <a:pt x="983" y="1"/>
                  </a:moveTo>
                  <a:cubicBezTo>
                    <a:pt x="934" y="1"/>
                    <a:pt x="886" y="12"/>
                    <a:pt x="841" y="33"/>
                  </a:cubicBezTo>
                  <a:cubicBezTo>
                    <a:pt x="813" y="45"/>
                    <a:pt x="789" y="61"/>
                    <a:pt x="769" y="77"/>
                  </a:cubicBezTo>
                  <a:cubicBezTo>
                    <a:pt x="745" y="97"/>
                    <a:pt x="725" y="117"/>
                    <a:pt x="709" y="133"/>
                  </a:cubicBezTo>
                  <a:cubicBezTo>
                    <a:pt x="673" y="173"/>
                    <a:pt x="633" y="209"/>
                    <a:pt x="585" y="229"/>
                  </a:cubicBezTo>
                  <a:cubicBezTo>
                    <a:pt x="557" y="241"/>
                    <a:pt x="527" y="247"/>
                    <a:pt x="498" y="247"/>
                  </a:cubicBezTo>
                  <a:cubicBezTo>
                    <a:pt x="477" y="247"/>
                    <a:pt x="457" y="244"/>
                    <a:pt x="437" y="237"/>
                  </a:cubicBezTo>
                  <a:cubicBezTo>
                    <a:pt x="385" y="229"/>
                    <a:pt x="337" y="209"/>
                    <a:pt x="285" y="197"/>
                  </a:cubicBezTo>
                  <a:cubicBezTo>
                    <a:pt x="249" y="182"/>
                    <a:pt x="211" y="175"/>
                    <a:pt x="173" y="175"/>
                  </a:cubicBezTo>
                  <a:cubicBezTo>
                    <a:pt x="152" y="175"/>
                    <a:pt x="130" y="177"/>
                    <a:pt x="109" y="181"/>
                  </a:cubicBezTo>
                  <a:cubicBezTo>
                    <a:pt x="77" y="193"/>
                    <a:pt x="49" y="217"/>
                    <a:pt x="29" y="245"/>
                  </a:cubicBezTo>
                  <a:cubicBezTo>
                    <a:pt x="5" y="277"/>
                    <a:pt x="1" y="317"/>
                    <a:pt x="17" y="349"/>
                  </a:cubicBezTo>
                  <a:lnTo>
                    <a:pt x="17" y="353"/>
                  </a:lnTo>
                  <a:cubicBezTo>
                    <a:pt x="17" y="361"/>
                    <a:pt x="25" y="369"/>
                    <a:pt x="33" y="369"/>
                  </a:cubicBezTo>
                  <a:cubicBezTo>
                    <a:pt x="50" y="376"/>
                    <a:pt x="67" y="379"/>
                    <a:pt x="85" y="379"/>
                  </a:cubicBezTo>
                  <a:cubicBezTo>
                    <a:pt x="122" y="379"/>
                    <a:pt x="158" y="366"/>
                    <a:pt x="185" y="341"/>
                  </a:cubicBezTo>
                  <a:cubicBezTo>
                    <a:pt x="197" y="333"/>
                    <a:pt x="205" y="325"/>
                    <a:pt x="213" y="313"/>
                  </a:cubicBezTo>
                  <a:lnTo>
                    <a:pt x="233" y="289"/>
                  </a:lnTo>
                  <a:cubicBezTo>
                    <a:pt x="246" y="276"/>
                    <a:pt x="259" y="263"/>
                    <a:pt x="274" y="263"/>
                  </a:cubicBezTo>
                  <a:cubicBezTo>
                    <a:pt x="277" y="263"/>
                    <a:pt x="281" y="264"/>
                    <a:pt x="285" y="265"/>
                  </a:cubicBezTo>
                  <a:lnTo>
                    <a:pt x="289" y="265"/>
                  </a:lnTo>
                  <a:cubicBezTo>
                    <a:pt x="333" y="277"/>
                    <a:pt x="381" y="281"/>
                    <a:pt x="429" y="285"/>
                  </a:cubicBezTo>
                  <a:cubicBezTo>
                    <a:pt x="485" y="285"/>
                    <a:pt x="541" y="273"/>
                    <a:pt x="593" y="249"/>
                  </a:cubicBezTo>
                  <a:cubicBezTo>
                    <a:pt x="641" y="221"/>
                    <a:pt x="689" y="193"/>
                    <a:pt x="733" y="161"/>
                  </a:cubicBezTo>
                  <a:cubicBezTo>
                    <a:pt x="773" y="133"/>
                    <a:pt x="817" y="109"/>
                    <a:pt x="865" y="85"/>
                  </a:cubicBezTo>
                  <a:cubicBezTo>
                    <a:pt x="909" y="65"/>
                    <a:pt x="957" y="53"/>
                    <a:pt x="1005" y="49"/>
                  </a:cubicBezTo>
                  <a:cubicBezTo>
                    <a:pt x="1023" y="47"/>
                    <a:pt x="1041" y="45"/>
                    <a:pt x="1060" y="45"/>
                  </a:cubicBezTo>
                  <a:cubicBezTo>
                    <a:pt x="1093" y="45"/>
                    <a:pt x="1126" y="50"/>
                    <a:pt x="1157" y="57"/>
                  </a:cubicBezTo>
                  <a:lnTo>
                    <a:pt x="1161" y="57"/>
                  </a:lnTo>
                  <a:cubicBezTo>
                    <a:pt x="1165" y="53"/>
                    <a:pt x="1165" y="53"/>
                    <a:pt x="1161" y="53"/>
                  </a:cubicBezTo>
                  <a:cubicBezTo>
                    <a:pt x="1117" y="21"/>
                    <a:pt x="1061" y="5"/>
                    <a:pt x="1005" y="1"/>
                  </a:cubicBezTo>
                  <a:cubicBezTo>
                    <a:pt x="998" y="1"/>
                    <a:pt x="990" y="1"/>
                    <a:pt x="9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51"/>
            <p:cNvSpPr/>
            <p:nvPr/>
          </p:nvSpPr>
          <p:spPr>
            <a:xfrm>
              <a:off x="2370876" y="2618126"/>
              <a:ext cx="194431" cy="180730"/>
            </a:xfrm>
            <a:custGeom>
              <a:avLst/>
              <a:gdLst/>
              <a:ahLst/>
              <a:cxnLst/>
              <a:rect l="l" t="t" r="r" b="b"/>
              <a:pathLst>
                <a:path w="965" h="897" extrusionOk="0">
                  <a:moveTo>
                    <a:pt x="61" y="0"/>
                  </a:moveTo>
                  <a:cubicBezTo>
                    <a:pt x="45" y="12"/>
                    <a:pt x="33" y="24"/>
                    <a:pt x="21" y="40"/>
                  </a:cubicBezTo>
                  <a:cubicBezTo>
                    <a:pt x="9" y="56"/>
                    <a:pt x="1" y="76"/>
                    <a:pt x="5" y="100"/>
                  </a:cubicBezTo>
                  <a:cubicBezTo>
                    <a:pt x="9" y="132"/>
                    <a:pt x="21" y="164"/>
                    <a:pt x="45" y="192"/>
                  </a:cubicBezTo>
                  <a:cubicBezTo>
                    <a:pt x="57" y="216"/>
                    <a:pt x="77" y="240"/>
                    <a:pt x="97" y="264"/>
                  </a:cubicBezTo>
                  <a:cubicBezTo>
                    <a:pt x="105" y="276"/>
                    <a:pt x="117" y="284"/>
                    <a:pt x="129" y="296"/>
                  </a:cubicBezTo>
                  <a:cubicBezTo>
                    <a:pt x="141" y="304"/>
                    <a:pt x="153" y="312"/>
                    <a:pt x="169" y="320"/>
                  </a:cubicBezTo>
                  <a:cubicBezTo>
                    <a:pt x="221" y="348"/>
                    <a:pt x="273" y="372"/>
                    <a:pt x="325" y="392"/>
                  </a:cubicBezTo>
                  <a:cubicBezTo>
                    <a:pt x="377" y="412"/>
                    <a:pt x="429" y="432"/>
                    <a:pt x="481" y="452"/>
                  </a:cubicBezTo>
                  <a:cubicBezTo>
                    <a:pt x="533" y="468"/>
                    <a:pt x="581" y="500"/>
                    <a:pt x="613" y="544"/>
                  </a:cubicBezTo>
                  <a:cubicBezTo>
                    <a:pt x="641" y="588"/>
                    <a:pt x="653" y="644"/>
                    <a:pt x="685" y="696"/>
                  </a:cubicBezTo>
                  <a:cubicBezTo>
                    <a:pt x="745" y="796"/>
                    <a:pt x="845" y="868"/>
                    <a:pt x="961" y="896"/>
                  </a:cubicBezTo>
                  <a:lnTo>
                    <a:pt x="965" y="896"/>
                  </a:lnTo>
                  <a:cubicBezTo>
                    <a:pt x="965" y="892"/>
                    <a:pt x="965" y="892"/>
                    <a:pt x="965" y="888"/>
                  </a:cubicBezTo>
                  <a:cubicBezTo>
                    <a:pt x="921" y="860"/>
                    <a:pt x="877" y="824"/>
                    <a:pt x="837" y="784"/>
                  </a:cubicBezTo>
                  <a:cubicBezTo>
                    <a:pt x="801" y="748"/>
                    <a:pt x="765" y="708"/>
                    <a:pt x="737" y="664"/>
                  </a:cubicBezTo>
                  <a:cubicBezTo>
                    <a:pt x="705" y="616"/>
                    <a:pt x="673" y="572"/>
                    <a:pt x="637" y="528"/>
                  </a:cubicBezTo>
                  <a:cubicBezTo>
                    <a:pt x="593" y="488"/>
                    <a:pt x="545" y="452"/>
                    <a:pt x="497" y="428"/>
                  </a:cubicBezTo>
                  <a:cubicBezTo>
                    <a:pt x="445" y="400"/>
                    <a:pt x="401" y="368"/>
                    <a:pt x="353" y="340"/>
                  </a:cubicBezTo>
                  <a:cubicBezTo>
                    <a:pt x="301" y="312"/>
                    <a:pt x="257" y="288"/>
                    <a:pt x="213" y="264"/>
                  </a:cubicBezTo>
                  <a:lnTo>
                    <a:pt x="213" y="224"/>
                  </a:lnTo>
                  <a:cubicBezTo>
                    <a:pt x="213" y="192"/>
                    <a:pt x="213" y="164"/>
                    <a:pt x="213" y="132"/>
                  </a:cubicBezTo>
                  <a:cubicBezTo>
                    <a:pt x="209" y="96"/>
                    <a:pt x="197" y="64"/>
                    <a:pt x="181" y="36"/>
                  </a:cubicBezTo>
                  <a:cubicBezTo>
                    <a:pt x="165" y="16"/>
                    <a:pt x="145" y="8"/>
                    <a:pt x="1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6" name="Google Shape;2736;p51"/>
          <p:cNvGrpSpPr/>
          <p:nvPr/>
        </p:nvGrpSpPr>
        <p:grpSpPr>
          <a:xfrm>
            <a:off x="-52191" y="3981318"/>
            <a:ext cx="2229035" cy="1672734"/>
            <a:chOff x="1536645" y="1457564"/>
            <a:chExt cx="1782943" cy="1337973"/>
          </a:xfrm>
        </p:grpSpPr>
        <p:sp>
          <p:nvSpPr>
            <p:cNvPr id="2737" name="Google Shape;2737;p51"/>
            <p:cNvSpPr/>
            <p:nvPr/>
          </p:nvSpPr>
          <p:spPr>
            <a:xfrm>
              <a:off x="2157696" y="2388210"/>
              <a:ext cx="1127282" cy="407328"/>
            </a:xfrm>
            <a:custGeom>
              <a:avLst/>
              <a:gdLst/>
              <a:ahLst/>
              <a:cxnLst/>
              <a:rect l="l" t="t" r="r" b="b"/>
              <a:pathLst>
                <a:path w="4821" h="1742" extrusionOk="0">
                  <a:moveTo>
                    <a:pt x="1402" y="119"/>
                  </a:moveTo>
                  <a:cubicBezTo>
                    <a:pt x="1408" y="119"/>
                    <a:pt x="1414" y="120"/>
                    <a:pt x="1421" y="121"/>
                  </a:cubicBezTo>
                  <a:cubicBezTo>
                    <a:pt x="1469" y="121"/>
                    <a:pt x="1521" y="125"/>
                    <a:pt x="1569" y="137"/>
                  </a:cubicBezTo>
                  <a:cubicBezTo>
                    <a:pt x="1677" y="165"/>
                    <a:pt x="1781" y="197"/>
                    <a:pt x="1881" y="237"/>
                  </a:cubicBezTo>
                  <a:cubicBezTo>
                    <a:pt x="1985" y="273"/>
                    <a:pt x="2089" y="313"/>
                    <a:pt x="2193" y="357"/>
                  </a:cubicBezTo>
                  <a:cubicBezTo>
                    <a:pt x="2401" y="437"/>
                    <a:pt x="2605" y="529"/>
                    <a:pt x="2813" y="613"/>
                  </a:cubicBezTo>
                  <a:cubicBezTo>
                    <a:pt x="2913" y="657"/>
                    <a:pt x="3017" y="701"/>
                    <a:pt x="3125" y="741"/>
                  </a:cubicBezTo>
                  <a:cubicBezTo>
                    <a:pt x="3229" y="785"/>
                    <a:pt x="3337" y="821"/>
                    <a:pt x="3449" y="845"/>
                  </a:cubicBezTo>
                  <a:lnTo>
                    <a:pt x="3613" y="869"/>
                  </a:lnTo>
                  <a:lnTo>
                    <a:pt x="3781" y="885"/>
                  </a:lnTo>
                  <a:cubicBezTo>
                    <a:pt x="3897" y="893"/>
                    <a:pt x="4009" y="893"/>
                    <a:pt x="4121" y="893"/>
                  </a:cubicBezTo>
                  <a:cubicBezTo>
                    <a:pt x="4233" y="885"/>
                    <a:pt x="4349" y="873"/>
                    <a:pt x="4461" y="857"/>
                  </a:cubicBezTo>
                  <a:cubicBezTo>
                    <a:pt x="4545" y="842"/>
                    <a:pt x="4630" y="820"/>
                    <a:pt x="4711" y="789"/>
                  </a:cubicBezTo>
                  <a:lnTo>
                    <a:pt x="4711" y="789"/>
                  </a:lnTo>
                  <a:cubicBezTo>
                    <a:pt x="4692" y="842"/>
                    <a:pt x="4667" y="891"/>
                    <a:pt x="4637" y="941"/>
                  </a:cubicBezTo>
                  <a:cubicBezTo>
                    <a:pt x="4597" y="1009"/>
                    <a:pt x="4545" y="1073"/>
                    <a:pt x="4485" y="1129"/>
                  </a:cubicBezTo>
                  <a:cubicBezTo>
                    <a:pt x="4425" y="1181"/>
                    <a:pt x="4357" y="1221"/>
                    <a:pt x="4281" y="1249"/>
                  </a:cubicBezTo>
                  <a:cubicBezTo>
                    <a:pt x="4241" y="1261"/>
                    <a:pt x="4201" y="1273"/>
                    <a:pt x="4161" y="1281"/>
                  </a:cubicBezTo>
                  <a:lnTo>
                    <a:pt x="4037" y="1313"/>
                  </a:lnTo>
                  <a:cubicBezTo>
                    <a:pt x="3705" y="1393"/>
                    <a:pt x="3365" y="1461"/>
                    <a:pt x="3029" y="1541"/>
                  </a:cubicBezTo>
                  <a:cubicBezTo>
                    <a:pt x="2985" y="1549"/>
                    <a:pt x="2945" y="1561"/>
                    <a:pt x="2901" y="1573"/>
                  </a:cubicBezTo>
                  <a:lnTo>
                    <a:pt x="2873" y="1581"/>
                  </a:lnTo>
                  <a:lnTo>
                    <a:pt x="2853" y="1585"/>
                  </a:lnTo>
                  <a:lnTo>
                    <a:pt x="2845" y="1585"/>
                  </a:lnTo>
                  <a:cubicBezTo>
                    <a:pt x="2825" y="1589"/>
                    <a:pt x="2809" y="1593"/>
                    <a:pt x="2789" y="1593"/>
                  </a:cubicBezTo>
                  <a:cubicBezTo>
                    <a:pt x="2775" y="1593"/>
                    <a:pt x="2760" y="1594"/>
                    <a:pt x="2746" y="1594"/>
                  </a:cubicBezTo>
                  <a:cubicBezTo>
                    <a:pt x="2679" y="1594"/>
                    <a:pt x="2611" y="1587"/>
                    <a:pt x="2545" y="1577"/>
                  </a:cubicBezTo>
                  <a:cubicBezTo>
                    <a:pt x="2377" y="1557"/>
                    <a:pt x="2213" y="1525"/>
                    <a:pt x="2045" y="1485"/>
                  </a:cubicBezTo>
                  <a:cubicBezTo>
                    <a:pt x="1877" y="1445"/>
                    <a:pt x="1713" y="1401"/>
                    <a:pt x="1545" y="1357"/>
                  </a:cubicBezTo>
                  <a:cubicBezTo>
                    <a:pt x="1381" y="1313"/>
                    <a:pt x="1217" y="1265"/>
                    <a:pt x="1053" y="1213"/>
                  </a:cubicBezTo>
                  <a:lnTo>
                    <a:pt x="1041" y="1209"/>
                  </a:lnTo>
                  <a:lnTo>
                    <a:pt x="1029" y="1209"/>
                  </a:lnTo>
                  <a:cubicBezTo>
                    <a:pt x="1009" y="1213"/>
                    <a:pt x="985" y="1217"/>
                    <a:pt x="965" y="1217"/>
                  </a:cubicBezTo>
                  <a:lnTo>
                    <a:pt x="893" y="1217"/>
                  </a:lnTo>
                  <a:cubicBezTo>
                    <a:pt x="845" y="1213"/>
                    <a:pt x="797" y="1205"/>
                    <a:pt x="753" y="1197"/>
                  </a:cubicBezTo>
                  <a:cubicBezTo>
                    <a:pt x="661" y="1173"/>
                    <a:pt x="569" y="1141"/>
                    <a:pt x="485" y="1097"/>
                  </a:cubicBezTo>
                  <a:cubicBezTo>
                    <a:pt x="401" y="1049"/>
                    <a:pt x="321" y="993"/>
                    <a:pt x="249" y="929"/>
                  </a:cubicBezTo>
                  <a:cubicBezTo>
                    <a:pt x="177" y="865"/>
                    <a:pt x="109" y="793"/>
                    <a:pt x="49" y="717"/>
                  </a:cubicBezTo>
                  <a:cubicBezTo>
                    <a:pt x="29" y="609"/>
                    <a:pt x="41" y="497"/>
                    <a:pt x="81" y="397"/>
                  </a:cubicBezTo>
                  <a:cubicBezTo>
                    <a:pt x="101" y="345"/>
                    <a:pt x="129" y="297"/>
                    <a:pt x="161" y="257"/>
                  </a:cubicBezTo>
                  <a:cubicBezTo>
                    <a:pt x="169" y="245"/>
                    <a:pt x="177" y="233"/>
                    <a:pt x="185" y="225"/>
                  </a:cubicBezTo>
                  <a:cubicBezTo>
                    <a:pt x="193" y="213"/>
                    <a:pt x="201" y="205"/>
                    <a:pt x="209" y="197"/>
                  </a:cubicBezTo>
                  <a:cubicBezTo>
                    <a:pt x="229" y="181"/>
                    <a:pt x="249" y="169"/>
                    <a:pt x="273" y="161"/>
                  </a:cubicBezTo>
                  <a:cubicBezTo>
                    <a:pt x="343" y="138"/>
                    <a:pt x="417" y="126"/>
                    <a:pt x="491" y="126"/>
                  </a:cubicBezTo>
                  <a:cubicBezTo>
                    <a:pt x="522" y="126"/>
                    <a:pt x="554" y="128"/>
                    <a:pt x="585" y="133"/>
                  </a:cubicBezTo>
                  <a:cubicBezTo>
                    <a:pt x="693" y="141"/>
                    <a:pt x="805" y="157"/>
                    <a:pt x="917" y="165"/>
                  </a:cubicBezTo>
                  <a:cubicBezTo>
                    <a:pt x="962" y="169"/>
                    <a:pt x="1006" y="171"/>
                    <a:pt x="1050" y="171"/>
                  </a:cubicBezTo>
                  <a:cubicBezTo>
                    <a:pt x="1124" y="171"/>
                    <a:pt x="1196" y="165"/>
                    <a:pt x="1269" y="153"/>
                  </a:cubicBezTo>
                  <a:lnTo>
                    <a:pt x="1313" y="141"/>
                  </a:lnTo>
                  <a:lnTo>
                    <a:pt x="1353" y="129"/>
                  </a:lnTo>
                  <a:cubicBezTo>
                    <a:pt x="1370" y="123"/>
                    <a:pt x="1386" y="119"/>
                    <a:pt x="1402" y="119"/>
                  </a:cubicBezTo>
                  <a:close/>
                  <a:moveTo>
                    <a:pt x="1417" y="1"/>
                  </a:moveTo>
                  <a:cubicBezTo>
                    <a:pt x="1397" y="1"/>
                    <a:pt x="1381" y="1"/>
                    <a:pt x="1365" y="5"/>
                  </a:cubicBezTo>
                  <a:cubicBezTo>
                    <a:pt x="1349" y="5"/>
                    <a:pt x="1333" y="9"/>
                    <a:pt x="1317" y="13"/>
                  </a:cubicBezTo>
                  <a:lnTo>
                    <a:pt x="1277" y="29"/>
                  </a:lnTo>
                  <a:lnTo>
                    <a:pt x="1241" y="37"/>
                  </a:lnTo>
                  <a:cubicBezTo>
                    <a:pt x="1164" y="52"/>
                    <a:pt x="1084" y="60"/>
                    <a:pt x="1004" y="60"/>
                  </a:cubicBezTo>
                  <a:cubicBezTo>
                    <a:pt x="977" y="60"/>
                    <a:pt x="949" y="59"/>
                    <a:pt x="921" y="57"/>
                  </a:cubicBezTo>
                  <a:cubicBezTo>
                    <a:pt x="813" y="53"/>
                    <a:pt x="701" y="41"/>
                    <a:pt x="585" y="41"/>
                  </a:cubicBezTo>
                  <a:cubicBezTo>
                    <a:pt x="566" y="39"/>
                    <a:pt x="547" y="39"/>
                    <a:pt x="527" y="39"/>
                  </a:cubicBezTo>
                  <a:cubicBezTo>
                    <a:pt x="430" y="39"/>
                    <a:pt x="330" y="56"/>
                    <a:pt x="237" y="93"/>
                  </a:cubicBezTo>
                  <a:cubicBezTo>
                    <a:pt x="209" y="109"/>
                    <a:pt x="181" y="125"/>
                    <a:pt x="161" y="149"/>
                  </a:cubicBezTo>
                  <a:cubicBezTo>
                    <a:pt x="149" y="161"/>
                    <a:pt x="141" y="169"/>
                    <a:pt x="129" y="185"/>
                  </a:cubicBezTo>
                  <a:cubicBezTo>
                    <a:pt x="121" y="197"/>
                    <a:pt x="113" y="209"/>
                    <a:pt x="105" y="221"/>
                  </a:cubicBezTo>
                  <a:cubicBezTo>
                    <a:pt x="73" y="273"/>
                    <a:pt x="53" y="325"/>
                    <a:pt x="37" y="381"/>
                  </a:cubicBezTo>
                  <a:cubicBezTo>
                    <a:pt x="1" y="493"/>
                    <a:pt x="1" y="609"/>
                    <a:pt x="37" y="721"/>
                  </a:cubicBezTo>
                  <a:lnTo>
                    <a:pt x="33" y="721"/>
                  </a:lnTo>
                  <a:cubicBezTo>
                    <a:pt x="61" y="761"/>
                    <a:pt x="89" y="801"/>
                    <a:pt x="121" y="841"/>
                  </a:cubicBezTo>
                  <a:cubicBezTo>
                    <a:pt x="149" y="881"/>
                    <a:pt x="185" y="921"/>
                    <a:pt x="221" y="957"/>
                  </a:cubicBezTo>
                  <a:cubicBezTo>
                    <a:pt x="289" y="1029"/>
                    <a:pt x="369" y="1093"/>
                    <a:pt x="453" y="1149"/>
                  </a:cubicBezTo>
                  <a:cubicBezTo>
                    <a:pt x="541" y="1201"/>
                    <a:pt x="633" y="1245"/>
                    <a:pt x="733" y="1273"/>
                  </a:cubicBezTo>
                  <a:cubicBezTo>
                    <a:pt x="781" y="1285"/>
                    <a:pt x="833" y="1297"/>
                    <a:pt x="881" y="1305"/>
                  </a:cubicBezTo>
                  <a:cubicBezTo>
                    <a:pt x="909" y="1309"/>
                    <a:pt x="933" y="1309"/>
                    <a:pt x="961" y="1309"/>
                  </a:cubicBezTo>
                  <a:cubicBezTo>
                    <a:pt x="975" y="1311"/>
                    <a:pt x="988" y="1312"/>
                    <a:pt x="1001" y="1312"/>
                  </a:cubicBezTo>
                  <a:cubicBezTo>
                    <a:pt x="1008" y="1312"/>
                    <a:pt x="1015" y="1311"/>
                    <a:pt x="1023" y="1311"/>
                  </a:cubicBezTo>
                  <a:lnTo>
                    <a:pt x="1023" y="1311"/>
                  </a:lnTo>
                  <a:cubicBezTo>
                    <a:pt x="1185" y="1370"/>
                    <a:pt x="1347" y="1425"/>
                    <a:pt x="1513" y="1473"/>
                  </a:cubicBezTo>
                  <a:cubicBezTo>
                    <a:pt x="1677" y="1525"/>
                    <a:pt x="1841" y="1577"/>
                    <a:pt x="2013" y="1621"/>
                  </a:cubicBezTo>
                  <a:cubicBezTo>
                    <a:pt x="2181" y="1665"/>
                    <a:pt x="2353" y="1701"/>
                    <a:pt x="2525" y="1725"/>
                  </a:cubicBezTo>
                  <a:cubicBezTo>
                    <a:pt x="2601" y="1735"/>
                    <a:pt x="2674" y="1742"/>
                    <a:pt x="2748" y="1742"/>
                  </a:cubicBezTo>
                  <a:cubicBezTo>
                    <a:pt x="2764" y="1742"/>
                    <a:pt x="2781" y="1741"/>
                    <a:pt x="2797" y="1741"/>
                  </a:cubicBezTo>
                  <a:cubicBezTo>
                    <a:pt x="2821" y="1737"/>
                    <a:pt x="2849" y="1733"/>
                    <a:pt x="2873" y="1729"/>
                  </a:cubicBezTo>
                  <a:lnTo>
                    <a:pt x="2893" y="1725"/>
                  </a:lnTo>
                  <a:lnTo>
                    <a:pt x="2905" y="1721"/>
                  </a:lnTo>
                  <a:lnTo>
                    <a:pt x="2937" y="1713"/>
                  </a:lnTo>
                  <a:lnTo>
                    <a:pt x="3061" y="1681"/>
                  </a:lnTo>
                  <a:cubicBezTo>
                    <a:pt x="3393" y="1593"/>
                    <a:pt x="3729" y="1521"/>
                    <a:pt x="4065" y="1429"/>
                  </a:cubicBezTo>
                  <a:lnTo>
                    <a:pt x="4189" y="1393"/>
                  </a:lnTo>
                  <a:cubicBezTo>
                    <a:pt x="4233" y="1381"/>
                    <a:pt x="4277" y="1369"/>
                    <a:pt x="4317" y="1353"/>
                  </a:cubicBezTo>
                  <a:cubicBezTo>
                    <a:pt x="4405" y="1317"/>
                    <a:pt x="4485" y="1265"/>
                    <a:pt x="4553" y="1201"/>
                  </a:cubicBezTo>
                  <a:cubicBezTo>
                    <a:pt x="4617" y="1137"/>
                    <a:pt x="4673" y="1065"/>
                    <a:pt x="4713" y="981"/>
                  </a:cubicBezTo>
                  <a:cubicBezTo>
                    <a:pt x="4757" y="901"/>
                    <a:pt x="4789" y="817"/>
                    <a:pt x="4805" y="729"/>
                  </a:cubicBezTo>
                  <a:lnTo>
                    <a:pt x="4821" y="645"/>
                  </a:lnTo>
                  <a:lnTo>
                    <a:pt x="4749" y="689"/>
                  </a:lnTo>
                  <a:cubicBezTo>
                    <a:pt x="4653" y="737"/>
                    <a:pt x="4549" y="773"/>
                    <a:pt x="4445" y="797"/>
                  </a:cubicBezTo>
                  <a:cubicBezTo>
                    <a:pt x="4337" y="821"/>
                    <a:pt x="4225" y="837"/>
                    <a:pt x="4117" y="841"/>
                  </a:cubicBezTo>
                  <a:cubicBezTo>
                    <a:pt x="4061" y="845"/>
                    <a:pt x="4005" y="847"/>
                    <a:pt x="3949" y="847"/>
                  </a:cubicBezTo>
                  <a:cubicBezTo>
                    <a:pt x="3894" y="847"/>
                    <a:pt x="3839" y="845"/>
                    <a:pt x="3785" y="841"/>
                  </a:cubicBezTo>
                  <a:cubicBezTo>
                    <a:pt x="3729" y="837"/>
                    <a:pt x="3673" y="833"/>
                    <a:pt x="3617" y="825"/>
                  </a:cubicBezTo>
                  <a:lnTo>
                    <a:pt x="3453" y="801"/>
                  </a:lnTo>
                  <a:cubicBezTo>
                    <a:pt x="3345" y="777"/>
                    <a:pt x="3241" y="737"/>
                    <a:pt x="3141" y="693"/>
                  </a:cubicBezTo>
                  <a:cubicBezTo>
                    <a:pt x="3041" y="645"/>
                    <a:pt x="2941" y="597"/>
                    <a:pt x="2841" y="545"/>
                  </a:cubicBezTo>
                  <a:cubicBezTo>
                    <a:pt x="2641" y="449"/>
                    <a:pt x="2441" y="345"/>
                    <a:pt x="2237" y="253"/>
                  </a:cubicBezTo>
                  <a:cubicBezTo>
                    <a:pt x="2133" y="205"/>
                    <a:pt x="2033" y="161"/>
                    <a:pt x="1925" y="121"/>
                  </a:cubicBezTo>
                  <a:cubicBezTo>
                    <a:pt x="1817" y="77"/>
                    <a:pt x="1709" y="45"/>
                    <a:pt x="1597" y="21"/>
                  </a:cubicBezTo>
                  <a:cubicBezTo>
                    <a:pt x="1537" y="5"/>
                    <a:pt x="1477" y="1"/>
                    <a:pt x="1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51"/>
            <p:cNvSpPr/>
            <p:nvPr/>
          </p:nvSpPr>
          <p:spPr>
            <a:xfrm>
              <a:off x="1716226" y="1738161"/>
              <a:ext cx="712940" cy="851366"/>
            </a:xfrm>
            <a:custGeom>
              <a:avLst/>
              <a:gdLst/>
              <a:ahLst/>
              <a:cxnLst/>
              <a:rect l="l" t="t" r="r" b="b"/>
              <a:pathLst>
                <a:path w="3049" h="3641" extrusionOk="0">
                  <a:moveTo>
                    <a:pt x="1909" y="1"/>
                  </a:moveTo>
                  <a:lnTo>
                    <a:pt x="1877" y="37"/>
                  </a:lnTo>
                  <a:cubicBezTo>
                    <a:pt x="1822" y="99"/>
                    <a:pt x="1745" y="161"/>
                    <a:pt x="1664" y="161"/>
                  </a:cubicBezTo>
                  <a:cubicBezTo>
                    <a:pt x="1662" y="161"/>
                    <a:pt x="1659" y="161"/>
                    <a:pt x="1657" y="161"/>
                  </a:cubicBezTo>
                  <a:cubicBezTo>
                    <a:pt x="1637" y="157"/>
                    <a:pt x="1617" y="153"/>
                    <a:pt x="1597" y="141"/>
                  </a:cubicBezTo>
                  <a:cubicBezTo>
                    <a:pt x="1573" y="137"/>
                    <a:pt x="1549" y="129"/>
                    <a:pt x="1525" y="121"/>
                  </a:cubicBezTo>
                  <a:cubicBezTo>
                    <a:pt x="1477" y="113"/>
                    <a:pt x="1433" y="105"/>
                    <a:pt x="1385" y="97"/>
                  </a:cubicBezTo>
                  <a:cubicBezTo>
                    <a:pt x="1273" y="77"/>
                    <a:pt x="1159" y="68"/>
                    <a:pt x="1045" y="68"/>
                  </a:cubicBezTo>
                  <a:cubicBezTo>
                    <a:pt x="968" y="68"/>
                    <a:pt x="890" y="73"/>
                    <a:pt x="813" y="81"/>
                  </a:cubicBezTo>
                  <a:cubicBezTo>
                    <a:pt x="765" y="89"/>
                    <a:pt x="717" y="97"/>
                    <a:pt x="669" y="109"/>
                  </a:cubicBezTo>
                  <a:cubicBezTo>
                    <a:pt x="621" y="121"/>
                    <a:pt x="577" y="141"/>
                    <a:pt x="533" y="157"/>
                  </a:cubicBezTo>
                  <a:cubicBezTo>
                    <a:pt x="437" y="189"/>
                    <a:pt x="349" y="241"/>
                    <a:pt x="273" y="309"/>
                  </a:cubicBezTo>
                  <a:cubicBezTo>
                    <a:pt x="205" y="385"/>
                    <a:pt x="153" y="473"/>
                    <a:pt x="121" y="569"/>
                  </a:cubicBezTo>
                  <a:cubicBezTo>
                    <a:pt x="85" y="661"/>
                    <a:pt x="57" y="753"/>
                    <a:pt x="33" y="845"/>
                  </a:cubicBezTo>
                  <a:cubicBezTo>
                    <a:pt x="13" y="945"/>
                    <a:pt x="1" y="1041"/>
                    <a:pt x="1" y="1141"/>
                  </a:cubicBezTo>
                  <a:cubicBezTo>
                    <a:pt x="1" y="1237"/>
                    <a:pt x="5" y="1337"/>
                    <a:pt x="17" y="1433"/>
                  </a:cubicBezTo>
                  <a:cubicBezTo>
                    <a:pt x="25" y="1529"/>
                    <a:pt x="41" y="1625"/>
                    <a:pt x="65" y="1717"/>
                  </a:cubicBezTo>
                  <a:cubicBezTo>
                    <a:pt x="85" y="1813"/>
                    <a:pt x="113" y="1909"/>
                    <a:pt x="149" y="1997"/>
                  </a:cubicBezTo>
                  <a:cubicBezTo>
                    <a:pt x="181" y="2093"/>
                    <a:pt x="229" y="2185"/>
                    <a:pt x="285" y="2265"/>
                  </a:cubicBezTo>
                  <a:cubicBezTo>
                    <a:pt x="301" y="2289"/>
                    <a:pt x="317" y="2309"/>
                    <a:pt x="337" y="2329"/>
                  </a:cubicBezTo>
                  <a:cubicBezTo>
                    <a:pt x="353" y="2349"/>
                    <a:pt x="369" y="2361"/>
                    <a:pt x="385" y="2377"/>
                  </a:cubicBezTo>
                  <a:lnTo>
                    <a:pt x="485" y="2477"/>
                  </a:lnTo>
                  <a:lnTo>
                    <a:pt x="891" y="2863"/>
                  </a:lnTo>
                  <a:lnTo>
                    <a:pt x="891" y="2863"/>
                  </a:lnTo>
                  <a:cubicBezTo>
                    <a:pt x="905" y="2887"/>
                    <a:pt x="918" y="2908"/>
                    <a:pt x="929" y="2929"/>
                  </a:cubicBezTo>
                  <a:cubicBezTo>
                    <a:pt x="945" y="2953"/>
                    <a:pt x="965" y="2981"/>
                    <a:pt x="981" y="3005"/>
                  </a:cubicBezTo>
                  <a:cubicBezTo>
                    <a:pt x="1017" y="3053"/>
                    <a:pt x="1053" y="3101"/>
                    <a:pt x="1093" y="3145"/>
                  </a:cubicBezTo>
                  <a:cubicBezTo>
                    <a:pt x="1133" y="3185"/>
                    <a:pt x="1173" y="3229"/>
                    <a:pt x="1217" y="3269"/>
                  </a:cubicBezTo>
                  <a:cubicBezTo>
                    <a:pt x="1241" y="3289"/>
                    <a:pt x="1265" y="3305"/>
                    <a:pt x="1285" y="3325"/>
                  </a:cubicBezTo>
                  <a:cubicBezTo>
                    <a:pt x="1305" y="3345"/>
                    <a:pt x="1333" y="3361"/>
                    <a:pt x="1357" y="3381"/>
                  </a:cubicBezTo>
                  <a:cubicBezTo>
                    <a:pt x="1381" y="3397"/>
                    <a:pt x="1405" y="3413"/>
                    <a:pt x="1429" y="3429"/>
                  </a:cubicBezTo>
                  <a:lnTo>
                    <a:pt x="1505" y="3477"/>
                  </a:lnTo>
                  <a:cubicBezTo>
                    <a:pt x="1557" y="3505"/>
                    <a:pt x="1609" y="3529"/>
                    <a:pt x="1665" y="3553"/>
                  </a:cubicBezTo>
                  <a:cubicBezTo>
                    <a:pt x="1689" y="3561"/>
                    <a:pt x="1717" y="3573"/>
                    <a:pt x="1745" y="3581"/>
                  </a:cubicBezTo>
                  <a:lnTo>
                    <a:pt x="1829" y="3609"/>
                  </a:lnTo>
                  <a:cubicBezTo>
                    <a:pt x="1885" y="3621"/>
                    <a:pt x="1945" y="3633"/>
                    <a:pt x="2001" y="3641"/>
                  </a:cubicBezTo>
                  <a:lnTo>
                    <a:pt x="2001" y="3629"/>
                  </a:lnTo>
                  <a:cubicBezTo>
                    <a:pt x="1949" y="3609"/>
                    <a:pt x="1893" y="3597"/>
                    <a:pt x="1841" y="3577"/>
                  </a:cubicBezTo>
                  <a:lnTo>
                    <a:pt x="1761" y="3545"/>
                  </a:lnTo>
                  <a:cubicBezTo>
                    <a:pt x="1733" y="3533"/>
                    <a:pt x="1709" y="3517"/>
                    <a:pt x="1685" y="3505"/>
                  </a:cubicBezTo>
                  <a:cubicBezTo>
                    <a:pt x="1661" y="3493"/>
                    <a:pt x="1633" y="3481"/>
                    <a:pt x="1609" y="3465"/>
                  </a:cubicBezTo>
                  <a:lnTo>
                    <a:pt x="1537" y="3421"/>
                  </a:lnTo>
                  <a:lnTo>
                    <a:pt x="1469" y="3369"/>
                  </a:lnTo>
                  <a:cubicBezTo>
                    <a:pt x="1449" y="3353"/>
                    <a:pt x="1425" y="3337"/>
                    <a:pt x="1405" y="3317"/>
                  </a:cubicBezTo>
                  <a:cubicBezTo>
                    <a:pt x="1385" y="3301"/>
                    <a:pt x="1361" y="3281"/>
                    <a:pt x="1341" y="3261"/>
                  </a:cubicBezTo>
                  <a:cubicBezTo>
                    <a:pt x="1321" y="3241"/>
                    <a:pt x="1301" y="3225"/>
                    <a:pt x="1281" y="3205"/>
                  </a:cubicBezTo>
                  <a:cubicBezTo>
                    <a:pt x="1241" y="3161"/>
                    <a:pt x="1209" y="3121"/>
                    <a:pt x="1173" y="3077"/>
                  </a:cubicBezTo>
                  <a:cubicBezTo>
                    <a:pt x="1133" y="3033"/>
                    <a:pt x="1101" y="2989"/>
                    <a:pt x="1073" y="2941"/>
                  </a:cubicBezTo>
                  <a:cubicBezTo>
                    <a:pt x="1057" y="2917"/>
                    <a:pt x="1041" y="2893"/>
                    <a:pt x="1029" y="2869"/>
                  </a:cubicBezTo>
                  <a:cubicBezTo>
                    <a:pt x="1013" y="2849"/>
                    <a:pt x="1001" y="2821"/>
                    <a:pt x="989" y="2801"/>
                  </a:cubicBezTo>
                  <a:lnTo>
                    <a:pt x="985" y="2789"/>
                  </a:lnTo>
                  <a:lnTo>
                    <a:pt x="977" y="2781"/>
                  </a:lnTo>
                  <a:lnTo>
                    <a:pt x="581" y="2377"/>
                  </a:lnTo>
                  <a:lnTo>
                    <a:pt x="481" y="2277"/>
                  </a:lnTo>
                  <a:cubicBezTo>
                    <a:pt x="465" y="2261"/>
                    <a:pt x="449" y="2245"/>
                    <a:pt x="437" y="2229"/>
                  </a:cubicBezTo>
                  <a:cubicBezTo>
                    <a:pt x="421" y="2209"/>
                    <a:pt x="409" y="2193"/>
                    <a:pt x="397" y="2177"/>
                  </a:cubicBezTo>
                  <a:cubicBezTo>
                    <a:pt x="349" y="2105"/>
                    <a:pt x="309" y="2025"/>
                    <a:pt x="277" y="1941"/>
                  </a:cubicBezTo>
                  <a:cubicBezTo>
                    <a:pt x="245" y="1857"/>
                    <a:pt x="217" y="1769"/>
                    <a:pt x="197" y="1681"/>
                  </a:cubicBezTo>
                  <a:cubicBezTo>
                    <a:pt x="177" y="1593"/>
                    <a:pt x="157" y="1501"/>
                    <a:pt x="145" y="1413"/>
                  </a:cubicBezTo>
                  <a:cubicBezTo>
                    <a:pt x="133" y="1321"/>
                    <a:pt x="129" y="1229"/>
                    <a:pt x="125" y="1137"/>
                  </a:cubicBezTo>
                  <a:cubicBezTo>
                    <a:pt x="125" y="1049"/>
                    <a:pt x="133" y="957"/>
                    <a:pt x="145" y="869"/>
                  </a:cubicBezTo>
                  <a:cubicBezTo>
                    <a:pt x="165" y="781"/>
                    <a:pt x="189" y="689"/>
                    <a:pt x="217" y="605"/>
                  </a:cubicBezTo>
                  <a:cubicBezTo>
                    <a:pt x="241" y="521"/>
                    <a:pt x="281" y="441"/>
                    <a:pt x="337" y="373"/>
                  </a:cubicBezTo>
                  <a:cubicBezTo>
                    <a:pt x="401" y="309"/>
                    <a:pt x="473" y="261"/>
                    <a:pt x="557" y="225"/>
                  </a:cubicBezTo>
                  <a:cubicBezTo>
                    <a:pt x="597" y="205"/>
                    <a:pt x="637" y="189"/>
                    <a:pt x="681" y="173"/>
                  </a:cubicBezTo>
                  <a:cubicBezTo>
                    <a:pt x="725" y="161"/>
                    <a:pt x="769" y="149"/>
                    <a:pt x="813" y="141"/>
                  </a:cubicBezTo>
                  <a:cubicBezTo>
                    <a:pt x="910" y="124"/>
                    <a:pt x="1006" y="116"/>
                    <a:pt x="1102" y="116"/>
                  </a:cubicBezTo>
                  <a:cubicBezTo>
                    <a:pt x="1192" y="116"/>
                    <a:pt x="1282" y="123"/>
                    <a:pt x="1373" y="137"/>
                  </a:cubicBezTo>
                  <a:cubicBezTo>
                    <a:pt x="1417" y="141"/>
                    <a:pt x="1465" y="149"/>
                    <a:pt x="1509" y="161"/>
                  </a:cubicBezTo>
                  <a:cubicBezTo>
                    <a:pt x="1529" y="165"/>
                    <a:pt x="1553" y="173"/>
                    <a:pt x="1573" y="181"/>
                  </a:cubicBezTo>
                  <a:cubicBezTo>
                    <a:pt x="1597" y="189"/>
                    <a:pt x="1621" y="197"/>
                    <a:pt x="1645" y="201"/>
                  </a:cubicBezTo>
                  <a:cubicBezTo>
                    <a:pt x="1650" y="201"/>
                    <a:pt x="1656" y="201"/>
                    <a:pt x="1662" y="201"/>
                  </a:cubicBezTo>
                  <a:cubicBezTo>
                    <a:pt x="1711" y="201"/>
                    <a:pt x="1757" y="186"/>
                    <a:pt x="1797" y="161"/>
                  </a:cubicBezTo>
                  <a:cubicBezTo>
                    <a:pt x="1826" y="145"/>
                    <a:pt x="1852" y="125"/>
                    <a:pt x="1876" y="104"/>
                  </a:cubicBezTo>
                  <a:lnTo>
                    <a:pt x="1876" y="104"/>
                  </a:lnTo>
                  <a:lnTo>
                    <a:pt x="1889" y="157"/>
                  </a:lnTo>
                  <a:lnTo>
                    <a:pt x="1921" y="253"/>
                  </a:lnTo>
                  <a:cubicBezTo>
                    <a:pt x="1945" y="317"/>
                    <a:pt x="1973" y="381"/>
                    <a:pt x="2001" y="441"/>
                  </a:cubicBezTo>
                  <a:cubicBezTo>
                    <a:pt x="2061" y="561"/>
                    <a:pt x="2133" y="677"/>
                    <a:pt x="2205" y="793"/>
                  </a:cubicBezTo>
                  <a:cubicBezTo>
                    <a:pt x="2281" y="905"/>
                    <a:pt x="2357" y="1013"/>
                    <a:pt x="2429" y="1121"/>
                  </a:cubicBezTo>
                  <a:cubicBezTo>
                    <a:pt x="2465" y="1169"/>
                    <a:pt x="2493" y="1221"/>
                    <a:pt x="2513" y="1277"/>
                  </a:cubicBezTo>
                  <a:lnTo>
                    <a:pt x="2517" y="1301"/>
                  </a:lnTo>
                  <a:lnTo>
                    <a:pt x="2517" y="1305"/>
                  </a:lnTo>
                  <a:lnTo>
                    <a:pt x="2521" y="1321"/>
                  </a:lnTo>
                  <a:cubicBezTo>
                    <a:pt x="2525" y="1341"/>
                    <a:pt x="2529" y="1357"/>
                    <a:pt x="2533" y="1377"/>
                  </a:cubicBezTo>
                  <a:cubicBezTo>
                    <a:pt x="2545" y="1413"/>
                    <a:pt x="2557" y="1445"/>
                    <a:pt x="2573" y="1477"/>
                  </a:cubicBezTo>
                  <a:cubicBezTo>
                    <a:pt x="2629" y="1605"/>
                    <a:pt x="2697" y="1721"/>
                    <a:pt x="2761" y="1837"/>
                  </a:cubicBezTo>
                  <a:cubicBezTo>
                    <a:pt x="2829" y="1949"/>
                    <a:pt x="2885" y="2065"/>
                    <a:pt x="2937" y="2185"/>
                  </a:cubicBezTo>
                  <a:lnTo>
                    <a:pt x="2949" y="2229"/>
                  </a:lnTo>
                  <a:cubicBezTo>
                    <a:pt x="2953" y="2241"/>
                    <a:pt x="2961" y="2269"/>
                    <a:pt x="2961" y="2277"/>
                  </a:cubicBezTo>
                  <a:lnTo>
                    <a:pt x="2961" y="2317"/>
                  </a:lnTo>
                  <a:lnTo>
                    <a:pt x="2953" y="2361"/>
                  </a:lnTo>
                  <a:cubicBezTo>
                    <a:pt x="2941" y="2425"/>
                    <a:pt x="2921" y="2485"/>
                    <a:pt x="2897" y="2545"/>
                  </a:cubicBezTo>
                  <a:cubicBezTo>
                    <a:pt x="2841" y="2665"/>
                    <a:pt x="2777" y="2781"/>
                    <a:pt x="2701" y="2889"/>
                  </a:cubicBezTo>
                  <a:lnTo>
                    <a:pt x="2721" y="2905"/>
                  </a:lnTo>
                  <a:cubicBezTo>
                    <a:pt x="2813" y="2805"/>
                    <a:pt x="2889" y="2693"/>
                    <a:pt x="2957" y="2577"/>
                  </a:cubicBezTo>
                  <a:cubicBezTo>
                    <a:pt x="2993" y="2517"/>
                    <a:pt x="3017" y="2453"/>
                    <a:pt x="3037" y="2385"/>
                  </a:cubicBezTo>
                  <a:lnTo>
                    <a:pt x="3045" y="2329"/>
                  </a:lnTo>
                  <a:cubicBezTo>
                    <a:pt x="3049" y="2309"/>
                    <a:pt x="3049" y="2293"/>
                    <a:pt x="3045" y="2273"/>
                  </a:cubicBezTo>
                  <a:cubicBezTo>
                    <a:pt x="3045" y="2253"/>
                    <a:pt x="3045" y="2237"/>
                    <a:pt x="3041" y="2221"/>
                  </a:cubicBezTo>
                  <a:cubicBezTo>
                    <a:pt x="3037" y="2205"/>
                    <a:pt x="3033" y="2185"/>
                    <a:pt x="3025" y="2165"/>
                  </a:cubicBezTo>
                  <a:cubicBezTo>
                    <a:pt x="2981" y="2037"/>
                    <a:pt x="2929" y="1913"/>
                    <a:pt x="2861" y="1793"/>
                  </a:cubicBezTo>
                  <a:cubicBezTo>
                    <a:pt x="2801" y="1673"/>
                    <a:pt x="2737" y="1557"/>
                    <a:pt x="2689" y="1437"/>
                  </a:cubicBezTo>
                  <a:cubicBezTo>
                    <a:pt x="2677" y="1409"/>
                    <a:pt x="2665" y="1381"/>
                    <a:pt x="2657" y="1353"/>
                  </a:cubicBezTo>
                  <a:cubicBezTo>
                    <a:pt x="2653" y="1337"/>
                    <a:pt x="2649" y="1325"/>
                    <a:pt x="2649" y="1313"/>
                  </a:cubicBezTo>
                  <a:lnTo>
                    <a:pt x="2645" y="1281"/>
                  </a:lnTo>
                  <a:lnTo>
                    <a:pt x="2637" y="1257"/>
                  </a:lnTo>
                  <a:cubicBezTo>
                    <a:pt x="2613" y="1185"/>
                    <a:pt x="2581" y="1121"/>
                    <a:pt x="2537" y="1057"/>
                  </a:cubicBezTo>
                  <a:cubicBezTo>
                    <a:pt x="2461" y="945"/>
                    <a:pt x="2377" y="841"/>
                    <a:pt x="2297" y="733"/>
                  </a:cubicBezTo>
                  <a:cubicBezTo>
                    <a:pt x="2217" y="629"/>
                    <a:pt x="2145" y="521"/>
                    <a:pt x="2077" y="409"/>
                  </a:cubicBezTo>
                  <a:cubicBezTo>
                    <a:pt x="2045" y="353"/>
                    <a:pt x="2017" y="293"/>
                    <a:pt x="1989" y="233"/>
                  </a:cubicBezTo>
                  <a:lnTo>
                    <a:pt x="1953" y="141"/>
                  </a:lnTo>
                  <a:lnTo>
                    <a:pt x="1921" y="49"/>
                  </a:lnTo>
                  <a:lnTo>
                    <a:pt x="190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51"/>
            <p:cNvSpPr/>
            <p:nvPr/>
          </p:nvSpPr>
          <p:spPr>
            <a:xfrm>
              <a:off x="1536645" y="1457564"/>
              <a:ext cx="304210" cy="795247"/>
            </a:xfrm>
            <a:custGeom>
              <a:avLst/>
              <a:gdLst/>
              <a:ahLst/>
              <a:cxnLst/>
              <a:rect l="l" t="t" r="r" b="b"/>
              <a:pathLst>
                <a:path w="1301" h="3401" extrusionOk="0">
                  <a:moveTo>
                    <a:pt x="177" y="1"/>
                  </a:moveTo>
                  <a:lnTo>
                    <a:pt x="321" y="101"/>
                  </a:lnTo>
                  <a:cubicBezTo>
                    <a:pt x="381" y="141"/>
                    <a:pt x="425" y="201"/>
                    <a:pt x="441" y="273"/>
                  </a:cubicBezTo>
                  <a:cubicBezTo>
                    <a:pt x="449" y="305"/>
                    <a:pt x="449" y="345"/>
                    <a:pt x="441" y="381"/>
                  </a:cubicBezTo>
                  <a:cubicBezTo>
                    <a:pt x="429" y="417"/>
                    <a:pt x="417" y="453"/>
                    <a:pt x="401" y="485"/>
                  </a:cubicBezTo>
                  <a:cubicBezTo>
                    <a:pt x="369" y="557"/>
                    <a:pt x="337" y="629"/>
                    <a:pt x="301" y="701"/>
                  </a:cubicBezTo>
                  <a:lnTo>
                    <a:pt x="197" y="917"/>
                  </a:lnTo>
                  <a:cubicBezTo>
                    <a:pt x="125" y="1061"/>
                    <a:pt x="69" y="1213"/>
                    <a:pt x="29" y="1369"/>
                  </a:cubicBezTo>
                  <a:cubicBezTo>
                    <a:pt x="5" y="1453"/>
                    <a:pt x="1" y="1541"/>
                    <a:pt x="13" y="1629"/>
                  </a:cubicBezTo>
                  <a:cubicBezTo>
                    <a:pt x="17" y="1653"/>
                    <a:pt x="25" y="1677"/>
                    <a:pt x="37" y="1697"/>
                  </a:cubicBezTo>
                  <a:cubicBezTo>
                    <a:pt x="41" y="1709"/>
                    <a:pt x="45" y="1721"/>
                    <a:pt x="53" y="1733"/>
                  </a:cubicBezTo>
                  <a:lnTo>
                    <a:pt x="65" y="1757"/>
                  </a:lnTo>
                  <a:cubicBezTo>
                    <a:pt x="85" y="1789"/>
                    <a:pt x="101" y="1821"/>
                    <a:pt x="117" y="1857"/>
                  </a:cubicBezTo>
                  <a:cubicBezTo>
                    <a:pt x="145" y="1925"/>
                    <a:pt x="169" y="1997"/>
                    <a:pt x="193" y="2073"/>
                  </a:cubicBezTo>
                  <a:cubicBezTo>
                    <a:pt x="217" y="2145"/>
                    <a:pt x="241" y="2221"/>
                    <a:pt x="261" y="2297"/>
                  </a:cubicBezTo>
                  <a:cubicBezTo>
                    <a:pt x="309" y="2445"/>
                    <a:pt x="353" y="2601"/>
                    <a:pt x="401" y="2749"/>
                  </a:cubicBezTo>
                  <a:cubicBezTo>
                    <a:pt x="425" y="2829"/>
                    <a:pt x="457" y="2905"/>
                    <a:pt x="493" y="2977"/>
                  </a:cubicBezTo>
                  <a:cubicBezTo>
                    <a:pt x="533" y="3057"/>
                    <a:pt x="593" y="3121"/>
                    <a:pt x="665" y="3169"/>
                  </a:cubicBezTo>
                  <a:cubicBezTo>
                    <a:pt x="729" y="3217"/>
                    <a:pt x="797" y="3261"/>
                    <a:pt x="869" y="3297"/>
                  </a:cubicBezTo>
                  <a:cubicBezTo>
                    <a:pt x="941" y="3333"/>
                    <a:pt x="1013" y="3369"/>
                    <a:pt x="1085" y="3401"/>
                  </a:cubicBezTo>
                  <a:lnTo>
                    <a:pt x="1093" y="3389"/>
                  </a:lnTo>
                  <a:cubicBezTo>
                    <a:pt x="1025" y="3345"/>
                    <a:pt x="961" y="3301"/>
                    <a:pt x="901" y="3249"/>
                  </a:cubicBezTo>
                  <a:cubicBezTo>
                    <a:pt x="837" y="3201"/>
                    <a:pt x="773" y="3149"/>
                    <a:pt x="717" y="3101"/>
                  </a:cubicBezTo>
                  <a:cubicBezTo>
                    <a:pt x="665" y="3057"/>
                    <a:pt x="621" y="2997"/>
                    <a:pt x="593" y="2929"/>
                  </a:cubicBezTo>
                  <a:cubicBezTo>
                    <a:pt x="565" y="2857"/>
                    <a:pt x="541" y="2785"/>
                    <a:pt x="525" y="2713"/>
                  </a:cubicBezTo>
                  <a:cubicBezTo>
                    <a:pt x="485" y="2561"/>
                    <a:pt x="445" y="2405"/>
                    <a:pt x="405" y="2253"/>
                  </a:cubicBezTo>
                  <a:cubicBezTo>
                    <a:pt x="361" y="2097"/>
                    <a:pt x="309" y="1945"/>
                    <a:pt x="241" y="1797"/>
                  </a:cubicBezTo>
                  <a:cubicBezTo>
                    <a:pt x="225" y="1761"/>
                    <a:pt x="201" y="1721"/>
                    <a:pt x="181" y="1689"/>
                  </a:cubicBezTo>
                  <a:lnTo>
                    <a:pt x="165" y="1661"/>
                  </a:lnTo>
                  <a:cubicBezTo>
                    <a:pt x="161" y="1657"/>
                    <a:pt x="157" y="1649"/>
                    <a:pt x="153" y="1645"/>
                  </a:cubicBezTo>
                  <a:cubicBezTo>
                    <a:pt x="149" y="1629"/>
                    <a:pt x="141" y="1613"/>
                    <a:pt x="141" y="1601"/>
                  </a:cubicBezTo>
                  <a:cubicBezTo>
                    <a:pt x="125" y="1529"/>
                    <a:pt x="125" y="1457"/>
                    <a:pt x="141" y="1389"/>
                  </a:cubicBezTo>
                  <a:cubicBezTo>
                    <a:pt x="165" y="1237"/>
                    <a:pt x="205" y="1085"/>
                    <a:pt x="261" y="937"/>
                  </a:cubicBezTo>
                  <a:cubicBezTo>
                    <a:pt x="289" y="865"/>
                    <a:pt x="313" y="789"/>
                    <a:pt x="345" y="717"/>
                  </a:cubicBezTo>
                  <a:lnTo>
                    <a:pt x="441" y="501"/>
                  </a:lnTo>
                  <a:cubicBezTo>
                    <a:pt x="457" y="461"/>
                    <a:pt x="469" y="425"/>
                    <a:pt x="481" y="385"/>
                  </a:cubicBezTo>
                  <a:cubicBezTo>
                    <a:pt x="493" y="345"/>
                    <a:pt x="497" y="301"/>
                    <a:pt x="489" y="257"/>
                  </a:cubicBezTo>
                  <a:cubicBezTo>
                    <a:pt x="483" y="216"/>
                    <a:pt x="470" y="177"/>
                    <a:pt x="450" y="140"/>
                  </a:cubicBezTo>
                  <a:lnTo>
                    <a:pt x="450" y="140"/>
                  </a:lnTo>
                  <a:cubicBezTo>
                    <a:pt x="542" y="176"/>
                    <a:pt x="632" y="221"/>
                    <a:pt x="721" y="273"/>
                  </a:cubicBezTo>
                  <a:cubicBezTo>
                    <a:pt x="745" y="289"/>
                    <a:pt x="769" y="309"/>
                    <a:pt x="789" y="329"/>
                  </a:cubicBezTo>
                  <a:cubicBezTo>
                    <a:pt x="793" y="337"/>
                    <a:pt x="797" y="337"/>
                    <a:pt x="801" y="345"/>
                  </a:cubicBezTo>
                  <a:lnTo>
                    <a:pt x="817" y="369"/>
                  </a:lnTo>
                  <a:lnTo>
                    <a:pt x="837" y="409"/>
                  </a:lnTo>
                  <a:lnTo>
                    <a:pt x="929" y="609"/>
                  </a:lnTo>
                  <a:cubicBezTo>
                    <a:pt x="961" y="673"/>
                    <a:pt x="993" y="741"/>
                    <a:pt x="1029" y="805"/>
                  </a:cubicBezTo>
                  <a:cubicBezTo>
                    <a:pt x="1049" y="837"/>
                    <a:pt x="1069" y="869"/>
                    <a:pt x="1089" y="901"/>
                  </a:cubicBezTo>
                  <a:cubicBezTo>
                    <a:pt x="1097" y="921"/>
                    <a:pt x="1109" y="933"/>
                    <a:pt x="1121" y="949"/>
                  </a:cubicBezTo>
                  <a:cubicBezTo>
                    <a:pt x="1129" y="961"/>
                    <a:pt x="1137" y="977"/>
                    <a:pt x="1145" y="989"/>
                  </a:cubicBezTo>
                  <a:cubicBezTo>
                    <a:pt x="1173" y="1053"/>
                    <a:pt x="1201" y="1121"/>
                    <a:pt x="1221" y="1189"/>
                  </a:cubicBezTo>
                  <a:cubicBezTo>
                    <a:pt x="1245" y="1257"/>
                    <a:pt x="1265" y="1329"/>
                    <a:pt x="1289" y="1397"/>
                  </a:cubicBezTo>
                  <a:lnTo>
                    <a:pt x="1301" y="1397"/>
                  </a:lnTo>
                  <a:cubicBezTo>
                    <a:pt x="1293" y="1325"/>
                    <a:pt x="1285" y="1249"/>
                    <a:pt x="1273" y="1177"/>
                  </a:cubicBezTo>
                  <a:cubicBezTo>
                    <a:pt x="1261" y="1105"/>
                    <a:pt x="1245" y="1029"/>
                    <a:pt x="1221" y="957"/>
                  </a:cubicBezTo>
                  <a:cubicBezTo>
                    <a:pt x="1213" y="941"/>
                    <a:pt x="1205" y="921"/>
                    <a:pt x="1193" y="901"/>
                  </a:cubicBezTo>
                  <a:cubicBezTo>
                    <a:pt x="1185" y="885"/>
                    <a:pt x="1173" y="869"/>
                    <a:pt x="1169" y="857"/>
                  </a:cubicBezTo>
                  <a:cubicBezTo>
                    <a:pt x="1153" y="825"/>
                    <a:pt x="1137" y="793"/>
                    <a:pt x="1121" y="761"/>
                  </a:cubicBezTo>
                  <a:cubicBezTo>
                    <a:pt x="1093" y="693"/>
                    <a:pt x="1065" y="629"/>
                    <a:pt x="1033" y="561"/>
                  </a:cubicBezTo>
                  <a:lnTo>
                    <a:pt x="945" y="361"/>
                  </a:lnTo>
                  <a:lnTo>
                    <a:pt x="933" y="337"/>
                  </a:lnTo>
                  <a:lnTo>
                    <a:pt x="929" y="325"/>
                  </a:lnTo>
                  <a:lnTo>
                    <a:pt x="925" y="317"/>
                  </a:lnTo>
                  <a:lnTo>
                    <a:pt x="921" y="309"/>
                  </a:lnTo>
                  <a:lnTo>
                    <a:pt x="921" y="305"/>
                  </a:lnTo>
                  <a:lnTo>
                    <a:pt x="905" y="281"/>
                  </a:lnTo>
                  <a:cubicBezTo>
                    <a:pt x="897" y="273"/>
                    <a:pt x="889" y="265"/>
                    <a:pt x="881" y="253"/>
                  </a:cubicBezTo>
                  <a:cubicBezTo>
                    <a:pt x="853" y="221"/>
                    <a:pt x="821" y="197"/>
                    <a:pt x="781" y="177"/>
                  </a:cubicBezTo>
                  <a:cubicBezTo>
                    <a:pt x="717" y="137"/>
                    <a:pt x="645" y="109"/>
                    <a:pt x="569" y="85"/>
                  </a:cubicBezTo>
                  <a:cubicBezTo>
                    <a:pt x="502" y="66"/>
                    <a:pt x="435" y="47"/>
                    <a:pt x="368" y="35"/>
                  </a:cubicBezTo>
                  <a:lnTo>
                    <a:pt x="368" y="35"/>
                  </a:lnTo>
                  <a:cubicBezTo>
                    <a:pt x="367" y="34"/>
                    <a:pt x="366" y="33"/>
                    <a:pt x="365" y="33"/>
                  </a:cubicBezTo>
                  <a:lnTo>
                    <a:pt x="364" y="34"/>
                  </a:lnTo>
                  <a:lnTo>
                    <a:pt x="364" y="34"/>
                  </a:lnTo>
                  <a:cubicBezTo>
                    <a:pt x="360" y="34"/>
                    <a:pt x="356" y="33"/>
                    <a:pt x="353" y="33"/>
                  </a:cubicBezTo>
                  <a:lnTo>
                    <a:pt x="17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51"/>
            <p:cNvSpPr/>
            <p:nvPr/>
          </p:nvSpPr>
          <p:spPr>
            <a:xfrm>
              <a:off x="1976244" y="1611892"/>
              <a:ext cx="539908" cy="601638"/>
            </a:xfrm>
            <a:custGeom>
              <a:avLst/>
              <a:gdLst/>
              <a:ahLst/>
              <a:cxnLst/>
              <a:rect l="l" t="t" r="r" b="b"/>
              <a:pathLst>
                <a:path w="2309" h="2573" extrusionOk="0">
                  <a:moveTo>
                    <a:pt x="1097" y="1"/>
                  </a:moveTo>
                  <a:cubicBezTo>
                    <a:pt x="1077" y="1"/>
                    <a:pt x="1065" y="5"/>
                    <a:pt x="1049" y="17"/>
                  </a:cubicBezTo>
                  <a:cubicBezTo>
                    <a:pt x="1041" y="21"/>
                    <a:pt x="1033" y="29"/>
                    <a:pt x="1029" y="41"/>
                  </a:cubicBezTo>
                  <a:cubicBezTo>
                    <a:pt x="1029" y="45"/>
                    <a:pt x="1025" y="53"/>
                    <a:pt x="1025" y="57"/>
                  </a:cubicBezTo>
                  <a:lnTo>
                    <a:pt x="1025" y="65"/>
                  </a:lnTo>
                  <a:cubicBezTo>
                    <a:pt x="1025" y="69"/>
                    <a:pt x="1025" y="69"/>
                    <a:pt x="1025" y="73"/>
                  </a:cubicBezTo>
                  <a:cubicBezTo>
                    <a:pt x="1021" y="77"/>
                    <a:pt x="1017" y="77"/>
                    <a:pt x="1017" y="81"/>
                  </a:cubicBezTo>
                  <a:cubicBezTo>
                    <a:pt x="997" y="101"/>
                    <a:pt x="977" y="117"/>
                    <a:pt x="957" y="125"/>
                  </a:cubicBezTo>
                  <a:cubicBezTo>
                    <a:pt x="909" y="153"/>
                    <a:pt x="857" y="173"/>
                    <a:pt x="805" y="189"/>
                  </a:cubicBezTo>
                  <a:cubicBezTo>
                    <a:pt x="701" y="217"/>
                    <a:pt x="601" y="241"/>
                    <a:pt x="497" y="253"/>
                  </a:cubicBezTo>
                  <a:cubicBezTo>
                    <a:pt x="449" y="257"/>
                    <a:pt x="405" y="265"/>
                    <a:pt x="357" y="265"/>
                  </a:cubicBezTo>
                  <a:cubicBezTo>
                    <a:pt x="333" y="265"/>
                    <a:pt x="305" y="269"/>
                    <a:pt x="285" y="269"/>
                  </a:cubicBezTo>
                  <a:cubicBezTo>
                    <a:pt x="261" y="277"/>
                    <a:pt x="237" y="281"/>
                    <a:pt x="213" y="289"/>
                  </a:cubicBezTo>
                  <a:cubicBezTo>
                    <a:pt x="137" y="313"/>
                    <a:pt x="69" y="369"/>
                    <a:pt x="33" y="441"/>
                  </a:cubicBezTo>
                  <a:cubicBezTo>
                    <a:pt x="13" y="485"/>
                    <a:pt x="1" y="537"/>
                    <a:pt x="1" y="585"/>
                  </a:cubicBezTo>
                  <a:cubicBezTo>
                    <a:pt x="1" y="601"/>
                    <a:pt x="5" y="617"/>
                    <a:pt x="9" y="637"/>
                  </a:cubicBezTo>
                  <a:lnTo>
                    <a:pt x="17" y="641"/>
                  </a:lnTo>
                  <a:cubicBezTo>
                    <a:pt x="21" y="625"/>
                    <a:pt x="21" y="609"/>
                    <a:pt x="29" y="593"/>
                  </a:cubicBezTo>
                  <a:cubicBezTo>
                    <a:pt x="37" y="553"/>
                    <a:pt x="57" y="513"/>
                    <a:pt x="81" y="477"/>
                  </a:cubicBezTo>
                  <a:cubicBezTo>
                    <a:pt x="117" y="429"/>
                    <a:pt x="173" y="393"/>
                    <a:pt x="237" y="385"/>
                  </a:cubicBezTo>
                  <a:cubicBezTo>
                    <a:pt x="253" y="381"/>
                    <a:pt x="273" y="377"/>
                    <a:pt x="293" y="377"/>
                  </a:cubicBezTo>
                  <a:lnTo>
                    <a:pt x="353" y="377"/>
                  </a:lnTo>
                  <a:cubicBezTo>
                    <a:pt x="377" y="379"/>
                    <a:pt x="401" y="380"/>
                    <a:pt x="426" y="380"/>
                  </a:cubicBezTo>
                  <a:cubicBezTo>
                    <a:pt x="451" y="380"/>
                    <a:pt x="477" y="379"/>
                    <a:pt x="505" y="377"/>
                  </a:cubicBezTo>
                  <a:cubicBezTo>
                    <a:pt x="617" y="369"/>
                    <a:pt x="729" y="345"/>
                    <a:pt x="837" y="309"/>
                  </a:cubicBezTo>
                  <a:cubicBezTo>
                    <a:pt x="897" y="289"/>
                    <a:pt x="957" y="257"/>
                    <a:pt x="1009" y="221"/>
                  </a:cubicBezTo>
                  <a:cubicBezTo>
                    <a:pt x="1041" y="197"/>
                    <a:pt x="1065" y="169"/>
                    <a:pt x="1085" y="141"/>
                  </a:cubicBezTo>
                  <a:cubicBezTo>
                    <a:pt x="1089" y="129"/>
                    <a:pt x="1097" y="121"/>
                    <a:pt x="1101" y="109"/>
                  </a:cubicBezTo>
                  <a:lnTo>
                    <a:pt x="1105" y="93"/>
                  </a:lnTo>
                  <a:lnTo>
                    <a:pt x="1105" y="85"/>
                  </a:lnTo>
                  <a:lnTo>
                    <a:pt x="1105" y="85"/>
                  </a:lnTo>
                  <a:cubicBezTo>
                    <a:pt x="1129" y="85"/>
                    <a:pt x="1151" y="90"/>
                    <a:pt x="1173" y="101"/>
                  </a:cubicBezTo>
                  <a:cubicBezTo>
                    <a:pt x="1201" y="117"/>
                    <a:pt x="1229" y="129"/>
                    <a:pt x="1253" y="149"/>
                  </a:cubicBezTo>
                  <a:cubicBezTo>
                    <a:pt x="1305" y="185"/>
                    <a:pt x="1357" y="229"/>
                    <a:pt x="1397" y="277"/>
                  </a:cubicBezTo>
                  <a:cubicBezTo>
                    <a:pt x="1441" y="325"/>
                    <a:pt x="1481" y="381"/>
                    <a:pt x="1509" y="437"/>
                  </a:cubicBezTo>
                  <a:cubicBezTo>
                    <a:pt x="1525" y="469"/>
                    <a:pt x="1537" y="497"/>
                    <a:pt x="1549" y="529"/>
                  </a:cubicBezTo>
                  <a:cubicBezTo>
                    <a:pt x="1557" y="557"/>
                    <a:pt x="1565" y="593"/>
                    <a:pt x="1577" y="625"/>
                  </a:cubicBezTo>
                  <a:cubicBezTo>
                    <a:pt x="1609" y="757"/>
                    <a:pt x="1661" y="885"/>
                    <a:pt x="1725" y="1009"/>
                  </a:cubicBezTo>
                  <a:cubicBezTo>
                    <a:pt x="1789" y="1129"/>
                    <a:pt x="1857" y="1241"/>
                    <a:pt x="1941" y="1349"/>
                  </a:cubicBezTo>
                  <a:cubicBezTo>
                    <a:pt x="1961" y="1377"/>
                    <a:pt x="1981" y="1401"/>
                    <a:pt x="2005" y="1425"/>
                  </a:cubicBezTo>
                  <a:cubicBezTo>
                    <a:pt x="2013" y="1433"/>
                    <a:pt x="2021" y="1441"/>
                    <a:pt x="2029" y="1445"/>
                  </a:cubicBezTo>
                  <a:lnTo>
                    <a:pt x="2033" y="1453"/>
                  </a:lnTo>
                  <a:lnTo>
                    <a:pt x="2037" y="1453"/>
                  </a:lnTo>
                  <a:cubicBezTo>
                    <a:pt x="2045" y="1461"/>
                    <a:pt x="2049" y="1469"/>
                    <a:pt x="2053" y="1481"/>
                  </a:cubicBezTo>
                  <a:cubicBezTo>
                    <a:pt x="2061" y="1489"/>
                    <a:pt x="2065" y="1501"/>
                    <a:pt x="2069" y="1513"/>
                  </a:cubicBezTo>
                  <a:cubicBezTo>
                    <a:pt x="2077" y="1525"/>
                    <a:pt x="2081" y="1537"/>
                    <a:pt x="2085" y="1549"/>
                  </a:cubicBezTo>
                  <a:cubicBezTo>
                    <a:pt x="2097" y="1577"/>
                    <a:pt x="2105" y="1601"/>
                    <a:pt x="2113" y="1625"/>
                  </a:cubicBezTo>
                  <a:cubicBezTo>
                    <a:pt x="2145" y="1725"/>
                    <a:pt x="2169" y="1829"/>
                    <a:pt x="2181" y="1933"/>
                  </a:cubicBezTo>
                  <a:cubicBezTo>
                    <a:pt x="2193" y="2021"/>
                    <a:pt x="2197" y="2109"/>
                    <a:pt x="2189" y="2197"/>
                  </a:cubicBezTo>
                  <a:cubicBezTo>
                    <a:pt x="2189" y="2237"/>
                    <a:pt x="2181" y="2273"/>
                    <a:pt x="2173" y="2305"/>
                  </a:cubicBezTo>
                  <a:cubicBezTo>
                    <a:pt x="2169" y="2341"/>
                    <a:pt x="2157" y="2369"/>
                    <a:pt x="2153" y="2397"/>
                  </a:cubicBezTo>
                  <a:cubicBezTo>
                    <a:pt x="2137" y="2441"/>
                    <a:pt x="2121" y="2481"/>
                    <a:pt x="2097" y="2521"/>
                  </a:cubicBezTo>
                  <a:lnTo>
                    <a:pt x="2077" y="2565"/>
                  </a:lnTo>
                  <a:lnTo>
                    <a:pt x="2085" y="2573"/>
                  </a:lnTo>
                  <a:lnTo>
                    <a:pt x="2121" y="2537"/>
                  </a:lnTo>
                  <a:cubicBezTo>
                    <a:pt x="2153" y="2501"/>
                    <a:pt x="2177" y="2461"/>
                    <a:pt x="2201" y="2421"/>
                  </a:cubicBezTo>
                  <a:cubicBezTo>
                    <a:pt x="2217" y="2393"/>
                    <a:pt x="2229" y="2361"/>
                    <a:pt x="2245" y="2325"/>
                  </a:cubicBezTo>
                  <a:cubicBezTo>
                    <a:pt x="2257" y="2289"/>
                    <a:pt x="2269" y="2249"/>
                    <a:pt x="2277" y="2209"/>
                  </a:cubicBezTo>
                  <a:cubicBezTo>
                    <a:pt x="2297" y="2117"/>
                    <a:pt x="2309" y="2021"/>
                    <a:pt x="2305" y="1921"/>
                  </a:cubicBezTo>
                  <a:cubicBezTo>
                    <a:pt x="2301" y="1809"/>
                    <a:pt x="2285" y="1697"/>
                    <a:pt x="2253" y="1585"/>
                  </a:cubicBezTo>
                  <a:cubicBezTo>
                    <a:pt x="2245" y="1553"/>
                    <a:pt x="2237" y="1525"/>
                    <a:pt x="2225" y="1493"/>
                  </a:cubicBezTo>
                  <a:cubicBezTo>
                    <a:pt x="2221" y="1481"/>
                    <a:pt x="2213" y="1465"/>
                    <a:pt x="2205" y="1449"/>
                  </a:cubicBezTo>
                  <a:cubicBezTo>
                    <a:pt x="2197" y="1433"/>
                    <a:pt x="2189" y="1417"/>
                    <a:pt x="2181" y="1401"/>
                  </a:cubicBezTo>
                  <a:cubicBezTo>
                    <a:pt x="2169" y="1381"/>
                    <a:pt x="2157" y="1365"/>
                    <a:pt x="2145" y="1349"/>
                  </a:cubicBezTo>
                  <a:lnTo>
                    <a:pt x="2137" y="1341"/>
                  </a:lnTo>
                  <a:lnTo>
                    <a:pt x="2121" y="1329"/>
                  </a:lnTo>
                  <a:cubicBezTo>
                    <a:pt x="2117" y="1325"/>
                    <a:pt x="2113" y="1321"/>
                    <a:pt x="2109" y="1317"/>
                  </a:cubicBezTo>
                  <a:cubicBezTo>
                    <a:pt x="2093" y="1297"/>
                    <a:pt x="2069" y="1277"/>
                    <a:pt x="2049" y="1253"/>
                  </a:cubicBezTo>
                  <a:cubicBezTo>
                    <a:pt x="1969" y="1153"/>
                    <a:pt x="1897" y="1049"/>
                    <a:pt x="1833" y="941"/>
                  </a:cubicBezTo>
                  <a:cubicBezTo>
                    <a:pt x="1761" y="829"/>
                    <a:pt x="1701" y="713"/>
                    <a:pt x="1645" y="593"/>
                  </a:cubicBezTo>
                  <a:cubicBezTo>
                    <a:pt x="1597" y="461"/>
                    <a:pt x="1525" y="345"/>
                    <a:pt x="1429" y="241"/>
                  </a:cubicBezTo>
                  <a:cubicBezTo>
                    <a:pt x="1385" y="193"/>
                    <a:pt x="1333" y="145"/>
                    <a:pt x="1281" y="101"/>
                  </a:cubicBezTo>
                  <a:cubicBezTo>
                    <a:pt x="1257" y="81"/>
                    <a:pt x="1229" y="61"/>
                    <a:pt x="1201" y="41"/>
                  </a:cubicBezTo>
                  <a:cubicBezTo>
                    <a:pt x="1169" y="21"/>
                    <a:pt x="1133" y="5"/>
                    <a:pt x="10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1"/>
            <p:cNvSpPr/>
            <p:nvPr/>
          </p:nvSpPr>
          <p:spPr>
            <a:xfrm>
              <a:off x="2409297" y="2200210"/>
              <a:ext cx="910290" cy="384646"/>
            </a:xfrm>
            <a:custGeom>
              <a:avLst/>
              <a:gdLst/>
              <a:ahLst/>
              <a:cxnLst/>
              <a:rect l="l" t="t" r="r" b="b"/>
              <a:pathLst>
                <a:path w="3893" h="1645" extrusionOk="0">
                  <a:moveTo>
                    <a:pt x="449" y="1"/>
                  </a:moveTo>
                  <a:cubicBezTo>
                    <a:pt x="365" y="1"/>
                    <a:pt x="281" y="13"/>
                    <a:pt x="201" y="37"/>
                  </a:cubicBezTo>
                  <a:cubicBezTo>
                    <a:pt x="161" y="49"/>
                    <a:pt x="121" y="65"/>
                    <a:pt x="85" y="85"/>
                  </a:cubicBezTo>
                  <a:cubicBezTo>
                    <a:pt x="49" y="109"/>
                    <a:pt x="17" y="141"/>
                    <a:pt x="1" y="181"/>
                  </a:cubicBezTo>
                  <a:lnTo>
                    <a:pt x="17" y="185"/>
                  </a:lnTo>
                  <a:cubicBezTo>
                    <a:pt x="69" y="129"/>
                    <a:pt x="141" y="97"/>
                    <a:pt x="217" y="93"/>
                  </a:cubicBezTo>
                  <a:cubicBezTo>
                    <a:pt x="243" y="87"/>
                    <a:pt x="272" y="83"/>
                    <a:pt x="299" y="83"/>
                  </a:cubicBezTo>
                  <a:cubicBezTo>
                    <a:pt x="309" y="83"/>
                    <a:pt x="319" y="84"/>
                    <a:pt x="329" y="85"/>
                  </a:cubicBezTo>
                  <a:cubicBezTo>
                    <a:pt x="369" y="85"/>
                    <a:pt x="409" y="85"/>
                    <a:pt x="449" y="89"/>
                  </a:cubicBezTo>
                  <a:cubicBezTo>
                    <a:pt x="525" y="93"/>
                    <a:pt x="601" y="105"/>
                    <a:pt x="681" y="121"/>
                  </a:cubicBezTo>
                  <a:cubicBezTo>
                    <a:pt x="757" y="133"/>
                    <a:pt x="833" y="153"/>
                    <a:pt x="909" y="169"/>
                  </a:cubicBezTo>
                  <a:cubicBezTo>
                    <a:pt x="989" y="189"/>
                    <a:pt x="1065" y="209"/>
                    <a:pt x="1141" y="229"/>
                  </a:cubicBezTo>
                  <a:cubicBezTo>
                    <a:pt x="1221" y="249"/>
                    <a:pt x="1297" y="265"/>
                    <a:pt x="1377" y="281"/>
                  </a:cubicBezTo>
                  <a:cubicBezTo>
                    <a:pt x="1457" y="297"/>
                    <a:pt x="1537" y="309"/>
                    <a:pt x="1613" y="325"/>
                  </a:cubicBezTo>
                  <a:cubicBezTo>
                    <a:pt x="1693" y="341"/>
                    <a:pt x="1773" y="349"/>
                    <a:pt x="1853" y="365"/>
                  </a:cubicBezTo>
                  <a:cubicBezTo>
                    <a:pt x="2013" y="389"/>
                    <a:pt x="2169" y="421"/>
                    <a:pt x="2329" y="445"/>
                  </a:cubicBezTo>
                  <a:cubicBezTo>
                    <a:pt x="2485" y="473"/>
                    <a:pt x="2645" y="505"/>
                    <a:pt x="2805" y="525"/>
                  </a:cubicBezTo>
                  <a:cubicBezTo>
                    <a:pt x="2885" y="537"/>
                    <a:pt x="2969" y="541"/>
                    <a:pt x="3049" y="541"/>
                  </a:cubicBezTo>
                  <a:cubicBezTo>
                    <a:pt x="3057" y="542"/>
                    <a:pt x="3065" y="542"/>
                    <a:pt x="3072" y="542"/>
                  </a:cubicBezTo>
                  <a:cubicBezTo>
                    <a:pt x="3086" y="542"/>
                    <a:pt x="3100" y="541"/>
                    <a:pt x="3113" y="541"/>
                  </a:cubicBezTo>
                  <a:lnTo>
                    <a:pt x="3169" y="541"/>
                  </a:lnTo>
                  <a:cubicBezTo>
                    <a:pt x="3201" y="545"/>
                    <a:pt x="3237" y="557"/>
                    <a:pt x="3269" y="565"/>
                  </a:cubicBezTo>
                  <a:cubicBezTo>
                    <a:pt x="3337" y="593"/>
                    <a:pt x="3405" y="625"/>
                    <a:pt x="3469" y="665"/>
                  </a:cubicBezTo>
                  <a:cubicBezTo>
                    <a:pt x="3483" y="674"/>
                    <a:pt x="3496" y="683"/>
                    <a:pt x="3509" y="693"/>
                  </a:cubicBezTo>
                  <a:lnTo>
                    <a:pt x="3509" y="693"/>
                  </a:lnTo>
                  <a:cubicBezTo>
                    <a:pt x="3500" y="694"/>
                    <a:pt x="3490" y="696"/>
                    <a:pt x="3481" y="697"/>
                  </a:cubicBezTo>
                  <a:cubicBezTo>
                    <a:pt x="3445" y="705"/>
                    <a:pt x="3409" y="717"/>
                    <a:pt x="3373" y="729"/>
                  </a:cubicBezTo>
                  <a:cubicBezTo>
                    <a:pt x="3333" y="745"/>
                    <a:pt x="3297" y="765"/>
                    <a:pt x="3265" y="793"/>
                  </a:cubicBezTo>
                  <a:cubicBezTo>
                    <a:pt x="3253" y="801"/>
                    <a:pt x="3245" y="809"/>
                    <a:pt x="3237" y="821"/>
                  </a:cubicBezTo>
                  <a:lnTo>
                    <a:pt x="3221" y="841"/>
                  </a:lnTo>
                  <a:cubicBezTo>
                    <a:pt x="3209" y="857"/>
                    <a:pt x="3197" y="881"/>
                    <a:pt x="3189" y="893"/>
                  </a:cubicBezTo>
                  <a:cubicBezTo>
                    <a:pt x="3173" y="925"/>
                    <a:pt x="3161" y="957"/>
                    <a:pt x="3145" y="985"/>
                  </a:cubicBezTo>
                  <a:cubicBezTo>
                    <a:pt x="3113" y="1045"/>
                    <a:pt x="3081" y="1105"/>
                    <a:pt x="3049" y="1161"/>
                  </a:cubicBezTo>
                  <a:cubicBezTo>
                    <a:pt x="3033" y="1189"/>
                    <a:pt x="3017" y="1217"/>
                    <a:pt x="2997" y="1241"/>
                  </a:cubicBezTo>
                  <a:cubicBezTo>
                    <a:pt x="2977" y="1269"/>
                    <a:pt x="2957" y="1297"/>
                    <a:pt x="2937" y="1321"/>
                  </a:cubicBezTo>
                  <a:cubicBezTo>
                    <a:pt x="2917" y="1345"/>
                    <a:pt x="2897" y="1369"/>
                    <a:pt x="2873" y="1393"/>
                  </a:cubicBezTo>
                  <a:cubicBezTo>
                    <a:pt x="2849" y="1417"/>
                    <a:pt x="2825" y="1437"/>
                    <a:pt x="2801" y="1461"/>
                  </a:cubicBezTo>
                  <a:cubicBezTo>
                    <a:pt x="2777" y="1481"/>
                    <a:pt x="2749" y="1497"/>
                    <a:pt x="2721" y="1517"/>
                  </a:cubicBezTo>
                  <a:lnTo>
                    <a:pt x="2637" y="1565"/>
                  </a:lnTo>
                  <a:lnTo>
                    <a:pt x="2545" y="1605"/>
                  </a:lnTo>
                  <a:lnTo>
                    <a:pt x="2449" y="1633"/>
                  </a:lnTo>
                  <a:lnTo>
                    <a:pt x="2449" y="1645"/>
                  </a:lnTo>
                  <a:cubicBezTo>
                    <a:pt x="2481" y="1641"/>
                    <a:pt x="2517" y="1641"/>
                    <a:pt x="2549" y="1637"/>
                  </a:cubicBezTo>
                  <a:lnTo>
                    <a:pt x="2649" y="1613"/>
                  </a:lnTo>
                  <a:cubicBezTo>
                    <a:pt x="2685" y="1601"/>
                    <a:pt x="2721" y="1593"/>
                    <a:pt x="2749" y="1577"/>
                  </a:cubicBezTo>
                  <a:cubicBezTo>
                    <a:pt x="2781" y="1561"/>
                    <a:pt x="2813" y="1545"/>
                    <a:pt x="2845" y="1525"/>
                  </a:cubicBezTo>
                  <a:cubicBezTo>
                    <a:pt x="2873" y="1509"/>
                    <a:pt x="2901" y="1485"/>
                    <a:pt x="2929" y="1465"/>
                  </a:cubicBezTo>
                  <a:cubicBezTo>
                    <a:pt x="2957" y="1441"/>
                    <a:pt x="2985" y="1417"/>
                    <a:pt x="3009" y="1393"/>
                  </a:cubicBezTo>
                  <a:cubicBezTo>
                    <a:pt x="3033" y="1369"/>
                    <a:pt x="3057" y="1341"/>
                    <a:pt x="3081" y="1313"/>
                  </a:cubicBezTo>
                  <a:cubicBezTo>
                    <a:pt x="3105" y="1289"/>
                    <a:pt x="3125" y="1257"/>
                    <a:pt x="3145" y="1229"/>
                  </a:cubicBezTo>
                  <a:cubicBezTo>
                    <a:pt x="3185" y="1173"/>
                    <a:pt x="3225" y="1113"/>
                    <a:pt x="3257" y="1053"/>
                  </a:cubicBezTo>
                  <a:lnTo>
                    <a:pt x="3309" y="965"/>
                  </a:lnTo>
                  <a:lnTo>
                    <a:pt x="3329" y="929"/>
                  </a:lnTo>
                  <a:lnTo>
                    <a:pt x="3345" y="909"/>
                  </a:lnTo>
                  <a:lnTo>
                    <a:pt x="3353" y="905"/>
                  </a:lnTo>
                  <a:cubicBezTo>
                    <a:pt x="3373" y="889"/>
                    <a:pt x="3397" y="877"/>
                    <a:pt x="3421" y="869"/>
                  </a:cubicBezTo>
                  <a:cubicBezTo>
                    <a:pt x="3449" y="861"/>
                    <a:pt x="3477" y="853"/>
                    <a:pt x="3509" y="845"/>
                  </a:cubicBezTo>
                  <a:cubicBezTo>
                    <a:pt x="3541" y="841"/>
                    <a:pt x="3573" y="837"/>
                    <a:pt x="3601" y="833"/>
                  </a:cubicBezTo>
                  <a:cubicBezTo>
                    <a:pt x="3633" y="829"/>
                    <a:pt x="3669" y="825"/>
                    <a:pt x="3697" y="825"/>
                  </a:cubicBezTo>
                  <a:lnTo>
                    <a:pt x="3893" y="813"/>
                  </a:lnTo>
                  <a:lnTo>
                    <a:pt x="3745" y="693"/>
                  </a:lnTo>
                  <a:cubicBezTo>
                    <a:pt x="3677" y="641"/>
                    <a:pt x="3609" y="593"/>
                    <a:pt x="3537" y="553"/>
                  </a:cubicBezTo>
                  <a:cubicBezTo>
                    <a:pt x="3461" y="509"/>
                    <a:pt x="3385" y="473"/>
                    <a:pt x="3305" y="449"/>
                  </a:cubicBezTo>
                  <a:cubicBezTo>
                    <a:pt x="3261" y="433"/>
                    <a:pt x="3213" y="425"/>
                    <a:pt x="3169" y="421"/>
                  </a:cubicBezTo>
                  <a:lnTo>
                    <a:pt x="3101" y="421"/>
                  </a:lnTo>
                  <a:cubicBezTo>
                    <a:pt x="3081" y="425"/>
                    <a:pt x="3065" y="429"/>
                    <a:pt x="3045" y="429"/>
                  </a:cubicBezTo>
                  <a:cubicBezTo>
                    <a:pt x="2969" y="433"/>
                    <a:pt x="2889" y="433"/>
                    <a:pt x="2809" y="433"/>
                  </a:cubicBezTo>
                  <a:cubicBezTo>
                    <a:pt x="2649" y="429"/>
                    <a:pt x="2493" y="421"/>
                    <a:pt x="2333" y="401"/>
                  </a:cubicBezTo>
                  <a:cubicBezTo>
                    <a:pt x="2253" y="389"/>
                    <a:pt x="2173" y="377"/>
                    <a:pt x="2097" y="361"/>
                  </a:cubicBezTo>
                  <a:cubicBezTo>
                    <a:pt x="2017" y="349"/>
                    <a:pt x="1941" y="333"/>
                    <a:pt x="1861" y="313"/>
                  </a:cubicBezTo>
                  <a:cubicBezTo>
                    <a:pt x="1709" y="273"/>
                    <a:pt x="1553" y="225"/>
                    <a:pt x="1401" y="177"/>
                  </a:cubicBezTo>
                  <a:cubicBezTo>
                    <a:pt x="1249" y="133"/>
                    <a:pt x="1097" y="85"/>
                    <a:pt x="937" y="53"/>
                  </a:cubicBezTo>
                  <a:lnTo>
                    <a:pt x="817" y="29"/>
                  </a:lnTo>
                  <a:lnTo>
                    <a:pt x="693" y="13"/>
                  </a:lnTo>
                  <a:cubicBezTo>
                    <a:pt x="613" y="5"/>
                    <a:pt x="529" y="1"/>
                    <a:pt x="4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1"/>
            <p:cNvSpPr/>
            <p:nvPr/>
          </p:nvSpPr>
          <p:spPr>
            <a:xfrm>
              <a:off x="2369078" y="2368802"/>
              <a:ext cx="769059" cy="127904"/>
            </a:xfrm>
            <a:custGeom>
              <a:avLst/>
              <a:gdLst/>
              <a:ahLst/>
              <a:cxnLst/>
              <a:rect l="l" t="t" r="r" b="b"/>
              <a:pathLst>
                <a:path w="3289" h="547" extrusionOk="0">
                  <a:moveTo>
                    <a:pt x="718" y="1"/>
                  </a:moveTo>
                  <a:cubicBezTo>
                    <a:pt x="658" y="1"/>
                    <a:pt x="597" y="4"/>
                    <a:pt x="537" y="12"/>
                  </a:cubicBezTo>
                  <a:cubicBezTo>
                    <a:pt x="493" y="16"/>
                    <a:pt x="453" y="20"/>
                    <a:pt x="417" y="28"/>
                  </a:cubicBezTo>
                  <a:cubicBezTo>
                    <a:pt x="377" y="36"/>
                    <a:pt x="341" y="44"/>
                    <a:pt x="309" y="52"/>
                  </a:cubicBezTo>
                  <a:cubicBezTo>
                    <a:pt x="253" y="68"/>
                    <a:pt x="197" y="88"/>
                    <a:pt x="141" y="108"/>
                  </a:cubicBezTo>
                  <a:cubicBezTo>
                    <a:pt x="97" y="124"/>
                    <a:pt x="61" y="140"/>
                    <a:pt x="37" y="152"/>
                  </a:cubicBezTo>
                  <a:lnTo>
                    <a:pt x="1" y="168"/>
                  </a:lnTo>
                  <a:lnTo>
                    <a:pt x="5" y="176"/>
                  </a:lnTo>
                  <a:lnTo>
                    <a:pt x="45" y="164"/>
                  </a:lnTo>
                  <a:cubicBezTo>
                    <a:pt x="69" y="160"/>
                    <a:pt x="105" y="144"/>
                    <a:pt x="149" y="132"/>
                  </a:cubicBezTo>
                  <a:lnTo>
                    <a:pt x="229" y="116"/>
                  </a:lnTo>
                  <a:lnTo>
                    <a:pt x="321" y="96"/>
                  </a:lnTo>
                  <a:lnTo>
                    <a:pt x="425" y="80"/>
                  </a:lnTo>
                  <a:cubicBezTo>
                    <a:pt x="461" y="76"/>
                    <a:pt x="501" y="72"/>
                    <a:pt x="541" y="72"/>
                  </a:cubicBezTo>
                  <a:cubicBezTo>
                    <a:pt x="577" y="70"/>
                    <a:pt x="614" y="69"/>
                    <a:pt x="650" y="69"/>
                  </a:cubicBezTo>
                  <a:cubicBezTo>
                    <a:pt x="702" y="69"/>
                    <a:pt x="753" y="71"/>
                    <a:pt x="805" y="76"/>
                  </a:cubicBezTo>
                  <a:cubicBezTo>
                    <a:pt x="901" y="84"/>
                    <a:pt x="997" y="100"/>
                    <a:pt x="1093" y="120"/>
                  </a:cubicBezTo>
                  <a:cubicBezTo>
                    <a:pt x="1301" y="172"/>
                    <a:pt x="1505" y="236"/>
                    <a:pt x="1705" y="320"/>
                  </a:cubicBezTo>
                  <a:lnTo>
                    <a:pt x="2009" y="444"/>
                  </a:lnTo>
                  <a:cubicBezTo>
                    <a:pt x="2109" y="484"/>
                    <a:pt x="2213" y="516"/>
                    <a:pt x="2317" y="540"/>
                  </a:cubicBezTo>
                  <a:cubicBezTo>
                    <a:pt x="2347" y="544"/>
                    <a:pt x="2379" y="546"/>
                    <a:pt x="2411" y="546"/>
                  </a:cubicBezTo>
                  <a:cubicBezTo>
                    <a:pt x="2433" y="546"/>
                    <a:pt x="2455" y="545"/>
                    <a:pt x="2477" y="544"/>
                  </a:cubicBezTo>
                  <a:cubicBezTo>
                    <a:pt x="2525" y="536"/>
                    <a:pt x="2573" y="524"/>
                    <a:pt x="2621" y="512"/>
                  </a:cubicBezTo>
                  <a:cubicBezTo>
                    <a:pt x="2709" y="488"/>
                    <a:pt x="2797" y="452"/>
                    <a:pt x="2877" y="408"/>
                  </a:cubicBezTo>
                  <a:cubicBezTo>
                    <a:pt x="2941" y="372"/>
                    <a:pt x="3005" y="328"/>
                    <a:pt x="3065" y="276"/>
                  </a:cubicBezTo>
                  <a:cubicBezTo>
                    <a:pt x="3109" y="240"/>
                    <a:pt x="3153" y="200"/>
                    <a:pt x="3193" y="156"/>
                  </a:cubicBezTo>
                  <a:cubicBezTo>
                    <a:pt x="3229" y="120"/>
                    <a:pt x="3261" y="76"/>
                    <a:pt x="3289" y="36"/>
                  </a:cubicBezTo>
                  <a:lnTo>
                    <a:pt x="3281" y="32"/>
                  </a:lnTo>
                  <a:cubicBezTo>
                    <a:pt x="3249" y="68"/>
                    <a:pt x="3213" y="104"/>
                    <a:pt x="3173" y="136"/>
                  </a:cubicBezTo>
                  <a:cubicBezTo>
                    <a:pt x="3129" y="172"/>
                    <a:pt x="3085" y="208"/>
                    <a:pt x="3037" y="240"/>
                  </a:cubicBezTo>
                  <a:cubicBezTo>
                    <a:pt x="2977" y="284"/>
                    <a:pt x="2913" y="324"/>
                    <a:pt x="2845" y="356"/>
                  </a:cubicBezTo>
                  <a:cubicBezTo>
                    <a:pt x="2769" y="396"/>
                    <a:pt x="2689" y="428"/>
                    <a:pt x="2605" y="456"/>
                  </a:cubicBezTo>
                  <a:cubicBezTo>
                    <a:pt x="2561" y="472"/>
                    <a:pt x="2513" y="480"/>
                    <a:pt x="2469" y="496"/>
                  </a:cubicBezTo>
                  <a:cubicBezTo>
                    <a:pt x="2434" y="502"/>
                    <a:pt x="2396" y="505"/>
                    <a:pt x="2360" y="505"/>
                  </a:cubicBezTo>
                  <a:cubicBezTo>
                    <a:pt x="2347" y="505"/>
                    <a:pt x="2334" y="505"/>
                    <a:pt x="2321" y="504"/>
                  </a:cubicBezTo>
                  <a:cubicBezTo>
                    <a:pt x="2217" y="496"/>
                    <a:pt x="2113" y="468"/>
                    <a:pt x="2017" y="424"/>
                  </a:cubicBezTo>
                  <a:cubicBezTo>
                    <a:pt x="1917" y="388"/>
                    <a:pt x="1813" y="336"/>
                    <a:pt x="1717" y="288"/>
                  </a:cubicBezTo>
                  <a:cubicBezTo>
                    <a:pt x="1621" y="236"/>
                    <a:pt x="1521" y="192"/>
                    <a:pt x="1417" y="148"/>
                  </a:cubicBezTo>
                  <a:cubicBezTo>
                    <a:pt x="1317" y="112"/>
                    <a:pt x="1213" y="76"/>
                    <a:pt x="1109" y="48"/>
                  </a:cubicBezTo>
                  <a:cubicBezTo>
                    <a:pt x="980" y="18"/>
                    <a:pt x="849" y="1"/>
                    <a:pt x="7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1"/>
            <p:cNvSpPr/>
            <p:nvPr/>
          </p:nvSpPr>
          <p:spPr>
            <a:xfrm>
              <a:off x="2412103" y="2261707"/>
              <a:ext cx="576385" cy="68278"/>
            </a:xfrm>
            <a:custGeom>
              <a:avLst/>
              <a:gdLst/>
              <a:ahLst/>
              <a:cxnLst/>
              <a:rect l="l" t="t" r="r" b="b"/>
              <a:pathLst>
                <a:path w="2465" h="292" extrusionOk="0">
                  <a:moveTo>
                    <a:pt x="540" y="0"/>
                  </a:moveTo>
                  <a:cubicBezTo>
                    <a:pt x="486" y="0"/>
                    <a:pt x="431" y="3"/>
                    <a:pt x="377" y="10"/>
                  </a:cubicBezTo>
                  <a:cubicBezTo>
                    <a:pt x="321" y="14"/>
                    <a:pt x="269" y="26"/>
                    <a:pt x="217" y="38"/>
                  </a:cubicBezTo>
                  <a:cubicBezTo>
                    <a:pt x="177" y="50"/>
                    <a:pt x="137" y="66"/>
                    <a:pt x="97" y="82"/>
                  </a:cubicBezTo>
                  <a:cubicBezTo>
                    <a:pt x="73" y="94"/>
                    <a:pt x="49" y="106"/>
                    <a:pt x="25" y="118"/>
                  </a:cubicBezTo>
                  <a:lnTo>
                    <a:pt x="1" y="134"/>
                  </a:lnTo>
                  <a:lnTo>
                    <a:pt x="5" y="138"/>
                  </a:lnTo>
                  <a:lnTo>
                    <a:pt x="33" y="130"/>
                  </a:lnTo>
                  <a:cubicBezTo>
                    <a:pt x="49" y="126"/>
                    <a:pt x="73" y="114"/>
                    <a:pt x="105" y="106"/>
                  </a:cubicBezTo>
                  <a:cubicBezTo>
                    <a:pt x="145" y="98"/>
                    <a:pt x="185" y="90"/>
                    <a:pt x="225" y="82"/>
                  </a:cubicBezTo>
                  <a:cubicBezTo>
                    <a:pt x="273" y="78"/>
                    <a:pt x="325" y="70"/>
                    <a:pt x="381" y="70"/>
                  </a:cubicBezTo>
                  <a:cubicBezTo>
                    <a:pt x="397" y="69"/>
                    <a:pt x="414" y="68"/>
                    <a:pt x="432" y="68"/>
                  </a:cubicBezTo>
                  <a:cubicBezTo>
                    <a:pt x="474" y="68"/>
                    <a:pt x="520" y="71"/>
                    <a:pt x="565" y="74"/>
                  </a:cubicBezTo>
                  <a:cubicBezTo>
                    <a:pt x="633" y="78"/>
                    <a:pt x="701" y="86"/>
                    <a:pt x="773" y="94"/>
                  </a:cubicBezTo>
                  <a:cubicBezTo>
                    <a:pt x="917" y="110"/>
                    <a:pt x="1069" y="138"/>
                    <a:pt x="1225" y="158"/>
                  </a:cubicBezTo>
                  <a:cubicBezTo>
                    <a:pt x="1301" y="166"/>
                    <a:pt x="1381" y="178"/>
                    <a:pt x="1457" y="190"/>
                  </a:cubicBezTo>
                  <a:cubicBezTo>
                    <a:pt x="1533" y="198"/>
                    <a:pt x="1605" y="214"/>
                    <a:pt x="1677" y="230"/>
                  </a:cubicBezTo>
                  <a:cubicBezTo>
                    <a:pt x="1749" y="242"/>
                    <a:pt x="1821" y="258"/>
                    <a:pt x="1885" y="266"/>
                  </a:cubicBezTo>
                  <a:cubicBezTo>
                    <a:pt x="1953" y="274"/>
                    <a:pt x="2017" y="282"/>
                    <a:pt x="2073" y="286"/>
                  </a:cubicBezTo>
                  <a:cubicBezTo>
                    <a:pt x="2158" y="289"/>
                    <a:pt x="2231" y="291"/>
                    <a:pt x="2290" y="291"/>
                  </a:cubicBezTo>
                  <a:cubicBezTo>
                    <a:pt x="2315" y="291"/>
                    <a:pt x="2337" y="291"/>
                    <a:pt x="2357" y="290"/>
                  </a:cubicBezTo>
                  <a:cubicBezTo>
                    <a:pt x="2429" y="290"/>
                    <a:pt x="2465" y="286"/>
                    <a:pt x="2465" y="286"/>
                  </a:cubicBezTo>
                  <a:lnTo>
                    <a:pt x="2465" y="282"/>
                  </a:lnTo>
                  <a:cubicBezTo>
                    <a:pt x="2465" y="282"/>
                    <a:pt x="2429" y="274"/>
                    <a:pt x="2361" y="266"/>
                  </a:cubicBezTo>
                  <a:cubicBezTo>
                    <a:pt x="2325" y="258"/>
                    <a:pt x="2285" y="254"/>
                    <a:pt x="2237" y="250"/>
                  </a:cubicBezTo>
                  <a:lnTo>
                    <a:pt x="2081" y="230"/>
                  </a:lnTo>
                  <a:cubicBezTo>
                    <a:pt x="2021" y="222"/>
                    <a:pt x="1961" y="214"/>
                    <a:pt x="1893" y="210"/>
                  </a:cubicBezTo>
                  <a:cubicBezTo>
                    <a:pt x="1825" y="202"/>
                    <a:pt x="1757" y="202"/>
                    <a:pt x="1681" y="194"/>
                  </a:cubicBezTo>
                  <a:cubicBezTo>
                    <a:pt x="1609" y="190"/>
                    <a:pt x="1533" y="182"/>
                    <a:pt x="1461" y="170"/>
                  </a:cubicBezTo>
                  <a:cubicBezTo>
                    <a:pt x="1381" y="154"/>
                    <a:pt x="1309" y="138"/>
                    <a:pt x="1233" y="118"/>
                  </a:cubicBezTo>
                  <a:cubicBezTo>
                    <a:pt x="1153" y="102"/>
                    <a:pt x="1077" y="82"/>
                    <a:pt x="1005" y="66"/>
                  </a:cubicBezTo>
                  <a:cubicBezTo>
                    <a:pt x="933" y="50"/>
                    <a:pt x="853" y="34"/>
                    <a:pt x="781" y="22"/>
                  </a:cubicBezTo>
                  <a:cubicBezTo>
                    <a:pt x="702" y="7"/>
                    <a:pt x="621" y="0"/>
                    <a:pt x="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1"/>
            <p:cNvSpPr/>
            <p:nvPr/>
          </p:nvSpPr>
          <p:spPr>
            <a:xfrm>
              <a:off x="2381237" y="2334663"/>
              <a:ext cx="504366" cy="96805"/>
            </a:xfrm>
            <a:custGeom>
              <a:avLst/>
              <a:gdLst/>
              <a:ahLst/>
              <a:cxnLst/>
              <a:rect l="l" t="t" r="r" b="b"/>
              <a:pathLst>
                <a:path w="2157" h="414" extrusionOk="0">
                  <a:moveTo>
                    <a:pt x="638" y="1"/>
                  </a:moveTo>
                  <a:cubicBezTo>
                    <a:pt x="538" y="1"/>
                    <a:pt x="437" y="10"/>
                    <a:pt x="337" y="30"/>
                  </a:cubicBezTo>
                  <a:cubicBezTo>
                    <a:pt x="289" y="38"/>
                    <a:pt x="241" y="46"/>
                    <a:pt x="193" y="62"/>
                  </a:cubicBezTo>
                  <a:cubicBezTo>
                    <a:pt x="157" y="74"/>
                    <a:pt x="125" y="86"/>
                    <a:pt x="89" y="98"/>
                  </a:cubicBezTo>
                  <a:cubicBezTo>
                    <a:pt x="57" y="110"/>
                    <a:pt x="29" y="126"/>
                    <a:pt x="1" y="138"/>
                  </a:cubicBezTo>
                  <a:lnTo>
                    <a:pt x="1" y="146"/>
                  </a:lnTo>
                  <a:lnTo>
                    <a:pt x="25" y="142"/>
                  </a:lnTo>
                  <a:cubicBezTo>
                    <a:pt x="41" y="138"/>
                    <a:pt x="65" y="130"/>
                    <a:pt x="93" y="126"/>
                  </a:cubicBezTo>
                  <a:cubicBezTo>
                    <a:pt x="125" y="118"/>
                    <a:pt x="161" y="110"/>
                    <a:pt x="201" y="106"/>
                  </a:cubicBezTo>
                  <a:cubicBezTo>
                    <a:pt x="241" y="98"/>
                    <a:pt x="289" y="94"/>
                    <a:pt x="341" y="86"/>
                  </a:cubicBezTo>
                  <a:cubicBezTo>
                    <a:pt x="393" y="82"/>
                    <a:pt x="449" y="78"/>
                    <a:pt x="509" y="78"/>
                  </a:cubicBezTo>
                  <a:cubicBezTo>
                    <a:pt x="569" y="74"/>
                    <a:pt x="633" y="74"/>
                    <a:pt x="697" y="74"/>
                  </a:cubicBezTo>
                  <a:cubicBezTo>
                    <a:pt x="718" y="72"/>
                    <a:pt x="740" y="72"/>
                    <a:pt x="762" y="72"/>
                  </a:cubicBezTo>
                  <a:cubicBezTo>
                    <a:pt x="806" y="72"/>
                    <a:pt x="852" y="74"/>
                    <a:pt x="897" y="74"/>
                  </a:cubicBezTo>
                  <a:lnTo>
                    <a:pt x="1105" y="78"/>
                  </a:lnTo>
                  <a:cubicBezTo>
                    <a:pt x="1173" y="82"/>
                    <a:pt x="1245" y="86"/>
                    <a:pt x="1313" y="98"/>
                  </a:cubicBezTo>
                  <a:cubicBezTo>
                    <a:pt x="1377" y="102"/>
                    <a:pt x="1445" y="118"/>
                    <a:pt x="1509" y="138"/>
                  </a:cubicBezTo>
                  <a:cubicBezTo>
                    <a:pt x="1573" y="154"/>
                    <a:pt x="1629" y="178"/>
                    <a:pt x="1685" y="198"/>
                  </a:cubicBezTo>
                  <a:cubicBezTo>
                    <a:pt x="1741" y="222"/>
                    <a:pt x="1793" y="238"/>
                    <a:pt x="1841" y="262"/>
                  </a:cubicBezTo>
                  <a:cubicBezTo>
                    <a:pt x="1933" y="302"/>
                    <a:pt x="2013" y="342"/>
                    <a:pt x="2065" y="370"/>
                  </a:cubicBezTo>
                  <a:lnTo>
                    <a:pt x="2153" y="414"/>
                  </a:lnTo>
                  <a:lnTo>
                    <a:pt x="2157" y="410"/>
                  </a:lnTo>
                  <a:cubicBezTo>
                    <a:pt x="2137" y="386"/>
                    <a:pt x="2109" y="366"/>
                    <a:pt x="2085" y="346"/>
                  </a:cubicBezTo>
                  <a:cubicBezTo>
                    <a:pt x="1973" y="254"/>
                    <a:pt x="1845" y="186"/>
                    <a:pt x="1709" y="142"/>
                  </a:cubicBezTo>
                  <a:cubicBezTo>
                    <a:pt x="1649" y="122"/>
                    <a:pt x="1585" y="110"/>
                    <a:pt x="1521" y="98"/>
                  </a:cubicBezTo>
                  <a:cubicBezTo>
                    <a:pt x="1457" y="90"/>
                    <a:pt x="1385" y="82"/>
                    <a:pt x="1317" y="74"/>
                  </a:cubicBezTo>
                  <a:cubicBezTo>
                    <a:pt x="1249" y="66"/>
                    <a:pt x="1181" y="54"/>
                    <a:pt x="1113" y="42"/>
                  </a:cubicBezTo>
                  <a:cubicBezTo>
                    <a:pt x="1041" y="30"/>
                    <a:pt x="973" y="22"/>
                    <a:pt x="901" y="14"/>
                  </a:cubicBezTo>
                  <a:cubicBezTo>
                    <a:pt x="833" y="6"/>
                    <a:pt x="765" y="2"/>
                    <a:pt x="697" y="2"/>
                  </a:cubicBezTo>
                  <a:cubicBezTo>
                    <a:pt x="677" y="1"/>
                    <a:pt x="658" y="1"/>
                    <a:pt x="6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1"/>
            <p:cNvSpPr/>
            <p:nvPr/>
          </p:nvSpPr>
          <p:spPr>
            <a:xfrm>
              <a:off x="2081000" y="1669882"/>
              <a:ext cx="160172" cy="104053"/>
            </a:xfrm>
            <a:custGeom>
              <a:avLst/>
              <a:gdLst/>
              <a:ahLst/>
              <a:cxnLst/>
              <a:rect l="l" t="t" r="r" b="b"/>
              <a:pathLst>
                <a:path w="685" h="445" extrusionOk="0">
                  <a:moveTo>
                    <a:pt x="649" y="1"/>
                  </a:moveTo>
                  <a:lnTo>
                    <a:pt x="645" y="5"/>
                  </a:lnTo>
                  <a:cubicBezTo>
                    <a:pt x="649" y="13"/>
                    <a:pt x="649" y="25"/>
                    <a:pt x="649" y="37"/>
                  </a:cubicBezTo>
                  <a:cubicBezTo>
                    <a:pt x="645" y="61"/>
                    <a:pt x="633" y="85"/>
                    <a:pt x="613" y="101"/>
                  </a:cubicBezTo>
                  <a:cubicBezTo>
                    <a:pt x="597" y="113"/>
                    <a:pt x="585" y="121"/>
                    <a:pt x="569" y="129"/>
                  </a:cubicBezTo>
                  <a:lnTo>
                    <a:pt x="509" y="165"/>
                  </a:lnTo>
                  <a:cubicBezTo>
                    <a:pt x="485" y="181"/>
                    <a:pt x="461" y="193"/>
                    <a:pt x="437" y="201"/>
                  </a:cubicBezTo>
                  <a:cubicBezTo>
                    <a:pt x="413" y="209"/>
                    <a:pt x="385" y="213"/>
                    <a:pt x="361" y="217"/>
                  </a:cubicBezTo>
                  <a:cubicBezTo>
                    <a:pt x="309" y="225"/>
                    <a:pt x="257" y="237"/>
                    <a:pt x="205" y="257"/>
                  </a:cubicBezTo>
                  <a:cubicBezTo>
                    <a:pt x="161" y="273"/>
                    <a:pt x="117" y="297"/>
                    <a:pt x="81" y="325"/>
                  </a:cubicBezTo>
                  <a:cubicBezTo>
                    <a:pt x="53" y="349"/>
                    <a:pt x="33" y="377"/>
                    <a:pt x="17" y="405"/>
                  </a:cubicBezTo>
                  <a:cubicBezTo>
                    <a:pt x="9" y="417"/>
                    <a:pt x="5" y="429"/>
                    <a:pt x="1" y="441"/>
                  </a:cubicBezTo>
                  <a:lnTo>
                    <a:pt x="9" y="445"/>
                  </a:lnTo>
                  <a:lnTo>
                    <a:pt x="17" y="441"/>
                  </a:lnTo>
                  <a:cubicBezTo>
                    <a:pt x="21" y="437"/>
                    <a:pt x="29" y="429"/>
                    <a:pt x="37" y="425"/>
                  </a:cubicBezTo>
                  <a:cubicBezTo>
                    <a:pt x="61" y="405"/>
                    <a:pt x="89" y="389"/>
                    <a:pt x="117" y="377"/>
                  </a:cubicBezTo>
                  <a:cubicBezTo>
                    <a:pt x="149" y="361"/>
                    <a:pt x="189" y="345"/>
                    <a:pt x="233" y="321"/>
                  </a:cubicBezTo>
                  <a:lnTo>
                    <a:pt x="301" y="293"/>
                  </a:lnTo>
                  <a:cubicBezTo>
                    <a:pt x="325" y="281"/>
                    <a:pt x="349" y="269"/>
                    <a:pt x="373" y="253"/>
                  </a:cubicBezTo>
                  <a:cubicBezTo>
                    <a:pt x="397" y="241"/>
                    <a:pt x="421" y="229"/>
                    <a:pt x="445" y="221"/>
                  </a:cubicBezTo>
                  <a:cubicBezTo>
                    <a:pt x="469" y="209"/>
                    <a:pt x="493" y="205"/>
                    <a:pt x="521" y="201"/>
                  </a:cubicBezTo>
                  <a:cubicBezTo>
                    <a:pt x="545" y="197"/>
                    <a:pt x="569" y="193"/>
                    <a:pt x="593" y="185"/>
                  </a:cubicBezTo>
                  <a:cubicBezTo>
                    <a:pt x="617" y="177"/>
                    <a:pt x="637" y="161"/>
                    <a:pt x="653" y="141"/>
                  </a:cubicBezTo>
                  <a:cubicBezTo>
                    <a:pt x="669" y="125"/>
                    <a:pt x="681" y="105"/>
                    <a:pt x="685" y="81"/>
                  </a:cubicBezTo>
                  <a:cubicBezTo>
                    <a:pt x="685" y="65"/>
                    <a:pt x="685" y="49"/>
                    <a:pt x="677" y="33"/>
                  </a:cubicBezTo>
                  <a:cubicBezTo>
                    <a:pt x="673" y="17"/>
                    <a:pt x="665" y="5"/>
                    <a:pt x="6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1"/>
            <p:cNvSpPr/>
            <p:nvPr/>
          </p:nvSpPr>
          <p:spPr>
            <a:xfrm>
              <a:off x="2306412" y="1723196"/>
              <a:ext cx="147077" cy="495948"/>
            </a:xfrm>
            <a:custGeom>
              <a:avLst/>
              <a:gdLst/>
              <a:ahLst/>
              <a:cxnLst/>
              <a:rect l="l" t="t" r="r" b="b"/>
              <a:pathLst>
                <a:path w="629" h="2121" extrusionOk="0">
                  <a:moveTo>
                    <a:pt x="5" y="1"/>
                  </a:moveTo>
                  <a:lnTo>
                    <a:pt x="1" y="5"/>
                  </a:lnTo>
                  <a:lnTo>
                    <a:pt x="1" y="33"/>
                  </a:lnTo>
                  <a:cubicBezTo>
                    <a:pt x="1" y="57"/>
                    <a:pt x="5" y="81"/>
                    <a:pt x="9" y="105"/>
                  </a:cubicBezTo>
                  <a:cubicBezTo>
                    <a:pt x="25" y="189"/>
                    <a:pt x="61" y="273"/>
                    <a:pt x="109" y="345"/>
                  </a:cubicBezTo>
                  <a:cubicBezTo>
                    <a:pt x="137" y="393"/>
                    <a:pt x="169" y="441"/>
                    <a:pt x="201" y="489"/>
                  </a:cubicBezTo>
                  <a:cubicBezTo>
                    <a:pt x="237" y="537"/>
                    <a:pt x="277" y="589"/>
                    <a:pt x="309" y="645"/>
                  </a:cubicBezTo>
                  <a:cubicBezTo>
                    <a:pt x="345" y="701"/>
                    <a:pt x="373" y="761"/>
                    <a:pt x="397" y="825"/>
                  </a:cubicBezTo>
                  <a:cubicBezTo>
                    <a:pt x="417" y="893"/>
                    <a:pt x="437" y="957"/>
                    <a:pt x="453" y="1025"/>
                  </a:cubicBezTo>
                  <a:cubicBezTo>
                    <a:pt x="485" y="1165"/>
                    <a:pt x="517" y="1301"/>
                    <a:pt x="537" y="1429"/>
                  </a:cubicBezTo>
                  <a:cubicBezTo>
                    <a:pt x="553" y="1545"/>
                    <a:pt x="561" y="1661"/>
                    <a:pt x="561" y="1781"/>
                  </a:cubicBezTo>
                  <a:cubicBezTo>
                    <a:pt x="557" y="1829"/>
                    <a:pt x="553" y="1877"/>
                    <a:pt x="545" y="1921"/>
                  </a:cubicBezTo>
                  <a:cubicBezTo>
                    <a:pt x="541" y="1957"/>
                    <a:pt x="533" y="1993"/>
                    <a:pt x="525" y="2025"/>
                  </a:cubicBezTo>
                  <a:cubicBezTo>
                    <a:pt x="521" y="2049"/>
                    <a:pt x="513" y="2073"/>
                    <a:pt x="505" y="2093"/>
                  </a:cubicBezTo>
                  <a:cubicBezTo>
                    <a:pt x="501" y="2109"/>
                    <a:pt x="497" y="2121"/>
                    <a:pt x="497" y="2121"/>
                  </a:cubicBezTo>
                  <a:lnTo>
                    <a:pt x="505" y="2121"/>
                  </a:lnTo>
                  <a:lnTo>
                    <a:pt x="517" y="2101"/>
                  </a:lnTo>
                  <a:cubicBezTo>
                    <a:pt x="525" y="2085"/>
                    <a:pt x="537" y="2065"/>
                    <a:pt x="549" y="2037"/>
                  </a:cubicBezTo>
                  <a:cubicBezTo>
                    <a:pt x="565" y="2001"/>
                    <a:pt x="581" y="1965"/>
                    <a:pt x="589" y="1929"/>
                  </a:cubicBezTo>
                  <a:cubicBezTo>
                    <a:pt x="605" y="1881"/>
                    <a:pt x="613" y="1833"/>
                    <a:pt x="621" y="1785"/>
                  </a:cubicBezTo>
                  <a:cubicBezTo>
                    <a:pt x="629" y="1725"/>
                    <a:pt x="629" y="1665"/>
                    <a:pt x="629" y="1609"/>
                  </a:cubicBezTo>
                  <a:cubicBezTo>
                    <a:pt x="625" y="1545"/>
                    <a:pt x="617" y="1477"/>
                    <a:pt x="605" y="1417"/>
                  </a:cubicBezTo>
                  <a:cubicBezTo>
                    <a:pt x="589" y="1349"/>
                    <a:pt x="573" y="1281"/>
                    <a:pt x="557" y="1217"/>
                  </a:cubicBezTo>
                  <a:cubicBezTo>
                    <a:pt x="537" y="1149"/>
                    <a:pt x="513" y="1081"/>
                    <a:pt x="489" y="1017"/>
                  </a:cubicBezTo>
                  <a:lnTo>
                    <a:pt x="413" y="817"/>
                  </a:lnTo>
                  <a:cubicBezTo>
                    <a:pt x="389" y="749"/>
                    <a:pt x="365" y="685"/>
                    <a:pt x="341" y="621"/>
                  </a:cubicBezTo>
                  <a:cubicBezTo>
                    <a:pt x="317" y="561"/>
                    <a:pt x="285" y="505"/>
                    <a:pt x="253" y="449"/>
                  </a:cubicBezTo>
                  <a:cubicBezTo>
                    <a:pt x="217" y="397"/>
                    <a:pt x="185" y="353"/>
                    <a:pt x="157" y="309"/>
                  </a:cubicBezTo>
                  <a:cubicBezTo>
                    <a:pt x="105" y="241"/>
                    <a:pt x="65" y="169"/>
                    <a:pt x="33" y="93"/>
                  </a:cubicBezTo>
                  <a:cubicBezTo>
                    <a:pt x="25" y="69"/>
                    <a:pt x="17" y="49"/>
                    <a:pt x="9" y="2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1"/>
            <p:cNvSpPr/>
            <p:nvPr/>
          </p:nvSpPr>
          <p:spPr>
            <a:xfrm>
              <a:off x="2273676" y="1837305"/>
              <a:ext cx="79735" cy="248091"/>
            </a:xfrm>
            <a:custGeom>
              <a:avLst/>
              <a:gdLst/>
              <a:ahLst/>
              <a:cxnLst/>
              <a:rect l="l" t="t" r="r" b="b"/>
              <a:pathLst>
                <a:path w="341" h="1061" extrusionOk="0">
                  <a:moveTo>
                    <a:pt x="5" y="1"/>
                  </a:moveTo>
                  <a:lnTo>
                    <a:pt x="1" y="5"/>
                  </a:lnTo>
                  <a:lnTo>
                    <a:pt x="13" y="13"/>
                  </a:lnTo>
                  <a:cubicBezTo>
                    <a:pt x="21" y="17"/>
                    <a:pt x="29" y="25"/>
                    <a:pt x="37" y="33"/>
                  </a:cubicBezTo>
                  <a:cubicBezTo>
                    <a:pt x="65" y="61"/>
                    <a:pt x="85" y="97"/>
                    <a:pt x="97" y="133"/>
                  </a:cubicBezTo>
                  <a:cubicBezTo>
                    <a:pt x="109" y="157"/>
                    <a:pt x="117" y="185"/>
                    <a:pt x="129" y="213"/>
                  </a:cubicBezTo>
                  <a:cubicBezTo>
                    <a:pt x="141" y="241"/>
                    <a:pt x="157" y="269"/>
                    <a:pt x="173" y="297"/>
                  </a:cubicBezTo>
                  <a:cubicBezTo>
                    <a:pt x="189" y="329"/>
                    <a:pt x="201" y="361"/>
                    <a:pt x="209" y="393"/>
                  </a:cubicBezTo>
                  <a:cubicBezTo>
                    <a:pt x="221" y="429"/>
                    <a:pt x="225" y="465"/>
                    <a:pt x="229" y="497"/>
                  </a:cubicBezTo>
                  <a:cubicBezTo>
                    <a:pt x="233" y="569"/>
                    <a:pt x="245" y="641"/>
                    <a:pt x="253" y="705"/>
                  </a:cubicBezTo>
                  <a:cubicBezTo>
                    <a:pt x="261" y="773"/>
                    <a:pt x="269" y="833"/>
                    <a:pt x="277" y="885"/>
                  </a:cubicBezTo>
                  <a:cubicBezTo>
                    <a:pt x="285" y="937"/>
                    <a:pt x="293" y="981"/>
                    <a:pt x="301" y="1013"/>
                  </a:cubicBezTo>
                  <a:cubicBezTo>
                    <a:pt x="305" y="1045"/>
                    <a:pt x="313" y="1061"/>
                    <a:pt x="313" y="1061"/>
                  </a:cubicBezTo>
                  <a:lnTo>
                    <a:pt x="321" y="1061"/>
                  </a:lnTo>
                  <a:cubicBezTo>
                    <a:pt x="333" y="1001"/>
                    <a:pt x="341" y="941"/>
                    <a:pt x="341" y="881"/>
                  </a:cubicBezTo>
                  <a:cubicBezTo>
                    <a:pt x="341" y="853"/>
                    <a:pt x="341" y="825"/>
                    <a:pt x="337" y="793"/>
                  </a:cubicBezTo>
                  <a:cubicBezTo>
                    <a:pt x="337" y="761"/>
                    <a:pt x="333" y="729"/>
                    <a:pt x="325" y="697"/>
                  </a:cubicBezTo>
                  <a:cubicBezTo>
                    <a:pt x="317" y="661"/>
                    <a:pt x="313" y="629"/>
                    <a:pt x="301" y="593"/>
                  </a:cubicBezTo>
                  <a:cubicBezTo>
                    <a:pt x="293" y="557"/>
                    <a:pt x="281" y="525"/>
                    <a:pt x="269" y="489"/>
                  </a:cubicBezTo>
                  <a:cubicBezTo>
                    <a:pt x="257" y="457"/>
                    <a:pt x="241" y="425"/>
                    <a:pt x="233" y="389"/>
                  </a:cubicBezTo>
                  <a:cubicBezTo>
                    <a:pt x="221" y="357"/>
                    <a:pt x="217" y="325"/>
                    <a:pt x="209" y="289"/>
                  </a:cubicBezTo>
                  <a:cubicBezTo>
                    <a:pt x="205" y="257"/>
                    <a:pt x="197" y="225"/>
                    <a:pt x="189" y="193"/>
                  </a:cubicBezTo>
                  <a:cubicBezTo>
                    <a:pt x="177" y="165"/>
                    <a:pt x="165" y="137"/>
                    <a:pt x="153" y="113"/>
                  </a:cubicBezTo>
                  <a:cubicBezTo>
                    <a:pt x="133" y="69"/>
                    <a:pt x="97" y="33"/>
                    <a:pt x="57" y="13"/>
                  </a:cubicBezTo>
                  <a:cubicBezTo>
                    <a:pt x="45" y="9"/>
                    <a:pt x="29" y="5"/>
                    <a:pt x="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1"/>
            <p:cNvSpPr/>
            <p:nvPr/>
          </p:nvSpPr>
          <p:spPr>
            <a:xfrm>
              <a:off x="1786375" y="1983215"/>
              <a:ext cx="90024" cy="363134"/>
            </a:xfrm>
            <a:custGeom>
              <a:avLst/>
              <a:gdLst/>
              <a:ahLst/>
              <a:cxnLst/>
              <a:rect l="l" t="t" r="r" b="b"/>
              <a:pathLst>
                <a:path w="385" h="1553" extrusionOk="0">
                  <a:moveTo>
                    <a:pt x="97" y="1"/>
                  </a:moveTo>
                  <a:cubicBezTo>
                    <a:pt x="81" y="17"/>
                    <a:pt x="69" y="41"/>
                    <a:pt x="57" y="61"/>
                  </a:cubicBezTo>
                  <a:cubicBezTo>
                    <a:pt x="29" y="117"/>
                    <a:pt x="13" y="181"/>
                    <a:pt x="9" y="245"/>
                  </a:cubicBezTo>
                  <a:cubicBezTo>
                    <a:pt x="1" y="285"/>
                    <a:pt x="1" y="329"/>
                    <a:pt x="1" y="369"/>
                  </a:cubicBezTo>
                  <a:cubicBezTo>
                    <a:pt x="1" y="417"/>
                    <a:pt x="9" y="461"/>
                    <a:pt x="17" y="509"/>
                  </a:cubicBezTo>
                  <a:cubicBezTo>
                    <a:pt x="33" y="609"/>
                    <a:pt x="41" y="709"/>
                    <a:pt x="45" y="809"/>
                  </a:cubicBezTo>
                  <a:cubicBezTo>
                    <a:pt x="49" y="861"/>
                    <a:pt x="57" y="913"/>
                    <a:pt x="65" y="965"/>
                  </a:cubicBezTo>
                  <a:cubicBezTo>
                    <a:pt x="73" y="1013"/>
                    <a:pt x="85" y="1061"/>
                    <a:pt x="101" y="1109"/>
                  </a:cubicBezTo>
                  <a:cubicBezTo>
                    <a:pt x="125" y="1193"/>
                    <a:pt x="161" y="1277"/>
                    <a:pt x="209" y="1353"/>
                  </a:cubicBezTo>
                  <a:cubicBezTo>
                    <a:pt x="245" y="1409"/>
                    <a:pt x="281" y="1457"/>
                    <a:pt x="325" y="1505"/>
                  </a:cubicBezTo>
                  <a:cubicBezTo>
                    <a:pt x="361" y="1537"/>
                    <a:pt x="381" y="1553"/>
                    <a:pt x="381" y="1553"/>
                  </a:cubicBezTo>
                  <a:lnTo>
                    <a:pt x="385" y="1549"/>
                  </a:lnTo>
                  <a:cubicBezTo>
                    <a:pt x="385" y="1549"/>
                    <a:pt x="373" y="1525"/>
                    <a:pt x="349" y="1489"/>
                  </a:cubicBezTo>
                  <a:lnTo>
                    <a:pt x="309" y="1417"/>
                  </a:lnTo>
                  <a:cubicBezTo>
                    <a:pt x="297" y="1389"/>
                    <a:pt x="281" y="1361"/>
                    <a:pt x="265" y="1325"/>
                  </a:cubicBezTo>
                  <a:cubicBezTo>
                    <a:pt x="245" y="1293"/>
                    <a:pt x="233" y="1253"/>
                    <a:pt x="213" y="1217"/>
                  </a:cubicBezTo>
                  <a:cubicBezTo>
                    <a:pt x="209" y="1197"/>
                    <a:pt x="197" y="1173"/>
                    <a:pt x="189" y="1153"/>
                  </a:cubicBezTo>
                  <a:cubicBezTo>
                    <a:pt x="181" y="1133"/>
                    <a:pt x="177" y="1109"/>
                    <a:pt x="165" y="1089"/>
                  </a:cubicBezTo>
                  <a:cubicBezTo>
                    <a:pt x="133" y="1001"/>
                    <a:pt x="109" y="905"/>
                    <a:pt x="81" y="805"/>
                  </a:cubicBezTo>
                  <a:cubicBezTo>
                    <a:pt x="69" y="757"/>
                    <a:pt x="61" y="705"/>
                    <a:pt x="53" y="657"/>
                  </a:cubicBezTo>
                  <a:cubicBezTo>
                    <a:pt x="49" y="605"/>
                    <a:pt x="49" y="557"/>
                    <a:pt x="53" y="509"/>
                  </a:cubicBezTo>
                  <a:cubicBezTo>
                    <a:pt x="57" y="461"/>
                    <a:pt x="61" y="413"/>
                    <a:pt x="61" y="369"/>
                  </a:cubicBezTo>
                  <a:cubicBezTo>
                    <a:pt x="65" y="329"/>
                    <a:pt x="65" y="285"/>
                    <a:pt x="65" y="249"/>
                  </a:cubicBezTo>
                  <a:cubicBezTo>
                    <a:pt x="69" y="189"/>
                    <a:pt x="73" y="129"/>
                    <a:pt x="89" y="69"/>
                  </a:cubicBezTo>
                  <a:cubicBezTo>
                    <a:pt x="89" y="53"/>
                    <a:pt x="93" y="37"/>
                    <a:pt x="101" y="21"/>
                  </a:cubicBezTo>
                  <a:cubicBezTo>
                    <a:pt x="105" y="9"/>
                    <a:pt x="105" y="1"/>
                    <a:pt x="1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1"/>
            <p:cNvSpPr/>
            <p:nvPr/>
          </p:nvSpPr>
          <p:spPr>
            <a:xfrm>
              <a:off x="1922931" y="2076747"/>
              <a:ext cx="42323" cy="369681"/>
            </a:xfrm>
            <a:custGeom>
              <a:avLst/>
              <a:gdLst/>
              <a:ahLst/>
              <a:cxnLst/>
              <a:rect l="l" t="t" r="r" b="b"/>
              <a:pathLst>
                <a:path w="181" h="1581" extrusionOk="0">
                  <a:moveTo>
                    <a:pt x="69" y="1"/>
                  </a:moveTo>
                  <a:cubicBezTo>
                    <a:pt x="69" y="1"/>
                    <a:pt x="61" y="25"/>
                    <a:pt x="45" y="65"/>
                  </a:cubicBezTo>
                  <a:cubicBezTo>
                    <a:pt x="29" y="125"/>
                    <a:pt x="17" y="185"/>
                    <a:pt x="9" y="245"/>
                  </a:cubicBezTo>
                  <a:cubicBezTo>
                    <a:pt x="5" y="281"/>
                    <a:pt x="1" y="321"/>
                    <a:pt x="1" y="365"/>
                  </a:cubicBezTo>
                  <a:cubicBezTo>
                    <a:pt x="1" y="413"/>
                    <a:pt x="1" y="457"/>
                    <a:pt x="9" y="501"/>
                  </a:cubicBezTo>
                  <a:cubicBezTo>
                    <a:pt x="13" y="549"/>
                    <a:pt x="17" y="597"/>
                    <a:pt x="21" y="645"/>
                  </a:cubicBezTo>
                  <a:cubicBezTo>
                    <a:pt x="25" y="697"/>
                    <a:pt x="25" y="745"/>
                    <a:pt x="29" y="797"/>
                  </a:cubicBezTo>
                  <a:cubicBezTo>
                    <a:pt x="29" y="845"/>
                    <a:pt x="33" y="897"/>
                    <a:pt x="41" y="945"/>
                  </a:cubicBezTo>
                  <a:cubicBezTo>
                    <a:pt x="45" y="993"/>
                    <a:pt x="53" y="1041"/>
                    <a:pt x="61" y="1089"/>
                  </a:cubicBezTo>
                  <a:cubicBezTo>
                    <a:pt x="73" y="1181"/>
                    <a:pt x="93" y="1265"/>
                    <a:pt x="109" y="1337"/>
                  </a:cubicBezTo>
                  <a:lnTo>
                    <a:pt x="165" y="1581"/>
                  </a:lnTo>
                  <a:lnTo>
                    <a:pt x="173" y="1581"/>
                  </a:lnTo>
                  <a:cubicBezTo>
                    <a:pt x="181" y="1497"/>
                    <a:pt x="181" y="1413"/>
                    <a:pt x="173" y="1333"/>
                  </a:cubicBezTo>
                  <a:cubicBezTo>
                    <a:pt x="165" y="1245"/>
                    <a:pt x="149" y="1165"/>
                    <a:pt x="129" y="1081"/>
                  </a:cubicBezTo>
                  <a:cubicBezTo>
                    <a:pt x="121" y="1037"/>
                    <a:pt x="109" y="989"/>
                    <a:pt x="101" y="941"/>
                  </a:cubicBezTo>
                  <a:cubicBezTo>
                    <a:pt x="89" y="893"/>
                    <a:pt x="77" y="849"/>
                    <a:pt x="65" y="797"/>
                  </a:cubicBezTo>
                  <a:cubicBezTo>
                    <a:pt x="53" y="749"/>
                    <a:pt x="45" y="701"/>
                    <a:pt x="45" y="653"/>
                  </a:cubicBezTo>
                  <a:cubicBezTo>
                    <a:pt x="41" y="605"/>
                    <a:pt x="41" y="557"/>
                    <a:pt x="45" y="509"/>
                  </a:cubicBezTo>
                  <a:cubicBezTo>
                    <a:pt x="49" y="465"/>
                    <a:pt x="57" y="421"/>
                    <a:pt x="61" y="377"/>
                  </a:cubicBezTo>
                  <a:cubicBezTo>
                    <a:pt x="61" y="337"/>
                    <a:pt x="65" y="297"/>
                    <a:pt x="65" y="257"/>
                  </a:cubicBezTo>
                  <a:cubicBezTo>
                    <a:pt x="69" y="185"/>
                    <a:pt x="77" y="125"/>
                    <a:pt x="77" y="81"/>
                  </a:cubicBezTo>
                  <a:lnTo>
                    <a:pt x="77" y="9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1"/>
            <p:cNvSpPr/>
            <p:nvPr/>
          </p:nvSpPr>
          <p:spPr>
            <a:xfrm>
              <a:off x="2095030" y="2227334"/>
              <a:ext cx="218161" cy="313563"/>
            </a:xfrm>
            <a:custGeom>
              <a:avLst/>
              <a:gdLst/>
              <a:ahLst/>
              <a:cxnLst/>
              <a:rect l="l" t="t" r="r" b="b"/>
              <a:pathLst>
                <a:path w="933" h="1341" extrusionOk="0">
                  <a:moveTo>
                    <a:pt x="921" y="1"/>
                  </a:moveTo>
                  <a:cubicBezTo>
                    <a:pt x="921" y="1"/>
                    <a:pt x="913" y="25"/>
                    <a:pt x="893" y="69"/>
                  </a:cubicBezTo>
                  <a:cubicBezTo>
                    <a:pt x="873" y="113"/>
                    <a:pt x="849" y="173"/>
                    <a:pt x="817" y="245"/>
                  </a:cubicBezTo>
                  <a:cubicBezTo>
                    <a:pt x="805" y="281"/>
                    <a:pt x="785" y="317"/>
                    <a:pt x="769" y="357"/>
                  </a:cubicBezTo>
                  <a:cubicBezTo>
                    <a:pt x="749" y="401"/>
                    <a:pt x="733" y="441"/>
                    <a:pt x="709" y="485"/>
                  </a:cubicBezTo>
                  <a:cubicBezTo>
                    <a:pt x="661" y="577"/>
                    <a:pt x="581" y="645"/>
                    <a:pt x="485" y="685"/>
                  </a:cubicBezTo>
                  <a:cubicBezTo>
                    <a:pt x="437" y="705"/>
                    <a:pt x="389" y="725"/>
                    <a:pt x="341" y="753"/>
                  </a:cubicBezTo>
                  <a:cubicBezTo>
                    <a:pt x="297" y="781"/>
                    <a:pt x="253" y="813"/>
                    <a:pt x="217" y="853"/>
                  </a:cubicBezTo>
                  <a:cubicBezTo>
                    <a:pt x="149" y="921"/>
                    <a:pt x="105" y="1009"/>
                    <a:pt x="81" y="1101"/>
                  </a:cubicBezTo>
                  <a:cubicBezTo>
                    <a:pt x="73" y="1137"/>
                    <a:pt x="69" y="1177"/>
                    <a:pt x="65" y="1213"/>
                  </a:cubicBezTo>
                  <a:cubicBezTo>
                    <a:pt x="65" y="1237"/>
                    <a:pt x="57" y="1265"/>
                    <a:pt x="49" y="1289"/>
                  </a:cubicBezTo>
                  <a:cubicBezTo>
                    <a:pt x="41" y="1309"/>
                    <a:pt x="25" y="1325"/>
                    <a:pt x="1" y="1333"/>
                  </a:cubicBezTo>
                  <a:lnTo>
                    <a:pt x="1" y="1341"/>
                  </a:lnTo>
                  <a:cubicBezTo>
                    <a:pt x="9" y="1341"/>
                    <a:pt x="17" y="1337"/>
                    <a:pt x="25" y="1337"/>
                  </a:cubicBezTo>
                  <a:cubicBezTo>
                    <a:pt x="45" y="1333"/>
                    <a:pt x="61" y="1317"/>
                    <a:pt x="73" y="1301"/>
                  </a:cubicBezTo>
                  <a:cubicBezTo>
                    <a:pt x="89" y="1277"/>
                    <a:pt x="101" y="1249"/>
                    <a:pt x="109" y="1221"/>
                  </a:cubicBezTo>
                  <a:cubicBezTo>
                    <a:pt x="121" y="1189"/>
                    <a:pt x="129" y="1157"/>
                    <a:pt x="141" y="1121"/>
                  </a:cubicBezTo>
                  <a:cubicBezTo>
                    <a:pt x="173" y="1041"/>
                    <a:pt x="217" y="965"/>
                    <a:pt x="273" y="901"/>
                  </a:cubicBezTo>
                  <a:cubicBezTo>
                    <a:pt x="301" y="865"/>
                    <a:pt x="337" y="829"/>
                    <a:pt x="377" y="801"/>
                  </a:cubicBezTo>
                  <a:cubicBezTo>
                    <a:pt x="417" y="773"/>
                    <a:pt x="461" y="745"/>
                    <a:pt x="505" y="717"/>
                  </a:cubicBezTo>
                  <a:cubicBezTo>
                    <a:pt x="593" y="657"/>
                    <a:pt x="673" y="585"/>
                    <a:pt x="741" y="505"/>
                  </a:cubicBezTo>
                  <a:cubicBezTo>
                    <a:pt x="773" y="469"/>
                    <a:pt x="801" y="425"/>
                    <a:pt x="825" y="385"/>
                  </a:cubicBezTo>
                  <a:cubicBezTo>
                    <a:pt x="845" y="345"/>
                    <a:pt x="861" y="305"/>
                    <a:pt x="873" y="265"/>
                  </a:cubicBezTo>
                  <a:cubicBezTo>
                    <a:pt x="893" y="201"/>
                    <a:pt x="909" y="141"/>
                    <a:pt x="921" y="77"/>
                  </a:cubicBezTo>
                  <a:cubicBezTo>
                    <a:pt x="933" y="29"/>
                    <a:pt x="933" y="5"/>
                    <a:pt x="933" y="5"/>
                  </a:cubicBezTo>
                  <a:lnTo>
                    <a:pt x="9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1"/>
            <p:cNvSpPr/>
            <p:nvPr/>
          </p:nvSpPr>
          <p:spPr>
            <a:xfrm>
              <a:off x="2177338" y="2562180"/>
              <a:ext cx="921514" cy="118083"/>
            </a:xfrm>
            <a:custGeom>
              <a:avLst/>
              <a:gdLst/>
              <a:ahLst/>
              <a:cxnLst/>
              <a:rect l="l" t="t" r="r" b="b"/>
              <a:pathLst>
                <a:path w="3941" h="505" extrusionOk="0">
                  <a:moveTo>
                    <a:pt x="9" y="1"/>
                  </a:moveTo>
                  <a:lnTo>
                    <a:pt x="1" y="5"/>
                  </a:lnTo>
                  <a:cubicBezTo>
                    <a:pt x="9" y="17"/>
                    <a:pt x="17" y="33"/>
                    <a:pt x="29" y="45"/>
                  </a:cubicBezTo>
                  <a:cubicBezTo>
                    <a:pt x="57" y="77"/>
                    <a:pt x="93" y="105"/>
                    <a:pt x="133" y="125"/>
                  </a:cubicBezTo>
                  <a:cubicBezTo>
                    <a:pt x="193" y="157"/>
                    <a:pt x="261" y="173"/>
                    <a:pt x="333" y="173"/>
                  </a:cubicBezTo>
                  <a:cubicBezTo>
                    <a:pt x="348" y="173"/>
                    <a:pt x="364" y="174"/>
                    <a:pt x="379" y="174"/>
                  </a:cubicBezTo>
                  <a:cubicBezTo>
                    <a:pt x="449" y="174"/>
                    <a:pt x="521" y="167"/>
                    <a:pt x="593" y="161"/>
                  </a:cubicBezTo>
                  <a:cubicBezTo>
                    <a:pt x="721" y="151"/>
                    <a:pt x="851" y="146"/>
                    <a:pt x="981" y="146"/>
                  </a:cubicBezTo>
                  <a:cubicBezTo>
                    <a:pt x="1065" y="146"/>
                    <a:pt x="1149" y="148"/>
                    <a:pt x="1233" y="153"/>
                  </a:cubicBezTo>
                  <a:cubicBezTo>
                    <a:pt x="1353" y="157"/>
                    <a:pt x="1473" y="169"/>
                    <a:pt x="1593" y="185"/>
                  </a:cubicBezTo>
                  <a:cubicBezTo>
                    <a:pt x="1717" y="201"/>
                    <a:pt x="1841" y="225"/>
                    <a:pt x="1961" y="253"/>
                  </a:cubicBezTo>
                  <a:cubicBezTo>
                    <a:pt x="2085" y="281"/>
                    <a:pt x="2205" y="317"/>
                    <a:pt x="2325" y="357"/>
                  </a:cubicBezTo>
                  <a:cubicBezTo>
                    <a:pt x="2437" y="405"/>
                    <a:pt x="2553" y="445"/>
                    <a:pt x="2673" y="473"/>
                  </a:cubicBezTo>
                  <a:cubicBezTo>
                    <a:pt x="2785" y="493"/>
                    <a:pt x="2901" y="501"/>
                    <a:pt x="3017" y="505"/>
                  </a:cubicBezTo>
                  <a:cubicBezTo>
                    <a:pt x="3121" y="505"/>
                    <a:pt x="3229" y="505"/>
                    <a:pt x="3321" y="501"/>
                  </a:cubicBezTo>
                  <a:cubicBezTo>
                    <a:pt x="3409" y="497"/>
                    <a:pt x="3497" y="489"/>
                    <a:pt x="3581" y="477"/>
                  </a:cubicBezTo>
                  <a:cubicBezTo>
                    <a:pt x="3649" y="465"/>
                    <a:pt x="3713" y="449"/>
                    <a:pt x="3781" y="433"/>
                  </a:cubicBezTo>
                  <a:cubicBezTo>
                    <a:pt x="3833" y="413"/>
                    <a:pt x="3873" y="397"/>
                    <a:pt x="3901" y="389"/>
                  </a:cubicBezTo>
                  <a:lnTo>
                    <a:pt x="3941" y="369"/>
                  </a:lnTo>
                  <a:lnTo>
                    <a:pt x="3941" y="357"/>
                  </a:lnTo>
                  <a:lnTo>
                    <a:pt x="3897" y="373"/>
                  </a:lnTo>
                  <a:cubicBezTo>
                    <a:pt x="3869" y="381"/>
                    <a:pt x="3825" y="389"/>
                    <a:pt x="3773" y="401"/>
                  </a:cubicBezTo>
                  <a:cubicBezTo>
                    <a:pt x="3717" y="409"/>
                    <a:pt x="3653" y="421"/>
                    <a:pt x="3577" y="429"/>
                  </a:cubicBezTo>
                  <a:cubicBezTo>
                    <a:pt x="3501" y="433"/>
                    <a:pt x="3417" y="441"/>
                    <a:pt x="3321" y="441"/>
                  </a:cubicBezTo>
                  <a:lnTo>
                    <a:pt x="3017" y="441"/>
                  </a:lnTo>
                  <a:cubicBezTo>
                    <a:pt x="2987" y="442"/>
                    <a:pt x="2957" y="442"/>
                    <a:pt x="2926" y="442"/>
                  </a:cubicBezTo>
                  <a:cubicBezTo>
                    <a:pt x="2843" y="442"/>
                    <a:pt x="2759" y="439"/>
                    <a:pt x="2677" y="433"/>
                  </a:cubicBezTo>
                  <a:cubicBezTo>
                    <a:pt x="2557" y="417"/>
                    <a:pt x="2441" y="385"/>
                    <a:pt x="2329" y="337"/>
                  </a:cubicBezTo>
                  <a:cubicBezTo>
                    <a:pt x="2213" y="293"/>
                    <a:pt x="2089" y="253"/>
                    <a:pt x="1969" y="213"/>
                  </a:cubicBezTo>
                  <a:cubicBezTo>
                    <a:pt x="1729" y="141"/>
                    <a:pt x="1485" y="97"/>
                    <a:pt x="1237" y="77"/>
                  </a:cubicBezTo>
                  <a:cubicBezTo>
                    <a:pt x="1161" y="71"/>
                    <a:pt x="1086" y="69"/>
                    <a:pt x="1012" y="69"/>
                  </a:cubicBezTo>
                  <a:cubicBezTo>
                    <a:pt x="869" y="69"/>
                    <a:pt x="727" y="78"/>
                    <a:pt x="585" y="97"/>
                  </a:cubicBezTo>
                  <a:cubicBezTo>
                    <a:pt x="489" y="109"/>
                    <a:pt x="405" y="129"/>
                    <a:pt x="333" y="129"/>
                  </a:cubicBezTo>
                  <a:cubicBezTo>
                    <a:pt x="325" y="129"/>
                    <a:pt x="316" y="130"/>
                    <a:pt x="308" y="130"/>
                  </a:cubicBezTo>
                  <a:cubicBezTo>
                    <a:pt x="252" y="130"/>
                    <a:pt x="197" y="118"/>
                    <a:pt x="145" y="101"/>
                  </a:cubicBezTo>
                  <a:cubicBezTo>
                    <a:pt x="105" y="85"/>
                    <a:pt x="69" y="65"/>
                    <a:pt x="37" y="33"/>
                  </a:cubicBezTo>
                  <a:cubicBezTo>
                    <a:pt x="29" y="25"/>
                    <a:pt x="17" y="13"/>
                    <a:pt x="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1"/>
            <p:cNvSpPr/>
            <p:nvPr/>
          </p:nvSpPr>
          <p:spPr>
            <a:xfrm>
              <a:off x="2419585" y="2674418"/>
              <a:ext cx="256509" cy="34840"/>
            </a:xfrm>
            <a:custGeom>
              <a:avLst/>
              <a:gdLst/>
              <a:ahLst/>
              <a:cxnLst/>
              <a:rect l="l" t="t" r="r" b="b"/>
              <a:pathLst>
                <a:path w="1097" h="149" extrusionOk="0">
                  <a:moveTo>
                    <a:pt x="257" y="1"/>
                  </a:moveTo>
                  <a:cubicBezTo>
                    <a:pt x="225" y="1"/>
                    <a:pt x="197" y="5"/>
                    <a:pt x="173" y="9"/>
                  </a:cubicBezTo>
                  <a:cubicBezTo>
                    <a:pt x="113" y="17"/>
                    <a:pt x="57" y="29"/>
                    <a:pt x="1" y="49"/>
                  </a:cubicBezTo>
                  <a:lnTo>
                    <a:pt x="1" y="53"/>
                  </a:lnTo>
                  <a:cubicBezTo>
                    <a:pt x="1" y="53"/>
                    <a:pt x="21" y="57"/>
                    <a:pt x="53" y="61"/>
                  </a:cubicBezTo>
                  <a:cubicBezTo>
                    <a:pt x="81" y="65"/>
                    <a:pt x="125" y="65"/>
                    <a:pt x="177" y="69"/>
                  </a:cubicBezTo>
                  <a:cubicBezTo>
                    <a:pt x="211" y="72"/>
                    <a:pt x="251" y="74"/>
                    <a:pt x="294" y="74"/>
                  </a:cubicBezTo>
                  <a:cubicBezTo>
                    <a:pt x="312" y="74"/>
                    <a:pt x="330" y="74"/>
                    <a:pt x="349" y="73"/>
                  </a:cubicBezTo>
                  <a:cubicBezTo>
                    <a:pt x="381" y="71"/>
                    <a:pt x="414" y="71"/>
                    <a:pt x="447" y="71"/>
                  </a:cubicBezTo>
                  <a:cubicBezTo>
                    <a:pt x="481" y="71"/>
                    <a:pt x="515" y="71"/>
                    <a:pt x="549" y="69"/>
                  </a:cubicBezTo>
                  <a:cubicBezTo>
                    <a:pt x="585" y="69"/>
                    <a:pt x="617" y="69"/>
                    <a:pt x="653" y="73"/>
                  </a:cubicBezTo>
                  <a:cubicBezTo>
                    <a:pt x="685" y="77"/>
                    <a:pt x="717" y="85"/>
                    <a:pt x="749" y="97"/>
                  </a:cubicBezTo>
                  <a:cubicBezTo>
                    <a:pt x="781" y="105"/>
                    <a:pt x="805" y="117"/>
                    <a:pt x="837" y="125"/>
                  </a:cubicBezTo>
                  <a:cubicBezTo>
                    <a:pt x="869" y="133"/>
                    <a:pt x="893" y="137"/>
                    <a:pt x="917" y="141"/>
                  </a:cubicBezTo>
                  <a:cubicBezTo>
                    <a:pt x="961" y="149"/>
                    <a:pt x="1005" y="149"/>
                    <a:pt x="1045" y="149"/>
                  </a:cubicBezTo>
                  <a:cubicBezTo>
                    <a:pt x="1065" y="145"/>
                    <a:pt x="1081" y="141"/>
                    <a:pt x="1097" y="137"/>
                  </a:cubicBezTo>
                  <a:lnTo>
                    <a:pt x="1093" y="129"/>
                  </a:lnTo>
                  <a:lnTo>
                    <a:pt x="1045" y="117"/>
                  </a:lnTo>
                  <a:lnTo>
                    <a:pt x="929" y="81"/>
                  </a:lnTo>
                  <a:cubicBezTo>
                    <a:pt x="901" y="77"/>
                    <a:pt x="873" y="69"/>
                    <a:pt x="849" y="65"/>
                  </a:cubicBezTo>
                  <a:cubicBezTo>
                    <a:pt x="817" y="61"/>
                    <a:pt x="785" y="57"/>
                    <a:pt x="753" y="57"/>
                  </a:cubicBezTo>
                  <a:cubicBezTo>
                    <a:pt x="685" y="57"/>
                    <a:pt x="617" y="49"/>
                    <a:pt x="553" y="29"/>
                  </a:cubicBezTo>
                  <a:cubicBezTo>
                    <a:pt x="517" y="21"/>
                    <a:pt x="485" y="17"/>
                    <a:pt x="449" y="13"/>
                  </a:cubicBezTo>
                  <a:cubicBezTo>
                    <a:pt x="417" y="9"/>
                    <a:pt x="381" y="1"/>
                    <a:pt x="3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1"/>
            <p:cNvSpPr/>
            <p:nvPr/>
          </p:nvSpPr>
          <p:spPr>
            <a:xfrm>
              <a:off x="1668525" y="1545484"/>
              <a:ext cx="69447" cy="377164"/>
            </a:xfrm>
            <a:custGeom>
              <a:avLst/>
              <a:gdLst/>
              <a:ahLst/>
              <a:cxnLst/>
              <a:rect l="l" t="t" r="r" b="b"/>
              <a:pathLst>
                <a:path w="297" h="1613" extrusionOk="0">
                  <a:moveTo>
                    <a:pt x="1" y="1"/>
                  </a:moveTo>
                  <a:lnTo>
                    <a:pt x="1" y="5"/>
                  </a:lnTo>
                  <a:lnTo>
                    <a:pt x="9" y="21"/>
                  </a:lnTo>
                  <a:cubicBezTo>
                    <a:pt x="17" y="33"/>
                    <a:pt x="21" y="49"/>
                    <a:pt x="29" y="69"/>
                  </a:cubicBezTo>
                  <a:cubicBezTo>
                    <a:pt x="53" y="125"/>
                    <a:pt x="69" y="185"/>
                    <a:pt x="81" y="245"/>
                  </a:cubicBezTo>
                  <a:cubicBezTo>
                    <a:pt x="89" y="281"/>
                    <a:pt x="93" y="321"/>
                    <a:pt x="101" y="365"/>
                  </a:cubicBezTo>
                  <a:cubicBezTo>
                    <a:pt x="109" y="405"/>
                    <a:pt x="117" y="449"/>
                    <a:pt x="121" y="501"/>
                  </a:cubicBezTo>
                  <a:cubicBezTo>
                    <a:pt x="129" y="549"/>
                    <a:pt x="133" y="601"/>
                    <a:pt x="129" y="649"/>
                  </a:cubicBezTo>
                  <a:cubicBezTo>
                    <a:pt x="129" y="701"/>
                    <a:pt x="125" y="753"/>
                    <a:pt x="121" y="805"/>
                  </a:cubicBezTo>
                  <a:cubicBezTo>
                    <a:pt x="117" y="857"/>
                    <a:pt x="113" y="909"/>
                    <a:pt x="117" y="961"/>
                  </a:cubicBezTo>
                  <a:cubicBezTo>
                    <a:pt x="121" y="1013"/>
                    <a:pt x="125" y="1061"/>
                    <a:pt x="137" y="1113"/>
                  </a:cubicBezTo>
                  <a:cubicBezTo>
                    <a:pt x="153" y="1197"/>
                    <a:pt x="181" y="1285"/>
                    <a:pt x="209" y="1369"/>
                  </a:cubicBezTo>
                  <a:cubicBezTo>
                    <a:pt x="237" y="1441"/>
                    <a:pt x="257" y="1501"/>
                    <a:pt x="269" y="1545"/>
                  </a:cubicBezTo>
                  <a:lnTo>
                    <a:pt x="289" y="1613"/>
                  </a:lnTo>
                  <a:lnTo>
                    <a:pt x="297" y="1613"/>
                  </a:lnTo>
                  <a:cubicBezTo>
                    <a:pt x="297" y="1589"/>
                    <a:pt x="297" y="1565"/>
                    <a:pt x="297" y="1541"/>
                  </a:cubicBezTo>
                  <a:cubicBezTo>
                    <a:pt x="293" y="1477"/>
                    <a:pt x="285" y="1413"/>
                    <a:pt x="269" y="1353"/>
                  </a:cubicBezTo>
                  <a:cubicBezTo>
                    <a:pt x="257" y="1277"/>
                    <a:pt x="229" y="1189"/>
                    <a:pt x="205" y="1097"/>
                  </a:cubicBezTo>
                  <a:cubicBezTo>
                    <a:pt x="185" y="1001"/>
                    <a:pt x="169" y="901"/>
                    <a:pt x="157" y="805"/>
                  </a:cubicBezTo>
                  <a:cubicBezTo>
                    <a:pt x="153" y="753"/>
                    <a:pt x="153" y="701"/>
                    <a:pt x="153" y="649"/>
                  </a:cubicBezTo>
                  <a:cubicBezTo>
                    <a:pt x="153" y="601"/>
                    <a:pt x="157" y="549"/>
                    <a:pt x="161" y="501"/>
                  </a:cubicBezTo>
                  <a:cubicBezTo>
                    <a:pt x="165" y="453"/>
                    <a:pt x="165" y="405"/>
                    <a:pt x="161" y="357"/>
                  </a:cubicBezTo>
                  <a:cubicBezTo>
                    <a:pt x="157" y="313"/>
                    <a:pt x="149" y="269"/>
                    <a:pt x="137" y="229"/>
                  </a:cubicBezTo>
                  <a:cubicBezTo>
                    <a:pt x="117" y="165"/>
                    <a:pt x="89" y="109"/>
                    <a:pt x="53" y="57"/>
                  </a:cubicBezTo>
                  <a:cubicBezTo>
                    <a:pt x="37" y="37"/>
                    <a:pt x="21" y="17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1"/>
            <p:cNvSpPr/>
            <p:nvPr/>
          </p:nvSpPr>
          <p:spPr>
            <a:xfrm>
              <a:off x="1595570" y="1849464"/>
              <a:ext cx="179813" cy="385582"/>
            </a:xfrm>
            <a:custGeom>
              <a:avLst/>
              <a:gdLst/>
              <a:ahLst/>
              <a:cxnLst/>
              <a:rect l="l" t="t" r="r" b="b"/>
              <a:pathLst>
                <a:path w="769" h="1649" extrusionOk="0">
                  <a:moveTo>
                    <a:pt x="1" y="1"/>
                  </a:moveTo>
                  <a:cubicBezTo>
                    <a:pt x="1" y="1"/>
                    <a:pt x="1" y="5"/>
                    <a:pt x="5" y="21"/>
                  </a:cubicBezTo>
                  <a:cubicBezTo>
                    <a:pt x="9" y="33"/>
                    <a:pt x="17" y="53"/>
                    <a:pt x="25" y="77"/>
                  </a:cubicBezTo>
                  <a:cubicBezTo>
                    <a:pt x="33" y="101"/>
                    <a:pt x="41" y="129"/>
                    <a:pt x="53" y="165"/>
                  </a:cubicBezTo>
                  <a:lnTo>
                    <a:pt x="85" y="277"/>
                  </a:lnTo>
                  <a:cubicBezTo>
                    <a:pt x="97" y="317"/>
                    <a:pt x="109" y="361"/>
                    <a:pt x="121" y="413"/>
                  </a:cubicBezTo>
                  <a:cubicBezTo>
                    <a:pt x="137" y="461"/>
                    <a:pt x="153" y="513"/>
                    <a:pt x="169" y="561"/>
                  </a:cubicBezTo>
                  <a:cubicBezTo>
                    <a:pt x="185" y="617"/>
                    <a:pt x="201" y="669"/>
                    <a:pt x="213" y="725"/>
                  </a:cubicBezTo>
                  <a:cubicBezTo>
                    <a:pt x="225" y="781"/>
                    <a:pt x="233" y="841"/>
                    <a:pt x="245" y="897"/>
                  </a:cubicBezTo>
                  <a:cubicBezTo>
                    <a:pt x="253" y="957"/>
                    <a:pt x="269" y="1013"/>
                    <a:pt x="285" y="1069"/>
                  </a:cubicBezTo>
                  <a:cubicBezTo>
                    <a:pt x="301" y="1125"/>
                    <a:pt x="321" y="1177"/>
                    <a:pt x="345" y="1233"/>
                  </a:cubicBezTo>
                  <a:cubicBezTo>
                    <a:pt x="385" y="1325"/>
                    <a:pt x="445" y="1413"/>
                    <a:pt x="517" y="1485"/>
                  </a:cubicBezTo>
                  <a:lnTo>
                    <a:pt x="565" y="1533"/>
                  </a:lnTo>
                  <a:cubicBezTo>
                    <a:pt x="577" y="1545"/>
                    <a:pt x="597" y="1557"/>
                    <a:pt x="609" y="1569"/>
                  </a:cubicBezTo>
                  <a:cubicBezTo>
                    <a:pt x="637" y="1585"/>
                    <a:pt x="661" y="1601"/>
                    <a:pt x="693" y="1617"/>
                  </a:cubicBezTo>
                  <a:cubicBezTo>
                    <a:pt x="709" y="1625"/>
                    <a:pt x="729" y="1633"/>
                    <a:pt x="745" y="1641"/>
                  </a:cubicBezTo>
                  <a:lnTo>
                    <a:pt x="765" y="1649"/>
                  </a:lnTo>
                  <a:lnTo>
                    <a:pt x="769" y="1641"/>
                  </a:lnTo>
                  <a:lnTo>
                    <a:pt x="753" y="1629"/>
                  </a:lnTo>
                  <a:cubicBezTo>
                    <a:pt x="737" y="1617"/>
                    <a:pt x="721" y="1605"/>
                    <a:pt x="705" y="1593"/>
                  </a:cubicBezTo>
                  <a:cubicBezTo>
                    <a:pt x="689" y="1577"/>
                    <a:pt x="661" y="1561"/>
                    <a:pt x="637" y="1533"/>
                  </a:cubicBezTo>
                  <a:cubicBezTo>
                    <a:pt x="613" y="1509"/>
                    <a:pt x="589" y="1481"/>
                    <a:pt x="561" y="1449"/>
                  </a:cubicBezTo>
                  <a:cubicBezTo>
                    <a:pt x="533" y="1413"/>
                    <a:pt x="509" y="1373"/>
                    <a:pt x="485" y="1337"/>
                  </a:cubicBezTo>
                  <a:cubicBezTo>
                    <a:pt x="461" y="1293"/>
                    <a:pt x="433" y="1253"/>
                    <a:pt x="409" y="1201"/>
                  </a:cubicBezTo>
                  <a:cubicBezTo>
                    <a:pt x="361" y="1101"/>
                    <a:pt x="317" y="997"/>
                    <a:pt x="281" y="889"/>
                  </a:cubicBezTo>
                  <a:cubicBezTo>
                    <a:pt x="241" y="781"/>
                    <a:pt x="217" y="669"/>
                    <a:pt x="205" y="557"/>
                  </a:cubicBezTo>
                  <a:cubicBezTo>
                    <a:pt x="197" y="497"/>
                    <a:pt x="193" y="449"/>
                    <a:pt x="181" y="397"/>
                  </a:cubicBezTo>
                  <a:cubicBezTo>
                    <a:pt x="169" y="353"/>
                    <a:pt x="157" y="305"/>
                    <a:pt x="141" y="261"/>
                  </a:cubicBezTo>
                  <a:cubicBezTo>
                    <a:pt x="117" y="193"/>
                    <a:pt x="89" y="129"/>
                    <a:pt x="53" y="65"/>
                  </a:cubicBezTo>
                  <a:cubicBezTo>
                    <a:pt x="37" y="41"/>
                    <a:pt x="21" y="21"/>
                    <a:pt x="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1"/>
            <p:cNvSpPr/>
            <p:nvPr/>
          </p:nvSpPr>
          <p:spPr>
            <a:xfrm>
              <a:off x="1764862" y="1681106"/>
              <a:ext cx="44193" cy="123695"/>
            </a:xfrm>
            <a:custGeom>
              <a:avLst/>
              <a:gdLst/>
              <a:ahLst/>
              <a:cxnLst/>
              <a:rect l="l" t="t" r="r" b="b"/>
              <a:pathLst>
                <a:path w="189" h="529" extrusionOk="0">
                  <a:moveTo>
                    <a:pt x="5" y="1"/>
                  </a:moveTo>
                  <a:lnTo>
                    <a:pt x="1" y="9"/>
                  </a:lnTo>
                  <a:cubicBezTo>
                    <a:pt x="1" y="17"/>
                    <a:pt x="1" y="29"/>
                    <a:pt x="5" y="37"/>
                  </a:cubicBezTo>
                  <a:cubicBezTo>
                    <a:pt x="9" y="57"/>
                    <a:pt x="13" y="77"/>
                    <a:pt x="21" y="97"/>
                  </a:cubicBezTo>
                  <a:cubicBezTo>
                    <a:pt x="25" y="109"/>
                    <a:pt x="33" y="121"/>
                    <a:pt x="41" y="133"/>
                  </a:cubicBezTo>
                  <a:cubicBezTo>
                    <a:pt x="49" y="145"/>
                    <a:pt x="57" y="157"/>
                    <a:pt x="69" y="169"/>
                  </a:cubicBezTo>
                  <a:cubicBezTo>
                    <a:pt x="81" y="181"/>
                    <a:pt x="89" y="197"/>
                    <a:pt x="93" y="213"/>
                  </a:cubicBezTo>
                  <a:cubicBezTo>
                    <a:pt x="97" y="229"/>
                    <a:pt x="101" y="245"/>
                    <a:pt x="101" y="261"/>
                  </a:cubicBezTo>
                  <a:cubicBezTo>
                    <a:pt x="101" y="293"/>
                    <a:pt x="105" y="329"/>
                    <a:pt x="109" y="361"/>
                  </a:cubicBezTo>
                  <a:cubicBezTo>
                    <a:pt x="113" y="389"/>
                    <a:pt x="117" y="417"/>
                    <a:pt x="125" y="445"/>
                  </a:cubicBezTo>
                  <a:cubicBezTo>
                    <a:pt x="133" y="473"/>
                    <a:pt x="145" y="501"/>
                    <a:pt x="157" y="529"/>
                  </a:cubicBezTo>
                  <a:lnTo>
                    <a:pt x="165" y="529"/>
                  </a:lnTo>
                  <a:cubicBezTo>
                    <a:pt x="181" y="485"/>
                    <a:pt x="189" y="441"/>
                    <a:pt x="189" y="397"/>
                  </a:cubicBezTo>
                  <a:cubicBezTo>
                    <a:pt x="185" y="381"/>
                    <a:pt x="185" y="365"/>
                    <a:pt x="181" y="349"/>
                  </a:cubicBezTo>
                  <a:cubicBezTo>
                    <a:pt x="173" y="333"/>
                    <a:pt x="169" y="313"/>
                    <a:pt x="165" y="297"/>
                  </a:cubicBezTo>
                  <a:cubicBezTo>
                    <a:pt x="157" y="281"/>
                    <a:pt x="149" y="265"/>
                    <a:pt x="137" y="249"/>
                  </a:cubicBezTo>
                  <a:cubicBezTo>
                    <a:pt x="129" y="233"/>
                    <a:pt x="121" y="217"/>
                    <a:pt x="113" y="201"/>
                  </a:cubicBezTo>
                  <a:cubicBezTo>
                    <a:pt x="109" y="185"/>
                    <a:pt x="105" y="169"/>
                    <a:pt x="105" y="153"/>
                  </a:cubicBezTo>
                  <a:cubicBezTo>
                    <a:pt x="101" y="133"/>
                    <a:pt x="97" y="117"/>
                    <a:pt x="93" y="101"/>
                  </a:cubicBezTo>
                  <a:cubicBezTo>
                    <a:pt x="89" y="89"/>
                    <a:pt x="81" y="77"/>
                    <a:pt x="73" y="65"/>
                  </a:cubicBezTo>
                  <a:cubicBezTo>
                    <a:pt x="57" y="37"/>
                    <a:pt x="33" y="17"/>
                    <a:pt x="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1"/>
            <p:cNvSpPr/>
            <p:nvPr/>
          </p:nvSpPr>
          <p:spPr>
            <a:xfrm>
              <a:off x="1752703" y="2316190"/>
              <a:ext cx="683010" cy="466018"/>
            </a:xfrm>
            <a:custGeom>
              <a:avLst/>
              <a:gdLst/>
              <a:ahLst/>
              <a:cxnLst/>
              <a:rect l="l" t="t" r="r" b="b"/>
              <a:pathLst>
                <a:path w="2921" h="1993" extrusionOk="0">
                  <a:moveTo>
                    <a:pt x="2397" y="1637"/>
                  </a:moveTo>
                  <a:cubicBezTo>
                    <a:pt x="2397" y="1637"/>
                    <a:pt x="2398" y="1637"/>
                    <a:pt x="2398" y="1637"/>
                  </a:cubicBezTo>
                  <a:cubicBezTo>
                    <a:pt x="2398" y="1637"/>
                    <a:pt x="2398" y="1637"/>
                    <a:pt x="2398" y="1637"/>
                  </a:cubicBezTo>
                  <a:lnTo>
                    <a:pt x="2398" y="1637"/>
                  </a:lnTo>
                  <a:cubicBezTo>
                    <a:pt x="2398" y="1638"/>
                    <a:pt x="2398" y="1639"/>
                    <a:pt x="2399" y="1640"/>
                  </a:cubicBezTo>
                  <a:lnTo>
                    <a:pt x="2399" y="1640"/>
                  </a:lnTo>
                  <a:lnTo>
                    <a:pt x="2397" y="1637"/>
                  </a:lnTo>
                  <a:close/>
                  <a:moveTo>
                    <a:pt x="2005" y="1825"/>
                  </a:moveTo>
                  <a:cubicBezTo>
                    <a:pt x="2005" y="1827"/>
                    <a:pt x="2004" y="1828"/>
                    <a:pt x="2003" y="1828"/>
                  </a:cubicBezTo>
                  <a:lnTo>
                    <a:pt x="2003" y="1828"/>
                  </a:lnTo>
                  <a:cubicBezTo>
                    <a:pt x="2004" y="1827"/>
                    <a:pt x="2005" y="1825"/>
                    <a:pt x="2005" y="1825"/>
                  </a:cubicBezTo>
                  <a:close/>
                  <a:moveTo>
                    <a:pt x="249" y="1"/>
                  </a:moveTo>
                  <a:cubicBezTo>
                    <a:pt x="205" y="1"/>
                    <a:pt x="165" y="9"/>
                    <a:pt x="129" y="21"/>
                  </a:cubicBezTo>
                  <a:cubicBezTo>
                    <a:pt x="109" y="29"/>
                    <a:pt x="89" y="37"/>
                    <a:pt x="73" y="49"/>
                  </a:cubicBezTo>
                  <a:cubicBezTo>
                    <a:pt x="53" y="57"/>
                    <a:pt x="37" y="69"/>
                    <a:pt x="21" y="81"/>
                  </a:cubicBezTo>
                  <a:lnTo>
                    <a:pt x="1" y="97"/>
                  </a:lnTo>
                  <a:lnTo>
                    <a:pt x="9" y="129"/>
                  </a:lnTo>
                  <a:cubicBezTo>
                    <a:pt x="25" y="169"/>
                    <a:pt x="41" y="205"/>
                    <a:pt x="57" y="241"/>
                  </a:cubicBezTo>
                  <a:cubicBezTo>
                    <a:pt x="73" y="281"/>
                    <a:pt x="93" y="317"/>
                    <a:pt x="113" y="353"/>
                  </a:cubicBezTo>
                  <a:cubicBezTo>
                    <a:pt x="133" y="389"/>
                    <a:pt x="157" y="421"/>
                    <a:pt x="181" y="457"/>
                  </a:cubicBezTo>
                  <a:cubicBezTo>
                    <a:pt x="193" y="473"/>
                    <a:pt x="205" y="485"/>
                    <a:pt x="221" y="505"/>
                  </a:cubicBezTo>
                  <a:lnTo>
                    <a:pt x="241" y="525"/>
                  </a:lnTo>
                  <a:cubicBezTo>
                    <a:pt x="249" y="533"/>
                    <a:pt x="261" y="541"/>
                    <a:pt x="269" y="549"/>
                  </a:cubicBezTo>
                  <a:cubicBezTo>
                    <a:pt x="289" y="565"/>
                    <a:pt x="309" y="577"/>
                    <a:pt x="329" y="589"/>
                  </a:cubicBezTo>
                  <a:cubicBezTo>
                    <a:pt x="345" y="601"/>
                    <a:pt x="365" y="609"/>
                    <a:pt x="385" y="617"/>
                  </a:cubicBezTo>
                  <a:cubicBezTo>
                    <a:pt x="421" y="637"/>
                    <a:pt x="461" y="649"/>
                    <a:pt x="501" y="661"/>
                  </a:cubicBezTo>
                  <a:cubicBezTo>
                    <a:pt x="541" y="673"/>
                    <a:pt x="581" y="685"/>
                    <a:pt x="621" y="693"/>
                  </a:cubicBezTo>
                  <a:lnTo>
                    <a:pt x="625" y="694"/>
                  </a:lnTo>
                  <a:lnTo>
                    <a:pt x="625" y="694"/>
                  </a:lnTo>
                  <a:cubicBezTo>
                    <a:pt x="606" y="711"/>
                    <a:pt x="588" y="730"/>
                    <a:pt x="569" y="749"/>
                  </a:cubicBezTo>
                  <a:cubicBezTo>
                    <a:pt x="545" y="773"/>
                    <a:pt x="525" y="797"/>
                    <a:pt x="509" y="825"/>
                  </a:cubicBezTo>
                  <a:cubicBezTo>
                    <a:pt x="497" y="841"/>
                    <a:pt x="489" y="853"/>
                    <a:pt x="481" y="869"/>
                  </a:cubicBezTo>
                  <a:cubicBezTo>
                    <a:pt x="477" y="877"/>
                    <a:pt x="473" y="885"/>
                    <a:pt x="469" y="893"/>
                  </a:cubicBezTo>
                  <a:lnTo>
                    <a:pt x="461" y="925"/>
                  </a:lnTo>
                  <a:cubicBezTo>
                    <a:pt x="457" y="941"/>
                    <a:pt x="457" y="961"/>
                    <a:pt x="457" y="977"/>
                  </a:cubicBezTo>
                  <a:cubicBezTo>
                    <a:pt x="457" y="993"/>
                    <a:pt x="457" y="1009"/>
                    <a:pt x="461" y="1025"/>
                  </a:cubicBezTo>
                  <a:cubicBezTo>
                    <a:pt x="461" y="1061"/>
                    <a:pt x="469" y="1093"/>
                    <a:pt x="477" y="1121"/>
                  </a:cubicBezTo>
                  <a:cubicBezTo>
                    <a:pt x="497" y="1185"/>
                    <a:pt x="517" y="1241"/>
                    <a:pt x="545" y="1301"/>
                  </a:cubicBezTo>
                  <a:lnTo>
                    <a:pt x="545" y="1305"/>
                  </a:lnTo>
                  <a:lnTo>
                    <a:pt x="549" y="1305"/>
                  </a:lnTo>
                  <a:cubicBezTo>
                    <a:pt x="581" y="1329"/>
                    <a:pt x="617" y="1353"/>
                    <a:pt x="657" y="1373"/>
                  </a:cubicBezTo>
                  <a:cubicBezTo>
                    <a:pt x="693" y="1389"/>
                    <a:pt x="733" y="1405"/>
                    <a:pt x="773" y="1417"/>
                  </a:cubicBezTo>
                  <a:cubicBezTo>
                    <a:pt x="813" y="1433"/>
                    <a:pt x="853" y="1441"/>
                    <a:pt x="897" y="1441"/>
                  </a:cubicBezTo>
                  <a:cubicBezTo>
                    <a:pt x="907" y="1443"/>
                    <a:pt x="918" y="1444"/>
                    <a:pt x="929" y="1444"/>
                  </a:cubicBezTo>
                  <a:cubicBezTo>
                    <a:pt x="940" y="1444"/>
                    <a:pt x="951" y="1443"/>
                    <a:pt x="961" y="1441"/>
                  </a:cubicBezTo>
                  <a:cubicBezTo>
                    <a:pt x="981" y="1441"/>
                    <a:pt x="1005" y="1433"/>
                    <a:pt x="1025" y="1429"/>
                  </a:cubicBezTo>
                  <a:cubicBezTo>
                    <a:pt x="1065" y="1417"/>
                    <a:pt x="1105" y="1397"/>
                    <a:pt x="1141" y="1373"/>
                  </a:cubicBezTo>
                  <a:cubicBezTo>
                    <a:pt x="1177" y="1349"/>
                    <a:pt x="1209" y="1325"/>
                    <a:pt x="1241" y="1297"/>
                  </a:cubicBezTo>
                  <a:cubicBezTo>
                    <a:pt x="1273" y="1273"/>
                    <a:pt x="1301" y="1249"/>
                    <a:pt x="1337" y="1225"/>
                  </a:cubicBezTo>
                  <a:cubicBezTo>
                    <a:pt x="1349" y="1217"/>
                    <a:pt x="1365" y="1209"/>
                    <a:pt x="1381" y="1205"/>
                  </a:cubicBezTo>
                  <a:cubicBezTo>
                    <a:pt x="1387" y="1203"/>
                    <a:pt x="1394" y="1200"/>
                    <a:pt x="1402" y="1199"/>
                  </a:cubicBezTo>
                  <a:lnTo>
                    <a:pt x="1402" y="1199"/>
                  </a:lnTo>
                  <a:cubicBezTo>
                    <a:pt x="1420" y="1221"/>
                    <a:pt x="1440" y="1244"/>
                    <a:pt x="1457" y="1265"/>
                  </a:cubicBezTo>
                  <a:cubicBezTo>
                    <a:pt x="1477" y="1293"/>
                    <a:pt x="1497" y="1321"/>
                    <a:pt x="1509" y="1353"/>
                  </a:cubicBezTo>
                  <a:cubicBezTo>
                    <a:pt x="1517" y="1365"/>
                    <a:pt x="1525" y="1381"/>
                    <a:pt x="1529" y="1393"/>
                  </a:cubicBezTo>
                  <a:cubicBezTo>
                    <a:pt x="1533" y="1409"/>
                    <a:pt x="1541" y="1429"/>
                    <a:pt x="1541" y="1445"/>
                  </a:cubicBezTo>
                  <a:lnTo>
                    <a:pt x="1569" y="1553"/>
                  </a:lnTo>
                  <a:cubicBezTo>
                    <a:pt x="1589" y="1629"/>
                    <a:pt x="1617" y="1701"/>
                    <a:pt x="1653" y="1773"/>
                  </a:cubicBezTo>
                  <a:cubicBezTo>
                    <a:pt x="1669" y="1809"/>
                    <a:pt x="1693" y="1845"/>
                    <a:pt x="1721" y="1877"/>
                  </a:cubicBezTo>
                  <a:cubicBezTo>
                    <a:pt x="1745" y="1909"/>
                    <a:pt x="1777" y="1937"/>
                    <a:pt x="1809" y="1965"/>
                  </a:cubicBezTo>
                  <a:lnTo>
                    <a:pt x="1817" y="1973"/>
                  </a:lnTo>
                  <a:lnTo>
                    <a:pt x="1833" y="1977"/>
                  </a:lnTo>
                  <a:cubicBezTo>
                    <a:pt x="1849" y="1981"/>
                    <a:pt x="1865" y="1985"/>
                    <a:pt x="1881" y="1989"/>
                  </a:cubicBezTo>
                  <a:cubicBezTo>
                    <a:pt x="1897" y="1989"/>
                    <a:pt x="1913" y="1993"/>
                    <a:pt x="1933" y="1993"/>
                  </a:cubicBezTo>
                  <a:cubicBezTo>
                    <a:pt x="1969" y="1993"/>
                    <a:pt x="2005" y="1989"/>
                    <a:pt x="2037" y="1977"/>
                  </a:cubicBezTo>
                  <a:cubicBezTo>
                    <a:pt x="2057" y="1969"/>
                    <a:pt x="2077" y="1957"/>
                    <a:pt x="2093" y="1941"/>
                  </a:cubicBezTo>
                  <a:cubicBezTo>
                    <a:pt x="2101" y="1933"/>
                    <a:pt x="2109" y="1925"/>
                    <a:pt x="2117" y="1917"/>
                  </a:cubicBezTo>
                  <a:lnTo>
                    <a:pt x="2125" y="1905"/>
                  </a:lnTo>
                  <a:lnTo>
                    <a:pt x="2129" y="1897"/>
                  </a:lnTo>
                  <a:lnTo>
                    <a:pt x="2133" y="1889"/>
                  </a:lnTo>
                  <a:lnTo>
                    <a:pt x="2141" y="1869"/>
                  </a:lnTo>
                  <a:lnTo>
                    <a:pt x="2149" y="1841"/>
                  </a:lnTo>
                  <a:cubicBezTo>
                    <a:pt x="2153" y="1825"/>
                    <a:pt x="2157" y="1809"/>
                    <a:pt x="2157" y="1789"/>
                  </a:cubicBezTo>
                  <a:cubicBezTo>
                    <a:pt x="2161" y="1733"/>
                    <a:pt x="2161" y="1677"/>
                    <a:pt x="2157" y="1621"/>
                  </a:cubicBezTo>
                  <a:cubicBezTo>
                    <a:pt x="2156" y="1607"/>
                    <a:pt x="2155" y="1593"/>
                    <a:pt x="2153" y="1580"/>
                  </a:cubicBezTo>
                  <a:lnTo>
                    <a:pt x="2153" y="1580"/>
                  </a:lnTo>
                  <a:cubicBezTo>
                    <a:pt x="2178" y="1593"/>
                    <a:pt x="2205" y="1608"/>
                    <a:pt x="2229" y="1625"/>
                  </a:cubicBezTo>
                  <a:cubicBezTo>
                    <a:pt x="2241" y="1633"/>
                    <a:pt x="2253" y="1645"/>
                    <a:pt x="2265" y="1653"/>
                  </a:cubicBezTo>
                  <a:cubicBezTo>
                    <a:pt x="2273" y="1665"/>
                    <a:pt x="2281" y="1673"/>
                    <a:pt x="2289" y="1685"/>
                  </a:cubicBezTo>
                  <a:lnTo>
                    <a:pt x="2289" y="1689"/>
                  </a:lnTo>
                  <a:lnTo>
                    <a:pt x="2297" y="1697"/>
                  </a:lnTo>
                  <a:lnTo>
                    <a:pt x="2305" y="1709"/>
                  </a:lnTo>
                  <a:lnTo>
                    <a:pt x="2309" y="1717"/>
                  </a:lnTo>
                  <a:lnTo>
                    <a:pt x="2317" y="1725"/>
                  </a:lnTo>
                  <a:cubicBezTo>
                    <a:pt x="2325" y="1733"/>
                    <a:pt x="2329" y="1737"/>
                    <a:pt x="2337" y="1741"/>
                  </a:cubicBezTo>
                  <a:cubicBezTo>
                    <a:pt x="2341" y="1749"/>
                    <a:pt x="2349" y="1753"/>
                    <a:pt x="2357" y="1757"/>
                  </a:cubicBezTo>
                  <a:lnTo>
                    <a:pt x="2369" y="1765"/>
                  </a:lnTo>
                  <a:cubicBezTo>
                    <a:pt x="2381" y="1769"/>
                    <a:pt x="2389" y="1773"/>
                    <a:pt x="2401" y="1777"/>
                  </a:cubicBezTo>
                  <a:cubicBezTo>
                    <a:pt x="2441" y="1789"/>
                    <a:pt x="2481" y="1801"/>
                    <a:pt x="2521" y="1809"/>
                  </a:cubicBezTo>
                  <a:cubicBezTo>
                    <a:pt x="2561" y="1813"/>
                    <a:pt x="2597" y="1821"/>
                    <a:pt x="2637" y="1825"/>
                  </a:cubicBezTo>
                  <a:cubicBezTo>
                    <a:pt x="2717" y="1829"/>
                    <a:pt x="2793" y="1837"/>
                    <a:pt x="2869" y="1837"/>
                  </a:cubicBezTo>
                  <a:lnTo>
                    <a:pt x="2921" y="1837"/>
                  </a:lnTo>
                  <a:lnTo>
                    <a:pt x="2901" y="1793"/>
                  </a:lnTo>
                  <a:cubicBezTo>
                    <a:pt x="2881" y="1749"/>
                    <a:pt x="2853" y="1705"/>
                    <a:pt x="2825" y="1665"/>
                  </a:cubicBezTo>
                  <a:cubicBezTo>
                    <a:pt x="2797" y="1625"/>
                    <a:pt x="2757" y="1589"/>
                    <a:pt x="2713" y="1565"/>
                  </a:cubicBezTo>
                  <a:lnTo>
                    <a:pt x="2709" y="1577"/>
                  </a:lnTo>
                  <a:cubicBezTo>
                    <a:pt x="2741" y="1609"/>
                    <a:pt x="2773" y="1645"/>
                    <a:pt x="2793" y="1685"/>
                  </a:cubicBezTo>
                  <a:cubicBezTo>
                    <a:pt x="2805" y="1712"/>
                    <a:pt x="2816" y="1740"/>
                    <a:pt x="2826" y="1767"/>
                  </a:cubicBezTo>
                  <a:lnTo>
                    <a:pt x="2826" y="1767"/>
                  </a:lnTo>
                  <a:cubicBezTo>
                    <a:pt x="2767" y="1759"/>
                    <a:pt x="2705" y="1749"/>
                    <a:pt x="2649" y="1737"/>
                  </a:cubicBezTo>
                  <a:cubicBezTo>
                    <a:pt x="2613" y="1729"/>
                    <a:pt x="2577" y="1721"/>
                    <a:pt x="2541" y="1713"/>
                  </a:cubicBezTo>
                  <a:cubicBezTo>
                    <a:pt x="2509" y="1701"/>
                    <a:pt x="2473" y="1689"/>
                    <a:pt x="2441" y="1677"/>
                  </a:cubicBezTo>
                  <a:cubicBezTo>
                    <a:pt x="2437" y="1673"/>
                    <a:pt x="2429" y="1669"/>
                    <a:pt x="2421" y="1665"/>
                  </a:cubicBezTo>
                  <a:cubicBezTo>
                    <a:pt x="2417" y="1661"/>
                    <a:pt x="2409" y="1653"/>
                    <a:pt x="2409" y="1653"/>
                  </a:cubicBezTo>
                  <a:lnTo>
                    <a:pt x="2405" y="1649"/>
                  </a:lnTo>
                  <a:lnTo>
                    <a:pt x="2401" y="1643"/>
                  </a:lnTo>
                  <a:lnTo>
                    <a:pt x="2401" y="1641"/>
                  </a:lnTo>
                  <a:lnTo>
                    <a:pt x="2397" y="1633"/>
                  </a:lnTo>
                  <a:cubicBezTo>
                    <a:pt x="2389" y="1609"/>
                    <a:pt x="2373" y="1589"/>
                    <a:pt x="2357" y="1569"/>
                  </a:cubicBezTo>
                  <a:cubicBezTo>
                    <a:pt x="2341" y="1553"/>
                    <a:pt x="2325" y="1537"/>
                    <a:pt x="2305" y="1525"/>
                  </a:cubicBezTo>
                  <a:cubicBezTo>
                    <a:pt x="2273" y="1497"/>
                    <a:pt x="2237" y="1477"/>
                    <a:pt x="2201" y="1457"/>
                  </a:cubicBezTo>
                  <a:cubicBezTo>
                    <a:pt x="2165" y="1437"/>
                    <a:pt x="2129" y="1421"/>
                    <a:pt x="2089" y="1405"/>
                  </a:cubicBezTo>
                  <a:lnTo>
                    <a:pt x="1981" y="1361"/>
                  </a:lnTo>
                  <a:lnTo>
                    <a:pt x="1997" y="1485"/>
                  </a:lnTo>
                  <a:cubicBezTo>
                    <a:pt x="2005" y="1533"/>
                    <a:pt x="2013" y="1585"/>
                    <a:pt x="2013" y="1633"/>
                  </a:cubicBezTo>
                  <a:cubicBezTo>
                    <a:pt x="2017" y="1681"/>
                    <a:pt x="2017" y="1729"/>
                    <a:pt x="2013" y="1777"/>
                  </a:cubicBezTo>
                  <a:cubicBezTo>
                    <a:pt x="2013" y="1785"/>
                    <a:pt x="2013" y="1797"/>
                    <a:pt x="2009" y="1805"/>
                  </a:cubicBezTo>
                  <a:cubicBezTo>
                    <a:pt x="2009" y="1809"/>
                    <a:pt x="2009" y="1809"/>
                    <a:pt x="2009" y="1813"/>
                  </a:cubicBezTo>
                  <a:lnTo>
                    <a:pt x="2001" y="1829"/>
                  </a:lnTo>
                  <a:cubicBezTo>
                    <a:pt x="1997" y="1833"/>
                    <a:pt x="1993" y="1837"/>
                    <a:pt x="1989" y="1837"/>
                  </a:cubicBezTo>
                  <a:cubicBezTo>
                    <a:pt x="1973" y="1845"/>
                    <a:pt x="1957" y="1845"/>
                    <a:pt x="1941" y="1845"/>
                  </a:cubicBezTo>
                  <a:lnTo>
                    <a:pt x="1913" y="1845"/>
                  </a:lnTo>
                  <a:cubicBezTo>
                    <a:pt x="1908" y="1845"/>
                    <a:pt x="1901" y="1843"/>
                    <a:pt x="1895" y="1842"/>
                  </a:cubicBezTo>
                  <a:lnTo>
                    <a:pt x="1895" y="1842"/>
                  </a:lnTo>
                  <a:cubicBezTo>
                    <a:pt x="1874" y="1827"/>
                    <a:pt x="1854" y="1810"/>
                    <a:pt x="1837" y="1789"/>
                  </a:cubicBezTo>
                  <a:cubicBezTo>
                    <a:pt x="1817" y="1765"/>
                    <a:pt x="1797" y="1737"/>
                    <a:pt x="1781" y="1709"/>
                  </a:cubicBezTo>
                  <a:cubicBezTo>
                    <a:pt x="1745" y="1649"/>
                    <a:pt x="1721" y="1585"/>
                    <a:pt x="1701" y="1517"/>
                  </a:cubicBezTo>
                  <a:lnTo>
                    <a:pt x="1669" y="1413"/>
                  </a:lnTo>
                  <a:cubicBezTo>
                    <a:pt x="1665" y="1393"/>
                    <a:pt x="1657" y="1373"/>
                    <a:pt x="1649" y="1357"/>
                  </a:cubicBezTo>
                  <a:cubicBezTo>
                    <a:pt x="1641" y="1337"/>
                    <a:pt x="1633" y="1317"/>
                    <a:pt x="1621" y="1297"/>
                  </a:cubicBezTo>
                  <a:cubicBezTo>
                    <a:pt x="1601" y="1265"/>
                    <a:pt x="1577" y="1233"/>
                    <a:pt x="1549" y="1201"/>
                  </a:cubicBezTo>
                  <a:cubicBezTo>
                    <a:pt x="1525" y="1173"/>
                    <a:pt x="1497" y="1145"/>
                    <a:pt x="1465" y="1121"/>
                  </a:cubicBezTo>
                  <a:lnTo>
                    <a:pt x="1453" y="1109"/>
                  </a:lnTo>
                  <a:lnTo>
                    <a:pt x="1437" y="1109"/>
                  </a:lnTo>
                  <a:cubicBezTo>
                    <a:pt x="1432" y="1108"/>
                    <a:pt x="1427" y="1108"/>
                    <a:pt x="1422" y="1108"/>
                  </a:cubicBezTo>
                  <a:cubicBezTo>
                    <a:pt x="1399" y="1108"/>
                    <a:pt x="1376" y="1115"/>
                    <a:pt x="1357" y="1125"/>
                  </a:cubicBezTo>
                  <a:cubicBezTo>
                    <a:pt x="1337" y="1133"/>
                    <a:pt x="1317" y="1145"/>
                    <a:pt x="1297" y="1161"/>
                  </a:cubicBezTo>
                  <a:cubicBezTo>
                    <a:pt x="1265" y="1189"/>
                    <a:pt x="1233" y="1217"/>
                    <a:pt x="1205" y="1245"/>
                  </a:cubicBezTo>
                  <a:cubicBezTo>
                    <a:pt x="1177" y="1273"/>
                    <a:pt x="1149" y="1301"/>
                    <a:pt x="1117" y="1325"/>
                  </a:cubicBezTo>
                  <a:cubicBezTo>
                    <a:pt x="1089" y="1349"/>
                    <a:pt x="1057" y="1369"/>
                    <a:pt x="1021" y="1381"/>
                  </a:cubicBezTo>
                  <a:cubicBezTo>
                    <a:pt x="1001" y="1389"/>
                    <a:pt x="985" y="1393"/>
                    <a:pt x="965" y="1397"/>
                  </a:cubicBezTo>
                  <a:cubicBezTo>
                    <a:pt x="945" y="1401"/>
                    <a:pt x="929" y="1401"/>
                    <a:pt x="909" y="1401"/>
                  </a:cubicBezTo>
                  <a:cubicBezTo>
                    <a:pt x="869" y="1401"/>
                    <a:pt x="833" y="1393"/>
                    <a:pt x="793" y="1381"/>
                  </a:cubicBezTo>
                  <a:cubicBezTo>
                    <a:pt x="757" y="1373"/>
                    <a:pt x="721" y="1357"/>
                    <a:pt x="685" y="1337"/>
                  </a:cubicBezTo>
                  <a:cubicBezTo>
                    <a:pt x="655" y="1322"/>
                    <a:pt x="625" y="1300"/>
                    <a:pt x="595" y="1278"/>
                  </a:cubicBezTo>
                  <a:lnTo>
                    <a:pt x="595" y="1278"/>
                  </a:lnTo>
                  <a:cubicBezTo>
                    <a:pt x="572" y="1223"/>
                    <a:pt x="556" y="1168"/>
                    <a:pt x="545" y="1109"/>
                  </a:cubicBezTo>
                  <a:cubicBezTo>
                    <a:pt x="541" y="1081"/>
                    <a:pt x="537" y="1053"/>
                    <a:pt x="537" y="1025"/>
                  </a:cubicBezTo>
                  <a:cubicBezTo>
                    <a:pt x="537" y="1009"/>
                    <a:pt x="537" y="997"/>
                    <a:pt x="537" y="981"/>
                  </a:cubicBezTo>
                  <a:cubicBezTo>
                    <a:pt x="541" y="969"/>
                    <a:pt x="541" y="957"/>
                    <a:pt x="545" y="945"/>
                  </a:cubicBezTo>
                  <a:cubicBezTo>
                    <a:pt x="549" y="941"/>
                    <a:pt x="549" y="937"/>
                    <a:pt x="549" y="933"/>
                  </a:cubicBezTo>
                  <a:cubicBezTo>
                    <a:pt x="553" y="929"/>
                    <a:pt x="557" y="917"/>
                    <a:pt x="561" y="913"/>
                  </a:cubicBezTo>
                  <a:cubicBezTo>
                    <a:pt x="565" y="909"/>
                    <a:pt x="577" y="893"/>
                    <a:pt x="585" y="881"/>
                  </a:cubicBezTo>
                  <a:cubicBezTo>
                    <a:pt x="605" y="861"/>
                    <a:pt x="625" y="841"/>
                    <a:pt x="645" y="821"/>
                  </a:cubicBezTo>
                  <a:cubicBezTo>
                    <a:pt x="669" y="805"/>
                    <a:pt x="689" y="785"/>
                    <a:pt x="713" y="769"/>
                  </a:cubicBezTo>
                  <a:cubicBezTo>
                    <a:pt x="737" y="753"/>
                    <a:pt x="761" y="737"/>
                    <a:pt x="785" y="725"/>
                  </a:cubicBezTo>
                  <a:lnTo>
                    <a:pt x="877" y="673"/>
                  </a:lnTo>
                  <a:lnTo>
                    <a:pt x="785" y="625"/>
                  </a:lnTo>
                  <a:cubicBezTo>
                    <a:pt x="761" y="613"/>
                    <a:pt x="741" y="605"/>
                    <a:pt x="717" y="597"/>
                  </a:cubicBezTo>
                  <a:lnTo>
                    <a:pt x="657" y="581"/>
                  </a:lnTo>
                  <a:cubicBezTo>
                    <a:pt x="621" y="573"/>
                    <a:pt x="581" y="561"/>
                    <a:pt x="545" y="549"/>
                  </a:cubicBezTo>
                  <a:cubicBezTo>
                    <a:pt x="509" y="541"/>
                    <a:pt x="477" y="529"/>
                    <a:pt x="441" y="513"/>
                  </a:cubicBezTo>
                  <a:cubicBezTo>
                    <a:pt x="425" y="509"/>
                    <a:pt x="409" y="501"/>
                    <a:pt x="393" y="489"/>
                  </a:cubicBezTo>
                  <a:cubicBezTo>
                    <a:pt x="377" y="485"/>
                    <a:pt x="361" y="473"/>
                    <a:pt x="349" y="465"/>
                  </a:cubicBezTo>
                  <a:lnTo>
                    <a:pt x="329" y="449"/>
                  </a:lnTo>
                  <a:lnTo>
                    <a:pt x="309" y="429"/>
                  </a:lnTo>
                  <a:cubicBezTo>
                    <a:pt x="301" y="421"/>
                    <a:pt x="285" y="405"/>
                    <a:pt x="273" y="393"/>
                  </a:cubicBezTo>
                  <a:cubicBezTo>
                    <a:pt x="249" y="361"/>
                    <a:pt x="229" y="333"/>
                    <a:pt x="209" y="301"/>
                  </a:cubicBezTo>
                  <a:cubicBezTo>
                    <a:pt x="170" y="245"/>
                    <a:pt x="135" y="187"/>
                    <a:pt x="106" y="128"/>
                  </a:cubicBezTo>
                  <a:lnTo>
                    <a:pt x="106" y="128"/>
                  </a:lnTo>
                  <a:cubicBezTo>
                    <a:pt x="111" y="123"/>
                    <a:pt x="116" y="118"/>
                    <a:pt x="121" y="113"/>
                  </a:cubicBezTo>
                  <a:cubicBezTo>
                    <a:pt x="133" y="105"/>
                    <a:pt x="149" y="97"/>
                    <a:pt x="165" y="89"/>
                  </a:cubicBezTo>
                  <a:cubicBezTo>
                    <a:pt x="169" y="85"/>
                    <a:pt x="177" y="81"/>
                    <a:pt x="185" y="77"/>
                  </a:cubicBezTo>
                  <a:cubicBezTo>
                    <a:pt x="193" y="77"/>
                    <a:pt x="201" y="69"/>
                    <a:pt x="209" y="69"/>
                  </a:cubicBezTo>
                  <a:cubicBezTo>
                    <a:pt x="225" y="65"/>
                    <a:pt x="241" y="61"/>
                    <a:pt x="261" y="57"/>
                  </a:cubicBezTo>
                  <a:cubicBezTo>
                    <a:pt x="282" y="53"/>
                    <a:pt x="305" y="51"/>
                    <a:pt x="328" y="51"/>
                  </a:cubicBezTo>
                  <a:cubicBezTo>
                    <a:pt x="377" y="51"/>
                    <a:pt x="426" y="59"/>
                    <a:pt x="473" y="73"/>
                  </a:cubicBezTo>
                  <a:lnTo>
                    <a:pt x="473" y="57"/>
                  </a:lnTo>
                  <a:cubicBezTo>
                    <a:pt x="437" y="37"/>
                    <a:pt x="401" y="25"/>
                    <a:pt x="365" y="13"/>
                  </a:cubicBezTo>
                  <a:cubicBezTo>
                    <a:pt x="325" y="5"/>
                    <a:pt x="285" y="1"/>
                    <a:pt x="2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1"/>
            <p:cNvSpPr/>
            <p:nvPr/>
          </p:nvSpPr>
          <p:spPr>
            <a:xfrm>
              <a:off x="2341019" y="1674793"/>
              <a:ext cx="223773" cy="422760"/>
            </a:xfrm>
            <a:custGeom>
              <a:avLst/>
              <a:gdLst/>
              <a:ahLst/>
              <a:cxnLst/>
              <a:rect l="l" t="t" r="r" b="b"/>
              <a:pathLst>
                <a:path w="957" h="1808" extrusionOk="0">
                  <a:moveTo>
                    <a:pt x="857" y="1"/>
                  </a:moveTo>
                  <a:cubicBezTo>
                    <a:pt x="846" y="1"/>
                    <a:pt x="835" y="3"/>
                    <a:pt x="825" y="8"/>
                  </a:cubicBezTo>
                  <a:cubicBezTo>
                    <a:pt x="805" y="16"/>
                    <a:pt x="789" y="28"/>
                    <a:pt x="773" y="44"/>
                  </a:cubicBezTo>
                  <a:cubicBezTo>
                    <a:pt x="669" y="124"/>
                    <a:pt x="605" y="248"/>
                    <a:pt x="613" y="384"/>
                  </a:cubicBezTo>
                  <a:cubicBezTo>
                    <a:pt x="609" y="400"/>
                    <a:pt x="609" y="412"/>
                    <a:pt x="609" y="428"/>
                  </a:cubicBezTo>
                  <a:cubicBezTo>
                    <a:pt x="589" y="672"/>
                    <a:pt x="441" y="884"/>
                    <a:pt x="297" y="1088"/>
                  </a:cubicBezTo>
                  <a:lnTo>
                    <a:pt x="261" y="1148"/>
                  </a:lnTo>
                  <a:cubicBezTo>
                    <a:pt x="149" y="1308"/>
                    <a:pt x="41" y="1492"/>
                    <a:pt x="1" y="1684"/>
                  </a:cubicBezTo>
                  <a:cubicBezTo>
                    <a:pt x="5" y="1692"/>
                    <a:pt x="9" y="1696"/>
                    <a:pt x="9" y="1704"/>
                  </a:cubicBezTo>
                  <a:cubicBezTo>
                    <a:pt x="25" y="1740"/>
                    <a:pt x="41" y="1776"/>
                    <a:pt x="61" y="1808"/>
                  </a:cubicBezTo>
                  <a:cubicBezTo>
                    <a:pt x="65" y="1584"/>
                    <a:pt x="189" y="1372"/>
                    <a:pt x="317" y="1184"/>
                  </a:cubicBezTo>
                  <a:lnTo>
                    <a:pt x="357" y="1128"/>
                  </a:lnTo>
                  <a:cubicBezTo>
                    <a:pt x="505" y="916"/>
                    <a:pt x="657" y="696"/>
                    <a:pt x="677" y="432"/>
                  </a:cubicBezTo>
                  <a:cubicBezTo>
                    <a:pt x="681" y="416"/>
                    <a:pt x="681" y="400"/>
                    <a:pt x="681" y="384"/>
                  </a:cubicBezTo>
                  <a:cubicBezTo>
                    <a:pt x="681" y="368"/>
                    <a:pt x="685" y="352"/>
                    <a:pt x="685" y="332"/>
                  </a:cubicBezTo>
                  <a:cubicBezTo>
                    <a:pt x="753" y="320"/>
                    <a:pt x="817" y="292"/>
                    <a:pt x="873" y="248"/>
                  </a:cubicBezTo>
                  <a:cubicBezTo>
                    <a:pt x="921" y="216"/>
                    <a:pt x="949" y="168"/>
                    <a:pt x="957" y="112"/>
                  </a:cubicBezTo>
                  <a:cubicBezTo>
                    <a:pt x="957" y="76"/>
                    <a:pt x="937" y="40"/>
                    <a:pt x="909" y="20"/>
                  </a:cubicBezTo>
                  <a:cubicBezTo>
                    <a:pt x="894" y="7"/>
                    <a:pt x="876" y="1"/>
                    <a:pt x="8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1"/>
            <p:cNvSpPr/>
            <p:nvPr/>
          </p:nvSpPr>
          <p:spPr>
            <a:xfrm>
              <a:off x="2399008" y="1896230"/>
              <a:ext cx="236867" cy="304210"/>
            </a:xfrm>
            <a:custGeom>
              <a:avLst/>
              <a:gdLst/>
              <a:ahLst/>
              <a:cxnLst/>
              <a:rect l="l" t="t" r="r" b="b"/>
              <a:pathLst>
                <a:path w="1013" h="1301" extrusionOk="0">
                  <a:moveTo>
                    <a:pt x="901" y="0"/>
                  </a:moveTo>
                  <a:cubicBezTo>
                    <a:pt x="861" y="0"/>
                    <a:pt x="823" y="19"/>
                    <a:pt x="797" y="53"/>
                  </a:cubicBezTo>
                  <a:cubicBezTo>
                    <a:pt x="773" y="101"/>
                    <a:pt x="765" y="153"/>
                    <a:pt x="769" y="205"/>
                  </a:cubicBezTo>
                  <a:lnTo>
                    <a:pt x="769" y="237"/>
                  </a:lnTo>
                  <a:cubicBezTo>
                    <a:pt x="641" y="277"/>
                    <a:pt x="517" y="341"/>
                    <a:pt x="409" y="425"/>
                  </a:cubicBezTo>
                  <a:cubicBezTo>
                    <a:pt x="293" y="525"/>
                    <a:pt x="213" y="669"/>
                    <a:pt x="193" y="825"/>
                  </a:cubicBezTo>
                  <a:cubicBezTo>
                    <a:pt x="189" y="845"/>
                    <a:pt x="185" y="861"/>
                    <a:pt x="185" y="881"/>
                  </a:cubicBezTo>
                  <a:cubicBezTo>
                    <a:pt x="181" y="913"/>
                    <a:pt x="177" y="945"/>
                    <a:pt x="173" y="973"/>
                  </a:cubicBezTo>
                  <a:cubicBezTo>
                    <a:pt x="141" y="1077"/>
                    <a:pt x="81" y="1169"/>
                    <a:pt x="1" y="1237"/>
                  </a:cubicBezTo>
                  <a:cubicBezTo>
                    <a:pt x="9" y="1257"/>
                    <a:pt x="21" y="1281"/>
                    <a:pt x="29" y="1301"/>
                  </a:cubicBezTo>
                  <a:cubicBezTo>
                    <a:pt x="117" y="1221"/>
                    <a:pt x="209" y="1117"/>
                    <a:pt x="241" y="989"/>
                  </a:cubicBezTo>
                  <a:cubicBezTo>
                    <a:pt x="245" y="957"/>
                    <a:pt x="253" y="921"/>
                    <a:pt x="253" y="889"/>
                  </a:cubicBezTo>
                  <a:cubicBezTo>
                    <a:pt x="257" y="869"/>
                    <a:pt x="257" y="849"/>
                    <a:pt x="261" y="833"/>
                  </a:cubicBezTo>
                  <a:cubicBezTo>
                    <a:pt x="281" y="693"/>
                    <a:pt x="349" y="569"/>
                    <a:pt x="457" y="477"/>
                  </a:cubicBezTo>
                  <a:cubicBezTo>
                    <a:pt x="561" y="385"/>
                    <a:pt x="701" y="337"/>
                    <a:pt x="841" y="285"/>
                  </a:cubicBezTo>
                  <a:cubicBezTo>
                    <a:pt x="893" y="269"/>
                    <a:pt x="941" y="241"/>
                    <a:pt x="981" y="197"/>
                  </a:cubicBezTo>
                  <a:cubicBezTo>
                    <a:pt x="1005" y="169"/>
                    <a:pt x="1013" y="129"/>
                    <a:pt x="1009" y="89"/>
                  </a:cubicBezTo>
                  <a:cubicBezTo>
                    <a:pt x="1005" y="61"/>
                    <a:pt x="989" y="33"/>
                    <a:pt x="965" y="17"/>
                  </a:cubicBezTo>
                  <a:cubicBezTo>
                    <a:pt x="944" y="5"/>
                    <a:pt x="922" y="0"/>
                    <a:pt x="9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1"/>
            <p:cNvSpPr/>
            <p:nvPr/>
          </p:nvSpPr>
          <p:spPr>
            <a:xfrm>
              <a:off x="2421456" y="2014081"/>
              <a:ext cx="298598" cy="288309"/>
            </a:xfrm>
            <a:custGeom>
              <a:avLst/>
              <a:gdLst/>
              <a:ahLst/>
              <a:cxnLst/>
              <a:rect l="l" t="t" r="r" b="b"/>
              <a:pathLst>
                <a:path w="1277" h="1233" extrusionOk="0">
                  <a:moveTo>
                    <a:pt x="1165" y="1"/>
                  </a:moveTo>
                  <a:cubicBezTo>
                    <a:pt x="1105" y="9"/>
                    <a:pt x="1053" y="53"/>
                    <a:pt x="1037" y="117"/>
                  </a:cubicBezTo>
                  <a:cubicBezTo>
                    <a:pt x="1029" y="149"/>
                    <a:pt x="1021" y="185"/>
                    <a:pt x="1021" y="217"/>
                  </a:cubicBezTo>
                  <a:cubicBezTo>
                    <a:pt x="1021" y="221"/>
                    <a:pt x="1021" y="229"/>
                    <a:pt x="1021" y="233"/>
                  </a:cubicBezTo>
                  <a:cubicBezTo>
                    <a:pt x="1021" y="241"/>
                    <a:pt x="1021" y="249"/>
                    <a:pt x="1021" y="261"/>
                  </a:cubicBezTo>
                  <a:cubicBezTo>
                    <a:pt x="997" y="445"/>
                    <a:pt x="845" y="589"/>
                    <a:pt x="721" y="681"/>
                  </a:cubicBezTo>
                  <a:cubicBezTo>
                    <a:pt x="665" y="721"/>
                    <a:pt x="605" y="757"/>
                    <a:pt x="545" y="793"/>
                  </a:cubicBezTo>
                  <a:cubicBezTo>
                    <a:pt x="441" y="849"/>
                    <a:pt x="345" y="917"/>
                    <a:pt x="253" y="997"/>
                  </a:cubicBezTo>
                  <a:lnTo>
                    <a:pt x="221" y="1029"/>
                  </a:lnTo>
                  <a:cubicBezTo>
                    <a:pt x="157" y="1085"/>
                    <a:pt x="93" y="1149"/>
                    <a:pt x="21" y="1161"/>
                  </a:cubicBezTo>
                  <a:lnTo>
                    <a:pt x="13" y="1197"/>
                  </a:lnTo>
                  <a:cubicBezTo>
                    <a:pt x="9" y="1209"/>
                    <a:pt x="5" y="1221"/>
                    <a:pt x="1" y="1233"/>
                  </a:cubicBezTo>
                  <a:cubicBezTo>
                    <a:pt x="105" y="1229"/>
                    <a:pt x="193" y="1149"/>
                    <a:pt x="269" y="1077"/>
                  </a:cubicBezTo>
                  <a:cubicBezTo>
                    <a:pt x="281" y="1065"/>
                    <a:pt x="289" y="1057"/>
                    <a:pt x="301" y="1045"/>
                  </a:cubicBezTo>
                  <a:cubicBezTo>
                    <a:pt x="389" y="973"/>
                    <a:pt x="481" y="909"/>
                    <a:pt x="581" y="849"/>
                  </a:cubicBezTo>
                  <a:cubicBezTo>
                    <a:pt x="641" y="813"/>
                    <a:pt x="701" y="777"/>
                    <a:pt x="761" y="737"/>
                  </a:cubicBezTo>
                  <a:cubicBezTo>
                    <a:pt x="897" y="641"/>
                    <a:pt x="1065" y="481"/>
                    <a:pt x="1089" y="269"/>
                  </a:cubicBezTo>
                  <a:cubicBezTo>
                    <a:pt x="1089" y="261"/>
                    <a:pt x="1089" y="253"/>
                    <a:pt x="1089" y="245"/>
                  </a:cubicBezTo>
                  <a:cubicBezTo>
                    <a:pt x="1113" y="229"/>
                    <a:pt x="1141" y="213"/>
                    <a:pt x="1165" y="205"/>
                  </a:cubicBezTo>
                  <a:cubicBezTo>
                    <a:pt x="1201" y="193"/>
                    <a:pt x="1229" y="177"/>
                    <a:pt x="1253" y="153"/>
                  </a:cubicBezTo>
                  <a:cubicBezTo>
                    <a:pt x="1277" y="129"/>
                    <a:pt x="1277" y="89"/>
                    <a:pt x="1261" y="61"/>
                  </a:cubicBezTo>
                  <a:cubicBezTo>
                    <a:pt x="1241" y="25"/>
                    <a:pt x="1205" y="1"/>
                    <a:pt x="11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1"/>
            <p:cNvSpPr/>
            <p:nvPr/>
          </p:nvSpPr>
          <p:spPr>
            <a:xfrm>
              <a:off x="2479446" y="2136608"/>
              <a:ext cx="337881" cy="252768"/>
            </a:xfrm>
            <a:custGeom>
              <a:avLst/>
              <a:gdLst/>
              <a:ahLst/>
              <a:cxnLst/>
              <a:rect l="l" t="t" r="r" b="b"/>
              <a:pathLst>
                <a:path w="1445" h="1081" extrusionOk="0">
                  <a:moveTo>
                    <a:pt x="1292" y="0"/>
                  </a:moveTo>
                  <a:cubicBezTo>
                    <a:pt x="1237" y="0"/>
                    <a:pt x="1186" y="24"/>
                    <a:pt x="1149" y="61"/>
                  </a:cubicBezTo>
                  <a:cubicBezTo>
                    <a:pt x="1113" y="101"/>
                    <a:pt x="1081" y="145"/>
                    <a:pt x="1057" y="193"/>
                  </a:cubicBezTo>
                  <a:cubicBezTo>
                    <a:pt x="1041" y="225"/>
                    <a:pt x="1025" y="253"/>
                    <a:pt x="1005" y="277"/>
                  </a:cubicBezTo>
                  <a:cubicBezTo>
                    <a:pt x="973" y="317"/>
                    <a:pt x="941" y="349"/>
                    <a:pt x="901" y="381"/>
                  </a:cubicBezTo>
                  <a:lnTo>
                    <a:pt x="737" y="525"/>
                  </a:lnTo>
                  <a:cubicBezTo>
                    <a:pt x="637" y="613"/>
                    <a:pt x="533" y="705"/>
                    <a:pt x="425" y="789"/>
                  </a:cubicBezTo>
                  <a:lnTo>
                    <a:pt x="361" y="841"/>
                  </a:lnTo>
                  <a:cubicBezTo>
                    <a:pt x="313" y="877"/>
                    <a:pt x="261" y="913"/>
                    <a:pt x="213" y="949"/>
                  </a:cubicBezTo>
                  <a:cubicBezTo>
                    <a:pt x="197" y="957"/>
                    <a:pt x="185" y="969"/>
                    <a:pt x="173" y="977"/>
                  </a:cubicBezTo>
                  <a:lnTo>
                    <a:pt x="149" y="989"/>
                  </a:lnTo>
                  <a:lnTo>
                    <a:pt x="101" y="1021"/>
                  </a:lnTo>
                  <a:cubicBezTo>
                    <a:pt x="69" y="1041"/>
                    <a:pt x="33" y="1057"/>
                    <a:pt x="1" y="1077"/>
                  </a:cubicBezTo>
                  <a:cubicBezTo>
                    <a:pt x="7" y="1075"/>
                    <a:pt x="13" y="1074"/>
                    <a:pt x="19" y="1074"/>
                  </a:cubicBezTo>
                  <a:cubicBezTo>
                    <a:pt x="25" y="1074"/>
                    <a:pt x="31" y="1075"/>
                    <a:pt x="37" y="1077"/>
                  </a:cubicBezTo>
                  <a:cubicBezTo>
                    <a:pt x="46" y="1076"/>
                    <a:pt x="56" y="1075"/>
                    <a:pt x="65" y="1075"/>
                  </a:cubicBezTo>
                  <a:cubicBezTo>
                    <a:pt x="88" y="1075"/>
                    <a:pt x="111" y="1078"/>
                    <a:pt x="137" y="1081"/>
                  </a:cubicBezTo>
                  <a:cubicBezTo>
                    <a:pt x="165" y="1065"/>
                    <a:pt x="193" y="1045"/>
                    <a:pt x="225" y="1029"/>
                  </a:cubicBezTo>
                  <a:cubicBezTo>
                    <a:pt x="253" y="1009"/>
                    <a:pt x="281" y="989"/>
                    <a:pt x="309" y="969"/>
                  </a:cubicBezTo>
                  <a:cubicBezTo>
                    <a:pt x="337" y="949"/>
                    <a:pt x="369" y="929"/>
                    <a:pt x="393" y="909"/>
                  </a:cubicBezTo>
                  <a:cubicBezTo>
                    <a:pt x="417" y="889"/>
                    <a:pt x="445" y="873"/>
                    <a:pt x="469" y="853"/>
                  </a:cubicBezTo>
                  <a:cubicBezTo>
                    <a:pt x="469" y="849"/>
                    <a:pt x="473" y="845"/>
                    <a:pt x="477" y="845"/>
                  </a:cubicBezTo>
                  <a:cubicBezTo>
                    <a:pt x="505" y="825"/>
                    <a:pt x="529" y="801"/>
                    <a:pt x="553" y="781"/>
                  </a:cubicBezTo>
                  <a:cubicBezTo>
                    <a:pt x="633" y="717"/>
                    <a:pt x="709" y="649"/>
                    <a:pt x="785" y="581"/>
                  </a:cubicBezTo>
                  <a:lnTo>
                    <a:pt x="949" y="437"/>
                  </a:lnTo>
                  <a:cubicBezTo>
                    <a:pt x="993" y="401"/>
                    <a:pt x="1029" y="365"/>
                    <a:pt x="1065" y="321"/>
                  </a:cubicBezTo>
                  <a:cubicBezTo>
                    <a:pt x="1081" y="293"/>
                    <a:pt x="1101" y="265"/>
                    <a:pt x="1117" y="233"/>
                  </a:cubicBezTo>
                  <a:cubicBezTo>
                    <a:pt x="1141" y="237"/>
                    <a:pt x="1165" y="241"/>
                    <a:pt x="1185" y="245"/>
                  </a:cubicBezTo>
                  <a:cubicBezTo>
                    <a:pt x="1221" y="257"/>
                    <a:pt x="1257" y="261"/>
                    <a:pt x="1293" y="261"/>
                  </a:cubicBezTo>
                  <a:cubicBezTo>
                    <a:pt x="1345" y="245"/>
                    <a:pt x="1389" y="221"/>
                    <a:pt x="1425" y="181"/>
                  </a:cubicBezTo>
                  <a:cubicBezTo>
                    <a:pt x="1437" y="161"/>
                    <a:pt x="1445" y="137"/>
                    <a:pt x="1437" y="117"/>
                  </a:cubicBezTo>
                  <a:cubicBezTo>
                    <a:pt x="1421" y="53"/>
                    <a:pt x="1369" y="5"/>
                    <a:pt x="1305" y="1"/>
                  </a:cubicBezTo>
                  <a:cubicBezTo>
                    <a:pt x="1301" y="0"/>
                    <a:pt x="1296" y="0"/>
                    <a:pt x="12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1"/>
            <p:cNvSpPr/>
            <p:nvPr/>
          </p:nvSpPr>
          <p:spPr>
            <a:xfrm>
              <a:off x="2291447" y="1771832"/>
              <a:ext cx="76929" cy="233126"/>
            </a:xfrm>
            <a:custGeom>
              <a:avLst/>
              <a:gdLst/>
              <a:ahLst/>
              <a:cxnLst/>
              <a:rect l="l" t="t" r="r" b="b"/>
              <a:pathLst>
                <a:path w="329" h="997" extrusionOk="0">
                  <a:moveTo>
                    <a:pt x="89" y="1"/>
                  </a:moveTo>
                  <a:cubicBezTo>
                    <a:pt x="77" y="1"/>
                    <a:pt x="65" y="2"/>
                    <a:pt x="53" y="5"/>
                  </a:cubicBezTo>
                  <a:lnTo>
                    <a:pt x="41" y="9"/>
                  </a:lnTo>
                  <a:cubicBezTo>
                    <a:pt x="17" y="33"/>
                    <a:pt x="1" y="61"/>
                    <a:pt x="5" y="93"/>
                  </a:cubicBezTo>
                  <a:cubicBezTo>
                    <a:pt x="9" y="145"/>
                    <a:pt x="33" y="189"/>
                    <a:pt x="77" y="217"/>
                  </a:cubicBezTo>
                  <a:cubicBezTo>
                    <a:pt x="101" y="233"/>
                    <a:pt x="129" y="249"/>
                    <a:pt x="157" y="261"/>
                  </a:cubicBezTo>
                  <a:cubicBezTo>
                    <a:pt x="181" y="269"/>
                    <a:pt x="209" y="285"/>
                    <a:pt x="233" y="301"/>
                  </a:cubicBezTo>
                  <a:lnTo>
                    <a:pt x="237" y="293"/>
                  </a:lnTo>
                  <a:lnTo>
                    <a:pt x="237" y="293"/>
                  </a:lnTo>
                  <a:cubicBezTo>
                    <a:pt x="257" y="405"/>
                    <a:pt x="249" y="521"/>
                    <a:pt x="217" y="633"/>
                  </a:cubicBezTo>
                  <a:cubicBezTo>
                    <a:pt x="189" y="737"/>
                    <a:pt x="145" y="841"/>
                    <a:pt x="85" y="933"/>
                  </a:cubicBezTo>
                  <a:cubicBezTo>
                    <a:pt x="97" y="953"/>
                    <a:pt x="113" y="977"/>
                    <a:pt x="125" y="997"/>
                  </a:cubicBezTo>
                  <a:cubicBezTo>
                    <a:pt x="197" y="893"/>
                    <a:pt x="249" y="773"/>
                    <a:pt x="285" y="653"/>
                  </a:cubicBezTo>
                  <a:cubicBezTo>
                    <a:pt x="329" y="497"/>
                    <a:pt x="329" y="329"/>
                    <a:pt x="277" y="177"/>
                  </a:cubicBezTo>
                  <a:cubicBezTo>
                    <a:pt x="265" y="129"/>
                    <a:pt x="237" y="85"/>
                    <a:pt x="205" y="49"/>
                  </a:cubicBezTo>
                  <a:cubicBezTo>
                    <a:pt x="173" y="17"/>
                    <a:pt x="132" y="1"/>
                    <a:pt x="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1"/>
            <p:cNvSpPr/>
            <p:nvPr/>
          </p:nvSpPr>
          <p:spPr>
            <a:xfrm>
              <a:off x="2241875" y="1710101"/>
              <a:ext cx="42323" cy="212549"/>
            </a:xfrm>
            <a:custGeom>
              <a:avLst/>
              <a:gdLst/>
              <a:ahLst/>
              <a:cxnLst/>
              <a:rect l="l" t="t" r="r" b="b"/>
              <a:pathLst>
                <a:path w="181" h="909" extrusionOk="0">
                  <a:moveTo>
                    <a:pt x="73" y="1"/>
                  </a:moveTo>
                  <a:cubicBezTo>
                    <a:pt x="45" y="1"/>
                    <a:pt x="13" y="21"/>
                    <a:pt x="5" y="73"/>
                  </a:cubicBezTo>
                  <a:cubicBezTo>
                    <a:pt x="1" y="129"/>
                    <a:pt x="5" y="185"/>
                    <a:pt x="13" y="237"/>
                  </a:cubicBezTo>
                  <a:cubicBezTo>
                    <a:pt x="17" y="257"/>
                    <a:pt x="21" y="277"/>
                    <a:pt x="21" y="297"/>
                  </a:cubicBezTo>
                  <a:cubicBezTo>
                    <a:pt x="29" y="401"/>
                    <a:pt x="49" y="501"/>
                    <a:pt x="73" y="601"/>
                  </a:cubicBezTo>
                  <a:cubicBezTo>
                    <a:pt x="69" y="621"/>
                    <a:pt x="69" y="645"/>
                    <a:pt x="77" y="665"/>
                  </a:cubicBezTo>
                  <a:cubicBezTo>
                    <a:pt x="81" y="673"/>
                    <a:pt x="85" y="681"/>
                    <a:pt x="85" y="693"/>
                  </a:cubicBezTo>
                  <a:cubicBezTo>
                    <a:pt x="85" y="705"/>
                    <a:pt x="77" y="721"/>
                    <a:pt x="69" y="733"/>
                  </a:cubicBezTo>
                  <a:cubicBezTo>
                    <a:pt x="61" y="745"/>
                    <a:pt x="57" y="757"/>
                    <a:pt x="53" y="769"/>
                  </a:cubicBezTo>
                  <a:cubicBezTo>
                    <a:pt x="45" y="785"/>
                    <a:pt x="41" y="805"/>
                    <a:pt x="37" y="821"/>
                  </a:cubicBezTo>
                  <a:lnTo>
                    <a:pt x="37" y="833"/>
                  </a:lnTo>
                  <a:cubicBezTo>
                    <a:pt x="37" y="837"/>
                    <a:pt x="37" y="837"/>
                    <a:pt x="37" y="841"/>
                  </a:cubicBezTo>
                  <a:cubicBezTo>
                    <a:pt x="41" y="841"/>
                    <a:pt x="45" y="845"/>
                    <a:pt x="45" y="849"/>
                  </a:cubicBezTo>
                  <a:lnTo>
                    <a:pt x="89" y="909"/>
                  </a:lnTo>
                  <a:cubicBezTo>
                    <a:pt x="97" y="889"/>
                    <a:pt x="105" y="869"/>
                    <a:pt x="109" y="845"/>
                  </a:cubicBezTo>
                  <a:lnTo>
                    <a:pt x="109" y="833"/>
                  </a:lnTo>
                  <a:cubicBezTo>
                    <a:pt x="113" y="817"/>
                    <a:pt x="113" y="805"/>
                    <a:pt x="121" y="793"/>
                  </a:cubicBezTo>
                  <a:cubicBezTo>
                    <a:pt x="125" y="781"/>
                    <a:pt x="129" y="773"/>
                    <a:pt x="133" y="765"/>
                  </a:cubicBezTo>
                  <a:cubicBezTo>
                    <a:pt x="149" y="741"/>
                    <a:pt x="157" y="717"/>
                    <a:pt x="157" y="689"/>
                  </a:cubicBezTo>
                  <a:cubicBezTo>
                    <a:pt x="157" y="673"/>
                    <a:pt x="153" y="653"/>
                    <a:pt x="149" y="641"/>
                  </a:cubicBezTo>
                  <a:cubicBezTo>
                    <a:pt x="141" y="625"/>
                    <a:pt x="141" y="621"/>
                    <a:pt x="137" y="617"/>
                  </a:cubicBezTo>
                  <a:lnTo>
                    <a:pt x="145" y="605"/>
                  </a:lnTo>
                  <a:lnTo>
                    <a:pt x="141" y="593"/>
                  </a:lnTo>
                  <a:cubicBezTo>
                    <a:pt x="117" y="493"/>
                    <a:pt x="97" y="393"/>
                    <a:pt x="89" y="293"/>
                  </a:cubicBezTo>
                  <a:cubicBezTo>
                    <a:pt x="89" y="281"/>
                    <a:pt x="89" y="273"/>
                    <a:pt x="89" y="265"/>
                  </a:cubicBezTo>
                  <a:cubicBezTo>
                    <a:pt x="145" y="241"/>
                    <a:pt x="181" y="181"/>
                    <a:pt x="181" y="121"/>
                  </a:cubicBezTo>
                  <a:cubicBezTo>
                    <a:pt x="177" y="61"/>
                    <a:pt x="133" y="13"/>
                    <a:pt x="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3" name="Google Shape;2763;p51"/>
          <p:cNvSpPr txBox="1">
            <a:spLocks noGrp="1"/>
          </p:cNvSpPr>
          <p:nvPr>
            <p:ph type="title"/>
          </p:nvPr>
        </p:nvSpPr>
        <p:spPr>
          <a:xfrm>
            <a:off x="802763" y="1234250"/>
            <a:ext cx="3880200" cy="9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8100"/>
            </a:lvl1pPr>
            <a:lvl2pPr lvl="1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2764" name="Google Shape;2764;p51"/>
          <p:cNvSpPr txBox="1">
            <a:spLocks noGrp="1"/>
          </p:cNvSpPr>
          <p:nvPr>
            <p:ph type="subTitle" idx="1"/>
          </p:nvPr>
        </p:nvSpPr>
        <p:spPr>
          <a:xfrm>
            <a:off x="831964" y="2943150"/>
            <a:ext cx="3928800" cy="8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7_1_1">
    <p:spTree>
      <p:nvGrpSpPr>
        <p:cNvPr id="1" name="Shape 2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6" name="Google Shape;2766;p52"/>
          <p:cNvGrpSpPr/>
          <p:nvPr/>
        </p:nvGrpSpPr>
        <p:grpSpPr>
          <a:xfrm>
            <a:off x="-102984" y="-306242"/>
            <a:ext cx="2506617" cy="2647959"/>
            <a:chOff x="1668906" y="1908100"/>
            <a:chExt cx="1782927" cy="1883462"/>
          </a:xfrm>
        </p:grpSpPr>
        <p:sp>
          <p:nvSpPr>
            <p:cNvPr id="2767" name="Google Shape;2767;p52"/>
            <p:cNvSpPr/>
            <p:nvPr/>
          </p:nvSpPr>
          <p:spPr>
            <a:xfrm>
              <a:off x="1668906" y="2722495"/>
              <a:ext cx="900425" cy="895187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4" y="2872"/>
                  </a:moveTo>
                  <a:cubicBezTo>
                    <a:pt x="124" y="2872"/>
                    <a:pt x="126" y="2874"/>
                    <a:pt x="128" y="2878"/>
                  </a:cubicBezTo>
                  <a:cubicBezTo>
                    <a:pt x="124" y="2874"/>
                    <a:pt x="123" y="2872"/>
                    <a:pt x="124" y="2872"/>
                  </a:cubicBezTo>
                  <a:close/>
                  <a:moveTo>
                    <a:pt x="1555" y="0"/>
                  </a:moveTo>
                  <a:cubicBezTo>
                    <a:pt x="1524" y="0"/>
                    <a:pt x="1492" y="1"/>
                    <a:pt x="1460" y="2"/>
                  </a:cubicBezTo>
                  <a:cubicBezTo>
                    <a:pt x="1340" y="10"/>
                    <a:pt x="1220" y="42"/>
                    <a:pt x="1112" y="102"/>
                  </a:cubicBezTo>
                  <a:cubicBezTo>
                    <a:pt x="1048" y="134"/>
                    <a:pt x="996" y="178"/>
                    <a:pt x="948" y="234"/>
                  </a:cubicBezTo>
                  <a:cubicBezTo>
                    <a:pt x="936" y="246"/>
                    <a:pt x="932" y="258"/>
                    <a:pt x="920" y="274"/>
                  </a:cubicBezTo>
                  <a:lnTo>
                    <a:pt x="904" y="294"/>
                  </a:lnTo>
                  <a:lnTo>
                    <a:pt x="892" y="318"/>
                  </a:lnTo>
                  <a:lnTo>
                    <a:pt x="840" y="406"/>
                  </a:lnTo>
                  <a:cubicBezTo>
                    <a:pt x="772" y="534"/>
                    <a:pt x="720" y="666"/>
                    <a:pt x="676" y="802"/>
                  </a:cubicBezTo>
                  <a:cubicBezTo>
                    <a:pt x="632" y="938"/>
                    <a:pt x="600" y="1090"/>
                    <a:pt x="564" y="1238"/>
                  </a:cubicBezTo>
                  <a:cubicBezTo>
                    <a:pt x="532" y="1390"/>
                    <a:pt x="500" y="1542"/>
                    <a:pt x="464" y="1698"/>
                  </a:cubicBezTo>
                  <a:cubicBezTo>
                    <a:pt x="448" y="1774"/>
                    <a:pt x="428" y="1850"/>
                    <a:pt x="404" y="1926"/>
                  </a:cubicBezTo>
                  <a:cubicBezTo>
                    <a:pt x="392" y="1966"/>
                    <a:pt x="380" y="2006"/>
                    <a:pt x="368" y="2046"/>
                  </a:cubicBezTo>
                  <a:cubicBezTo>
                    <a:pt x="356" y="2082"/>
                    <a:pt x="344" y="2118"/>
                    <a:pt x="328" y="2158"/>
                  </a:cubicBezTo>
                  <a:cubicBezTo>
                    <a:pt x="272" y="2314"/>
                    <a:pt x="204" y="2466"/>
                    <a:pt x="128" y="2614"/>
                  </a:cubicBezTo>
                  <a:lnTo>
                    <a:pt x="64" y="2726"/>
                  </a:lnTo>
                  <a:cubicBezTo>
                    <a:pt x="52" y="2746"/>
                    <a:pt x="44" y="2766"/>
                    <a:pt x="32" y="2786"/>
                  </a:cubicBezTo>
                  <a:cubicBezTo>
                    <a:pt x="16" y="2810"/>
                    <a:pt x="8" y="2838"/>
                    <a:pt x="4" y="2866"/>
                  </a:cubicBezTo>
                  <a:cubicBezTo>
                    <a:pt x="0" y="2890"/>
                    <a:pt x="4" y="2918"/>
                    <a:pt x="16" y="2938"/>
                  </a:cubicBezTo>
                  <a:cubicBezTo>
                    <a:pt x="28" y="2958"/>
                    <a:pt x="48" y="2974"/>
                    <a:pt x="68" y="2982"/>
                  </a:cubicBezTo>
                  <a:cubicBezTo>
                    <a:pt x="92" y="2994"/>
                    <a:pt x="116" y="3002"/>
                    <a:pt x="140" y="3010"/>
                  </a:cubicBezTo>
                  <a:cubicBezTo>
                    <a:pt x="172" y="3022"/>
                    <a:pt x="200" y="3042"/>
                    <a:pt x="228" y="3066"/>
                  </a:cubicBezTo>
                  <a:cubicBezTo>
                    <a:pt x="352" y="3186"/>
                    <a:pt x="468" y="3314"/>
                    <a:pt x="580" y="3450"/>
                  </a:cubicBezTo>
                  <a:cubicBezTo>
                    <a:pt x="696" y="3586"/>
                    <a:pt x="824" y="3714"/>
                    <a:pt x="960" y="3830"/>
                  </a:cubicBezTo>
                  <a:cubicBezTo>
                    <a:pt x="1032" y="3898"/>
                    <a:pt x="1124" y="3938"/>
                    <a:pt x="1220" y="3950"/>
                  </a:cubicBezTo>
                  <a:cubicBezTo>
                    <a:pt x="1235" y="3950"/>
                    <a:pt x="1249" y="3949"/>
                    <a:pt x="1264" y="3949"/>
                  </a:cubicBezTo>
                  <a:cubicBezTo>
                    <a:pt x="1335" y="3949"/>
                    <a:pt x="1408" y="3957"/>
                    <a:pt x="1480" y="3970"/>
                  </a:cubicBezTo>
                  <a:cubicBezTo>
                    <a:pt x="1652" y="4006"/>
                    <a:pt x="1820" y="4058"/>
                    <a:pt x="1985" y="4115"/>
                  </a:cubicBezTo>
                  <a:lnTo>
                    <a:pt x="2477" y="4287"/>
                  </a:lnTo>
                  <a:cubicBezTo>
                    <a:pt x="2637" y="4347"/>
                    <a:pt x="2805" y="4395"/>
                    <a:pt x="2973" y="4431"/>
                  </a:cubicBezTo>
                  <a:cubicBezTo>
                    <a:pt x="3027" y="4438"/>
                    <a:pt x="3083" y="4443"/>
                    <a:pt x="3138" y="4443"/>
                  </a:cubicBezTo>
                  <a:cubicBezTo>
                    <a:pt x="3169" y="4443"/>
                    <a:pt x="3199" y="4441"/>
                    <a:pt x="3229" y="4439"/>
                  </a:cubicBezTo>
                  <a:cubicBezTo>
                    <a:pt x="3317" y="4431"/>
                    <a:pt x="3401" y="4403"/>
                    <a:pt x="3481" y="4359"/>
                  </a:cubicBezTo>
                  <a:cubicBezTo>
                    <a:pt x="3617" y="4267"/>
                    <a:pt x="3733" y="4147"/>
                    <a:pt x="3821" y="4002"/>
                  </a:cubicBezTo>
                  <a:cubicBezTo>
                    <a:pt x="3865" y="3938"/>
                    <a:pt x="3901" y="3874"/>
                    <a:pt x="3941" y="3806"/>
                  </a:cubicBezTo>
                  <a:cubicBezTo>
                    <a:pt x="3977" y="3742"/>
                    <a:pt x="4009" y="3674"/>
                    <a:pt x="4041" y="3606"/>
                  </a:cubicBezTo>
                  <a:cubicBezTo>
                    <a:pt x="4097" y="3474"/>
                    <a:pt x="4145" y="3342"/>
                    <a:pt x="4189" y="3214"/>
                  </a:cubicBezTo>
                  <a:cubicBezTo>
                    <a:pt x="4265" y="2982"/>
                    <a:pt x="4329" y="2742"/>
                    <a:pt x="4377" y="2502"/>
                  </a:cubicBezTo>
                  <a:cubicBezTo>
                    <a:pt x="4417" y="2318"/>
                    <a:pt x="4445" y="2130"/>
                    <a:pt x="4461" y="1942"/>
                  </a:cubicBezTo>
                  <a:cubicBezTo>
                    <a:pt x="4469" y="1822"/>
                    <a:pt x="4465" y="1698"/>
                    <a:pt x="4445" y="1578"/>
                  </a:cubicBezTo>
                  <a:cubicBezTo>
                    <a:pt x="4437" y="1546"/>
                    <a:pt x="4429" y="1514"/>
                    <a:pt x="4413" y="1486"/>
                  </a:cubicBezTo>
                  <a:cubicBezTo>
                    <a:pt x="4405" y="1466"/>
                    <a:pt x="4397" y="1454"/>
                    <a:pt x="4397" y="1454"/>
                  </a:cubicBezTo>
                  <a:lnTo>
                    <a:pt x="4385" y="1466"/>
                  </a:lnTo>
                  <a:lnTo>
                    <a:pt x="4397" y="1494"/>
                  </a:lnTo>
                  <a:cubicBezTo>
                    <a:pt x="4409" y="1526"/>
                    <a:pt x="4413" y="1554"/>
                    <a:pt x="4417" y="1586"/>
                  </a:cubicBezTo>
                  <a:cubicBezTo>
                    <a:pt x="4425" y="1706"/>
                    <a:pt x="4421" y="1826"/>
                    <a:pt x="4401" y="1942"/>
                  </a:cubicBezTo>
                  <a:cubicBezTo>
                    <a:pt x="4373" y="2126"/>
                    <a:pt x="4337" y="2306"/>
                    <a:pt x="4289" y="2486"/>
                  </a:cubicBezTo>
                  <a:cubicBezTo>
                    <a:pt x="4233" y="2694"/>
                    <a:pt x="4165" y="2930"/>
                    <a:pt x="4077" y="3178"/>
                  </a:cubicBezTo>
                  <a:cubicBezTo>
                    <a:pt x="4033" y="3302"/>
                    <a:pt x="3981" y="3430"/>
                    <a:pt x="3925" y="3558"/>
                  </a:cubicBezTo>
                  <a:cubicBezTo>
                    <a:pt x="3893" y="3622"/>
                    <a:pt x="3865" y="3690"/>
                    <a:pt x="3829" y="3750"/>
                  </a:cubicBezTo>
                  <a:cubicBezTo>
                    <a:pt x="3793" y="3814"/>
                    <a:pt x="3753" y="3882"/>
                    <a:pt x="3713" y="3942"/>
                  </a:cubicBezTo>
                  <a:cubicBezTo>
                    <a:pt x="3641" y="4071"/>
                    <a:pt x="3541" y="4187"/>
                    <a:pt x="3421" y="4275"/>
                  </a:cubicBezTo>
                  <a:cubicBezTo>
                    <a:pt x="3329" y="4339"/>
                    <a:pt x="3213" y="4366"/>
                    <a:pt x="3092" y="4366"/>
                  </a:cubicBezTo>
                  <a:cubicBezTo>
                    <a:pt x="3055" y="4366"/>
                    <a:pt x="3018" y="4363"/>
                    <a:pt x="2981" y="4359"/>
                  </a:cubicBezTo>
                  <a:cubicBezTo>
                    <a:pt x="2813" y="4335"/>
                    <a:pt x="2653" y="4299"/>
                    <a:pt x="2493" y="4243"/>
                  </a:cubicBezTo>
                  <a:cubicBezTo>
                    <a:pt x="2329" y="4195"/>
                    <a:pt x="2165" y="4139"/>
                    <a:pt x="1997" y="4079"/>
                  </a:cubicBezTo>
                  <a:cubicBezTo>
                    <a:pt x="1832" y="4018"/>
                    <a:pt x="1660" y="3966"/>
                    <a:pt x="1488" y="3922"/>
                  </a:cubicBezTo>
                  <a:cubicBezTo>
                    <a:pt x="1400" y="3902"/>
                    <a:pt x="1312" y="3890"/>
                    <a:pt x="1220" y="3890"/>
                  </a:cubicBezTo>
                  <a:cubicBezTo>
                    <a:pt x="1144" y="3886"/>
                    <a:pt x="1072" y="3830"/>
                    <a:pt x="1008" y="3778"/>
                  </a:cubicBezTo>
                  <a:cubicBezTo>
                    <a:pt x="880" y="3658"/>
                    <a:pt x="764" y="3526"/>
                    <a:pt x="656" y="3386"/>
                  </a:cubicBezTo>
                  <a:cubicBezTo>
                    <a:pt x="548" y="3246"/>
                    <a:pt x="432" y="3110"/>
                    <a:pt x="308" y="2982"/>
                  </a:cubicBezTo>
                  <a:cubicBezTo>
                    <a:pt x="272" y="2942"/>
                    <a:pt x="228" y="2914"/>
                    <a:pt x="176" y="2894"/>
                  </a:cubicBezTo>
                  <a:cubicBezTo>
                    <a:pt x="162" y="2891"/>
                    <a:pt x="148" y="2884"/>
                    <a:pt x="134" y="2880"/>
                  </a:cubicBezTo>
                  <a:lnTo>
                    <a:pt x="134" y="2880"/>
                  </a:lnTo>
                  <a:cubicBezTo>
                    <a:pt x="138" y="2869"/>
                    <a:pt x="142" y="2856"/>
                    <a:pt x="148" y="2846"/>
                  </a:cubicBezTo>
                  <a:cubicBezTo>
                    <a:pt x="156" y="2830"/>
                    <a:pt x="168" y="2810"/>
                    <a:pt x="180" y="2794"/>
                  </a:cubicBezTo>
                  <a:lnTo>
                    <a:pt x="244" y="2682"/>
                  </a:lnTo>
                  <a:cubicBezTo>
                    <a:pt x="332" y="2530"/>
                    <a:pt x="404" y="2374"/>
                    <a:pt x="464" y="2210"/>
                  </a:cubicBezTo>
                  <a:cubicBezTo>
                    <a:pt x="480" y="2174"/>
                    <a:pt x="496" y="2130"/>
                    <a:pt x="508" y="2090"/>
                  </a:cubicBezTo>
                  <a:cubicBezTo>
                    <a:pt x="520" y="2050"/>
                    <a:pt x="536" y="2014"/>
                    <a:pt x="544" y="1974"/>
                  </a:cubicBezTo>
                  <a:cubicBezTo>
                    <a:pt x="568" y="1890"/>
                    <a:pt x="592" y="1814"/>
                    <a:pt x="612" y="1734"/>
                  </a:cubicBezTo>
                  <a:cubicBezTo>
                    <a:pt x="648" y="1574"/>
                    <a:pt x="680" y="1418"/>
                    <a:pt x="708" y="1270"/>
                  </a:cubicBezTo>
                  <a:cubicBezTo>
                    <a:pt x="764" y="970"/>
                    <a:pt x="832" y="698"/>
                    <a:pt x="948" y="462"/>
                  </a:cubicBezTo>
                  <a:lnTo>
                    <a:pt x="992" y="378"/>
                  </a:lnTo>
                  <a:lnTo>
                    <a:pt x="1004" y="358"/>
                  </a:lnTo>
                  <a:lnTo>
                    <a:pt x="1016" y="342"/>
                  </a:lnTo>
                  <a:cubicBezTo>
                    <a:pt x="1024" y="326"/>
                    <a:pt x="1032" y="314"/>
                    <a:pt x="1044" y="302"/>
                  </a:cubicBezTo>
                  <a:cubicBezTo>
                    <a:pt x="1076" y="258"/>
                    <a:pt x="1120" y="222"/>
                    <a:pt x="1164" y="194"/>
                  </a:cubicBezTo>
                  <a:cubicBezTo>
                    <a:pt x="1260" y="142"/>
                    <a:pt x="1364" y="110"/>
                    <a:pt x="1472" y="94"/>
                  </a:cubicBezTo>
                  <a:cubicBezTo>
                    <a:pt x="1543" y="88"/>
                    <a:pt x="1614" y="85"/>
                    <a:pt x="1685" y="85"/>
                  </a:cubicBezTo>
                  <a:cubicBezTo>
                    <a:pt x="1798" y="85"/>
                    <a:pt x="1911" y="93"/>
                    <a:pt x="2025" y="110"/>
                  </a:cubicBezTo>
                  <a:cubicBezTo>
                    <a:pt x="2141" y="126"/>
                    <a:pt x="2257" y="150"/>
                    <a:pt x="2373" y="178"/>
                  </a:cubicBezTo>
                  <a:cubicBezTo>
                    <a:pt x="2453" y="198"/>
                    <a:pt x="2497" y="210"/>
                    <a:pt x="2497" y="210"/>
                  </a:cubicBezTo>
                  <a:lnTo>
                    <a:pt x="2501" y="198"/>
                  </a:lnTo>
                  <a:cubicBezTo>
                    <a:pt x="2501" y="198"/>
                    <a:pt x="2461" y="182"/>
                    <a:pt x="2381" y="154"/>
                  </a:cubicBezTo>
                  <a:cubicBezTo>
                    <a:pt x="2265" y="114"/>
                    <a:pt x="2149" y="82"/>
                    <a:pt x="2029" y="54"/>
                  </a:cubicBezTo>
                  <a:cubicBezTo>
                    <a:pt x="1875" y="18"/>
                    <a:pt x="1715" y="0"/>
                    <a:pt x="1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2"/>
            <p:cNvSpPr/>
            <p:nvPr/>
          </p:nvSpPr>
          <p:spPr>
            <a:xfrm>
              <a:off x="2438575" y="2888114"/>
              <a:ext cx="690883" cy="903448"/>
            </a:xfrm>
            <a:custGeom>
              <a:avLst/>
              <a:gdLst/>
              <a:ahLst/>
              <a:cxnLst/>
              <a:rect l="l" t="t" r="r" b="b"/>
              <a:pathLst>
                <a:path w="3429" h="4484" extrusionOk="0">
                  <a:moveTo>
                    <a:pt x="1694" y="0"/>
                  </a:moveTo>
                  <a:cubicBezTo>
                    <a:pt x="1662" y="0"/>
                    <a:pt x="1630" y="5"/>
                    <a:pt x="1601" y="16"/>
                  </a:cubicBezTo>
                  <a:cubicBezTo>
                    <a:pt x="1561" y="32"/>
                    <a:pt x="1525" y="48"/>
                    <a:pt x="1489" y="68"/>
                  </a:cubicBezTo>
                  <a:cubicBezTo>
                    <a:pt x="1433" y="96"/>
                    <a:pt x="1405" y="116"/>
                    <a:pt x="1405" y="116"/>
                  </a:cubicBezTo>
                  <a:lnTo>
                    <a:pt x="1413" y="128"/>
                  </a:lnTo>
                  <a:cubicBezTo>
                    <a:pt x="1413" y="128"/>
                    <a:pt x="1445" y="112"/>
                    <a:pt x="1501" y="88"/>
                  </a:cubicBezTo>
                  <a:cubicBezTo>
                    <a:pt x="1537" y="72"/>
                    <a:pt x="1573" y="60"/>
                    <a:pt x="1609" y="52"/>
                  </a:cubicBezTo>
                  <a:cubicBezTo>
                    <a:pt x="1628" y="48"/>
                    <a:pt x="1647" y="45"/>
                    <a:pt x="1667" y="45"/>
                  </a:cubicBezTo>
                  <a:cubicBezTo>
                    <a:pt x="1696" y="45"/>
                    <a:pt x="1726" y="51"/>
                    <a:pt x="1753" y="60"/>
                  </a:cubicBezTo>
                  <a:cubicBezTo>
                    <a:pt x="1853" y="100"/>
                    <a:pt x="1961" y="204"/>
                    <a:pt x="2105" y="292"/>
                  </a:cubicBezTo>
                  <a:cubicBezTo>
                    <a:pt x="2173" y="336"/>
                    <a:pt x="2233" y="392"/>
                    <a:pt x="2281" y="460"/>
                  </a:cubicBezTo>
                  <a:cubicBezTo>
                    <a:pt x="2337" y="536"/>
                    <a:pt x="2385" y="616"/>
                    <a:pt x="2429" y="700"/>
                  </a:cubicBezTo>
                  <a:cubicBezTo>
                    <a:pt x="2521" y="904"/>
                    <a:pt x="2625" y="1100"/>
                    <a:pt x="2741" y="1288"/>
                  </a:cubicBezTo>
                  <a:lnTo>
                    <a:pt x="2789" y="1364"/>
                  </a:lnTo>
                  <a:cubicBezTo>
                    <a:pt x="2809" y="1388"/>
                    <a:pt x="2829" y="1412"/>
                    <a:pt x="2849" y="1436"/>
                  </a:cubicBezTo>
                  <a:cubicBezTo>
                    <a:pt x="2869" y="1460"/>
                    <a:pt x="2889" y="1484"/>
                    <a:pt x="2913" y="1508"/>
                  </a:cubicBezTo>
                  <a:cubicBezTo>
                    <a:pt x="2933" y="1532"/>
                    <a:pt x="2957" y="1556"/>
                    <a:pt x="2981" y="1576"/>
                  </a:cubicBezTo>
                  <a:cubicBezTo>
                    <a:pt x="3005" y="1596"/>
                    <a:pt x="3029" y="1620"/>
                    <a:pt x="3049" y="1640"/>
                  </a:cubicBezTo>
                  <a:cubicBezTo>
                    <a:pt x="3069" y="1656"/>
                    <a:pt x="3093" y="1672"/>
                    <a:pt x="3109" y="1696"/>
                  </a:cubicBezTo>
                  <a:cubicBezTo>
                    <a:pt x="3125" y="1720"/>
                    <a:pt x="3141" y="1740"/>
                    <a:pt x="3161" y="1764"/>
                  </a:cubicBezTo>
                  <a:cubicBezTo>
                    <a:pt x="3173" y="1788"/>
                    <a:pt x="3189" y="1812"/>
                    <a:pt x="3201" y="1840"/>
                  </a:cubicBezTo>
                  <a:cubicBezTo>
                    <a:pt x="3249" y="1948"/>
                    <a:pt x="3277" y="2068"/>
                    <a:pt x="3285" y="2188"/>
                  </a:cubicBezTo>
                  <a:cubicBezTo>
                    <a:pt x="3293" y="2316"/>
                    <a:pt x="3285" y="2444"/>
                    <a:pt x="3269" y="2568"/>
                  </a:cubicBezTo>
                  <a:cubicBezTo>
                    <a:pt x="3245" y="2700"/>
                    <a:pt x="3213" y="2828"/>
                    <a:pt x="3169" y="2948"/>
                  </a:cubicBezTo>
                  <a:cubicBezTo>
                    <a:pt x="3145" y="3012"/>
                    <a:pt x="3117" y="3072"/>
                    <a:pt x="3089" y="3128"/>
                  </a:cubicBezTo>
                  <a:cubicBezTo>
                    <a:pt x="3069" y="3156"/>
                    <a:pt x="3057" y="3184"/>
                    <a:pt x="3041" y="3212"/>
                  </a:cubicBezTo>
                  <a:lnTo>
                    <a:pt x="2981" y="3297"/>
                  </a:lnTo>
                  <a:cubicBezTo>
                    <a:pt x="2897" y="3405"/>
                    <a:pt x="2821" y="3521"/>
                    <a:pt x="2753" y="3641"/>
                  </a:cubicBezTo>
                  <a:cubicBezTo>
                    <a:pt x="2689" y="3757"/>
                    <a:pt x="2625" y="3881"/>
                    <a:pt x="2565" y="4001"/>
                  </a:cubicBezTo>
                  <a:cubicBezTo>
                    <a:pt x="2505" y="4121"/>
                    <a:pt x="2453" y="4245"/>
                    <a:pt x="2405" y="4369"/>
                  </a:cubicBezTo>
                  <a:lnTo>
                    <a:pt x="2405" y="4381"/>
                  </a:lnTo>
                  <a:lnTo>
                    <a:pt x="2405" y="4385"/>
                  </a:lnTo>
                  <a:lnTo>
                    <a:pt x="2405" y="4389"/>
                  </a:lnTo>
                  <a:lnTo>
                    <a:pt x="2405" y="4397"/>
                  </a:lnTo>
                  <a:cubicBezTo>
                    <a:pt x="2401" y="4405"/>
                    <a:pt x="2401" y="4413"/>
                    <a:pt x="2401" y="4417"/>
                  </a:cubicBezTo>
                  <a:cubicBezTo>
                    <a:pt x="2397" y="4433"/>
                    <a:pt x="2389" y="4433"/>
                    <a:pt x="2389" y="4433"/>
                  </a:cubicBezTo>
                  <a:cubicBezTo>
                    <a:pt x="2365" y="4433"/>
                    <a:pt x="2341" y="4421"/>
                    <a:pt x="2321" y="4405"/>
                  </a:cubicBezTo>
                  <a:cubicBezTo>
                    <a:pt x="2269" y="4373"/>
                    <a:pt x="2217" y="4333"/>
                    <a:pt x="2173" y="4293"/>
                  </a:cubicBezTo>
                  <a:cubicBezTo>
                    <a:pt x="2149" y="4273"/>
                    <a:pt x="2125" y="4249"/>
                    <a:pt x="2097" y="4229"/>
                  </a:cubicBezTo>
                  <a:cubicBezTo>
                    <a:pt x="2073" y="4209"/>
                    <a:pt x="2045" y="4189"/>
                    <a:pt x="2017" y="4173"/>
                  </a:cubicBezTo>
                  <a:cubicBezTo>
                    <a:pt x="1961" y="4141"/>
                    <a:pt x="1901" y="4113"/>
                    <a:pt x="1841" y="4089"/>
                  </a:cubicBezTo>
                  <a:cubicBezTo>
                    <a:pt x="1725" y="4049"/>
                    <a:pt x="1605" y="4017"/>
                    <a:pt x="1485" y="3997"/>
                  </a:cubicBezTo>
                  <a:cubicBezTo>
                    <a:pt x="1249" y="3953"/>
                    <a:pt x="1033" y="3933"/>
                    <a:pt x="833" y="3897"/>
                  </a:cubicBezTo>
                  <a:cubicBezTo>
                    <a:pt x="741" y="3885"/>
                    <a:pt x="649" y="3861"/>
                    <a:pt x="557" y="3833"/>
                  </a:cubicBezTo>
                  <a:cubicBezTo>
                    <a:pt x="517" y="3821"/>
                    <a:pt x="473" y="3805"/>
                    <a:pt x="433" y="3789"/>
                  </a:cubicBezTo>
                  <a:lnTo>
                    <a:pt x="417" y="3781"/>
                  </a:lnTo>
                  <a:lnTo>
                    <a:pt x="409" y="3777"/>
                  </a:lnTo>
                  <a:lnTo>
                    <a:pt x="381" y="3761"/>
                  </a:lnTo>
                  <a:cubicBezTo>
                    <a:pt x="365" y="3753"/>
                    <a:pt x="345" y="3741"/>
                    <a:pt x="329" y="3733"/>
                  </a:cubicBezTo>
                  <a:cubicBezTo>
                    <a:pt x="269" y="3689"/>
                    <a:pt x="217" y="3641"/>
                    <a:pt x="173" y="3581"/>
                  </a:cubicBezTo>
                  <a:cubicBezTo>
                    <a:pt x="137" y="3529"/>
                    <a:pt x="105" y="3477"/>
                    <a:pt x="81" y="3417"/>
                  </a:cubicBezTo>
                  <a:cubicBezTo>
                    <a:pt x="49" y="3333"/>
                    <a:pt x="29" y="3244"/>
                    <a:pt x="21" y="3156"/>
                  </a:cubicBezTo>
                  <a:cubicBezTo>
                    <a:pt x="17" y="3124"/>
                    <a:pt x="17" y="3092"/>
                    <a:pt x="17" y="3060"/>
                  </a:cubicBezTo>
                  <a:lnTo>
                    <a:pt x="13" y="3056"/>
                  </a:lnTo>
                  <a:cubicBezTo>
                    <a:pt x="9" y="3088"/>
                    <a:pt x="5" y="3120"/>
                    <a:pt x="5" y="3156"/>
                  </a:cubicBezTo>
                  <a:cubicBezTo>
                    <a:pt x="1" y="3249"/>
                    <a:pt x="13" y="3345"/>
                    <a:pt x="37" y="3437"/>
                  </a:cubicBezTo>
                  <a:cubicBezTo>
                    <a:pt x="57" y="3501"/>
                    <a:pt x="85" y="3565"/>
                    <a:pt x="121" y="3625"/>
                  </a:cubicBezTo>
                  <a:cubicBezTo>
                    <a:pt x="165" y="3693"/>
                    <a:pt x="221" y="3753"/>
                    <a:pt x="289" y="3805"/>
                  </a:cubicBezTo>
                  <a:cubicBezTo>
                    <a:pt x="305" y="3817"/>
                    <a:pt x="325" y="3829"/>
                    <a:pt x="341" y="3841"/>
                  </a:cubicBezTo>
                  <a:lnTo>
                    <a:pt x="373" y="3861"/>
                  </a:lnTo>
                  <a:cubicBezTo>
                    <a:pt x="377" y="3865"/>
                    <a:pt x="381" y="3865"/>
                    <a:pt x="389" y="3869"/>
                  </a:cubicBezTo>
                  <a:lnTo>
                    <a:pt x="405" y="3877"/>
                  </a:lnTo>
                  <a:cubicBezTo>
                    <a:pt x="445" y="3897"/>
                    <a:pt x="489" y="3917"/>
                    <a:pt x="533" y="3933"/>
                  </a:cubicBezTo>
                  <a:cubicBezTo>
                    <a:pt x="625" y="3965"/>
                    <a:pt x="725" y="3993"/>
                    <a:pt x="821" y="4013"/>
                  </a:cubicBezTo>
                  <a:cubicBezTo>
                    <a:pt x="1021" y="4053"/>
                    <a:pt x="1245" y="4073"/>
                    <a:pt x="1473" y="4113"/>
                  </a:cubicBezTo>
                  <a:cubicBezTo>
                    <a:pt x="1701" y="4153"/>
                    <a:pt x="1945" y="4181"/>
                    <a:pt x="2133" y="4345"/>
                  </a:cubicBezTo>
                  <a:cubicBezTo>
                    <a:pt x="2185" y="4385"/>
                    <a:pt x="2241" y="4421"/>
                    <a:pt x="2301" y="4453"/>
                  </a:cubicBezTo>
                  <a:cubicBezTo>
                    <a:pt x="2317" y="4461"/>
                    <a:pt x="2333" y="4469"/>
                    <a:pt x="2349" y="4477"/>
                  </a:cubicBezTo>
                  <a:cubicBezTo>
                    <a:pt x="2360" y="4481"/>
                    <a:pt x="2374" y="4483"/>
                    <a:pt x="2386" y="4483"/>
                  </a:cubicBezTo>
                  <a:cubicBezTo>
                    <a:pt x="2395" y="4483"/>
                    <a:pt x="2404" y="4482"/>
                    <a:pt x="2413" y="4481"/>
                  </a:cubicBezTo>
                  <a:cubicBezTo>
                    <a:pt x="2429" y="4481"/>
                    <a:pt x="2441" y="4469"/>
                    <a:pt x="2449" y="4457"/>
                  </a:cubicBezTo>
                  <a:cubicBezTo>
                    <a:pt x="2453" y="4449"/>
                    <a:pt x="2457" y="4437"/>
                    <a:pt x="2461" y="4425"/>
                  </a:cubicBezTo>
                  <a:cubicBezTo>
                    <a:pt x="2465" y="4417"/>
                    <a:pt x="2465" y="4405"/>
                    <a:pt x="2465" y="4397"/>
                  </a:cubicBezTo>
                  <a:lnTo>
                    <a:pt x="2465" y="4393"/>
                  </a:lnTo>
                  <a:lnTo>
                    <a:pt x="2465" y="4389"/>
                  </a:lnTo>
                  <a:lnTo>
                    <a:pt x="2465" y="4377"/>
                  </a:lnTo>
                  <a:cubicBezTo>
                    <a:pt x="2481" y="4317"/>
                    <a:pt x="2505" y="4257"/>
                    <a:pt x="2529" y="4197"/>
                  </a:cubicBezTo>
                  <a:cubicBezTo>
                    <a:pt x="2557" y="4137"/>
                    <a:pt x="2581" y="4077"/>
                    <a:pt x="2613" y="4017"/>
                  </a:cubicBezTo>
                  <a:cubicBezTo>
                    <a:pt x="2729" y="3773"/>
                    <a:pt x="2873" y="3545"/>
                    <a:pt x="3049" y="3341"/>
                  </a:cubicBezTo>
                  <a:cubicBezTo>
                    <a:pt x="3237" y="3132"/>
                    <a:pt x="3333" y="2860"/>
                    <a:pt x="3393" y="2592"/>
                  </a:cubicBezTo>
                  <a:cubicBezTo>
                    <a:pt x="3417" y="2456"/>
                    <a:pt x="3429" y="2320"/>
                    <a:pt x="3425" y="2180"/>
                  </a:cubicBezTo>
                  <a:cubicBezTo>
                    <a:pt x="3417" y="2044"/>
                    <a:pt x="3389" y="1908"/>
                    <a:pt x="3337" y="1780"/>
                  </a:cubicBezTo>
                  <a:cubicBezTo>
                    <a:pt x="3321" y="1748"/>
                    <a:pt x="3305" y="1720"/>
                    <a:pt x="3289" y="1688"/>
                  </a:cubicBezTo>
                  <a:cubicBezTo>
                    <a:pt x="3269" y="1660"/>
                    <a:pt x="3253" y="1624"/>
                    <a:pt x="3225" y="1604"/>
                  </a:cubicBezTo>
                  <a:cubicBezTo>
                    <a:pt x="3201" y="1580"/>
                    <a:pt x="3173" y="1548"/>
                    <a:pt x="3153" y="1528"/>
                  </a:cubicBezTo>
                  <a:cubicBezTo>
                    <a:pt x="3133" y="1508"/>
                    <a:pt x="3105" y="1488"/>
                    <a:pt x="3085" y="1468"/>
                  </a:cubicBezTo>
                  <a:cubicBezTo>
                    <a:pt x="3073" y="1456"/>
                    <a:pt x="3061" y="1448"/>
                    <a:pt x="3049" y="1436"/>
                  </a:cubicBezTo>
                  <a:lnTo>
                    <a:pt x="3021" y="1408"/>
                  </a:lnTo>
                  <a:cubicBezTo>
                    <a:pt x="3005" y="1388"/>
                    <a:pt x="2985" y="1364"/>
                    <a:pt x="2965" y="1344"/>
                  </a:cubicBezTo>
                  <a:cubicBezTo>
                    <a:pt x="2949" y="1320"/>
                    <a:pt x="2929" y="1300"/>
                    <a:pt x="2913" y="1276"/>
                  </a:cubicBezTo>
                  <a:lnTo>
                    <a:pt x="2865" y="1208"/>
                  </a:lnTo>
                  <a:cubicBezTo>
                    <a:pt x="2737" y="1020"/>
                    <a:pt x="2637" y="824"/>
                    <a:pt x="2537" y="644"/>
                  </a:cubicBezTo>
                  <a:cubicBezTo>
                    <a:pt x="2489" y="556"/>
                    <a:pt x="2433" y="472"/>
                    <a:pt x="2369" y="392"/>
                  </a:cubicBezTo>
                  <a:cubicBezTo>
                    <a:pt x="2309" y="320"/>
                    <a:pt x="2237" y="260"/>
                    <a:pt x="2153" y="216"/>
                  </a:cubicBezTo>
                  <a:cubicBezTo>
                    <a:pt x="2077" y="176"/>
                    <a:pt x="2013" y="140"/>
                    <a:pt x="1953" y="100"/>
                  </a:cubicBezTo>
                  <a:cubicBezTo>
                    <a:pt x="1897" y="60"/>
                    <a:pt x="1833" y="28"/>
                    <a:pt x="1769" y="8"/>
                  </a:cubicBezTo>
                  <a:cubicBezTo>
                    <a:pt x="1744" y="3"/>
                    <a:pt x="1719" y="0"/>
                    <a:pt x="1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2"/>
            <p:cNvSpPr/>
            <p:nvPr/>
          </p:nvSpPr>
          <p:spPr>
            <a:xfrm>
              <a:off x="2812529" y="2637066"/>
              <a:ext cx="639304" cy="606059"/>
            </a:xfrm>
            <a:custGeom>
              <a:avLst/>
              <a:gdLst/>
              <a:ahLst/>
              <a:cxnLst/>
              <a:rect l="l" t="t" r="r" b="b"/>
              <a:pathLst>
                <a:path w="3173" h="3008" extrusionOk="0">
                  <a:moveTo>
                    <a:pt x="1995" y="1"/>
                  </a:moveTo>
                  <a:cubicBezTo>
                    <a:pt x="1951" y="1"/>
                    <a:pt x="1906" y="3"/>
                    <a:pt x="1861" y="6"/>
                  </a:cubicBezTo>
                  <a:cubicBezTo>
                    <a:pt x="1765" y="18"/>
                    <a:pt x="1669" y="34"/>
                    <a:pt x="1573" y="54"/>
                  </a:cubicBezTo>
                  <a:cubicBezTo>
                    <a:pt x="1481" y="74"/>
                    <a:pt x="1389" y="102"/>
                    <a:pt x="1297" y="126"/>
                  </a:cubicBezTo>
                  <a:cubicBezTo>
                    <a:pt x="1253" y="138"/>
                    <a:pt x="1209" y="150"/>
                    <a:pt x="1165" y="158"/>
                  </a:cubicBezTo>
                  <a:cubicBezTo>
                    <a:pt x="1134" y="161"/>
                    <a:pt x="1103" y="164"/>
                    <a:pt x="1071" y="164"/>
                  </a:cubicBezTo>
                  <a:cubicBezTo>
                    <a:pt x="1059" y="164"/>
                    <a:pt x="1046" y="163"/>
                    <a:pt x="1033" y="162"/>
                  </a:cubicBezTo>
                  <a:cubicBezTo>
                    <a:pt x="841" y="162"/>
                    <a:pt x="649" y="194"/>
                    <a:pt x="461" y="254"/>
                  </a:cubicBezTo>
                  <a:cubicBezTo>
                    <a:pt x="369" y="286"/>
                    <a:pt x="281" y="330"/>
                    <a:pt x="201" y="386"/>
                  </a:cubicBezTo>
                  <a:cubicBezTo>
                    <a:pt x="125" y="442"/>
                    <a:pt x="57" y="510"/>
                    <a:pt x="1" y="594"/>
                  </a:cubicBezTo>
                  <a:lnTo>
                    <a:pt x="13" y="602"/>
                  </a:lnTo>
                  <a:cubicBezTo>
                    <a:pt x="77" y="534"/>
                    <a:pt x="149" y="474"/>
                    <a:pt x="229" y="430"/>
                  </a:cubicBezTo>
                  <a:cubicBezTo>
                    <a:pt x="309" y="386"/>
                    <a:pt x="397" y="350"/>
                    <a:pt x="485" y="330"/>
                  </a:cubicBezTo>
                  <a:cubicBezTo>
                    <a:pt x="626" y="299"/>
                    <a:pt x="769" y="282"/>
                    <a:pt x="915" y="282"/>
                  </a:cubicBezTo>
                  <a:cubicBezTo>
                    <a:pt x="955" y="282"/>
                    <a:pt x="996" y="284"/>
                    <a:pt x="1037" y="286"/>
                  </a:cubicBezTo>
                  <a:cubicBezTo>
                    <a:pt x="1061" y="288"/>
                    <a:pt x="1086" y="289"/>
                    <a:pt x="1111" y="289"/>
                  </a:cubicBezTo>
                  <a:cubicBezTo>
                    <a:pt x="1136" y="289"/>
                    <a:pt x="1161" y="288"/>
                    <a:pt x="1185" y="286"/>
                  </a:cubicBezTo>
                  <a:cubicBezTo>
                    <a:pt x="1237" y="278"/>
                    <a:pt x="1285" y="266"/>
                    <a:pt x="1329" y="258"/>
                  </a:cubicBezTo>
                  <a:cubicBezTo>
                    <a:pt x="1421" y="234"/>
                    <a:pt x="1513" y="210"/>
                    <a:pt x="1605" y="194"/>
                  </a:cubicBezTo>
                  <a:cubicBezTo>
                    <a:pt x="1693" y="178"/>
                    <a:pt x="1785" y="162"/>
                    <a:pt x="1873" y="154"/>
                  </a:cubicBezTo>
                  <a:cubicBezTo>
                    <a:pt x="1919" y="150"/>
                    <a:pt x="1964" y="148"/>
                    <a:pt x="2008" y="148"/>
                  </a:cubicBezTo>
                  <a:cubicBezTo>
                    <a:pt x="2053" y="148"/>
                    <a:pt x="2097" y="150"/>
                    <a:pt x="2141" y="154"/>
                  </a:cubicBezTo>
                  <a:cubicBezTo>
                    <a:pt x="2165" y="154"/>
                    <a:pt x="2185" y="158"/>
                    <a:pt x="2209" y="162"/>
                  </a:cubicBezTo>
                  <a:cubicBezTo>
                    <a:pt x="2229" y="166"/>
                    <a:pt x="2249" y="170"/>
                    <a:pt x="2269" y="174"/>
                  </a:cubicBezTo>
                  <a:lnTo>
                    <a:pt x="2329" y="194"/>
                  </a:lnTo>
                  <a:lnTo>
                    <a:pt x="2393" y="222"/>
                  </a:lnTo>
                  <a:cubicBezTo>
                    <a:pt x="2469" y="258"/>
                    <a:pt x="2533" y="310"/>
                    <a:pt x="2585" y="378"/>
                  </a:cubicBezTo>
                  <a:cubicBezTo>
                    <a:pt x="2613" y="414"/>
                    <a:pt x="2637" y="450"/>
                    <a:pt x="2661" y="486"/>
                  </a:cubicBezTo>
                  <a:cubicBezTo>
                    <a:pt x="2685" y="526"/>
                    <a:pt x="2709" y="566"/>
                    <a:pt x="2725" y="606"/>
                  </a:cubicBezTo>
                  <a:cubicBezTo>
                    <a:pt x="2745" y="650"/>
                    <a:pt x="2761" y="690"/>
                    <a:pt x="2777" y="734"/>
                  </a:cubicBezTo>
                  <a:cubicBezTo>
                    <a:pt x="2797" y="778"/>
                    <a:pt x="2813" y="818"/>
                    <a:pt x="2825" y="862"/>
                  </a:cubicBezTo>
                  <a:cubicBezTo>
                    <a:pt x="2857" y="954"/>
                    <a:pt x="2881" y="1042"/>
                    <a:pt x="2901" y="1134"/>
                  </a:cubicBezTo>
                  <a:cubicBezTo>
                    <a:pt x="2921" y="1226"/>
                    <a:pt x="2933" y="1318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lnTo>
                    <a:pt x="2953" y="1622"/>
                  </a:ln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80"/>
                    <a:pt x="3038" y="1856"/>
                    <a:pt x="3098" y="1920"/>
                  </a:cubicBezTo>
                  <a:lnTo>
                    <a:pt x="3098" y="1920"/>
                  </a:lnTo>
                  <a:lnTo>
                    <a:pt x="3049" y="1942"/>
                  </a:lnTo>
                  <a:lnTo>
                    <a:pt x="2977" y="1982"/>
                  </a:lnTo>
                  <a:cubicBezTo>
                    <a:pt x="2929" y="2014"/>
                    <a:pt x="2881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29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6"/>
                  </a:lnTo>
                  <a:cubicBezTo>
                    <a:pt x="2169" y="2870"/>
                    <a:pt x="2129" y="2886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4"/>
                    <a:pt x="1621" y="2822"/>
                  </a:cubicBezTo>
                  <a:cubicBezTo>
                    <a:pt x="1573" y="2806"/>
                    <a:pt x="1521" y="2786"/>
                    <a:pt x="1473" y="2766"/>
                  </a:cubicBezTo>
                  <a:cubicBezTo>
                    <a:pt x="1421" y="2746"/>
                    <a:pt x="1373" y="2722"/>
                    <a:pt x="1325" y="2694"/>
                  </a:cubicBezTo>
                  <a:cubicBezTo>
                    <a:pt x="1229" y="2642"/>
                    <a:pt x="1121" y="2602"/>
                    <a:pt x="1013" y="2578"/>
                  </a:cubicBezTo>
                  <a:lnTo>
                    <a:pt x="1009" y="2590"/>
                  </a:lnTo>
                  <a:cubicBezTo>
                    <a:pt x="1109" y="2634"/>
                    <a:pt x="1205" y="2686"/>
                    <a:pt x="1297" y="2746"/>
                  </a:cubicBezTo>
                  <a:cubicBezTo>
                    <a:pt x="1341" y="2782"/>
                    <a:pt x="1389" y="2810"/>
                    <a:pt x="1441" y="2838"/>
                  </a:cubicBezTo>
                  <a:cubicBezTo>
                    <a:pt x="1489" y="2862"/>
                    <a:pt x="1541" y="2886"/>
                    <a:pt x="1597" y="2906"/>
                  </a:cubicBezTo>
                  <a:cubicBezTo>
                    <a:pt x="1701" y="2950"/>
                    <a:pt x="1813" y="2978"/>
                    <a:pt x="1925" y="2998"/>
                  </a:cubicBezTo>
                  <a:cubicBezTo>
                    <a:pt x="1969" y="3004"/>
                    <a:pt x="2013" y="3008"/>
                    <a:pt x="2055" y="3008"/>
                  </a:cubicBezTo>
                  <a:cubicBezTo>
                    <a:pt x="2070" y="3008"/>
                    <a:pt x="2086" y="3008"/>
                    <a:pt x="2101" y="3006"/>
                  </a:cubicBezTo>
                  <a:cubicBezTo>
                    <a:pt x="2173" y="3002"/>
                    <a:pt x="2241" y="2974"/>
                    <a:pt x="2293" y="2930"/>
                  </a:cubicBezTo>
                  <a:lnTo>
                    <a:pt x="2321" y="2898"/>
                  </a:lnTo>
                  <a:lnTo>
                    <a:pt x="2349" y="2862"/>
                  </a:lnTo>
                  <a:cubicBezTo>
                    <a:pt x="2369" y="2838"/>
                    <a:pt x="2385" y="2818"/>
                    <a:pt x="2401" y="2794"/>
                  </a:cubicBezTo>
                  <a:lnTo>
                    <a:pt x="2493" y="2658"/>
                  </a:lnTo>
                  <a:cubicBezTo>
                    <a:pt x="2557" y="2566"/>
                    <a:pt x="2617" y="2474"/>
                    <a:pt x="2677" y="2386"/>
                  </a:cubicBezTo>
                  <a:cubicBezTo>
                    <a:pt x="2713" y="2342"/>
                    <a:pt x="2745" y="2298"/>
                    <a:pt x="2777" y="2258"/>
                  </a:cubicBezTo>
                  <a:cubicBezTo>
                    <a:pt x="2813" y="2214"/>
                    <a:pt x="2849" y="2174"/>
                    <a:pt x="2885" y="2134"/>
                  </a:cubicBezTo>
                  <a:cubicBezTo>
                    <a:pt x="2925" y="2098"/>
                    <a:pt x="2965" y="2062"/>
                    <a:pt x="3005" y="2030"/>
                  </a:cubicBezTo>
                  <a:lnTo>
                    <a:pt x="3073" y="1982"/>
                  </a:lnTo>
                  <a:lnTo>
                    <a:pt x="3145" y="1946"/>
                  </a:lnTo>
                  <a:lnTo>
                    <a:pt x="3173" y="1930"/>
                  </a:lnTo>
                  <a:lnTo>
                    <a:pt x="3153" y="1910"/>
                  </a:lnTo>
                  <a:cubicBezTo>
                    <a:pt x="3085" y="1846"/>
                    <a:pt x="3033" y="1770"/>
                    <a:pt x="3005" y="1682"/>
                  </a:cubicBezTo>
                  <a:cubicBezTo>
                    <a:pt x="3001" y="1662"/>
                    <a:pt x="2997" y="1638"/>
                    <a:pt x="2997" y="1618"/>
                  </a:cubicBezTo>
                  <a:cubicBezTo>
                    <a:pt x="2993" y="1606"/>
                    <a:pt x="2993" y="1598"/>
                    <a:pt x="2997" y="1586"/>
                  </a:cubicBezTo>
                  <a:lnTo>
                    <a:pt x="2997" y="1550"/>
                  </a:lnTo>
                  <a:cubicBezTo>
                    <a:pt x="3001" y="1502"/>
                    <a:pt x="2997" y="1454"/>
                    <a:pt x="2997" y="1406"/>
                  </a:cubicBezTo>
                  <a:cubicBezTo>
                    <a:pt x="2989" y="1310"/>
                    <a:pt x="2981" y="1214"/>
                    <a:pt x="2969" y="1122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93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5" y="302"/>
                  </a:cubicBezTo>
                  <a:cubicBezTo>
                    <a:pt x="2625" y="214"/>
                    <a:pt x="2541" y="146"/>
                    <a:pt x="2449" y="98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5" y="34"/>
                    <a:pt x="2261" y="26"/>
                    <a:pt x="2233" y="22"/>
                  </a:cubicBezTo>
                  <a:cubicBezTo>
                    <a:pt x="2209" y="18"/>
                    <a:pt x="2185" y="10"/>
                    <a:pt x="2157" y="10"/>
                  </a:cubicBezTo>
                  <a:cubicBezTo>
                    <a:pt x="2104" y="4"/>
                    <a:pt x="2050" y="1"/>
                    <a:pt x="19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2"/>
            <p:cNvSpPr/>
            <p:nvPr/>
          </p:nvSpPr>
          <p:spPr>
            <a:xfrm>
              <a:off x="2403919" y="1908100"/>
              <a:ext cx="864158" cy="805326"/>
            </a:xfrm>
            <a:custGeom>
              <a:avLst/>
              <a:gdLst/>
              <a:ahLst/>
              <a:cxnLst/>
              <a:rect l="l" t="t" r="r" b="b"/>
              <a:pathLst>
                <a:path w="4289" h="3997" extrusionOk="0">
                  <a:moveTo>
                    <a:pt x="3541" y="0"/>
                  </a:moveTo>
                  <a:lnTo>
                    <a:pt x="3509" y="4"/>
                  </a:lnTo>
                  <a:cubicBezTo>
                    <a:pt x="3369" y="16"/>
                    <a:pt x="3229" y="28"/>
                    <a:pt x="3089" y="36"/>
                  </a:cubicBezTo>
                  <a:cubicBezTo>
                    <a:pt x="3055" y="38"/>
                    <a:pt x="3021" y="39"/>
                    <a:pt x="2986" y="39"/>
                  </a:cubicBezTo>
                  <a:cubicBezTo>
                    <a:pt x="2952" y="39"/>
                    <a:pt x="2917" y="38"/>
                    <a:pt x="2881" y="36"/>
                  </a:cubicBezTo>
                  <a:cubicBezTo>
                    <a:pt x="2809" y="32"/>
                    <a:pt x="2741" y="32"/>
                    <a:pt x="2669" y="32"/>
                  </a:cubicBezTo>
                  <a:cubicBezTo>
                    <a:pt x="2620" y="31"/>
                    <a:pt x="2571" y="30"/>
                    <a:pt x="2523" y="30"/>
                  </a:cubicBezTo>
                  <a:cubicBezTo>
                    <a:pt x="2287" y="30"/>
                    <a:pt x="2053" y="46"/>
                    <a:pt x="1821" y="72"/>
                  </a:cubicBezTo>
                  <a:cubicBezTo>
                    <a:pt x="1677" y="88"/>
                    <a:pt x="1533" y="116"/>
                    <a:pt x="1397" y="160"/>
                  </a:cubicBezTo>
                  <a:cubicBezTo>
                    <a:pt x="1361" y="172"/>
                    <a:pt x="1325" y="184"/>
                    <a:pt x="1293" y="200"/>
                  </a:cubicBezTo>
                  <a:cubicBezTo>
                    <a:pt x="1261" y="212"/>
                    <a:pt x="1225" y="236"/>
                    <a:pt x="1193" y="252"/>
                  </a:cubicBezTo>
                  <a:cubicBezTo>
                    <a:pt x="1165" y="268"/>
                    <a:pt x="1133" y="292"/>
                    <a:pt x="1105" y="304"/>
                  </a:cubicBezTo>
                  <a:cubicBezTo>
                    <a:pt x="1077" y="320"/>
                    <a:pt x="1045" y="332"/>
                    <a:pt x="1017" y="344"/>
                  </a:cubicBezTo>
                  <a:cubicBezTo>
                    <a:pt x="885" y="392"/>
                    <a:pt x="753" y="428"/>
                    <a:pt x="617" y="456"/>
                  </a:cubicBezTo>
                  <a:cubicBezTo>
                    <a:pt x="541" y="476"/>
                    <a:pt x="469" y="508"/>
                    <a:pt x="401" y="548"/>
                  </a:cubicBezTo>
                  <a:cubicBezTo>
                    <a:pt x="337" y="592"/>
                    <a:pt x="277" y="652"/>
                    <a:pt x="233" y="720"/>
                  </a:cubicBezTo>
                  <a:cubicBezTo>
                    <a:pt x="213" y="748"/>
                    <a:pt x="197" y="784"/>
                    <a:pt x="177" y="816"/>
                  </a:cubicBezTo>
                  <a:cubicBezTo>
                    <a:pt x="161" y="848"/>
                    <a:pt x="145" y="884"/>
                    <a:pt x="133" y="920"/>
                  </a:cubicBezTo>
                  <a:cubicBezTo>
                    <a:pt x="105" y="988"/>
                    <a:pt x="81" y="1060"/>
                    <a:pt x="65" y="1128"/>
                  </a:cubicBezTo>
                  <a:cubicBezTo>
                    <a:pt x="29" y="1272"/>
                    <a:pt x="13" y="1416"/>
                    <a:pt x="9" y="1564"/>
                  </a:cubicBezTo>
                  <a:cubicBezTo>
                    <a:pt x="1" y="1708"/>
                    <a:pt x="13" y="1856"/>
                    <a:pt x="45" y="1996"/>
                  </a:cubicBezTo>
                  <a:cubicBezTo>
                    <a:pt x="77" y="2140"/>
                    <a:pt x="125" y="2280"/>
                    <a:pt x="189" y="2408"/>
                  </a:cubicBezTo>
                  <a:cubicBezTo>
                    <a:pt x="245" y="2540"/>
                    <a:pt x="313" y="2664"/>
                    <a:pt x="373" y="2788"/>
                  </a:cubicBezTo>
                  <a:cubicBezTo>
                    <a:pt x="489" y="3040"/>
                    <a:pt x="525" y="3320"/>
                    <a:pt x="481" y="3592"/>
                  </a:cubicBezTo>
                  <a:cubicBezTo>
                    <a:pt x="465" y="3660"/>
                    <a:pt x="457" y="3732"/>
                    <a:pt x="457" y="3804"/>
                  </a:cubicBezTo>
                  <a:cubicBezTo>
                    <a:pt x="469" y="3880"/>
                    <a:pt x="505" y="3948"/>
                    <a:pt x="557" y="3996"/>
                  </a:cubicBezTo>
                  <a:lnTo>
                    <a:pt x="569" y="3988"/>
                  </a:lnTo>
                  <a:cubicBezTo>
                    <a:pt x="525" y="3936"/>
                    <a:pt x="497" y="3872"/>
                    <a:pt x="493" y="3804"/>
                  </a:cubicBezTo>
                  <a:cubicBezTo>
                    <a:pt x="497" y="3736"/>
                    <a:pt x="513" y="3668"/>
                    <a:pt x="533" y="3604"/>
                  </a:cubicBezTo>
                  <a:cubicBezTo>
                    <a:pt x="549" y="3532"/>
                    <a:pt x="561" y="3464"/>
                    <a:pt x="569" y="3392"/>
                  </a:cubicBezTo>
                  <a:cubicBezTo>
                    <a:pt x="569" y="3352"/>
                    <a:pt x="565" y="3316"/>
                    <a:pt x="569" y="3280"/>
                  </a:cubicBezTo>
                  <a:cubicBezTo>
                    <a:pt x="569" y="3248"/>
                    <a:pt x="561" y="3208"/>
                    <a:pt x="561" y="3176"/>
                  </a:cubicBezTo>
                  <a:cubicBezTo>
                    <a:pt x="553" y="3028"/>
                    <a:pt x="517" y="2888"/>
                    <a:pt x="461" y="2752"/>
                  </a:cubicBezTo>
                  <a:cubicBezTo>
                    <a:pt x="409" y="2616"/>
                    <a:pt x="341" y="2492"/>
                    <a:pt x="293" y="2364"/>
                  </a:cubicBezTo>
                  <a:cubicBezTo>
                    <a:pt x="237" y="2240"/>
                    <a:pt x="197" y="2108"/>
                    <a:pt x="169" y="1976"/>
                  </a:cubicBezTo>
                  <a:cubicBezTo>
                    <a:pt x="149" y="1840"/>
                    <a:pt x="141" y="1704"/>
                    <a:pt x="145" y="1568"/>
                  </a:cubicBezTo>
                  <a:cubicBezTo>
                    <a:pt x="153" y="1436"/>
                    <a:pt x="173" y="1300"/>
                    <a:pt x="205" y="1168"/>
                  </a:cubicBezTo>
                  <a:cubicBezTo>
                    <a:pt x="221" y="1104"/>
                    <a:pt x="241" y="1040"/>
                    <a:pt x="269" y="976"/>
                  </a:cubicBezTo>
                  <a:cubicBezTo>
                    <a:pt x="277" y="944"/>
                    <a:pt x="293" y="916"/>
                    <a:pt x="305" y="888"/>
                  </a:cubicBezTo>
                  <a:cubicBezTo>
                    <a:pt x="321" y="860"/>
                    <a:pt x="337" y="832"/>
                    <a:pt x="357" y="804"/>
                  </a:cubicBezTo>
                  <a:cubicBezTo>
                    <a:pt x="425" y="700"/>
                    <a:pt x="533" y="624"/>
                    <a:pt x="657" y="596"/>
                  </a:cubicBezTo>
                  <a:cubicBezTo>
                    <a:pt x="797" y="564"/>
                    <a:pt x="933" y="520"/>
                    <a:pt x="1065" y="468"/>
                  </a:cubicBezTo>
                  <a:cubicBezTo>
                    <a:pt x="1101" y="456"/>
                    <a:pt x="1133" y="440"/>
                    <a:pt x="1165" y="420"/>
                  </a:cubicBezTo>
                  <a:cubicBezTo>
                    <a:pt x="1201" y="400"/>
                    <a:pt x="1233" y="376"/>
                    <a:pt x="1261" y="364"/>
                  </a:cubicBezTo>
                  <a:cubicBezTo>
                    <a:pt x="1289" y="348"/>
                    <a:pt x="1313" y="332"/>
                    <a:pt x="1345" y="316"/>
                  </a:cubicBezTo>
                  <a:cubicBezTo>
                    <a:pt x="1377" y="304"/>
                    <a:pt x="1405" y="292"/>
                    <a:pt x="1437" y="280"/>
                  </a:cubicBezTo>
                  <a:cubicBezTo>
                    <a:pt x="1565" y="236"/>
                    <a:pt x="1701" y="204"/>
                    <a:pt x="1837" y="184"/>
                  </a:cubicBezTo>
                  <a:cubicBezTo>
                    <a:pt x="2113" y="140"/>
                    <a:pt x="2393" y="112"/>
                    <a:pt x="2669" y="104"/>
                  </a:cubicBezTo>
                  <a:cubicBezTo>
                    <a:pt x="2720" y="101"/>
                    <a:pt x="2771" y="98"/>
                    <a:pt x="2820" y="98"/>
                  </a:cubicBezTo>
                  <a:cubicBezTo>
                    <a:pt x="2841" y="98"/>
                    <a:pt x="2861" y="99"/>
                    <a:pt x="2881" y="100"/>
                  </a:cubicBezTo>
                  <a:cubicBezTo>
                    <a:pt x="2949" y="100"/>
                    <a:pt x="3025" y="96"/>
                    <a:pt x="3093" y="92"/>
                  </a:cubicBezTo>
                  <a:cubicBezTo>
                    <a:pt x="3226" y="81"/>
                    <a:pt x="3356" y="70"/>
                    <a:pt x="3486" y="56"/>
                  </a:cubicBezTo>
                  <a:lnTo>
                    <a:pt x="3486" y="56"/>
                  </a:lnTo>
                  <a:cubicBezTo>
                    <a:pt x="3466" y="145"/>
                    <a:pt x="3456" y="235"/>
                    <a:pt x="3453" y="324"/>
                  </a:cubicBezTo>
                  <a:cubicBezTo>
                    <a:pt x="3449" y="424"/>
                    <a:pt x="3453" y="528"/>
                    <a:pt x="3473" y="628"/>
                  </a:cubicBezTo>
                  <a:cubicBezTo>
                    <a:pt x="3481" y="680"/>
                    <a:pt x="3493" y="728"/>
                    <a:pt x="3509" y="780"/>
                  </a:cubicBezTo>
                  <a:lnTo>
                    <a:pt x="3541" y="852"/>
                  </a:lnTo>
                  <a:lnTo>
                    <a:pt x="3573" y="920"/>
                  </a:lnTo>
                  <a:cubicBezTo>
                    <a:pt x="3625" y="1008"/>
                    <a:pt x="3669" y="1096"/>
                    <a:pt x="3709" y="1184"/>
                  </a:cubicBezTo>
                  <a:cubicBezTo>
                    <a:pt x="3753" y="1276"/>
                    <a:pt x="3793" y="1368"/>
                    <a:pt x="3829" y="1460"/>
                  </a:cubicBezTo>
                  <a:cubicBezTo>
                    <a:pt x="3869" y="1552"/>
                    <a:pt x="3905" y="1644"/>
                    <a:pt x="3941" y="1736"/>
                  </a:cubicBezTo>
                  <a:cubicBezTo>
                    <a:pt x="3973" y="1828"/>
                    <a:pt x="4009" y="1924"/>
                    <a:pt x="4041" y="2016"/>
                  </a:cubicBezTo>
                  <a:cubicBezTo>
                    <a:pt x="4069" y="2112"/>
                    <a:pt x="4101" y="2204"/>
                    <a:pt x="4125" y="2300"/>
                  </a:cubicBezTo>
                  <a:cubicBezTo>
                    <a:pt x="4145" y="2392"/>
                    <a:pt x="4161" y="2484"/>
                    <a:pt x="4169" y="2576"/>
                  </a:cubicBezTo>
                  <a:cubicBezTo>
                    <a:pt x="4169" y="2672"/>
                    <a:pt x="4149" y="2764"/>
                    <a:pt x="4113" y="2852"/>
                  </a:cubicBezTo>
                  <a:cubicBezTo>
                    <a:pt x="4049" y="3032"/>
                    <a:pt x="3937" y="3192"/>
                    <a:pt x="3789" y="3312"/>
                  </a:cubicBezTo>
                  <a:cubicBezTo>
                    <a:pt x="3717" y="3372"/>
                    <a:pt x="3633" y="3420"/>
                    <a:pt x="3545" y="3448"/>
                  </a:cubicBezTo>
                  <a:cubicBezTo>
                    <a:pt x="3525" y="3456"/>
                    <a:pt x="3497" y="3464"/>
                    <a:pt x="3473" y="3468"/>
                  </a:cubicBezTo>
                  <a:lnTo>
                    <a:pt x="3401" y="3484"/>
                  </a:lnTo>
                  <a:cubicBezTo>
                    <a:pt x="3349" y="3496"/>
                    <a:pt x="3301" y="3512"/>
                    <a:pt x="3253" y="3532"/>
                  </a:cubicBezTo>
                  <a:cubicBezTo>
                    <a:pt x="3157" y="3568"/>
                    <a:pt x="3065" y="3612"/>
                    <a:pt x="2977" y="3664"/>
                  </a:cubicBezTo>
                  <a:cubicBezTo>
                    <a:pt x="2893" y="3716"/>
                    <a:pt x="2809" y="3772"/>
                    <a:pt x="2733" y="3840"/>
                  </a:cubicBezTo>
                  <a:lnTo>
                    <a:pt x="2737" y="3848"/>
                  </a:lnTo>
                  <a:cubicBezTo>
                    <a:pt x="2821" y="3792"/>
                    <a:pt x="2905" y="3740"/>
                    <a:pt x="2997" y="3696"/>
                  </a:cubicBezTo>
                  <a:cubicBezTo>
                    <a:pt x="3085" y="3652"/>
                    <a:pt x="3177" y="3616"/>
                    <a:pt x="3269" y="3588"/>
                  </a:cubicBezTo>
                  <a:cubicBezTo>
                    <a:pt x="3317" y="3576"/>
                    <a:pt x="3361" y="3564"/>
                    <a:pt x="3413" y="3552"/>
                  </a:cubicBezTo>
                  <a:lnTo>
                    <a:pt x="3485" y="3540"/>
                  </a:lnTo>
                  <a:cubicBezTo>
                    <a:pt x="3509" y="3536"/>
                    <a:pt x="3537" y="3532"/>
                    <a:pt x="3561" y="3524"/>
                  </a:cubicBezTo>
                  <a:cubicBezTo>
                    <a:pt x="3665" y="3496"/>
                    <a:pt x="3761" y="3452"/>
                    <a:pt x="3845" y="3388"/>
                  </a:cubicBezTo>
                  <a:cubicBezTo>
                    <a:pt x="4017" y="3260"/>
                    <a:pt x="4145" y="3088"/>
                    <a:pt x="4221" y="2892"/>
                  </a:cubicBezTo>
                  <a:cubicBezTo>
                    <a:pt x="4261" y="2792"/>
                    <a:pt x="4285" y="2688"/>
                    <a:pt x="4289" y="2580"/>
                  </a:cubicBezTo>
                  <a:cubicBezTo>
                    <a:pt x="4285" y="2476"/>
                    <a:pt x="4269" y="2368"/>
                    <a:pt x="4241" y="2264"/>
                  </a:cubicBezTo>
                  <a:cubicBezTo>
                    <a:pt x="4213" y="2168"/>
                    <a:pt x="4185" y="2068"/>
                    <a:pt x="4149" y="1972"/>
                  </a:cubicBezTo>
                  <a:cubicBezTo>
                    <a:pt x="4117" y="1880"/>
                    <a:pt x="4081" y="1784"/>
                    <a:pt x="4041" y="1692"/>
                  </a:cubicBezTo>
                  <a:cubicBezTo>
                    <a:pt x="4001" y="1600"/>
                    <a:pt x="3957" y="1508"/>
                    <a:pt x="3913" y="1416"/>
                  </a:cubicBezTo>
                  <a:cubicBezTo>
                    <a:pt x="3869" y="1324"/>
                    <a:pt x="3821" y="1236"/>
                    <a:pt x="3777" y="1148"/>
                  </a:cubicBezTo>
                  <a:cubicBezTo>
                    <a:pt x="3729" y="1060"/>
                    <a:pt x="3681" y="968"/>
                    <a:pt x="3625" y="888"/>
                  </a:cubicBezTo>
                  <a:lnTo>
                    <a:pt x="3589" y="820"/>
                  </a:lnTo>
                  <a:cubicBezTo>
                    <a:pt x="3577" y="800"/>
                    <a:pt x="3569" y="780"/>
                    <a:pt x="3561" y="756"/>
                  </a:cubicBezTo>
                  <a:cubicBezTo>
                    <a:pt x="3545" y="712"/>
                    <a:pt x="3529" y="664"/>
                    <a:pt x="3517" y="616"/>
                  </a:cubicBezTo>
                  <a:cubicBezTo>
                    <a:pt x="3501" y="520"/>
                    <a:pt x="3493" y="420"/>
                    <a:pt x="3497" y="324"/>
                  </a:cubicBezTo>
                  <a:cubicBezTo>
                    <a:pt x="3497" y="224"/>
                    <a:pt x="3513" y="128"/>
                    <a:pt x="3533" y="32"/>
                  </a:cubicBezTo>
                  <a:lnTo>
                    <a:pt x="35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2"/>
            <p:cNvSpPr/>
            <p:nvPr/>
          </p:nvSpPr>
          <p:spPr>
            <a:xfrm>
              <a:off x="1737410" y="2169625"/>
              <a:ext cx="773894" cy="711838"/>
            </a:xfrm>
            <a:custGeom>
              <a:avLst/>
              <a:gdLst/>
              <a:ahLst/>
              <a:cxnLst/>
              <a:rect l="l" t="t" r="r" b="b"/>
              <a:pathLst>
                <a:path w="3841" h="3533" extrusionOk="0">
                  <a:moveTo>
                    <a:pt x="1907" y="1"/>
                  </a:moveTo>
                  <a:cubicBezTo>
                    <a:pt x="1880" y="1"/>
                    <a:pt x="1852" y="1"/>
                    <a:pt x="1825" y="2"/>
                  </a:cubicBezTo>
                  <a:cubicBezTo>
                    <a:pt x="1721" y="2"/>
                    <a:pt x="1621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6" y="126"/>
                    <a:pt x="828" y="142"/>
                    <a:pt x="780" y="158"/>
                  </a:cubicBezTo>
                  <a:lnTo>
                    <a:pt x="640" y="214"/>
                  </a:lnTo>
                  <a:cubicBezTo>
                    <a:pt x="548" y="254"/>
                    <a:pt x="452" y="282"/>
                    <a:pt x="356" y="298"/>
                  </a:cubicBezTo>
                  <a:cubicBezTo>
                    <a:pt x="306" y="311"/>
                    <a:pt x="253" y="317"/>
                    <a:pt x="199" y="317"/>
                  </a:cubicBezTo>
                  <a:cubicBezTo>
                    <a:pt x="156" y="317"/>
                    <a:pt x="112" y="313"/>
                    <a:pt x="68" y="306"/>
                  </a:cubicBezTo>
                  <a:lnTo>
                    <a:pt x="0" y="294"/>
                  </a:lnTo>
                  <a:lnTo>
                    <a:pt x="40" y="354"/>
                  </a:lnTo>
                  <a:cubicBezTo>
                    <a:pt x="96" y="446"/>
                    <a:pt x="132" y="550"/>
                    <a:pt x="144" y="662"/>
                  </a:cubicBezTo>
                  <a:cubicBezTo>
                    <a:pt x="156" y="770"/>
                    <a:pt x="148" y="878"/>
                    <a:pt x="120" y="986"/>
                  </a:cubicBezTo>
                  <a:lnTo>
                    <a:pt x="100" y="1070"/>
                  </a:lnTo>
                  <a:lnTo>
                    <a:pt x="84" y="1158"/>
                  </a:lnTo>
                  <a:cubicBezTo>
                    <a:pt x="80" y="1218"/>
                    <a:pt x="72" y="1278"/>
                    <a:pt x="72" y="1334"/>
                  </a:cubicBezTo>
                  <a:cubicBezTo>
                    <a:pt x="68" y="1454"/>
                    <a:pt x="80" y="1574"/>
                    <a:pt x="104" y="1690"/>
                  </a:cubicBezTo>
                  <a:cubicBezTo>
                    <a:pt x="128" y="1810"/>
                    <a:pt x="172" y="1922"/>
                    <a:pt x="232" y="2030"/>
                  </a:cubicBezTo>
                  <a:cubicBezTo>
                    <a:pt x="296" y="2134"/>
                    <a:pt x="372" y="2230"/>
                    <a:pt x="468" y="2306"/>
                  </a:cubicBezTo>
                  <a:lnTo>
                    <a:pt x="540" y="2362"/>
                  </a:lnTo>
                  <a:cubicBezTo>
                    <a:pt x="564" y="2382"/>
                    <a:pt x="592" y="2398"/>
                    <a:pt x="616" y="2414"/>
                  </a:cubicBezTo>
                  <a:cubicBezTo>
                    <a:pt x="668" y="2446"/>
                    <a:pt x="724" y="2470"/>
                    <a:pt x="780" y="2494"/>
                  </a:cubicBezTo>
                  <a:cubicBezTo>
                    <a:pt x="888" y="2542"/>
                    <a:pt x="996" y="2578"/>
                    <a:pt x="1104" y="2614"/>
                  </a:cubicBezTo>
                  <a:cubicBezTo>
                    <a:pt x="1324" y="2690"/>
                    <a:pt x="1544" y="2754"/>
                    <a:pt x="1757" y="2834"/>
                  </a:cubicBezTo>
                  <a:cubicBezTo>
                    <a:pt x="1861" y="2874"/>
                    <a:pt x="1965" y="2914"/>
                    <a:pt x="2065" y="2966"/>
                  </a:cubicBezTo>
                  <a:cubicBezTo>
                    <a:pt x="2165" y="3014"/>
                    <a:pt x="2257" y="3074"/>
                    <a:pt x="2341" y="3142"/>
                  </a:cubicBezTo>
                  <a:cubicBezTo>
                    <a:pt x="2381" y="3178"/>
                    <a:pt x="2421" y="3218"/>
                    <a:pt x="2457" y="3258"/>
                  </a:cubicBezTo>
                  <a:lnTo>
                    <a:pt x="2481" y="3290"/>
                  </a:lnTo>
                  <a:lnTo>
                    <a:pt x="2489" y="3298"/>
                  </a:lnTo>
                  <a:lnTo>
                    <a:pt x="2493" y="3302"/>
                  </a:lnTo>
                  <a:lnTo>
                    <a:pt x="2501" y="3310"/>
                  </a:lnTo>
                  <a:lnTo>
                    <a:pt x="2517" y="3326"/>
                  </a:lnTo>
                  <a:cubicBezTo>
                    <a:pt x="2533" y="3346"/>
                    <a:pt x="2557" y="3370"/>
                    <a:pt x="2581" y="3390"/>
                  </a:cubicBezTo>
                  <a:cubicBezTo>
                    <a:pt x="2677" y="3466"/>
                    <a:pt x="2793" y="3514"/>
                    <a:pt x="2917" y="3526"/>
                  </a:cubicBezTo>
                  <a:cubicBezTo>
                    <a:pt x="2958" y="3531"/>
                    <a:pt x="3000" y="3533"/>
                    <a:pt x="3042" y="3533"/>
                  </a:cubicBezTo>
                  <a:cubicBezTo>
                    <a:pt x="3118" y="3533"/>
                    <a:pt x="3193" y="3526"/>
                    <a:pt x="3265" y="3510"/>
                  </a:cubicBezTo>
                  <a:cubicBezTo>
                    <a:pt x="3381" y="3490"/>
                    <a:pt x="3493" y="3454"/>
                    <a:pt x="3597" y="3410"/>
                  </a:cubicBezTo>
                  <a:lnTo>
                    <a:pt x="3593" y="3398"/>
                  </a:lnTo>
                  <a:cubicBezTo>
                    <a:pt x="3485" y="3430"/>
                    <a:pt x="3373" y="3454"/>
                    <a:pt x="3261" y="3466"/>
                  </a:cubicBezTo>
                  <a:cubicBezTo>
                    <a:pt x="3219" y="3471"/>
                    <a:pt x="3177" y="3473"/>
                    <a:pt x="3135" y="3473"/>
                  </a:cubicBezTo>
                  <a:cubicBezTo>
                    <a:pt x="3065" y="3473"/>
                    <a:pt x="2996" y="3467"/>
                    <a:pt x="2929" y="3454"/>
                  </a:cubicBezTo>
                  <a:cubicBezTo>
                    <a:pt x="2821" y="3438"/>
                    <a:pt x="2725" y="3390"/>
                    <a:pt x="2645" y="3322"/>
                  </a:cubicBezTo>
                  <a:cubicBezTo>
                    <a:pt x="2625" y="3302"/>
                    <a:pt x="2605" y="3282"/>
                    <a:pt x="2589" y="3262"/>
                  </a:cubicBezTo>
                  <a:lnTo>
                    <a:pt x="2565" y="3230"/>
                  </a:lnTo>
                  <a:lnTo>
                    <a:pt x="2537" y="3194"/>
                  </a:lnTo>
                  <a:cubicBezTo>
                    <a:pt x="2501" y="3146"/>
                    <a:pt x="2457" y="3102"/>
                    <a:pt x="2413" y="3062"/>
                  </a:cubicBezTo>
                  <a:cubicBezTo>
                    <a:pt x="2325" y="2982"/>
                    <a:pt x="2229" y="2914"/>
                    <a:pt x="2121" y="2858"/>
                  </a:cubicBezTo>
                  <a:cubicBezTo>
                    <a:pt x="2021" y="2802"/>
                    <a:pt x="1913" y="2750"/>
                    <a:pt x="1805" y="2706"/>
                  </a:cubicBezTo>
                  <a:cubicBezTo>
                    <a:pt x="1588" y="2622"/>
                    <a:pt x="1368" y="2550"/>
                    <a:pt x="1152" y="2478"/>
                  </a:cubicBezTo>
                  <a:lnTo>
                    <a:pt x="992" y="2422"/>
                  </a:lnTo>
                  <a:cubicBezTo>
                    <a:pt x="940" y="2402"/>
                    <a:pt x="880" y="2382"/>
                    <a:pt x="836" y="2362"/>
                  </a:cubicBezTo>
                  <a:cubicBezTo>
                    <a:pt x="784" y="2342"/>
                    <a:pt x="736" y="2318"/>
                    <a:pt x="688" y="2290"/>
                  </a:cubicBezTo>
                  <a:cubicBezTo>
                    <a:pt x="548" y="2214"/>
                    <a:pt x="432" y="2102"/>
                    <a:pt x="348" y="1962"/>
                  </a:cubicBezTo>
                  <a:cubicBezTo>
                    <a:pt x="292" y="1870"/>
                    <a:pt x="248" y="1770"/>
                    <a:pt x="224" y="1662"/>
                  </a:cubicBezTo>
                  <a:cubicBezTo>
                    <a:pt x="196" y="1558"/>
                    <a:pt x="184" y="1446"/>
                    <a:pt x="184" y="1338"/>
                  </a:cubicBezTo>
                  <a:cubicBezTo>
                    <a:pt x="184" y="1282"/>
                    <a:pt x="184" y="1226"/>
                    <a:pt x="192" y="1170"/>
                  </a:cubicBezTo>
                  <a:lnTo>
                    <a:pt x="200" y="1090"/>
                  </a:lnTo>
                  <a:lnTo>
                    <a:pt x="212" y="1006"/>
                  </a:lnTo>
                  <a:cubicBezTo>
                    <a:pt x="236" y="890"/>
                    <a:pt x="240" y="770"/>
                    <a:pt x="220" y="650"/>
                  </a:cubicBezTo>
                  <a:cubicBezTo>
                    <a:pt x="204" y="551"/>
                    <a:pt x="171" y="457"/>
                    <a:pt x="122" y="371"/>
                  </a:cubicBezTo>
                  <a:lnTo>
                    <a:pt x="122" y="371"/>
                  </a:lnTo>
                  <a:cubicBezTo>
                    <a:pt x="132" y="372"/>
                    <a:pt x="142" y="372"/>
                    <a:pt x="153" y="372"/>
                  </a:cubicBezTo>
                  <a:cubicBezTo>
                    <a:pt x="224" y="372"/>
                    <a:pt x="295" y="363"/>
                    <a:pt x="364" y="346"/>
                  </a:cubicBezTo>
                  <a:cubicBezTo>
                    <a:pt x="464" y="326"/>
                    <a:pt x="564" y="294"/>
                    <a:pt x="656" y="254"/>
                  </a:cubicBezTo>
                  <a:cubicBezTo>
                    <a:pt x="700" y="234"/>
                    <a:pt x="748" y="214"/>
                    <a:pt x="792" y="198"/>
                  </a:cubicBezTo>
                  <a:cubicBezTo>
                    <a:pt x="840" y="186"/>
                    <a:pt x="884" y="170"/>
                    <a:pt x="936" y="158"/>
                  </a:cubicBezTo>
                  <a:cubicBezTo>
                    <a:pt x="1032" y="138"/>
                    <a:pt x="1132" y="118"/>
                    <a:pt x="1228" y="110"/>
                  </a:cubicBezTo>
                  <a:cubicBezTo>
                    <a:pt x="1328" y="98"/>
                    <a:pt x="1428" y="90"/>
                    <a:pt x="1528" y="90"/>
                  </a:cubicBezTo>
                  <a:cubicBezTo>
                    <a:pt x="1568" y="89"/>
                    <a:pt x="1609" y="88"/>
                    <a:pt x="1650" y="88"/>
                  </a:cubicBezTo>
                  <a:cubicBezTo>
                    <a:pt x="1707" y="88"/>
                    <a:pt x="1766" y="90"/>
                    <a:pt x="1825" y="94"/>
                  </a:cubicBezTo>
                  <a:cubicBezTo>
                    <a:pt x="1921" y="98"/>
                    <a:pt x="2021" y="106"/>
                    <a:pt x="2117" y="122"/>
                  </a:cubicBezTo>
                  <a:cubicBezTo>
                    <a:pt x="2165" y="130"/>
                    <a:pt x="2213" y="134"/>
                    <a:pt x="2261" y="146"/>
                  </a:cubicBezTo>
                  <a:lnTo>
                    <a:pt x="2333" y="162"/>
                  </a:lnTo>
                  <a:lnTo>
                    <a:pt x="2405" y="178"/>
                  </a:lnTo>
                  <a:cubicBezTo>
                    <a:pt x="2453" y="190"/>
                    <a:pt x="2493" y="206"/>
                    <a:pt x="2537" y="222"/>
                  </a:cubicBezTo>
                  <a:cubicBezTo>
                    <a:pt x="2557" y="230"/>
                    <a:pt x="2581" y="242"/>
                    <a:pt x="2605" y="254"/>
                  </a:cubicBezTo>
                  <a:lnTo>
                    <a:pt x="2633" y="266"/>
                  </a:lnTo>
                  <a:lnTo>
                    <a:pt x="2661" y="286"/>
                  </a:lnTo>
                  <a:cubicBezTo>
                    <a:pt x="2741" y="334"/>
                    <a:pt x="2809" y="398"/>
                    <a:pt x="2861" y="474"/>
                  </a:cubicBezTo>
                  <a:cubicBezTo>
                    <a:pt x="2921" y="554"/>
                    <a:pt x="2969" y="634"/>
                    <a:pt x="3013" y="722"/>
                  </a:cubicBezTo>
                  <a:cubicBezTo>
                    <a:pt x="3057" y="810"/>
                    <a:pt x="3097" y="898"/>
                    <a:pt x="3137" y="990"/>
                  </a:cubicBezTo>
                  <a:lnTo>
                    <a:pt x="3253" y="1266"/>
                  </a:lnTo>
                  <a:cubicBezTo>
                    <a:pt x="3293" y="1362"/>
                    <a:pt x="3341" y="1454"/>
                    <a:pt x="3401" y="1538"/>
                  </a:cubicBezTo>
                  <a:lnTo>
                    <a:pt x="3425" y="1574"/>
                  </a:lnTo>
                  <a:lnTo>
                    <a:pt x="3453" y="1598"/>
                  </a:lnTo>
                  <a:lnTo>
                    <a:pt x="3465" y="1610"/>
                  </a:lnTo>
                  <a:cubicBezTo>
                    <a:pt x="3473" y="1618"/>
                    <a:pt x="3477" y="1622"/>
                    <a:pt x="3485" y="1626"/>
                  </a:cubicBezTo>
                  <a:lnTo>
                    <a:pt x="3513" y="1646"/>
                  </a:lnTo>
                  <a:cubicBezTo>
                    <a:pt x="3553" y="1678"/>
                    <a:pt x="3589" y="1710"/>
                    <a:pt x="3629" y="1742"/>
                  </a:cubicBezTo>
                  <a:cubicBezTo>
                    <a:pt x="3701" y="1810"/>
                    <a:pt x="3769" y="1878"/>
                    <a:pt x="3833" y="1958"/>
                  </a:cubicBezTo>
                  <a:lnTo>
                    <a:pt x="3841" y="1946"/>
                  </a:lnTo>
                  <a:cubicBezTo>
                    <a:pt x="3789" y="1862"/>
                    <a:pt x="3725" y="1782"/>
                    <a:pt x="3657" y="1710"/>
                  </a:cubicBezTo>
                  <a:cubicBezTo>
                    <a:pt x="3621" y="1670"/>
                    <a:pt x="3585" y="1634"/>
                    <a:pt x="3549" y="1602"/>
                  </a:cubicBezTo>
                  <a:lnTo>
                    <a:pt x="3521" y="1574"/>
                  </a:lnTo>
                  <a:cubicBezTo>
                    <a:pt x="3517" y="1570"/>
                    <a:pt x="3513" y="1570"/>
                    <a:pt x="3509" y="1566"/>
                  </a:cubicBezTo>
                  <a:lnTo>
                    <a:pt x="3497" y="1550"/>
                  </a:lnTo>
                  <a:lnTo>
                    <a:pt x="3473" y="1522"/>
                  </a:lnTo>
                  <a:lnTo>
                    <a:pt x="3453" y="1494"/>
                  </a:lnTo>
                  <a:cubicBezTo>
                    <a:pt x="3405" y="1410"/>
                    <a:pt x="3365" y="1322"/>
                    <a:pt x="3333" y="1230"/>
                  </a:cubicBezTo>
                  <a:lnTo>
                    <a:pt x="3233" y="950"/>
                  </a:lnTo>
                  <a:cubicBezTo>
                    <a:pt x="3197" y="854"/>
                    <a:pt x="3157" y="762"/>
                    <a:pt x="3113" y="670"/>
                  </a:cubicBezTo>
                  <a:cubicBezTo>
                    <a:pt x="3069" y="574"/>
                    <a:pt x="3017" y="486"/>
                    <a:pt x="2957" y="402"/>
                  </a:cubicBezTo>
                  <a:cubicBezTo>
                    <a:pt x="2893" y="314"/>
                    <a:pt x="2817" y="238"/>
                    <a:pt x="2725" y="178"/>
                  </a:cubicBezTo>
                  <a:lnTo>
                    <a:pt x="2689" y="154"/>
                  </a:lnTo>
                  <a:lnTo>
                    <a:pt x="2653" y="138"/>
                  </a:lnTo>
                  <a:cubicBezTo>
                    <a:pt x="2629" y="130"/>
                    <a:pt x="2609" y="118"/>
                    <a:pt x="2585" y="106"/>
                  </a:cubicBezTo>
                  <a:cubicBezTo>
                    <a:pt x="2533" y="90"/>
                    <a:pt x="2485" y="74"/>
                    <a:pt x="2433" y="62"/>
                  </a:cubicBezTo>
                  <a:lnTo>
                    <a:pt x="2357" y="42"/>
                  </a:lnTo>
                  <a:lnTo>
                    <a:pt x="2281" y="30"/>
                  </a:lnTo>
                  <a:cubicBezTo>
                    <a:pt x="2229" y="22"/>
                    <a:pt x="2181" y="14"/>
                    <a:pt x="2129" y="10"/>
                  </a:cubicBezTo>
                  <a:cubicBezTo>
                    <a:pt x="2055" y="4"/>
                    <a:pt x="1982" y="1"/>
                    <a:pt x="1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2"/>
            <p:cNvSpPr/>
            <p:nvPr/>
          </p:nvSpPr>
          <p:spPr>
            <a:xfrm>
              <a:off x="2129901" y="2815580"/>
              <a:ext cx="354811" cy="308873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7" y="0"/>
                  </a:moveTo>
                  <a:cubicBezTo>
                    <a:pt x="1153" y="44"/>
                    <a:pt x="1197" y="80"/>
                    <a:pt x="1245" y="104"/>
                  </a:cubicBezTo>
                  <a:cubicBezTo>
                    <a:pt x="1297" y="128"/>
                    <a:pt x="1349" y="144"/>
                    <a:pt x="1405" y="156"/>
                  </a:cubicBezTo>
                  <a:cubicBezTo>
                    <a:pt x="1433" y="160"/>
                    <a:pt x="1461" y="160"/>
                    <a:pt x="1489" y="160"/>
                  </a:cubicBezTo>
                  <a:cubicBezTo>
                    <a:pt x="1517" y="160"/>
                    <a:pt x="1545" y="160"/>
                    <a:pt x="1573" y="156"/>
                  </a:cubicBezTo>
                  <a:lnTo>
                    <a:pt x="1657" y="148"/>
                  </a:lnTo>
                  <a:lnTo>
                    <a:pt x="1691" y="140"/>
                  </a:lnTo>
                  <a:lnTo>
                    <a:pt x="1691" y="140"/>
                  </a:lnTo>
                  <a:cubicBezTo>
                    <a:pt x="1686" y="169"/>
                    <a:pt x="1679" y="199"/>
                    <a:pt x="1669" y="228"/>
                  </a:cubicBezTo>
                  <a:cubicBezTo>
                    <a:pt x="1649" y="268"/>
                    <a:pt x="1625" y="308"/>
                    <a:pt x="1593" y="340"/>
                  </a:cubicBezTo>
                  <a:cubicBezTo>
                    <a:pt x="1561" y="372"/>
                    <a:pt x="1521" y="400"/>
                    <a:pt x="1477" y="416"/>
                  </a:cubicBezTo>
                  <a:cubicBezTo>
                    <a:pt x="1433" y="436"/>
                    <a:pt x="1389" y="452"/>
                    <a:pt x="1345" y="468"/>
                  </a:cubicBezTo>
                  <a:cubicBezTo>
                    <a:pt x="1253" y="500"/>
                    <a:pt x="1161" y="528"/>
                    <a:pt x="1069" y="560"/>
                  </a:cubicBezTo>
                  <a:cubicBezTo>
                    <a:pt x="977" y="596"/>
                    <a:pt x="889" y="640"/>
                    <a:pt x="805" y="688"/>
                  </a:cubicBezTo>
                  <a:cubicBezTo>
                    <a:pt x="765" y="716"/>
                    <a:pt x="725" y="744"/>
                    <a:pt x="685" y="776"/>
                  </a:cubicBezTo>
                  <a:cubicBezTo>
                    <a:pt x="645" y="804"/>
                    <a:pt x="609" y="836"/>
                    <a:pt x="573" y="872"/>
                  </a:cubicBezTo>
                  <a:cubicBezTo>
                    <a:pt x="505" y="940"/>
                    <a:pt x="433" y="1008"/>
                    <a:pt x="369" y="1080"/>
                  </a:cubicBezTo>
                  <a:cubicBezTo>
                    <a:pt x="305" y="1152"/>
                    <a:pt x="241" y="1224"/>
                    <a:pt x="181" y="1296"/>
                  </a:cubicBezTo>
                  <a:cubicBezTo>
                    <a:pt x="117" y="1372"/>
                    <a:pt x="57" y="1448"/>
                    <a:pt x="1" y="1528"/>
                  </a:cubicBezTo>
                  <a:lnTo>
                    <a:pt x="5" y="1532"/>
                  </a:lnTo>
                  <a:lnTo>
                    <a:pt x="213" y="1332"/>
                  </a:lnTo>
                  <a:lnTo>
                    <a:pt x="421" y="1128"/>
                  </a:lnTo>
                  <a:lnTo>
                    <a:pt x="625" y="928"/>
                  </a:lnTo>
                  <a:cubicBezTo>
                    <a:pt x="661" y="896"/>
                    <a:pt x="693" y="864"/>
                    <a:pt x="729" y="832"/>
                  </a:cubicBezTo>
                  <a:cubicBezTo>
                    <a:pt x="765" y="804"/>
                    <a:pt x="801" y="772"/>
                    <a:pt x="841" y="748"/>
                  </a:cubicBezTo>
                  <a:cubicBezTo>
                    <a:pt x="881" y="720"/>
                    <a:pt x="917" y="696"/>
                    <a:pt x="961" y="672"/>
                  </a:cubicBezTo>
                  <a:cubicBezTo>
                    <a:pt x="1001" y="648"/>
                    <a:pt x="1045" y="624"/>
                    <a:pt x="1085" y="604"/>
                  </a:cubicBezTo>
                  <a:cubicBezTo>
                    <a:pt x="1173" y="560"/>
                    <a:pt x="1261" y="524"/>
                    <a:pt x="1353" y="492"/>
                  </a:cubicBezTo>
                  <a:cubicBezTo>
                    <a:pt x="1397" y="476"/>
                    <a:pt x="1441" y="460"/>
                    <a:pt x="1489" y="444"/>
                  </a:cubicBezTo>
                  <a:cubicBezTo>
                    <a:pt x="1537" y="424"/>
                    <a:pt x="1581" y="400"/>
                    <a:pt x="1617" y="372"/>
                  </a:cubicBezTo>
                  <a:cubicBezTo>
                    <a:pt x="1657" y="336"/>
                    <a:pt x="1689" y="296"/>
                    <a:pt x="1717" y="252"/>
                  </a:cubicBezTo>
                  <a:cubicBezTo>
                    <a:pt x="1741" y="204"/>
                    <a:pt x="1753" y="156"/>
                    <a:pt x="1761" y="100"/>
                  </a:cubicBezTo>
                  <a:lnTo>
                    <a:pt x="1761" y="64"/>
                  </a:lnTo>
                  <a:lnTo>
                    <a:pt x="1721" y="72"/>
                  </a:lnTo>
                  <a:lnTo>
                    <a:pt x="1645" y="88"/>
                  </a:lnTo>
                  <a:cubicBezTo>
                    <a:pt x="1617" y="92"/>
                    <a:pt x="1593" y="100"/>
                    <a:pt x="1565" y="100"/>
                  </a:cubicBezTo>
                  <a:cubicBezTo>
                    <a:pt x="1537" y="104"/>
                    <a:pt x="1513" y="108"/>
                    <a:pt x="1489" y="108"/>
                  </a:cubicBezTo>
                  <a:lnTo>
                    <a:pt x="1413" y="108"/>
                  </a:lnTo>
                  <a:cubicBezTo>
                    <a:pt x="1357" y="108"/>
                    <a:pt x="1309" y="96"/>
                    <a:pt x="1257" y="80"/>
                  </a:cubicBezTo>
                  <a:cubicBezTo>
                    <a:pt x="1209" y="64"/>
                    <a:pt x="1161" y="36"/>
                    <a:pt x="1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2"/>
            <p:cNvSpPr/>
            <p:nvPr/>
          </p:nvSpPr>
          <p:spPr>
            <a:xfrm>
              <a:off x="2304789" y="2585889"/>
              <a:ext cx="214579" cy="193625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1" y="0"/>
                  </a:moveTo>
                  <a:lnTo>
                    <a:pt x="1" y="8"/>
                  </a:lnTo>
                  <a:lnTo>
                    <a:pt x="13" y="16"/>
                  </a:lnTo>
                  <a:cubicBezTo>
                    <a:pt x="29" y="20"/>
                    <a:pt x="41" y="24"/>
                    <a:pt x="53" y="36"/>
                  </a:cubicBezTo>
                  <a:cubicBezTo>
                    <a:pt x="73" y="48"/>
                    <a:pt x="89" y="64"/>
                    <a:pt x="101" y="84"/>
                  </a:cubicBezTo>
                  <a:cubicBezTo>
                    <a:pt x="117" y="112"/>
                    <a:pt x="129" y="140"/>
                    <a:pt x="141" y="168"/>
                  </a:cubicBezTo>
                  <a:cubicBezTo>
                    <a:pt x="161" y="236"/>
                    <a:pt x="181" y="316"/>
                    <a:pt x="213" y="404"/>
                  </a:cubicBezTo>
                  <a:cubicBezTo>
                    <a:pt x="229" y="452"/>
                    <a:pt x="245" y="496"/>
                    <a:pt x="265" y="540"/>
                  </a:cubicBezTo>
                  <a:cubicBezTo>
                    <a:pt x="277" y="560"/>
                    <a:pt x="289" y="584"/>
                    <a:pt x="301" y="604"/>
                  </a:cubicBezTo>
                  <a:cubicBezTo>
                    <a:pt x="317" y="624"/>
                    <a:pt x="333" y="644"/>
                    <a:pt x="349" y="664"/>
                  </a:cubicBezTo>
                  <a:cubicBezTo>
                    <a:pt x="381" y="704"/>
                    <a:pt x="421" y="736"/>
                    <a:pt x="461" y="764"/>
                  </a:cubicBezTo>
                  <a:cubicBezTo>
                    <a:pt x="501" y="796"/>
                    <a:pt x="541" y="820"/>
                    <a:pt x="581" y="844"/>
                  </a:cubicBezTo>
                  <a:cubicBezTo>
                    <a:pt x="617" y="868"/>
                    <a:pt x="657" y="892"/>
                    <a:pt x="701" y="908"/>
                  </a:cubicBezTo>
                  <a:cubicBezTo>
                    <a:pt x="737" y="924"/>
                    <a:pt x="777" y="936"/>
                    <a:pt x="817" y="944"/>
                  </a:cubicBezTo>
                  <a:cubicBezTo>
                    <a:pt x="877" y="956"/>
                    <a:pt x="937" y="960"/>
                    <a:pt x="997" y="960"/>
                  </a:cubicBezTo>
                  <a:cubicBezTo>
                    <a:pt x="1017" y="960"/>
                    <a:pt x="1041" y="956"/>
                    <a:pt x="1065" y="952"/>
                  </a:cubicBezTo>
                  <a:lnTo>
                    <a:pt x="1065" y="944"/>
                  </a:lnTo>
                  <a:cubicBezTo>
                    <a:pt x="1065" y="944"/>
                    <a:pt x="965" y="924"/>
                    <a:pt x="829" y="884"/>
                  </a:cubicBezTo>
                  <a:cubicBezTo>
                    <a:pt x="797" y="876"/>
                    <a:pt x="761" y="864"/>
                    <a:pt x="721" y="848"/>
                  </a:cubicBezTo>
                  <a:cubicBezTo>
                    <a:pt x="681" y="836"/>
                    <a:pt x="641" y="828"/>
                    <a:pt x="597" y="812"/>
                  </a:cubicBezTo>
                  <a:cubicBezTo>
                    <a:pt x="553" y="796"/>
                    <a:pt x="513" y="772"/>
                    <a:pt x="473" y="748"/>
                  </a:cubicBezTo>
                  <a:cubicBezTo>
                    <a:pt x="437" y="720"/>
                    <a:pt x="405" y="684"/>
                    <a:pt x="381" y="644"/>
                  </a:cubicBezTo>
                  <a:cubicBezTo>
                    <a:pt x="357" y="604"/>
                    <a:pt x="337" y="560"/>
                    <a:pt x="321" y="516"/>
                  </a:cubicBezTo>
                  <a:cubicBezTo>
                    <a:pt x="305" y="472"/>
                    <a:pt x="293" y="428"/>
                    <a:pt x="281" y="384"/>
                  </a:cubicBezTo>
                  <a:cubicBezTo>
                    <a:pt x="269" y="340"/>
                    <a:pt x="257" y="300"/>
                    <a:pt x="241" y="260"/>
                  </a:cubicBezTo>
                  <a:cubicBezTo>
                    <a:pt x="229" y="220"/>
                    <a:pt x="213" y="184"/>
                    <a:pt x="197" y="148"/>
                  </a:cubicBezTo>
                  <a:cubicBezTo>
                    <a:pt x="181" y="112"/>
                    <a:pt x="161" y="84"/>
                    <a:pt x="137" y="60"/>
                  </a:cubicBezTo>
                  <a:cubicBezTo>
                    <a:pt x="125" y="48"/>
                    <a:pt x="113" y="36"/>
                    <a:pt x="101" y="28"/>
                  </a:cubicBezTo>
                  <a:cubicBezTo>
                    <a:pt x="93" y="20"/>
                    <a:pt x="81" y="16"/>
                    <a:pt x="69" y="12"/>
                  </a:cubicBezTo>
                  <a:cubicBezTo>
                    <a:pt x="53" y="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2"/>
            <p:cNvSpPr/>
            <p:nvPr/>
          </p:nvSpPr>
          <p:spPr>
            <a:xfrm>
              <a:off x="2678744" y="2209519"/>
              <a:ext cx="199266" cy="565964"/>
            </a:xfrm>
            <a:custGeom>
              <a:avLst/>
              <a:gdLst/>
              <a:ahLst/>
              <a:cxnLst/>
              <a:rect l="l" t="t" r="r" b="b"/>
              <a:pathLst>
                <a:path w="989" h="2809" extrusionOk="0">
                  <a:moveTo>
                    <a:pt x="833" y="0"/>
                  </a:moveTo>
                  <a:lnTo>
                    <a:pt x="829" y="4"/>
                  </a:lnTo>
                  <a:cubicBezTo>
                    <a:pt x="829" y="4"/>
                    <a:pt x="849" y="48"/>
                    <a:pt x="869" y="132"/>
                  </a:cubicBezTo>
                  <a:cubicBezTo>
                    <a:pt x="881" y="172"/>
                    <a:pt x="893" y="224"/>
                    <a:pt x="905" y="280"/>
                  </a:cubicBezTo>
                  <a:cubicBezTo>
                    <a:pt x="917" y="344"/>
                    <a:pt x="921" y="408"/>
                    <a:pt x="925" y="472"/>
                  </a:cubicBezTo>
                  <a:cubicBezTo>
                    <a:pt x="929" y="548"/>
                    <a:pt x="925" y="624"/>
                    <a:pt x="909" y="700"/>
                  </a:cubicBezTo>
                  <a:cubicBezTo>
                    <a:pt x="897" y="784"/>
                    <a:pt x="873" y="868"/>
                    <a:pt x="833" y="944"/>
                  </a:cubicBezTo>
                  <a:cubicBezTo>
                    <a:pt x="789" y="1028"/>
                    <a:pt x="737" y="1104"/>
                    <a:pt x="677" y="1176"/>
                  </a:cubicBezTo>
                  <a:cubicBezTo>
                    <a:pt x="649" y="1212"/>
                    <a:pt x="613" y="1248"/>
                    <a:pt x="585" y="1284"/>
                  </a:cubicBezTo>
                  <a:lnTo>
                    <a:pt x="485" y="1388"/>
                  </a:lnTo>
                  <a:cubicBezTo>
                    <a:pt x="413" y="1460"/>
                    <a:pt x="349" y="1528"/>
                    <a:pt x="285" y="1600"/>
                  </a:cubicBezTo>
                  <a:cubicBezTo>
                    <a:pt x="217" y="1672"/>
                    <a:pt x="161" y="1748"/>
                    <a:pt x="105" y="1824"/>
                  </a:cubicBezTo>
                  <a:cubicBezTo>
                    <a:pt x="49" y="1904"/>
                    <a:pt x="17" y="1996"/>
                    <a:pt x="21" y="2096"/>
                  </a:cubicBezTo>
                  <a:cubicBezTo>
                    <a:pt x="25" y="2136"/>
                    <a:pt x="33" y="2176"/>
                    <a:pt x="33" y="2212"/>
                  </a:cubicBezTo>
                  <a:lnTo>
                    <a:pt x="33" y="2324"/>
                  </a:lnTo>
                  <a:cubicBezTo>
                    <a:pt x="29" y="2468"/>
                    <a:pt x="17" y="2592"/>
                    <a:pt x="13" y="2676"/>
                  </a:cubicBezTo>
                  <a:cubicBezTo>
                    <a:pt x="5" y="2760"/>
                    <a:pt x="1" y="2808"/>
                    <a:pt x="1" y="2808"/>
                  </a:cubicBezTo>
                  <a:lnTo>
                    <a:pt x="5" y="2808"/>
                  </a:lnTo>
                  <a:cubicBezTo>
                    <a:pt x="5" y="2808"/>
                    <a:pt x="21" y="2760"/>
                    <a:pt x="37" y="2676"/>
                  </a:cubicBezTo>
                  <a:cubicBezTo>
                    <a:pt x="49" y="2636"/>
                    <a:pt x="57" y="2588"/>
                    <a:pt x="69" y="2528"/>
                  </a:cubicBezTo>
                  <a:cubicBezTo>
                    <a:pt x="77" y="2468"/>
                    <a:pt x="85" y="2400"/>
                    <a:pt x="93" y="2328"/>
                  </a:cubicBezTo>
                  <a:cubicBezTo>
                    <a:pt x="93" y="2292"/>
                    <a:pt x="97" y="2252"/>
                    <a:pt x="97" y="2212"/>
                  </a:cubicBezTo>
                  <a:cubicBezTo>
                    <a:pt x="97" y="2168"/>
                    <a:pt x="97" y="2128"/>
                    <a:pt x="89" y="2088"/>
                  </a:cubicBezTo>
                  <a:cubicBezTo>
                    <a:pt x="93" y="2008"/>
                    <a:pt x="117" y="1928"/>
                    <a:pt x="165" y="1864"/>
                  </a:cubicBezTo>
                  <a:cubicBezTo>
                    <a:pt x="213" y="1784"/>
                    <a:pt x="269" y="1712"/>
                    <a:pt x="329" y="1640"/>
                  </a:cubicBezTo>
                  <a:lnTo>
                    <a:pt x="509" y="1416"/>
                  </a:lnTo>
                  <a:lnTo>
                    <a:pt x="693" y="1188"/>
                  </a:lnTo>
                  <a:cubicBezTo>
                    <a:pt x="753" y="1112"/>
                    <a:pt x="817" y="1040"/>
                    <a:pt x="865" y="964"/>
                  </a:cubicBezTo>
                  <a:cubicBezTo>
                    <a:pt x="913" y="884"/>
                    <a:pt x="949" y="800"/>
                    <a:pt x="969" y="712"/>
                  </a:cubicBezTo>
                  <a:cubicBezTo>
                    <a:pt x="985" y="632"/>
                    <a:pt x="989" y="552"/>
                    <a:pt x="981" y="472"/>
                  </a:cubicBezTo>
                  <a:cubicBezTo>
                    <a:pt x="977" y="404"/>
                    <a:pt x="965" y="336"/>
                    <a:pt x="945" y="272"/>
                  </a:cubicBezTo>
                  <a:cubicBezTo>
                    <a:pt x="933" y="220"/>
                    <a:pt x="917" y="168"/>
                    <a:pt x="897" y="120"/>
                  </a:cubicBezTo>
                  <a:cubicBezTo>
                    <a:pt x="881" y="80"/>
                    <a:pt x="857" y="40"/>
                    <a:pt x="8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52"/>
            <p:cNvSpPr/>
            <p:nvPr/>
          </p:nvSpPr>
          <p:spPr>
            <a:xfrm>
              <a:off x="2806887" y="2818401"/>
              <a:ext cx="323379" cy="141642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4" y="1"/>
                  </a:moveTo>
                  <a:cubicBezTo>
                    <a:pt x="311" y="1"/>
                    <a:pt x="298" y="1"/>
                    <a:pt x="285" y="2"/>
                  </a:cubicBezTo>
                  <a:cubicBezTo>
                    <a:pt x="189" y="2"/>
                    <a:pt x="93" y="14"/>
                    <a:pt x="1" y="38"/>
                  </a:cubicBezTo>
                  <a:lnTo>
                    <a:pt x="5" y="46"/>
                  </a:lnTo>
                  <a:lnTo>
                    <a:pt x="81" y="50"/>
                  </a:lnTo>
                  <a:cubicBezTo>
                    <a:pt x="133" y="54"/>
                    <a:pt x="201" y="58"/>
                    <a:pt x="285" y="58"/>
                  </a:cubicBezTo>
                  <a:lnTo>
                    <a:pt x="421" y="66"/>
                  </a:lnTo>
                  <a:cubicBezTo>
                    <a:pt x="453" y="66"/>
                    <a:pt x="486" y="65"/>
                    <a:pt x="521" y="65"/>
                  </a:cubicBezTo>
                  <a:cubicBezTo>
                    <a:pt x="538" y="65"/>
                    <a:pt x="555" y="65"/>
                    <a:pt x="573" y="66"/>
                  </a:cubicBezTo>
                  <a:cubicBezTo>
                    <a:pt x="625" y="66"/>
                    <a:pt x="681" y="74"/>
                    <a:pt x="733" y="90"/>
                  </a:cubicBezTo>
                  <a:cubicBezTo>
                    <a:pt x="789" y="102"/>
                    <a:pt x="841" y="126"/>
                    <a:pt x="889" y="154"/>
                  </a:cubicBezTo>
                  <a:cubicBezTo>
                    <a:pt x="981" y="206"/>
                    <a:pt x="1065" y="274"/>
                    <a:pt x="1141" y="354"/>
                  </a:cubicBezTo>
                  <a:cubicBezTo>
                    <a:pt x="1177" y="390"/>
                    <a:pt x="1209" y="430"/>
                    <a:pt x="1249" y="462"/>
                  </a:cubicBezTo>
                  <a:cubicBezTo>
                    <a:pt x="1265" y="482"/>
                    <a:pt x="1285" y="498"/>
                    <a:pt x="1309" y="514"/>
                  </a:cubicBezTo>
                  <a:lnTo>
                    <a:pt x="1365" y="546"/>
                  </a:lnTo>
                  <a:lnTo>
                    <a:pt x="1601" y="702"/>
                  </a:lnTo>
                  <a:lnTo>
                    <a:pt x="1605" y="698"/>
                  </a:lnTo>
                  <a:cubicBezTo>
                    <a:pt x="1605" y="698"/>
                    <a:pt x="1585" y="678"/>
                    <a:pt x="1553" y="638"/>
                  </a:cubicBezTo>
                  <a:cubicBezTo>
                    <a:pt x="1505" y="590"/>
                    <a:pt x="1453" y="542"/>
                    <a:pt x="1401" y="498"/>
                  </a:cubicBezTo>
                  <a:lnTo>
                    <a:pt x="1345" y="458"/>
                  </a:lnTo>
                  <a:cubicBezTo>
                    <a:pt x="1329" y="446"/>
                    <a:pt x="1313" y="430"/>
                    <a:pt x="1297" y="414"/>
                  </a:cubicBezTo>
                  <a:cubicBezTo>
                    <a:pt x="1265" y="382"/>
                    <a:pt x="1229" y="342"/>
                    <a:pt x="1189" y="306"/>
                  </a:cubicBezTo>
                  <a:cubicBezTo>
                    <a:pt x="1149" y="266"/>
                    <a:pt x="1105" y="230"/>
                    <a:pt x="1057" y="198"/>
                  </a:cubicBezTo>
                  <a:cubicBezTo>
                    <a:pt x="1009" y="166"/>
                    <a:pt x="957" y="138"/>
                    <a:pt x="901" y="118"/>
                  </a:cubicBezTo>
                  <a:cubicBezTo>
                    <a:pt x="849" y="102"/>
                    <a:pt x="793" y="82"/>
                    <a:pt x="737" y="70"/>
                  </a:cubicBezTo>
                  <a:cubicBezTo>
                    <a:pt x="681" y="58"/>
                    <a:pt x="629" y="42"/>
                    <a:pt x="577" y="30"/>
                  </a:cubicBezTo>
                  <a:cubicBezTo>
                    <a:pt x="525" y="18"/>
                    <a:pt x="473" y="10"/>
                    <a:pt x="421" y="6"/>
                  </a:cubicBezTo>
                  <a:cubicBezTo>
                    <a:pt x="390" y="4"/>
                    <a:pt x="356" y="1"/>
                    <a:pt x="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52"/>
            <p:cNvSpPr/>
            <p:nvPr/>
          </p:nvSpPr>
          <p:spPr>
            <a:xfrm>
              <a:off x="2752084" y="2839758"/>
              <a:ext cx="241980" cy="167835"/>
            </a:xfrm>
            <a:custGeom>
              <a:avLst/>
              <a:gdLst/>
              <a:ahLst/>
              <a:cxnLst/>
              <a:rect l="l" t="t" r="r" b="b"/>
              <a:pathLst>
                <a:path w="1201" h="833" extrusionOk="0">
                  <a:moveTo>
                    <a:pt x="5" y="0"/>
                  </a:moveTo>
                  <a:lnTo>
                    <a:pt x="1" y="4"/>
                  </a:lnTo>
                  <a:cubicBezTo>
                    <a:pt x="1" y="4"/>
                    <a:pt x="85" y="48"/>
                    <a:pt x="213" y="108"/>
                  </a:cubicBezTo>
                  <a:cubicBezTo>
                    <a:pt x="245" y="120"/>
                    <a:pt x="277" y="136"/>
                    <a:pt x="313" y="152"/>
                  </a:cubicBezTo>
                  <a:cubicBezTo>
                    <a:pt x="349" y="168"/>
                    <a:pt x="393" y="176"/>
                    <a:pt x="433" y="192"/>
                  </a:cubicBezTo>
                  <a:cubicBezTo>
                    <a:pt x="477" y="208"/>
                    <a:pt x="517" y="228"/>
                    <a:pt x="557" y="248"/>
                  </a:cubicBezTo>
                  <a:cubicBezTo>
                    <a:pt x="597" y="272"/>
                    <a:pt x="633" y="296"/>
                    <a:pt x="669" y="324"/>
                  </a:cubicBezTo>
                  <a:cubicBezTo>
                    <a:pt x="709" y="352"/>
                    <a:pt x="745" y="384"/>
                    <a:pt x="777" y="412"/>
                  </a:cubicBezTo>
                  <a:cubicBezTo>
                    <a:pt x="813" y="440"/>
                    <a:pt x="849" y="468"/>
                    <a:pt x="877" y="496"/>
                  </a:cubicBezTo>
                  <a:cubicBezTo>
                    <a:pt x="909" y="524"/>
                    <a:pt x="941" y="552"/>
                    <a:pt x="969" y="580"/>
                  </a:cubicBezTo>
                  <a:cubicBezTo>
                    <a:pt x="997" y="608"/>
                    <a:pt x="1025" y="632"/>
                    <a:pt x="1049" y="656"/>
                  </a:cubicBezTo>
                  <a:cubicBezTo>
                    <a:pt x="1069" y="680"/>
                    <a:pt x="1089" y="704"/>
                    <a:pt x="1109" y="724"/>
                  </a:cubicBezTo>
                  <a:cubicBezTo>
                    <a:pt x="1129" y="744"/>
                    <a:pt x="1141" y="764"/>
                    <a:pt x="1157" y="780"/>
                  </a:cubicBezTo>
                  <a:cubicBezTo>
                    <a:pt x="1181" y="812"/>
                    <a:pt x="1197" y="832"/>
                    <a:pt x="1197" y="832"/>
                  </a:cubicBezTo>
                  <a:lnTo>
                    <a:pt x="1201" y="832"/>
                  </a:lnTo>
                  <a:cubicBezTo>
                    <a:pt x="1201" y="832"/>
                    <a:pt x="1193" y="808"/>
                    <a:pt x="1181" y="772"/>
                  </a:cubicBezTo>
                  <a:cubicBezTo>
                    <a:pt x="1173" y="748"/>
                    <a:pt x="1161" y="724"/>
                    <a:pt x="1149" y="700"/>
                  </a:cubicBezTo>
                  <a:cubicBezTo>
                    <a:pt x="1133" y="676"/>
                    <a:pt x="1121" y="648"/>
                    <a:pt x="1097" y="620"/>
                  </a:cubicBezTo>
                  <a:cubicBezTo>
                    <a:pt x="1073" y="592"/>
                    <a:pt x="1053" y="560"/>
                    <a:pt x="1021" y="528"/>
                  </a:cubicBezTo>
                  <a:cubicBezTo>
                    <a:pt x="993" y="500"/>
                    <a:pt x="961" y="468"/>
                    <a:pt x="925" y="444"/>
                  </a:cubicBezTo>
                  <a:cubicBezTo>
                    <a:pt x="889" y="416"/>
                    <a:pt x="853" y="388"/>
                    <a:pt x="813" y="364"/>
                  </a:cubicBezTo>
                  <a:cubicBezTo>
                    <a:pt x="773" y="340"/>
                    <a:pt x="733" y="316"/>
                    <a:pt x="689" y="296"/>
                  </a:cubicBezTo>
                  <a:cubicBezTo>
                    <a:pt x="609" y="256"/>
                    <a:pt x="525" y="212"/>
                    <a:pt x="449" y="164"/>
                  </a:cubicBezTo>
                  <a:cubicBezTo>
                    <a:pt x="413" y="140"/>
                    <a:pt x="373" y="116"/>
                    <a:pt x="341" y="100"/>
                  </a:cubicBezTo>
                  <a:cubicBezTo>
                    <a:pt x="305" y="80"/>
                    <a:pt x="269" y="68"/>
                    <a:pt x="233" y="56"/>
                  </a:cubicBezTo>
                  <a:cubicBezTo>
                    <a:pt x="181" y="36"/>
                    <a:pt x="125" y="20"/>
                    <a:pt x="69" y="8"/>
                  </a:cubicBezTo>
                  <a:cubicBezTo>
                    <a:pt x="49" y="4"/>
                    <a:pt x="25" y="0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2"/>
            <p:cNvSpPr/>
            <p:nvPr/>
          </p:nvSpPr>
          <p:spPr>
            <a:xfrm>
              <a:off x="2594926" y="2889726"/>
              <a:ext cx="89660" cy="434598"/>
            </a:xfrm>
            <a:custGeom>
              <a:avLst/>
              <a:gdLst/>
              <a:ahLst/>
              <a:cxnLst/>
              <a:rect l="l" t="t" r="r" b="b"/>
              <a:pathLst>
                <a:path w="445" h="2157" extrusionOk="0">
                  <a:moveTo>
                    <a:pt x="265" y="0"/>
                  </a:moveTo>
                  <a:cubicBezTo>
                    <a:pt x="253" y="28"/>
                    <a:pt x="245" y="60"/>
                    <a:pt x="237" y="96"/>
                  </a:cubicBezTo>
                  <a:cubicBezTo>
                    <a:pt x="217" y="180"/>
                    <a:pt x="213" y="268"/>
                    <a:pt x="221" y="360"/>
                  </a:cubicBezTo>
                  <a:cubicBezTo>
                    <a:pt x="225" y="420"/>
                    <a:pt x="241" y="480"/>
                    <a:pt x="269" y="536"/>
                  </a:cubicBezTo>
                  <a:cubicBezTo>
                    <a:pt x="277" y="548"/>
                    <a:pt x="285" y="564"/>
                    <a:pt x="297" y="580"/>
                  </a:cubicBezTo>
                  <a:lnTo>
                    <a:pt x="325" y="616"/>
                  </a:lnTo>
                  <a:cubicBezTo>
                    <a:pt x="337" y="628"/>
                    <a:pt x="345" y="640"/>
                    <a:pt x="357" y="656"/>
                  </a:cubicBezTo>
                  <a:lnTo>
                    <a:pt x="377" y="696"/>
                  </a:lnTo>
                  <a:cubicBezTo>
                    <a:pt x="405" y="756"/>
                    <a:pt x="417" y="824"/>
                    <a:pt x="421" y="896"/>
                  </a:cubicBezTo>
                  <a:cubicBezTo>
                    <a:pt x="425" y="964"/>
                    <a:pt x="421" y="1036"/>
                    <a:pt x="409" y="1104"/>
                  </a:cubicBezTo>
                  <a:cubicBezTo>
                    <a:pt x="393" y="1176"/>
                    <a:pt x="377" y="1244"/>
                    <a:pt x="357" y="1312"/>
                  </a:cubicBezTo>
                  <a:cubicBezTo>
                    <a:pt x="341" y="1376"/>
                    <a:pt x="313" y="1436"/>
                    <a:pt x="281" y="1492"/>
                  </a:cubicBezTo>
                  <a:cubicBezTo>
                    <a:pt x="273" y="1504"/>
                    <a:pt x="265" y="1516"/>
                    <a:pt x="257" y="1528"/>
                  </a:cubicBezTo>
                  <a:lnTo>
                    <a:pt x="221" y="1564"/>
                  </a:lnTo>
                  <a:cubicBezTo>
                    <a:pt x="201" y="1588"/>
                    <a:pt x="181" y="1616"/>
                    <a:pt x="165" y="1644"/>
                  </a:cubicBezTo>
                  <a:cubicBezTo>
                    <a:pt x="133" y="1692"/>
                    <a:pt x="101" y="1748"/>
                    <a:pt x="81" y="1800"/>
                  </a:cubicBezTo>
                  <a:cubicBezTo>
                    <a:pt x="57" y="1844"/>
                    <a:pt x="41" y="1892"/>
                    <a:pt x="25" y="1940"/>
                  </a:cubicBezTo>
                  <a:cubicBezTo>
                    <a:pt x="13" y="1980"/>
                    <a:pt x="9" y="2016"/>
                    <a:pt x="5" y="2056"/>
                  </a:cubicBezTo>
                  <a:cubicBezTo>
                    <a:pt x="1" y="2080"/>
                    <a:pt x="5" y="2108"/>
                    <a:pt x="9" y="2132"/>
                  </a:cubicBezTo>
                  <a:cubicBezTo>
                    <a:pt x="17" y="2148"/>
                    <a:pt x="21" y="2156"/>
                    <a:pt x="21" y="2156"/>
                  </a:cubicBezTo>
                  <a:lnTo>
                    <a:pt x="29" y="2152"/>
                  </a:lnTo>
                  <a:cubicBezTo>
                    <a:pt x="29" y="2152"/>
                    <a:pt x="25" y="2144"/>
                    <a:pt x="25" y="2128"/>
                  </a:cubicBezTo>
                  <a:cubicBezTo>
                    <a:pt x="21" y="2104"/>
                    <a:pt x="25" y="2084"/>
                    <a:pt x="33" y="2060"/>
                  </a:cubicBezTo>
                  <a:cubicBezTo>
                    <a:pt x="57" y="1980"/>
                    <a:pt x="89" y="1900"/>
                    <a:pt x="133" y="1828"/>
                  </a:cubicBezTo>
                  <a:cubicBezTo>
                    <a:pt x="157" y="1780"/>
                    <a:pt x="189" y="1736"/>
                    <a:pt x="221" y="1684"/>
                  </a:cubicBezTo>
                  <a:cubicBezTo>
                    <a:pt x="241" y="1664"/>
                    <a:pt x="257" y="1636"/>
                    <a:pt x="277" y="1612"/>
                  </a:cubicBezTo>
                  <a:lnTo>
                    <a:pt x="309" y="1576"/>
                  </a:lnTo>
                  <a:cubicBezTo>
                    <a:pt x="321" y="1560"/>
                    <a:pt x="333" y="1544"/>
                    <a:pt x="341" y="1528"/>
                  </a:cubicBezTo>
                  <a:cubicBezTo>
                    <a:pt x="373" y="1464"/>
                    <a:pt x="401" y="1396"/>
                    <a:pt x="413" y="1328"/>
                  </a:cubicBezTo>
                  <a:cubicBezTo>
                    <a:pt x="429" y="1256"/>
                    <a:pt x="441" y="1184"/>
                    <a:pt x="441" y="1108"/>
                  </a:cubicBezTo>
                  <a:cubicBezTo>
                    <a:pt x="445" y="1036"/>
                    <a:pt x="445" y="964"/>
                    <a:pt x="437" y="892"/>
                  </a:cubicBezTo>
                  <a:cubicBezTo>
                    <a:pt x="437" y="824"/>
                    <a:pt x="425" y="752"/>
                    <a:pt x="409" y="684"/>
                  </a:cubicBezTo>
                  <a:cubicBezTo>
                    <a:pt x="389" y="612"/>
                    <a:pt x="341" y="560"/>
                    <a:pt x="321" y="512"/>
                  </a:cubicBezTo>
                  <a:cubicBezTo>
                    <a:pt x="297" y="460"/>
                    <a:pt x="285" y="408"/>
                    <a:pt x="277" y="356"/>
                  </a:cubicBezTo>
                  <a:cubicBezTo>
                    <a:pt x="269" y="308"/>
                    <a:pt x="265" y="260"/>
                    <a:pt x="265" y="212"/>
                  </a:cubicBezTo>
                  <a:lnTo>
                    <a:pt x="265" y="100"/>
                  </a:lnTo>
                  <a:cubicBezTo>
                    <a:pt x="265" y="36"/>
                    <a:pt x="269" y="0"/>
                    <a:pt x="2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2"/>
            <p:cNvSpPr/>
            <p:nvPr/>
          </p:nvSpPr>
          <p:spPr>
            <a:xfrm>
              <a:off x="2586061" y="2944529"/>
              <a:ext cx="34856" cy="170253"/>
            </a:xfrm>
            <a:custGeom>
              <a:avLst/>
              <a:gdLst/>
              <a:ahLst/>
              <a:cxnLst/>
              <a:rect l="l" t="t" r="r" b="b"/>
              <a:pathLst>
                <a:path w="173" h="845" extrusionOk="0">
                  <a:moveTo>
                    <a:pt x="33" y="0"/>
                  </a:moveTo>
                  <a:cubicBezTo>
                    <a:pt x="25" y="12"/>
                    <a:pt x="21" y="24"/>
                    <a:pt x="21" y="36"/>
                  </a:cubicBezTo>
                  <a:cubicBezTo>
                    <a:pt x="9" y="68"/>
                    <a:pt x="5" y="100"/>
                    <a:pt x="1" y="136"/>
                  </a:cubicBezTo>
                  <a:cubicBezTo>
                    <a:pt x="1" y="156"/>
                    <a:pt x="1" y="180"/>
                    <a:pt x="1" y="200"/>
                  </a:cubicBezTo>
                  <a:cubicBezTo>
                    <a:pt x="5" y="224"/>
                    <a:pt x="9" y="252"/>
                    <a:pt x="17" y="276"/>
                  </a:cubicBezTo>
                  <a:cubicBezTo>
                    <a:pt x="29" y="324"/>
                    <a:pt x="33" y="380"/>
                    <a:pt x="29" y="432"/>
                  </a:cubicBezTo>
                  <a:cubicBezTo>
                    <a:pt x="25" y="488"/>
                    <a:pt x="29" y="540"/>
                    <a:pt x="37" y="596"/>
                  </a:cubicBezTo>
                  <a:cubicBezTo>
                    <a:pt x="45" y="640"/>
                    <a:pt x="61" y="688"/>
                    <a:pt x="81" y="732"/>
                  </a:cubicBezTo>
                  <a:cubicBezTo>
                    <a:pt x="93" y="748"/>
                    <a:pt x="101" y="764"/>
                    <a:pt x="113" y="780"/>
                  </a:cubicBezTo>
                  <a:cubicBezTo>
                    <a:pt x="121" y="792"/>
                    <a:pt x="129" y="804"/>
                    <a:pt x="141" y="816"/>
                  </a:cubicBezTo>
                  <a:cubicBezTo>
                    <a:pt x="157" y="832"/>
                    <a:pt x="169" y="844"/>
                    <a:pt x="169" y="844"/>
                  </a:cubicBezTo>
                  <a:lnTo>
                    <a:pt x="173" y="840"/>
                  </a:lnTo>
                  <a:cubicBezTo>
                    <a:pt x="173" y="840"/>
                    <a:pt x="169" y="824"/>
                    <a:pt x="165" y="800"/>
                  </a:cubicBezTo>
                  <a:cubicBezTo>
                    <a:pt x="161" y="788"/>
                    <a:pt x="157" y="776"/>
                    <a:pt x="153" y="760"/>
                  </a:cubicBezTo>
                  <a:cubicBezTo>
                    <a:pt x="149" y="748"/>
                    <a:pt x="145" y="728"/>
                    <a:pt x="141" y="712"/>
                  </a:cubicBezTo>
                  <a:cubicBezTo>
                    <a:pt x="137" y="692"/>
                    <a:pt x="129" y="672"/>
                    <a:pt x="125" y="648"/>
                  </a:cubicBezTo>
                  <a:cubicBezTo>
                    <a:pt x="121" y="628"/>
                    <a:pt x="113" y="604"/>
                    <a:pt x="109" y="580"/>
                  </a:cubicBezTo>
                  <a:cubicBezTo>
                    <a:pt x="101" y="556"/>
                    <a:pt x="93" y="536"/>
                    <a:pt x="89" y="508"/>
                  </a:cubicBezTo>
                  <a:cubicBezTo>
                    <a:pt x="85" y="480"/>
                    <a:pt x="73" y="456"/>
                    <a:pt x="65" y="432"/>
                  </a:cubicBezTo>
                  <a:cubicBezTo>
                    <a:pt x="57" y="404"/>
                    <a:pt x="53" y="380"/>
                    <a:pt x="49" y="352"/>
                  </a:cubicBezTo>
                  <a:cubicBezTo>
                    <a:pt x="49" y="328"/>
                    <a:pt x="49" y="300"/>
                    <a:pt x="53" y="276"/>
                  </a:cubicBezTo>
                  <a:cubicBezTo>
                    <a:pt x="57" y="248"/>
                    <a:pt x="61" y="224"/>
                    <a:pt x="61" y="204"/>
                  </a:cubicBezTo>
                  <a:lnTo>
                    <a:pt x="61" y="140"/>
                  </a:lnTo>
                  <a:cubicBezTo>
                    <a:pt x="61" y="92"/>
                    <a:pt x="53" y="48"/>
                    <a:pt x="41" y="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2"/>
            <p:cNvSpPr/>
            <p:nvPr/>
          </p:nvSpPr>
          <p:spPr>
            <a:xfrm>
              <a:off x="2268522" y="2873607"/>
              <a:ext cx="281471" cy="35964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89" y="0"/>
                  </a:moveTo>
                  <a:cubicBezTo>
                    <a:pt x="1281" y="52"/>
                    <a:pt x="1181" y="116"/>
                    <a:pt x="1085" y="192"/>
                  </a:cubicBezTo>
                  <a:cubicBezTo>
                    <a:pt x="1037" y="228"/>
                    <a:pt x="993" y="264"/>
                    <a:pt x="949" y="304"/>
                  </a:cubicBezTo>
                  <a:cubicBezTo>
                    <a:pt x="901" y="352"/>
                    <a:pt x="857" y="400"/>
                    <a:pt x="821" y="452"/>
                  </a:cubicBezTo>
                  <a:cubicBezTo>
                    <a:pt x="777" y="512"/>
                    <a:pt x="745" y="572"/>
                    <a:pt x="721" y="640"/>
                  </a:cubicBezTo>
                  <a:cubicBezTo>
                    <a:pt x="689" y="704"/>
                    <a:pt x="657" y="768"/>
                    <a:pt x="621" y="828"/>
                  </a:cubicBezTo>
                  <a:lnTo>
                    <a:pt x="401" y="1188"/>
                  </a:lnTo>
                  <a:cubicBezTo>
                    <a:pt x="333" y="1300"/>
                    <a:pt x="269" y="1408"/>
                    <a:pt x="213" y="1500"/>
                  </a:cubicBezTo>
                  <a:cubicBezTo>
                    <a:pt x="169" y="1572"/>
                    <a:pt x="121" y="1644"/>
                    <a:pt x="73" y="1716"/>
                  </a:cubicBezTo>
                  <a:cubicBezTo>
                    <a:pt x="57" y="1732"/>
                    <a:pt x="41" y="1752"/>
                    <a:pt x="21" y="1764"/>
                  </a:cubicBezTo>
                  <a:cubicBezTo>
                    <a:pt x="17" y="1768"/>
                    <a:pt x="9" y="1772"/>
                    <a:pt x="1" y="1776"/>
                  </a:cubicBezTo>
                  <a:lnTo>
                    <a:pt x="1" y="1784"/>
                  </a:lnTo>
                  <a:cubicBezTo>
                    <a:pt x="9" y="1784"/>
                    <a:pt x="21" y="1780"/>
                    <a:pt x="29" y="1776"/>
                  </a:cubicBezTo>
                  <a:cubicBezTo>
                    <a:pt x="49" y="1764"/>
                    <a:pt x="73" y="1748"/>
                    <a:pt x="89" y="1732"/>
                  </a:cubicBezTo>
                  <a:cubicBezTo>
                    <a:pt x="153" y="1672"/>
                    <a:pt x="209" y="1604"/>
                    <a:pt x="261" y="1532"/>
                  </a:cubicBezTo>
                  <a:cubicBezTo>
                    <a:pt x="333" y="1432"/>
                    <a:pt x="401" y="1328"/>
                    <a:pt x="461" y="1220"/>
                  </a:cubicBezTo>
                  <a:cubicBezTo>
                    <a:pt x="497" y="1160"/>
                    <a:pt x="529" y="1100"/>
                    <a:pt x="561" y="1036"/>
                  </a:cubicBezTo>
                  <a:cubicBezTo>
                    <a:pt x="593" y="972"/>
                    <a:pt x="625" y="908"/>
                    <a:pt x="653" y="844"/>
                  </a:cubicBezTo>
                  <a:lnTo>
                    <a:pt x="741" y="644"/>
                  </a:lnTo>
                  <a:cubicBezTo>
                    <a:pt x="753" y="612"/>
                    <a:pt x="769" y="580"/>
                    <a:pt x="785" y="552"/>
                  </a:cubicBezTo>
                  <a:cubicBezTo>
                    <a:pt x="805" y="524"/>
                    <a:pt x="825" y="496"/>
                    <a:pt x="849" y="472"/>
                  </a:cubicBezTo>
                  <a:cubicBezTo>
                    <a:pt x="897" y="424"/>
                    <a:pt x="945" y="384"/>
                    <a:pt x="993" y="344"/>
                  </a:cubicBezTo>
                  <a:cubicBezTo>
                    <a:pt x="1037" y="304"/>
                    <a:pt x="1081" y="268"/>
                    <a:pt x="1121" y="232"/>
                  </a:cubicBezTo>
                  <a:lnTo>
                    <a:pt x="1321" y="64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0" name="Google Shape;2780;p52"/>
          <p:cNvGrpSpPr/>
          <p:nvPr/>
        </p:nvGrpSpPr>
        <p:grpSpPr>
          <a:xfrm flipH="1">
            <a:off x="7718582" y="3825500"/>
            <a:ext cx="1800834" cy="1418043"/>
            <a:chOff x="2199201" y="1155985"/>
            <a:chExt cx="1943696" cy="1530538"/>
          </a:xfrm>
        </p:grpSpPr>
        <p:sp>
          <p:nvSpPr>
            <p:cNvPr id="2781" name="Google Shape;2781;p52"/>
            <p:cNvSpPr/>
            <p:nvPr/>
          </p:nvSpPr>
          <p:spPr>
            <a:xfrm>
              <a:off x="2229590" y="1809344"/>
              <a:ext cx="841720" cy="593938"/>
            </a:xfrm>
            <a:custGeom>
              <a:avLst/>
              <a:gdLst/>
              <a:ahLst/>
              <a:cxnLst/>
              <a:rect l="l" t="t" r="r" b="b"/>
              <a:pathLst>
                <a:path w="4321" h="3049" extrusionOk="0">
                  <a:moveTo>
                    <a:pt x="2588" y="117"/>
                  </a:moveTo>
                  <a:cubicBezTo>
                    <a:pt x="2662" y="117"/>
                    <a:pt x="2736" y="131"/>
                    <a:pt x="2805" y="158"/>
                  </a:cubicBezTo>
                  <a:cubicBezTo>
                    <a:pt x="2889" y="194"/>
                    <a:pt x="2945" y="274"/>
                    <a:pt x="3005" y="366"/>
                  </a:cubicBezTo>
                  <a:cubicBezTo>
                    <a:pt x="3037" y="418"/>
                    <a:pt x="3069" y="462"/>
                    <a:pt x="3109" y="506"/>
                  </a:cubicBezTo>
                  <a:cubicBezTo>
                    <a:pt x="3149" y="550"/>
                    <a:pt x="3193" y="586"/>
                    <a:pt x="3245" y="618"/>
                  </a:cubicBezTo>
                  <a:cubicBezTo>
                    <a:pt x="3273" y="630"/>
                    <a:pt x="3297" y="642"/>
                    <a:pt x="3325" y="654"/>
                  </a:cubicBezTo>
                  <a:cubicBezTo>
                    <a:pt x="3353" y="666"/>
                    <a:pt x="3381" y="670"/>
                    <a:pt x="3409" y="682"/>
                  </a:cubicBezTo>
                  <a:lnTo>
                    <a:pt x="3445" y="694"/>
                  </a:lnTo>
                  <a:cubicBezTo>
                    <a:pt x="3457" y="698"/>
                    <a:pt x="3465" y="702"/>
                    <a:pt x="3477" y="706"/>
                  </a:cubicBezTo>
                  <a:cubicBezTo>
                    <a:pt x="3497" y="718"/>
                    <a:pt x="3517" y="730"/>
                    <a:pt x="3537" y="746"/>
                  </a:cubicBezTo>
                  <a:cubicBezTo>
                    <a:pt x="3613" y="818"/>
                    <a:pt x="3669" y="906"/>
                    <a:pt x="3697" y="1006"/>
                  </a:cubicBezTo>
                  <a:cubicBezTo>
                    <a:pt x="3733" y="1110"/>
                    <a:pt x="3761" y="1214"/>
                    <a:pt x="3781" y="1318"/>
                  </a:cubicBezTo>
                  <a:cubicBezTo>
                    <a:pt x="3801" y="1426"/>
                    <a:pt x="3817" y="1534"/>
                    <a:pt x="3841" y="1642"/>
                  </a:cubicBezTo>
                  <a:cubicBezTo>
                    <a:pt x="3857" y="1754"/>
                    <a:pt x="3897" y="1858"/>
                    <a:pt x="3957" y="1954"/>
                  </a:cubicBezTo>
                  <a:cubicBezTo>
                    <a:pt x="4081" y="2130"/>
                    <a:pt x="4197" y="2318"/>
                    <a:pt x="4245" y="2526"/>
                  </a:cubicBezTo>
                  <a:cubicBezTo>
                    <a:pt x="4261" y="2626"/>
                    <a:pt x="4261" y="2738"/>
                    <a:pt x="4205" y="2814"/>
                  </a:cubicBezTo>
                  <a:lnTo>
                    <a:pt x="4181" y="2838"/>
                  </a:lnTo>
                  <a:cubicBezTo>
                    <a:pt x="4173" y="2846"/>
                    <a:pt x="4161" y="2854"/>
                    <a:pt x="4153" y="2862"/>
                  </a:cubicBezTo>
                  <a:lnTo>
                    <a:pt x="4141" y="2874"/>
                  </a:lnTo>
                  <a:lnTo>
                    <a:pt x="4137" y="2878"/>
                  </a:lnTo>
                  <a:lnTo>
                    <a:pt x="4125" y="2882"/>
                  </a:lnTo>
                  <a:cubicBezTo>
                    <a:pt x="4117" y="2886"/>
                    <a:pt x="4105" y="2890"/>
                    <a:pt x="4093" y="2894"/>
                  </a:cubicBezTo>
                  <a:cubicBezTo>
                    <a:pt x="4041" y="2906"/>
                    <a:pt x="3993" y="2918"/>
                    <a:pt x="3941" y="2922"/>
                  </a:cubicBezTo>
                  <a:cubicBezTo>
                    <a:pt x="3815" y="2929"/>
                    <a:pt x="3690" y="2933"/>
                    <a:pt x="3565" y="2933"/>
                  </a:cubicBezTo>
                  <a:cubicBezTo>
                    <a:pt x="3475" y="2933"/>
                    <a:pt x="3386" y="2931"/>
                    <a:pt x="3297" y="2926"/>
                  </a:cubicBezTo>
                  <a:cubicBezTo>
                    <a:pt x="3077" y="2914"/>
                    <a:pt x="2861" y="2898"/>
                    <a:pt x="2645" y="2878"/>
                  </a:cubicBezTo>
                  <a:cubicBezTo>
                    <a:pt x="2429" y="2854"/>
                    <a:pt x="2213" y="2830"/>
                    <a:pt x="2001" y="2798"/>
                  </a:cubicBezTo>
                  <a:cubicBezTo>
                    <a:pt x="1785" y="2762"/>
                    <a:pt x="1569" y="2730"/>
                    <a:pt x="1361" y="2678"/>
                  </a:cubicBezTo>
                  <a:cubicBezTo>
                    <a:pt x="1261" y="2658"/>
                    <a:pt x="1157" y="2626"/>
                    <a:pt x="1061" y="2590"/>
                  </a:cubicBezTo>
                  <a:cubicBezTo>
                    <a:pt x="1037" y="2582"/>
                    <a:pt x="1017" y="2570"/>
                    <a:pt x="993" y="2558"/>
                  </a:cubicBezTo>
                  <a:cubicBezTo>
                    <a:pt x="985" y="2554"/>
                    <a:pt x="973" y="2550"/>
                    <a:pt x="965" y="2542"/>
                  </a:cubicBezTo>
                  <a:lnTo>
                    <a:pt x="953" y="2534"/>
                  </a:lnTo>
                  <a:lnTo>
                    <a:pt x="945" y="2526"/>
                  </a:lnTo>
                  <a:lnTo>
                    <a:pt x="937" y="2522"/>
                  </a:lnTo>
                  <a:cubicBezTo>
                    <a:pt x="917" y="2506"/>
                    <a:pt x="897" y="2486"/>
                    <a:pt x="873" y="2470"/>
                  </a:cubicBezTo>
                  <a:cubicBezTo>
                    <a:pt x="849" y="2450"/>
                    <a:pt x="825" y="2434"/>
                    <a:pt x="797" y="2422"/>
                  </a:cubicBezTo>
                  <a:cubicBezTo>
                    <a:pt x="693" y="2362"/>
                    <a:pt x="585" y="2322"/>
                    <a:pt x="469" y="2302"/>
                  </a:cubicBezTo>
                  <a:cubicBezTo>
                    <a:pt x="396" y="2289"/>
                    <a:pt x="324" y="2283"/>
                    <a:pt x="251" y="2283"/>
                  </a:cubicBezTo>
                  <a:cubicBezTo>
                    <a:pt x="238" y="2283"/>
                    <a:pt x="226" y="2283"/>
                    <a:pt x="213" y="2284"/>
                  </a:cubicBezTo>
                  <a:lnTo>
                    <a:pt x="213" y="2284"/>
                  </a:lnTo>
                  <a:cubicBezTo>
                    <a:pt x="216" y="2273"/>
                    <a:pt x="218" y="2261"/>
                    <a:pt x="221" y="2250"/>
                  </a:cubicBezTo>
                  <a:cubicBezTo>
                    <a:pt x="233" y="2210"/>
                    <a:pt x="241" y="2170"/>
                    <a:pt x="249" y="2126"/>
                  </a:cubicBezTo>
                  <a:cubicBezTo>
                    <a:pt x="265" y="2046"/>
                    <a:pt x="273" y="1962"/>
                    <a:pt x="273" y="1878"/>
                  </a:cubicBezTo>
                  <a:cubicBezTo>
                    <a:pt x="277" y="1834"/>
                    <a:pt x="273" y="1794"/>
                    <a:pt x="269" y="1750"/>
                  </a:cubicBezTo>
                  <a:cubicBezTo>
                    <a:pt x="265" y="1710"/>
                    <a:pt x="257" y="1666"/>
                    <a:pt x="245" y="1626"/>
                  </a:cubicBezTo>
                  <a:cubicBezTo>
                    <a:pt x="237" y="1606"/>
                    <a:pt x="233" y="1586"/>
                    <a:pt x="221" y="1566"/>
                  </a:cubicBezTo>
                  <a:lnTo>
                    <a:pt x="197" y="1506"/>
                  </a:lnTo>
                  <a:lnTo>
                    <a:pt x="169" y="1454"/>
                  </a:lnTo>
                  <a:cubicBezTo>
                    <a:pt x="161" y="1438"/>
                    <a:pt x="157" y="1418"/>
                    <a:pt x="149" y="1402"/>
                  </a:cubicBezTo>
                  <a:cubicBezTo>
                    <a:pt x="137" y="1366"/>
                    <a:pt x="125" y="1330"/>
                    <a:pt x="117" y="1290"/>
                  </a:cubicBezTo>
                  <a:cubicBezTo>
                    <a:pt x="109" y="1254"/>
                    <a:pt x="97" y="1214"/>
                    <a:pt x="93" y="1174"/>
                  </a:cubicBezTo>
                  <a:cubicBezTo>
                    <a:pt x="77" y="1098"/>
                    <a:pt x="65" y="1018"/>
                    <a:pt x="57" y="938"/>
                  </a:cubicBezTo>
                  <a:cubicBezTo>
                    <a:pt x="37" y="782"/>
                    <a:pt x="29" y="622"/>
                    <a:pt x="21" y="462"/>
                  </a:cubicBezTo>
                  <a:cubicBezTo>
                    <a:pt x="145" y="278"/>
                    <a:pt x="353" y="194"/>
                    <a:pt x="565" y="170"/>
                  </a:cubicBezTo>
                  <a:cubicBezTo>
                    <a:pt x="644" y="163"/>
                    <a:pt x="723" y="159"/>
                    <a:pt x="802" y="159"/>
                  </a:cubicBezTo>
                  <a:cubicBezTo>
                    <a:pt x="939" y="159"/>
                    <a:pt x="1074" y="170"/>
                    <a:pt x="1209" y="190"/>
                  </a:cubicBezTo>
                  <a:lnTo>
                    <a:pt x="1533" y="234"/>
                  </a:lnTo>
                  <a:lnTo>
                    <a:pt x="1617" y="242"/>
                  </a:lnTo>
                  <a:lnTo>
                    <a:pt x="1701" y="246"/>
                  </a:lnTo>
                  <a:cubicBezTo>
                    <a:pt x="1757" y="246"/>
                    <a:pt x="1817" y="242"/>
                    <a:pt x="1873" y="238"/>
                  </a:cubicBezTo>
                  <a:cubicBezTo>
                    <a:pt x="2097" y="214"/>
                    <a:pt x="2309" y="142"/>
                    <a:pt x="2513" y="122"/>
                  </a:cubicBezTo>
                  <a:cubicBezTo>
                    <a:pt x="2538" y="119"/>
                    <a:pt x="2563" y="117"/>
                    <a:pt x="2588" y="117"/>
                  </a:cubicBezTo>
                  <a:close/>
                  <a:moveTo>
                    <a:pt x="2616" y="0"/>
                  </a:moveTo>
                  <a:cubicBezTo>
                    <a:pt x="2607" y="0"/>
                    <a:pt x="2598" y="1"/>
                    <a:pt x="2589" y="2"/>
                  </a:cubicBezTo>
                  <a:cubicBezTo>
                    <a:pt x="2561" y="2"/>
                    <a:pt x="2533" y="2"/>
                    <a:pt x="2505" y="6"/>
                  </a:cubicBezTo>
                  <a:cubicBezTo>
                    <a:pt x="2273" y="22"/>
                    <a:pt x="2069" y="98"/>
                    <a:pt x="1857" y="122"/>
                  </a:cubicBezTo>
                  <a:cubicBezTo>
                    <a:pt x="1805" y="130"/>
                    <a:pt x="1753" y="138"/>
                    <a:pt x="1701" y="138"/>
                  </a:cubicBezTo>
                  <a:lnTo>
                    <a:pt x="1625" y="138"/>
                  </a:lnTo>
                  <a:lnTo>
                    <a:pt x="1541" y="130"/>
                  </a:lnTo>
                  <a:cubicBezTo>
                    <a:pt x="1437" y="118"/>
                    <a:pt x="1325" y="106"/>
                    <a:pt x="1217" y="98"/>
                  </a:cubicBezTo>
                  <a:cubicBezTo>
                    <a:pt x="1115" y="87"/>
                    <a:pt x="1012" y="81"/>
                    <a:pt x="909" y="81"/>
                  </a:cubicBezTo>
                  <a:cubicBezTo>
                    <a:pt x="790" y="81"/>
                    <a:pt x="672" y="89"/>
                    <a:pt x="557" y="106"/>
                  </a:cubicBezTo>
                  <a:cubicBezTo>
                    <a:pt x="445" y="126"/>
                    <a:pt x="337" y="162"/>
                    <a:pt x="241" y="218"/>
                  </a:cubicBezTo>
                  <a:cubicBezTo>
                    <a:pt x="145" y="274"/>
                    <a:pt x="65" y="358"/>
                    <a:pt x="9" y="454"/>
                  </a:cubicBezTo>
                  <a:lnTo>
                    <a:pt x="13" y="462"/>
                  </a:lnTo>
                  <a:cubicBezTo>
                    <a:pt x="1" y="626"/>
                    <a:pt x="1" y="786"/>
                    <a:pt x="9" y="946"/>
                  </a:cubicBezTo>
                  <a:cubicBezTo>
                    <a:pt x="13" y="1030"/>
                    <a:pt x="17" y="1110"/>
                    <a:pt x="29" y="1190"/>
                  </a:cubicBezTo>
                  <a:cubicBezTo>
                    <a:pt x="33" y="1230"/>
                    <a:pt x="41" y="1270"/>
                    <a:pt x="49" y="1310"/>
                  </a:cubicBezTo>
                  <a:cubicBezTo>
                    <a:pt x="57" y="1350"/>
                    <a:pt x="65" y="1390"/>
                    <a:pt x="77" y="1434"/>
                  </a:cubicBezTo>
                  <a:cubicBezTo>
                    <a:pt x="85" y="1454"/>
                    <a:pt x="89" y="1474"/>
                    <a:pt x="97" y="1494"/>
                  </a:cubicBezTo>
                  <a:lnTo>
                    <a:pt x="121" y="1550"/>
                  </a:lnTo>
                  <a:lnTo>
                    <a:pt x="141" y="1602"/>
                  </a:lnTo>
                  <a:cubicBezTo>
                    <a:pt x="149" y="1618"/>
                    <a:pt x="153" y="1634"/>
                    <a:pt x="157" y="1654"/>
                  </a:cubicBezTo>
                  <a:cubicBezTo>
                    <a:pt x="165" y="1690"/>
                    <a:pt x="173" y="1726"/>
                    <a:pt x="173" y="1766"/>
                  </a:cubicBezTo>
                  <a:cubicBezTo>
                    <a:pt x="177" y="1802"/>
                    <a:pt x="177" y="1842"/>
                    <a:pt x="173" y="1878"/>
                  </a:cubicBezTo>
                  <a:cubicBezTo>
                    <a:pt x="169" y="1958"/>
                    <a:pt x="157" y="2034"/>
                    <a:pt x="141" y="2110"/>
                  </a:cubicBezTo>
                  <a:cubicBezTo>
                    <a:pt x="133" y="2146"/>
                    <a:pt x="125" y="2186"/>
                    <a:pt x="113" y="2222"/>
                  </a:cubicBezTo>
                  <a:cubicBezTo>
                    <a:pt x="101" y="2258"/>
                    <a:pt x="89" y="2298"/>
                    <a:pt x="77" y="2330"/>
                  </a:cubicBezTo>
                  <a:lnTo>
                    <a:pt x="45" y="2418"/>
                  </a:lnTo>
                  <a:lnTo>
                    <a:pt x="141" y="2410"/>
                  </a:lnTo>
                  <a:cubicBezTo>
                    <a:pt x="166" y="2408"/>
                    <a:pt x="192" y="2407"/>
                    <a:pt x="218" y="2407"/>
                  </a:cubicBezTo>
                  <a:cubicBezTo>
                    <a:pt x="396" y="2407"/>
                    <a:pt x="571" y="2455"/>
                    <a:pt x="729" y="2542"/>
                  </a:cubicBezTo>
                  <a:cubicBezTo>
                    <a:pt x="749" y="2554"/>
                    <a:pt x="769" y="2570"/>
                    <a:pt x="789" y="2582"/>
                  </a:cubicBezTo>
                  <a:cubicBezTo>
                    <a:pt x="809" y="2594"/>
                    <a:pt x="829" y="2614"/>
                    <a:pt x="849" y="2634"/>
                  </a:cubicBezTo>
                  <a:lnTo>
                    <a:pt x="857" y="2638"/>
                  </a:lnTo>
                  <a:lnTo>
                    <a:pt x="865" y="2646"/>
                  </a:lnTo>
                  <a:lnTo>
                    <a:pt x="885" y="2662"/>
                  </a:lnTo>
                  <a:cubicBezTo>
                    <a:pt x="897" y="2670"/>
                    <a:pt x="913" y="2682"/>
                    <a:pt x="925" y="2690"/>
                  </a:cubicBezTo>
                  <a:cubicBezTo>
                    <a:pt x="953" y="2702"/>
                    <a:pt x="981" y="2718"/>
                    <a:pt x="1009" y="2726"/>
                  </a:cubicBezTo>
                  <a:cubicBezTo>
                    <a:pt x="1113" y="2770"/>
                    <a:pt x="1221" y="2802"/>
                    <a:pt x="1333" y="2826"/>
                  </a:cubicBezTo>
                  <a:cubicBezTo>
                    <a:pt x="1545" y="2878"/>
                    <a:pt x="1765" y="2914"/>
                    <a:pt x="1981" y="2946"/>
                  </a:cubicBezTo>
                  <a:cubicBezTo>
                    <a:pt x="2201" y="2974"/>
                    <a:pt x="2417" y="2994"/>
                    <a:pt x="2637" y="3014"/>
                  </a:cubicBezTo>
                  <a:cubicBezTo>
                    <a:pt x="2853" y="3030"/>
                    <a:pt x="3073" y="3042"/>
                    <a:pt x="3293" y="3046"/>
                  </a:cubicBezTo>
                  <a:cubicBezTo>
                    <a:pt x="3339" y="3048"/>
                    <a:pt x="3385" y="3048"/>
                    <a:pt x="3431" y="3048"/>
                  </a:cubicBezTo>
                  <a:cubicBezTo>
                    <a:pt x="3605" y="3048"/>
                    <a:pt x="3779" y="3037"/>
                    <a:pt x="3953" y="3018"/>
                  </a:cubicBezTo>
                  <a:cubicBezTo>
                    <a:pt x="4013" y="3010"/>
                    <a:pt x="4069" y="2994"/>
                    <a:pt x="4125" y="2978"/>
                  </a:cubicBezTo>
                  <a:cubicBezTo>
                    <a:pt x="4141" y="2970"/>
                    <a:pt x="4153" y="2966"/>
                    <a:pt x="4165" y="2958"/>
                  </a:cubicBezTo>
                  <a:lnTo>
                    <a:pt x="4173" y="2954"/>
                  </a:lnTo>
                  <a:lnTo>
                    <a:pt x="4181" y="2950"/>
                  </a:lnTo>
                  <a:lnTo>
                    <a:pt x="4185" y="2946"/>
                  </a:lnTo>
                  <a:lnTo>
                    <a:pt x="4201" y="2930"/>
                  </a:lnTo>
                  <a:cubicBezTo>
                    <a:pt x="4213" y="2918"/>
                    <a:pt x="4225" y="2910"/>
                    <a:pt x="4237" y="2898"/>
                  </a:cubicBezTo>
                  <a:lnTo>
                    <a:pt x="4265" y="2862"/>
                  </a:lnTo>
                  <a:cubicBezTo>
                    <a:pt x="4297" y="2810"/>
                    <a:pt x="4317" y="2750"/>
                    <a:pt x="4321" y="2690"/>
                  </a:cubicBezTo>
                  <a:cubicBezTo>
                    <a:pt x="4321" y="2630"/>
                    <a:pt x="4317" y="2574"/>
                    <a:pt x="4301" y="2518"/>
                  </a:cubicBezTo>
                  <a:cubicBezTo>
                    <a:pt x="4273" y="2410"/>
                    <a:pt x="4229" y="2306"/>
                    <a:pt x="4173" y="2210"/>
                  </a:cubicBezTo>
                  <a:cubicBezTo>
                    <a:pt x="4117" y="2114"/>
                    <a:pt x="4057" y="2022"/>
                    <a:pt x="3989" y="1934"/>
                  </a:cubicBezTo>
                  <a:cubicBezTo>
                    <a:pt x="3933" y="1842"/>
                    <a:pt x="3897" y="1742"/>
                    <a:pt x="3881" y="1638"/>
                  </a:cubicBezTo>
                  <a:cubicBezTo>
                    <a:pt x="3857" y="1534"/>
                    <a:pt x="3841" y="1426"/>
                    <a:pt x="3821" y="1318"/>
                  </a:cubicBezTo>
                  <a:cubicBezTo>
                    <a:pt x="3805" y="1206"/>
                    <a:pt x="3781" y="1098"/>
                    <a:pt x="3749" y="994"/>
                  </a:cubicBezTo>
                  <a:cubicBezTo>
                    <a:pt x="3721" y="882"/>
                    <a:pt x="3665" y="778"/>
                    <a:pt x="3585" y="694"/>
                  </a:cubicBezTo>
                  <a:cubicBezTo>
                    <a:pt x="3553" y="662"/>
                    <a:pt x="3513" y="638"/>
                    <a:pt x="3469" y="618"/>
                  </a:cubicBezTo>
                  <a:lnTo>
                    <a:pt x="3429" y="606"/>
                  </a:lnTo>
                  <a:cubicBezTo>
                    <a:pt x="3409" y="594"/>
                    <a:pt x="3381" y="586"/>
                    <a:pt x="3357" y="578"/>
                  </a:cubicBezTo>
                  <a:cubicBezTo>
                    <a:pt x="3333" y="566"/>
                    <a:pt x="3313" y="554"/>
                    <a:pt x="3289" y="542"/>
                  </a:cubicBezTo>
                  <a:cubicBezTo>
                    <a:pt x="3249" y="514"/>
                    <a:pt x="3213" y="482"/>
                    <a:pt x="3181" y="446"/>
                  </a:cubicBezTo>
                  <a:cubicBezTo>
                    <a:pt x="3149" y="402"/>
                    <a:pt x="3121" y="358"/>
                    <a:pt x="3093" y="314"/>
                  </a:cubicBezTo>
                  <a:cubicBezTo>
                    <a:pt x="3065" y="266"/>
                    <a:pt x="3037" y="218"/>
                    <a:pt x="3001" y="170"/>
                  </a:cubicBezTo>
                  <a:cubicBezTo>
                    <a:pt x="2961" y="122"/>
                    <a:pt x="2909" y="82"/>
                    <a:pt x="2853" y="54"/>
                  </a:cubicBezTo>
                  <a:lnTo>
                    <a:pt x="2809" y="34"/>
                  </a:lnTo>
                  <a:lnTo>
                    <a:pt x="2769" y="22"/>
                  </a:lnTo>
                  <a:lnTo>
                    <a:pt x="2749" y="18"/>
                  </a:lnTo>
                  <a:cubicBezTo>
                    <a:pt x="2741" y="14"/>
                    <a:pt x="2729" y="14"/>
                    <a:pt x="2721" y="14"/>
                  </a:cubicBezTo>
                  <a:lnTo>
                    <a:pt x="2677" y="6"/>
                  </a:lnTo>
                  <a:cubicBezTo>
                    <a:pt x="2657" y="3"/>
                    <a:pt x="2637" y="0"/>
                    <a:pt x="2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2"/>
            <p:cNvSpPr/>
            <p:nvPr/>
          </p:nvSpPr>
          <p:spPr>
            <a:xfrm>
              <a:off x="3062550" y="2308421"/>
              <a:ext cx="502772" cy="378102"/>
            </a:xfrm>
            <a:custGeom>
              <a:avLst/>
              <a:gdLst/>
              <a:ahLst/>
              <a:cxnLst/>
              <a:rect l="l" t="t" r="r" b="b"/>
              <a:pathLst>
                <a:path w="2581" h="1941" extrusionOk="0">
                  <a:moveTo>
                    <a:pt x="9" y="0"/>
                  </a:moveTo>
                  <a:lnTo>
                    <a:pt x="1" y="12"/>
                  </a:lnTo>
                  <a:cubicBezTo>
                    <a:pt x="1" y="12"/>
                    <a:pt x="37" y="36"/>
                    <a:pt x="97" y="80"/>
                  </a:cubicBezTo>
                  <a:cubicBezTo>
                    <a:pt x="181" y="148"/>
                    <a:pt x="261" y="224"/>
                    <a:pt x="333" y="308"/>
                  </a:cubicBezTo>
                  <a:cubicBezTo>
                    <a:pt x="357" y="336"/>
                    <a:pt x="377" y="364"/>
                    <a:pt x="397" y="396"/>
                  </a:cubicBezTo>
                  <a:cubicBezTo>
                    <a:pt x="405" y="412"/>
                    <a:pt x="417" y="432"/>
                    <a:pt x="425" y="444"/>
                  </a:cubicBezTo>
                  <a:cubicBezTo>
                    <a:pt x="433" y="464"/>
                    <a:pt x="441" y="480"/>
                    <a:pt x="449" y="500"/>
                  </a:cubicBezTo>
                  <a:cubicBezTo>
                    <a:pt x="469" y="584"/>
                    <a:pt x="481" y="676"/>
                    <a:pt x="481" y="764"/>
                  </a:cubicBezTo>
                  <a:cubicBezTo>
                    <a:pt x="481" y="872"/>
                    <a:pt x="493" y="984"/>
                    <a:pt x="513" y="1088"/>
                  </a:cubicBezTo>
                  <a:cubicBezTo>
                    <a:pt x="529" y="1152"/>
                    <a:pt x="553" y="1212"/>
                    <a:pt x="593" y="1264"/>
                  </a:cubicBezTo>
                  <a:cubicBezTo>
                    <a:pt x="637" y="1324"/>
                    <a:pt x="697" y="1364"/>
                    <a:pt x="769" y="1384"/>
                  </a:cubicBezTo>
                  <a:cubicBezTo>
                    <a:pt x="893" y="1420"/>
                    <a:pt x="1021" y="1440"/>
                    <a:pt x="1149" y="1464"/>
                  </a:cubicBezTo>
                  <a:cubicBezTo>
                    <a:pt x="1277" y="1484"/>
                    <a:pt x="1413" y="1508"/>
                    <a:pt x="1549" y="1536"/>
                  </a:cubicBezTo>
                  <a:cubicBezTo>
                    <a:pt x="1685" y="1560"/>
                    <a:pt x="1825" y="1592"/>
                    <a:pt x="1965" y="1632"/>
                  </a:cubicBezTo>
                  <a:cubicBezTo>
                    <a:pt x="2105" y="1668"/>
                    <a:pt x="2241" y="1724"/>
                    <a:pt x="2369" y="1796"/>
                  </a:cubicBezTo>
                  <a:cubicBezTo>
                    <a:pt x="2433" y="1836"/>
                    <a:pt x="2489" y="1884"/>
                    <a:pt x="2533" y="1940"/>
                  </a:cubicBezTo>
                  <a:lnTo>
                    <a:pt x="2581" y="1904"/>
                  </a:lnTo>
                  <a:cubicBezTo>
                    <a:pt x="2537" y="1836"/>
                    <a:pt x="2477" y="1776"/>
                    <a:pt x="2409" y="1732"/>
                  </a:cubicBezTo>
                  <a:cubicBezTo>
                    <a:pt x="2281" y="1644"/>
                    <a:pt x="2141" y="1576"/>
                    <a:pt x="1993" y="1532"/>
                  </a:cubicBezTo>
                  <a:cubicBezTo>
                    <a:pt x="1857" y="1484"/>
                    <a:pt x="1713" y="1444"/>
                    <a:pt x="1573" y="1416"/>
                  </a:cubicBezTo>
                  <a:cubicBezTo>
                    <a:pt x="1433" y="1384"/>
                    <a:pt x="1297" y="1360"/>
                    <a:pt x="1169" y="1340"/>
                  </a:cubicBezTo>
                  <a:cubicBezTo>
                    <a:pt x="1037" y="1320"/>
                    <a:pt x="909" y="1300"/>
                    <a:pt x="797" y="1268"/>
                  </a:cubicBezTo>
                  <a:cubicBezTo>
                    <a:pt x="749" y="1260"/>
                    <a:pt x="709" y="1232"/>
                    <a:pt x="677" y="1196"/>
                  </a:cubicBezTo>
                  <a:cubicBezTo>
                    <a:pt x="649" y="1156"/>
                    <a:pt x="625" y="1108"/>
                    <a:pt x="613" y="1060"/>
                  </a:cubicBezTo>
                  <a:cubicBezTo>
                    <a:pt x="593" y="960"/>
                    <a:pt x="577" y="860"/>
                    <a:pt x="569" y="756"/>
                  </a:cubicBezTo>
                  <a:cubicBezTo>
                    <a:pt x="561" y="660"/>
                    <a:pt x="545" y="564"/>
                    <a:pt x="517" y="472"/>
                  </a:cubicBezTo>
                  <a:cubicBezTo>
                    <a:pt x="505" y="452"/>
                    <a:pt x="497" y="432"/>
                    <a:pt x="485" y="412"/>
                  </a:cubicBezTo>
                  <a:cubicBezTo>
                    <a:pt x="473" y="392"/>
                    <a:pt x="461" y="372"/>
                    <a:pt x="449" y="356"/>
                  </a:cubicBezTo>
                  <a:cubicBezTo>
                    <a:pt x="425" y="324"/>
                    <a:pt x="401" y="296"/>
                    <a:pt x="373" y="268"/>
                  </a:cubicBezTo>
                  <a:cubicBezTo>
                    <a:pt x="293" y="188"/>
                    <a:pt x="205" y="120"/>
                    <a:pt x="109" y="60"/>
                  </a:cubicBezTo>
                  <a:cubicBezTo>
                    <a:pt x="45" y="20"/>
                    <a:pt x="9" y="0"/>
                    <a:pt x="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52"/>
            <p:cNvSpPr/>
            <p:nvPr/>
          </p:nvSpPr>
          <p:spPr>
            <a:xfrm>
              <a:off x="2955800" y="1941418"/>
              <a:ext cx="732633" cy="738867"/>
            </a:xfrm>
            <a:custGeom>
              <a:avLst/>
              <a:gdLst/>
              <a:ahLst/>
              <a:cxnLst/>
              <a:rect l="l" t="t" r="r" b="b"/>
              <a:pathLst>
                <a:path w="3761" h="3793" extrusionOk="0">
                  <a:moveTo>
                    <a:pt x="1624" y="0"/>
                  </a:moveTo>
                  <a:cubicBezTo>
                    <a:pt x="1602" y="0"/>
                    <a:pt x="1579" y="1"/>
                    <a:pt x="1557" y="4"/>
                  </a:cubicBezTo>
                  <a:cubicBezTo>
                    <a:pt x="1433" y="20"/>
                    <a:pt x="1313" y="64"/>
                    <a:pt x="1205" y="124"/>
                  </a:cubicBezTo>
                  <a:cubicBezTo>
                    <a:pt x="1153" y="152"/>
                    <a:pt x="1105" y="180"/>
                    <a:pt x="1061" y="208"/>
                  </a:cubicBezTo>
                  <a:cubicBezTo>
                    <a:pt x="1041" y="220"/>
                    <a:pt x="1013" y="236"/>
                    <a:pt x="1001" y="244"/>
                  </a:cubicBezTo>
                  <a:cubicBezTo>
                    <a:pt x="989" y="248"/>
                    <a:pt x="981" y="252"/>
                    <a:pt x="973" y="252"/>
                  </a:cubicBezTo>
                  <a:cubicBezTo>
                    <a:pt x="961" y="256"/>
                    <a:pt x="953" y="256"/>
                    <a:pt x="941" y="260"/>
                  </a:cubicBezTo>
                  <a:cubicBezTo>
                    <a:pt x="853" y="256"/>
                    <a:pt x="765" y="248"/>
                    <a:pt x="673" y="228"/>
                  </a:cubicBezTo>
                  <a:cubicBezTo>
                    <a:pt x="597" y="216"/>
                    <a:pt x="513" y="212"/>
                    <a:pt x="433" y="212"/>
                  </a:cubicBezTo>
                  <a:cubicBezTo>
                    <a:pt x="321" y="216"/>
                    <a:pt x="209" y="240"/>
                    <a:pt x="105" y="288"/>
                  </a:cubicBezTo>
                  <a:cubicBezTo>
                    <a:pt x="77" y="304"/>
                    <a:pt x="53" y="316"/>
                    <a:pt x="25" y="332"/>
                  </a:cubicBezTo>
                  <a:lnTo>
                    <a:pt x="1" y="348"/>
                  </a:lnTo>
                  <a:lnTo>
                    <a:pt x="9" y="360"/>
                  </a:lnTo>
                  <a:lnTo>
                    <a:pt x="33" y="348"/>
                  </a:lnTo>
                  <a:cubicBezTo>
                    <a:pt x="61" y="336"/>
                    <a:pt x="85" y="324"/>
                    <a:pt x="113" y="316"/>
                  </a:cubicBezTo>
                  <a:cubicBezTo>
                    <a:pt x="204" y="281"/>
                    <a:pt x="299" y="267"/>
                    <a:pt x="394" y="267"/>
                  </a:cubicBezTo>
                  <a:cubicBezTo>
                    <a:pt x="407" y="267"/>
                    <a:pt x="420" y="267"/>
                    <a:pt x="433" y="268"/>
                  </a:cubicBezTo>
                  <a:cubicBezTo>
                    <a:pt x="509" y="276"/>
                    <a:pt x="585" y="288"/>
                    <a:pt x="661" y="304"/>
                  </a:cubicBezTo>
                  <a:cubicBezTo>
                    <a:pt x="753" y="328"/>
                    <a:pt x="849" y="344"/>
                    <a:pt x="945" y="352"/>
                  </a:cubicBezTo>
                  <a:cubicBezTo>
                    <a:pt x="961" y="352"/>
                    <a:pt x="977" y="352"/>
                    <a:pt x="989" y="348"/>
                  </a:cubicBezTo>
                  <a:cubicBezTo>
                    <a:pt x="1005" y="348"/>
                    <a:pt x="1021" y="344"/>
                    <a:pt x="1037" y="336"/>
                  </a:cubicBezTo>
                  <a:cubicBezTo>
                    <a:pt x="1069" y="324"/>
                    <a:pt x="1089" y="312"/>
                    <a:pt x="1113" y="296"/>
                  </a:cubicBezTo>
                  <a:cubicBezTo>
                    <a:pt x="1161" y="272"/>
                    <a:pt x="1205" y="248"/>
                    <a:pt x="1253" y="224"/>
                  </a:cubicBezTo>
                  <a:cubicBezTo>
                    <a:pt x="1353" y="172"/>
                    <a:pt x="1457" y="140"/>
                    <a:pt x="1569" y="128"/>
                  </a:cubicBezTo>
                  <a:cubicBezTo>
                    <a:pt x="1580" y="127"/>
                    <a:pt x="1591" y="127"/>
                    <a:pt x="1603" y="127"/>
                  </a:cubicBezTo>
                  <a:cubicBezTo>
                    <a:pt x="1703" y="127"/>
                    <a:pt x="1802" y="159"/>
                    <a:pt x="1885" y="220"/>
                  </a:cubicBezTo>
                  <a:cubicBezTo>
                    <a:pt x="1937" y="256"/>
                    <a:pt x="1981" y="296"/>
                    <a:pt x="2017" y="344"/>
                  </a:cubicBezTo>
                  <a:cubicBezTo>
                    <a:pt x="2037" y="364"/>
                    <a:pt x="2057" y="392"/>
                    <a:pt x="2077" y="424"/>
                  </a:cubicBezTo>
                  <a:cubicBezTo>
                    <a:pt x="2097" y="452"/>
                    <a:pt x="2121" y="480"/>
                    <a:pt x="2145" y="508"/>
                  </a:cubicBezTo>
                  <a:cubicBezTo>
                    <a:pt x="2241" y="624"/>
                    <a:pt x="2345" y="728"/>
                    <a:pt x="2461" y="820"/>
                  </a:cubicBezTo>
                  <a:cubicBezTo>
                    <a:pt x="2577" y="916"/>
                    <a:pt x="2705" y="1008"/>
                    <a:pt x="2829" y="1096"/>
                  </a:cubicBezTo>
                  <a:cubicBezTo>
                    <a:pt x="2953" y="1184"/>
                    <a:pt x="3081" y="1272"/>
                    <a:pt x="3201" y="1368"/>
                  </a:cubicBezTo>
                  <a:cubicBezTo>
                    <a:pt x="3325" y="1460"/>
                    <a:pt x="3433" y="1568"/>
                    <a:pt x="3521" y="1692"/>
                  </a:cubicBezTo>
                  <a:cubicBezTo>
                    <a:pt x="3609" y="1820"/>
                    <a:pt x="3653" y="1968"/>
                    <a:pt x="3649" y="2120"/>
                  </a:cubicBezTo>
                  <a:cubicBezTo>
                    <a:pt x="3645" y="2280"/>
                    <a:pt x="3617" y="2436"/>
                    <a:pt x="3565" y="2588"/>
                  </a:cubicBezTo>
                  <a:cubicBezTo>
                    <a:pt x="3509" y="2740"/>
                    <a:pt x="3465" y="2900"/>
                    <a:pt x="3433" y="3060"/>
                  </a:cubicBezTo>
                  <a:cubicBezTo>
                    <a:pt x="3425" y="3104"/>
                    <a:pt x="3417" y="3144"/>
                    <a:pt x="3413" y="3184"/>
                  </a:cubicBezTo>
                  <a:cubicBezTo>
                    <a:pt x="3413" y="3228"/>
                    <a:pt x="3413" y="3268"/>
                    <a:pt x="3413" y="3308"/>
                  </a:cubicBezTo>
                  <a:cubicBezTo>
                    <a:pt x="3409" y="3388"/>
                    <a:pt x="3405" y="3468"/>
                    <a:pt x="3401" y="3548"/>
                  </a:cubicBezTo>
                  <a:cubicBezTo>
                    <a:pt x="3397" y="3628"/>
                    <a:pt x="3389" y="3708"/>
                    <a:pt x="3373" y="3784"/>
                  </a:cubicBezTo>
                  <a:lnTo>
                    <a:pt x="3417" y="3792"/>
                  </a:lnTo>
                  <a:cubicBezTo>
                    <a:pt x="3429" y="3712"/>
                    <a:pt x="3437" y="3632"/>
                    <a:pt x="3445" y="3552"/>
                  </a:cubicBezTo>
                  <a:cubicBezTo>
                    <a:pt x="3449" y="3472"/>
                    <a:pt x="3453" y="3388"/>
                    <a:pt x="3457" y="3308"/>
                  </a:cubicBezTo>
                  <a:cubicBezTo>
                    <a:pt x="3457" y="3268"/>
                    <a:pt x="3461" y="3228"/>
                    <a:pt x="3465" y="3188"/>
                  </a:cubicBezTo>
                  <a:cubicBezTo>
                    <a:pt x="3469" y="3148"/>
                    <a:pt x="3473" y="3108"/>
                    <a:pt x="3481" y="3072"/>
                  </a:cubicBezTo>
                  <a:cubicBezTo>
                    <a:pt x="3521" y="2916"/>
                    <a:pt x="3573" y="2760"/>
                    <a:pt x="3633" y="2608"/>
                  </a:cubicBezTo>
                  <a:cubicBezTo>
                    <a:pt x="3697" y="2456"/>
                    <a:pt x="3737" y="2288"/>
                    <a:pt x="3753" y="2120"/>
                  </a:cubicBezTo>
                  <a:cubicBezTo>
                    <a:pt x="3761" y="1948"/>
                    <a:pt x="3713" y="1776"/>
                    <a:pt x="3621" y="1628"/>
                  </a:cubicBezTo>
                  <a:cubicBezTo>
                    <a:pt x="3529" y="1492"/>
                    <a:pt x="3417" y="1368"/>
                    <a:pt x="3285" y="1264"/>
                  </a:cubicBezTo>
                  <a:cubicBezTo>
                    <a:pt x="3161" y="1160"/>
                    <a:pt x="3033" y="1068"/>
                    <a:pt x="2909" y="980"/>
                  </a:cubicBezTo>
                  <a:cubicBezTo>
                    <a:pt x="2785" y="888"/>
                    <a:pt x="2665" y="800"/>
                    <a:pt x="2557" y="708"/>
                  </a:cubicBezTo>
                  <a:cubicBezTo>
                    <a:pt x="2449" y="620"/>
                    <a:pt x="2349" y="524"/>
                    <a:pt x="2257" y="416"/>
                  </a:cubicBezTo>
                  <a:cubicBezTo>
                    <a:pt x="2233" y="392"/>
                    <a:pt x="2217" y="368"/>
                    <a:pt x="2193" y="340"/>
                  </a:cubicBezTo>
                  <a:cubicBezTo>
                    <a:pt x="2169" y="308"/>
                    <a:pt x="2153" y="284"/>
                    <a:pt x="2125" y="256"/>
                  </a:cubicBezTo>
                  <a:cubicBezTo>
                    <a:pt x="2081" y="196"/>
                    <a:pt x="2025" y="148"/>
                    <a:pt x="1965" y="104"/>
                  </a:cubicBezTo>
                  <a:cubicBezTo>
                    <a:pt x="1864" y="36"/>
                    <a:pt x="1745" y="0"/>
                    <a:pt x="16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52"/>
            <p:cNvSpPr/>
            <p:nvPr/>
          </p:nvSpPr>
          <p:spPr>
            <a:xfrm>
              <a:off x="3134236" y="1639478"/>
              <a:ext cx="1008661" cy="557316"/>
            </a:xfrm>
            <a:custGeom>
              <a:avLst/>
              <a:gdLst/>
              <a:ahLst/>
              <a:cxnLst/>
              <a:rect l="l" t="t" r="r" b="b"/>
              <a:pathLst>
                <a:path w="5178" h="2861" extrusionOk="0">
                  <a:moveTo>
                    <a:pt x="3350" y="0"/>
                  </a:moveTo>
                  <a:cubicBezTo>
                    <a:pt x="3334" y="0"/>
                    <a:pt x="3317" y="1"/>
                    <a:pt x="3301" y="2"/>
                  </a:cubicBezTo>
                  <a:cubicBezTo>
                    <a:pt x="3173" y="6"/>
                    <a:pt x="3049" y="26"/>
                    <a:pt x="2929" y="62"/>
                  </a:cubicBezTo>
                  <a:cubicBezTo>
                    <a:pt x="2809" y="94"/>
                    <a:pt x="2689" y="138"/>
                    <a:pt x="2573" y="182"/>
                  </a:cubicBezTo>
                  <a:cubicBezTo>
                    <a:pt x="2457" y="226"/>
                    <a:pt x="2341" y="274"/>
                    <a:pt x="2225" y="310"/>
                  </a:cubicBezTo>
                  <a:cubicBezTo>
                    <a:pt x="2113" y="350"/>
                    <a:pt x="1993" y="374"/>
                    <a:pt x="1877" y="378"/>
                  </a:cubicBezTo>
                  <a:cubicBezTo>
                    <a:pt x="1757" y="378"/>
                    <a:pt x="1641" y="362"/>
                    <a:pt x="1525" y="330"/>
                  </a:cubicBezTo>
                  <a:cubicBezTo>
                    <a:pt x="1409" y="302"/>
                    <a:pt x="1289" y="266"/>
                    <a:pt x="1169" y="230"/>
                  </a:cubicBezTo>
                  <a:cubicBezTo>
                    <a:pt x="1109" y="210"/>
                    <a:pt x="1045" y="194"/>
                    <a:pt x="981" y="182"/>
                  </a:cubicBezTo>
                  <a:cubicBezTo>
                    <a:pt x="949" y="178"/>
                    <a:pt x="917" y="174"/>
                    <a:pt x="881" y="174"/>
                  </a:cubicBezTo>
                  <a:lnTo>
                    <a:pt x="833" y="174"/>
                  </a:lnTo>
                  <a:cubicBezTo>
                    <a:pt x="817" y="174"/>
                    <a:pt x="797" y="178"/>
                    <a:pt x="781" y="182"/>
                  </a:cubicBezTo>
                  <a:cubicBezTo>
                    <a:pt x="749" y="186"/>
                    <a:pt x="713" y="190"/>
                    <a:pt x="681" y="198"/>
                  </a:cubicBezTo>
                  <a:lnTo>
                    <a:pt x="589" y="234"/>
                  </a:lnTo>
                  <a:lnTo>
                    <a:pt x="501" y="278"/>
                  </a:lnTo>
                  <a:cubicBezTo>
                    <a:pt x="469" y="294"/>
                    <a:pt x="445" y="314"/>
                    <a:pt x="421" y="334"/>
                  </a:cubicBezTo>
                  <a:cubicBezTo>
                    <a:pt x="317" y="414"/>
                    <a:pt x="233" y="510"/>
                    <a:pt x="165" y="618"/>
                  </a:cubicBezTo>
                  <a:cubicBezTo>
                    <a:pt x="97" y="726"/>
                    <a:pt x="41" y="838"/>
                    <a:pt x="1" y="958"/>
                  </a:cubicBezTo>
                  <a:lnTo>
                    <a:pt x="21" y="962"/>
                  </a:lnTo>
                  <a:cubicBezTo>
                    <a:pt x="77" y="854"/>
                    <a:pt x="141" y="750"/>
                    <a:pt x="217" y="650"/>
                  </a:cubicBezTo>
                  <a:cubicBezTo>
                    <a:pt x="289" y="554"/>
                    <a:pt x="377" y="470"/>
                    <a:pt x="477" y="402"/>
                  </a:cubicBezTo>
                  <a:cubicBezTo>
                    <a:pt x="501" y="386"/>
                    <a:pt x="525" y="366"/>
                    <a:pt x="553" y="354"/>
                  </a:cubicBezTo>
                  <a:lnTo>
                    <a:pt x="629" y="318"/>
                  </a:lnTo>
                  <a:lnTo>
                    <a:pt x="713" y="294"/>
                  </a:lnTo>
                  <a:cubicBezTo>
                    <a:pt x="741" y="290"/>
                    <a:pt x="769" y="286"/>
                    <a:pt x="797" y="282"/>
                  </a:cubicBezTo>
                  <a:cubicBezTo>
                    <a:pt x="813" y="282"/>
                    <a:pt x="825" y="282"/>
                    <a:pt x="841" y="278"/>
                  </a:cubicBezTo>
                  <a:lnTo>
                    <a:pt x="885" y="282"/>
                  </a:lnTo>
                  <a:cubicBezTo>
                    <a:pt x="913" y="282"/>
                    <a:pt x="941" y="286"/>
                    <a:pt x="969" y="294"/>
                  </a:cubicBezTo>
                  <a:lnTo>
                    <a:pt x="1053" y="314"/>
                  </a:lnTo>
                  <a:cubicBezTo>
                    <a:pt x="1081" y="318"/>
                    <a:pt x="1113" y="330"/>
                    <a:pt x="1141" y="342"/>
                  </a:cubicBezTo>
                  <a:cubicBezTo>
                    <a:pt x="1257" y="378"/>
                    <a:pt x="1377" y="418"/>
                    <a:pt x="1501" y="450"/>
                  </a:cubicBezTo>
                  <a:cubicBezTo>
                    <a:pt x="1604" y="480"/>
                    <a:pt x="1713" y="496"/>
                    <a:pt x="1820" y="496"/>
                  </a:cubicBezTo>
                  <a:cubicBezTo>
                    <a:pt x="1842" y="496"/>
                    <a:pt x="1863" y="495"/>
                    <a:pt x="1885" y="494"/>
                  </a:cubicBezTo>
                  <a:cubicBezTo>
                    <a:pt x="2017" y="486"/>
                    <a:pt x="2141" y="454"/>
                    <a:pt x="2261" y="402"/>
                  </a:cubicBezTo>
                  <a:cubicBezTo>
                    <a:pt x="2377" y="354"/>
                    <a:pt x="2493" y="302"/>
                    <a:pt x="2605" y="246"/>
                  </a:cubicBezTo>
                  <a:cubicBezTo>
                    <a:pt x="2713" y="194"/>
                    <a:pt x="2829" y="146"/>
                    <a:pt x="2945" y="110"/>
                  </a:cubicBezTo>
                  <a:cubicBezTo>
                    <a:pt x="3061" y="70"/>
                    <a:pt x="3181" y="50"/>
                    <a:pt x="3305" y="42"/>
                  </a:cubicBezTo>
                  <a:cubicBezTo>
                    <a:pt x="3315" y="42"/>
                    <a:pt x="3325" y="41"/>
                    <a:pt x="3335" y="41"/>
                  </a:cubicBezTo>
                  <a:cubicBezTo>
                    <a:pt x="3445" y="41"/>
                    <a:pt x="3558" y="62"/>
                    <a:pt x="3661" y="106"/>
                  </a:cubicBezTo>
                  <a:cubicBezTo>
                    <a:pt x="3769" y="154"/>
                    <a:pt x="3869" y="226"/>
                    <a:pt x="3953" y="314"/>
                  </a:cubicBezTo>
                  <a:lnTo>
                    <a:pt x="4013" y="382"/>
                  </a:lnTo>
                  <a:lnTo>
                    <a:pt x="4069" y="454"/>
                  </a:lnTo>
                  <a:cubicBezTo>
                    <a:pt x="4105" y="502"/>
                    <a:pt x="4141" y="554"/>
                    <a:pt x="4181" y="602"/>
                  </a:cubicBezTo>
                  <a:cubicBezTo>
                    <a:pt x="4261" y="702"/>
                    <a:pt x="4345" y="794"/>
                    <a:pt x="4441" y="882"/>
                  </a:cubicBezTo>
                  <a:cubicBezTo>
                    <a:pt x="4533" y="966"/>
                    <a:pt x="4629" y="1046"/>
                    <a:pt x="4729" y="1122"/>
                  </a:cubicBezTo>
                  <a:cubicBezTo>
                    <a:pt x="4811" y="1185"/>
                    <a:pt x="4893" y="1240"/>
                    <a:pt x="4978" y="1292"/>
                  </a:cubicBezTo>
                  <a:lnTo>
                    <a:pt x="4978" y="1292"/>
                  </a:lnTo>
                  <a:cubicBezTo>
                    <a:pt x="4951" y="1325"/>
                    <a:pt x="4922" y="1357"/>
                    <a:pt x="4889" y="1390"/>
                  </a:cubicBezTo>
                  <a:cubicBezTo>
                    <a:pt x="4841" y="1438"/>
                    <a:pt x="4789" y="1490"/>
                    <a:pt x="4741" y="1534"/>
                  </a:cubicBezTo>
                  <a:cubicBezTo>
                    <a:pt x="4641" y="1626"/>
                    <a:pt x="4529" y="1706"/>
                    <a:pt x="4409" y="1766"/>
                  </a:cubicBezTo>
                  <a:lnTo>
                    <a:pt x="4313" y="1810"/>
                  </a:lnTo>
                  <a:cubicBezTo>
                    <a:pt x="4281" y="1822"/>
                    <a:pt x="4249" y="1842"/>
                    <a:pt x="4213" y="1858"/>
                  </a:cubicBezTo>
                  <a:cubicBezTo>
                    <a:pt x="4149" y="1894"/>
                    <a:pt x="4089" y="1930"/>
                    <a:pt x="4025" y="1970"/>
                  </a:cubicBezTo>
                  <a:cubicBezTo>
                    <a:pt x="3905" y="2042"/>
                    <a:pt x="3785" y="2122"/>
                    <a:pt x="3665" y="2198"/>
                  </a:cubicBezTo>
                  <a:cubicBezTo>
                    <a:pt x="3425" y="2358"/>
                    <a:pt x="3193" y="2518"/>
                    <a:pt x="2953" y="2670"/>
                  </a:cubicBezTo>
                  <a:cubicBezTo>
                    <a:pt x="2897" y="2706"/>
                    <a:pt x="2837" y="2742"/>
                    <a:pt x="2773" y="2770"/>
                  </a:cubicBezTo>
                  <a:cubicBezTo>
                    <a:pt x="2757" y="2774"/>
                    <a:pt x="2745" y="2782"/>
                    <a:pt x="2729" y="2782"/>
                  </a:cubicBezTo>
                  <a:cubicBezTo>
                    <a:pt x="2709" y="2786"/>
                    <a:pt x="2693" y="2790"/>
                    <a:pt x="2677" y="2794"/>
                  </a:cubicBezTo>
                  <a:cubicBezTo>
                    <a:pt x="2645" y="2798"/>
                    <a:pt x="2609" y="2802"/>
                    <a:pt x="2573" y="2802"/>
                  </a:cubicBezTo>
                  <a:cubicBezTo>
                    <a:pt x="2555" y="2802"/>
                    <a:pt x="2537" y="2803"/>
                    <a:pt x="2520" y="2803"/>
                  </a:cubicBezTo>
                  <a:cubicBezTo>
                    <a:pt x="2397" y="2803"/>
                    <a:pt x="2275" y="2791"/>
                    <a:pt x="2153" y="2770"/>
                  </a:cubicBezTo>
                  <a:lnTo>
                    <a:pt x="2149" y="2786"/>
                  </a:lnTo>
                  <a:cubicBezTo>
                    <a:pt x="2289" y="2826"/>
                    <a:pt x="2429" y="2850"/>
                    <a:pt x="2573" y="2858"/>
                  </a:cubicBezTo>
                  <a:cubicBezTo>
                    <a:pt x="2591" y="2860"/>
                    <a:pt x="2610" y="2861"/>
                    <a:pt x="2629" y="2861"/>
                  </a:cubicBezTo>
                  <a:cubicBezTo>
                    <a:pt x="2648" y="2861"/>
                    <a:pt x="2667" y="2860"/>
                    <a:pt x="2685" y="2858"/>
                  </a:cubicBezTo>
                  <a:cubicBezTo>
                    <a:pt x="2705" y="2858"/>
                    <a:pt x="2721" y="2854"/>
                    <a:pt x="2741" y="2854"/>
                  </a:cubicBezTo>
                  <a:cubicBezTo>
                    <a:pt x="2761" y="2850"/>
                    <a:pt x="2777" y="2846"/>
                    <a:pt x="2797" y="2838"/>
                  </a:cubicBezTo>
                  <a:cubicBezTo>
                    <a:pt x="2865" y="2814"/>
                    <a:pt x="2933" y="2782"/>
                    <a:pt x="2997" y="2746"/>
                  </a:cubicBezTo>
                  <a:cubicBezTo>
                    <a:pt x="3125" y="2682"/>
                    <a:pt x="3249" y="2610"/>
                    <a:pt x="3369" y="2534"/>
                  </a:cubicBezTo>
                  <a:lnTo>
                    <a:pt x="3733" y="2314"/>
                  </a:lnTo>
                  <a:cubicBezTo>
                    <a:pt x="3857" y="2238"/>
                    <a:pt x="3977" y="2166"/>
                    <a:pt x="4097" y="2094"/>
                  </a:cubicBezTo>
                  <a:cubicBezTo>
                    <a:pt x="4161" y="2058"/>
                    <a:pt x="4221" y="2022"/>
                    <a:pt x="4281" y="1990"/>
                  </a:cubicBezTo>
                  <a:cubicBezTo>
                    <a:pt x="4313" y="1978"/>
                    <a:pt x="4337" y="1958"/>
                    <a:pt x="4373" y="1946"/>
                  </a:cubicBezTo>
                  <a:lnTo>
                    <a:pt x="4473" y="1902"/>
                  </a:lnTo>
                  <a:cubicBezTo>
                    <a:pt x="4605" y="1834"/>
                    <a:pt x="4729" y="1746"/>
                    <a:pt x="4837" y="1642"/>
                  </a:cubicBezTo>
                  <a:cubicBezTo>
                    <a:pt x="4889" y="1590"/>
                    <a:pt x="4941" y="1538"/>
                    <a:pt x="4989" y="1482"/>
                  </a:cubicBezTo>
                  <a:cubicBezTo>
                    <a:pt x="5037" y="1430"/>
                    <a:pt x="5085" y="1374"/>
                    <a:pt x="5129" y="1314"/>
                  </a:cubicBezTo>
                  <a:lnTo>
                    <a:pt x="5177" y="1250"/>
                  </a:lnTo>
                  <a:lnTo>
                    <a:pt x="5105" y="1214"/>
                  </a:lnTo>
                  <a:cubicBezTo>
                    <a:pt x="5001" y="1158"/>
                    <a:pt x="4897" y="1094"/>
                    <a:pt x="4797" y="1022"/>
                  </a:cubicBezTo>
                  <a:cubicBezTo>
                    <a:pt x="4697" y="954"/>
                    <a:pt x="4601" y="882"/>
                    <a:pt x="4509" y="802"/>
                  </a:cubicBezTo>
                  <a:cubicBezTo>
                    <a:pt x="4417" y="722"/>
                    <a:pt x="4329" y="638"/>
                    <a:pt x="4245" y="546"/>
                  </a:cubicBezTo>
                  <a:cubicBezTo>
                    <a:pt x="4201" y="506"/>
                    <a:pt x="4165" y="454"/>
                    <a:pt x="4121" y="410"/>
                  </a:cubicBezTo>
                  <a:lnTo>
                    <a:pt x="4061" y="334"/>
                  </a:lnTo>
                  <a:lnTo>
                    <a:pt x="3993" y="270"/>
                  </a:lnTo>
                  <a:cubicBezTo>
                    <a:pt x="3901" y="182"/>
                    <a:pt x="3793" y="110"/>
                    <a:pt x="3673" y="62"/>
                  </a:cubicBezTo>
                  <a:cubicBezTo>
                    <a:pt x="3568" y="23"/>
                    <a:pt x="3461" y="0"/>
                    <a:pt x="33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52"/>
            <p:cNvSpPr/>
            <p:nvPr/>
          </p:nvSpPr>
          <p:spPr>
            <a:xfrm>
              <a:off x="2852946" y="1190854"/>
              <a:ext cx="726400" cy="601729"/>
            </a:xfrm>
            <a:custGeom>
              <a:avLst/>
              <a:gdLst/>
              <a:ahLst/>
              <a:cxnLst/>
              <a:rect l="l" t="t" r="r" b="b"/>
              <a:pathLst>
                <a:path w="3729" h="3089" extrusionOk="0">
                  <a:moveTo>
                    <a:pt x="1601" y="1"/>
                  </a:moveTo>
                  <a:lnTo>
                    <a:pt x="1597" y="45"/>
                  </a:lnTo>
                  <a:cubicBezTo>
                    <a:pt x="1593" y="61"/>
                    <a:pt x="1589" y="77"/>
                    <a:pt x="1581" y="89"/>
                  </a:cubicBezTo>
                  <a:cubicBezTo>
                    <a:pt x="1569" y="101"/>
                    <a:pt x="1557" y="113"/>
                    <a:pt x="1545" y="125"/>
                  </a:cubicBezTo>
                  <a:cubicBezTo>
                    <a:pt x="1509" y="145"/>
                    <a:pt x="1473" y="157"/>
                    <a:pt x="1433" y="161"/>
                  </a:cubicBezTo>
                  <a:cubicBezTo>
                    <a:pt x="1393" y="165"/>
                    <a:pt x="1349" y="165"/>
                    <a:pt x="1309" y="165"/>
                  </a:cubicBezTo>
                  <a:cubicBezTo>
                    <a:pt x="1265" y="161"/>
                    <a:pt x="1221" y="153"/>
                    <a:pt x="1173" y="153"/>
                  </a:cubicBezTo>
                  <a:cubicBezTo>
                    <a:pt x="1156" y="152"/>
                    <a:pt x="1140" y="152"/>
                    <a:pt x="1124" y="152"/>
                  </a:cubicBezTo>
                  <a:cubicBezTo>
                    <a:pt x="1045" y="152"/>
                    <a:pt x="968" y="159"/>
                    <a:pt x="889" y="173"/>
                  </a:cubicBezTo>
                  <a:cubicBezTo>
                    <a:pt x="797" y="189"/>
                    <a:pt x="709" y="209"/>
                    <a:pt x="617" y="241"/>
                  </a:cubicBezTo>
                  <a:cubicBezTo>
                    <a:pt x="529" y="265"/>
                    <a:pt x="441" y="301"/>
                    <a:pt x="357" y="341"/>
                  </a:cubicBezTo>
                  <a:cubicBezTo>
                    <a:pt x="269" y="385"/>
                    <a:pt x="185" y="437"/>
                    <a:pt x="113" y="501"/>
                  </a:cubicBezTo>
                  <a:cubicBezTo>
                    <a:pt x="73" y="541"/>
                    <a:pt x="37" y="585"/>
                    <a:pt x="17" y="641"/>
                  </a:cubicBezTo>
                  <a:cubicBezTo>
                    <a:pt x="5" y="673"/>
                    <a:pt x="1" y="705"/>
                    <a:pt x="5" y="741"/>
                  </a:cubicBezTo>
                  <a:lnTo>
                    <a:pt x="13" y="809"/>
                  </a:lnTo>
                  <a:cubicBezTo>
                    <a:pt x="25" y="901"/>
                    <a:pt x="37" y="989"/>
                    <a:pt x="53" y="1081"/>
                  </a:cubicBezTo>
                  <a:lnTo>
                    <a:pt x="145" y="1621"/>
                  </a:lnTo>
                  <a:cubicBezTo>
                    <a:pt x="157" y="1709"/>
                    <a:pt x="173" y="1801"/>
                    <a:pt x="181" y="1881"/>
                  </a:cubicBezTo>
                  <a:cubicBezTo>
                    <a:pt x="185" y="1901"/>
                    <a:pt x="185" y="1925"/>
                    <a:pt x="181" y="1945"/>
                  </a:cubicBezTo>
                  <a:cubicBezTo>
                    <a:pt x="181" y="1965"/>
                    <a:pt x="177" y="1985"/>
                    <a:pt x="177" y="2009"/>
                  </a:cubicBezTo>
                  <a:cubicBezTo>
                    <a:pt x="173" y="2053"/>
                    <a:pt x="169" y="2097"/>
                    <a:pt x="165" y="2141"/>
                  </a:cubicBezTo>
                  <a:cubicBezTo>
                    <a:pt x="153" y="2233"/>
                    <a:pt x="145" y="2325"/>
                    <a:pt x="149" y="2417"/>
                  </a:cubicBezTo>
                  <a:cubicBezTo>
                    <a:pt x="149" y="2513"/>
                    <a:pt x="165" y="2609"/>
                    <a:pt x="197" y="2697"/>
                  </a:cubicBezTo>
                  <a:cubicBezTo>
                    <a:pt x="229" y="2785"/>
                    <a:pt x="281" y="2869"/>
                    <a:pt x="353" y="2933"/>
                  </a:cubicBezTo>
                  <a:cubicBezTo>
                    <a:pt x="385" y="2965"/>
                    <a:pt x="421" y="2993"/>
                    <a:pt x="461" y="3021"/>
                  </a:cubicBezTo>
                  <a:cubicBezTo>
                    <a:pt x="497" y="3045"/>
                    <a:pt x="541" y="3065"/>
                    <a:pt x="581" y="3089"/>
                  </a:cubicBezTo>
                  <a:lnTo>
                    <a:pt x="585" y="3073"/>
                  </a:lnTo>
                  <a:cubicBezTo>
                    <a:pt x="549" y="3045"/>
                    <a:pt x="513" y="3025"/>
                    <a:pt x="477" y="2997"/>
                  </a:cubicBezTo>
                  <a:cubicBezTo>
                    <a:pt x="445" y="2969"/>
                    <a:pt x="413" y="2937"/>
                    <a:pt x="385" y="2901"/>
                  </a:cubicBezTo>
                  <a:cubicBezTo>
                    <a:pt x="329" y="2837"/>
                    <a:pt x="289" y="2757"/>
                    <a:pt x="265" y="2677"/>
                  </a:cubicBezTo>
                  <a:cubicBezTo>
                    <a:pt x="241" y="2593"/>
                    <a:pt x="233" y="2505"/>
                    <a:pt x="241" y="2421"/>
                  </a:cubicBezTo>
                  <a:cubicBezTo>
                    <a:pt x="245" y="2329"/>
                    <a:pt x="257" y="2241"/>
                    <a:pt x="273" y="2157"/>
                  </a:cubicBezTo>
                  <a:cubicBezTo>
                    <a:pt x="281" y="2113"/>
                    <a:pt x="289" y="2069"/>
                    <a:pt x="297" y="2021"/>
                  </a:cubicBezTo>
                  <a:cubicBezTo>
                    <a:pt x="305" y="1973"/>
                    <a:pt x="305" y="1925"/>
                    <a:pt x="305" y="1877"/>
                  </a:cubicBezTo>
                  <a:cubicBezTo>
                    <a:pt x="301" y="1777"/>
                    <a:pt x="289" y="1693"/>
                    <a:pt x="277" y="1601"/>
                  </a:cubicBezTo>
                  <a:cubicBezTo>
                    <a:pt x="253" y="1421"/>
                    <a:pt x="221" y="1241"/>
                    <a:pt x="197" y="1061"/>
                  </a:cubicBezTo>
                  <a:cubicBezTo>
                    <a:pt x="181" y="973"/>
                    <a:pt x="169" y="885"/>
                    <a:pt x="157" y="797"/>
                  </a:cubicBezTo>
                  <a:lnTo>
                    <a:pt x="149" y="733"/>
                  </a:lnTo>
                  <a:cubicBezTo>
                    <a:pt x="149" y="721"/>
                    <a:pt x="153" y="709"/>
                    <a:pt x="157" y="697"/>
                  </a:cubicBezTo>
                  <a:cubicBezTo>
                    <a:pt x="169" y="665"/>
                    <a:pt x="189" y="637"/>
                    <a:pt x="213" y="613"/>
                  </a:cubicBezTo>
                  <a:cubicBezTo>
                    <a:pt x="273" y="557"/>
                    <a:pt x="345" y="509"/>
                    <a:pt x="417" y="473"/>
                  </a:cubicBezTo>
                  <a:cubicBezTo>
                    <a:pt x="497" y="429"/>
                    <a:pt x="577" y="397"/>
                    <a:pt x="657" y="369"/>
                  </a:cubicBezTo>
                  <a:cubicBezTo>
                    <a:pt x="741" y="341"/>
                    <a:pt x="825" y="317"/>
                    <a:pt x="913" y="301"/>
                  </a:cubicBezTo>
                  <a:cubicBezTo>
                    <a:pt x="997" y="281"/>
                    <a:pt x="1081" y="269"/>
                    <a:pt x="1169" y="269"/>
                  </a:cubicBezTo>
                  <a:cubicBezTo>
                    <a:pt x="1209" y="269"/>
                    <a:pt x="1257" y="273"/>
                    <a:pt x="1305" y="273"/>
                  </a:cubicBezTo>
                  <a:cubicBezTo>
                    <a:pt x="1353" y="273"/>
                    <a:pt x="1401" y="265"/>
                    <a:pt x="1449" y="257"/>
                  </a:cubicBezTo>
                  <a:cubicBezTo>
                    <a:pt x="1501" y="249"/>
                    <a:pt x="1549" y="229"/>
                    <a:pt x="1589" y="197"/>
                  </a:cubicBezTo>
                  <a:cubicBezTo>
                    <a:pt x="1629" y="172"/>
                    <a:pt x="1655" y="133"/>
                    <a:pt x="1665" y="88"/>
                  </a:cubicBezTo>
                  <a:lnTo>
                    <a:pt x="1665" y="88"/>
                  </a:lnTo>
                  <a:cubicBezTo>
                    <a:pt x="1740" y="96"/>
                    <a:pt x="1812" y="108"/>
                    <a:pt x="1885" y="129"/>
                  </a:cubicBezTo>
                  <a:cubicBezTo>
                    <a:pt x="1969" y="149"/>
                    <a:pt x="2049" y="185"/>
                    <a:pt x="2125" y="229"/>
                  </a:cubicBezTo>
                  <a:cubicBezTo>
                    <a:pt x="2197" y="273"/>
                    <a:pt x="2265" y="329"/>
                    <a:pt x="2325" y="393"/>
                  </a:cubicBezTo>
                  <a:cubicBezTo>
                    <a:pt x="2381" y="457"/>
                    <a:pt x="2433" y="529"/>
                    <a:pt x="2481" y="601"/>
                  </a:cubicBezTo>
                  <a:lnTo>
                    <a:pt x="2549" y="717"/>
                  </a:lnTo>
                  <a:cubicBezTo>
                    <a:pt x="2561" y="737"/>
                    <a:pt x="2577" y="753"/>
                    <a:pt x="2593" y="773"/>
                  </a:cubicBezTo>
                  <a:lnTo>
                    <a:pt x="2637" y="825"/>
                  </a:lnTo>
                  <a:cubicBezTo>
                    <a:pt x="2701" y="885"/>
                    <a:pt x="2773" y="945"/>
                    <a:pt x="2845" y="997"/>
                  </a:cubicBezTo>
                  <a:cubicBezTo>
                    <a:pt x="2917" y="1049"/>
                    <a:pt x="2989" y="1101"/>
                    <a:pt x="3061" y="1153"/>
                  </a:cubicBezTo>
                  <a:cubicBezTo>
                    <a:pt x="3133" y="1205"/>
                    <a:pt x="3205" y="1257"/>
                    <a:pt x="3273" y="1309"/>
                  </a:cubicBezTo>
                  <a:cubicBezTo>
                    <a:pt x="3337" y="1361"/>
                    <a:pt x="3401" y="1421"/>
                    <a:pt x="3461" y="1481"/>
                  </a:cubicBezTo>
                  <a:cubicBezTo>
                    <a:pt x="3473" y="1497"/>
                    <a:pt x="3485" y="1509"/>
                    <a:pt x="3501" y="1525"/>
                  </a:cubicBezTo>
                  <a:lnTo>
                    <a:pt x="3517" y="1553"/>
                  </a:lnTo>
                  <a:lnTo>
                    <a:pt x="3529" y="1569"/>
                  </a:lnTo>
                  <a:lnTo>
                    <a:pt x="3533" y="1573"/>
                  </a:lnTo>
                  <a:cubicBezTo>
                    <a:pt x="3532" y="1572"/>
                    <a:pt x="3532" y="1572"/>
                    <a:pt x="3531" y="1572"/>
                  </a:cubicBezTo>
                  <a:lnTo>
                    <a:pt x="3531" y="1572"/>
                  </a:lnTo>
                  <a:cubicBezTo>
                    <a:pt x="3530" y="1572"/>
                    <a:pt x="3533" y="1577"/>
                    <a:pt x="3533" y="1577"/>
                  </a:cubicBezTo>
                  <a:cubicBezTo>
                    <a:pt x="3541" y="1593"/>
                    <a:pt x="3557" y="1609"/>
                    <a:pt x="3561" y="1629"/>
                  </a:cubicBezTo>
                  <a:cubicBezTo>
                    <a:pt x="3569" y="1645"/>
                    <a:pt x="3577" y="1665"/>
                    <a:pt x="3585" y="1681"/>
                  </a:cubicBezTo>
                  <a:cubicBezTo>
                    <a:pt x="3609" y="1753"/>
                    <a:pt x="3605" y="1829"/>
                    <a:pt x="3577" y="1901"/>
                  </a:cubicBezTo>
                  <a:cubicBezTo>
                    <a:pt x="3545" y="1969"/>
                    <a:pt x="3493" y="2029"/>
                    <a:pt x="3425" y="2065"/>
                  </a:cubicBezTo>
                  <a:cubicBezTo>
                    <a:pt x="3409" y="2073"/>
                    <a:pt x="3389" y="2081"/>
                    <a:pt x="3373" y="2093"/>
                  </a:cubicBezTo>
                  <a:lnTo>
                    <a:pt x="3317" y="2109"/>
                  </a:lnTo>
                  <a:cubicBezTo>
                    <a:pt x="3297" y="2113"/>
                    <a:pt x="3277" y="2121"/>
                    <a:pt x="3257" y="2125"/>
                  </a:cubicBezTo>
                  <a:lnTo>
                    <a:pt x="3193" y="2133"/>
                  </a:lnTo>
                  <a:cubicBezTo>
                    <a:pt x="3097" y="2141"/>
                    <a:pt x="3009" y="2169"/>
                    <a:pt x="2925" y="2213"/>
                  </a:cubicBezTo>
                  <a:cubicBezTo>
                    <a:pt x="2845" y="2257"/>
                    <a:pt x="2769" y="2309"/>
                    <a:pt x="2701" y="2369"/>
                  </a:cubicBezTo>
                  <a:cubicBezTo>
                    <a:pt x="2633" y="2429"/>
                    <a:pt x="2573" y="2493"/>
                    <a:pt x="2517" y="2561"/>
                  </a:cubicBezTo>
                  <a:lnTo>
                    <a:pt x="2525" y="2569"/>
                  </a:lnTo>
                  <a:cubicBezTo>
                    <a:pt x="2649" y="2445"/>
                    <a:pt x="2797" y="2345"/>
                    <a:pt x="2957" y="2273"/>
                  </a:cubicBezTo>
                  <a:cubicBezTo>
                    <a:pt x="3033" y="2241"/>
                    <a:pt x="3113" y="2221"/>
                    <a:pt x="3197" y="2217"/>
                  </a:cubicBezTo>
                  <a:lnTo>
                    <a:pt x="3265" y="2213"/>
                  </a:lnTo>
                  <a:cubicBezTo>
                    <a:pt x="3289" y="2213"/>
                    <a:pt x="3317" y="2209"/>
                    <a:pt x="3337" y="2201"/>
                  </a:cubicBezTo>
                  <a:cubicBezTo>
                    <a:pt x="3361" y="2197"/>
                    <a:pt x="3385" y="2193"/>
                    <a:pt x="3409" y="2185"/>
                  </a:cubicBezTo>
                  <a:cubicBezTo>
                    <a:pt x="3433" y="2173"/>
                    <a:pt x="3453" y="2165"/>
                    <a:pt x="3477" y="2153"/>
                  </a:cubicBezTo>
                  <a:cubicBezTo>
                    <a:pt x="3565" y="2109"/>
                    <a:pt x="3641" y="2033"/>
                    <a:pt x="3685" y="1941"/>
                  </a:cubicBezTo>
                  <a:cubicBezTo>
                    <a:pt x="3725" y="1845"/>
                    <a:pt x="3729" y="1741"/>
                    <a:pt x="3701" y="1641"/>
                  </a:cubicBezTo>
                  <a:cubicBezTo>
                    <a:pt x="3693" y="1617"/>
                    <a:pt x="3685" y="1593"/>
                    <a:pt x="3673" y="1573"/>
                  </a:cubicBezTo>
                  <a:cubicBezTo>
                    <a:pt x="3661" y="1549"/>
                    <a:pt x="3649" y="1529"/>
                    <a:pt x="3637" y="1509"/>
                  </a:cubicBezTo>
                  <a:cubicBezTo>
                    <a:pt x="3637" y="1505"/>
                    <a:pt x="3633" y="1501"/>
                    <a:pt x="3633" y="1497"/>
                  </a:cubicBezTo>
                  <a:lnTo>
                    <a:pt x="3625" y="1489"/>
                  </a:lnTo>
                  <a:lnTo>
                    <a:pt x="3617" y="1477"/>
                  </a:lnTo>
                  <a:lnTo>
                    <a:pt x="3597" y="1449"/>
                  </a:lnTo>
                  <a:cubicBezTo>
                    <a:pt x="3581" y="1429"/>
                    <a:pt x="3565" y="1413"/>
                    <a:pt x="3549" y="1393"/>
                  </a:cubicBezTo>
                  <a:cubicBezTo>
                    <a:pt x="3485" y="1329"/>
                    <a:pt x="3417" y="1265"/>
                    <a:pt x="3341" y="1213"/>
                  </a:cubicBezTo>
                  <a:cubicBezTo>
                    <a:pt x="3193" y="1109"/>
                    <a:pt x="3041" y="1021"/>
                    <a:pt x="2889" y="929"/>
                  </a:cubicBezTo>
                  <a:cubicBezTo>
                    <a:pt x="2817" y="881"/>
                    <a:pt x="2745" y="833"/>
                    <a:pt x="2677" y="777"/>
                  </a:cubicBezTo>
                  <a:lnTo>
                    <a:pt x="2633" y="733"/>
                  </a:lnTo>
                  <a:cubicBezTo>
                    <a:pt x="2617" y="717"/>
                    <a:pt x="2605" y="701"/>
                    <a:pt x="2593" y="685"/>
                  </a:cubicBezTo>
                  <a:lnTo>
                    <a:pt x="2517" y="573"/>
                  </a:lnTo>
                  <a:cubicBezTo>
                    <a:pt x="2469" y="497"/>
                    <a:pt x="2413" y="425"/>
                    <a:pt x="2353" y="361"/>
                  </a:cubicBezTo>
                  <a:cubicBezTo>
                    <a:pt x="2293" y="293"/>
                    <a:pt x="2225" y="233"/>
                    <a:pt x="2149" y="185"/>
                  </a:cubicBezTo>
                  <a:cubicBezTo>
                    <a:pt x="2069" y="137"/>
                    <a:pt x="1989" y="97"/>
                    <a:pt x="1901" y="69"/>
                  </a:cubicBezTo>
                  <a:cubicBezTo>
                    <a:pt x="1813" y="41"/>
                    <a:pt x="1725" y="21"/>
                    <a:pt x="1637" y="9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52"/>
            <p:cNvSpPr/>
            <p:nvPr/>
          </p:nvSpPr>
          <p:spPr>
            <a:xfrm>
              <a:off x="2199201" y="1155985"/>
              <a:ext cx="699907" cy="667766"/>
            </a:xfrm>
            <a:custGeom>
              <a:avLst/>
              <a:gdLst/>
              <a:ahLst/>
              <a:cxnLst/>
              <a:rect l="l" t="t" r="r" b="b"/>
              <a:pathLst>
                <a:path w="3593" h="3428" extrusionOk="0">
                  <a:moveTo>
                    <a:pt x="993" y="1"/>
                  </a:moveTo>
                  <a:cubicBezTo>
                    <a:pt x="893" y="1"/>
                    <a:pt x="793" y="2"/>
                    <a:pt x="693" y="4"/>
                  </a:cubicBezTo>
                  <a:cubicBezTo>
                    <a:pt x="493" y="8"/>
                    <a:pt x="293" y="12"/>
                    <a:pt x="93" y="28"/>
                  </a:cubicBezTo>
                  <a:lnTo>
                    <a:pt x="1" y="32"/>
                  </a:lnTo>
                  <a:lnTo>
                    <a:pt x="77" y="92"/>
                  </a:lnTo>
                  <a:cubicBezTo>
                    <a:pt x="149" y="148"/>
                    <a:pt x="209" y="236"/>
                    <a:pt x="197" y="316"/>
                  </a:cubicBezTo>
                  <a:cubicBezTo>
                    <a:pt x="193" y="356"/>
                    <a:pt x="173" y="392"/>
                    <a:pt x="141" y="424"/>
                  </a:cubicBezTo>
                  <a:lnTo>
                    <a:pt x="137" y="428"/>
                  </a:lnTo>
                  <a:lnTo>
                    <a:pt x="129" y="440"/>
                  </a:lnTo>
                  <a:lnTo>
                    <a:pt x="117" y="452"/>
                  </a:lnTo>
                  <a:cubicBezTo>
                    <a:pt x="109" y="464"/>
                    <a:pt x="97" y="484"/>
                    <a:pt x="89" y="496"/>
                  </a:cubicBezTo>
                  <a:cubicBezTo>
                    <a:pt x="77" y="520"/>
                    <a:pt x="65" y="548"/>
                    <a:pt x="57" y="576"/>
                  </a:cubicBezTo>
                  <a:cubicBezTo>
                    <a:pt x="29" y="680"/>
                    <a:pt x="13" y="784"/>
                    <a:pt x="9" y="892"/>
                  </a:cubicBezTo>
                  <a:cubicBezTo>
                    <a:pt x="1" y="996"/>
                    <a:pt x="1" y="1104"/>
                    <a:pt x="9" y="1208"/>
                  </a:cubicBezTo>
                  <a:cubicBezTo>
                    <a:pt x="17" y="1416"/>
                    <a:pt x="53" y="1624"/>
                    <a:pt x="109" y="1828"/>
                  </a:cubicBezTo>
                  <a:cubicBezTo>
                    <a:pt x="137" y="1936"/>
                    <a:pt x="181" y="2036"/>
                    <a:pt x="237" y="2128"/>
                  </a:cubicBezTo>
                  <a:cubicBezTo>
                    <a:pt x="249" y="2152"/>
                    <a:pt x="269" y="2176"/>
                    <a:pt x="285" y="2200"/>
                  </a:cubicBezTo>
                  <a:cubicBezTo>
                    <a:pt x="305" y="2224"/>
                    <a:pt x="325" y="2244"/>
                    <a:pt x="345" y="2260"/>
                  </a:cubicBezTo>
                  <a:cubicBezTo>
                    <a:pt x="381" y="2296"/>
                    <a:pt x="421" y="2332"/>
                    <a:pt x="461" y="2368"/>
                  </a:cubicBezTo>
                  <a:cubicBezTo>
                    <a:pt x="621" y="2504"/>
                    <a:pt x="789" y="2624"/>
                    <a:pt x="969" y="2736"/>
                  </a:cubicBezTo>
                  <a:cubicBezTo>
                    <a:pt x="1145" y="2848"/>
                    <a:pt x="1341" y="2936"/>
                    <a:pt x="1545" y="2992"/>
                  </a:cubicBezTo>
                  <a:cubicBezTo>
                    <a:pt x="1597" y="3008"/>
                    <a:pt x="1653" y="3012"/>
                    <a:pt x="1709" y="3012"/>
                  </a:cubicBezTo>
                  <a:cubicBezTo>
                    <a:pt x="1757" y="3012"/>
                    <a:pt x="1809" y="3016"/>
                    <a:pt x="1857" y="3024"/>
                  </a:cubicBezTo>
                  <a:cubicBezTo>
                    <a:pt x="1957" y="3032"/>
                    <a:pt x="2053" y="3056"/>
                    <a:pt x="2149" y="3088"/>
                  </a:cubicBezTo>
                  <a:cubicBezTo>
                    <a:pt x="2241" y="3120"/>
                    <a:pt x="2333" y="3168"/>
                    <a:pt x="2417" y="3224"/>
                  </a:cubicBezTo>
                  <a:cubicBezTo>
                    <a:pt x="2497" y="3280"/>
                    <a:pt x="2573" y="3348"/>
                    <a:pt x="2641" y="3428"/>
                  </a:cubicBezTo>
                  <a:lnTo>
                    <a:pt x="2649" y="3420"/>
                  </a:lnTo>
                  <a:cubicBezTo>
                    <a:pt x="2533" y="3244"/>
                    <a:pt x="2369" y="3104"/>
                    <a:pt x="2173" y="3020"/>
                  </a:cubicBezTo>
                  <a:cubicBezTo>
                    <a:pt x="2077" y="2980"/>
                    <a:pt x="1973" y="2952"/>
                    <a:pt x="1869" y="2932"/>
                  </a:cubicBezTo>
                  <a:cubicBezTo>
                    <a:pt x="1821" y="2924"/>
                    <a:pt x="1765" y="2916"/>
                    <a:pt x="1713" y="2912"/>
                  </a:cubicBezTo>
                  <a:cubicBezTo>
                    <a:pt x="1665" y="2908"/>
                    <a:pt x="1617" y="2900"/>
                    <a:pt x="1573" y="2888"/>
                  </a:cubicBezTo>
                  <a:cubicBezTo>
                    <a:pt x="1477" y="2860"/>
                    <a:pt x="1385" y="2820"/>
                    <a:pt x="1301" y="2776"/>
                  </a:cubicBezTo>
                  <a:cubicBezTo>
                    <a:pt x="1209" y="2728"/>
                    <a:pt x="1125" y="2676"/>
                    <a:pt x="1041" y="2620"/>
                  </a:cubicBezTo>
                  <a:cubicBezTo>
                    <a:pt x="869" y="2512"/>
                    <a:pt x="709" y="2388"/>
                    <a:pt x="557" y="2256"/>
                  </a:cubicBezTo>
                  <a:cubicBezTo>
                    <a:pt x="521" y="2224"/>
                    <a:pt x="485" y="2192"/>
                    <a:pt x="449" y="2156"/>
                  </a:cubicBezTo>
                  <a:cubicBezTo>
                    <a:pt x="429" y="2140"/>
                    <a:pt x="413" y="2124"/>
                    <a:pt x="397" y="2104"/>
                  </a:cubicBezTo>
                  <a:cubicBezTo>
                    <a:pt x="385" y="2088"/>
                    <a:pt x="369" y="2072"/>
                    <a:pt x="361" y="2052"/>
                  </a:cubicBezTo>
                  <a:cubicBezTo>
                    <a:pt x="309" y="1968"/>
                    <a:pt x="273" y="1880"/>
                    <a:pt x="245" y="1788"/>
                  </a:cubicBezTo>
                  <a:cubicBezTo>
                    <a:pt x="185" y="1596"/>
                    <a:pt x="149" y="1400"/>
                    <a:pt x="133" y="1200"/>
                  </a:cubicBezTo>
                  <a:cubicBezTo>
                    <a:pt x="125" y="1100"/>
                    <a:pt x="125" y="1000"/>
                    <a:pt x="125" y="900"/>
                  </a:cubicBezTo>
                  <a:cubicBezTo>
                    <a:pt x="125" y="800"/>
                    <a:pt x="137" y="704"/>
                    <a:pt x="161" y="608"/>
                  </a:cubicBezTo>
                  <a:cubicBezTo>
                    <a:pt x="165" y="584"/>
                    <a:pt x="173" y="564"/>
                    <a:pt x="185" y="544"/>
                  </a:cubicBezTo>
                  <a:cubicBezTo>
                    <a:pt x="189" y="536"/>
                    <a:pt x="189" y="528"/>
                    <a:pt x="197" y="520"/>
                  </a:cubicBezTo>
                  <a:lnTo>
                    <a:pt x="209" y="504"/>
                  </a:lnTo>
                  <a:lnTo>
                    <a:pt x="209" y="500"/>
                  </a:lnTo>
                  <a:lnTo>
                    <a:pt x="217" y="492"/>
                  </a:lnTo>
                  <a:cubicBezTo>
                    <a:pt x="257" y="444"/>
                    <a:pt x="285" y="388"/>
                    <a:pt x="289" y="324"/>
                  </a:cubicBezTo>
                  <a:cubicBezTo>
                    <a:pt x="293" y="264"/>
                    <a:pt x="273" y="204"/>
                    <a:pt x="237" y="152"/>
                  </a:cubicBezTo>
                  <a:cubicBezTo>
                    <a:pt x="221" y="130"/>
                    <a:pt x="203" y="109"/>
                    <a:pt x="183" y="90"/>
                  </a:cubicBezTo>
                  <a:lnTo>
                    <a:pt x="183" y="90"/>
                  </a:lnTo>
                  <a:cubicBezTo>
                    <a:pt x="353" y="71"/>
                    <a:pt x="524" y="59"/>
                    <a:pt x="693" y="52"/>
                  </a:cubicBezTo>
                  <a:cubicBezTo>
                    <a:pt x="793" y="48"/>
                    <a:pt x="892" y="46"/>
                    <a:pt x="991" y="46"/>
                  </a:cubicBezTo>
                  <a:cubicBezTo>
                    <a:pt x="1090" y="46"/>
                    <a:pt x="1189" y="48"/>
                    <a:pt x="1289" y="52"/>
                  </a:cubicBezTo>
                  <a:cubicBezTo>
                    <a:pt x="1489" y="60"/>
                    <a:pt x="1685" y="84"/>
                    <a:pt x="1881" y="120"/>
                  </a:cubicBezTo>
                  <a:cubicBezTo>
                    <a:pt x="1977" y="136"/>
                    <a:pt x="2069" y="160"/>
                    <a:pt x="2165" y="188"/>
                  </a:cubicBezTo>
                  <a:cubicBezTo>
                    <a:pt x="2209" y="204"/>
                    <a:pt x="2257" y="220"/>
                    <a:pt x="2297" y="240"/>
                  </a:cubicBezTo>
                  <a:cubicBezTo>
                    <a:pt x="2321" y="248"/>
                    <a:pt x="2345" y="260"/>
                    <a:pt x="2365" y="272"/>
                  </a:cubicBezTo>
                  <a:lnTo>
                    <a:pt x="2429" y="304"/>
                  </a:lnTo>
                  <a:cubicBezTo>
                    <a:pt x="2509" y="352"/>
                    <a:pt x="2589" y="404"/>
                    <a:pt x="2661" y="464"/>
                  </a:cubicBezTo>
                  <a:cubicBezTo>
                    <a:pt x="2733" y="528"/>
                    <a:pt x="2797" y="596"/>
                    <a:pt x="2849" y="676"/>
                  </a:cubicBezTo>
                  <a:cubicBezTo>
                    <a:pt x="2953" y="832"/>
                    <a:pt x="3009" y="1016"/>
                    <a:pt x="3053" y="1208"/>
                  </a:cubicBezTo>
                  <a:cubicBezTo>
                    <a:pt x="3077" y="1304"/>
                    <a:pt x="3097" y="1400"/>
                    <a:pt x="3121" y="1500"/>
                  </a:cubicBezTo>
                  <a:cubicBezTo>
                    <a:pt x="3145" y="1600"/>
                    <a:pt x="3177" y="1696"/>
                    <a:pt x="3221" y="1788"/>
                  </a:cubicBezTo>
                  <a:cubicBezTo>
                    <a:pt x="3265" y="1880"/>
                    <a:pt x="3317" y="1968"/>
                    <a:pt x="3377" y="2052"/>
                  </a:cubicBezTo>
                  <a:cubicBezTo>
                    <a:pt x="3433" y="2132"/>
                    <a:pt x="3501" y="2208"/>
                    <a:pt x="3577" y="2276"/>
                  </a:cubicBezTo>
                  <a:lnTo>
                    <a:pt x="3593" y="2260"/>
                  </a:lnTo>
                  <a:cubicBezTo>
                    <a:pt x="3465" y="2112"/>
                    <a:pt x="3365" y="1940"/>
                    <a:pt x="3297" y="1756"/>
                  </a:cubicBezTo>
                  <a:cubicBezTo>
                    <a:pt x="3265" y="1664"/>
                    <a:pt x="3237" y="1572"/>
                    <a:pt x="3221" y="1476"/>
                  </a:cubicBezTo>
                  <a:lnTo>
                    <a:pt x="3165" y="1184"/>
                  </a:lnTo>
                  <a:cubicBezTo>
                    <a:pt x="3149" y="1084"/>
                    <a:pt x="3121" y="984"/>
                    <a:pt x="3093" y="888"/>
                  </a:cubicBezTo>
                  <a:cubicBezTo>
                    <a:pt x="3057" y="788"/>
                    <a:pt x="3013" y="692"/>
                    <a:pt x="2957" y="604"/>
                  </a:cubicBezTo>
                  <a:cubicBezTo>
                    <a:pt x="2897" y="516"/>
                    <a:pt x="2829" y="436"/>
                    <a:pt x="2749" y="368"/>
                  </a:cubicBezTo>
                  <a:cubicBezTo>
                    <a:pt x="2665" y="304"/>
                    <a:pt x="2577" y="248"/>
                    <a:pt x="2485" y="200"/>
                  </a:cubicBezTo>
                  <a:cubicBezTo>
                    <a:pt x="2461" y="188"/>
                    <a:pt x="2437" y="176"/>
                    <a:pt x="2413" y="168"/>
                  </a:cubicBezTo>
                  <a:cubicBezTo>
                    <a:pt x="2393" y="160"/>
                    <a:pt x="2369" y="148"/>
                    <a:pt x="2345" y="140"/>
                  </a:cubicBezTo>
                  <a:cubicBezTo>
                    <a:pt x="2293" y="120"/>
                    <a:pt x="2245" y="108"/>
                    <a:pt x="2193" y="96"/>
                  </a:cubicBezTo>
                  <a:cubicBezTo>
                    <a:pt x="2097" y="72"/>
                    <a:pt x="1997" y="52"/>
                    <a:pt x="1893" y="44"/>
                  </a:cubicBezTo>
                  <a:cubicBezTo>
                    <a:pt x="1693" y="20"/>
                    <a:pt x="1493" y="8"/>
                    <a:pt x="1293" y="4"/>
                  </a:cubicBezTo>
                  <a:cubicBezTo>
                    <a:pt x="1193" y="2"/>
                    <a:pt x="1093" y="1"/>
                    <a:pt x="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52"/>
            <p:cNvSpPr/>
            <p:nvPr/>
          </p:nvSpPr>
          <p:spPr>
            <a:xfrm>
              <a:off x="3128002" y="2007455"/>
              <a:ext cx="299404" cy="269795"/>
            </a:xfrm>
            <a:custGeom>
              <a:avLst/>
              <a:gdLst/>
              <a:ahLst/>
              <a:cxnLst/>
              <a:rect l="l" t="t" r="r" b="b"/>
              <a:pathLst>
                <a:path w="1537" h="1385" extrusionOk="0">
                  <a:moveTo>
                    <a:pt x="5" y="1"/>
                  </a:moveTo>
                  <a:lnTo>
                    <a:pt x="1" y="5"/>
                  </a:lnTo>
                  <a:lnTo>
                    <a:pt x="25" y="17"/>
                  </a:lnTo>
                  <a:cubicBezTo>
                    <a:pt x="37" y="21"/>
                    <a:pt x="61" y="29"/>
                    <a:pt x="85" y="41"/>
                  </a:cubicBezTo>
                  <a:cubicBezTo>
                    <a:pt x="157" y="77"/>
                    <a:pt x="229" y="113"/>
                    <a:pt x="293" y="153"/>
                  </a:cubicBezTo>
                  <a:cubicBezTo>
                    <a:pt x="333" y="181"/>
                    <a:pt x="377" y="213"/>
                    <a:pt x="421" y="245"/>
                  </a:cubicBezTo>
                  <a:cubicBezTo>
                    <a:pt x="469" y="281"/>
                    <a:pt x="513" y="317"/>
                    <a:pt x="557" y="357"/>
                  </a:cubicBezTo>
                  <a:cubicBezTo>
                    <a:pt x="605" y="401"/>
                    <a:pt x="645" y="449"/>
                    <a:pt x="681" y="501"/>
                  </a:cubicBezTo>
                  <a:cubicBezTo>
                    <a:pt x="713" y="557"/>
                    <a:pt x="741" y="617"/>
                    <a:pt x="777" y="673"/>
                  </a:cubicBezTo>
                  <a:cubicBezTo>
                    <a:pt x="809" y="737"/>
                    <a:pt x="853" y="789"/>
                    <a:pt x="909" y="833"/>
                  </a:cubicBezTo>
                  <a:cubicBezTo>
                    <a:pt x="961" y="873"/>
                    <a:pt x="1017" y="905"/>
                    <a:pt x="1077" y="933"/>
                  </a:cubicBezTo>
                  <a:cubicBezTo>
                    <a:pt x="1129" y="961"/>
                    <a:pt x="1181" y="989"/>
                    <a:pt x="1229" y="1021"/>
                  </a:cubicBezTo>
                  <a:cubicBezTo>
                    <a:pt x="1269" y="1049"/>
                    <a:pt x="1309" y="1085"/>
                    <a:pt x="1345" y="1121"/>
                  </a:cubicBezTo>
                  <a:cubicBezTo>
                    <a:pt x="1401" y="1177"/>
                    <a:pt x="1449" y="1237"/>
                    <a:pt x="1485" y="1305"/>
                  </a:cubicBezTo>
                  <a:cubicBezTo>
                    <a:pt x="1497" y="1325"/>
                    <a:pt x="1509" y="1345"/>
                    <a:pt x="1517" y="1365"/>
                  </a:cubicBezTo>
                  <a:lnTo>
                    <a:pt x="1529" y="1385"/>
                  </a:lnTo>
                  <a:lnTo>
                    <a:pt x="1537" y="1385"/>
                  </a:lnTo>
                  <a:cubicBezTo>
                    <a:pt x="1529" y="1357"/>
                    <a:pt x="1521" y="1325"/>
                    <a:pt x="1513" y="1297"/>
                  </a:cubicBezTo>
                  <a:cubicBezTo>
                    <a:pt x="1485" y="1217"/>
                    <a:pt x="1445" y="1145"/>
                    <a:pt x="1389" y="1081"/>
                  </a:cubicBezTo>
                  <a:cubicBezTo>
                    <a:pt x="1353" y="1037"/>
                    <a:pt x="1313" y="1001"/>
                    <a:pt x="1269" y="965"/>
                  </a:cubicBezTo>
                  <a:cubicBezTo>
                    <a:pt x="1221" y="929"/>
                    <a:pt x="1165" y="897"/>
                    <a:pt x="1109" y="873"/>
                  </a:cubicBezTo>
                  <a:cubicBezTo>
                    <a:pt x="1053" y="849"/>
                    <a:pt x="997" y="821"/>
                    <a:pt x="945" y="789"/>
                  </a:cubicBezTo>
                  <a:cubicBezTo>
                    <a:pt x="893" y="753"/>
                    <a:pt x="845" y="709"/>
                    <a:pt x="809" y="657"/>
                  </a:cubicBezTo>
                  <a:cubicBezTo>
                    <a:pt x="769" y="605"/>
                    <a:pt x="733" y="549"/>
                    <a:pt x="697" y="493"/>
                  </a:cubicBezTo>
                  <a:cubicBezTo>
                    <a:pt x="661" y="437"/>
                    <a:pt x="625" y="385"/>
                    <a:pt x="585" y="333"/>
                  </a:cubicBezTo>
                  <a:cubicBezTo>
                    <a:pt x="549" y="285"/>
                    <a:pt x="505" y="241"/>
                    <a:pt x="461" y="201"/>
                  </a:cubicBezTo>
                  <a:cubicBezTo>
                    <a:pt x="417" y="165"/>
                    <a:pt x="373" y="133"/>
                    <a:pt x="325" y="109"/>
                  </a:cubicBezTo>
                  <a:cubicBezTo>
                    <a:pt x="253" y="65"/>
                    <a:pt x="173" y="37"/>
                    <a:pt x="93" y="17"/>
                  </a:cubicBezTo>
                  <a:cubicBezTo>
                    <a:pt x="65" y="13"/>
                    <a:pt x="45" y="5"/>
                    <a:pt x="29" y="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52"/>
            <p:cNvSpPr/>
            <p:nvPr/>
          </p:nvSpPr>
          <p:spPr>
            <a:xfrm>
              <a:off x="3166183" y="1980962"/>
              <a:ext cx="231614" cy="119411"/>
            </a:xfrm>
            <a:custGeom>
              <a:avLst/>
              <a:gdLst/>
              <a:ahLst/>
              <a:cxnLst/>
              <a:rect l="l" t="t" r="r" b="b"/>
              <a:pathLst>
                <a:path w="1189" h="613" extrusionOk="0">
                  <a:moveTo>
                    <a:pt x="221" y="1"/>
                  </a:moveTo>
                  <a:cubicBezTo>
                    <a:pt x="189" y="1"/>
                    <a:pt x="157" y="5"/>
                    <a:pt x="129" y="9"/>
                  </a:cubicBezTo>
                  <a:cubicBezTo>
                    <a:pt x="105" y="13"/>
                    <a:pt x="85" y="17"/>
                    <a:pt x="61" y="25"/>
                  </a:cubicBezTo>
                  <a:cubicBezTo>
                    <a:pt x="41" y="33"/>
                    <a:pt x="25" y="41"/>
                    <a:pt x="5" y="49"/>
                  </a:cubicBezTo>
                  <a:lnTo>
                    <a:pt x="1" y="57"/>
                  </a:lnTo>
                  <a:lnTo>
                    <a:pt x="61" y="57"/>
                  </a:lnTo>
                  <a:cubicBezTo>
                    <a:pt x="76" y="56"/>
                    <a:pt x="91" y="55"/>
                    <a:pt x="106" y="55"/>
                  </a:cubicBezTo>
                  <a:cubicBezTo>
                    <a:pt x="141" y="55"/>
                    <a:pt x="176" y="58"/>
                    <a:pt x="213" y="61"/>
                  </a:cubicBezTo>
                  <a:cubicBezTo>
                    <a:pt x="245" y="61"/>
                    <a:pt x="277" y="69"/>
                    <a:pt x="313" y="73"/>
                  </a:cubicBezTo>
                  <a:cubicBezTo>
                    <a:pt x="349" y="77"/>
                    <a:pt x="385" y="81"/>
                    <a:pt x="421" y="89"/>
                  </a:cubicBezTo>
                  <a:cubicBezTo>
                    <a:pt x="461" y="97"/>
                    <a:pt x="501" y="113"/>
                    <a:pt x="537" y="133"/>
                  </a:cubicBezTo>
                  <a:cubicBezTo>
                    <a:pt x="573" y="153"/>
                    <a:pt x="605" y="177"/>
                    <a:pt x="637" y="209"/>
                  </a:cubicBezTo>
                  <a:cubicBezTo>
                    <a:pt x="669" y="237"/>
                    <a:pt x="697" y="269"/>
                    <a:pt x="725" y="301"/>
                  </a:cubicBezTo>
                  <a:lnTo>
                    <a:pt x="817" y="385"/>
                  </a:lnTo>
                  <a:cubicBezTo>
                    <a:pt x="869" y="433"/>
                    <a:pt x="925" y="481"/>
                    <a:pt x="989" y="525"/>
                  </a:cubicBezTo>
                  <a:cubicBezTo>
                    <a:pt x="1033" y="553"/>
                    <a:pt x="1077" y="577"/>
                    <a:pt x="1129" y="597"/>
                  </a:cubicBezTo>
                  <a:cubicBezTo>
                    <a:pt x="1145" y="605"/>
                    <a:pt x="1165" y="609"/>
                    <a:pt x="1185" y="613"/>
                  </a:cubicBezTo>
                  <a:lnTo>
                    <a:pt x="1189" y="609"/>
                  </a:lnTo>
                  <a:cubicBezTo>
                    <a:pt x="1189" y="609"/>
                    <a:pt x="1173" y="597"/>
                    <a:pt x="1141" y="573"/>
                  </a:cubicBezTo>
                  <a:cubicBezTo>
                    <a:pt x="1113" y="549"/>
                    <a:pt x="1073" y="517"/>
                    <a:pt x="1025" y="473"/>
                  </a:cubicBezTo>
                  <a:cubicBezTo>
                    <a:pt x="977" y="429"/>
                    <a:pt x="925" y="381"/>
                    <a:pt x="861" y="329"/>
                  </a:cubicBezTo>
                  <a:cubicBezTo>
                    <a:pt x="797" y="273"/>
                    <a:pt x="733" y="225"/>
                    <a:pt x="661" y="181"/>
                  </a:cubicBezTo>
                  <a:cubicBezTo>
                    <a:pt x="589" y="133"/>
                    <a:pt x="513" y="93"/>
                    <a:pt x="437" y="53"/>
                  </a:cubicBezTo>
                  <a:cubicBezTo>
                    <a:pt x="373" y="17"/>
                    <a:pt x="297" y="1"/>
                    <a:pt x="2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52"/>
            <p:cNvSpPr/>
            <p:nvPr/>
          </p:nvSpPr>
          <p:spPr>
            <a:xfrm>
              <a:off x="3014239" y="1996546"/>
              <a:ext cx="177850" cy="240965"/>
            </a:xfrm>
            <a:custGeom>
              <a:avLst/>
              <a:gdLst/>
              <a:ahLst/>
              <a:cxnLst/>
              <a:rect l="l" t="t" r="r" b="b"/>
              <a:pathLst>
                <a:path w="913" h="1237" extrusionOk="0">
                  <a:moveTo>
                    <a:pt x="69" y="1"/>
                  </a:moveTo>
                  <a:cubicBezTo>
                    <a:pt x="45" y="1"/>
                    <a:pt x="21" y="5"/>
                    <a:pt x="1" y="17"/>
                  </a:cubicBezTo>
                  <a:lnTo>
                    <a:pt x="5" y="25"/>
                  </a:lnTo>
                  <a:lnTo>
                    <a:pt x="21" y="25"/>
                  </a:lnTo>
                  <a:cubicBezTo>
                    <a:pt x="37" y="25"/>
                    <a:pt x="53" y="29"/>
                    <a:pt x="69" y="33"/>
                  </a:cubicBezTo>
                  <a:cubicBezTo>
                    <a:pt x="93" y="41"/>
                    <a:pt x="113" y="53"/>
                    <a:pt x="133" y="65"/>
                  </a:cubicBezTo>
                  <a:cubicBezTo>
                    <a:pt x="157" y="85"/>
                    <a:pt x="177" y="109"/>
                    <a:pt x="193" y="133"/>
                  </a:cubicBezTo>
                  <a:cubicBezTo>
                    <a:pt x="213" y="169"/>
                    <a:pt x="229" y="201"/>
                    <a:pt x="245" y="233"/>
                  </a:cubicBezTo>
                  <a:cubicBezTo>
                    <a:pt x="261" y="273"/>
                    <a:pt x="281" y="313"/>
                    <a:pt x="305" y="357"/>
                  </a:cubicBezTo>
                  <a:cubicBezTo>
                    <a:pt x="325" y="397"/>
                    <a:pt x="345" y="441"/>
                    <a:pt x="365" y="489"/>
                  </a:cubicBezTo>
                  <a:cubicBezTo>
                    <a:pt x="381" y="533"/>
                    <a:pt x="397" y="581"/>
                    <a:pt x="409" y="629"/>
                  </a:cubicBezTo>
                  <a:cubicBezTo>
                    <a:pt x="425" y="677"/>
                    <a:pt x="437" y="729"/>
                    <a:pt x="453" y="773"/>
                  </a:cubicBezTo>
                  <a:cubicBezTo>
                    <a:pt x="469" y="821"/>
                    <a:pt x="489" y="869"/>
                    <a:pt x="513" y="913"/>
                  </a:cubicBezTo>
                  <a:cubicBezTo>
                    <a:pt x="533" y="953"/>
                    <a:pt x="561" y="993"/>
                    <a:pt x="597" y="1029"/>
                  </a:cubicBezTo>
                  <a:cubicBezTo>
                    <a:pt x="625" y="1061"/>
                    <a:pt x="657" y="1085"/>
                    <a:pt x="697" y="1109"/>
                  </a:cubicBezTo>
                  <a:cubicBezTo>
                    <a:pt x="729" y="1129"/>
                    <a:pt x="757" y="1145"/>
                    <a:pt x="785" y="1157"/>
                  </a:cubicBezTo>
                  <a:cubicBezTo>
                    <a:pt x="813" y="1173"/>
                    <a:pt x="833" y="1185"/>
                    <a:pt x="853" y="1197"/>
                  </a:cubicBezTo>
                  <a:cubicBezTo>
                    <a:pt x="873" y="1209"/>
                    <a:pt x="889" y="1225"/>
                    <a:pt x="909" y="1237"/>
                  </a:cubicBezTo>
                  <a:lnTo>
                    <a:pt x="913" y="1233"/>
                  </a:lnTo>
                  <a:cubicBezTo>
                    <a:pt x="901" y="1213"/>
                    <a:pt x="885" y="1193"/>
                    <a:pt x="869" y="1177"/>
                  </a:cubicBezTo>
                  <a:cubicBezTo>
                    <a:pt x="825" y="1133"/>
                    <a:pt x="781" y="1093"/>
                    <a:pt x="729" y="1057"/>
                  </a:cubicBezTo>
                  <a:cubicBezTo>
                    <a:pt x="701" y="1033"/>
                    <a:pt x="673" y="1009"/>
                    <a:pt x="649" y="981"/>
                  </a:cubicBezTo>
                  <a:cubicBezTo>
                    <a:pt x="621" y="949"/>
                    <a:pt x="597" y="913"/>
                    <a:pt x="573" y="877"/>
                  </a:cubicBezTo>
                  <a:cubicBezTo>
                    <a:pt x="549" y="837"/>
                    <a:pt x="529" y="793"/>
                    <a:pt x="509" y="753"/>
                  </a:cubicBezTo>
                  <a:cubicBezTo>
                    <a:pt x="489" y="705"/>
                    <a:pt x="465" y="661"/>
                    <a:pt x="445" y="617"/>
                  </a:cubicBezTo>
                  <a:cubicBezTo>
                    <a:pt x="421" y="573"/>
                    <a:pt x="401" y="525"/>
                    <a:pt x="381" y="481"/>
                  </a:cubicBezTo>
                  <a:cubicBezTo>
                    <a:pt x="365" y="433"/>
                    <a:pt x="349" y="389"/>
                    <a:pt x="337" y="341"/>
                  </a:cubicBezTo>
                  <a:cubicBezTo>
                    <a:pt x="325" y="297"/>
                    <a:pt x="313" y="253"/>
                    <a:pt x="297" y="213"/>
                  </a:cubicBezTo>
                  <a:cubicBezTo>
                    <a:pt x="285" y="169"/>
                    <a:pt x="265" y="133"/>
                    <a:pt x="237" y="97"/>
                  </a:cubicBezTo>
                  <a:cubicBezTo>
                    <a:pt x="217" y="69"/>
                    <a:pt x="185" y="41"/>
                    <a:pt x="153" y="25"/>
                  </a:cubicBezTo>
                  <a:cubicBezTo>
                    <a:pt x="129" y="13"/>
                    <a:pt x="101" y="5"/>
                    <a:pt x="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52"/>
            <p:cNvSpPr/>
            <p:nvPr/>
          </p:nvSpPr>
          <p:spPr>
            <a:xfrm>
              <a:off x="2549060" y="1916289"/>
              <a:ext cx="307196" cy="103827"/>
            </a:xfrm>
            <a:custGeom>
              <a:avLst/>
              <a:gdLst/>
              <a:ahLst/>
              <a:cxnLst/>
              <a:rect l="l" t="t" r="r" b="b"/>
              <a:pathLst>
                <a:path w="1577" h="533" extrusionOk="0">
                  <a:moveTo>
                    <a:pt x="1569" y="1"/>
                  </a:moveTo>
                  <a:lnTo>
                    <a:pt x="1553" y="13"/>
                  </a:lnTo>
                  <a:cubicBezTo>
                    <a:pt x="1541" y="17"/>
                    <a:pt x="1525" y="29"/>
                    <a:pt x="1505" y="41"/>
                  </a:cubicBezTo>
                  <a:cubicBezTo>
                    <a:pt x="1469" y="69"/>
                    <a:pt x="1413" y="105"/>
                    <a:pt x="1349" y="141"/>
                  </a:cubicBezTo>
                  <a:cubicBezTo>
                    <a:pt x="1313" y="161"/>
                    <a:pt x="1277" y="181"/>
                    <a:pt x="1237" y="205"/>
                  </a:cubicBezTo>
                  <a:cubicBezTo>
                    <a:pt x="1201" y="225"/>
                    <a:pt x="1157" y="249"/>
                    <a:pt x="1113" y="273"/>
                  </a:cubicBezTo>
                  <a:cubicBezTo>
                    <a:pt x="1069" y="297"/>
                    <a:pt x="1021" y="313"/>
                    <a:pt x="973" y="329"/>
                  </a:cubicBezTo>
                  <a:cubicBezTo>
                    <a:pt x="921" y="341"/>
                    <a:pt x="873" y="349"/>
                    <a:pt x="817" y="349"/>
                  </a:cubicBezTo>
                  <a:cubicBezTo>
                    <a:pt x="765" y="353"/>
                    <a:pt x="713" y="353"/>
                    <a:pt x="661" y="353"/>
                  </a:cubicBezTo>
                  <a:lnTo>
                    <a:pt x="509" y="357"/>
                  </a:lnTo>
                  <a:cubicBezTo>
                    <a:pt x="417" y="361"/>
                    <a:pt x="325" y="373"/>
                    <a:pt x="237" y="397"/>
                  </a:cubicBezTo>
                  <a:cubicBezTo>
                    <a:pt x="173" y="413"/>
                    <a:pt x="113" y="441"/>
                    <a:pt x="57" y="481"/>
                  </a:cubicBezTo>
                  <a:cubicBezTo>
                    <a:pt x="41" y="489"/>
                    <a:pt x="29" y="501"/>
                    <a:pt x="17" y="513"/>
                  </a:cubicBezTo>
                  <a:lnTo>
                    <a:pt x="1" y="529"/>
                  </a:lnTo>
                  <a:lnTo>
                    <a:pt x="5" y="533"/>
                  </a:lnTo>
                  <a:lnTo>
                    <a:pt x="21" y="525"/>
                  </a:lnTo>
                  <a:cubicBezTo>
                    <a:pt x="37" y="517"/>
                    <a:pt x="53" y="509"/>
                    <a:pt x="73" y="505"/>
                  </a:cubicBezTo>
                  <a:cubicBezTo>
                    <a:pt x="129" y="481"/>
                    <a:pt x="189" y="465"/>
                    <a:pt x="253" y="453"/>
                  </a:cubicBezTo>
                  <a:cubicBezTo>
                    <a:pt x="289" y="449"/>
                    <a:pt x="329" y="445"/>
                    <a:pt x="377" y="441"/>
                  </a:cubicBezTo>
                  <a:lnTo>
                    <a:pt x="517" y="429"/>
                  </a:lnTo>
                  <a:lnTo>
                    <a:pt x="665" y="413"/>
                  </a:lnTo>
                  <a:cubicBezTo>
                    <a:pt x="717" y="409"/>
                    <a:pt x="773" y="397"/>
                    <a:pt x="825" y="385"/>
                  </a:cubicBezTo>
                  <a:cubicBezTo>
                    <a:pt x="877" y="373"/>
                    <a:pt x="929" y="357"/>
                    <a:pt x="977" y="345"/>
                  </a:cubicBezTo>
                  <a:lnTo>
                    <a:pt x="1129" y="305"/>
                  </a:lnTo>
                  <a:cubicBezTo>
                    <a:pt x="1173" y="293"/>
                    <a:pt x="1221" y="277"/>
                    <a:pt x="1265" y="257"/>
                  </a:cubicBezTo>
                  <a:cubicBezTo>
                    <a:pt x="1305" y="237"/>
                    <a:pt x="1341" y="213"/>
                    <a:pt x="1377" y="189"/>
                  </a:cubicBezTo>
                  <a:cubicBezTo>
                    <a:pt x="1433" y="153"/>
                    <a:pt x="1485" y="109"/>
                    <a:pt x="1529" y="61"/>
                  </a:cubicBezTo>
                  <a:cubicBezTo>
                    <a:pt x="1545" y="41"/>
                    <a:pt x="1561" y="25"/>
                    <a:pt x="1577" y="5"/>
                  </a:cubicBezTo>
                  <a:lnTo>
                    <a:pt x="15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52"/>
            <p:cNvSpPr/>
            <p:nvPr/>
          </p:nvSpPr>
          <p:spPr>
            <a:xfrm>
              <a:off x="2906711" y="1943561"/>
              <a:ext cx="61751" cy="276028"/>
            </a:xfrm>
            <a:custGeom>
              <a:avLst/>
              <a:gdLst/>
              <a:ahLst/>
              <a:cxnLst/>
              <a:rect l="l" t="t" r="r" b="b"/>
              <a:pathLst>
                <a:path w="317" h="1417" extrusionOk="0">
                  <a:moveTo>
                    <a:pt x="9" y="1"/>
                  </a:moveTo>
                  <a:lnTo>
                    <a:pt x="1" y="5"/>
                  </a:lnTo>
                  <a:cubicBezTo>
                    <a:pt x="1" y="5"/>
                    <a:pt x="13" y="29"/>
                    <a:pt x="29" y="65"/>
                  </a:cubicBezTo>
                  <a:cubicBezTo>
                    <a:pt x="49" y="113"/>
                    <a:pt x="65" y="165"/>
                    <a:pt x="77" y="217"/>
                  </a:cubicBezTo>
                  <a:cubicBezTo>
                    <a:pt x="81" y="253"/>
                    <a:pt x="89" y="285"/>
                    <a:pt x="93" y="325"/>
                  </a:cubicBezTo>
                  <a:cubicBezTo>
                    <a:pt x="101" y="361"/>
                    <a:pt x="109" y="405"/>
                    <a:pt x="113" y="445"/>
                  </a:cubicBezTo>
                  <a:cubicBezTo>
                    <a:pt x="117" y="489"/>
                    <a:pt x="121" y="533"/>
                    <a:pt x="117" y="581"/>
                  </a:cubicBezTo>
                  <a:cubicBezTo>
                    <a:pt x="113" y="625"/>
                    <a:pt x="109" y="669"/>
                    <a:pt x="101" y="717"/>
                  </a:cubicBezTo>
                  <a:cubicBezTo>
                    <a:pt x="89" y="765"/>
                    <a:pt x="85" y="809"/>
                    <a:pt x="89" y="857"/>
                  </a:cubicBezTo>
                  <a:cubicBezTo>
                    <a:pt x="89" y="909"/>
                    <a:pt x="105" y="957"/>
                    <a:pt x="129" y="1001"/>
                  </a:cubicBezTo>
                  <a:cubicBezTo>
                    <a:pt x="153" y="1041"/>
                    <a:pt x="177" y="1073"/>
                    <a:pt x="197" y="1105"/>
                  </a:cubicBezTo>
                  <a:cubicBezTo>
                    <a:pt x="213" y="1133"/>
                    <a:pt x="229" y="1165"/>
                    <a:pt x="241" y="1197"/>
                  </a:cubicBezTo>
                  <a:cubicBezTo>
                    <a:pt x="257" y="1249"/>
                    <a:pt x="265" y="1301"/>
                    <a:pt x="265" y="1357"/>
                  </a:cubicBezTo>
                  <a:cubicBezTo>
                    <a:pt x="265" y="1377"/>
                    <a:pt x="261" y="1397"/>
                    <a:pt x="261" y="1417"/>
                  </a:cubicBezTo>
                  <a:lnTo>
                    <a:pt x="265" y="1417"/>
                  </a:lnTo>
                  <a:cubicBezTo>
                    <a:pt x="277" y="1397"/>
                    <a:pt x="285" y="1377"/>
                    <a:pt x="293" y="1357"/>
                  </a:cubicBezTo>
                  <a:cubicBezTo>
                    <a:pt x="317" y="1261"/>
                    <a:pt x="305" y="1157"/>
                    <a:pt x="257" y="1069"/>
                  </a:cubicBezTo>
                  <a:cubicBezTo>
                    <a:pt x="237" y="1029"/>
                    <a:pt x="213" y="997"/>
                    <a:pt x="193" y="961"/>
                  </a:cubicBezTo>
                  <a:cubicBezTo>
                    <a:pt x="169" y="929"/>
                    <a:pt x="153" y="889"/>
                    <a:pt x="149" y="849"/>
                  </a:cubicBezTo>
                  <a:cubicBezTo>
                    <a:pt x="141" y="805"/>
                    <a:pt x="137" y="761"/>
                    <a:pt x="137" y="717"/>
                  </a:cubicBezTo>
                  <a:cubicBezTo>
                    <a:pt x="137" y="669"/>
                    <a:pt x="137" y="625"/>
                    <a:pt x="137" y="577"/>
                  </a:cubicBezTo>
                  <a:cubicBezTo>
                    <a:pt x="141" y="533"/>
                    <a:pt x="145" y="489"/>
                    <a:pt x="149" y="445"/>
                  </a:cubicBezTo>
                  <a:cubicBezTo>
                    <a:pt x="153" y="401"/>
                    <a:pt x="157" y="357"/>
                    <a:pt x="153" y="317"/>
                  </a:cubicBezTo>
                  <a:cubicBezTo>
                    <a:pt x="149" y="277"/>
                    <a:pt x="145" y="237"/>
                    <a:pt x="133" y="201"/>
                  </a:cubicBezTo>
                  <a:cubicBezTo>
                    <a:pt x="117" y="145"/>
                    <a:pt x="89" y="93"/>
                    <a:pt x="53" y="45"/>
                  </a:cubicBezTo>
                  <a:cubicBezTo>
                    <a:pt x="41" y="29"/>
                    <a:pt x="25" y="13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52"/>
            <p:cNvSpPr/>
            <p:nvPr/>
          </p:nvSpPr>
          <p:spPr>
            <a:xfrm>
              <a:off x="2590357" y="1842265"/>
              <a:ext cx="230835" cy="50647"/>
            </a:xfrm>
            <a:custGeom>
              <a:avLst/>
              <a:gdLst/>
              <a:ahLst/>
              <a:cxnLst/>
              <a:rect l="l" t="t" r="r" b="b"/>
              <a:pathLst>
                <a:path w="1185" h="260" extrusionOk="0">
                  <a:moveTo>
                    <a:pt x="891" y="1"/>
                  </a:moveTo>
                  <a:cubicBezTo>
                    <a:pt x="866" y="1"/>
                    <a:pt x="841" y="3"/>
                    <a:pt x="817" y="9"/>
                  </a:cubicBezTo>
                  <a:cubicBezTo>
                    <a:pt x="741" y="25"/>
                    <a:pt x="665" y="49"/>
                    <a:pt x="589" y="81"/>
                  </a:cubicBezTo>
                  <a:cubicBezTo>
                    <a:pt x="553" y="97"/>
                    <a:pt x="517" y="113"/>
                    <a:pt x="481" y="129"/>
                  </a:cubicBezTo>
                  <a:cubicBezTo>
                    <a:pt x="465" y="137"/>
                    <a:pt x="449" y="145"/>
                    <a:pt x="433" y="149"/>
                  </a:cubicBezTo>
                  <a:cubicBezTo>
                    <a:pt x="417" y="157"/>
                    <a:pt x="401" y="161"/>
                    <a:pt x="381" y="165"/>
                  </a:cubicBezTo>
                  <a:cubicBezTo>
                    <a:pt x="321" y="181"/>
                    <a:pt x="257" y="193"/>
                    <a:pt x="193" y="197"/>
                  </a:cubicBezTo>
                  <a:lnTo>
                    <a:pt x="117" y="197"/>
                  </a:lnTo>
                  <a:cubicBezTo>
                    <a:pt x="93" y="193"/>
                    <a:pt x="73" y="189"/>
                    <a:pt x="57" y="189"/>
                  </a:cubicBezTo>
                  <a:cubicBezTo>
                    <a:pt x="41" y="189"/>
                    <a:pt x="29" y="189"/>
                    <a:pt x="17" y="185"/>
                  </a:cubicBezTo>
                  <a:lnTo>
                    <a:pt x="1" y="185"/>
                  </a:lnTo>
                  <a:lnTo>
                    <a:pt x="1" y="193"/>
                  </a:lnTo>
                  <a:cubicBezTo>
                    <a:pt x="17" y="201"/>
                    <a:pt x="33" y="209"/>
                    <a:pt x="49" y="217"/>
                  </a:cubicBezTo>
                  <a:cubicBezTo>
                    <a:pt x="97" y="237"/>
                    <a:pt x="145" y="253"/>
                    <a:pt x="193" y="257"/>
                  </a:cubicBezTo>
                  <a:cubicBezTo>
                    <a:pt x="209" y="259"/>
                    <a:pt x="226" y="260"/>
                    <a:pt x="243" y="260"/>
                  </a:cubicBezTo>
                  <a:cubicBezTo>
                    <a:pt x="260" y="260"/>
                    <a:pt x="277" y="259"/>
                    <a:pt x="293" y="257"/>
                  </a:cubicBezTo>
                  <a:cubicBezTo>
                    <a:pt x="329" y="253"/>
                    <a:pt x="369" y="245"/>
                    <a:pt x="405" y="233"/>
                  </a:cubicBezTo>
                  <a:cubicBezTo>
                    <a:pt x="421" y="225"/>
                    <a:pt x="441" y="221"/>
                    <a:pt x="457" y="209"/>
                  </a:cubicBezTo>
                  <a:cubicBezTo>
                    <a:pt x="477" y="201"/>
                    <a:pt x="493" y="193"/>
                    <a:pt x="513" y="181"/>
                  </a:cubicBezTo>
                  <a:cubicBezTo>
                    <a:pt x="549" y="165"/>
                    <a:pt x="581" y="137"/>
                    <a:pt x="613" y="113"/>
                  </a:cubicBezTo>
                  <a:cubicBezTo>
                    <a:pt x="641" y="89"/>
                    <a:pt x="677" y="73"/>
                    <a:pt x="713" y="57"/>
                  </a:cubicBezTo>
                  <a:cubicBezTo>
                    <a:pt x="740" y="48"/>
                    <a:pt x="767" y="43"/>
                    <a:pt x="794" y="43"/>
                  </a:cubicBezTo>
                  <a:cubicBezTo>
                    <a:pt x="803" y="43"/>
                    <a:pt x="812" y="44"/>
                    <a:pt x="821" y="45"/>
                  </a:cubicBezTo>
                  <a:cubicBezTo>
                    <a:pt x="857" y="49"/>
                    <a:pt x="889" y="53"/>
                    <a:pt x="921" y="61"/>
                  </a:cubicBezTo>
                  <a:cubicBezTo>
                    <a:pt x="949" y="69"/>
                    <a:pt x="981" y="77"/>
                    <a:pt x="1009" y="85"/>
                  </a:cubicBezTo>
                  <a:cubicBezTo>
                    <a:pt x="1053" y="97"/>
                    <a:pt x="1093" y="117"/>
                    <a:pt x="1133" y="137"/>
                  </a:cubicBezTo>
                  <a:cubicBezTo>
                    <a:pt x="1145" y="145"/>
                    <a:pt x="1157" y="153"/>
                    <a:pt x="1169" y="161"/>
                  </a:cubicBezTo>
                  <a:lnTo>
                    <a:pt x="1181" y="165"/>
                  </a:lnTo>
                  <a:lnTo>
                    <a:pt x="1185" y="161"/>
                  </a:lnTo>
                  <a:lnTo>
                    <a:pt x="1177" y="149"/>
                  </a:lnTo>
                  <a:cubicBezTo>
                    <a:pt x="1169" y="137"/>
                    <a:pt x="1161" y="125"/>
                    <a:pt x="1153" y="117"/>
                  </a:cubicBezTo>
                  <a:cubicBezTo>
                    <a:pt x="1137" y="101"/>
                    <a:pt x="1121" y="85"/>
                    <a:pt x="1101" y="73"/>
                  </a:cubicBezTo>
                  <a:cubicBezTo>
                    <a:pt x="1077" y="57"/>
                    <a:pt x="1053" y="41"/>
                    <a:pt x="1029" y="29"/>
                  </a:cubicBezTo>
                  <a:cubicBezTo>
                    <a:pt x="984" y="11"/>
                    <a:pt x="938" y="1"/>
                    <a:pt x="8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52"/>
            <p:cNvSpPr/>
            <p:nvPr/>
          </p:nvSpPr>
          <p:spPr>
            <a:xfrm>
              <a:off x="2429843" y="1549286"/>
              <a:ext cx="297845" cy="270574"/>
            </a:xfrm>
            <a:custGeom>
              <a:avLst/>
              <a:gdLst/>
              <a:ahLst/>
              <a:cxnLst/>
              <a:rect l="l" t="t" r="r" b="b"/>
              <a:pathLst>
                <a:path w="1529" h="1389" extrusionOk="0">
                  <a:moveTo>
                    <a:pt x="13" y="1"/>
                  </a:moveTo>
                  <a:lnTo>
                    <a:pt x="1" y="5"/>
                  </a:lnTo>
                  <a:lnTo>
                    <a:pt x="1" y="29"/>
                  </a:lnTo>
                  <a:cubicBezTo>
                    <a:pt x="1" y="53"/>
                    <a:pt x="5" y="77"/>
                    <a:pt x="5" y="101"/>
                  </a:cubicBezTo>
                  <a:cubicBezTo>
                    <a:pt x="17" y="181"/>
                    <a:pt x="45" y="261"/>
                    <a:pt x="89" y="333"/>
                  </a:cubicBezTo>
                  <a:cubicBezTo>
                    <a:pt x="117" y="377"/>
                    <a:pt x="153" y="421"/>
                    <a:pt x="189" y="465"/>
                  </a:cubicBezTo>
                  <a:cubicBezTo>
                    <a:pt x="233" y="505"/>
                    <a:pt x="281" y="545"/>
                    <a:pt x="333" y="581"/>
                  </a:cubicBezTo>
                  <a:cubicBezTo>
                    <a:pt x="385" y="613"/>
                    <a:pt x="441" y="649"/>
                    <a:pt x="497" y="681"/>
                  </a:cubicBezTo>
                  <a:lnTo>
                    <a:pt x="665" y="789"/>
                  </a:lnTo>
                  <a:cubicBezTo>
                    <a:pt x="721" y="821"/>
                    <a:pt x="777" y="857"/>
                    <a:pt x="837" y="889"/>
                  </a:cubicBezTo>
                  <a:cubicBezTo>
                    <a:pt x="893" y="921"/>
                    <a:pt x="949" y="949"/>
                    <a:pt x="1001" y="985"/>
                  </a:cubicBezTo>
                  <a:cubicBezTo>
                    <a:pt x="1093" y="1041"/>
                    <a:pt x="1185" y="1101"/>
                    <a:pt x="1277" y="1169"/>
                  </a:cubicBezTo>
                  <a:cubicBezTo>
                    <a:pt x="1353" y="1233"/>
                    <a:pt x="1413" y="1285"/>
                    <a:pt x="1457" y="1325"/>
                  </a:cubicBezTo>
                  <a:lnTo>
                    <a:pt x="1521" y="1389"/>
                  </a:lnTo>
                  <a:lnTo>
                    <a:pt x="1529" y="1385"/>
                  </a:lnTo>
                  <a:cubicBezTo>
                    <a:pt x="1529" y="1385"/>
                    <a:pt x="1513" y="1357"/>
                    <a:pt x="1477" y="1305"/>
                  </a:cubicBezTo>
                  <a:cubicBezTo>
                    <a:pt x="1429" y="1241"/>
                    <a:pt x="1377" y="1181"/>
                    <a:pt x="1317" y="1125"/>
                  </a:cubicBezTo>
                  <a:cubicBezTo>
                    <a:pt x="1277" y="1085"/>
                    <a:pt x="1233" y="1053"/>
                    <a:pt x="1189" y="1021"/>
                  </a:cubicBezTo>
                  <a:cubicBezTo>
                    <a:pt x="1141" y="981"/>
                    <a:pt x="1089" y="949"/>
                    <a:pt x="1037" y="921"/>
                  </a:cubicBezTo>
                  <a:cubicBezTo>
                    <a:pt x="981" y="889"/>
                    <a:pt x="925" y="861"/>
                    <a:pt x="865" y="833"/>
                  </a:cubicBezTo>
                  <a:cubicBezTo>
                    <a:pt x="805" y="805"/>
                    <a:pt x="745" y="777"/>
                    <a:pt x="685" y="749"/>
                  </a:cubicBezTo>
                  <a:cubicBezTo>
                    <a:pt x="625" y="725"/>
                    <a:pt x="565" y="693"/>
                    <a:pt x="509" y="661"/>
                  </a:cubicBezTo>
                  <a:cubicBezTo>
                    <a:pt x="453" y="629"/>
                    <a:pt x="405" y="589"/>
                    <a:pt x="357" y="545"/>
                  </a:cubicBezTo>
                  <a:cubicBezTo>
                    <a:pt x="317" y="505"/>
                    <a:pt x="277" y="465"/>
                    <a:pt x="237" y="417"/>
                  </a:cubicBezTo>
                  <a:cubicBezTo>
                    <a:pt x="205" y="381"/>
                    <a:pt x="173" y="337"/>
                    <a:pt x="141" y="297"/>
                  </a:cubicBezTo>
                  <a:cubicBezTo>
                    <a:pt x="117" y="261"/>
                    <a:pt x="93" y="221"/>
                    <a:pt x="77" y="185"/>
                  </a:cubicBezTo>
                  <a:cubicBezTo>
                    <a:pt x="57" y="149"/>
                    <a:pt x="45" y="117"/>
                    <a:pt x="37" y="89"/>
                  </a:cubicBezTo>
                  <a:cubicBezTo>
                    <a:pt x="29" y="69"/>
                    <a:pt x="21" y="49"/>
                    <a:pt x="17" y="25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52"/>
            <p:cNvSpPr/>
            <p:nvPr/>
          </p:nvSpPr>
          <p:spPr>
            <a:xfrm>
              <a:off x="2714249" y="1331110"/>
              <a:ext cx="173175" cy="335246"/>
            </a:xfrm>
            <a:custGeom>
              <a:avLst/>
              <a:gdLst/>
              <a:ahLst/>
              <a:cxnLst/>
              <a:rect l="l" t="t" r="r" b="b"/>
              <a:pathLst>
                <a:path w="889" h="1721" extrusionOk="0">
                  <a:moveTo>
                    <a:pt x="9" y="1"/>
                  </a:moveTo>
                  <a:lnTo>
                    <a:pt x="1" y="9"/>
                  </a:lnTo>
                  <a:lnTo>
                    <a:pt x="13" y="29"/>
                  </a:lnTo>
                  <a:cubicBezTo>
                    <a:pt x="17" y="45"/>
                    <a:pt x="29" y="65"/>
                    <a:pt x="37" y="89"/>
                  </a:cubicBezTo>
                  <a:cubicBezTo>
                    <a:pt x="65" y="157"/>
                    <a:pt x="81" y="233"/>
                    <a:pt x="89" y="305"/>
                  </a:cubicBezTo>
                  <a:cubicBezTo>
                    <a:pt x="97" y="397"/>
                    <a:pt x="89" y="509"/>
                    <a:pt x="109" y="629"/>
                  </a:cubicBezTo>
                  <a:cubicBezTo>
                    <a:pt x="117" y="689"/>
                    <a:pt x="129" y="753"/>
                    <a:pt x="145" y="813"/>
                  </a:cubicBezTo>
                  <a:cubicBezTo>
                    <a:pt x="149" y="845"/>
                    <a:pt x="157" y="877"/>
                    <a:pt x="165" y="905"/>
                  </a:cubicBezTo>
                  <a:cubicBezTo>
                    <a:pt x="173" y="937"/>
                    <a:pt x="181" y="969"/>
                    <a:pt x="189" y="1001"/>
                  </a:cubicBezTo>
                  <a:cubicBezTo>
                    <a:pt x="225" y="1121"/>
                    <a:pt x="285" y="1237"/>
                    <a:pt x="357" y="1341"/>
                  </a:cubicBezTo>
                  <a:cubicBezTo>
                    <a:pt x="393" y="1389"/>
                    <a:pt x="433" y="1433"/>
                    <a:pt x="473" y="1477"/>
                  </a:cubicBezTo>
                  <a:cubicBezTo>
                    <a:pt x="513" y="1513"/>
                    <a:pt x="553" y="1545"/>
                    <a:pt x="597" y="1577"/>
                  </a:cubicBezTo>
                  <a:cubicBezTo>
                    <a:pt x="657" y="1621"/>
                    <a:pt x="729" y="1661"/>
                    <a:pt x="801" y="1693"/>
                  </a:cubicBezTo>
                  <a:cubicBezTo>
                    <a:pt x="853" y="1709"/>
                    <a:pt x="885" y="1721"/>
                    <a:pt x="885" y="1721"/>
                  </a:cubicBezTo>
                  <a:lnTo>
                    <a:pt x="889" y="1713"/>
                  </a:lnTo>
                  <a:cubicBezTo>
                    <a:pt x="889" y="1713"/>
                    <a:pt x="861" y="1697"/>
                    <a:pt x="813" y="1669"/>
                  </a:cubicBezTo>
                  <a:cubicBezTo>
                    <a:pt x="793" y="1649"/>
                    <a:pt x="765" y="1633"/>
                    <a:pt x="733" y="1609"/>
                  </a:cubicBezTo>
                  <a:cubicBezTo>
                    <a:pt x="701" y="1585"/>
                    <a:pt x="669" y="1561"/>
                    <a:pt x="633" y="1529"/>
                  </a:cubicBezTo>
                  <a:cubicBezTo>
                    <a:pt x="613" y="1513"/>
                    <a:pt x="597" y="1497"/>
                    <a:pt x="581" y="1481"/>
                  </a:cubicBezTo>
                  <a:cubicBezTo>
                    <a:pt x="561" y="1461"/>
                    <a:pt x="541" y="1445"/>
                    <a:pt x="525" y="1425"/>
                  </a:cubicBezTo>
                  <a:cubicBezTo>
                    <a:pt x="489" y="1385"/>
                    <a:pt x="453" y="1341"/>
                    <a:pt x="417" y="1297"/>
                  </a:cubicBezTo>
                  <a:cubicBezTo>
                    <a:pt x="381" y="1249"/>
                    <a:pt x="345" y="1197"/>
                    <a:pt x="317" y="1145"/>
                  </a:cubicBezTo>
                  <a:cubicBezTo>
                    <a:pt x="301" y="1121"/>
                    <a:pt x="285" y="1093"/>
                    <a:pt x="269" y="1065"/>
                  </a:cubicBezTo>
                  <a:cubicBezTo>
                    <a:pt x="257" y="1037"/>
                    <a:pt x="241" y="1013"/>
                    <a:pt x="229" y="981"/>
                  </a:cubicBezTo>
                  <a:cubicBezTo>
                    <a:pt x="201" y="925"/>
                    <a:pt x="181" y="865"/>
                    <a:pt x="165" y="805"/>
                  </a:cubicBezTo>
                  <a:cubicBezTo>
                    <a:pt x="153" y="745"/>
                    <a:pt x="145" y="685"/>
                    <a:pt x="149" y="625"/>
                  </a:cubicBezTo>
                  <a:cubicBezTo>
                    <a:pt x="149" y="565"/>
                    <a:pt x="157" y="509"/>
                    <a:pt x="157" y="453"/>
                  </a:cubicBezTo>
                  <a:cubicBezTo>
                    <a:pt x="157" y="401"/>
                    <a:pt x="157" y="345"/>
                    <a:pt x="149" y="293"/>
                  </a:cubicBezTo>
                  <a:cubicBezTo>
                    <a:pt x="137" y="213"/>
                    <a:pt x="105" y="137"/>
                    <a:pt x="65" y="73"/>
                  </a:cubicBezTo>
                  <a:cubicBezTo>
                    <a:pt x="45" y="45"/>
                    <a:pt x="29" y="25"/>
                    <a:pt x="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52"/>
            <p:cNvSpPr/>
            <p:nvPr/>
          </p:nvSpPr>
          <p:spPr>
            <a:xfrm>
              <a:off x="2633213" y="1459678"/>
              <a:ext cx="223043" cy="323559"/>
            </a:xfrm>
            <a:custGeom>
              <a:avLst/>
              <a:gdLst/>
              <a:ahLst/>
              <a:cxnLst/>
              <a:rect l="l" t="t" r="r" b="b"/>
              <a:pathLst>
                <a:path w="1145" h="1661" extrusionOk="0">
                  <a:moveTo>
                    <a:pt x="5" y="1"/>
                  </a:moveTo>
                  <a:lnTo>
                    <a:pt x="1" y="9"/>
                  </a:lnTo>
                  <a:lnTo>
                    <a:pt x="13" y="29"/>
                  </a:lnTo>
                  <a:cubicBezTo>
                    <a:pt x="29" y="45"/>
                    <a:pt x="41" y="61"/>
                    <a:pt x="53" y="77"/>
                  </a:cubicBezTo>
                  <a:cubicBezTo>
                    <a:pt x="69" y="101"/>
                    <a:pt x="89" y="129"/>
                    <a:pt x="109" y="161"/>
                  </a:cubicBezTo>
                  <a:cubicBezTo>
                    <a:pt x="125" y="197"/>
                    <a:pt x="145" y="237"/>
                    <a:pt x="165" y="277"/>
                  </a:cubicBezTo>
                  <a:cubicBezTo>
                    <a:pt x="185" y="321"/>
                    <a:pt x="205" y="369"/>
                    <a:pt x="225" y="421"/>
                  </a:cubicBezTo>
                  <a:lnTo>
                    <a:pt x="289" y="581"/>
                  </a:lnTo>
                  <a:cubicBezTo>
                    <a:pt x="313" y="637"/>
                    <a:pt x="333" y="697"/>
                    <a:pt x="353" y="761"/>
                  </a:cubicBezTo>
                  <a:cubicBezTo>
                    <a:pt x="373" y="821"/>
                    <a:pt x="393" y="881"/>
                    <a:pt x="413" y="945"/>
                  </a:cubicBezTo>
                  <a:cubicBezTo>
                    <a:pt x="437" y="1005"/>
                    <a:pt x="461" y="1069"/>
                    <a:pt x="493" y="1125"/>
                  </a:cubicBezTo>
                  <a:cubicBezTo>
                    <a:pt x="525" y="1181"/>
                    <a:pt x="561" y="1233"/>
                    <a:pt x="601" y="1285"/>
                  </a:cubicBezTo>
                  <a:cubicBezTo>
                    <a:pt x="637" y="1333"/>
                    <a:pt x="677" y="1377"/>
                    <a:pt x="721" y="1417"/>
                  </a:cubicBezTo>
                  <a:cubicBezTo>
                    <a:pt x="761" y="1453"/>
                    <a:pt x="801" y="1485"/>
                    <a:pt x="845" y="1517"/>
                  </a:cubicBezTo>
                  <a:cubicBezTo>
                    <a:pt x="885" y="1541"/>
                    <a:pt x="921" y="1565"/>
                    <a:pt x="961" y="1589"/>
                  </a:cubicBezTo>
                  <a:cubicBezTo>
                    <a:pt x="997" y="1605"/>
                    <a:pt x="1029" y="1621"/>
                    <a:pt x="1057" y="1633"/>
                  </a:cubicBezTo>
                  <a:cubicBezTo>
                    <a:pt x="1109" y="1653"/>
                    <a:pt x="1141" y="1661"/>
                    <a:pt x="1141" y="1661"/>
                  </a:cubicBezTo>
                  <a:lnTo>
                    <a:pt x="1145" y="1657"/>
                  </a:lnTo>
                  <a:lnTo>
                    <a:pt x="1125" y="1645"/>
                  </a:lnTo>
                  <a:cubicBezTo>
                    <a:pt x="1113" y="1637"/>
                    <a:pt x="1093" y="1625"/>
                    <a:pt x="1069" y="1609"/>
                  </a:cubicBezTo>
                  <a:cubicBezTo>
                    <a:pt x="1045" y="1593"/>
                    <a:pt x="1017" y="1573"/>
                    <a:pt x="985" y="1549"/>
                  </a:cubicBezTo>
                  <a:cubicBezTo>
                    <a:pt x="953" y="1525"/>
                    <a:pt x="921" y="1501"/>
                    <a:pt x="885" y="1469"/>
                  </a:cubicBezTo>
                  <a:cubicBezTo>
                    <a:pt x="801" y="1397"/>
                    <a:pt x="725" y="1321"/>
                    <a:pt x="657" y="1237"/>
                  </a:cubicBezTo>
                  <a:cubicBezTo>
                    <a:pt x="617" y="1193"/>
                    <a:pt x="581" y="1141"/>
                    <a:pt x="545" y="1093"/>
                  </a:cubicBezTo>
                  <a:cubicBezTo>
                    <a:pt x="509" y="1041"/>
                    <a:pt x="477" y="985"/>
                    <a:pt x="445" y="929"/>
                  </a:cubicBezTo>
                  <a:cubicBezTo>
                    <a:pt x="417" y="873"/>
                    <a:pt x="393" y="813"/>
                    <a:pt x="373" y="753"/>
                  </a:cubicBezTo>
                  <a:cubicBezTo>
                    <a:pt x="353" y="693"/>
                    <a:pt x="337" y="633"/>
                    <a:pt x="321" y="569"/>
                  </a:cubicBezTo>
                  <a:cubicBezTo>
                    <a:pt x="309" y="509"/>
                    <a:pt x="297" y="453"/>
                    <a:pt x="277" y="401"/>
                  </a:cubicBezTo>
                  <a:cubicBezTo>
                    <a:pt x="261" y="349"/>
                    <a:pt x="241" y="297"/>
                    <a:pt x="217" y="253"/>
                  </a:cubicBezTo>
                  <a:cubicBezTo>
                    <a:pt x="193" y="213"/>
                    <a:pt x="169" y="173"/>
                    <a:pt x="145" y="137"/>
                  </a:cubicBezTo>
                  <a:cubicBezTo>
                    <a:pt x="121" y="109"/>
                    <a:pt x="97" y="81"/>
                    <a:pt x="73" y="57"/>
                  </a:cubicBezTo>
                  <a:cubicBezTo>
                    <a:pt x="57" y="41"/>
                    <a:pt x="41" y="29"/>
                    <a:pt x="21" y="17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52"/>
            <p:cNvSpPr/>
            <p:nvPr/>
          </p:nvSpPr>
          <p:spPr>
            <a:xfrm>
              <a:off x="2961254" y="1349616"/>
              <a:ext cx="96035" cy="427386"/>
            </a:xfrm>
            <a:custGeom>
              <a:avLst/>
              <a:gdLst/>
              <a:ahLst/>
              <a:cxnLst/>
              <a:rect l="l" t="t" r="r" b="b"/>
              <a:pathLst>
                <a:path w="493" h="2194" extrusionOk="0">
                  <a:moveTo>
                    <a:pt x="362" y="1"/>
                  </a:moveTo>
                  <a:cubicBezTo>
                    <a:pt x="325" y="1"/>
                    <a:pt x="286" y="9"/>
                    <a:pt x="253" y="22"/>
                  </a:cubicBezTo>
                  <a:cubicBezTo>
                    <a:pt x="225" y="34"/>
                    <a:pt x="201" y="54"/>
                    <a:pt x="185" y="78"/>
                  </a:cubicBezTo>
                  <a:cubicBezTo>
                    <a:pt x="169" y="106"/>
                    <a:pt x="157" y="134"/>
                    <a:pt x="149" y="162"/>
                  </a:cubicBezTo>
                  <a:cubicBezTo>
                    <a:pt x="137" y="222"/>
                    <a:pt x="121" y="282"/>
                    <a:pt x="105" y="350"/>
                  </a:cubicBezTo>
                  <a:cubicBezTo>
                    <a:pt x="93" y="414"/>
                    <a:pt x="81" y="486"/>
                    <a:pt x="77" y="562"/>
                  </a:cubicBezTo>
                  <a:cubicBezTo>
                    <a:pt x="69" y="634"/>
                    <a:pt x="65" y="710"/>
                    <a:pt x="57" y="790"/>
                  </a:cubicBezTo>
                  <a:cubicBezTo>
                    <a:pt x="53" y="870"/>
                    <a:pt x="53" y="946"/>
                    <a:pt x="57" y="1026"/>
                  </a:cubicBezTo>
                  <a:cubicBezTo>
                    <a:pt x="65" y="1186"/>
                    <a:pt x="93" y="1342"/>
                    <a:pt x="81" y="1482"/>
                  </a:cubicBezTo>
                  <a:cubicBezTo>
                    <a:pt x="73" y="1550"/>
                    <a:pt x="61" y="1618"/>
                    <a:pt x="45" y="1682"/>
                  </a:cubicBezTo>
                  <a:cubicBezTo>
                    <a:pt x="25" y="1746"/>
                    <a:pt x="13" y="1810"/>
                    <a:pt x="9" y="1874"/>
                  </a:cubicBezTo>
                  <a:cubicBezTo>
                    <a:pt x="1" y="1930"/>
                    <a:pt x="9" y="1990"/>
                    <a:pt x="33" y="2042"/>
                  </a:cubicBezTo>
                  <a:cubicBezTo>
                    <a:pt x="49" y="2082"/>
                    <a:pt x="73" y="2122"/>
                    <a:pt x="105" y="2150"/>
                  </a:cubicBezTo>
                  <a:cubicBezTo>
                    <a:pt x="129" y="2170"/>
                    <a:pt x="153" y="2182"/>
                    <a:pt x="181" y="2190"/>
                  </a:cubicBezTo>
                  <a:cubicBezTo>
                    <a:pt x="189" y="2190"/>
                    <a:pt x="201" y="2194"/>
                    <a:pt x="209" y="2194"/>
                  </a:cubicBezTo>
                  <a:lnTo>
                    <a:pt x="209" y="2186"/>
                  </a:lnTo>
                  <a:cubicBezTo>
                    <a:pt x="177" y="2174"/>
                    <a:pt x="145" y="2158"/>
                    <a:pt x="125" y="2130"/>
                  </a:cubicBezTo>
                  <a:cubicBezTo>
                    <a:pt x="101" y="2102"/>
                    <a:pt x="81" y="2066"/>
                    <a:pt x="73" y="2026"/>
                  </a:cubicBezTo>
                  <a:cubicBezTo>
                    <a:pt x="57" y="1978"/>
                    <a:pt x="57" y="1926"/>
                    <a:pt x="65" y="1878"/>
                  </a:cubicBezTo>
                  <a:cubicBezTo>
                    <a:pt x="77" y="1818"/>
                    <a:pt x="93" y="1758"/>
                    <a:pt x="113" y="1698"/>
                  </a:cubicBezTo>
                  <a:cubicBezTo>
                    <a:pt x="133" y="1630"/>
                    <a:pt x="145" y="1554"/>
                    <a:pt x="149" y="1482"/>
                  </a:cubicBezTo>
                  <a:cubicBezTo>
                    <a:pt x="153" y="1406"/>
                    <a:pt x="145" y="1326"/>
                    <a:pt x="133" y="1250"/>
                  </a:cubicBezTo>
                  <a:cubicBezTo>
                    <a:pt x="125" y="1174"/>
                    <a:pt x="109" y="1098"/>
                    <a:pt x="97" y="1018"/>
                  </a:cubicBezTo>
                  <a:cubicBezTo>
                    <a:pt x="81" y="942"/>
                    <a:pt x="77" y="866"/>
                    <a:pt x="81" y="786"/>
                  </a:cubicBezTo>
                  <a:cubicBezTo>
                    <a:pt x="85" y="714"/>
                    <a:pt x="93" y="638"/>
                    <a:pt x="113" y="566"/>
                  </a:cubicBezTo>
                  <a:cubicBezTo>
                    <a:pt x="125" y="494"/>
                    <a:pt x="145" y="426"/>
                    <a:pt x="161" y="358"/>
                  </a:cubicBezTo>
                  <a:cubicBezTo>
                    <a:pt x="177" y="294"/>
                    <a:pt x="193" y="234"/>
                    <a:pt x="205" y="174"/>
                  </a:cubicBezTo>
                  <a:cubicBezTo>
                    <a:pt x="209" y="126"/>
                    <a:pt x="233" y="86"/>
                    <a:pt x="273" y="58"/>
                  </a:cubicBezTo>
                  <a:cubicBezTo>
                    <a:pt x="305" y="42"/>
                    <a:pt x="345" y="30"/>
                    <a:pt x="381" y="26"/>
                  </a:cubicBezTo>
                  <a:lnTo>
                    <a:pt x="489" y="26"/>
                  </a:lnTo>
                  <a:lnTo>
                    <a:pt x="493" y="22"/>
                  </a:lnTo>
                  <a:lnTo>
                    <a:pt x="465" y="14"/>
                  </a:lnTo>
                  <a:cubicBezTo>
                    <a:pt x="437" y="6"/>
                    <a:pt x="409" y="2"/>
                    <a:pt x="385" y="2"/>
                  </a:cubicBezTo>
                  <a:cubicBezTo>
                    <a:pt x="377" y="1"/>
                    <a:pt x="370" y="1"/>
                    <a:pt x="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52"/>
            <p:cNvSpPr/>
            <p:nvPr/>
          </p:nvSpPr>
          <p:spPr>
            <a:xfrm>
              <a:off x="3072679" y="1526105"/>
              <a:ext cx="288495" cy="261808"/>
            </a:xfrm>
            <a:custGeom>
              <a:avLst/>
              <a:gdLst/>
              <a:ahLst/>
              <a:cxnLst/>
              <a:rect l="l" t="t" r="r" b="b"/>
              <a:pathLst>
                <a:path w="1481" h="1344" extrusionOk="0">
                  <a:moveTo>
                    <a:pt x="1311" y="1"/>
                  </a:moveTo>
                  <a:cubicBezTo>
                    <a:pt x="1301" y="1"/>
                    <a:pt x="1291" y="2"/>
                    <a:pt x="1281" y="4"/>
                  </a:cubicBezTo>
                  <a:cubicBezTo>
                    <a:pt x="1233" y="4"/>
                    <a:pt x="1185" y="12"/>
                    <a:pt x="1141" y="20"/>
                  </a:cubicBezTo>
                  <a:cubicBezTo>
                    <a:pt x="1085" y="32"/>
                    <a:pt x="1029" y="48"/>
                    <a:pt x="981" y="72"/>
                  </a:cubicBezTo>
                  <a:cubicBezTo>
                    <a:pt x="921" y="96"/>
                    <a:pt x="869" y="124"/>
                    <a:pt x="817" y="156"/>
                  </a:cubicBezTo>
                  <a:cubicBezTo>
                    <a:pt x="761" y="188"/>
                    <a:pt x="705" y="224"/>
                    <a:pt x="645" y="256"/>
                  </a:cubicBezTo>
                  <a:cubicBezTo>
                    <a:pt x="617" y="276"/>
                    <a:pt x="589" y="288"/>
                    <a:pt x="557" y="308"/>
                  </a:cubicBezTo>
                  <a:cubicBezTo>
                    <a:pt x="525" y="324"/>
                    <a:pt x="497" y="348"/>
                    <a:pt x="477" y="380"/>
                  </a:cubicBezTo>
                  <a:cubicBezTo>
                    <a:pt x="449" y="444"/>
                    <a:pt x="425" y="508"/>
                    <a:pt x="405" y="572"/>
                  </a:cubicBezTo>
                  <a:cubicBezTo>
                    <a:pt x="385" y="636"/>
                    <a:pt x="361" y="696"/>
                    <a:pt x="333" y="752"/>
                  </a:cubicBezTo>
                  <a:cubicBezTo>
                    <a:pt x="281" y="868"/>
                    <a:pt x="229" y="972"/>
                    <a:pt x="181" y="1056"/>
                  </a:cubicBezTo>
                  <a:cubicBezTo>
                    <a:pt x="129" y="1144"/>
                    <a:pt x="85" y="1212"/>
                    <a:pt x="53" y="1264"/>
                  </a:cubicBezTo>
                  <a:lnTo>
                    <a:pt x="1" y="1340"/>
                  </a:lnTo>
                  <a:lnTo>
                    <a:pt x="9" y="1344"/>
                  </a:lnTo>
                  <a:cubicBezTo>
                    <a:pt x="9" y="1344"/>
                    <a:pt x="33" y="1324"/>
                    <a:pt x="77" y="1280"/>
                  </a:cubicBezTo>
                  <a:cubicBezTo>
                    <a:pt x="97" y="1260"/>
                    <a:pt x="121" y="1232"/>
                    <a:pt x="149" y="1200"/>
                  </a:cubicBezTo>
                  <a:cubicBezTo>
                    <a:pt x="181" y="1164"/>
                    <a:pt x="209" y="1128"/>
                    <a:pt x="233" y="1088"/>
                  </a:cubicBezTo>
                  <a:cubicBezTo>
                    <a:pt x="265" y="1044"/>
                    <a:pt x="297" y="996"/>
                    <a:pt x="325" y="948"/>
                  </a:cubicBezTo>
                  <a:cubicBezTo>
                    <a:pt x="353" y="896"/>
                    <a:pt x="381" y="840"/>
                    <a:pt x="405" y="784"/>
                  </a:cubicBezTo>
                  <a:cubicBezTo>
                    <a:pt x="429" y="720"/>
                    <a:pt x="449" y="656"/>
                    <a:pt x="465" y="592"/>
                  </a:cubicBezTo>
                  <a:cubicBezTo>
                    <a:pt x="477" y="560"/>
                    <a:pt x="481" y="528"/>
                    <a:pt x="489" y="492"/>
                  </a:cubicBezTo>
                  <a:cubicBezTo>
                    <a:pt x="493" y="460"/>
                    <a:pt x="501" y="432"/>
                    <a:pt x="517" y="400"/>
                  </a:cubicBezTo>
                  <a:cubicBezTo>
                    <a:pt x="541" y="344"/>
                    <a:pt x="605" y="312"/>
                    <a:pt x="661" y="276"/>
                  </a:cubicBezTo>
                  <a:cubicBezTo>
                    <a:pt x="717" y="244"/>
                    <a:pt x="773" y="216"/>
                    <a:pt x="837" y="192"/>
                  </a:cubicBezTo>
                  <a:cubicBezTo>
                    <a:pt x="893" y="164"/>
                    <a:pt x="953" y="148"/>
                    <a:pt x="1005" y="128"/>
                  </a:cubicBezTo>
                  <a:cubicBezTo>
                    <a:pt x="1053" y="108"/>
                    <a:pt x="1105" y="92"/>
                    <a:pt x="1153" y="76"/>
                  </a:cubicBezTo>
                  <a:cubicBezTo>
                    <a:pt x="1229" y="56"/>
                    <a:pt x="1309" y="40"/>
                    <a:pt x="1389" y="36"/>
                  </a:cubicBezTo>
                  <a:lnTo>
                    <a:pt x="1481" y="36"/>
                  </a:lnTo>
                  <a:lnTo>
                    <a:pt x="1481" y="28"/>
                  </a:lnTo>
                  <a:lnTo>
                    <a:pt x="1457" y="24"/>
                  </a:lnTo>
                  <a:cubicBezTo>
                    <a:pt x="1437" y="16"/>
                    <a:pt x="1413" y="12"/>
                    <a:pt x="1389" y="8"/>
                  </a:cubicBezTo>
                  <a:cubicBezTo>
                    <a:pt x="1373" y="4"/>
                    <a:pt x="1357" y="4"/>
                    <a:pt x="1341" y="4"/>
                  </a:cubicBezTo>
                  <a:cubicBezTo>
                    <a:pt x="1331" y="2"/>
                    <a:pt x="1321" y="1"/>
                    <a:pt x="1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52"/>
            <p:cNvSpPr/>
            <p:nvPr/>
          </p:nvSpPr>
          <p:spPr>
            <a:xfrm>
              <a:off x="3008785" y="1559805"/>
              <a:ext cx="99931" cy="242912"/>
            </a:xfrm>
            <a:custGeom>
              <a:avLst/>
              <a:gdLst/>
              <a:ahLst/>
              <a:cxnLst/>
              <a:rect l="l" t="t" r="r" b="b"/>
              <a:pathLst>
                <a:path w="513" h="1247" extrusionOk="0">
                  <a:moveTo>
                    <a:pt x="479" y="0"/>
                  </a:moveTo>
                  <a:cubicBezTo>
                    <a:pt x="468" y="0"/>
                    <a:pt x="457" y="2"/>
                    <a:pt x="445" y="7"/>
                  </a:cubicBezTo>
                  <a:cubicBezTo>
                    <a:pt x="425" y="19"/>
                    <a:pt x="401" y="31"/>
                    <a:pt x="381" y="47"/>
                  </a:cubicBezTo>
                  <a:cubicBezTo>
                    <a:pt x="357" y="59"/>
                    <a:pt x="333" y="79"/>
                    <a:pt x="305" y="99"/>
                  </a:cubicBezTo>
                  <a:cubicBezTo>
                    <a:pt x="273" y="123"/>
                    <a:pt x="245" y="147"/>
                    <a:pt x="217" y="175"/>
                  </a:cubicBezTo>
                  <a:cubicBezTo>
                    <a:pt x="189" y="207"/>
                    <a:pt x="161" y="239"/>
                    <a:pt x="137" y="275"/>
                  </a:cubicBezTo>
                  <a:cubicBezTo>
                    <a:pt x="85" y="347"/>
                    <a:pt x="45" y="435"/>
                    <a:pt x="25" y="523"/>
                  </a:cubicBezTo>
                  <a:cubicBezTo>
                    <a:pt x="13" y="615"/>
                    <a:pt x="5" y="703"/>
                    <a:pt x="5" y="795"/>
                  </a:cubicBezTo>
                  <a:cubicBezTo>
                    <a:pt x="1" y="875"/>
                    <a:pt x="1" y="955"/>
                    <a:pt x="9" y="1035"/>
                  </a:cubicBezTo>
                  <a:cubicBezTo>
                    <a:pt x="13" y="1091"/>
                    <a:pt x="33" y="1147"/>
                    <a:pt x="57" y="1199"/>
                  </a:cubicBezTo>
                  <a:cubicBezTo>
                    <a:pt x="69" y="1219"/>
                    <a:pt x="85" y="1235"/>
                    <a:pt x="97" y="1247"/>
                  </a:cubicBezTo>
                  <a:lnTo>
                    <a:pt x="105" y="1247"/>
                  </a:lnTo>
                  <a:cubicBezTo>
                    <a:pt x="97" y="1227"/>
                    <a:pt x="89" y="1207"/>
                    <a:pt x="85" y="1187"/>
                  </a:cubicBezTo>
                  <a:cubicBezTo>
                    <a:pt x="77" y="1163"/>
                    <a:pt x="73" y="1143"/>
                    <a:pt x="73" y="1119"/>
                  </a:cubicBezTo>
                  <a:cubicBezTo>
                    <a:pt x="69" y="1091"/>
                    <a:pt x="69" y="1063"/>
                    <a:pt x="69" y="1027"/>
                  </a:cubicBezTo>
                  <a:cubicBezTo>
                    <a:pt x="69" y="959"/>
                    <a:pt x="77" y="879"/>
                    <a:pt x="73" y="795"/>
                  </a:cubicBezTo>
                  <a:cubicBezTo>
                    <a:pt x="73" y="751"/>
                    <a:pt x="69" y="707"/>
                    <a:pt x="69" y="663"/>
                  </a:cubicBezTo>
                  <a:cubicBezTo>
                    <a:pt x="69" y="615"/>
                    <a:pt x="61" y="571"/>
                    <a:pt x="61" y="527"/>
                  </a:cubicBezTo>
                  <a:cubicBezTo>
                    <a:pt x="61" y="483"/>
                    <a:pt x="69" y="439"/>
                    <a:pt x="89" y="399"/>
                  </a:cubicBezTo>
                  <a:cubicBezTo>
                    <a:pt x="105" y="359"/>
                    <a:pt x="133" y="323"/>
                    <a:pt x="165" y="295"/>
                  </a:cubicBezTo>
                  <a:cubicBezTo>
                    <a:pt x="197" y="267"/>
                    <a:pt x="229" y="243"/>
                    <a:pt x="261" y="215"/>
                  </a:cubicBezTo>
                  <a:lnTo>
                    <a:pt x="341" y="143"/>
                  </a:lnTo>
                  <a:lnTo>
                    <a:pt x="461" y="31"/>
                  </a:lnTo>
                  <a:cubicBezTo>
                    <a:pt x="469" y="19"/>
                    <a:pt x="481" y="15"/>
                    <a:pt x="497" y="15"/>
                  </a:cubicBezTo>
                  <a:cubicBezTo>
                    <a:pt x="501" y="15"/>
                    <a:pt x="505" y="15"/>
                    <a:pt x="509" y="19"/>
                  </a:cubicBezTo>
                  <a:lnTo>
                    <a:pt x="513" y="19"/>
                  </a:lnTo>
                  <a:cubicBezTo>
                    <a:pt x="513" y="19"/>
                    <a:pt x="513" y="11"/>
                    <a:pt x="501" y="3"/>
                  </a:cubicBezTo>
                  <a:cubicBezTo>
                    <a:pt x="494" y="1"/>
                    <a:pt x="487" y="0"/>
                    <a:pt x="4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52"/>
            <p:cNvSpPr/>
            <p:nvPr/>
          </p:nvSpPr>
          <p:spPr>
            <a:xfrm>
              <a:off x="3106185" y="1719151"/>
              <a:ext cx="559653" cy="142007"/>
            </a:xfrm>
            <a:custGeom>
              <a:avLst/>
              <a:gdLst/>
              <a:ahLst/>
              <a:cxnLst/>
              <a:rect l="l" t="t" r="r" b="b"/>
              <a:pathLst>
                <a:path w="2873" h="729" extrusionOk="0">
                  <a:moveTo>
                    <a:pt x="2865" y="1"/>
                  </a:moveTo>
                  <a:lnTo>
                    <a:pt x="2749" y="61"/>
                  </a:lnTo>
                  <a:cubicBezTo>
                    <a:pt x="2645" y="117"/>
                    <a:pt x="2541" y="165"/>
                    <a:pt x="2437" y="209"/>
                  </a:cubicBezTo>
                  <a:cubicBezTo>
                    <a:pt x="2365" y="241"/>
                    <a:pt x="2293" y="261"/>
                    <a:pt x="2221" y="281"/>
                  </a:cubicBezTo>
                  <a:cubicBezTo>
                    <a:pt x="2137" y="301"/>
                    <a:pt x="2053" y="309"/>
                    <a:pt x="1969" y="309"/>
                  </a:cubicBezTo>
                  <a:cubicBezTo>
                    <a:pt x="1877" y="305"/>
                    <a:pt x="1785" y="293"/>
                    <a:pt x="1693" y="273"/>
                  </a:cubicBezTo>
                  <a:cubicBezTo>
                    <a:pt x="1601" y="257"/>
                    <a:pt x="1505" y="241"/>
                    <a:pt x="1409" y="229"/>
                  </a:cubicBezTo>
                  <a:cubicBezTo>
                    <a:pt x="1337" y="220"/>
                    <a:pt x="1265" y="215"/>
                    <a:pt x="1191" y="215"/>
                  </a:cubicBezTo>
                  <a:cubicBezTo>
                    <a:pt x="1167" y="215"/>
                    <a:pt x="1142" y="216"/>
                    <a:pt x="1117" y="217"/>
                  </a:cubicBezTo>
                  <a:cubicBezTo>
                    <a:pt x="1025" y="225"/>
                    <a:pt x="933" y="233"/>
                    <a:pt x="837" y="249"/>
                  </a:cubicBezTo>
                  <a:cubicBezTo>
                    <a:pt x="753" y="265"/>
                    <a:pt x="665" y="289"/>
                    <a:pt x="581" y="317"/>
                  </a:cubicBezTo>
                  <a:cubicBezTo>
                    <a:pt x="509" y="341"/>
                    <a:pt x="433" y="373"/>
                    <a:pt x="365" y="405"/>
                  </a:cubicBezTo>
                  <a:cubicBezTo>
                    <a:pt x="301" y="437"/>
                    <a:pt x="245" y="469"/>
                    <a:pt x="193" y="509"/>
                  </a:cubicBezTo>
                  <a:cubicBezTo>
                    <a:pt x="149" y="541"/>
                    <a:pt x="109" y="577"/>
                    <a:pt x="77" y="617"/>
                  </a:cubicBezTo>
                  <a:cubicBezTo>
                    <a:pt x="57" y="641"/>
                    <a:pt x="37" y="669"/>
                    <a:pt x="17" y="697"/>
                  </a:cubicBezTo>
                  <a:lnTo>
                    <a:pt x="1" y="725"/>
                  </a:lnTo>
                  <a:lnTo>
                    <a:pt x="5" y="729"/>
                  </a:lnTo>
                  <a:lnTo>
                    <a:pt x="29" y="705"/>
                  </a:lnTo>
                  <a:cubicBezTo>
                    <a:pt x="49" y="681"/>
                    <a:pt x="73" y="657"/>
                    <a:pt x="97" y="633"/>
                  </a:cubicBezTo>
                  <a:cubicBezTo>
                    <a:pt x="133" y="601"/>
                    <a:pt x="173" y="573"/>
                    <a:pt x="217" y="549"/>
                  </a:cubicBezTo>
                  <a:cubicBezTo>
                    <a:pt x="273" y="513"/>
                    <a:pt x="329" y="485"/>
                    <a:pt x="389" y="461"/>
                  </a:cubicBezTo>
                  <a:cubicBezTo>
                    <a:pt x="453" y="433"/>
                    <a:pt x="525" y="409"/>
                    <a:pt x="605" y="385"/>
                  </a:cubicBezTo>
                  <a:cubicBezTo>
                    <a:pt x="685" y="361"/>
                    <a:pt x="769" y="341"/>
                    <a:pt x="853" y="321"/>
                  </a:cubicBezTo>
                  <a:cubicBezTo>
                    <a:pt x="945" y="301"/>
                    <a:pt x="1033" y="289"/>
                    <a:pt x="1125" y="281"/>
                  </a:cubicBezTo>
                  <a:cubicBezTo>
                    <a:pt x="1197" y="272"/>
                    <a:pt x="1267" y="267"/>
                    <a:pt x="1338" y="267"/>
                  </a:cubicBezTo>
                  <a:cubicBezTo>
                    <a:pt x="1361" y="267"/>
                    <a:pt x="1385" y="268"/>
                    <a:pt x="1409" y="269"/>
                  </a:cubicBezTo>
                  <a:cubicBezTo>
                    <a:pt x="1505" y="269"/>
                    <a:pt x="1601" y="277"/>
                    <a:pt x="1693" y="297"/>
                  </a:cubicBezTo>
                  <a:cubicBezTo>
                    <a:pt x="1785" y="313"/>
                    <a:pt x="1877" y="333"/>
                    <a:pt x="1969" y="345"/>
                  </a:cubicBezTo>
                  <a:cubicBezTo>
                    <a:pt x="2010" y="350"/>
                    <a:pt x="2051" y="353"/>
                    <a:pt x="2093" y="353"/>
                  </a:cubicBezTo>
                  <a:cubicBezTo>
                    <a:pt x="2141" y="353"/>
                    <a:pt x="2190" y="349"/>
                    <a:pt x="2237" y="341"/>
                  </a:cubicBezTo>
                  <a:cubicBezTo>
                    <a:pt x="2313" y="325"/>
                    <a:pt x="2389" y="297"/>
                    <a:pt x="2461" y="265"/>
                  </a:cubicBezTo>
                  <a:cubicBezTo>
                    <a:pt x="2525" y="237"/>
                    <a:pt x="2581" y="205"/>
                    <a:pt x="2641" y="169"/>
                  </a:cubicBezTo>
                  <a:cubicBezTo>
                    <a:pt x="2689" y="141"/>
                    <a:pt x="2733" y="113"/>
                    <a:pt x="2765" y="85"/>
                  </a:cubicBezTo>
                  <a:cubicBezTo>
                    <a:pt x="2837" y="37"/>
                    <a:pt x="2873" y="9"/>
                    <a:pt x="2873" y="9"/>
                  </a:cubicBezTo>
                  <a:lnTo>
                    <a:pt x="28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52"/>
            <p:cNvSpPr/>
            <p:nvPr/>
          </p:nvSpPr>
          <p:spPr>
            <a:xfrm>
              <a:off x="3157611" y="1892134"/>
              <a:ext cx="401478" cy="89607"/>
            </a:xfrm>
            <a:custGeom>
              <a:avLst/>
              <a:gdLst/>
              <a:ahLst/>
              <a:cxnLst/>
              <a:rect l="l" t="t" r="r" b="b"/>
              <a:pathLst>
                <a:path w="2061" h="460" extrusionOk="0">
                  <a:moveTo>
                    <a:pt x="857" y="1"/>
                  </a:moveTo>
                  <a:cubicBezTo>
                    <a:pt x="789" y="1"/>
                    <a:pt x="721" y="5"/>
                    <a:pt x="653" y="17"/>
                  </a:cubicBezTo>
                  <a:cubicBezTo>
                    <a:pt x="593" y="25"/>
                    <a:pt x="529" y="37"/>
                    <a:pt x="469" y="53"/>
                  </a:cubicBezTo>
                  <a:cubicBezTo>
                    <a:pt x="413" y="69"/>
                    <a:pt x="357" y="85"/>
                    <a:pt x="305" y="105"/>
                  </a:cubicBezTo>
                  <a:cubicBezTo>
                    <a:pt x="229" y="137"/>
                    <a:pt x="153" y="177"/>
                    <a:pt x="77" y="221"/>
                  </a:cubicBezTo>
                  <a:cubicBezTo>
                    <a:pt x="29" y="253"/>
                    <a:pt x="1" y="273"/>
                    <a:pt x="1" y="273"/>
                  </a:cubicBezTo>
                  <a:lnTo>
                    <a:pt x="5" y="281"/>
                  </a:lnTo>
                  <a:lnTo>
                    <a:pt x="25" y="273"/>
                  </a:lnTo>
                  <a:cubicBezTo>
                    <a:pt x="41" y="265"/>
                    <a:pt x="65" y="257"/>
                    <a:pt x="93" y="245"/>
                  </a:cubicBezTo>
                  <a:cubicBezTo>
                    <a:pt x="117" y="233"/>
                    <a:pt x="153" y="221"/>
                    <a:pt x="193" y="209"/>
                  </a:cubicBezTo>
                  <a:cubicBezTo>
                    <a:pt x="233" y="193"/>
                    <a:pt x="277" y="177"/>
                    <a:pt x="325" y="165"/>
                  </a:cubicBezTo>
                  <a:cubicBezTo>
                    <a:pt x="373" y="149"/>
                    <a:pt x="425" y="133"/>
                    <a:pt x="485" y="121"/>
                  </a:cubicBezTo>
                  <a:cubicBezTo>
                    <a:pt x="541" y="109"/>
                    <a:pt x="601" y="97"/>
                    <a:pt x="665" y="85"/>
                  </a:cubicBezTo>
                  <a:cubicBezTo>
                    <a:pt x="729" y="73"/>
                    <a:pt x="793" y="65"/>
                    <a:pt x="857" y="61"/>
                  </a:cubicBezTo>
                  <a:cubicBezTo>
                    <a:pt x="925" y="57"/>
                    <a:pt x="993" y="53"/>
                    <a:pt x="1061" y="53"/>
                  </a:cubicBezTo>
                  <a:cubicBezTo>
                    <a:pt x="1129" y="53"/>
                    <a:pt x="1197" y="57"/>
                    <a:pt x="1265" y="73"/>
                  </a:cubicBezTo>
                  <a:cubicBezTo>
                    <a:pt x="1329" y="85"/>
                    <a:pt x="1389" y="109"/>
                    <a:pt x="1445" y="145"/>
                  </a:cubicBezTo>
                  <a:cubicBezTo>
                    <a:pt x="1493" y="181"/>
                    <a:pt x="1541" y="221"/>
                    <a:pt x="1589" y="261"/>
                  </a:cubicBezTo>
                  <a:cubicBezTo>
                    <a:pt x="1629" y="297"/>
                    <a:pt x="1673" y="333"/>
                    <a:pt x="1721" y="365"/>
                  </a:cubicBezTo>
                  <a:cubicBezTo>
                    <a:pt x="1793" y="417"/>
                    <a:pt x="1873" y="449"/>
                    <a:pt x="1961" y="457"/>
                  </a:cubicBezTo>
                  <a:cubicBezTo>
                    <a:pt x="1973" y="459"/>
                    <a:pt x="1985" y="460"/>
                    <a:pt x="1997" y="460"/>
                  </a:cubicBezTo>
                  <a:cubicBezTo>
                    <a:pt x="2009" y="460"/>
                    <a:pt x="2021" y="459"/>
                    <a:pt x="2033" y="457"/>
                  </a:cubicBezTo>
                  <a:lnTo>
                    <a:pt x="2061" y="453"/>
                  </a:lnTo>
                  <a:lnTo>
                    <a:pt x="2061" y="441"/>
                  </a:lnTo>
                  <a:lnTo>
                    <a:pt x="2033" y="441"/>
                  </a:lnTo>
                  <a:cubicBezTo>
                    <a:pt x="2013" y="441"/>
                    <a:pt x="1989" y="437"/>
                    <a:pt x="1969" y="429"/>
                  </a:cubicBezTo>
                  <a:cubicBezTo>
                    <a:pt x="1893" y="405"/>
                    <a:pt x="1821" y="369"/>
                    <a:pt x="1757" y="317"/>
                  </a:cubicBezTo>
                  <a:cubicBezTo>
                    <a:pt x="1717" y="285"/>
                    <a:pt x="1677" y="249"/>
                    <a:pt x="1625" y="213"/>
                  </a:cubicBezTo>
                  <a:cubicBezTo>
                    <a:pt x="1577" y="173"/>
                    <a:pt x="1521" y="141"/>
                    <a:pt x="1465" y="113"/>
                  </a:cubicBezTo>
                  <a:cubicBezTo>
                    <a:pt x="1401" y="85"/>
                    <a:pt x="1337" y="65"/>
                    <a:pt x="1269" y="49"/>
                  </a:cubicBezTo>
                  <a:cubicBezTo>
                    <a:pt x="1205" y="37"/>
                    <a:pt x="1133" y="25"/>
                    <a:pt x="1065" y="13"/>
                  </a:cubicBezTo>
                  <a:cubicBezTo>
                    <a:pt x="997" y="5"/>
                    <a:pt x="925" y="1"/>
                    <a:pt x="8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52"/>
            <p:cNvSpPr/>
            <p:nvPr/>
          </p:nvSpPr>
          <p:spPr>
            <a:xfrm>
              <a:off x="3108522" y="1827071"/>
              <a:ext cx="273690" cy="81620"/>
            </a:xfrm>
            <a:custGeom>
              <a:avLst/>
              <a:gdLst/>
              <a:ahLst/>
              <a:cxnLst/>
              <a:rect l="l" t="t" r="r" b="b"/>
              <a:pathLst>
                <a:path w="1405" h="419" extrusionOk="0">
                  <a:moveTo>
                    <a:pt x="1007" y="0"/>
                  </a:moveTo>
                  <a:cubicBezTo>
                    <a:pt x="988" y="0"/>
                    <a:pt x="969" y="1"/>
                    <a:pt x="949" y="3"/>
                  </a:cubicBezTo>
                  <a:cubicBezTo>
                    <a:pt x="905" y="7"/>
                    <a:pt x="857" y="7"/>
                    <a:pt x="809" y="11"/>
                  </a:cubicBezTo>
                  <a:lnTo>
                    <a:pt x="661" y="11"/>
                  </a:lnTo>
                  <a:cubicBezTo>
                    <a:pt x="652" y="10"/>
                    <a:pt x="643" y="10"/>
                    <a:pt x="634" y="10"/>
                  </a:cubicBezTo>
                  <a:cubicBezTo>
                    <a:pt x="592" y="10"/>
                    <a:pt x="552" y="17"/>
                    <a:pt x="513" y="27"/>
                  </a:cubicBezTo>
                  <a:cubicBezTo>
                    <a:pt x="465" y="39"/>
                    <a:pt x="417" y="59"/>
                    <a:pt x="373" y="83"/>
                  </a:cubicBezTo>
                  <a:cubicBezTo>
                    <a:pt x="337" y="107"/>
                    <a:pt x="297" y="135"/>
                    <a:pt x="265" y="163"/>
                  </a:cubicBezTo>
                  <a:cubicBezTo>
                    <a:pt x="233" y="191"/>
                    <a:pt x="201" y="215"/>
                    <a:pt x="173" y="243"/>
                  </a:cubicBezTo>
                  <a:cubicBezTo>
                    <a:pt x="121" y="291"/>
                    <a:pt x="77" y="331"/>
                    <a:pt x="45" y="363"/>
                  </a:cubicBezTo>
                  <a:cubicBezTo>
                    <a:pt x="17" y="395"/>
                    <a:pt x="1" y="415"/>
                    <a:pt x="1" y="415"/>
                  </a:cubicBezTo>
                  <a:lnTo>
                    <a:pt x="5" y="419"/>
                  </a:lnTo>
                  <a:cubicBezTo>
                    <a:pt x="5" y="419"/>
                    <a:pt x="25" y="407"/>
                    <a:pt x="61" y="387"/>
                  </a:cubicBezTo>
                  <a:cubicBezTo>
                    <a:pt x="101" y="363"/>
                    <a:pt x="153" y="331"/>
                    <a:pt x="213" y="291"/>
                  </a:cubicBezTo>
                  <a:cubicBezTo>
                    <a:pt x="273" y="251"/>
                    <a:pt x="341" y="195"/>
                    <a:pt x="413" y="147"/>
                  </a:cubicBezTo>
                  <a:cubicBezTo>
                    <a:pt x="449" y="119"/>
                    <a:pt x="489" y="99"/>
                    <a:pt x="529" y="87"/>
                  </a:cubicBezTo>
                  <a:cubicBezTo>
                    <a:pt x="573" y="71"/>
                    <a:pt x="621" y="59"/>
                    <a:pt x="665" y="47"/>
                  </a:cubicBezTo>
                  <a:cubicBezTo>
                    <a:pt x="723" y="37"/>
                    <a:pt x="781" y="32"/>
                    <a:pt x="838" y="32"/>
                  </a:cubicBezTo>
                  <a:cubicBezTo>
                    <a:pt x="876" y="32"/>
                    <a:pt x="913" y="34"/>
                    <a:pt x="949" y="39"/>
                  </a:cubicBezTo>
                  <a:cubicBezTo>
                    <a:pt x="993" y="47"/>
                    <a:pt x="1033" y="55"/>
                    <a:pt x="1077" y="67"/>
                  </a:cubicBezTo>
                  <a:cubicBezTo>
                    <a:pt x="1109" y="75"/>
                    <a:pt x="1145" y="87"/>
                    <a:pt x="1181" y="103"/>
                  </a:cubicBezTo>
                  <a:cubicBezTo>
                    <a:pt x="1209" y="115"/>
                    <a:pt x="1237" y="135"/>
                    <a:pt x="1265" y="147"/>
                  </a:cubicBezTo>
                  <a:cubicBezTo>
                    <a:pt x="1285" y="163"/>
                    <a:pt x="1309" y="175"/>
                    <a:pt x="1337" y="183"/>
                  </a:cubicBezTo>
                  <a:cubicBezTo>
                    <a:pt x="1357" y="191"/>
                    <a:pt x="1381" y="195"/>
                    <a:pt x="1405" y="199"/>
                  </a:cubicBezTo>
                  <a:lnTo>
                    <a:pt x="1405" y="187"/>
                  </a:lnTo>
                  <a:lnTo>
                    <a:pt x="1389" y="179"/>
                  </a:lnTo>
                  <a:cubicBezTo>
                    <a:pt x="1373" y="175"/>
                    <a:pt x="1361" y="167"/>
                    <a:pt x="1349" y="155"/>
                  </a:cubicBezTo>
                  <a:cubicBezTo>
                    <a:pt x="1333" y="143"/>
                    <a:pt x="1313" y="127"/>
                    <a:pt x="1289" y="107"/>
                  </a:cubicBezTo>
                  <a:cubicBezTo>
                    <a:pt x="1261" y="87"/>
                    <a:pt x="1233" y="67"/>
                    <a:pt x="1205" y="47"/>
                  </a:cubicBezTo>
                  <a:cubicBezTo>
                    <a:pt x="1169" y="27"/>
                    <a:pt x="1129" y="15"/>
                    <a:pt x="1085" y="7"/>
                  </a:cubicBezTo>
                  <a:cubicBezTo>
                    <a:pt x="1059" y="2"/>
                    <a:pt x="1033" y="0"/>
                    <a:pt x="10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52"/>
            <p:cNvSpPr/>
            <p:nvPr/>
          </p:nvSpPr>
          <p:spPr>
            <a:xfrm>
              <a:off x="3003331" y="1514612"/>
              <a:ext cx="173954" cy="318299"/>
            </a:xfrm>
            <a:custGeom>
              <a:avLst/>
              <a:gdLst/>
              <a:ahLst/>
              <a:cxnLst/>
              <a:rect l="l" t="t" r="r" b="b"/>
              <a:pathLst>
                <a:path w="893" h="1634" extrusionOk="0">
                  <a:moveTo>
                    <a:pt x="756" y="0"/>
                  </a:moveTo>
                  <a:cubicBezTo>
                    <a:pt x="735" y="0"/>
                    <a:pt x="714" y="7"/>
                    <a:pt x="697" y="19"/>
                  </a:cubicBezTo>
                  <a:cubicBezTo>
                    <a:pt x="665" y="43"/>
                    <a:pt x="645" y="79"/>
                    <a:pt x="641" y="119"/>
                  </a:cubicBezTo>
                  <a:cubicBezTo>
                    <a:pt x="641" y="175"/>
                    <a:pt x="645" y="227"/>
                    <a:pt x="653" y="279"/>
                  </a:cubicBezTo>
                  <a:cubicBezTo>
                    <a:pt x="653" y="319"/>
                    <a:pt x="645" y="359"/>
                    <a:pt x="637" y="395"/>
                  </a:cubicBezTo>
                  <a:cubicBezTo>
                    <a:pt x="629" y="415"/>
                    <a:pt x="621" y="439"/>
                    <a:pt x="609" y="459"/>
                  </a:cubicBezTo>
                  <a:cubicBezTo>
                    <a:pt x="569" y="495"/>
                    <a:pt x="533" y="527"/>
                    <a:pt x="493" y="563"/>
                  </a:cubicBezTo>
                  <a:cubicBezTo>
                    <a:pt x="433" y="611"/>
                    <a:pt x="373" y="663"/>
                    <a:pt x="321" y="719"/>
                  </a:cubicBezTo>
                  <a:cubicBezTo>
                    <a:pt x="269" y="775"/>
                    <a:pt x="229" y="839"/>
                    <a:pt x="201" y="911"/>
                  </a:cubicBezTo>
                  <a:cubicBezTo>
                    <a:pt x="153" y="1055"/>
                    <a:pt x="165" y="1195"/>
                    <a:pt x="153" y="1307"/>
                  </a:cubicBezTo>
                  <a:cubicBezTo>
                    <a:pt x="149" y="1355"/>
                    <a:pt x="137" y="1403"/>
                    <a:pt x="125" y="1451"/>
                  </a:cubicBezTo>
                  <a:cubicBezTo>
                    <a:pt x="113" y="1491"/>
                    <a:pt x="97" y="1523"/>
                    <a:pt x="73" y="1555"/>
                  </a:cubicBezTo>
                  <a:cubicBezTo>
                    <a:pt x="61" y="1575"/>
                    <a:pt x="41" y="1595"/>
                    <a:pt x="25" y="1611"/>
                  </a:cubicBezTo>
                  <a:lnTo>
                    <a:pt x="1" y="1627"/>
                  </a:lnTo>
                  <a:cubicBezTo>
                    <a:pt x="1" y="1631"/>
                    <a:pt x="1" y="1631"/>
                    <a:pt x="1" y="1631"/>
                  </a:cubicBezTo>
                  <a:cubicBezTo>
                    <a:pt x="3" y="1633"/>
                    <a:pt x="4" y="1634"/>
                    <a:pt x="4" y="1634"/>
                  </a:cubicBezTo>
                  <a:cubicBezTo>
                    <a:pt x="5" y="1634"/>
                    <a:pt x="5" y="1633"/>
                    <a:pt x="5" y="1631"/>
                  </a:cubicBezTo>
                  <a:lnTo>
                    <a:pt x="33" y="1623"/>
                  </a:lnTo>
                  <a:cubicBezTo>
                    <a:pt x="57" y="1607"/>
                    <a:pt x="77" y="1591"/>
                    <a:pt x="97" y="1571"/>
                  </a:cubicBezTo>
                  <a:cubicBezTo>
                    <a:pt x="161" y="1499"/>
                    <a:pt x="201" y="1407"/>
                    <a:pt x="213" y="1307"/>
                  </a:cubicBezTo>
                  <a:cubicBezTo>
                    <a:pt x="221" y="1247"/>
                    <a:pt x="221" y="1183"/>
                    <a:pt x="225" y="1123"/>
                  </a:cubicBezTo>
                  <a:cubicBezTo>
                    <a:pt x="221" y="1055"/>
                    <a:pt x="225" y="987"/>
                    <a:pt x="237" y="923"/>
                  </a:cubicBezTo>
                  <a:cubicBezTo>
                    <a:pt x="253" y="851"/>
                    <a:pt x="285" y="783"/>
                    <a:pt x="337" y="731"/>
                  </a:cubicBezTo>
                  <a:cubicBezTo>
                    <a:pt x="389" y="679"/>
                    <a:pt x="449" y="631"/>
                    <a:pt x="513" y="591"/>
                  </a:cubicBezTo>
                  <a:cubicBezTo>
                    <a:pt x="581" y="551"/>
                    <a:pt x="641" y="503"/>
                    <a:pt x="701" y="455"/>
                  </a:cubicBezTo>
                  <a:cubicBezTo>
                    <a:pt x="761" y="403"/>
                    <a:pt x="809" y="339"/>
                    <a:pt x="845" y="267"/>
                  </a:cubicBezTo>
                  <a:cubicBezTo>
                    <a:pt x="873" y="199"/>
                    <a:pt x="893" y="103"/>
                    <a:pt x="829" y="31"/>
                  </a:cubicBezTo>
                  <a:cubicBezTo>
                    <a:pt x="809" y="11"/>
                    <a:pt x="782" y="0"/>
                    <a:pt x="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52"/>
            <p:cNvSpPr/>
            <p:nvPr/>
          </p:nvSpPr>
          <p:spPr>
            <a:xfrm>
              <a:off x="3050082" y="1659543"/>
              <a:ext cx="230835" cy="217978"/>
            </a:xfrm>
            <a:custGeom>
              <a:avLst/>
              <a:gdLst/>
              <a:ahLst/>
              <a:cxnLst/>
              <a:rect l="l" t="t" r="r" b="b"/>
              <a:pathLst>
                <a:path w="1185" h="1119" extrusionOk="0">
                  <a:moveTo>
                    <a:pt x="1094" y="0"/>
                  </a:moveTo>
                  <a:cubicBezTo>
                    <a:pt x="1066" y="0"/>
                    <a:pt x="1039" y="12"/>
                    <a:pt x="1017" y="31"/>
                  </a:cubicBezTo>
                  <a:cubicBezTo>
                    <a:pt x="997" y="43"/>
                    <a:pt x="977" y="63"/>
                    <a:pt x="961" y="79"/>
                  </a:cubicBezTo>
                  <a:cubicBezTo>
                    <a:pt x="953" y="91"/>
                    <a:pt x="945" y="99"/>
                    <a:pt x="937" y="111"/>
                  </a:cubicBezTo>
                  <a:cubicBezTo>
                    <a:pt x="933" y="119"/>
                    <a:pt x="929" y="131"/>
                    <a:pt x="925" y="143"/>
                  </a:cubicBezTo>
                  <a:cubicBezTo>
                    <a:pt x="909" y="179"/>
                    <a:pt x="901" y="215"/>
                    <a:pt x="889" y="239"/>
                  </a:cubicBezTo>
                  <a:cubicBezTo>
                    <a:pt x="885" y="247"/>
                    <a:pt x="881" y="255"/>
                    <a:pt x="877" y="263"/>
                  </a:cubicBezTo>
                  <a:lnTo>
                    <a:pt x="841" y="275"/>
                  </a:lnTo>
                  <a:cubicBezTo>
                    <a:pt x="781" y="291"/>
                    <a:pt x="713" y="299"/>
                    <a:pt x="649" y="323"/>
                  </a:cubicBezTo>
                  <a:cubicBezTo>
                    <a:pt x="585" y="343"/>
                    <a:pt x="525" y="379"/>
                    <a:pt x="477" y="427"/>
                  </a:cubicBezTo>
                  <a:cubicBezTo>
                    <a:pt x="433" y="475"/>
                    <a:pt x="397" y="527"/>
                    <a:pt x="361" y="579"/>
                  </a:cubicBezTo>
                  <a:cubicBezTo>
                    <a:pt x="329" y="635"/>
                    <a:pt x="297" y="683"/>
                    <a:pt x="273" y="735"/>
                  </a:cubicBezTo>
                  <a:cubicBezTo>
                    <a:pt x="245" y="783"/>
                    <a:pt x="221" y="835"/>
                    <a:pt x="201" y="875"/>
                  </a:cubicBezTo>
                  <a:cubicBezTo>
                    <a:pt x="169" y="943"/>
                    <a:pt x="125" y="1007"/>
                    <a:pt x="73" y="1063"/>
                  </a:cubicBezTo>
                  <a:cubicBezTo>
                    <a:pt x="57" y="1079"/>
                    <a:pt x="41" y="1091"/>
                    <a:pt x="21" y="1103"/>
                  </a:cubicBezTo>
                  <a:lnTo>
                    <a:pt x="1" y="1111"/>
                  </a:lnTo>
                  <a:cubicBezTo>
                    <a:pt x="1" y="1115"/>
                    <a:pt x="1" y="1115"/>
                    <a:pt x="1" y="1115"/>
                  </a:cubicBezTo>
                  <a:cubicBezTo>
                    <a:pt x="1" y="1115"/>
                    <a:pt x="5" y="1119"/>
                    <a:pt x="5" y="1119"/>
                  </a:cubicBezTo>
                  <a:lnTo>
                    <a:pt x="29" y="1115"/>
                  </a:lnTo>
                  <a:cubicBezTo>
                    <a:pt x="53" y="1107"/>
                    <a:pt x="73" y="1099"/>
                    <a:pt x="93" y="1087"/>
                  </a:cubicBezTo>
                  <a:cubicBezTo>
                    <a:pt x="161" y="1039"/>
                    <a:pt x="217" y="975"/>
                    <a:pt x="253" y="903"/>
                  </a:cubicBezTo>
                  <a:cubicBezTo>
                    <a:pt x="277" y="859"/>
                    <a:pt x="305" y="811"/>
                    <a:pt x="329" y="759"/>
                  </a:cubicBezTo>
                  <a:cubicBezTo>
                    <a:pt x="353" y="711"/>
                    <a:pt x="373" y="655"/>
                    <a:pt x="397" y="599"/>
                  </a:cubicBezTo>
                  <a:cubicBezTo>
                    <a:pt x="421" y="539"/>
                    <a:pt x="453" y="487"/>
                    <a:pt x="497" y="443"/>
                  </a:cubicBezTo>
                  <a:cubicBezTo>
                    <a:pt x="545" y="399"/>
                    <a:pt x="601" y="371"/>
                    <a:pt x="665" y="359"/>
                  </a:cubicBezTo>
                  <a:cubicBezTo>
                    <a:pt x="729" y="347"/>
                    <a:pt x="793" y="347"/>
                    <a:pt x="857" y="335"/>
                  </a:cubicBezTo>
                  <a:cubicBezTo>
                    <a:pt x="925" y="327"/>
                    <a:pt x="989" y="303"/>
                    <a:pt x="1049" y="267"/>
                  </a:cubicBezTo>
                  <a:cubicBezTo>
                    <a:pt x="1077" y="247"/>
                    <a:pt x="1101" y="223"/>
                    <a:pt x="1121" y="199"/>
                  </a:cubicBezTo>
                  <a:cubicBezTo>
                    <a:pt x="1145" y="175"/>
                    <a:pt x="1161" y="143"/>
                    <a:pt x="1173" y="111"/>
                  </a:cubicBezTo>
                  <a:cubicBezTo>
                    <a:pt x="1185" y="67"/>
                    <a:pt x="1161" y="19"/>
                    <a:pt x="1117" y="3"/>
                  </a:cubicBezTo>
                  <a:cubicBezTo>
                    <a:pt x="1109" y="1"/>
                    <a:pt x="1102" y="0"/>
                    <a:pt x="10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52"/>
            <p:cNvSpPr/>
            <p:nvPr/>
          </p:nvSpPr>
          <p:spPr>
            <a:xfrm>
              <a:off x="3029823" y="1796877"/>
              <a:ext cx="237069" cy="134800"/>
            </a:xfrm>
            <a:custGeom>
              <a:avLst/>
              <a:gdLst/>
              <a:ahLst/>
              <a:cxnLst/>
              <a:rect l="l" t="t" r="r" b="b"/>
              <a:pathLst>
                <a:path w="1217" h="692" extrusionOk="0">
                  <a:moveTo>
                    <a:pt x="1048" y="0"/>
                  </a:moveTo>
                  <a:cubicBezTo>
                    <a:pt x="1040" y="0"/>
                    <a:pt x="1032" y="1"/>
                    <a:pt x="1025" y="2"/>
                  </a:cubicBezTo>
                  <a:cubicBezTo>
                    <a:pt x="965" y="10"/>
                    <a:pt x="909" y="30"/>
                    <a:pt x="857" y="58"/>
                  </a:cubicBezTo>
                  <a:cubicBezTo>
                    <a:pt x="805" y="82"/>
                    <a:pt x="757" y="110"/>
                    <a:pt x="705" y="142"/>
                  </a:cubicBezTo>
                  <a:cubicBezTo>
                    <a:pt x="657" y="174"/>
                    <a:pt x="609" y="210"/>
                    <a:pt x="565" y="246"/>
                  </a:cubicBezTo>
                  <a:cubicBezTo>
                    <a:pt x="521" y="282"/>
                    <a:pt x="481" y="326"/>
                    <a:pt x="449" y="370"/>
                  </a:cubicBezTo>
                  <a:cubicBezTo>
                    <a:pt x="421" y="414"/>
                    <a:pt x="389" y="454"/>
                    <a:pt x="357" y="490"/>
                  </a:cubicBezTo>
                  <a:cubicBezTo>
                    <a:pt x="329" y="522"/>
                    <a:pt x="297" y="550"/>
                    <a:pt x="261" y="578"/>
                  </a:cubicBezTo>
                  <a:cubicBezTo>
                    <a:pt x="205" y="614"/>
                    <a:pt x="145" y="642"/>
                    <a:pt x="81" y="662"/>
                  </a:cubicBezTo>
                  <a:cubicBezTo>
                    <a:pt x="61" y="666"/>
                    <a:pt x="45" y="670"/>
                    <a:pt x="25" y="674"/>
                  </a:cubicBezTo>
                  <a:lnTo>
                    <a:pt x="5" y="678"/>
                  </a:lnTo>
                  <a:cubicBezTo>
                    <a:pt x="5" y="678"/>
                    <a:pt x="1" y="682"/>
                    <a:pt x="1" y="682"/>
                  </a:cubicBezTo>
                  <a:cubicBezTo>
                    <a:pt x="1" y="682"/>
                    <a:pt x="1" y="686"/>
                    <a:pt x="5" y="686"/>
                  </a:cubicBezTo>
                  <a:cubicBezTo>
                    <a:pt x="25" y="689"/>
                    <a:pt x="42" y="692"/>
                    <a:pt x="61" y="692"/>
                  </a:cubicBezTo>
                  <a:cubicBezTo>
                    <a:pt x="69" y="692"/>
                    <a:pt x="77" y="691"/>
                    <a:pt x="85" y="690"/>
                  </a:cubicBezTo>
                  <a:cubicBezTo>
                    <a:pt x="161" y="686"/>
                    <a:pt x="229" y="662"/>
                    <a:pt x="293" y="626"/>
                  </a:cubicBezTo>
                  <a:cubicBezTo>
                    <a:pt x="333" y="602"/>
                    <a:pt x="373" y="566"/>
                    <a:pt x="401" y="530"/>
                  </a:cubicBezTo>
                  <a:cubicBezTo>
                    <a:pt x="433" y="486"/>
                    <a:pt x="461" y="438"/>
                    <a:pt x="481" y="390"/>
                  </a:cubicBezTo>
                  <a:cubicBezTo>
                    <a:pt x="505" y="342"/>
                    <a:pt x="537" y="298"/>
                    <a:pt x="577" y="262"/>
                  </a:cubicBezTo>
                  <a:cubicBezTo>
                    <a:pt x="621" y="226"/>
                    <a:pt x="669" y="198"/>
                    <a:pt x="721" y="178"/>
                  </a:cubicBezTo>
                  <a:lnTo>
                    <a:pt x="881" y="110"/>
                  </a:lnTo>
                  <a:lnTo>
                    <a:pt x="917" y="98"/>
                  </a:lnTo>
                  <a:cubicBezTo>
                    <a:pt x="929" y="102"/>
                    <a:pt x="937" y="110"/>
                    <a:pt x="945" y="118"/>
                  </a:cubicBezTo>
                  <a:cubicBezTo>
                    <a:pt x="961" y="130"/>
                    <a:pt x="973" y="158"/>
                    <a:pt x="1001" y="190"/>
                  </a:cubicBezTo>
                  <a:cubicBezTo>
                    <a:pt x="1026" y="218"/>
                    <a:pt x="1060" y="234"/>
                    <a:pt x="1097" y="234"/>
                  </a:cubicBezTo>
                  <a:cubicBezTo>
                    <a:pt x="1108" y="234"/>
                    <a:pt x="1118" y="233"/>
                    <a:pt x="1129" y="230"/>
                  </a:cubicBezTo>
                  <a:cubicBezTo>
                    <a:pt x="1145" y="230"/>
                    <a:pt x="1161" y="222"/>
                    <a:pt x="1173" y="214"/>
                  </a:cubicBezTo>
                  <a:cubicBezTo>
                    <a:pt x="1181" y="206"/>
                    <a:pt x="1185" y="202"/>
                    <a:pt x="1189" y="194"/>
                  </a:cubicBezTo>
                  <a:lnTo>
                    <a:pt x="1193" y="190"/>
                  </a:lnTo>
                  <a:lnTo>
                    <a:pt x="1197" y="186"/>
                  </a:lnTo>
                  <a:cubicBezTo>
                    <a:pt x="1201" y="182"/>
                    <a:pt x="1201" y="178"/>
                    <a:pt x="1205" y="174"/>
                  </a:cubicBezTo>
                  <a:cubicBezTo>
                    <a:pt x="1217" y="142"/>
                    <a:pt x="1213" y="102"/>
                    <a:pt x="1197" y="74"/>
                  </a:cubicBezTo>
                  <a:cubicBezTo>
                    <a:pt x="1177" y="42"/>
                    <a:pt x="1149" y="22"/>
                    <a:pt x="1117" y="10"/>
                  </a:cubicBezTo>
                  <a:cubicBezTo>
                    <a:pt x="1093" y="4"/>
                    <a:pt x="1070" y="0"/>
                    <a:pt x="10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52"/>
            <p:cNvSpPr/>
            <p:nvPr/>
          </p:nvSpPr>
          <p:spPr>
            <a:xfrm>
              <a:off x="2942554" y="1670841"/>
              <a:ext cx="183304" cy="260249"/>
            </a:xfrm>
            <a:custGeom>
              <a:avLst/>
              <a:gdLst/>
              <a:ahLst/>
              <a:cxnLst/>
              <a:rect l="l" t="t" r="r" b="b"/>
              <a:pathLst>
                <a:path w="941" h="1336" extrusionOk="0">
                  <a:moveTo>
                    <a:pt x="839" y="0"/>
                  </a:moveTo>
                  <a:cubicBezTo>
                    <a:pt x="808" y="0"/>
                    <a:pt x="777" y="11"/>
                    <a:pt x="753" y="29"/>
                  </a:cubicBezTo>
                  <a:cubicBezTo>
                    <a:pt x="705" y="77"/>
                    <a:pt x="681" y="141"/>
                    <a:pt x="681" y="205"/>
                  </a:cubicBezTo>
                  <a:cubicBezTo>
                    <a:pt x="665" y="325"/>
                    <a:pt x="637" y="441"/>
                    <a:pt x="593" y="553"/>
                  </a:cubicBezTo>
                  <a:cubicBezTo>
                    <a:pt x="573" y="609"/>
                    <a:pt x="549" y="665"/>
                    <a:pt x="521" y="721"/>
                  </a:cubicBezTo>
                  <a:cubicBezTo>
                    <a:pt x="497" y="777"/>
                    <a:pt x="465" y="825"/>
                    <a:pt x="429" y="873"/>
                  </a:cubicBezTo>
                  <a:cubicBezTo>
                    <a:pt x="393" y="917"/>
                    <a:pt x="353" y="957"/>
                    <a:pt x="313" y="993"/>
                  </a:cubicBezTo>
                  <a:lnTo>
                    <a:pt x="209" y="1101"/>
                  </a:lnTo>
                  <a:cubicBezTo>
                    <a:pt x="145" y="1165"/>
                    <a:pt x="93" y="1221"/>
                    <a:pt x="57" y="1265"/>
                  </a:cubicBezTo>
                  <a:cubicBezTo>
                    <a:pt x="21" y="1305"/>
                    <a:pt x="1" y="1329"/>
                    <a:pt x="1" y="1329"/>
                  </a:cubicBezTo>
                  <a:lnTo>
                    <a:pt x="1" y="1333"/>
                  </a:lnTo>
                  <a:cubicBezTo>
                    <a:pt x="1" y="1335"/>
                    <a:pt x="2" y="1336"/>
                    <a:pt x="3" y="1336"/>
                  </a:cubicBezTo>
                  <a:cubicBezTo>
                    <a:pt x="4" y="1336"/>
                    <a:pt x="5" y="1335"/>
                    <a:pt x="5" y="1333"/>
                  </a:cubicBezTo>
                  <a:cubicBezTo>
                    <a:pt x="89" y="1273"/>
                    <a:pt x="173" y="1209"/>
                    <a:pt x="253" y="1141"/>
                  </a:cubicBezTo>
                  <a:cubicBezTo>
                    <a:pt x="289" y="1109"/>
                    <a:pt x="325" y="1069"/>
                    <a:pt x="357" y="1033"/>
                  </a:cubicBezTo>
                  <a:cubicBezTo>
                    <a:pt x="397" y="989"/>
                    <a:pt x="429" y="941"/>
                    <a:pt x="457" y="893"/>
                  </a:cubicBezTo>
                  <a:cubicBezTo>
                    <a:pt x="493" y="841"/>
                    <a:pt x="509" y="785"/>
                    <a:pt x="541" y="733"/>
                  </a:cubicBezTo>
                  <a:cubicBezTo>
                    <a:pt x="569" y="677"/>
                    <a:pt x="601" y="621"/>
                    <a:pt x="629" y="565"/>
                  </a:cubicBezTo>
                  <a:cubicBezTo>
                    <a:pt x="661" y="509"/>
                    <a:pt x="685" y="453"/>
                    <a:pt x="709" y="393"/>
                  </a:cubicBezTo>
                  <a:cubicBezTo>
                    <a:pt x="717" y="365"/>
                    <a:pt x="729" y="333"/>
                    <a:pt x="737" y="301"/>
                  </a:cubicBezTo>
                  <a:cubicBezTo>
                    <a:pt x="737" y="301"/>
                    <a:pt x="737" y="297"/>
                    <a:pt x="741" y="293"/>
                  </a:cubicBezTo>
                  <a:cubicBezTo>
                    <a:pt x="753" y="277"/>
                    <a:pt x="769" y="265"/>
                    <a:pt x="785" y="253"/>
                  </a:cubicBezTo>
                  <a:cubicBezTo>
                    <a:pt x="809" y="241"/>
                    <a:pt x="833" y="229"/>
                    <a:pt x="873" y="205"/>
                  </a:cubicBezTo>
                  <a:cubicBezTo>
                    <a:pt x="889" y="193"/>
                    <a:pt x="905" y="173"/>
                    <a:pt x="917" y="153"/>
                  </a:cubicBezTo>
                  <a:cubicBezTo>
                    <a:pt x="937" y="129"/>
                    <a:pt x="941" y="97"/>
                    <a:pt x="933" y="69"/>
                  </a:cubicBezTo>
                  <a:cubicBezTo>
                    <a:pt x="921" y="33"/>
                    <a:pt x="889" y="5"/>
                    <a:pt x="853" y="1"/>
                  </a:cubicBezTo>
                  <a:cubicBezTo>
                    <a:pt x="848" y="0"/>
                    <a:pt x="844" y="0"/>
                    <a:pt x="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52"/>
            <p:cNvSpPr/>
            <p:nvPr/>
          </p:nvSpPr>
          <p:spPr>
            <a:xfrm>
              <a:off x="2917619" y="1549481"/>
              <a:ext cx="61751" cy="288300"/>
            </a:xfrm>
            <a:custGeom>
              <a:avLst/>
              <a:gdLst/>
              <a:ahLst/>
              <a:cxnLst/>
              <a:rect l="l" t="t" r="r" b="b"/>
              <a:pathLst>
                <a:path w="317" h="1480" extrusionOk="0">
                  <a:moveTo>
                    <a:pt x="228" y="1"/>
                  </a:moveTo>
                  <a:cubicBezTo>
                    <a:pt x="221" y="1"/>
                    <a:pt x="213" y="2"/>
                    <a:pt x="205" y="4"/>
                  </a:cubicBezTo>
                  <a:cubicBezTo>
                    <a:pt x="177" y="12"/>
                    <a:pt x="153" y="24"/>
                    <a:pt x="137" y="48"/>
                  </a:cubicBezTo>
                  <a:cubicBezTo>
                    <a:pt x="129" y="60"/>
                    <a:pt x="121" y="72"/>
                    <a:pt x="121" y="84"/>
                  </a:cubicBezTo>
                  <a:cubicBezTo>
                    <a:pt x="121" y="88"/>
                    <a:pt x="121" y="92"/>
                    <a:pt x="121" y="96"/>
                  </a:cubicBezTo>
                  <a:lnTo>
                    <a:pt x="121" y="104"/>
                  </a:lnTo>
                  <a:lnTo>
                    <a:pt x="121" y="124"/>
                  </a:lnTo>
                  <a:cubicBezTo>
                    <a:pt x="121" y="144"/>
                    <a:pt x="125" y="168"/>
                    <a:pt x="137" y="188"/>
                  </a:cubicBezTo>
                  <a:cubicBezTo>
                    <a:pt x="153" y="228"/>
                    <a:pt x="181" y="256"/>
                    <a:pt x="193" y="288"/>
                  </a:cubicBezTo>
                  <a:cubicBezTo>
                    <a:pt x="205" y="308"/>
                    <a:pt x="213" y="328"/>
                    <a:pt x="213" y="348"/>
                  </a:cubicBezTo>
                  <a:cubicBezTo>
                    <a:pt x="209" y="372"/>
                    <a:pt x="201" y="396"/>
                    <a:pt x="193" y="416"/>
                  </a:cubicBezTo>
                  <a:cubicBezTo>
                    <a:pt x="153" y="536"/>
                    <a:pt x="105" y="656"/>
                    <a:pt x="65" y="776"/>
                  </a:cubicBezTo>
                  <a:cubicBezTo>
                    <a:pt x="45" y="840"/>
                    <a:pt x="29" y="900"/>
                    <a:pt x="17" y="964"/>
                  </a:cubicBezTo>
                  <a:cubicBezTo>
                    <a:pt x="5" y="1028"/>
                    <a:pt x="1" y="1096"/>
                    <a:pt x="13" y="1160"/>
                  </a:cubicBezTo>
                  <a:cubicBezTo>
                    <a:pt x="17" y="1192"/>
                    <a:pt x="25" y="1224"/>
                    <a:pt x="33" y="1256"/>
                  </a:cubicBezTo>
                  <a:cubicBezTo>
                    <a:pt x="45" y="1288"/>
                    <a:pt x="57" y="1320"/>
                    <a:pt x="73" y="1348"/>
                  </a:cubicBezTo>
                  <a:cubicBezTo>
                    <a:pt x="85" y="1380"/>
                    <a:pt x="105" y="1408"/>
                    <a:pt x="129" y="1432"/>
                  </a:cubicBezTo>
                  <a:cubicBezTo>
                    <a:pt x="149" y="1456"/>
                    <a:pt x="181" y="1476"/>
                    <a:pt x="213" y="1480"/>
                  </a:cubicBezTo>
                  <a:cubicBezTo>
                    <a:pt x="213" y="1476"/>
                    <a:pt x="213" y="1476"/>
                    <a:pt x="213" y="1472"/>
                  </a:cubicBezTo>
                  <a:cubicBezTo>
                    <a:pt x="185" y="1460"/>
                    <a:pt x="165" y="1436"/>
                    <a:pt x="149" y="1412"/>
                  </a:cubicBezTo>
                  <a:cubicBezTo>
                    <a:pt x="133" y="1384"/>
                    <a:pt x="121" y="1356"/>
                    <a:pt x="113" y="1328"/>
                  </a:cubicBezTo>
                  <a:cubicBezTo>
                    <a:pt x="101" y="1300"/>
                    <a:pt x="93" y="1268"/>
                    <a:pt x="85" y="1240"/>
                  </a:cubicBezTo>
                  <a:cubicBezTo>
                    <a:pt x="81" y="1212"/>
                    <a:pt x="73" y="1180"/>
                    <a:pt x="69" y="1152"/>
                  </a:cubicBezTo>
                  <a:cubicBezTo>
                    <a:pt x="65" y="1088"/>
                    <a:pt x="61" y="1028"/>
                    <a:pt x="61" y="968"/>
                  </a:cubicBezTo>
                  <a:cubicBezTo>
                    <a:pt x="61" y="904"/>
                    <a:pt x="69" y="840"/>
                    <a:pt x="85" y="780"/>
                  </a:cubicBezTo>
                  <a:cubicBezTo>
                    <a:pt x="101" y="720"/>
                    <a:pt x="125" y="660"/>
                    <a:pt x="153" y="604"/>
                  </a:cubicBezTo>
                  <a:cubicBezTo>
                    <a:pt x="185" y="548"/>
                    <a:pt x="217" y="496"/>
                    <a:pt x="241" y="436"/>
                  </a:cubicBezTo>
                  <a:cubicBezTo>
                    <a:pt x="269" y="376"/>
                    <a:pt x="293" y="312"/>
                    <a:pt x="305" y="248"/>
                  </a:cubicBezTo>
                  <a:cubicBezTo>
                    <a:pt x="317" y="180"/>
                    <a:pt x="313" y="112"/>
                    <a:pt x="297" y="44"/>
                  </a:cubicBezTo>
                  <a:cubicBezTo>
                    <a:pt x="297" y="40"/>
                    <a:pt x="293" y="40"/>
                    <a:pt x="293" y="36"/>
                  </a:cubicBezTo>
                  <a:cubicBezTo>
                    <a:pt x="281" y="20"/>
                    <a:pt x="269" y="8"/>
                    <a:pt x="249" y="4"/>
                  </a:cubicBezTo>
                  <a:cubicBezTo>
                    <a:pt x="243" y="2"/>
                    <a:pt x="236" y="1"/>
                    <a:pt x="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52"/>
            <p:cNvSpPr/>
            <p:nvPr/>
          </p:nvSpPr>
          <p:spPr>
            <a:xfrm>
              <a:off x="2834245" y="1611232"/>
              <a:ext cx="91360" cy="293560"/>
            </a:xfrm>
            <a:custGeom>
              <a:avLst/>
              <a:gdLst/>
              <a:ahLst/>
              <a:cxnLst/>
              <a:rect l="l" t="t" r="r" b="b"/>
              <a:pathLst>
                <a:path w="469" h="1507" extrusionOk="0">
                  <a:moveTo>
                    <a:pt x="104" y="1"/>
                  </a:moveTo>
                  <a:cubicBezTo>
                    <a:pt x="90" y="1"/>
                    <a:pt x="75" y="4"/>
                    <a:pt x="61" y="11"/>
                  </a:cubicBezTo>
                  <a:cubicBezTo>
                    <a:pt x="53" y="15"/>
                    <a:pt x="49" y="19"/>
                    <a:pt x="45" y="23"/>
                  </a:cubicBezTo>
                  <a:cubicBezTo>
                    <a:pt x="37" y="27"/>
                    <a:pt x="29" y="35"/>
                    <a:pt x="25" y="43"/>
                  </a:cubicBezTo>
                  <a:cubicBezTo>
                    <a:pt x="13" y="55"/>
                    <a:pt x="9" y="71"/>
                    <a:pt x="5" y="83"/>
                  </a:cubicBezTo>
                  <a:cubicBezTo>
                    <a:pt x="1" y="127"/>
                    <a:pt x="9" y="175"/>
                    <a:pt x="33" y="211"/>
                  </a:cubicBezTo>
                  <a:cubicBezTo>
                    <a:pt x="49" y="239"/>
                    <a:pt x="65" y="263"/>
                    <a:pt x="85" y="287"/>
                  </a:cubicBezTo>
                  <a:cubicBezTo>
                    <a:pt x="97" y="307"/>
                    <a:pt x="117" y="323"/>
                    <a:pt x="133" y="339"/>
                  </a:cubicBezTo>
                  <a:cubicBezTo>
                    <a:pt x="129" y="395"/>
                    <a:pt x="125" y="451"/>
                    <a:pt x="121" y="507"/>
                  </a:cubicBezTo>
                  <a:cubicBezTo>
                    <a:pt x="117" y="563"/>
                    <a:pt x="117" y="619"/>
                    <a:pt x="109" y="675"/>
                  </a:cubicBezTo>
                  <a:cubicBezTo>
                    <a:pt x="101" y="731"/>
                    <a:pt x="97" y="787"/>
                    <a:pt x="101" y="839"/>
                  </a:cubicBezTo>
                  <a:cubicBezTo>
                    <a:pt x="105" y="891"/>
                    <a:pt x="113" y="947"/>
                    <a:pt x="125" y="995"/>
                  </a:cubicBezTo>
                  <a:cubicBezTo>
                    <a:pt x="141" y="1039"/>
                    <a:pt x="157" y="1083"/>
                    <a:pt x="181" y="1119"/>
                  </a:cubicBezTo>
                  <a:lnTo>
                    <a:pt x="181" y="1131"/>
                  </a:lnTo>
                  <a:cubicBezTo>
                    <a:pt x="177" y="1183"/>
                    <a:pt x="169" y="1231"/>
                    <a:pt x="169" y="1279"/>
                  </a:cubicBezTo>
                  <a:cubicBezTo>
                    <a:pt x="161" y="1327"/>
                    <a:pt x="173" y="1379"/>
                    <a:pt x="197" y="1419"/>
                  </a:cubicBezTo>
                  <a:cubicBezTo>
                    <a:pt x="225" y="1451"/>
                    <a:pt x="265" y="1475"/>
                    <a:pt x="305" y="1479"/>
                  </a:cubicBezTo>
                  <a:cubicBezTo>
                    <a:pt x="337" y="1487"/>
                    <a:pt x="365" y="1491"/>
                    <a:pt x="389" y="1495"/>
                  </a:cubicBezTo>
                  <a:cubicBezTo>
                    <a:pt x="437" y="1503"/>
                    <a:pt x="461" y="1507"/>
                    <a:pt x="461" y="1507"/>
                  </a:cubicBezTo>
                  <a:lnTo>
                    <a:pt x="465" y="1507"/>
                  </a:lnTo>
                  <a:cubicBezTo>
                    <a:pt x="469" y="1503"/>
                    <a:pt x="469" y="1503"/>
                    <a:pt x="465" y="1499"/>
                  </a:cubicBezTo>
                  <a:cubicBezTo>
                    <a:pt x="465" y="1499"/>
                    <a:pt x="445" y="1487"/>
                    <a:pt x="401" y="1467"/>
                  </a:cubicBezTo>
                  <a:cubicBezTo>
                    <a:pt x="381" y="1459"/>
                    <a:pt x="353" y="1447"/>
                    <a:pt x="325" y="1435"/>
                  </a:cubicBezTo>
                  <a:cubicBezTo>
                    <a:pt x="293" y="1427"/>
                    <a:pt x="265" y="1411"/>
                    <a:pt x="249" y="1387"/>
                  </a:cubicBezTo>
                  <a:cubicBezTo>
                    <a:pt x="233" y="1351"/>
                    <a:pt x="229" y="1315"/>
                    <a:pt x="233" y="1279"/>
                  </a:cubicBezTo>
                  <a:cubicBezTo>
                    <a:pt x="233" y="1247"/>
                    <a:pt x="229" y="1211"/>
                    <a:pt x="225" y="1179"/>
                  </a:cubicBezTo>
                  <a:lnTo>
                    <a:pt x="225" y="1179"/>
                  </a:lnTo>
                  <a:cubicBezTo>
                    <a:pt x="253" y="1215"/>
                    <a:pt x="289" y="1251"/>
                    <a:pt x="325" y="1283"/>
                  </a:cubicBezTo>
                  <a:cubicBezTo>
                    <a:pt x="341" y="1295"/>
                    <a:pt x="357" y="1307"/>
                    <a:pt x="377" y="1319"/>
                  </a:cubicBezTo>
                  <a:lnTo>
                    <a:pt x="393" y="1327"/>
                  </a:lnTo>
                  <a:cubicBezTo>
                    <a:pt x="393" y="1329"/>
                    <a:pt x="394" y="1330"/>
                    <a:pt x="395" y="1330"/>
                  </a:cubicBezTo>
                  <a:cubicBezTo>
                    <a:pt x="396" y="1330"/>
                    <a:pt x="397" y="1329"/>
                    <a:pt x="397" y="1327"/>
                  </a:cubicBezTo>
                  <a:cubicBezTo>
                    <a:pt x="397" y="1327"/>
                    <a:pt x="397" y="1323"/>
                    <a:pt x="397" y="1323"/>
                  </a:cubicBezTo>
                  <a:lnTo>
                    <a:pt x="385" y="1307"/>
                  </a:lnTo>
                  <a:cubicBezTo>
                    <a:pt x="369" y="1291"/>
                    <a:pt x="361" y="1279"/>
                    <a:pt x="349" y="1263"/>
                  </a:cubicBezTo>
                  <a:cubicBezTo>
                    <a:pt x="309" y="1211"/>
                    <a:pt x="273" y="1155"/>
                    <a:pt x="241" y="1095"/>
                  </a:cubicBezTo>
                  <a:cubicBezTo>
                    <a:pt x="237" y="1083"/>
                    <a:pt x="229" y="1067"/>
                    <a:pt x="225" y="1055"/>
                  </a:cubicBezTo>
                  <a:cubicBezTo>
                    <a:pt x="225" y="1031"/>
                    <a:pt x="229" y="1003"/>
                    <a:pt x="233" y="979"/>
                  </a:cubicBezTo>
                  <a:cubicBezTo>
                    <a:pt x="241" y="927"/>
                    <a:pt x="257" y="879"/>
                    <a:pt x="281" y="831"/>
                  </a:cubicBezTo>
                  <a:cubicBezTo>
                    <a:pt x="305" y="779"/>
                    <a:pt x="333" y="735"/>
                    <a:pt x="353" y="691"/>
                  </a:cubicBezTo>
                  <a:cubicBezTo>
                    <a:pt x="373" y="643"/>
                    <a:pt x="401" y="595"/>
                    <a:pt x="421" y="551"/>
                  </a:cubicBezTo>
                  <a:lnTo>
                    <a:pt x="429" y="535"/>
                  </a:lnTo>
                  <a:lnTo>
                    <a:pt x="433" y="523"/>
                  </a:lnTo>
                  <a:lnTo>
                    <a:pt x="433" y="519"/>
                  </a:lnTo>
                  <a:lnTo>
                    <a:pt x="437" y="515"/>
                  </a:lnTo>
                  <a:cubicBezTo>
                    <a:pt x="437" y="507"/>
                    <a:pt x="441" y="499"/>
                    <a:pt x="441" y="491"/>
                  </a:cubicBezTo>
                  <a:cubicBezTo>
                    <a:pt x="441" y="479"/>
                    <a:pt x="441" y="467"/>
                    <a:pt x="437" y="455"/>
                  </a:cubicBezTo>
                  <a:cubicBezTo>
                    <a:pt x="429" y="435"/>
                    <a:pt x="413" y="419"/>
                    <a:pt x="393" y="411"/>
                  </a:cubicBezTo>
                  <a:cubicBezTo>
                    <a:pt x="377" y="403"/>
                    <a:pt x="361" y="399"/>
                    <a:pt x="341" y="399"/>
                  </a:cubicBezTo>
                  <a:cubicBezTo>
                    <a:pt x="313" y="399"/>
                    <a:pt x="285" y="407"/>
                    <a:pt x="261" y="427"/>
                  </a:cubicBezTo>
                  <a:cubicBezTo>
                    <a:pt x="233" y="443"/>
                    <a:pt x="217" y="467"/>
                    <a:pt x="213" y="495"/>
                  </a:cubicBezTo>
                  <a:cubicBezTo>
                    <a:pt x="209" y="535"/>
                    <a:pt x="213" y="579"/>
                    <a:pt x="225" y="615"/>
                  </a:cubicBezTo>
                  <a:cubicBezTo>
                    <a:pt x="237" y="647"/>
                    <a:pt x="245" y="675"/>
                    <a:pt x="253" y="695"/>
                  </a:cubicBezTo>
                  <a:cubicBezTo>
                    <a:pt x="261" y="711"/>
                    <a:pt x="265" y="723"/>
                    <a:pt x="269" y="731"/>
                  </a:cubicBezTo>
                  <a:cubicBezTo>
                    <a:pt x="257" y="759"/>
                    <a:pt x="249" y="791"/>
                    <a:pt x="241" y="819"/>
                  </a:cubicBezTo>
                  <a:cubicBezTo>
                    <a:pt x="225" y="883"/>
                    <a:pt x="213" y="947"/>
                    <a:pt x="201" y="1011"/>
                  </a:cubicBezTo>
                  <a:cubicBezTo>
                    <a:pt x="197" y="999"/>
                    <a:pt x="193" y="987"/>
                    <a:pt x="185" y="975"/>
                  </a:cubicBezTo>
                  <a:cubicBezTo>
                    <a:pt x="169" y="931"/>
                    <a:pt x="153" y="883"/>
                    <a:pt x="141" y="835"/>
                  </a:cubicBezTo>
                  <a:cubicBezTo>
                    <a:pt x="129" y="783"/>
                    <a:pt x="125" y="727"/>
                    <a:pt x="133" y="675"/>
                  </a:cubicBezTo>
                  <a:cubicBezTo>
                    <a:pt x="141" y="619"/>
                    <a:pt x="149" y="563"/>
                    <a:pt x="161" y="511"/>
                  </a:cubicBezTo>
                  <a:cubicBezTo>
                    <a:pt x="173" y="455"/>
                    <a:pt x="185" y="399"/>
                    <a:pt x="197" y="347"/>
                  </a:cubicBezTo>
                  <a:cubicBezTo>
                    <a:pt x="209" y="291"/>
                    <a:pt x="217" y="235"/>
                    <a:pt x="229" y="183"/>
                  </a:cubicBezTo>
                  <a:cubicBezTo>
                    <a:pt x="233" y="155"/>
                    <a:pt x="233" y="123"/>
                    <a:pt x="225" y="91"/>
                  </a:cubicBezTo>
                  <a:cubicBezTo>
                    <a:pt x="213" y="59"/>
                    <a:pt x="189" y="31"/>
                    <a:pt x="161" y="15"/>
                  </a:cubicBezTo>
                  <a:cubicBezTo>
                    <a:pt x="143" y="6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08" name="Google Shape;2808;p52"/>
          <p:cNvSpPr txBox="1">
            <a:spLocks noGrp="1"/>
          </p:cNvSpPr>
          <p:nvPr>
            <p:ph type="subTitle" idx="1"/>
          </p:nvPr>
        </p:nvSpPr>
        <p:spPr>
          <a:xfrm>
            <a:off x="1830000" y="4088900"/>
            <a:ext cx="5484000" cy="51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809" name="Google Shape;2809;p52"/>
          <p:cNvSpPr txBox="1">
            <a:spLocks noGrp="1"/>
          </p:cNvSpPr>
          <p:nvPr>
            <p:ph type="title"/>
          </p:nvPr>
        </p:nvSpPr>
        <p:spPr>
          <a:xfrm>
            <a:off x="1673400" y="471884"/>
            <a:ext cx="5797200" cy="9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17_1_1_1_2">
    <p:spTree>
      <p:nvGrpSpPr>
        <p:cNvPr id="1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Google Shape;2870;p54"/>
          <p:cNvSpPr txBox="1">
            <a:spLocks noGrp="1"/>
          </p:cNvSpPr>
          <p:nvPr>
            <p:ph type="subTitle" idx="1"/>
          </p:nvPr>
        </p:nvSpPr>
        <p:spPr>
          <a:xfrm>
            <a:off x="1573025" y="4035800"/>
            <a:ext cx="6572100" cy="51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871" name="Google Shape;2871;p54"/>
          <p:cNvSpPr txBox="1">
            <a:spLocks noGrp="1"/>
          </p:cNvSpPr>
          <p:nvPr>
            <p:ph type="title"/>
          </p:nvPr>
        </p:nvSpPr>
        <p:spPr>
          <a:xfrm>
            <a:off x="1673400" y="471879"/>
            <a:ext cx="5797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grpSp>
        <p:nvGrpSpPr>
          <p:cNvPr id="2872" name="Google Shape;2872;p54"/>
          <p:cNvGrpSpPr/>
          <p:nvPr/>
        </p:nvGrpSpPr>
        <p:grpSpPr>
          <a:xfrm flipH="1">
            <a:off x="7798497" y="-106178"/>
            <a:ext cx="1460752" cy="1543120"/>
            <a:chOff x="1668906" y="1908100"/>
            <a:chExt cx="1782927" cy="1883462"/>
          </a:xfrm>
        </p:grpSpPr>
        <p:sp>
          <p:nvSpPr>
            <p:cNvPr id="2873" name="Google Shape;2873;p54"/>
            <p:cNvSpPr/>
            <p:nvPr/>
          </p:nvSpPr>
          <p:spPr>
            <a:xfrm>
              <a:off x="1668906" y="2722495"/>
              <a:ext cx="900425" cy="895187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4" y="2872"/>
                  </a:moveTo>
                  <a:cubicBezTo>
                    <a:pt x="124" y="2872"/>
                    <a:pt x="126" y="2874"/>
                    <a:pt x="128" y="2878"/>
                  </a:cubicBezTo>
                  <a:cubicBezTo>
                    <a:pt x="124" y="2874"/>
                    <a:pt x="123" y="2872"/>
                    <a:pt x="124" y="2872"/>
                  </a:cubicBezTo>
                  <a:close/>
                  <a:moveTo>
                    <a:pt x="1555" y="0"/>
                  </a:moveTo>
                  <a:cubicBezTo>
                    <a:pt x="1524" y="0"/>
                    <a:pt x="1492" y="1"/>
                    <a:pt x="1460" y="2"/>
                  </a:cubicBezTo>
                  <a:cubicBezTo>
                    <a:pt x="1340" y="10"/>
                    <a:pt x="1220" y="42"/>
                    <a:pt x="1112" y="102"/>
                  </a:cubicBezTo>
                  <a:cubicBezTo>
                    <a:pt x="1048" y="134"/>
                    <a:pt x="996" y="178"/>
                    <a:pt x="948" y="234"/>
                  </a:cubicBezTo>
                  <a:cubicBezTo>
                    <a:pt x="936" y="246"/>
                    <a:pt x="932" y="258"/>
                    <a:pt x="920" y="274"/>
                  </a:cubicBezTo>
                  <a:lnTo>
                    <a:pt x="904" y="294"/>
                  </a:lnTo>
                  <a:lnTo>
                    <a:pt x="892" y="318"/>
                  </a:lnTo>
                  <a:lnTo>
                    <a:pt x="840" y="406"/>
                  </a:lnTo>
                  <a:cubicBezTo>
                    <a:pt x="772" y="534"/>
                    <a:pt x="720" y="666"/>
                    <a:pt x="676" y="802"/>
                  </a:cubicBezTo>
                  <a:cubicBezTo>
                    <a:pt x="632" y="938"/>
                    <a:pt x="600" y="1090"/>
                    <a:pt x="564" y="1238"/>
                  </a:cubicBezTo>
                  <a:cubicBezTo>
                    <a:pt x="532" y="1390"/>
                    <a:pt x="500" y="1542"/>
                    <a:pt x="464" y="1698"/>
                  </a:cubicBezTo>
                  <a:cubicBezTo>
                    <a:pt x="448" y="1774"/>
                    <a:pt x="428" y="1850"/>
                    <a:pt x="404" y="1926"/>
                  </a:cubicBezTo>
                  <a:cubicBezTo>
                    <a:pt x="392" y="1966"/>
                    <a:pt x="380" y="2006"/>
                    <a:pt x="368" y="2046"/>
                  </a:cubicBezTo>
                  <a:cubicBezTo>
                    <a:pt x="356" y="2082"/>
                    <a:pt x="344" y="2118"/>
                    <a:pt x="328" y="2158"/>
                  </a:cubicBezTo>
                  <a:cubicBezTo>
                    <a:pt x="272" y="2314"/>
                    <a:pt x="204" y="2466"/>
                    <a:pt x="128" y="2614"/>
                  </a:cubicBezTo>
                  <a:lnTo>
                    <a:pt x="64" y="2726"/>
                  </a:lnTo>
                  <a:cubicBezTo>
                    <a:pt x="52" y="2746"/>
                    <a:pt x="44" y="2766"/>
                    <a:pt x="32" y="2786"/>
                  </a:cubicBezTo>
                  <a:cubicBezTo>
                    <a:pt x="16" y="2810"/>
                    <a:pt x="8" y="2838"/>
                    <a:pt x="4" y="2866"/>
                  </a:cubicBezTo>
                  <a:cubicBezTo>
                    <a:pt x="0" y="2890"/>
                    <a:pt x="4" y="2918"/>
                    <a:pt x="16" y="2938"/>
                  </a:cubicBezTo>
                  <a:cubicBezTo>
                    <a:pt x="28" y="2958"/>
                    <a:pt x="48" y="2974"/>
                    <a:pt x="68" y="2982"/>
                  </a:cubicBezTo>
                  <a:cubicBezTo>
                    <a:pt x="92" y="2994"/>
                    <a:pt x="116" y="3002"/>
                    <a:pt x="140" y="3010"/>
                  </a:cubicBezTo>
                  <a:cubicBezTo>
                    <a:pt x="172" y="3022"/>
                    <a:pt x="200" y="3042"/>
                    <a:pt x="228" y="3066"/>
                  </a:cubicBezTo>
                  <a:cubicBezTo>
                    <a:pt x="352" y="3186"/>
                    <a:pt x="468" y="3314"/>
                    <a:pt x="580" y="3450"/>
                  </a:cubicBezTo>
                  <a:cubicBezTo>
                    <a:pt x="696" y="3586"/>
                    <a:pt x="824" y="3714"/>
                    <a:pt x="960" y="3830"/>
                  </a:cubicBezTo>
                  <a:cubicBezTo>
                    <a:pt x="1032" y="3898"/>
                    <a:pt x="1124" y="3938"/>
                    <a:pt x="1220" y="3950"/>
                  </a:cubicBezTo>
                  <a:cubicBezTo>
                    <a:pt x="1235" y="3950"/>
                    <a:pt x="1249" y="3949"/>
                    <a:pt x="1264" y="3949"/>
                  </a:cubicBezTo>
                  <a:cubicBezTo>
                    <a:pt x="1335" y="3949"/>
                    <a:pt x="1408" y="3957"/>
                    <a:pt x="1480" y="3970"/>
                  </a:cubicBezTo>
                  <a:cubicBezTo>
                    <a:pt x="1652" y="4006"/>
                    <a:pt x="1820" y="4058"/>
                    <a:pt x="1985" y="4115"/>
                  </a:cubicBezTo>
                  <a:lnTo>
                    <a:pt x="2477" y="4287"/>
                  </a:lnTo>
                  <a:cubicBezTo>
                    <a:pt x="2637" y="4347"/>
                    <a:pt x="2805" y="4395"/>
                    <a:pt x="2973" y="4431"/>
                  </a:cubicBezTo>
                  <a:cubicBezTo>
                    <a:pt x="3027" y="4438"/>
                    <a:pt x="3083" y="4443"/>
                    <a:pt x="3138" y="4443"/>
                  </a:cubicBezTo>
                  <a:cubicBezTo>
                    <a:pt x="3169" y="4443"/>
                    <a:pt x="3199" y="4441"/>
                    <a:pt x="3229" y="4439"/>
                  </a:cubicBezTo>
                  <a:cubicBezTo>
                    <a:pt x="3317" y="4431"/>
                    <a:pt x="3401" y="4403"/>
                    <a:pt x="3481" y="4359"/>
                  </a:cubicBezTo>
                  <a:cubicBezTo>
                    <a:pt x="3617" y="4267"/>
                    <a:pt x="3733" y="4147"/>
                    <a:pt x="3821" y="4002"/>
                  </a:cubicBezTo>
                  <a:cubicBezTo>
                    <a:pt x="3865" y="3938"/>
                    <a:pt x="3901" y="3874"/>
                    <a:pt x="3941" y="3806"/>
                  </a:cubicBezTo>
                  <a:cubicBezTo>
                    <a:pt x="3977" y="3742"/>
                    <a:pt x="4009" y="3674"/>
                    <a:pt x="4041" y="3606"/>
                  </a:cubicBezTo>
                  <a:cubicBezTo>
                    <a:pt x="4097" y="3474"/>
                    <a:pt x="4145" y="3342"/>
                    <a:pt x="4189" y="3214"/>
                  </a:cubicBezTo>
                  <a:cubicBezTo>
                    <a:pt x="4265" y="2982"/>
                    <a:pt x="4329" y="2742"/>
                    <a:pt x="4377" y="2502"/>
                  </a:cubicBezTo>
                  <a:cubicBezTo>
                    <a:pt x="4417" y="2318"/>
                    <a:pt x="4445" y="2130"/>
                    <a:pt x="4461" y="1942"/>
                  </a:cubicBezTo>
                  <a:cubicBezTo>
                    <a:pt x="4469" y="1822"/>
                    <a:pt x="4465" y="1698"/>
                    <a:pt x="4445" y="1578"/>
                  </a:cubicBezTo>
                  <a:cubicBezTo>
                    <a:pt x="4437" y="1546"/>
                    <a:pt x="4429" y="1514"/>
                    <a:pt x="4413" y="1486"/>
                  </a:cubicBezTo>
                  <a:cubicBezTo>
                    <a:pt x="4405" y="1466"/>
                    <a:pt x="4397" y="1454"/>
                    <a:pt x="4397" y="1454"/>
                  </a:cubicBezTo>
                  <a:lnTo>
                    <a:pt x="4385" y="1466"/>
                  </a:lnTo>
                  <a:lnTo>
                    <a:pt x="4397" y="1494"/>
                  </a:lnTo>
                  <a:cubicBezTo>
                    <a:pt x="4409" y="1526"/>
                    <a:pt x="4413" y="1554"/>
                    <a:pt x="4417" y="1586"/>
                  </a:cubicBezTo>
                  <a:cubicBezTo>
                    <a:pt x="4425" y="1706"/>
                    <a:pt x="4421" y="1826"/>
                    <a:pt x="4401" y="1942"/>
                  </a:cubicBezTo>
                  <a:cubicBezTo>
                    <a:pt x="4373" y="2126"/>
                    <a:pt x="4337" y="2306"/>
                    <a:pt x="4289" y="2486"/>
                  </a:cubicBezTo>
                  <a:cubicBezTo>
                    <a:pt x="4233" y="2694"/>
                    <a:pt x="4165" y="2930"/>
                    <a:pt x="4077" y="3178"/>
                  </a:cubicBezTo>
                  <a:cubicBezTo>
                    <a:pt x="4033" y="3302"/>
                    <a:pt x="3981" y="3430"/>
                    <a:pt x="3925" y="3558"/>
                  </a:cubicBezTo>
                  <a:cubicBezTo>
                    <a:pt x="3893" y="3622"/>
                    <a:pt x="3865" y="3690"/>
                    <a:pt x="3829" y="3750"/>
                  </a:cubicBezTo>
                  <a:cubicBezTo>
                    <a:pt x="3793" y="3814"/>
                    <a:pt x="3753" y="3882"/>
                    <a:pt x="3713" y="3942"/>
                  </a:cubicBezTo>
                  <a:cubicBezTo>
                    <a:pt x="3641" y="4071"/>
                    <a:pt x="3541" y="4187"/>
                    <a:pt x="3421" y="4275"/>
                  </a:cubicBezTo>
                  <a:cubicBezTo>
                    <a:pt x="3329" y="4339"/>
                    <a:pt x="3213" y="4366"/>
                    <a:pt x="3092" y="4366"/>
                  </a:cubicBezTo>
                  <a:cubicBezTo>
                    <a:pt x="3055" y="4366"/>
                    <a:pt x="3018" y="4363"/>
                    <a:pt x="2981" y="4359"/>
                  </a:cubicBezTo>
                  <a:cubicBezTo>
                    <a:pt x="2813" y="4335"/>
                    <a:pt x="2653" y="4299"/>
                    <a:pt x="2493" y="4243"/>
                  </a:cubicBezTo>
                  <a:cubicBezTo>
                    <a:pt x="2329" y="4195"/>
                    <a:pt x="2165" y="4139"/>
                    <a:pt x="1997" y="4079"/>
                  </a:cubicBezTo>
                  <a:cubicBezTo>
                    <a:pt x="1832" y="4018"/>
                    <a:pt x="1660" y="3966"/>
                    <a:pt x="1488" y="3922"/>
                  </a:cubicBezTo>
                  <a:cubicBezTo>
                    <a:pt x="1400" y="3902"/>
                    <a:pt x="1312" y="3890"/>
                    <a:pt x="1220" y="3890"/>
                  </a:cubicBezTo>
                  <a:cubicBezTo>
                    <a:pt x="1144" y="3886"/>
                    <a:pt x="1072" y="3830"/>
                    <a:pt x="1008" y="3778"/>
                  </a:cubicBezTo>
                  <a:cubicBezTo>
                    <a:pt x="880" y="3658"/>
                    <a:pt x="764" y="3526"/>
                    <a:pt x="656" y="3386"/>
                  </a:cubicBezTo>
                  <a:cubicBezTo>
                    <a:pt x="548" y="3246"/>
                    <a:pt x="432" y="3110"/>
                    <a:pt x="308" y="2982"/>
                  </a:cubicBezTo>
                  <a:cubicBezTo>
                    <a:pt x="272" y="2942"/>
                    <a:pt x="228" y="2914"/>
                    <a:pt x="176" y="2894"/>
                  </a:cubicBezTo>
                  <a:cubicBezTo>
                    <a:pt x="162" y="2891"/>
                    <a:pt x="148" y="2884"/>
                    <a:pt x="134" y="2880"/>
                  </a:cubicBezTo>
                  <a:lnTo>
                    <a:pt x="134" y="2880"/>
                  </a:lnTo>
                  <a:cubicBezTo>
                    <a:pt x="138" y="2869"/>
                    <a:pt x="142" y="2856"/>
                    <a:pt x="148" y="2846"/>
                  </a:cubicBezTo>
                  <a:cubicBezTo>
                    <a:pt x="156" y="2830"/>
                    <a:pt x="168" y="2810"/>
                    <a:pt x="180" y="2794"/>
                  </a:cubicBezTo>
                  <a:lnTo>
                    <a:pt x="244" y="2682"/>
                  </a:lnTo>
                  <a:cubicBezTo>
                    <a:pt x="332" y="2530"/>
                    <a:pt x="404" y="2374"/>
                    <a:pt x="464" y="2210"/>
                  </a:cubicBezTo>
                  <a:cubicBezTo>
                    <a:pt x="480" y="2174"/>
                    <a:pt x="496" y="2130"/>
                    <a:pt x="508" y="2090"/>
                  </a:cubicBezTo>
                  <a:cubicBezTo>
                    <a:pt x="520" y="2050"/>
                    <a:pt x="536" y="2014"/>
                    <a:pt x="544" y="1974"/>
                  </a:cubicBezTo>
                  <a:cubicBezTo>
                    <a:pt x="568" y="1890"/>
                    <a:pt x="592" y="1814"/>
                    <a:pt x="612" y="1734"/>
                  </a:cubicBezTo>
                  <a:cubicBezTo>
                    <a:pt x="648" y="1574"/>
                    <a:pt x="680" y="1418"/>
                    <a:pt x="708" y="1270"/>
                  </a:cubicBezTo>
                  <a:cubicBezTo>
                    <a:pt x="764" y="970"/>
                    <a:pt x="832" y="698"/>
                    <a:pt x="948" y="462"/>
                  </a:cubicBezTo>
                  <a:lnTo>
                    <a:pt x="992" y="378"/>
                  </a:lnTo>
                  <a:lnTo>
                    <a:pt x="1004" y="358"/>
                  </a:lnTo>
                  <a:lnTo>
                    <a:pt x="1016" y="342"/>
                  </a:lnTo>
                  <a:cubicBezTo>
                    <a:pt x="1024" y="326"/>
                    <a:pt x="1032" y="314"/>
                    <a:pt x="1044" y="302"/>
                  </a:cubicBezTo>
                  <a:cubicBezTo>
                    <a:pt x="1076" y="258"/>
                    <a:pt x="1120" y="222"/>
                    <a:pt x="1164" y="194"/>
                  </a:cubicBezTo>
                  <a:cubicBezTo>
                    <a:pt x="1260" y="142"/>
                    <a:pt x="1364" y="110"/>
                    <a:pt x="1472" y="94"/>
                  </a:cubicBezTo>
                  <a:cubicBezTo>
                    <a:pt x="1543" y="88"/>
                    <a:pt x="1614" y="85"/>
                    <a:pt x="1685" y="85"/>
                  </a:cubicBezTo>
                  <a:cubicBezTo>
                    <a:pt x="1798" y="85"/>
                    <a:pt x="1911" y="93"/>
                    <a:pt x="2025" y="110"/>
                  </a:cubicBezTo>
                  <a:cubicBezTo>
                    <a:pt x="2141" y="126"/>
                    <a:pt x="2257" y="150"/>
                    <a:pt x="2373" y="178"/>
                  </a:cubicBezTo>
                  <a:cubicBezTo>
                    <a:pt x="2453" y="198"/>
                    <a:pt x="2497" y="210"/>
                    <a:pt x="2497" y="210"/>
                  </a:cubicBezTo>
                  <a:lnTo>
                    <a:pt x="2501" y="198"/>
                  </a:lnTo>
                  <a:cubicBezTo>
                    <a:pt x="2501" y="198"/>
                    <a:pt x="2461" y="182"/>
                    <a:pt x="2381" y="154"/>
                  </a:cubicBezTo>
                  <a:cubicBezTo>
                    <a:pt x="2265" y="114"/>
                    <a:pt x="2149" y="82"/>
                    <a:pt x="2029" y="54"/>
                  </a:cubicBezTo>
                  <a:cubicBezTo>
                    <a:pt x="1875" y="18"/>
                    <a:pt x="1715" y="0"/>
                    <a:pt x="15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54"/>
            <p:cNvSpPr/>
            <p:nvPr/>
          </p:nvSpPr>
          <p:spPr>
            <a:xfrm>
              <a:off x="2438575" y="2888114"/>
              <a:ext cx="690883" cy="903448"/>
            </a:xfrm>
            <a:custGeom>
              <a:avLst/>
              <a:gdLst/>
              <a:ahLst/>
              <a:cxnLst/>
              <a:rect l="l" t="t" r="r" b="b"/>
              <a:pathLst>
                <a:path w="3429" h="4484" extrusionOk="0">
                  <a:moveTo>
                    <a:pt x="1694" y="0"/>
                  </a:moveTo>
                  <a:cubicBezTo>
                    <a:pt x="1662" y="0"/>
                    <a:pt x="1630" y="5"/>
                    <a:pt x="1601" y="16"/>
                  </a:cubicBezTo>
                  <a:cubicBezTo>
                    <a:pt x="1561" y="32"/>
                    <a:pt x="1525" y="48"/>
                    <a:pt x="1489" y="68"/>
                  </a:cubicBezTo>
                  <a:cubicBezTo>
                    <a:pt x="1433" y="96"/>
                    <a:pt x="1405" y="116"/>
                    <a:pt x="1405" y="116"/>
                  </a:cubicBezTo>
                  <a:lnTo>
                    <a:pt x="1413" y="128"/>
                  </a:lnTo>
                  <a:cubicBezTo>
                    <a:pt x="1413" y="128"/>
                    <a:pt x="1445" y="112"/>
                    <a:pt x="1501" y="88"/>
                  </a:cubicBezTo>
                  <a:cubicBezTo>
                    <a:pt x="1537" y="72"/>
                    <a:pt x="1573" y="60"/>
                    <a:pt x="1609" y="52"/>
                  </a:cubicBezTo>
                  <a:cubicBezTo>
                    <a:pt x="1628" y="48"/>
                    <a:pt x="1647" y="45"/>
                    <a:pt x="1667" y="45"/>
                  </a:cubicBezTo>
                  <a:cubicBezTo>
                    <a:pt x="1696" y="45"/>
                    <a:pt x="1726" y="51"/>
                    <a:pt x="1753" y="60"/>
                  </a:cubicBezTo>
                  <a:cubicBezTo>
                    <a:pt x="1853" y="100"/>
                    <a:pt x="1961" y="204"/>
                    <a:pt x="2105" y="292"/>
                  </a:cubicBezTo>
                  <a:cubicBezTo>
                    <a:pt x="2173" y="336"/>
                    <a:pt x="2233" y="392"/>
                    <a:pt x="2281" y="460"/>
                  </a:cubicBezTo>
                  <a:cubicBezTo>
                    <a:pt x="2337" y="536"/>
                    <a:pt x="2385" y="616"/>
                    <a:pt x="2429" y="700"/>
                  </a:cubicBezTo>
                  <a:cubicBezTo>
                    <a:pt x="2521" y="904"/>
                    <a:pt x="2625" y="1100"/>
                    <a:pt x="2741" y="1288"/>
                  </a:cubicBezTo>
                  <a:lnTo>
                    <a:pt x="2789" y="1364"/>
                  </a:lnTo>
                  <a:cubicBezTo>
                    <a:pt x="2809" y="1388"/>
                    <a:pt x="2829" y="1412"/>
                    <a:pt x="2849" y="1436"/>
                  </a:cubicBezTo>
                  <a:cubicBezTo>
                    <a:pt x="2869" y="1460"/>
                    <a:pt x="2889" y="1484"/>
                    <a:pt x="2913" y="1508"/>
                  </a:cubicBezTo>
                  <a:cubicBezTo>
                    <a:pt x="2933" y="1532"/>
                    <a:pt x="2957" y="1556"/>
                    <a:pt x="2981" y="1576"/>
                  </a:cubicBezTo>
                  <a:cubicBezTo>
                    <a:pt x="3005" y="1596"/>
                    <a:pt x="3029" y="1620"/>
                    <a:pt x="3049" y="1640"/>
                  </a:cubicBezTo>
                  <a:cubicBezTo>
                    <a:pt x="3069" y="1656"/>
                    <a:pt x="3093" y="1672"/>
                    <a:pt x="3109" y="1696"/>
                  </a:cubicBezTo>
                  <a:cubicBezTo>
                    <a:pt x="3125" y="1720"/>
                    <a:pt x="3141" y="1740"/>
                    <a:pt x="3161" y="1764"/>
                  </a:cubicBezTo>
                  <a:cubicBezTo>
                    <a:pt x="3173" y="1788"/>
                    <a:pt x="3189" y="1812"/>
                    <a:pt x="3201" y="1840"/>
                  </a:cubicBezTo>
                  <a:cubicBezTo>
                    <a:pt x="3249" y="1948"/>
                    <a:pt x="3277" y="2068"/>
                    <a:pt x="3285" y="2188"/>
                  </a:cubicBezTo>
                  <a:cubicBezTo>
                    <a:pt x="3293" y="2316"/>
                    <a:pt x="3285" y="2444"/>
                    <a:pt x="3269" y="2568"/>
                  </a:cubicBezTo>
                  <a:cubicBezTo>
                    <a:pt x="3245" y="2700"/>
                    <a:pt x="3213" y="2828"/>
                    <a:pt x="3169" y="2948"/>
                  </a:cubicBezTo>
                  <a:cubicBezTo>
                    <a:pt x="3145" y="3012"/>
                    <a:pt x="3117" y="3072"/>
                    <a:pt x="3089" y="3128"/>
                  </a:cubicBezTo>
                  <a:cubicBezTo>
                    <a:pt x="3069" y="3156"/>
                    <a:pt x="3057" y="3184"/>
                    <a:pt x="3041" y="3212"/>
                  </a:cubicBezTo>
                  <a:lnTo>
                    <a:pt x="2981" y="3297"/>
                  </a:lnTo>
                  <a:cubicBezTo>
                    <a:pt x="2897" y="3405"/>
                    <a:pt x="2821" y="3521"/>
                    <a:pt x="2753" y="3641"/>
                  </a:cubicBezTo>
                  <a:cubicBezTo>
                    <a:pt x="2689" y="3757"/>
                    <a:pt x="2625" y="3881"/>
                    <a:pt x="2565" y="4001"/>
                  </a:cubicBezTo>
                  <a:cubicBezTo>
                    <a:pt x="2505" y="4121"/>
                    <a:pt x="2453" y="4245"/>
                    <a:pt x="2405" y="4369"/>
                  </a:cubicBezTo>
                  <a:lnTo>
                    <a:pt x="2405" y="4381"/>
                  </a:lnTo>
                  <a:lnTo>
                    <a:pt x="2405" y="4385"/>
                  </a:lnTo>
                  <a:lnTo>
                    <a:pt x="2405" y="4389"/>
                  </a:lnTo>
                  <a:lnTo>
                    <a:pt x="2405" y="4397"/>
                  </a:lnTo>
                  <a:cubicBezTo>
                    <a:pt x="2401" y="4405"/>
                    <a:pt x="2401" y="4413"/>
                    <a:pt x="2401" y="4417"/>
                  </a:cubicBezTo>
                  <a:cubicBezTo>
                    <a:pt x="2397" y="4433"/>
                    <a:pt x="2389" y="4433"/>
                    <a:pt x="2389" y="4433"/>
                  </a:cubicBezTo>
                  <a:cubicBezTo>
                    <a:pt x="2365" y="4433"/>
                    <a:pt x="2341" y="4421"/>
                    <a:pt x="2321" y="4405"/>
                  </a:cubicBezTo>
                  <a:cubicBezTo>
                    <a:pt x="2269" y="4373"/>
                    <a:pt x="2217" y="4333"/>
                    <a:pt x="2173" y="4293"/>
                  </a:cubicBezTo>
                  <a:cubicBezTo>
                    <a:pt x="2149" y="4273"/>
                    <a:pt x="2125" y="4249"/>
                    <a:pt x="2097" y="4229"/>
                  </a:cubicBezTo>
                  <a:cubicBezTo>
                    <a:pt x="2073" y="4209"/>
                    <a:pt x="2045" y="4189"/>
                    <a:pt x="2017" y="4173"/>
                  </a:cubicBezTo>
                  <a:cubicBezTo>
                    <a:pt x="1961" y="4141"/>
                    <a:pt x="1901" y="4113"/>
                    <a:pt x="1841" y="4089"/>
                  </a:cubicBezTo>
                  <a:cubicBezTo>
                    <a:pt x="1725" y="4049"/>
                    <a:pt x="1605" y="4017"/>
                    <a:pt x="1485" y="3997"/>
                  </a:cubicBezTo>
                  <a:cubicBezTo>
                    <a:pt x="1249" y="3953"/>
                    <a:pt x="1033" y="3933"/>
                    <a:pt x="833" y="3897"/>
                  </a:cubicBezTo>
                  <a:cubicBezTo>
                    <a:pt x="741" y="3885"/>
                    <a:pt x="649" y="3861"/>
                    <a:pt x="557" y="3833"/>
                  </a:cubicBezTo>
                  <a:cubicBezTo>
                    <a:pt x="517" y="3821"/>
                    <a:pt x="473" y="3805"/>
                    <a:pt x="433" y="3789"/>
                  </a:cubicBezTo>
                  <a:lnTo>
                    <a:pt x="417" y="3781"/>
                  </a:lnTo>
                  <a:lnTo>
                    <a:pt x="409" y="3777"/>
                  </a:lnTo>
                  <a:lnTo>
                    <a:pt x="381" y="3761"/>
                  </a:lnTo>
                  <a:cubicBezTo>
                    <a:pt x="365" y="3753"/>
                    <a:pt x="345" y="3741"/>
                    <a:pt x="329" y="3733"/>
                  </a:cubicBezTo>
                  <a:cubicBezTo>
                    <a:pt x="269" y="3689"/>
                    <a:pt x="217" y="3641"/>
                    <a:pt x="173" y="3581"/>
                  </a:cubicBezTo>
                  <a:cubicBezTo>
                    <a:pt x="137" y="3529"/>
                    <a:pt x="105" y="3477"/>
                    <a:pt x="81" y="3417"/>
                  </a:cubicBezTo>
                  <a:cubicBezTo>
                    <a:pt x="49" y="3333"/>
                    <a:pt x="29" y="3244"/>
                    <a:pt x="21" y="3156"/>
                  </a:cubicBezTo>
                  <a:cubicBezTo>
                    <a:pt x="17" y="3124"/>
                    <a:pt x="17" y="3092"/>
                    <a:pt x="17" y="3060"/>
                  </a:cubicBezTo>
                  <a:lnTo>
                    <a:pt x="13" y="3056"/>
                  </a:lnTo>
                  <a:cubicBezTo>
                    <a:pt x="9" y="3088"/>
                    <a:pt x="5" y="3120"/>
                    <a:pt x="5" y="3156"/>
                  </a:cubicBezTo>
                  <a:cubicBezTo>
                    <a:pt x="1" y="3249"/>
                    <a:pt x="13" y="3345"/>
                    <a:pt x="37" y="3437"/>
                  </a:cubicBezTo>
                  <a:cubicBezTo>
                    <a:pt x="57" y="3501"/>
                    <a:pt x="85" y="3565"/>
                    <a:pt x="121" y="3625"/>
                  </a:cubicBezTo>
                  <a:cubicBezTo>
                    <a:pt x="165" y="3693"/>
                    <a:pt x="221" y="3753"/>
                    <a:pt x="289" y="3805"/>
                  </a:cubicBezTo>
                  <a:cubicBezTo>
                    <a:pt x="305" y="3817"/>
                    <a:pt x="325" y="3829"/>
                    <a:pt x="341" y="3841"/>
                  </a:cubicBezTo>
                  <a:lnTo>
                    <a:pt x="373" y="3861"/>
                  </a:lnTo>
                  <a:cubicBezTo>
                    <a:pt x="377" y="3865"/>
                    <a:pt x="381" y="3865"/>
                    <a:pt x="389" y="3869"/>
                  </a:cubicBezTo>
                  <a:lnTo>
                    <a:pt x="405" y="3877"/>
                  </a:lnTo>
                  <a:cubicBezTo>
                    <a:pt x="445" y="3897"/>
                    <a:pt x="489" y="3917"/>
                    <a:pt x="533" y="3933"/>
                  </a:cubicBezTo>
                  <a:cubicBezTo>
                    <a:pt x="625" y="3965"/>
                    <a:pt x="725" y="3993"/>
                    <a:pt x="821" y="4013"/>
                  </a:cubicBezTo>
                  <a:cubicBezTo>
                    <a:pt x="1021" y="4053"/>
                    <a:pt x="1245" y="4073"/>
                    <a:pt x="1473" y="4113"/>
                  </a:cubicBezTo>
                  <a:cubicBezTo>
                    <a:pt x="1701" y="4153"/>
                    <a:pt x="1945" y="4181"/>
                    <a:pt x="2133" y="4345"/>
                  </a:cubicBezTo>
                  <a:cubicBezTo>
                    <a:pt x="2185" y="4385"/>
                    <a:pt x="2241" y="4421"/>
                    <a:pt x="2301" y="4453"/>
                  </a:cubicBezTo>
                  <a:cubicBezTo>
                    <a:pt x="2317" y="4461"/>
                    <a:pt x="2333" y="4469"/>
                    <a:pt x="2349" y="4477"/>
                  </a:cubicBezTo>
                  <a:cubicBezTo>
                    <a:pt x="2360" y="4481"/>
                    <a:pt x="2374" y="4483"/>
                    <a:pt x="2386" y="4483"/>
                  </a:cubicBezTo>
                  <a:cubicBezTo>
                    <a:pt x="2395" y="4483"/>
                    <a:pt x="2404" y="4482"/>
                    <a:pt x="2413" y="4481"/>
                  </a:cubicBezTo>
                  <a:cubicBezTo>
                    <a:pt x="2429" y="4481"/>
                    <a:pt x="2441" y="4469"/>
                    <a:pt x="2449" y="4457"/>
                  </a:cubicBezTo>
                  <a:cubicBezTo>
                    <a:pt x="2453" y="4449"/>
                    <a:pt x="2457" y="4437"/>
                    <a:pt x="2461" y="4425"/>
                  </a:cubicBezTo>
                  <a:cubicBezTo>
                    <a:pt x="2465" y="4417"/>
                    <a:pt x="2465" y="4405"/>
                    <a:pt x="2465" y="4397"/>
                  </a:cubicBezTo>
                  <a:lnTo>
                    <a:pt x="2465" y="4393"/>
                  </a:lnTo>
                  <a:lnTo>
                    <a:pt x="2465" y="4389"/>
                  </a:lnTo>
                  <a:lnTo>
                    <a:pt x="2465" y="4377"/>
                  </a:lnTo>
                  <a:cubicBezTo>
                    <a:pt x="2481" y="4317"/>
                    <a:pt x="2505" y="4257"/>
                    <a:pt x="2529" y="4197"/>
                  </a:cubicBezTo>
                  <a:cubicBezTo>
                    <a:pt x="2557" y="4137"/>
                    <a:pt x="2581" y="4077"/>
                    <a:pt x="2613" y="4017"/>
                  </a:cubicBezTo>
                  <a:cubicBezTo>
                    <a:pt x="2729" y="3773"/>
                    <a:pt x="2873" y="3545"/>
                    <a:pt x="3049" y="3341"/>
                  </a:cubicBezTo>
                  <a:cubicBezTo>
                    <a:pt x="3237" y="3132"/>
                    <a:pt x="3333" y="2860"/>
                    <a:pt x="3393" y="2592"/>
                  </a:cubicBezTo>
                  <a:cubicBezTo>
                    <a:pt x="3417" y="2456"/>
                    <a:pt x="3429" y="2320"/>
                    <a:pt x="3425" y="2180"/>
                  </a:cubicBezTo>
                  <a:cubicBezTo>
                    <a:pt x="3417" y="2044"/>
                    <a:pt x="3389" y="1908"/>
                    <a:pt x="3337" y="1780"/>
                  </a:cubicBezTo>
                  <a:cubicBezTo>
                    <a:pt x="3321" y="1748"/>
                    <a:pt x="3305" y="1720"/>
                    <a:pt x="3289" y="1688"/>
                  </a:cubicBezTo>
                  <a:cubicBezTo>
                    <a:pt x="3269" y="1660"/>
                    <a:pt x="3253" y="1624"/>
                    <a:pt x="3225" y="1604"/>
                  </a:cubicBezTo>
                  <a:cubicBezTo>
                    <a:pt x="3201" y="1580"/>
                    <a:pt x="3173" y="1548"/>
                    <a:pt x="3153" y="1528"/>
                  </a:cubicBezTo>
                  <a:cubicBezTo>
                    <a:pt x="3133" y="1508"/>
                    <a:pt x="3105" y="1488"/>
                    <a:pt x="3085" y="1468"/>
                  </a:cubicBezTo>
                  <a:cubicBezTo>
                    <a:pt x="3073" y="1456"/>
                    <a:pt x="3061" y="1448"/>
                    <a:pt x="3049" y="1436"/>
                  </a:cubicBezTo>
                  <a:lnTo>
                    <a:pt x="3021" y="1408"/>
                  </a:lnTo>
                  <a:cubicBezTo>
                    <a:pt x="3005" y="1388"/>
                    <a:pt x="2985" y="1364"/>
                    <a:pt x="2965" y="1344"/>
                  </a:cubicBezTo>
                  <a:cubicBezTo>
                    <a:pt x="2949" y="1320"/>
                    <a:pt x="2929" y="1300"/>
                    <a:pt x="2913" y="1276"/>
                  </a:cubicBezTo>
                  <a:lnTo>
                    <a:pt x="2865" y="1208"/>
                  </a:lnTo>
                  <a:cubicBezTo>
                    <a:pt x="2737" y="1020"/>
                    <a:pt x="2637" y="824"/>
                    <a:pt x="2537" y="644"/>
                  </a:cubicBezTo>
                  <a:cubicBezTo>
                    <a:pt x="2489" y="556"/>
                    <a:pt x="2433" y="472"/>
                    <a:pt x="2369" y="392"/>
                  </a:cubicBezTo>
                  <a:cubicBezTo>
                    <a:pt x="2309" y="320"/>
                    <a:pt x="2237" y="260"/>
                    <a:pt x="2153" y="216"/>
                  </a:cubicBezTo>
                  <a:cubicBezTo>
                    <a:pt x="2077" y="176"/>
                    <a:pt x="2013" y="140"/>
                    <a:pt x="1953" y="100"/>
                  </a:cubicBezTo>
                  <a:cubicBezTo>
                    <a:pt x="1897" y="60"/>
                    <a:pt x="1833" y="28"/>
                    <a:pt x="1769" y="8"/>
                  </a:cubicBezTo>
                  <a:cubicBezTo>
                    <a:pt x="1744" y="3"/>
                    <a:pt x="1719" y="0"/>
                    <a:pt x="16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54"/>
            <p:cNvSpPr/>
            <p:nvPr/>
          </p:nvSpPr>
          <p:spPr>
            <a:xfrm>
              <a:off x="2812529" y="2637066"/>
              <a:ext cx="639304" cy="606059"/>
            </a:xfrm>
            <a:custGeom>
              <a:avLst/>
              <a:gdLst/>
              <a:ahLst/>
              <a:cxnLst/>
              <a:rect l="l" t="t" r="r" b="b"/>
              <a:pathLst>
                <a:path w="3173" h="3008" extrusionOk="0">
                  <a:moveTo>
                    <a:pt x="1995" y="1"/>
                  </a:moveTo>
                  <a:cubicBezTo>
                    <a:pt x="1951" y="1"/>
                    <a:pt x="1906" y="3"/>
                    <a:pt x="1861" y="6"/>
                  </a:cubicBezTo>
                  <a:cubicBezTo>
                    <a:pt x="1765" y="18"/>
                    <a:pt x="1669" y="34"/>
                    <a:pt x="1573" y="54"/>
                  </a:cubicBezTo>
                  <a:cubicBezTo>
                    <a:pt x="1481" y="74"/>
                    <a:pt x="1389" y="102"/>
                    <a:pt x="1297" y="126"/>
                  </a:cubicBezTo>
                  <a:cubicBezTo>
                    <a:pt x="1253" y="138"/>
                    <a:pt x="1209" y="150"/>
                    <a:pt x="1165" y="158"/>
                  </a:cubicBezTo>
                  <a:cubicBezTo>
                    <a:pt x="1134" y="161"/>
                    <a:pt x="1103" y="164"/>
                    <a:pt x="1071" y="164"/>
                  </a:cubicBezTo>
                  <a:cubicBezTo>
                    <a:pt x="1059" y="164"/>
                    <a:pt x="1046" y="163"/>
                    <a:pt x="1033" y="162"/>
                  </a:cubicBezTo>
                  <a:cubicBezTo>
                    <a:pt x="841" y="162"/>
                    <a:pt x="649" y="194"/>
                    <a:pt x="461" y="254"/>
                  </a:cubicBezTo>
                  <a:cubicBezTo>
                    <a:pt x="369" y="286"/>
                    <a:pt x="281" y="330"/>
                    <a:pt x="201" y="386"/>
                  </a:cubicBezTo>
                  <a:cubicBezTo>
                    <a:pt x="125" y="442"/>
                    <a:pt x="57" y="510"/>
                    <a:pt x="1" y="594"/>
                  </a:cubicBezTo>
                  <a:lnTo>
                    <a:pt x="13" y="602"/>
                  </a:lnTo>
                  <a:cubicBezTo>
                    <a:pt x="77" y="534"/>
                    <a:pt x="149" y="474"/>
                    <a:pt x="229" y="430"/>
                  </a:cubicBezTo>
                  <a:cubicBezTo>
                    <a:pt x="309" y="386"/>
                    <a:pt x="397" y="350"/>
                    <a:pt x="485" y="330"/>
                  </a:cubicBezTo>
                  <a:cubicBezTo>
                    <a:pt x="626" y="299"/>
                    <a:pt x="769" y="282"/>
                    <a:pt x="915" y="282"/>
                  </a:cubicBezTo>
                  <a:cubicBezTo>
                    <a:pt x="955" y="282"/>
                    <a:pt x="996" y="284"/>
                    <a:pt x="1037" y="286"/>
                  </a:cubicBezTo>
                  <a:cubicBezTo>
                    <a:pt x="1061" y="288"/>
                    <a:pt x="1086" y="289"/>
                    <a:pt x="1111" y="289"/>
                  </a:cubicBezTo>
                  <a:cubicBezTo>
                    <a:pt x="1136" y="289"/>
                    <a:pt x="1161" y="288"/>
                    <a:pt x="1185" y="286"/>
                  </a:cubicBezTo>
                  <a:cubicBezTo>
                    <a:pt x="1237" y="278"/>
                    <a:pt x="1285" y="266"/>
                    <a:pt x="1329" y="258"/>
                  </a:cubicBezTo>
                  <a:cubicBezTo>
                    <a:pt x="1421" y="234"/>
                    <a:pt x="1513" y="210"/>
                    <a:pt x="1605" y="194"/>
                  </a:cubicBezTo>
                  <a:cubicBezTo>
                    <a:pt x="1693" y="178"/>
                    <a:pt x="1785" y="162"/>
                    <a:pt x="1873" y="154"/>
                  </a:cubicBezTo>
                  <a:cubicBezTo>
                    <a:pt x="1919" y="150"/>
                    <a:pt x="1964" y="148"/>
                    <a:pt x="2008" y="148"/>
                  </a:cubicBezTo>
                  <a:cubicBezTo>
                    <a:pt x="2053" y="148"/>
                    <a:pt x="2097" y="150"/>
                    <a:pt x="2141" y="154"/>
                  </a:cubicBezTo>
                  <a:cubicBezTo>
                    <a:pt x="2165" y="154"/>
                    <a:pt x="2185" y="158"/>
                    <a:pt x="2209" y="162"/>
                  </a:cubicBezTo>
                  <a:cubicBezTo>
                    <a:pt x="2229" y="166"/>
                    <a:pt x="2249" y="170"/>
                    <a:pt x="2269" y="174"/>
                  </a:cubicBezTo>
                  <a:lnTo>
                    <a:pt x="2329" y="194"/>
                  </a:lnTo>
                  <a:lnTo>
                    <a:pt x="2393" y="222"/>
                  </a:lnTo>
                  <a:cubicBezTo>
                    <a:pt x="2469" y="258"/>
                    <a:pt x="2533" y="310"/>
                    <a:pt x="2585" y="378"/>
                  </a:cubicBezTo>
                  <a:cubicBezTo>
                    <a:pt x="2613" y="414"/>
                    <a:pt x="2637" y="450"/>
                    <a:pt x="2661" y="486"/>
                  </a:cubicBezTo>
                  <a:cubicBezTo>
                    <a:pt x="2685" y="526"/>
                    <a:pt x="2709" y="566"/>
                    <a:pt x="2725" y="606"/>
                  </a:cubicBezTo>
                  <a:cubicBezTo>
                    <a:pt x="2745" y="650"/>
                    <a:pt x="2761" y="690"/>
                    <a:pt x="2777" y="734"/>
                  </a:cubicBezTo>
                  <a:cubicBezTo>
                    <a:pt x="2797" y="778"/>
                    <a:pt x="2813" y="818"/>
                    <a:pt x="2825" y="862"/>
                  </a:cubicBezTo>
                  <a:cubicBezTo>
                    <a:pt x="2857" y="954"/>
                    <a:pt x="2881" y="1042"/>
                    <a:pt x="2901" y="1134"/>
                  </a:cubicBezTo>
                  <a:cubicBezTo>
                    <a:pt x="2921" y="1226"/>
                    <a:pt x="2933" y="1318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lnTo>
                    <a:pt x="2953" y="1622"/>
                  </a:ln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80"/>
                    <a:pt x="3038" y="1856"/>
                    <a:pt x="3098" y="1920"/>
                  </a:cubicBezTo>
                  <a:lnTo>
                    <a:pt x="3098" y="1920"/>
                  </a:lnTo>
                  <a:lnTo>
                    <a:pt x="3049" y="1942"/>
                  </a:lnTo>
                  <a:lnTo>
                    <a:pt x="2977" y="1982"/>
                  </a:lnTo>
                  <a:cubicBezTo>
                    <a:pt x="2929" y="2014"/>
                    <a:pt x="2881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29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6"/>
                  </a:lnTo>
                  <a:cubicBezTo>
                    <a:pt x="2169" y="2870"/>
                    <a:pt x="2129" y="2886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4"/>
                    <a:pt x="1621" y="2822"/>
                  </a:cubicBezTo>
                  <a:cubicBezTo>
                    <a:pt x="1573" y="2806"/>
                    <a:pt x="1521" y="2786"/>
                    <a:pt x="1473" y="2766"/>
                  </a:cubicBezTo>
                  <a:cubicBezTo>
                    <a:pt x="1421" y="2746"/>
                    <a:pt x="1373" y="2722"/>
                    <a:pt x="1325" y="2694"/>
                  </a:cubicBezTo>
                  <a:cubicBezTo>
                    <a:pt x="1229" y="2642"/>
                    <a:pt x="1121" y="2602"/>
                    <a:pt x="1013" y="2578"/>
                  </a:cubicBezTo>
                  <a:lnTo>
                    <a:pt x="1009" y="2590"/>
                  </a:lnTo>
                  <a:cubicBezTo>
                    <a:pt x="1109" y="2634"/>
                    <a:pt x="1205" y="2686"/>
                    <a:pt x="1297" y="2746"/>
                  </a:cubicBezTo>
                  <a:cubicBezTo>
                    <a:pt x="1341" y="2782"/>
                    <a:pt x="1389" y="2810"/>
                    <a:pt x="1441" y="2838"/>
                  </a:cubicBezTo>
                  <a:cubicBezTo>
                    <a:pt x="1489" y="2862"/>
                    <a:pt x="1541" y="2886"/>
                    <a:pt x="1597" y="2906"/>
                  </a:cubicBezTo>
                  <a:cubicBezTo>
                    <a:pt x="1701" y="2950"/>
                    <a:pt x="1813" y="2978"/>
                    <a:pt x="1925" y="2998"/>
                  </a:cubicBezTo>
                  <a:cubicBezTo>
                    <a:pt x="1969" y="3004"/>
                    <a:pt x="2013" y="3008"/>
                    <a:pt x="2055" y="3008"/>
                  </a:cubicBezTo>
                  <a:cubicBezTo>
                    <a:pt x="2070" y="3008"/>
                    <a:pt x="2086" y="3008"/>
                    <a:pt x="2101" y="3006"/>
                  </a:cubicBezTo>
                  <a:cubicBezTo>
                    <a:pt x="2173" y="3002"/>
                    <a:pt x="2241" y="2974"/>
                    <a:pt x="2293" y="2930"/>
                  </a:cubicBezTo>
                  <a:lnTo>
                    <a:pt x="2321" y="2898"/>
                  </a:lnTo>
                  <a:lnTo>
                    <a:pt x="2349" y="2862"/>
                  </a:lnTo>
                  <a:cubicBezTo>
                    <a:pt x="2369" y="2838"/>
                    <a:pt x="2385" y="2818"/>
                    <a:pt x="2401" y="2794"/>
                  </a:cubicBezTo>
                  <a:lnTo>
                    <a:pt x="2493" y="2658"/>
                  </a:lnTo>
                  <a:cubicBezTo>
                    <a:pt x="2557" y="2566"/>
                    <a:pt x="2617" y="2474"/>
                    <a:pt x="2677" y="2386"/>
                  </a:cubicBezTo>
                  <a:cubicBezTo>
                    <a:pt x="2713" y="2342"/>
                    <a:pt x="2745" y="2298"/>
                    <a:pt x="2777" y="2258"/>
                  </a:cubicBezTo>
                  <a:cubicBezTo>
                    <a:pt x="2813" y="2214"/>
                    <a:pt x="2849" y="2174"/>
                    <a:pt x="2885" y="2134"/>
                  </a:cubicBezTo>
                  <a:cubicBezTo>
                    <a:pt x="2925" y="2098"/>
                    <a:pt x="2965" y="2062"/>
                    <a:pt x="3005" y="2030"/>
                  </a:cubicBezTo>
                  <a:lnTo>
                    <a:pt x="3073" y="1982"/>
                  </a:lnTo>
                  <a:lnTo>
                    <a:pt x="3145" y="1946"/>
                  </a:lnTo>
                  <a:lnTo>
                    <a:pt x="3173" y="1930"/>
                  </a:lnTo>
                  <a:lnTo>
                    <a:pt x="3153" y="1910"/>
                  </a:lnTo>
                  <a:cubicBezTo>
                    <a:pt x="3085" y="1846"/>
                    <a:pt x="3033" y="1770"/>
                    <a:pt x="3005" y="1682"/>
                  </a:cubicBezTo>
                  <a:cubicBezTo>
                    <a:pt x="3001" y="1662"/>
                    <a:pt x="2997" y="1638"/>
                    <a:pt x="2997" y="1618"/>
                  </a:cubicBezTo>
                  <a:cubicBezTo>
                    <a:pt x="2993" y="1606"/>
                    <a:pt x="2993" y="1598"/>
                    <a:pt x="2997" y="1586"/>
                  </a:cubicBezTo>
                  <a:lnTo>
                    <a:pt x="2997" y="1550"/>
                  </a:lnTo>
                  <a:cubicBezTo>
                    <a:pt x="3001" y="1502"/>
                    <a:pt x="2997" y="1454"/>
                    <a:pt x="2997" y="1406"/>
                  </a:cubicBezTo>
                  <a:cubicBezTo>
                    <a:pt x="2989" y="1310"/>
                    <a:pt x="2981" y="1214"/>
                    <a:pt x="2969" y="1122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93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5" y="302"/>
                  </a:cubicBezTo>
                  <a:cubicBezTo>
                    <a:pt x="2625" y="214"/>
                    <a:pt x="2541" y="146"/>
                    <a:pt x="2449" y="98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5" y="34"/>
                    <a:pt x="2261" y="26"/>
                    <a:pt x="2233" y="22"/>
                  </a:cubicBezTo>
                  <a:cubicBezTo>
                    <a:pt x="2209" y="18"/>
                    <a:pt x="2185" y="10"/>
                    <a:pt x="2157" y="10"/>
                  </a:cubicBezTo>
                  <a:cubicBezTo>
                    <a:pt x="2104" y="4"/>
                    <a:pt x="2050" y="1"/>
                    <a:pt x="1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54"/>
            <p:cNvSpPr/>
            <p:nvPr/>
          </p:nvSpPr>
          <p:spPr>
            <a:xfrm>
              <a:off x="2403919" y="1908100"/>
              <a:ext cx="864158" cy="805326"/>
            </a:xfrm>
            <a:custGeom>
              <a:avLst/>
              <a:gdLst/>
              <a:ahLst/>
              <a:cxnLst/>
              <a:rect l="l" t="t" r="r" b="b"/>
              <a:pathLst>
                <a:path w="4289" h="3997" extrusionOk="0">
                  <a:moveTo>
                    <a:pt x="3541" y="0"/>
                  </a:moveTo>
                  <a:lnTo>
                    <a:pt x="3509" y="4"/>
                  </a:lnTo>
                  <a:cubicBezTo>
                    <a:pt x="3369" y="16"/>
                    <a:pt x="3229" y="28"/>
                    <a:pt x="3089" y="36"/>
                  </a:cubicBezTo>
                  <a:cubicBezTo>
                    <a:pt x="3055" y="38"/>
                    <a:pt x="3021" y="39"/>
                    <a:pt x="2986" y="39"/>
                  </a:cubicBezTo>
                  <a:cubicBezTo>
                    <a:pt x="2952" y="39"/>
                    <a:pt x="2917" y="38"/>
                    <a:pt x="2881" y="36"/>
                  </a:cubicBezTo>
                  <a:cubicBezTo>
                    <a:pt x="2809" y="32"/>
                    <a:pt x="2741" y="32"/>
                    <a:pt x="2669" y="32"/>
                  </a:cubicBezTo>
                  <a:cubicBezTo>
                    <a:pt x="2620" y="31"/>
                    <a:pt x="2571" y="30"/>
                    <a:pt x="2523" y="30"/>
                  </a:cubicBezTo>
                  <a:cubicBezTo>
                    <a:pt x="2287" y="30"/>
                    <a:pt x="2053" y="46"/>
                    <a:pt x="1821" y="72"/>
                  </a:cubicBezTo>
                  <a:cubicBezTo>
                    <a:pt x="1677" y="88"/>
                    <a:pt x="1533" y="116"/>
                    <a:pt x="1397" y="160"/>
                  </a:cubicBezTo>
                  <a:cubicBezTo>
                    <a:pt x="1361" y="172"/>
                    <a:pt x="1325" y="184"/>
                    <a:pt x="1293" y="200"/>
                  </a:cubicBezTo>
                  <a:cubicBezTo>
                    <a:pt x="1261" y="212"/>
                    <a:pt x="1225" y="236"/>
                    <a:pt x="1193" y="252"/>
                  </a:cubicBezTo>
                  <a:cubicBezTo>
                    <a:pt x="1165" y="268"/>
                    <a:pt x="1133" y="292"/>
                    <a:pt x="1105" y="304"/>
                  </a:cubicBezTo>
                  <a:cubicBezTo>
                    <a:pt x="1077" y="320"/>
                    <a:pt x="1045" y="332"/>
                    <a:pt x="1017" y="344"/>
                  </a:cubicBezTo>
                  <a:cubicBezTo>
                    <a:pt x="885" y="392"/>
                    <a:pt x="753" y="428"/>
                    <a:pt x="617" y="456"/>
                  </a:cubicBezTo>
                  <a:cubicBezTo>
                    <a:pt x="541" y="476"/>
                    <a:pt x="469" y="508"/>
                    <a:pt x="401" y="548"/>
                  </a:cubicBezTo>
                  <a:cubicBezTo>
                    <a:pt x="337" y="592"/>
                    <a:pt x="277" y="652"/>
                    <a:pt x="233" y="720"/>
                  </a:cubicBezTo>
                  <a:cubicBezTo>
                    <a:pt x="213" y="748"/>
                    <a:pt x="197" y="784"/>
                    <a:pt x="177" y="816"/>
                  </a:cubicBezTo>
                  <a:cubicBezTo>
                    <a:pt x="161" y="848"/>
                    <a:pt x="145" y="884"/>
                    <a:pt x="133" y="920"/>
                  </a:cubicBezTo>
                  <a:cubicBezTo>
                    <a:pt x="105" y="988"/>
                    <a:pt x="81" y="1060"/>
                    <a:pt x="65" y="1128"/>
                  </a:cubicBezTo>
                  <a:cubicBezTo>
                    <a:pt x="29" y="1272"/>
                    <a:pt x="13" y="1416"/>
                    <a:pt x="9" y="1564"/>
                  </a:cubicBezTo>
                  <a:cubicBezTo>
                    <a:pt x="1" y="1708"/>
                    <a:pt x="13" y="1856"/>
                    <a:pt x="45" y="1996"/>
                  </a:cubicBezTo>
                  <a:cubicBezTo>
                    <a:pt x="77" y="2140"/>
                    <a:pt x="125" y="2280"/>
                    <a:pt x="189" y="2408"/>
                  </a:cubicBezTo>
                  <a:cubicBezTo>
                    <a:pt x="245" y="2540"/>
                    <a:pt x="313" y="2664"/>
                    <a:pt x="373" y="2788"/>
                  </a:cubicBezTo>
                  <a:cubicBezTo>
                    <a:pt x="489" y="3040"/>
                    <a:pt x="525" y="3320"/>
                    <a:pt x="481" y="3592"/>
                  </a:cubicBezTo>
                  <a:cubicBezTo>
                    <a:pt x="465" y="3660"/>
                    <a:pt x="457" y="3732"/>
                    <a:pt x="457" y="3804"/>
                  </a:cubicBezTo>
                  <a:cubicBezTo>
                    <a:pt x="469" y="3880"/>
                    <a:pt x="505" y="3948"/>
                    <a:pt x="557" y="3996"/>
                  </a:cubicBezTo>
                  <a:lnTo>
                    <a:pt x="569" y="3988"/>
                  </a:lnTo>
                  <a:cubicBezTo>
                    <a:pt x="525" y="3936"/>
                    <a:pt x="497" y="3872"/>
                    <a:pt x="493" y="3804"/>
                  </a:cubicBezTo>
                  <a:cubicBezTo>
                    <a:pt x="497" y="3736"/>
                    <a:pt x="513" y="3668"/>
                    <a:pt x="533" y="3604"/>
                  </a:cubicBezTo>
                  <a:cubicBezTo>
                    <a:pt x="549" y="3532"/>
                    <a:pt x="561" y="3464"/>
                    <a:pt x="569" y="3392"/>
                  </a:cubicBezTo>
                  <a:cubicBezTo>
                    <a:pt x="569" y="3352"/>
                    <a:pt x="565" y="3316"/>
                    <a:pt x="569" y="3280"/>
                  </a:cubicBezTo>
                  <a:cubicBezTo>
                    <a:pt x="569" y="3248"/>
                    <a:pt x="561" y="3208"/>
                    <a:pt x="561" y="3176"/>
                  </a:cubicBezTo>
                  <a:cubicBezTo>
                    <a:pt x="553" y="3028"/>
                    <a:pt x="517" y="2888"/>
                    <a:pt x="461" y="2752"/>
                  </a:cubicBezTo>
                  <a:cubicBezTo>
                    <a:pt x="409" y="2616"/>
                    <a:pt x="341" y="2492"/>
                    <a:pt x="293" y="2364"/>
                  </a:cubicBezTo>
                  <a:cubicBezTo>
                    <a:pt x="237" y="2240"/>
                    <a:pt x="197" y="2108"/>
                    <a:pt x="169" y="1976"/>
                  </a:cubicBezTo>
                  <a:cubicBezTo>
                    <a:pt x="149" y="1840"/>
                    <a:pt x="141" y="1704"/>
                    <a:pt x="145" y="1568"/>
                  </a:cubicBezTo>
                  <a:cubicBezTo>
                    <a:pt x="153" y="1436"/>
                    <a:pt x="173" y="1300"/>
                    <a:pt x="205" y="1168"/>
                  </a:cubicBezTo>
                  <a:cubicBezTo>
                    <a:pt x="221" y="1104"/>
                    <a:pt x="241" y="1040"/>
                    <a:pt x="269" y="976"/>
                  </a:cubicBezTo>
                  <a:cubicBezTo>
                    <a:pt x="277" y="944"/>
                    <a:pt x="293" y="916"/>
                    <a:pt x="305" y="888"/>
                  </a:cubicBezTo>
                  <a:cubicBezTo>
                    <a:pt x="321" y="860"/>
                    <a:pt x="337" y="832"/>
                    <a:pt x="357" y="804"/>
                  </a:cubicBezTo>
                  <a:cubicBezTo>
                    <a:pt x="425" y="700"/>
                    <a:pt x="533" y="624"/>
                    <a:pt x="657" y="596"/>
                  </a:cubicBezTo>
                  <a:cubicBezTo>
                    <a:pt x="797" y="564"/>
                    <a:pt x="933" y="520"/>
                    <a:pt x="1065" y="468"/>
                  </a:cubicBezTo>
                  <a:cubicBezTo>
                    <a:pt x="1101" y="456"/>
                    <a:pt x="1133" y="440"/>
                    <a:pt x="1165" y="420"/>
                  </a:cubicBezTo>
                  <a:cubicBezTo>
                    <a:pt x="1201" y="400"/>
                    <a:pt x="1233" y="376"/>
                    <a:pt x="1261" y="364"/>
                  </a:cubicBezTo>
                  <a:cubicBezTo>
                    <a:pt x="1289" y="348"/>
                    <a:pt x="1313" y="332"/>
                    <a:pt x="1345" y="316"/>
                  </a:cubicBezTo>
                  <a:cubicBezTo>
                    <a:pt x="1377" y="304"/>
                    <a:pt x="1405" y="292"/>
                    <a:pt x="1437" y="280"/>
                  </a:cubicBezTo>
                  <a:cubicBezTo>
                    <a:pt x="1565" y="236"/>
                    <a:pt x="1701" y="204"/>
                    <a:pt x="1837" y="184"/>
                  </a:cubicBezTo>
                  <a:cubicBezTo>
                    <a:pt x="2113" y="140"/>
                    <a:pt x="2393" y="112"/>
                    <a:pt x="2669" y="104"/>
                  </a:cubicBezTo>
                  <a:cubicBezTo>
                    <a:pt x="2720" y="101"/>
                    <a:pt x="2771" y="98"/>
                    <a:pt x="2820" y="98"/>
                  </a:cubicBezTo>
                  <a:cubicBezTo>
                    <a:pt x="2841" y="98"/>
                    <a:pt x="2861" y="99"/>
                    <a:pt x="2881" y="100"/>
                  </a:cubicBezTo>
                  <a:cubicBezTo>
                    <a:pt x="2949" y="100"/>
                    <a:pt x="3025" y="96"/>
                    <a:pt x="3093" y="92"/>
                  </a:cubicBezTo>
                  <a:cubicBezTo>
                    <a:pt x="3226" y="81"/>
                    <a:pt x="3356" y="70"/>
                    <a:pt x="3486" y="56"/>
                  </a:cubicBezTo>
                  <a:lnTo>
                    <a:pt x="3486" y="56"/>
                  </a:lnTo>
                  <a:cubicBezTo>
                    <a:pt x="3466" y="145"/>
                    <a:pt x="3456" y="235"/>
                    <a:pt x="3453" y="324"/>
                  </a:cubicBezTo>
                  <a:cubicBezTo>
                    <a:pt x="3449" y="424"/>
                    <a:pt x="3453" y="528"/>
                    <a:pt x="3473" y="628"/>
                  </a:cubicBezTo>
                  <a:cubicBezTo>
                    <a:pt x="3481" y="680"/>
                    <a:pt x="3493" y="728"/>
                    <a:pt x="3509" y="780"/>
                  </a:cubicBezTo>
                  <a:lnTo>
                    <a:pt x="3541" y="852"/>
                  </a:lnTo>
                  <a:lnTo>
                    <a:pt x="3573" y="920"/>
                  </a:lnTo>
                  <a:cubicBezTo>
                    <a:pt x="3625" y="1008"/>
                    <a:pt x="3669" y="1096"/>
                    <a:pt x="3709" y="1184"/>
                  </a:cubicBezTo>
                  <a:cubicBezTo>
                    <a:pt x="3753" y="1276"/>
                    <a:pt x="3793" y="1368"/>
                    <a:pt x="3829" y="1460"/>
                  </a:cubicBezTo>
                  <a:cubicBezTo>
                    <a:pt x="3869" y="1552"/>
                    <a:pt x="3905" y="1644"/>
                    <a:pt x="3941" y="1736"/>
                  </a:cubicBezTo>
                  <a:cubicBezTo>
                    <a:pt x="3973" y="1828"/>
                    <a:pt x="4009" y="1924"/>
                    <a:pt x="4041" y="2016"/>
                  </a:cubicBezTo>
                  <a:cubicBezTo>
                    <a:pt x="4069" y="2112"/>
                    <a:pt x="4101" y="2204"/>
                    <a:pt x="4125" y="2300"/>
                  </a:cubicBezTo>
                  <a:cubicBezTo>
                    <a:pt x="4145" y="2392"/>
                    <a:pt x="4161" y="2484"/>
                    <a:pt x="4169" y="2576"/>
                  </a:cubicBezTo>
                  <a:cubicBezTo>
                    <a:pt x="4169" y="2672"/>
                    <a:pt x="4149" y="2764"/>
                    <a:pt x="4113" y="2852"/>
                  </a:cubicBezTo>
                  <a:cubicBezTo>
                    <a:pt x="4049" y="3032"/>
                    <a:pt x="3937" y="3192"/>
                    <a:pt x="3789" y="3312"/>
                  </a:cubicBezTo>
                  <a:cubicBezTo>
                    <a:pt x="3717" y="3372"/>
                    <a:pt x="3633" y="3420"/>
                    <a:pt x="3545" y="3448"/>
                  </a:cubicBezTo>
                  <a:cubicBezTo>
                    <a:pt x="3525" y="3456"/>
                    <a:pt x="3497" y="3464"/>
                    <a:pt x="3473" y="3468"/>
                  </a:cubicBezTo>
                  <a:lnTo>
                    <a:pt x="3401" y="3484"/>
                  </a:lnTo>
                  <a:cubicBezTo>
                    <a:pt x="3349" y="3496"/>
                    <a:pt x="3301" y="3512"/>
                    <a:pt x="3253" y="3532"/>
                  </a:cubicBezTo>
                  <a:cubicBezTo>
                    <a:pt x="3157" y="3568"/>
                    <a:pt x="3065" y="3612"/>
                    <a:pt x="2977" y="3664"/>
                  </a:cubicBezTo>
                  <a:cubicBezTo>
                    <a:pt x="2893" y="3716"/>
                    <a:pt x="2809" y="3772"/>
                    <a:pt x="2733" y="3840"/>
                  </a:cubicBezTo>
                  <a:lnTo>
                    <a:pt x="2737" y="3848"/>
                  </a:lnTo>
                  <a:cubicBezTo>
                    <a:pt x="2821" y="3792"/>
                    <a:pt x="2905" y="3740"/>
                    <a:pt x="2997" y="3696"/>
                  </a:cubicBezTo>
                  <a:cubicBezTo>
                    <a:pt x="3085" y="3652"/>
                    <a:pt x="3177" y="3616"/>
                    <a:pt x="3269" y="3588"/>
                  </a:cubicBezTo>
                  <a:cubicBezTo>
                    <a:pt x="3317" y="3576"/>
                    <a:pt x="3361" y="3564"/>
                    <a:pt x="3413" y="3552"/>
                  </a:cubicBezTo>
                  <a:lnTo>
                    <a:pt x="3485" y="3540"/>
                  </a:lnTo>
                  <a:cubicBezTo>
                    <a:pt x="3509" y="3536"/>
                    <a:pt x="3537" y="3532"/>
                    <a:pt x="3561" y="3524"/>
                  </a:cubicBezTo>
                  <a:cubicBezTo>
                    <a:pt x="3665" y="3496"/>
                    <a:pt x="3761" y="3452"/>
                    <a:pt x="3845" y="3388"/>
                  </a:cubicBezTo>
                  <a:cubicBezTo>
                    <a:pt x="4017" y="3260"/>
                    <a:pt x="4145" y="3088"/>
                    <a:pt x="4221" y="2892"/>
                  </a:cubicBezTo>
                  <a:cubicBezTo>
                    <a:pt x="4261" y="2792"/>
                    <a:pt x="4285" y="2688"/>
                    <a:pt x="4289" y="2580"/>
                  </a:cubicBezTo>
                  <a:cubicBezTo>
                    <a:pt x="4285" y="2476"/>
                    <a:pt x="4269" y="2368"/>
                    <a:pt x="4241" y="2264"/>
                  </a:cubicBezTo>
                  <a:cubicBezTo>
                    <a:pt x="4213" y="2168"/>
                    <a:pt x="4185" y="2068"/>
                    <a:pt x="4149" y="1972"/>
                  </a:cubicBezTo>
                  <a:cubicBezTo>
                    <a:pt x="4117" y="1880"/>
                    <a:pt x="4081" y="1784"/>
                    <a:pt x="4041" y="1692"/>
                  </a:cubicBezTo>
                  <a:cubicBezTo>
                    <a:pt x="4001" y="1600"/>
                    <a:pt x="3957" y="1508"/>
                    <a:pt x="3913" y="1416"/>
                  </a:cubicBezTo>
                  <a:cubicBezTo>
                    <a:pt x="3869" y="1324"/>
                    <a:pt x="3821" y="1236"/>
                    <a:pt x="3777" y="1148"/>
                  </a:cubicBezTo>
                  <a:cubicBezTo>
                    <a:pt x="3729" y="1060"/>
                    <a:pt x="3681" y="968"/>
                    <a:pt x="3625" y="888"/>
                  </a:cubicBezTo>
                  <a:lnTo>
                    <a:pt x="3589" y="820"/>
                  </a:lnTo>
                  <a:cubicBezTo>
                    <a:pt x="3577" y="800"/>
                    <a:pt x="3569" y="780"/>
                    <a:pt x="3561" y="756"/>
                  </a:cubicBezTo>
                  <a:cubicBezTo>
                    <a:pt x="3545" y="712"/>
                    <a:pt x="3529" y="664"/>
                    <a:pt x="3517" y="616"/>
                  </a:cubicBezTo>
                  <a:cubicBezTo>
                    <a:pt x="3501" y="520"/>
                    <a:pt x="3493" y="420"/>
                    <a:pt x="3497" y="324"/>
                  </a:cubicBezTo>
                  <a:cubicBezTo>
                    <a:pt x="3497" y="224"/>
                    <a:pt x="3513" y="128"/>
                    <a:pt x="3533" y="32"/>
                  </a:cubicBezTo>
                  <a:lnTo>
                    <a:pt x="35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54"/>
            <p:cNvSpPr/>
            <p:nvPr/>
          </p:nvSpPr>
          <p:spPr>
            <a:xfrm>
              <a:off x="1737410" y="2169625"/>
              <a:ext cx="773894" cy="711838"/>
            </a:xfrm>
            <a:custGeom>
              <a:avLst/>
              <a:gdLst/>
              <a:ahLst/>
              <a:cxnLst/>
              <a:rect l="l" t="t" r="r" b="b"/>
              <a:pathLst>
                <a:path w="3841" h="3533" extrusionOk="0">
                  <a:moveTo>
                    <a:pt x="1907" y="1"/>
                  </a:moveTo>
                  <a:cubicBezTo>
                    <a:pt x="1880" y="1"/>
                    <a:pt x="1852" y="1"/>
                    <a:pt x="1825" y="2"/>
                  </a:cubicBezTo>
                  <a:cubicBezTo>
                    <a:pt x="1721" y="2"/>
                    <a:pt x="1621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6" y="126"/>
                    <a:pt x="828" y="142"/>
                    <a:pt x="780" y="158"/>
                  </a:cubicBezTo>
                  <a:lnTo>
                    <a:pt x="640" y="214"/>
                  </a:lnTo>
                  <a:cubicBezTo>
                    <a:pt x="548" y="254"/>
                    <a:pt x="452" y="282"/>
                    <a:pt x="356" y="298"/>
                  </a:cubicBezTo>
                  <a:cubicBezTo>
                    <a:pt x="306" y="311"/>
                    <a:pt x="253" y="317"/>
                    <a:pt x="199" y="317"/>
                  </a:cubicBezTo>
                  <a:cubicBezTo>
                    <a:pt x="156" y="317"/>
                    <a:pt x="112" y="313"/>
                    <a:pt x="68" y="306"/>
                  </a:cubicBezTo>
                  <a:lnTo>
                    <a:pt x="0" y="294"/>
                  </a:lnTo>
                  <a:lnTo>
                    <a:pt x="40" y="354"/>
                  </a:lnTo>
                  <a:cubicBezTo>
                    <a:pt x="96" y="446"/>
                    <a:pt x="132" y="550"/>
                    <a:pt x="144" y="662"/>
                  </a:cubicBezTo>
                  <a:cubicBezTo>
                    <a:pt x="156" y="770"/>
                    <a:pt x="148" y="878"/>
                    <a:pt x="120" y="986"/>
                  </a:cubicBezTo>
                  <a:lnTo>
                    <a:pt x="100" y="1070"/>
                  </a:lnTo>
                  <a:lnTo>
                    <a:pt x="84" y="1158"/>
                  </a:lnTo>
                  <a:cubicBezTo>
                    <a:pt x="80" y="1218"/>
                    <a:pt x="72" y="1278"/>
                    <a:pt x="72" y="1334"/>
                  </a:cubicBezTo>
                  <a:cubicBezTo>
                    <a:pt x="68" y="1454"/>
                    <a:pt x="80" y="1574"/>
                    <a:pt x="104" y="1690"/>
                  </a:cubicBezTo>
                  <a:cubicBezTo>
                    <a:pt x="128" y="1810"/>
                    <a:pt x="172" y="1922"/>
                    <a:pt x="232" y="2030"/>
                  </a:cubicBezTo>
                  <a:cubicBezTo>
                    <a:pt x="296" y="2134"/>
                    <a:pt x="372" y="2230"/>
                    <a:pt x="468" y="2306"/>
                  </a:cubicBezTo>
                  <a:lnTo>
                    <a:pt x="540" y="2362"/>
                  </a:lnTo>
                  <a:cubicBezTo>
                    <a:pt x="564" y="2382"/>
                    <a:pt x="592" y="2398"/>
                    <a:pt x="616" y="2414"/>
                  </a:cubicBezTo>
                  <a:cubicBezTo>
                    <a:pt x="668" y="2446"/>
                    <a:pt x="724" y="2470"/>
                    <a:pt x="780" y="2494"/>
                  </a:cubicBezTo>
                  <a:cubicBezTo>
                    <a:pt x="888" y="2542"/>
                    <a:pt x="996" y="2578"/>
                    <a:pt x="1104" y="2614"/>
                  </a:cubicBezTo>
                  <a:cubicBezTo>
                    <a:pt x="1324" y="2690"/>
                    <a:pt x="1544" y="2754"/>
                    <a:pt x="1757" y="2834"/>
                  </a:cubicBezTo>
                  <a:cubicBezTo>
                    <a:pt x="1861" y="2874"/>
                    <a:pt x="1965" y="2914"/>
                    <a:pt x="2065" y="2966"/>
                  </a:cubicBezTo>
                  <a:cubicBezTo>
                    <a:pt x="2165" y="3014"/>
                    <a:pt x="2257" y="3074"/>
                    <a:pt x="2341" y="3142"/>
                  </a:cubicBezTo>
                  <a:cubicBezTo>
                    <a:pt x="2381" y="3178"/>
                    <a:pt x="2421" y="3218"/>
                    <a:pt x="2457" y="3258"/>
                  </a:cubicBezTo>
                  <a:lnTo>
                    <a:pt x="2481" y="3290"/>
                  </a:lnTo>
                  <a:lnTo>
                    <a:pt x="2489" y="3298"/>
                  </a:lnTo>
                  <a:lnTo>
                    <a:pt x="2493" y="3302"/>
                  </a:lnTo>
                  <a:lnTo>
                    <a:pt x="2501" y="3310"/>
                  </a:lnTo>
                  <a:lnTo>
                    <a:pt x="2517" y="3326"/>
                  </a:lnTo>
                  <a:cubicBezTo>
                    <a:pt x="2533" y="3346"/>
                    <a:pt x="2557" y="3370"/>
                    <a:pt x="2581" y="3390"/>
                  </a:cubicBezTo>
                  <a:cubicBezTo>
                    <a:pt x="2677" y="3466"/>
                    <a:pt x="2793" y="3514"/>
                    <a:pt x="2917" y="3526"/>
                  </a:cubicBezTo>
                  <a:cubicBezTo>
                    <a:pt x="2958" y="3531"/>
                    <a:pt x="3000" y="3533"/>
                    <a:pt x="3042" y="3533"/>
                  </a:cubicBezTo>
                  <a:cubicBezTo>
                    <a:pt x="3118" y="3533"/>
                    <a:pt x="3193" y="3526"/>
                    <a:pt x="3265" y="3510"/>
                  </a:cubicBezTo>
                  <a:cubicBezTo>
                    <a:pt x="3381" y="3490"/>
                    <a:pt x="3493" y="3454"/>
                    <a:pt x="3597" y="3410"/>
                  </a:cubicBezTo>
                  <a:lnTo>
                    <a:pt x="3593" y="3398"/>
                  </a:lnTo>
                  <a:cubicBezTo>
                    <a:pt x="3485" y="3430"/>
                    <a:pt x="3373" y="3454"/>
                    <a:pt x="3261" y="3466"/>
                  </a:cubicBezTo>
                  <a:cubicBezTo>
                    <a:pt x="3219" y="3471"/>
                    <a:pt x="3177" y="3473"/>
                    <a:pt x="3135" y="3473"/>
                  </a:cubicBezTo>
                  <a:cubicBezTo>
                    <a:pt x="3065" y="3473"/>
                    <a:pt x="2996" y="3467"/>
                    <a:pt x="2929" y="3454"/>
                  </a:cubicBezTo>
                  <a:cubicBezTo>
                    <a:pt x="2821" y="3438"/>
                    <a:pt x="2725" y="3390"/>
                    <a:pt x="2645" y="3322"/>
                  </a:cubicBezTo>
                  <a:cubicBezTo>
                    <a:pt x="2625" y="3302"/>
                    <a:pt x="2605" y="3282"/>
                    <a:pt x="2589" y="3262"/>
                  </a:cubicBezTo>
                  <a:lnTo>
                    <a:pt x="2565" y="3230"/>
                  </a:lnTo>
                  <a:lnTo>
                    <a:pt x="2537" y="3194"/>
                  </a:lnTo>
                  <a:cubicBezTo>
                    <a:pt x="2501" y="3146"/>
                    <a:pt x="2457" y="3102"/>
                    <a:pt x="2413" y="3062"/>
                  </a:cubicBezTo>
                  <a:cubicBezTo>
                    <a:pt x="2325" y="2982"/>
                    <a:pt x="2229" y="2914"/>
                    <a:pt x="2121" y="2858"/>
                  </a:cubicBezTo>
                  <a:cubicBezTo>
                    <a:pt x="2021" y="2802"/>
                    <a:pt x="1913" y="2750"/>
                    <a:pt x="1805" y="2706"/>
                  </a:cubicBezTo>
                  <a:cubicBezTo>
                    <a:pt x="1588" y="2622"/>
                    <a:pt x="1368" y="2550"/>
                    <a:pt x="1152" y="2478"/>
                  </a:cubicBezTo>
                  <a:lnTo>
                    <a:pt x="992" y="2422"/>
                  </a:lnTo>
                  <a:cubicBezTo>
                    <a:pt x="940" y="2402"/>
                    <a:pt x="880" y="2382"/>
                    <a:pt x="836" y="2362"/>
                  </a:cubicBezTo>
                  <a:cubicBezTo>
                    <a:pt x="784" y="2342"/>
                    <a:pt x="736" y="2318"/>
                    <a:pt x="688" y="2290"/>
                  </a:cubicBezTo>
                  <a:cubicBezTo>
                    <a:pt x="548" y="2214"/>
                    <a:pt x="432" y="2102"/>
                    <a:pt x="348" y="1962"/>
                  </a:cubicBezTo>
                  <a:cubicBezTo>
                    <a:pt x="292" y="1870"/>
                    <a:pt x="248" y="1770"/>
                    <a:pt x="224" y="1662"/>
                  </a:cubicBezTo>
                  <a:cubicBezTo>
                    <a:pt x="196" y="1558"/>
                    <a:pt x="184" y="1446"/>
                    <a:pt x="184" y="1338"/>
                  </a:cubicBezTo>
                  <a:cubicBezTo>
                    <a:pt x="184" y="1282"/>
                    <a:pt x="184" y="1226"/>
                    <a:pt x="192" y="1170"/>
                  </a:cubicBezTo>
                  <a:lnTo>
                    <a:pt x="200" y="1090"/>
                  </a:lnTo>
                  <a:lnTo>
                    <a:pt x="212" y="1006"/>
                  </a:lnTo>
                  <a:cubicBezTo>
                    <a:pt x="236" y="890"/>
                    <a:pt x="240" y="770"/>
                    <a:pt x="220" y="650"/>
                  </a:cubicBezTo>
                  <a:cubicBezTo>
                    <a:pt x="204" y="551"/>
                    <a:pt x="171" y="457"/>
                    <a:pt x="122" y="371"/>
                  </a:cubicBezTo>
                  <a:lnTo>
                    <a:pt x="122" y="371"/>
                  </a:lnTo>
                  <a:cubicBezTo>
                    <a:pt x="132" y="372"/>
                    <a:pt x="142" y="372"/>
                    <a:pt x="153" y="372"/>
                  </a:cubicBezTo>
                  <a:cubicBezTo>
                    <a:pt x="224" y="372"/>
                    <a:pt x="295" y="363"/>
                    <a:pt x="364" y="346"/>
                  </a:cubicBezTo>
                  <a:cubicBezTo>
                    <a:pt x="464" y="326"/>
                    <a:pt x="564" y="294"/>
                    <a:pt x="656" y="254"/>
                  </a:cubicBezTo>
                  <a:cubicBezTo>
                    <a:pt x="700" y="234"/>
                    <a:pt x="748" y="214"/>
                    <a:pt x="792" y="198"/>
                  </a:cubicBezTo>
                  <a:cubicBezTo>
                    <a:pt x="840" y="186"/>
                    <a:pt x="884" y="170"/>
                    <a:pt x="936" y="158"/>
                  </a:cubicBezTo>
                  <a:cubicBezTo>
                    <a:pt x="1032" y="138"/>
                    <a:pt x="1132" y="118"/>
                    <a:pt x="1228" y="110"/>
                  </a:cubicBezTo>
                  <a:cubicBezTo>
                    <a:pt x="1328" y="98"/>
                    <a:pt x="1428" y="90"/>
                    <a:pt x="1528" y="90"/>
                  </a:cubicBezTo>
                  <a:cubicBezTo>
                    <a:pt x="1568" y="89"/>
                    <a:pt x="1609" y="88"/>
                    <a:pt x="1650" y="88"/>
                  </a:cubicBezTo>
                  <a:cubicBezTo>
                    <a:pt x="1707" y="88"/>
                    <a:pt x="1766" y="90"/>
                    <a:pt x="1825" y="94"/>
                  </a:cubicBezTo>
                  <a:cubicBezTo>
                    <a:pt x="1921" y="98"/>
                    <a:pt x="2021" y="106"/>
                    <a:pt x="2117" y="122"/>
                  </a:cubicBezTo>
                  <a:cubicBezTo>
                    <a:pt x="2165" y="130"/>
                    <a:pt x="2213" y="134"/>
                    <a:pt x="2261" y="146"/>
                  </a:cubicBezTo>
                  <a:lnTo>
                    <a:pt x="2333" y="162"/>
                  </a:lnTo>
                  <a:lnTo>
                    <a:pt x="2405" y="178"/>
                  </a:lnTo>
                  <a:cubicBezTo>
                    <a:pt x="2453" y="190"/>
                    <a:pt x="2493" y="206"/>
                    <a:pt x="2537" y="222"/>
                  </a:cubicBezTo>
                  <a:cubicBezTo>
                    <a:pt x="2557" y="230"/>
                    <a:pt x="2581" y="242"/>
                    <a:pt x="2605" y="254"/>
                  </a:cubicBezTo>
                  <a:lnTo>
                    <a:pt x="2633" y="266"/>
                  </a:lnTo>
                  <a:lnTo>
                    <a:pt x="2661" y="286"/>
                  </a:lnTo>
                  <a:cubicBezTo>
                    <a:pt x="2741" y="334"/>
                    <a:pt x="2809" y="398"/>
                    <a:pt x="2861" y="474"/>
                  </a:cubicBezTo>
                  <a:cubicBezTo>
                    <a:pt x="2921" y="554"/>
                    <a:pt x="2969" y="634"/>
                    <a:pt x="3013" y="722"/>
                  </a:cubicBezTo>
                  <a:cubicBezTo>
                    <a:pt x="3057" y="810"/>
                    <a:pt x="3097" y="898"/>
                    <a:pt x="3137" y="990"/>
                  </a:cubicBezTo>
                  <a:lnTo>
                    <a:pt x="3253" y="1266"/>
                  </a:lnTo>
                  <a:cubicBezTo>
                    <a:pt x="3293" y="1362"/>
                    <a:pt x="3341" y="1454"/>
                    <a:pt x="3401" y="1538"/>
                  </a:cubicBezTo>
                  <a:lnTo>
                    <a:pt x="3425" y="1574"/>
                  </a:lnTo>
                  <a:lnTo>
                    <a:pt x="3453" y="1598"/>
                  </a:lnTo>
                  <a:lnTo>
                    <a:pt x="3465" y="1610"/>
                  </a:lnTo>
                  <a:cubicBezTo>
                    <a:pt x="3473" y="1618"/>
                    <a:pt x="3477" y="1622"/>
                    <a:pt x="3485" y="1626"/>
                  </a:cubicBezTo>
                  <a:lnTo>
                    <a:pt x="3513" y="1646"/>
                  </a:lnTo>
                  <a:cubicBezTo>
                    <a:pt x="3553" y="1678"/>
                    <a:pt x="3589" y="1710"/>
                    <a:pt x="3629" y="1742"/>
                  </a:cubicBezTo>
                  <a:cubicBezTo>
                    <a:pt x="3701" y="1810"/>
                    <a:pt x="3769" y="1878"/>
                    <a:pt x="3833" y="1958"/>
                  </a:cubicBezTo>
                  <a:lnTo>
                    <a:pt x="3841" y="1946"/>
                  </a:lnTo>
                  <a:cubicBezTo>
                    <a:pt x="3789" y="1862"/>
                    <a:pt x="3725" y="1782"/>
                    <a:pt x="3657" y="1710"/>
                  </a:cubicBezTo>
                  <a:cubicBezTo>
                    <a:pt x="3621" y="1670"/>
                    <a:pt x="3585" y="1634"/>
                    <a:pt x="3549" y="1602"/>
                  </a:cubicBezTo>
                  <a:lnTo>
                    <a:pt x="3521" y="1574"/>
                  </a:lnTo>
                  <a:cubicBezTo>
                    <a:pt x="3517" y="1570"/>
                    <a:pt x="3513" y="1570"/>
                    <a:pt x="3509" y="1566"/>
                  </a:cubicBezTo>
                  <a:lnTo>
                    <a:pt x="3497" y="1550"/>
                  </a:lnTo>
                  <a:lnTo>
                    <a:pt x="3473" y="1522"/>
                  </a:lnTo>
                  <a:lnTo>
                    <a:pt x="3453" y="1494"/>
                  </a:lnTo>
                  <a:cubicBezTo>
                    <a:pt x="3405" y="1410"/>
                    <a:pt x="3365" y="1322"/>
                    <a:pt x="3333" y="1230"/>
                  </a:cubicBezTo>
                  <a:lnTo>
                    <a:pt x="3233" y="950"/>
                  </a:lnTo>
                  <a:cubicBezTo>
                    <a:pt x="3197" y="854"/>
                    <a:pt x="3157" y="762"/>
                    <a:pt x="3113" y="670"/>
                  </a:cubicBezTo>
                  <a:cubicBezTo>
                    <a:pt x="3069" y="574"/>
                    <a:pt x="3017" y="486"/>
                    <a:pt x="2957" y="402"/>
                  </a:cubicBezTo>
                  <a:cubicBezTo>
                    <a:pt x="2893" y="314"/>
                    <a:pt x="2817" y="238"/>
                    <a:pt x="2725" y="178"/>
                  </a:cubicBezTo>
                  <a:lnTo>
                    <a:pt x="2689" y="154"/>
                  </a:lnTo>
                  <a:lnTo>
                    <a:pt x="2653" y="138"/>
                  </a:lnTo>
                  <a:cubicBezTo>
                    <a:pt x="2629" y="130"/>
                    <a:pt x="2609" y="118"/>
                    <a:pt x="2585" y="106"/>
                  </a:cubicBezTo>
                  <a:cubicBezTo>
                    <a:pt x="2533" y="90"/>
                    <a:pt x="2485" y="74"/>
                    <a:pt x="2433" y="62"/>
                  </a:cubicBezTo>
                  <a:lnTo>
                    <a:pt x="2357" y="42"/>
                  </a:lnTo>
                  <a:lnTo>
                    <a:pt x="2281" y="30"/>
                  </a:lnTo>
                  <a:cubicBezTo>
                    <a:pt x="2229" y="22"/>
                    <a:pt x="2181" y="14"/>
                    <a:pt x="2129" y="10"/>
                  </a:cubicBezTo>
                  <a:cubicBezTo>
                    <a:pt x="2055" y="4"/>
                    <a:pt x="1982" y="1"/>
                    <a:pt x="19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54"/>
            <p:cNvSpPr/>
            <p:nvPr/>
          </p:nvSpPr>
          <p:spPr>
            <a:xfrm>
              <a:off x="2371682" y="2363452"/>
              <a:ext cx="208131" cy="385436"/>
            </a:xfrm>
            <a:custGeom>
              <a:avLst/>
              <a:gdLst/>
              <a:ahLst/>
              <a:cxnLst/>
              <a:rect l="l" t="t" r="r" b="b"/>
              <a:pathLst>
                <a:path w="1033" h="1913" extrusionOk="0">
                  <a:moveTo>
                    <a:pt x="549" y="0"/>
                  </a:moveTo>
                  <a:cubicBezTo>
                    <a:pt x="541" y="44"/>
                    <a:pt x="549" y="92"/>
                    <a:pt x="573" y="132"/>
                  </a:cubicBezTo>
                  <a:cubicBezTo>
                    <a:pt x="593" y="172"/>
                    <a:pt x="617" y="208"/>
                    <a:pt x="645" y="244"/>
                  </a:cubicBezTo>
                  <a:cubicBezTo>
                    <a:pt x="705" y="312"/>
                    <a:pt x="769" y="376"/>
                    <a:pt x="821" y="440"/>
                  </a:cubicBezTo>
                  <a:cubicBezTo>
                    <a:pt x="849" y="472"/>
                    <a:pt x="869" y="508"/>
                    <a:pt x="885" y="544"/>
                  </a:cubicBezTo>
                  <a:cubicBezTo>
                    <a:pt x="901" y="584"/>
                    <a:pt x="917" y="624"/>
                    <a:pt x="925" y="664"/>
                  </a:cubicBezTo>
                  <a:cubicBezTo>
                    <a:pt x="945" y="744"/>
                    <a:pt x="953" y="828"/>
                    <a:pt x="953" y="912"/>
                  </a:cubicBezTo>
                  <a:cubicBezTo>
                    <a:pt x="953" y="956"/>
                    <a:pt x="945" y="996"/>
                    <a:pt x="941" y="1040"/>
                  </a:cubicBezTo>
                  <a:cubicBezTo>
                    <a:pt x="937" y="1060"/>
                    <a:pt x="933" y="1080"/>
                    <a:pt x="925" y="1100"/>
                  </a:cubicBezTo>
                  <a:cubicBezTo>
                    <a:pt x="921" y="1120"/>
                    <a:pt x="913" y="1140"/>
                    <a:pt x="909" y="1160"/>
                  </a:cubicBezTo>
                  <a:cubicBezTo>
                    <a:pt x="877" y="1244"/>
                    <a:pt x="845" y="1328"/>
                    <a:pt x="821" y="1412"/>
                  </a:cubicBezTo>
                  <a:cubicBezTo>
                    <a:pt x="809" y="1456"/>
                    <a:pt x="797" y="1496"/>
                    <a:pt x="789" y="1544"/>
                  </a:cubicBezTo>
                  <a:cubicBezTo>
                    <a:pt x="777" y="1588"/>
                    <a:pt x="773" y="1632"/>
                    <a:pt x="773" y="1676"/>
                  </a:cubicBezTo>
                  <a:cubicBezTo>
                    <a:pt x="773" y="1724"/>
                    <a:pt x="781" y="1768"/>
                    <a:pt x="801" y="1812"/>
                  </a:cubicBezTo>
                  <a:cubicBezTo>
                    <a:pt x="807" y="1824"/>
                    <a:pt x="814" y="1836"/>
                    <a:pt x="822" y="1846"/>
                  </a:cubicBezTo>
                  <a:lnTo>
                    <a:pt x="822" y="1846"/>
                  </a:lnTo>
                  <a:cubicBezTo>
                    <a:pt x="751" y="1808"/>
                    <a:pt x="680" y="1768"/>
                    <a:pt x="609" y="1728"/>
                  </a:cubicBezTo>
                  <a:cubicBezTo>
                    <a:pt x="585" y="1716"/>
                    <a:pt x="561" y="1704"/>
                    <a:pt x="541" y="1688"/>
                  </a:cubicBezTo>
                  <a:cubicBezTo>
                    <a:pt x="521" y="1668"/>
                    <a:pt x="509" y="1648"/>
                    <a:pt x="501" y="1624"/>
                  </a:cubicBezTo>
                  <a:cubicBezTo>
                    <a:pt x="481" y="1576"/>
                    <a:pt x="461" y="1524"/>
                    <a:pt x="449" y="1468"/>
                  </a:cubicBezTo>
                  <a:cubicBezTo>
                    <a:pt x="437" y="1412"/>
                    <a:pt x="421" y="1356"/>
                    <a:pt x="401" y="1304"/>
                  </a:cubicBezTo>
                  <a:cubicBezTo>
                    <a:pt x="389" y="1276"/>
                    <a:pt x="377" y="1248"/>
                    <a:pt x="361" y="1224"/>
                  </a:cubicBezTo>
                  <a:cubicBezTo>
                    <a:pt x="345" y="1196"/>
                    <a:pt x="329" y="1172"/>
                    <a:pt x="309" y="1152"/>
                  </a:cubicBezTo>
                  <a:cubicBezTo>
                    <a:pt x="225" y="1068"/>
                    <a:pt x="117" y="1012"/>
                    <a:pt x="1" y="988"/>
                  </a:cubicBezTo>
                  <a:lnTo>
                    <a:pt x="1" y="992"/>
                  </a:lnTo>
                  <a:cubicBezTo>
                    <a:pt x="105" y="1032"/>
                    <a:pt x="197" y="1096"/>
                    <a:pt x="273" y="1180"/>
                  </a:cubicBezTo>
                  <a:cubicBezTo>
                    <a:pt x="289" y="1200"/>
                    <a:pt x="301" y="1224"/>
                    <a:pt x="313" y="1244"/>
                  </a:cubicBezTo>
                  <a:cubicBezTo>
                    <a:pt x="325" y="1272"/>
                    <a:pt x="337" y="1296"/>
                    <a:pt x="345" y="1320"/>
                  </a:cubicBezTo>
                  <a:cubicBezTo>
                    <a:pt x="365" y="1372"/>
                    <a:pt x="377" y="1428"/>
                    <a:pt x="393" y="1484"/>
                  </a:cubicBezTo>
                  <a:cubicBezTo>
                    <a:pt x="405" y="1540"/>
                    <a:pt x="425" y="1596"/>
                    <a:pt x="449" y="1648"/>
                  </a:cubicBezTo>
                  <a:cubicBezTo>
                    <a:pt x="461" y="1680"/>
                    <a:pt x="481" y="1704"/>
                    <a:pt x="509" y="1724"/>
                  </a:cubicBezTo>
                  <a:cubicBezTo>
                    <a:pt x="533" y="1740"/>
                    <a:pt x="561" y="1756"/>
                    <a:pt x="589" y="1768"/>
                  </a:cubicBezTo>
                  <a:cubicBezTo>
                    <a:pt x="682" y="1808"/>
                    <a:pt x="778" y="1850"/>
                    <a:pt x="869" y="1893"/>
                  </a:cubicBezTo>
                  <a:lnTo>
                    <a:pt x="869" y="1893"/>
                  </a:lnTo>
                  <a:cubicBezTo>
                    <a:pt x="878" y="1900"/>
                    <a:pt x="887" y="1907"/>
                    <a:pt x="897" y="1912"/>
                  </a:cubicBezTo>
                  <a:lnTo>
                    <a:pt x="899" y="1908"/>
                  </a:lnTo>
                  <a:lnTo>
                    <a:pt x="899" y="1908"/>
                  </a:lnTo>
                  <a:cubicBezTo>
                    <a:pt x="900" y="1908"/>
                    <a:pt x="900" y="1908"/>
                    <a:pt x="901" y="1908"/>
                  </a:cubicBezTo>
                  <a:lnTo>
                    <a:pt x="904" y="1900"/>
                  </a:lnTo>
                  <a:lnTo>
                    <a:pt x="909" y="1892"/>
                  </a:lnTo>
                  <a:cubicBezTo>
                    <a:pt x="908" y="1892"/>
                    <a:pt x="908" y="1892"/>
                    <a:pt x="907" y="1892"/>
                  </a:cubicBezTo>
                  <a:lnTo>
                    <a:pt x="907" y="1892"/>
                  </a:lnTo>
                  <a:lnTo>
                    <a:pt x="909" y="1888"/>
                  </a:lnTo>
                  <a:cubicBezTo>
                    <a:pt x="873" y="1868"/>
                    <a:pt x="841" y="1840"/>
                    <a:pt x="825" y="1800"/>
                  </a:cubicBezTo>
                  <a:cubicBezTo>
                    <a:pt x="817" y="1780"/>
                    <a:pt x="809" y="1760"/>
                    <a:pt x="805" y="1740"/>
                  </a:cubicBezTo>
                  <a:cubicBezTo>
                    <a:pt x="805" y="1720"/>
                    <a:pt x="805" y="1700"/>
                    <a:pt x="805" y="1676"/>
                  </a:cubicBezTo>
                  <a:cubicBezTo>
                    <a:pt x="809" y="1636"/>
                    <a:pt x="817" y="1592"/>
                    <a:pt x="829" y="1552"/>
                  </a:cubicBezTo>
                  <a:cubicBezTo>
                    <a:pt x="841" y="1508"/>
                    <a:pt x="853" y="1468"/>
                    <a:pt x="869" y="1428"/>
                  </a:cubicBezTo>
                  <a:cubicBezTo>
                    <a:pt x="901" y="1348"/>
                    <a:pt x="937" y="1268"/>
                    <a:pt x="969" y="1184"/>
                  </a:cubicBezTo>
                  <a:cubicBezTo>
                    <a:pt x="977" y="1164"/>
                    <a:pt x="985" y="1140"/>
                    <a:pt x="993" y="1120"/>
                  </a:cubicBezTo>
                  <a:cubicBezTo>
                    <a:pt x="1001" y="1100"/>
                    <a:pt x="1005" y="1076"/>
                    <a:pt x="1009" y="1056"/>
                  </a:cubicBezTo>
                  <a:cubicBezTo>
                    <a:pt x="1017" y="1008"/>
                    <a:pt x="1025" y="964"/>
                    <a:pt x="1029" y="920"/>
                  </a:cubicBezTo>
                  <a:cubicBezTo>
                    <a:pt x="1033" y="828"/>
                    <a:pt x="1021" y="736"/>
                    <a:pt x="997" y="644"/>
                  </a:cubicBezTo>
                  <a:cubicBezTo>
                    <a:pt x="985" y="600"/>
                    <a:pt x="969" y="560"/>
                    <a:pt x="949" y="516"/>
                  </a:cubicBezTo>
                  <a:cubicBezTo>
                    <a:pt x="925" y="476"/>
                    <a:pt x="897" y="436"/>
                    <a:pt x="865" y="404"/>
                  </a:cubicBezTo>
                  <a:cubicBezTo>
                    <a:pt x="805" y="336"/>
                    <a:pt x="737" y="280"/>
                    <a:pt x="677" y="220"/>
                  </a:cubicBezTo>
                  <a:cubicBezTo>
                    <a:pt x="645" y="188"/>
                    <a:pt x="617" y="156"/>
                    <a:pt x="593" y="120"/>
                  </a:cubicBezTo>
                  <a:cubicBezTo>
                    <a:pt x="569" y="84"/>
                    <a:pt x="557" y="40"/>
                    <a:pt x="5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54"/>
            <p:cNvSpPr/>
            <p:nvPr/>
          </p:nvSpPr>
          <p:spPr>
            <a:xfrm>
              <a:off x="2129901" y="2815580"/>
              <a:ext cx="354811" cy="308873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7" y="0"/>
                  </a:moveTo>
                  <a:cubicBezTo>
                    <a:pt x="1153" y="44"/>
                    <a:pt x="1197" y="80"/>
                    <a:pt x="1245" y="104"/>
                  </a:cubicBezTo>
                  <a:cubicBezTo>
                    <a:pt x="1297" y="128"/>
                    <a:pt x="1349" y="144"/>
                    <a:pt x="1405" y="156"/>
                  </a:cubicBezTo>
                  <a:cubicBezTo>
                    <a:pt x="1433" y="160"/>
                    <a:pt x="1461" y="160"/>
                    <a:pt x="1489" y="160"/>
                  </a:cubicBezTo>
                  <a:cubicBezTo>
                    <a:pt x="1517" y="160"/>
                    <a:pt x="1545" y="160"/>
                    <a:pt x="1573" y="156"/>
                  </a:cubicBezTo>
                  <a:lnTo>
                    <a:pt x="1657" y="148"/>
                  </a:lnTo>
                  <a:lnTo>
                    <a:pt x="1691" y="140"/>
                  </a:lnTo>
                  <a:lnTo>
                    <a:pt x="1691" y="140"/>
                  </a:lnTo>
                  <a:cubicBezTo>
                    <a:pt x="1686" y="169"/>
                    <a:pt x="1679" y="199"/>
                    <a:pt x="1669" y="228"/>
                  </a:cubicBezTo>
                  <a:cubicBezTo>
                    <a:pt x="1649" y="268"/>
                    <a:pt x="1625" y="308"/>
                    <a:pt x="1593" y="340"/>
                  </a:cubicBezTo>
                  <a:cubicBezTo>
                    <a:pt x="1561" y="372"/>
                    <a:pt x="1521" y="400"/>
                    <a:pt x="1477" y="416"/>
                  </a:cubicBezTo>
                  <a:cubicBezTo>
                    <a:pt x="1433" y="436"/>
                    <a:pt x="1389" y="452"/>
                    <a:pt x="1345" y="468"/>
                  </a:cubicBezTo>
                  <a:cubicBezTo>
                    <a:pt x="1253" y="500"/>
                    <a:pt x="1161" y="528"/>
                    <a:pt x="1069" y="560"/>
                  </a:cubicBezTo>
                  <a:cubicBezTo>
                    <a:pt x="977" y="596"/>
                    <a:pt x="889" y="640"/>
                    <a:pt x="805" y="688"/>
                  </a:cubicBezTo>
                  <a:cubicBezTo>
                    <a:pt x="765" y="716"/>
                    <a:pt x="725" y="744"/>
                    <a:pt x="685" y="776"/>
                  </a:cubicBezTo>
                  <a:cubicBezTo>
                    <a:pt x="645" y="804"/>
                    <a:pt x="609" y="836"/>
                    <a:pt x="573" y="872"/>
                  </a:cubicBezTo>
                  <a:cubicBezTo>
                    <a:pt x="505" y="940"/>
                    <a:pt x="433" y="1008"/>
                    <a:pt x="369" y="1080"/>
                  </a:cubicBezTo>
                  <a:cubicBezTo>
                    <a:pt x="305" y="1152"/>
                    <a:pt x="241" y="1224"/>
                    <a:pt x="181" y="1296"/>
                  </a:cubicBezTo>
                  <a:cubicBezTo>
                    <a:pt x="117" y="1372"/>
                    <a:pt x="57" y="1448"/>
                    <a:pt x="1" y="1528"/>
                  </a:cubicBezTo>
                  <a:lnTo>
                    <a:pt x="5" y="1532"/>
                  </a:lnTo>
                  <a:lnTo>
                    <a:pt x="213" y="1332"/>
                  </a:lnTo>
                  <a:lnTo>
                    <a:pt x="421" y="1128"/>
                  </a:lnTo>
                  <a:lnTo>
                    <a:pt x="625" y="928"/>
                  </a:lnTo>
                  <a:cubicBezTo>
                    <a:pt x="661" y="896"/>
                    <a:pt x="693" y="864"/>
                    <a:pt x="729" y="832"/>
                  </a:cubicBezTo>
                  <a:cubicBezTo>
                    <a:pt x="765" y="804"/>
                    <a:pt x="801" y="772"/>
                    <a:pt x="841" y="748"/>
                  </a:cubicBezTo>
                  <a:cubicBezTo>
                    <a:pt x="881" y="720"/>
                    <a:pt x="917" y="696"/>
                    <a:pt x="961" y="672"/>
                  </a:cubicBezTo>
                  <a:cubicBezTo>
                    <a:pt x="1001" y="648"/>
                    <a:pt x="1045" y="624"/>
                    <a:pt x="1085" y="604"/>
                  </a:cubicBezTo>
                  <a:cubicBezTo>
                    <a:pt x="1173" y="560"/>
                    <a:pt x="1261" y="524"/>
                    <a:pt x="1353" y="492"/>
                  </a:cubicBezTo>
                  <a:cubicBezTo>
                    <a:pt x="1397" y="476"/>
                    <a:pt x="1441" y="460"/>
                    <a:pt x="1489" y="444"/>
                  </a:cubicBezTo>
                  <a:cubicBezTo>
                    <a:pt x="1537" y="424"/>
                    <a:pt x="1581" y="400"/>
                    <a:pt x="1617" y="372"/>
                  </a:cubicBezTo>
                  <a:cubicBezTo>
                    <a:pt x="1657" y="336"/>
                    <a:pt x="1689" y="296"/>
                    <a:pt x="1717" y="252"/>
                  </a:cubicBezTo>
                  <a:cubicBezTo>
                    <a:pt x="1741" y="204"/>
                    <a:pt x="1753" y="156"/>
                    <a:pt x="1761" y="100"/>
                  </a:cubicBezTo>
                  <a:lnTo>
                    <a:pt x="1761" y="64"/>
                  </a:lnTo>
                  <a:lnTo>
                    <a:pt x="1721" y="72"/>
                  </a:lnTo>
                  <a:lnTo>
                    <a:pt x="1645" y="88"/>
                  </a:lnTo>
                  <a:cubicBezTo>
                    <a:pt x="1617" y="92"/>
                    <a:pt x="1593" y="100"/>
                    <a:pt x="1565" y="100"/>
                  </a:cubicBezTo>
                  <a:cubicBezTo>
                    <a:pt x="1537" y="104"/>
                    <a:pt x="1513" y="108"/>
                    <a:pt x="1489" y="108"/>
                  </a:cubicBezTo>
                  <a:lnTo>
                    <a:pt x="1413" y="108"/>
                  </a:lnTo>
                  <a:cubicBezTo>
                    <a:pt x="1357" y="108"/>
                    <a:pt x="1309" y="96"/>
                    <a:pt x="1257" y="80"/>
                  </a:cubicBezTo>
                  <a:cubicBezTo>
                    <a:pt x="1209" y="64"/>
                    <a:pt x="1161" y="36"/>
                    <a:pt x="11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54"/>
            <p:cNvSpPr/>
            <p:nvPr/>
          </p:nvSpPr>
          <p:spPr>
            <a:xfrm>
              <a:off x="2095246" y="2872801"/>
              <a:ext cx="290336" cy="45334"/>
            </a:xfrm>
            <a:custGeom>
              <a:avLst/>
              <a:gdLst/>
              <a:ahLst/>
              <a:cxnLst/>
              <a:rect l="l" t="t" r="r" b="b"/>
              <a:pathLst>
                <a:path w="1441" h="225" extrusionOk="0">
                  <a:moveTo>
                    <a:pt x="1437" y="0"/>
                  </a:moveTo>
                  <a:lnTo>
                    <a:pt x="1373" y="16"/>
                  </a:lnTo>
                  <a:cubicBezTo>
                    <a:pt x="1333" y="24"/>
                    <a:pt x="1277" y="44"/>
                    <a:pt x="1213" y="64"/>
                  </a:cubicBezTo>
                  <a:cubicBezTo>
                    <a:pt x="1181" y="76"/>
                    <a:pt x="1145" y="88"/>
                    <a:pt x="1105" y="104"/>
                  </a:cubicBezTo>
                  <a:cubicBezTo>
                    <a:pt x="1069" y="120"/>
                    <a:pt x="1033" y="136"/>
                    <a:pt x="989" y="152"/>
                  </a:cubicBezTo>
                  <a:cubicBezTo>
                    <a:pt x="949" y="172"/>
                    <a:pt x="905" y="184"/>
                    <a:pt x="861" y="192"/>
                  </a:cubicBezTo>
                  <a:cubicBezTo>
                    <a:pt x="844" y="194"/>
                    <a:pt x="828" y="195"/>
                    <a:pt x="812" y="195"/>
                  </a:cubicBezTo>
                  <a:cubicBezTo>
                    <a:pt x="784" y="195"/>
                    <a:pt x="756" y="192"/>
                    <a:pt x="729" y="184"/>
                  </a:cubicBezTo>
                  <a:cubicBezTo>
                    <a:pt x="689" y="176"/>
                    <a:pt x="649" y="144"/>
                    <a:pt x="601" y="128"/>
                  </a:cubicBezTo>
                  <a:cubicBezTo>
                    <a:pt x="557" y="112"/>
                    <a:pt x="509" y="100"/>
                    <a:pt x="465" y="96"/>
                  </a:cubicBezTo>
                  <a:cubicBezTo>
                    <a:pt x="439" y="92"/>
                    <a:pt x="413" y="90"/>
                    <a:pt x="387" y="90"/>
                  </a:cubicBezTo>
                  <a:cubicBezTo>
                    <a:pt x="369" y="90"/>
                    <a:pt x="351" y="91"/>
                    <a:pt x="333" y="92"/>
                  </a:cubicBezTo>
                  <a:cubicBezTo>
                    <a:pt x="293" y="96"/>
                    <a:pt x="253" y="104"/>
                    <a:pt x="213" y="112"/>
                  </a:cubicBezTo>
                  <a:cubicBezTo>
                    <a:pt x="157" y="128"/>
                    <a:pt x="105" y="152"/>
                    <a:pt x="53" y="180"/>
                  </a:cubicBezTo>
                  <a:cubicBezTo>
                    <a:pt x="37" y="192"/>
                    <a:pt x="17" y="204"/>
                    <a:pt x="1" y="216"/>
                  </a:cubicBezTo>
                  <a:lnTo>
                    <a:pt x="1" y="224"/>
                  </a:lnTo>
                  <a:lnTo>
                    <a:pt x="65" y="208"/>
                  </a:lnTo>
                  <a:cubicBezTo>
                    <a:pt x="85" y="200"/>
                    <a:pt x="109" y="196"/>
                    <a:pt x="137" y="188"/>
                  </a:cubicBezTo>
                  <a:cubicBezTo>
                    <a:pt x="165" y="184"/>
                    <a:pt x="193" y="176"/>
                    <a:pt x="229" y="172"/>
                  </a:cubicBezTo>
                  <a:cubicBezTo>
                    <a:pt x="275" y="167"/>
                    <a:pt x="322" y="164"/>
                    <a:pt x="369" y="164"/>
                  </a:cubicBezTo>
                  <a:cubicBezTo>
                    <a:pt x="398" y="164"/>
                    <a:pt x="428" y="165"/>
                    <a:pt x="457" y="168"/>
                  </a:cubicBezTo>
                  <a:cubicBezTo>
                    <a:pt x="497" y="168"/>
                    <a:pt x="541" y="176"/>
                    <a:pt x="581" y="188"/>
                  </a:cubicBezTo>
                  <a:cubicBezTo>
                    <a:pt x="629" y="204"/>
                    <a:pt x="673" y="216"/>
                    <a:pt x="721" y="224"/>
                  </a:cubicBezTo>
                  <a:cubicBezTo>
                    <a:pt x="745" y="224"/>
                    <a:pt x="769" y="224"/>
                    <a:pt x="793" y="220"/>
                  </a:cubicBezTo>
                  <a:cubicBezTo>
                    <a:pt x="817" y="220"/>
                    <a:pt x="841" y="212"/>
                    <a:pt x="865" y="212"/>
                  </a:cubicBezTo>
                  <a:lnTo>
                    <a:pt x="1001" y="188"/>
                  </a:lnTo>
                  <a:cubicBezTo>
                    <a:pt x="1041" y="184"/>
                    <a:pt x="1085" y="172"/>
                    <a:pt x="1125" y="164"/>
                  </a:cubicBezTo>
                  <a:cubicBezTo>
                    <a:pt x="1165" y="152"/>
                    <a:pt x="1201" y="136"/>
                    <a:pt x="1233" y="124"/>
                  </a:cubicBezTo>
                  <a:cubicBezTo>
                    <a:pt x="1305" y="92"/>
                    <a:pt x="1377" y="52"/>
                    <a:pt x="1441" y="4"/>
                  </a:cubicBezTo>
                  <a:lnTo>
                    <a:pt x="14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54"/>
            <p:cNvSpPr/>
            <p:nvPr/>
          </p:nvSpPr>
          <p:spPr>
            <a:xfrm>
              <a:off x="2304789" y="2585889"/>
              <a:ext cx="214579" cy="193625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1" y="0"/>
                  </a:moveTo>
                  <a:lnTo>
                    <a:pt x="1" y="8"/>
                  </a:lnTo>
                  <a:lnTo>
                    <a:pt x="13" y="16"/>
                  </a:lnTo>
                  <a:cubicBezTo>
                    <a:pt x="29" y="20"/>
                    <a:pt x="41" y="24"/>
                    <a:pt x="53" y="36"/>
                  </a:cubicBezTo>
                  <a:cubicBezTo>
                    <a:pt x="73" y="48"/>
                    <a:pt x="89" y="64"/>
                    <a:pt x="101" y="84"/>
                  </a:cubicBezTo>
                  <a:cubicBezTo>
                    <a:pt x="117" y="112"/>
                    <a:pt x="129" y="140"/>
                    <a:pt x="141" y="168"/>
                  </a:cubicBezTo>
                  <a:cubicBezTo>
                    <a:pt x="161" y="236"/>
                    <a:pt x="181" y="316"/>
                    <a:pt x="213" y="404"/>
                  </a:cubicBezTo>
                  <a:cubicBezTo>
                    <a:pt x="229" y="452"/>
                    <a:pt x="245" y="496"/>
                    <a:pt x="265" y="540"/>
                  </a:cubicBezTo>
                  <a:cubicBezTo>
                    <a:pt x="277" y="560"/>
                    <a:pt x="289" y="584"/>
                    <a:pt x="301" y="604"/>
                  </a:cubicBezTo>
                  <a:cubicBezTo>
                    <a:pt x="317" y="624"/>
                    <a:pt x="333" y="644"/>
                    <a:pt x="349" y="664"/>
                  </a:cubicBezTo>
                  <a:cubicBezTo>
                    <a:pt x="381" y="704"/>
                    <a:pt x="421" y="736"/>
                    <a:pt x="461" y="764"/>
                  </a:cubicBezTo>
                  <a:cubicBezTo>
                    <a:pt x="501" y="796"/>
                    <a:pt x="541" y="820"/>
                    <a:pt x="581" y="844"/>
                  </a:cubicBezTo>
                  <a:cubicBezTo>
                    <a:pt x="617" y="868"/>
                    <a:pt x="657" y="892"/>
                    <a:pt x="701" y="908"/>
                  </a:cubicBezTo>
                  <a:cubicBezTo>
                    <a:pt x="737" y="924"/>
                    <a:pt x="777" y="936"/>
                    <a:pt x="817" y="944"/>
                  </a:cubicBezTo>
                  <a:cubicBezTo>
                    <a:pt x="877" y="956"/>
                    <a:pt x="937" y="960"/>
                    <a:pt x="997" y="960"/>
                  </a:cubicBezTo>
                  <a:cubicBezTo>
                    <a:pt x="1017" y="960"/>
                    <a:pt x="1041" y="956"/>
                    <a:pt x="1065" y="952"/>
                  </a:cubicBezTo>
                  <a:lnTo>
                    <a:pt x="1065" y="944"/>
                  </a:lnTo>
                  <a:cubicBezTo>
                    <a:pt x="1065" y="944"/>
                    <a:pt x="965" y="924"/>
                    <a:pt x="829" y="884"/>
                  </a:cubicBezTo>
                  <a:cubicBezTo>
                    <a:pt x="797" y="876"/>
                    <a:pt x="761" y="864"/>
                    <a:pt x="721" y="848"/>
                  </a:cubicBezTo>
                  <a:cubicBezTo>
                    <a:pt x="681" y="836"/>
                    <a:pt x="641" y="828"/>
                    <a:pt x="597" y="812"/>
                  </a:cubicBezTo>
                  <a:cubicBezTo>
                    <a:pt x="553" y="796"/>
                    <a:pt x="513" y="772"/>
                    <a:pt x="473" y="748"/>
                  </a:cubicBezTo>
                  <a:cubicBezTo>
                    <a:pt x="437" y="720"/>
                    <a:pt x="405" y="684"/>
                    <a:pt x="381" y="644"/>
                  </a:cubicBezTo>
                  <a:cubicBezTo>
                    <a:pt x="357" y="604"/>
                    <a:pt x="337" y="560"/>
                    <a:pt x="321" y="516"/>
                  </a:cubicBezTo>
                  <a:cubicBezTo>
                    <a:pt x="305" y="472"/>
                    <a:pt x="293" y="428"/>
                    <a:pt x="281" y="384"/>
                  </a:cubicBezTo>
                  <a:cubicBezTo>
                    <a:pt x="269" y="340"/>
                    <a:pt x="257" y="300"/>
                    <a:pt x="241" y="260"/>
                  </a:cubicBezTo>
                  <a:cubicBezTo>
                    <a:pt x="229" y="220"/>
                    <a:pt x="213" y="184"/>
                    <a:pt x="197" y="148"/>
                  </a:cubicBezTo>
                  <a:cubicBezTo>
                    <a:pt x="181" y="112"/>
                    <a:pt x="161" y="84"/>
                    <a:pt x="137" y="60"/>
                  </a:cubicBezTo>
                  <a:cubicBezTo>
                    <a:pt x="125" y="48"/>
                    <a:pt x="113" y="36"/>
                    <a:pt x="101" y="28"/>
                  </a:cubicBezTo>
                  <a:cubicBezTo>
                    <a:pt x="93" y="20"/>
                    <a:pt x="81" y="16"/>
                    <a:pt x="69" y="12"/>
                  </a:cubicBezTo>
                  <a:cubicBezTo>
                    <a:pt x="53" y="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54"/>
            <p:cNvSpPr/>
            <p:nvPr/>
          </p:nvSpPr>
          <p:spPr>
            <a:xfrm>
              <a:off x="2239508" y="2695496"/>
              <a:ext cx="275830" cy="117061"/>
            </a:xfrm>
            <a:custGeom>
              <a:avLst/>
              <a:gdLst/>
              <a:ahLst/>
              <a:cxnLst/>
              <a:rect l="l" t="t" r="r" b="b"/>
              <a:pathLst>
                <a:path w="1369" h="581" extrusionOk="0">
                  <a:moveTo>
                    <a:pt x="1" y="0"/>
                  </a:moveTo>
                  <a:cubicBezTo>
                    <a:pt x="13" y="20"/>
                    <a:pt x="25" y="40"/>
                    <a:pt x="37" y="56"/>
                  </a:cubicBezTo>
                  <a:cubicBezTo>
                    <a:pt x="69" y="104"/>
                    <a:pt x="109" y="152"/>
                    <a:pt x="153" y="192"/>
                  </a:cubicBezTo>
                  <a:cubicBezTo>
                    <a:pt x="181" y="216"/>
                    <a:pt x="213" y="244"/>
                    <a:pt x="245" y="264"/>
                  </a:cubicBezTo>
                  <a:cubicBezTo>
                    <a:pt x="281" y="288"/>
                    <a:pt x="317" y="312"/>
                    <a:pt x="357" y="332"/>
                  </a:cubicBezTo>
                  <a:cubicBezTo>
                    <a:pt x="401" y="352"/>
                    <a:pt x="441" y="376"/>
                    <a:pt x="481" y="396"/>
                  </a:cubicBezTo>
                  <a:cubicBezTo>
                    <a:pt x="525" y="412"/>
                    <a:pt x="565" y="444"/>
                    <a:pt x="609" y="464"/>
                  </a:cubicBezTo>
                  <a:lnTo>
                    <a:pt x="677" y="496"/>
                  </a:lnTo>
                  <a:cubicBezTo>
                    <a:pt x="697" y="504"/>
                    <a:pt x="721" y="512"/>
                    <a:pt x="745" y="520"/>
                  </a:cubicBezTo>
                  <a:cubicBezTo>
                    <a:pt x="789" y="536"/>
                    <a:pt x="833" y="552"/>
                    <a:pt x="881" y="560"/>
                  </a:cubicBezTo>
                  <a:cubicBezTo>
                    <a:pt x="925" y="572"/>
                    <a:pt x="969" y="576"/>
                    <a:pt x="1013" y="576"/>
                  </a:cubicBezTo>
                  <a:cubicBezTo>
                    <a:pt x="1033" y="580"/>
                    <a:pt x="1053" y="580"/>
                    <a:pt x="1073" y="580"/>
                  </a:cubicBezTo>
                  <a:lnTo>
                    <a:pt x="1129" y="576"/>
                  </a:lnTo>
                  <a:cubicBezTo>
                    <a:pt x="1165" y="576"/>
                    <a:pt x="1197" y="572"/>
                    <a:pt x="1229" y="564"/>
                  </a:cubicBezTo>
                  <a:cubicBezTo>
                    <a:pt x="1261" y="556"/>
                    <a:pt x="1285" y="552"/>
                    <a:pt x="1305" y="548"/>
                  </a:cubicBezTo>
                  <a:cubicBezTo>
                    <a:pt x="1345" y="536"/>
                    <a:pt x="1369" y="528"/>
                    <a:pt x="1369" y="528"/>
                  </a:cubicBezTo>
                  <a:lnTo>
                    <a:pt x="1369" y="520"/>
                  </a:lnTo>
                  <a:lnTo>
                    <a:pt x="1229" y="520"/>
                  </a:lnTo>
                  <a:cubicBezTo>
                    <a:pt x="1201" y="520"/>
                    <a:pt x="1165" y="516"/>
                    <a:pt x="1133" y="516"/>
                  </a:cubicBezTo>
                  <a:lnTo>
                    <a:pt x="1077" y="516"/>
                  </a:lnTo>
                  <a:lnTo>
                    <a:pt x="1021" y="508"/>
                  </a:lnTo>
                  <a:cubicBezTo>
                    <a:pt x="981" y="504"/>
                    <a:pt x="937" y="500"/>
                    <a:pt x="893" y="492"/>
                  </a:cubicBezTo>
                  <a:cubicBezTo>
                    <a:pt x="849" y="488"/>
                    <a:pt x="805" y="476"/>
                    <a:pt x="761" y="468"/>
                  </a:cubicBezTo>
                  <a:cubicBezTo>
                    <a:pt x="741" y="460"/>
                    <a:pt x="717" y="456"/>
                    <a:pt x="693" y="452"/>
                  </a:cubicBezTo>
                  <a:lnTo>
                    <a:pt x="625" y="432"/>
                  </a:lnTo>
                  <a:cubicBezTo>
                    <a:pt x="581" y="420"/>
                    <a:pt x="537" y="400"/>
                    <a:pt x="493" y="380"/>
                  </a:cubicBezTo>
                  <a:cubicBezTo>
                    <a:pt x="453" y="360"/>
                    <a:pt x="417" y="332"/>
                    <a:pt x="381" y="304"/>
                  </a:cubicBezTo>
                  <a:lnTo>
                    <a:pt x="281" y="224"/>
                  </a:lnTo>
                  <a:cubicBezTo>
                    <a:pt x="249" y="196"/>
                    <a:pt x="217" y="172"/>
                    <a:pt x="189" y="152"/>
                  </a:cubicBezTo>
                  <a:cubicBezTo>
                    <a:pt x="161" y="132"/>
                    <a:pt x="137" y="108"/>
                    <a:pt x="113" y="92"/>
                  </a:cubicBezTo>
                  <a:cubicBezTo>
                    <a:pt x="93" y="72"/>
                    <a:pt x="73" y="56"/>
                    <a:pt x="57" y="44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54"/>
            <p:cNvSpPr/>
            <p:nvPr/>
          </p:nvSpPr>
          <p:spPr>
            <a:xfrm>
              <a:off x="2600568" y="2433568"/>
              <a:ext cx="126732" cy="333051"/>
            </a:xfrm>
            <a:custGeom>
              <a:avLst/>
              <a:gdLst/>
              <a:ahLst/>
              <a:cxnLst/>
              <a:rect l="l" t="t" r="r" b="b"/>
              <a:pathLst>
                <a:path w="629" h="1653" extrusionOk="0">
                  <a:moveTo>
                    <a:pt x="581" y="0"/>
                  </a:moveTo>
                  <a:cubicBezTo>
                    <a:pt x="589" y="28"/>
                    <a:pt x="589" y="56"/>
                    <a:pt x="589" y="84"/>
                  </a:cubicBezTo>
                  <a:cubicBezTo>
                    <a:pt x="589" y="112"/>
                    <a:pt x="589" y="140"/>
                    <a:pt x="585" y="172"/>
                  </a:cubicBezTo>
                  <a:cubicBezTo>
                    <a:pt x="577" y="208"/>
                    <a:pt x="565" y="240"/>
                    <a:pt x="545" y="272"/>
                  </a:cubicBezTo>
                  <a:cubicBezTo>
                    <a:pt x="533" y="288"/>
                    <a:pt x="517" y="300"/>
                    <a:pt x="501" y="308"/>
                  </a:cubicBezTo>
                  <a:cubicBezTo>
                    <a:pt x="485" y="312"/>
                    <a:pt x="461" y="320"/>
                    <a:pt x="437" y="328"/>
                  </a:cubicBezTo>
                  <a:cubicBezTo>
                    <a:pt x="405" y="336"/>
                    <a:pt x="377" y="352"/>
                    <a:pt x="357" y="372"/>
                  </a:cubicBezTo>
                  <a:cubicBezTo>
                    <a:pt x="333" y="392"/>
                    <a:pt x="313" y="412"/>
                    <a:pt x="297" y="436"/>
                  </a:cubicBezTo>
                  <a:cubicBezTo>
                    <a:pt x="261" y="476"/>
                    <a:pt x="221" y="520"/>
                    <a:pt x="185" y="568"/>
                  </a:cubicBezTo>
                  <a:cubicBezTo>
                    <a:pt x="149" y="616"/>
                    <a:pt x="117" y="668"/>
                    <a:pt x="93" y="724"/>
                  </a:cubicBezTo>
                  <a:cubicBezTo>
                    <a:pt x="65" y="776"/>
                    <a:pt x="41" y="832"/>
                    <a:pt x="25" y="892"/>
                  </a:cubicBezTo>
                  <a:cubicBezTo>
                    <a:pt x="9" y="948"/>
                    <a:pt x="1" y="1004"/>
                    <a:pt x="1" y="1064"/>
                  </a:cubicBezTo>
                  <a:cubicBezTo>
                    <a:pt x="5" y="1120"/>
                    <a:pt x="9" y="1176"/>
                    <a:pt x="21" y="1228"/>
                  </a:cubicBezTo>
                  <a:cubicBezTo>
                    <a:pt x="33" y="1280"/>
                    <a:pt x="49" y="1324"/>
                    <a:pt x="57" y="1368"/>
                  </a:cubicBezTo>
                  <a:cubicBezTo>
                    <a:pt x="77" y="1432"/>
                    <a:pt x="89" y="1500"/>
                    <a:pt x="85" y="1568"/>
                  </a:cubicBezTo>
                  <a:cubicBezTo>
                    <a:pt x="81" y="1584"/>
                    <a:pt x="81" y="1592"/>
                    <a:pt x="81" y="1604"/>
                  </a:cubicBezTo>
                  <a:lnTo>
                    <a:pt x="73" y="1628"/>
                  </a:lnTo>
                  <a:lnTo>
                    <a:pt x="69" y="1648"/>
                  </a:lnTo>
                  <a:lnTo>
                    <a:pt x="73" y="1652"/>
                  </a:lnTo>
                  <a:lnTo>
                    <a:pt x="85" y="1632"/>
                  </a:lnTo>
                  <a:cubicBezTo>
                    <a:pt x="89" y="1628"/>
                    <a:pt x="93" y="1620"/>
                    <a:pt x="101" y="1612"/>
                  </a:cubicBezTo>
                  <a:lnTo>
                    <a:pt x="113" y="1576"/>
                  </a:lnTo>
                  <a:cubicBezTo>
                    <a:pt x="125" y="1544"/>
                    <a:pt x="129" y="1512"/>
                    <a:pt x="129" y="1476"/>
                  </a:cubicBezTo>
                  <a:cubicBezTo>
                    <a:pt x="129" y="1436"/>
                    <a:pt x="125" y="1392"/>
                    <a:pt x="113" y="1352"/>
                  </a:cubicBezTo>
                  <a:cubicBezTo>
                    <a:pt x="105" y="1308"/>
                    <a:pt x="93" y="1260"/>
                    <a:pt x="81" y="1212"/>
                  </a:cubicBezTo>
                  <a:cubicBezTo>
                    <a:pt x="65" y="1164"/>
                    <a:pt x="49" y="1116"/>
                    <a:pt x="37" y="1060"/>
                  </a:cubicBezTo>
                  <a:cubicBezTo>
                    <a:pt x="25" y="1008"/>
                    <a:pt x="29" y="952"/>
                    <a:pt x="45" y="896"/>
                  </a:cubicBezTo>
                  <a:cubicBezTo>
                    <a:pt x="61" y="840"/>
                    <a:pt x="89" y="788"/>
                    <a:pt x="125" y="744"/>
                  </a:cubicBezTo>
                  <a:cubicBezTo>
                    <a:pt x="157" y="696"/>
                    <a:pt x="197" y="652"/>
                    <a:pt x="233" y="608"/>
                  </a:cubicBezTo>
                  <a:cubicBezTo>
                    <a:pt x="273" y="564"/>
                    <a:pt x="309" y="524"/>
                    <a:pt x="349" y="484"/>
                  </a:cubicBezTo>
                  <a:cubicBezTo>
                    <a:pt x="369" y="464"/>
                    <a:pt x="385" y="444"/>
                    <a:pt x="405" y="428"/>
                  </a:cubicBezTo>
                  <a:cubicBezTo>
                    <a:pt x="421" y="416"/>
                    <a:pt x="441" y="404"/>
                    <a:pt x="461" y="396"/>
                  </a:cubicBezTo>
                  <a:cubicBezTo>
                    <a:pt x="485" y="388"/>
                    <a:pt x="513" y="376"/>
                    <a:pt x="537" y="364"/>
                  </a:cubicBezTo>
                  <a:cubicBezTo>
                    <a:pt x="557" y="348"/>
                    <a:pt x="577" y="328"/>
                    <a:pt x="593" y="308"/>
                  </a:cubicBezTo>
                  <a:cubicBezTo>
                    <a:pt x="617" y="268"/>
                    <a:pt x="629" y="224"/>
                    <a:pt x="629" y="180"/>
                  </a:cubicBezTo>
                  <a:cubicBezTo>
                    <a:pt x="629" y="144"/>
                    <a:pt x="625" y="112"/>
                    <a:pt x="617" y="80"/>
                  </a:cubicBezTo>
                  <a:cubicBezTo>
                    <a:pt x="609" y="52"/>
                    <a:pt x="601" y="28"/>
                    <a:pt x="5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54"/>
            <p:cNvSpPr/>
            <p:nvPr/>
          </p:nvSpPr>
          <p:spPr>
            <a:xfrm>
              <a:off x="2678744" y="2209519"/>
              <a:ext cx="199266" cy="565964"/>
            </a:xfrm>
            <a:custGeom>
              <a:avLst/>
              <a:gdLst/>
              <a:ahLst/>
              <a:cxnLst/>
              <a:rect l="l" t="t" r="r" b="b"/>
              <a:pathLst>
                <a:path w="989" h="2809" extrusionOk="0">
                  <a:moveTo>
                    <a:pt x="833" y="0"/>
                  </a:moveTo>
                  <a:lnTo>
                    <a:pt x="829" y="4"/>
                  </a:lnTo>
                  <a:cubicBezTo>
                    <a:pt x="829" y="4"/>
                    <a:pt x="849" y="48"/>
                    <a:pt x="869" y="132"/>
                  </a:cubicBezTo>
                  <a:cubicBezTo>
                    <a:pt x="881" y="172"/>
                    <a:pt x="893" y="224"/>
                    <a:pt x="905" y="280"/>
                  </a:cubicBezTo>
                  <a:cubicBezTo>
                    <a:pt x="917" y="344"/>
                    <a:pt x="921" y="408"/>
                    <a:pt x="925" y="472"/>
                  </a:cubicBezTo>
                  <a:cubicBezTo>
                    <a:pt x="929" y="548"/>
                    <a:pt x="925" y="624"/>
                    <a:pt x="909" y="700"/>
                  </a:cubicBezTo>
                  <a:cubicBezTo>
                    <a:pt x="897" y="784"/>
                    <a:pt x="873" y="868"/>
                    <a:pt x="833" y="944"/>
                  </a:cubicBezTo>
                  <a:cubicBezTo>
                    <a:pt x="789" y="1028"/>
                    <a:pt x="737" y="1104"/>
                    <a:pt x="677" y="1176"/>
                  </a:cubicBezTo>
                  <a:cubicBezTo>
                    <a:pt x="649" y="1212"/>
                    <a:pt x="613" y="1248"/>
                    <a:pt x="585" y="1284"/>
                  </a:cubicBezTo>
                  <a:lnTo>
                    <a:pt x="485" y="1388"/>
                  </a:lnTo>
                  <a:cubicBezTo>
                    <a:pt x="413" y="1460"/>
                    <a:pt x="349" y="1528"/>
                    <a:pt x="285" y="1600"/>
                  </a:cubicBezTo>
                  <a:cubicBezTo>
                    <a:pt x="217" y="1672"/>
                    <a:pt x="161" y="1748"/>
                    <a:pt x="105" y="1824"/>
                  </a:cubicBezTo>
                  <a:cubicBezTo>
                    <a:pt x="49" y="1904"/>
                    <a:pt x="17" y="1996"/>
                    <a:pt x="21" y="2096"/>
                  </a:cubicBezTo>
                  <a:cubicBezTo>
                    <a:pt x="25" y="2136"/>
                    <a:pt x="33" y="2176"/>
                    <a:pt x="33" y="2212"/>
                  </a:cubicBezTo>
                  <a:lnTo>
                    <a:pt x="33" y="2324"/>
                  </a:lnTo>
                  <a:cubicBezTo>
                    <a:pt x="29" y="2468"/>
                    <a:pt x="17" y="2592"/>
                    <a:pt x="13" y="2676"/>
                  </a:cubicBezTo>
                  <a:cubicBezTo>
                    <a:pt x="5" y="2760"/>
                    <a:pt x="1" y="2808"/>
                    <a:pt x="1" y="2808"/>
                  </a:cubicBezTo>
                  <a:lnTo>
                    <a:pt x="5" y="2808"/>
                  </a:lnTo>
                  <a:cubicBezTo>
                    <a:pt x="5" y="2808"/>
                    <a:pt x="21" y="2760"/>
                    <a:pt x="37" y="2676"/>
                  </a:cubicBezTo>
                  <a:cubicBezTo>
                    <a:pt x="49" y="2636"/>
                    <a:pt x="57" y="2588"/>
                    <a:pt x="69" y="2528"/>
                  </a:cubicBezTo>
                  <a:cubicBezTo>
                    <a:pt x="77" y="2468"/>
                    <a:pt x="85" y="2400"/>
                    <a:pt x="93" y="2328"/>
                  </a:cubicBezTo>
                  <a:cubicBezTo>
                    <a:pt x="93" y="2292"/>
                    <a:pt x="97" y="2252"/>
                    <a:pt x="97" y="2212"/>
                  </a:cubicBezTo>
                  <a:cubicBezTo>
                    <a:pt x="97" y="2168"/>
                    <a:pt x="97" y="2128"/>
                    <a:pt x="89" y="2088"/>
                  </a:cubicBezTo>
                  <a:cubicBezTo>
                    <a:pt x="93" y="2008"/>
                    <a:pt x="117" y="1928"/>
                    <a:pt x="165" y="1864"/>
                  </a:cubicBezTo>
                  <a:cubicBezTo>
                    <a:pt x="213" y="1784"/>
                    <a:pt x="269" y="1712"/>
                    <a:pt x="329" y="1640"/>
                  </a:cubicBezTo>
                  <a:lnTo>
                    <a:pt x="509" y="1416"/>
                  </a:lnTo>
                  <a:lnTo>
                    <a:pt x="693" y="1188"/>
                  </a:lnTo>
                  <a:cubicBezTo>
                    <a:pt x="753" y="1112"/>
                    <a:pt x="817" y="1040"/>
                    <a:pt x="865" y="964"/>
                  </a:cubicBezTo>
                  <a:cubicBezTo>
                    <a:pt x="913" y="884"/>
                    <a:pt x="949" y="800"/>
                    <a:pt x="969" y="712"/>
                  </a:cubicBezTo>
                  <a:cubicBezTo>
                    <a:pt x="985" y="632"/>
                    <a:pt x="989" y="552"/>
                    <a:pt x="981" y="472"/>
                  </a:cubicBezTo>
                  <a:cubicBezTo>
                    <a:pt x="977" y="404"/>
                    <a:pt x="965" y="336"/>
                    <a:pt x="945" y="272"/>
                  </a:cubicBezTo>
                  <a:cubicBezTo>
                    <a:pt x="933" y="220"/>
                    <a:pt x="917" y="168"/>
                    <a:pt x="897" y="120"/>
                  </a:cubicBezTo>
                  <a:cubicBezTo>
                    <a:pt x="881" y="80"/>
                    <a:pt x="857" y="40"/>
                    <a:pt x="8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54"/>
            <p:cNvSpPr/>
            <p:nvPr/>
          </p:nvSpPr>
          <p:spPr>
            <a:xfrm>
              <a:off x="2756919" y="2420673"/>
              <a:ext cx="387048" cy="332245"/>
            </a:xfrm>
            <a:custGeom>
              <a:avLst/>
              <a:gdLst/>
              <a:ahLst/>
              <a:cxnLst/>
              <a:rect l="l" t="t" r="r" b="b"/>
              <a:pathLst>
                <a:path w="1921" h="1649" extrusionOk="0">
                  <a:moveTo>
                    <a:pt x="1917" y="0"/>
                  </a:moveTo>
                  <a:lnTo>
                    <a:pt x="1909" y="32"/>
                  </a:lnTo>
                  <a:cubicBezTo>
                    <a:pt x="1901" y="60"/>
                    <a:pt x="1893" y="88"/>
                    <a:pt x="1881" y="112"/>
                  </a:cubicBezTo>
                  <a:cubicBezTo>
                    <a:pt x="1869" y="156"/>
                    <a:pt x="1853" y="196"/>
                    <a:pt x="1833" y="236"/>
                  </a:cubicBezTo>
                  <a:cubicBezTo>
                    <a:pt x="1813" y="280"/>
                    <a:pt x="1789" y="332"/>
                    <a:pt x="1757" y="384"/>
                  </a:cubicBezTo>
                  <a:cubicBezTo>
                    <a:pt x="1721" y="444"/>
                    <a:pt x="1681" y="500"/>
                    <a:pt x="1641" y="552"/>
                  </a:cubicBezTo>
                  <a:cubicBezTo>
                    <a:pt x="1597" y="612"/>
                    <a:pt x="1545" y="668"/>
                    <a:pt x="1493" y="720"/>
                  </a:cubicBezTo>
                  <a:cubicBezTo>
                    <a:pt x="1461" y="744"/>
                    <a:pt x="1433" y="772"/>
                    <a:pt x="1401" y="796"/>
                  </a:cubicBezTo>
                  <a:cubicBezTo>
                    <a:pt x="1365" y="820"/>
                    <a:pt x="1329" y="840"/>
                    <a:pt x="1293" y="856"/>
                  </a:cubicBezTo>
                  <a:cubicBezTo>
                    <a:pt x="1217" y="892"/>
                    <a:pt x="1137" y="916"/>
                    <a:pt x="1057" y="932"/>
                  </a:cubicBezTo>
                  <a:cubicBezTo>
                    <a:pt x="1017" y="940"/>
                    <a:pt x="977" y="936"/>
                    <a:pt x="933" y="940"/>
                  </a:cubicBezTo>
                  <a:cubicBezTo>
                    <a:pt x="889" y="944"/>
                    <a:pt x="849" y="948"/>
                    <a:pt x="805" y="952"/>
                  </a:cubicBezTo>
                  <a:cubicBezTo>
                    <a:pt x="721" y="964"/>
                    <a:pt x="637" y="988"/>
                    <a:pt x="561" y="1016"/>
                  </a:cubicBezTo>
                  <a:cubicBezTo>
                    <a:pt x="421" y="1068"/>
                    <a:pt x="293" y="1156"/>
                    <a:pt x="193" y="1268"/>
                  </a:cubicBezTo>
                  <a:cubicBezTo>
                    <a:pt x="153" y="1312"/>
                    <a:pt x="117" y="1360"/>
                    <a:pt x="85" y="1408"/>
                  </a:cubicBezTo>
                  <a:cubicBezTo>
                    <a:pt x="61" y="1448"/>
                    <a:pt x="41" y="1488"/>
                    <a:pt x="29" y="1532"/>
                  </a:cubicBezTo>
                  <a:cubicBezTo>
                    <a:pt x="17" y="1560"/>
                    <a:pt x="9" y="1588"/>
                    <a:pt x="5" y="1620"/>
                  </a:cubicBezTo>
                  <a:lnTo>
                    <a:pt x="1" y="1648"/>
                  </a:lnTo>
                  <a:lnTo>
                    <a:pt x="9" y="1648"/>
                  </a:lnTo>
                  <a:cubicBezTo>
                    <a:pt x="9" y="1648"/>
                    <a:pt x="9" y="1640"/>
                    <a:pt x="17" y="1620"/>
                  </a:cubicBezTo>
                  <a:cubicBezTo>
                    <a:pt x="25" y="1592"/>
                    <a:pt x="37" y="1568"/>
                    <a:pt x="53" y="1544"/>
                  </a:cubicBezTo>
                  <a:cubicBezTo>
                    <a:pt x="73" y="1504"/>
                    <a:pt x="97" y="1468"/>
                    <a:pt x="125" y="1432"/>
                  </a:cubicBezTo>
                  <a:cubicBezTo>
                    <a:pt x="157" y="1388"/>
                    <a:pt x="197" y="1348"/>
                    <a:pt x="237" y="1308"/>
                  </a:cubicBezTo>
                  <a:cubicBezTo>
                    <a:pt x="337" y="1212"/>
                    <a:pt x="457" y="1132"/>
                    <a:pt x="585" y="1080"/>
                  </a:cubicBezTo>
                  <a:cubicBezTo>
                    <a:pt x="661" y="1048"/>
                    <a:pt x="733" y="1024"/>
                    <a:pt x="813" y="1008"/>
                  </a:cubicBezTo>
                  <a:cubicBezTo>
                    <a:pt x="853" y="1000"/>
                    <a:pt x="893" y="996"/>
                    <a:pt x="937" y="988"/>
                  </a:cubicBezTo>
                  <a:cubicBezTo>
                    <a:pt x="977" y="980"/>
                    <a:pt x="1021" y="976"/>
                    <a:pt x="1065" y="964"/>
                  </a:cubicBezTo>
                  <a:cubicBezTo>
                    <a:pt x="1105" y="952"/>
                    <a:pt x="1145" y="940"/>
                    <a:pt x="1185" y="924"/>
                  </a:cubicBezTo>
                  <a:cubicBezTo>
                    <a:pt x="1205" y="916"/>
                    <a:pt x="1225" y="908"/>
                    <a:pt x="1245" y="900"/>
                  </a:cubicBezTo>
                  <a:lnTo>
                    <a:pt x="1301" y="872"/>
                  </a:lnTo>
                  <a:cubicBezTo>
                    <a:pt x="1341" y="856"/>
                    <a:pt x="1377" y="836"/>
                    <a:pt x="1413" y="812"/>
                  </a:cubicBezTo>
                  <a:cubicBezTo>
                    <a:pt x="1449" y="788"/>
                    <a:pt x="1481" y="768"/>
                    <a:pt x="1517" y="744"/>
                  </a:cubicBezTo>
                  <a:cubicBezTo>
                    <a:pt x="1545" y="720"/>
                    <a:pt x="1577" y="696"/>
                    <a:pt x="1609" y="668"/>
                  </a:cubicBezTo>
                  <a:lnTo>
                    <a:pt x="1649" y="628"/>
                  </a:lnTo>
                  <a:lnTo>
                    <a:pt x="1689" y="584"/>
                  </a:lnTo>
                  <a:cubicBezTo>
                    <a:pt x="1769" y="484"/>
                    <a:pt x="1833" y="372"/>
                    <a:pt x="1877" y="248"/>
                  </a:cubicBezTo>
                  <a:cubicBezTo>
                    <a:pt x="1889" y="204"/>
                    <a:pt x="1901" y="160"/>
                    <a:pt x="1909" y="116"/>
                  </a:cubicBezTo>
                  <a:cubicBezTo>
                    <a:pt x="1913" y="88"/>
                    <a:pt x="1917" y="60"/>
                    <a:pt x="1921" y="28"/>
                  </a:cubicBezTo>
                  <a:lnTo>
                    <a:pt x="19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54"/>
            <p:cNvSpPr/>
            <p:nvPr/>
          </p:nvSpPr>
          <p:spPr>
            <a:xfrm>
              <a:off x="2762561" y="2739822"/>
              <a:ext cx="381406" cy="55005"/>
            </a:xfrm>
            <a:custGeom>
              <a:avLst/>
              <a:gdLst/>
              <a:ahLst/>
              <a:cxnLst/>
              <a:rect l="l" t="t" r="r" b="b"/>
              <a:pathLst>
                <a:path w="1893" h="273" extrusionOk="0">
                  <a:moveTo>
                    <a:pt x="961" y="0"/>
                  </a:moveTo>
                  <a:cubicBezTo>
                    <a:pt x="897" y="0"/>
                    <a:pt x="833" y="4"/>
                    <a:pt x="773" y="8"/>
                  </a:cubicBezTo>
                  <a:cubicBezTo>
                    <a:pt x="709" y="16"/>
                    <a:pt x="649" y="24"/>
                    <a:pt x="589" y="32"/>
                  </a:cubicBezTo>
                  <a:cubicBezTo>
                    <a:pt x="533" y="40"/>
                    <a:pt x="477" y="52"/>
                    <a:pt x="421" y="64"/>
                  </a:cubicBezTo>
                  <a:cubicBezTo>
                    <a:pt x="369" y="80"/>
                    <a:pt x="321" y="96"/>
                    <a:pt x="277" y="116"/>
                  </a:cubicBezTo>
                  <a:cubicBezTo>
                    <a:pt x="181" y="156"/>
                    <a:pt x="85" y="204"/>
                    <a:pt x="1" y="264"/>
                  </a:cubicBezTo>
                  <a:lnTo>
                    <a:pt x="1" y="272"/>
                  </a:lnTo>
                  <a:lnTo>
                    <a:pt x="85" y="244"/>
                  </a:lnTo>
                  <a:lnTo>
                    <a:pt x="297" y="172"/>
                  </a:lnTo>
                  <a:lnTo>
                    <a:pt x="441" y="124"/>
                  </a:lnTo>
                  <a:cubicBezTo>
                    <a:pt x="489" y="104"/>
                    <a:pt x="541" y="84"/>
                    <a:pt x="597" y="68"/>
                  </a:cubicBezTo>
                  <a:cubicBezTo>
                    <a:pt x="676" y="43"/>
                    <a:pt x="755" y="28"/>
                    <a:pt x="837" y="28"/>
                  </a:cubicBezTo>
                  <a:cubicBezTo>
                    <a:pt x="846" y="28"/>
                    <a:pt x="855" y="28"/>
                    <a:pt x="865" y="28"/>
                  </a:cubicBezTo>
                  <a:cubicBezTo>
                    <a:pt x="897" y="32"/>
                    <a:pt x="929" y="32"/>
                    <a:pt x="957" y="40"/>
                  </a:cubicBezTo>
                  <a:cubicBezTo>
                    <a:pt x="1013" y="52"/>
                    <a:pt x="1073" y="72"/>
                    <a:pt x="1133" y="92"/>
                  </a:cubicBezTo>
                  <a:lnTo>
                    <a:pt x="1309" y="140"/>
                  </a:lnTo>
                  <a:cubicBezTo>
                    <a:pt x="1361" y="156"/>
                    <a:pt x="1417" y="168"/>
                    <a:pt x="1477" y="176"/>
                  </a:cubicBezTo>
                  <a:cubicBezTo>
                    <a:pt x="1525" y="188"/>
                    <a:pt x="1577" y="192"/>
                    <a:pt x="1629" y="192"/>
                  </a:cubicBezTo>
                  <a:cubicBezTo>
                    <a:pt x="1677" y="192"/>
                    <a:pt x="1721" y="188"/>
                    <a:pt x="1765" y="176"/>
                  </a:cubicBezTo>
                  <a:cubicBezTo>
                    <a:pt x="1801" y="164"/>
                    <a:pt x="1833" y="148"/>
                    <a:pt x="1857" y="120"/>
                  </a:cubicBezTo>
                  <a:cubicBezTo>
                    <a:pt x="1869" y="104"/>
                    <a:pt x="1881" y="80"/>
                    <a:pt x="1885" y="60"/>
                  </a:cubicBezTo>
                  <a:cubicBezTo>
                    <a:pt x="1893" y="44"/>
                    <a:pt x="1893" y="36"/>
                    <a:pt x="1893" y="36"/>
                  </a:cubicBezTo>
                  <a:lnTo>
                    <a:pt x="1885" y="36"/>
                  </a:lnTo>
                  <a:lnTo>
                    <a:pt x="1873" y="56"/>
                  </a:lnTo>
                  <a:cubicBezTo>
                    <a:pt x="1865" y="72"/>
                    <a:pt x="1853" y="88"/>
                    <a:pt x="1837" y="100"/>
                  </a:cubicBezTo>
                  <a:cubicBezTo>
                    <a:pt x="1813" y="120"/>
                    <a:pt x="1785" y="128"/>
                    <a:pt x="1753" y="132"/>
                  </a:cubicBezTo>
                  <a:cubicBezTo>
                    <a:pt x="1733" y="134"/>
                    <a:pt x="1713" y="135"/>
                    <a:pt x="1693" y="135"/>
                  </a:cubicBezTo>
                  <a:cubicBezTo>
                    <a:pt x="1673" y="135"/>
                    <a:pt x="1653" y="134"/>
                    <a:pt x="1633" y="132"/>
                  </a:cubicBezTo>
                  <a:cubicBezTo>
                    <a:pt x="1545" y="124"/>
                    <a:pt x="1437" y="96"/>
                    <a:pt x="1325" y="72"/>
                  </a:cubicBezTo>
                  <a:lnTo>
                    <a:pt x="1149" y="32"/>
                  </a:lnTo>
                  <a:cubicBezTo>
                    <a:pt x="1089" y="16"/>
                    <a:pt x="1025" y="8"/>
                    <a:pt x="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54"/>
            <p:cNvSpPr/>
            <p:nvPr/>
          </p:nvSpPr>
          <p:spPr>
            <a:xfrm>
              <a:off x="2806887" y="2818401"/>
              <a:ext cx="323379" cy="141642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4" y="1"/>
                  </a:moveTo>
                  <a:cubicBezTo>
                    <a:pt x="311" y="1"/>
                    <a:pt x="298" y="1"/>
                    <a:pt x="285" y="2"/>
                  </a:cubicBezTo>
                  <a:cubicBezTo>
                    <a:pt x="189" y="2"/>
                    <a:pt x="93" y="14"/>
                    <a:pt x="1" y="38"/>
                  </a:cubicBezTo>
                  <a:lnTo>
                    <a:pt x="5" y="46"/>
                  </a:lnTo>
                  <a:lnTo>
                    <a:pt x="81" y="50"/>
                  </a:lnTo>
                  <a:cubicBezTo>
                    <a:pt x="133" y="54"/>
                    <a:pt x="201" y="58"/>
                    <a:pt x="285" y="58"/>
                  </a:cubicBezTo>
                  <a:lnTo>
                    <a:pt x="421" y="66"/>
                  </a:lnTo>
                  <a:cubicBezTo>
                    <a:pt x="453" y="66"/>
                    <a:pt x="486" y="65"/>
                    <a:pt x="521" y="65"/>
                  </a:cubicBezTo>
                  <a:cubicBezTo>
                    <a:pt x="538" y="65"/>
                    <a:pt x="555" y="65"/>
                    <a:pt x="573" y="66"/>
                  </a:cubicBezTo>
                  <a:cubicBezTo>
                    <a:pt x="625" y="66"/>
                    <a:pt x="681" y="74"/>
                    <a:pt x="733" y="90"/>
                  </a:cubicBezTo>
                  <a:cubicBezTo>
                    <a:pt x="789" y="102"/>
                    <a:pt x="841" y="126"/>
                    <a:pt x="889" y="154"/>
                  </a:cubicBezTo>
                  <a:cubicBezTo>
                    <a:pt x="981" y="206"/>
                    <a:pt x="1065" y="274"/>
                    <a:pt x="1141" y="354"/>
                  </a:cubicBezTo>
                  <a:cubicBezTo>
                    <a:pt x="1177" y="390"/>
                    <a:pt x="1209" y="430"/>
                    <a:pt x="1249" y="462"/>
                  </a:cubicBezTo>
                  <a:cubicBezTo>
                    <a:pt x="1265" y="482"/>
                    <a:pt x="1285" y="498"/>
                    <a:pt x="1309" y="514"/>
                  </a:cubicBezTo>
                  <a:lnTo>
                    <a:pt x="1365" y="546"/>
                  </a:lnTo>
                  <a:lnTo>
                    <a:pt x="1601" y="702"/>
                  </a:lnTo>
                  <a:lnTo>
                    <a:pt x="1605" y="698"/>
                  </a:lnTo>
                  <a:cubicBezTo>
                    <a:pt x="1605" y="698"/>
                    <a:pt x="1585" y="678"/>
                    <a:pt x="1553" y="638"/>
                  </a:cubicBezTo>
                  <a:cubicBezTo>
                    <a:pt x="1505" y="590"/>
                    <a:pt x="1453" y="542"/>
                    <a:pt x="1401" y="498"/>
                  </a:cubicBezTo>
                  <a:lnTo>
                    <a:pt x="1345" y="458"/>
                  </a:lnTo>
                  <a:cubicBezTo>
                    <a:pt x="1329" y="446"/>
                    <a:pt x="1313" y="430"/>
                    <a:pt x="1297" y="414"/>
                  </a:cubicBezTo>
                  <a:cubicBezTo>
                    <a:pt x="1265" y="382"/>
                    <a:pt x="1229" y="342"/>
                    <a:pt x="1189" y="306"/>
                  </a:cubicBezTo>
                  <a:cubicBezTo>
                    <a:pt x="1149" y="266"/>
                    <a:pt x="1105" y="230"/>
                    <a:pt x="1057" y="198"/>
                  </a:cubicBezTo>
                  <a:cubicBezTo>
                    <a:pt x="1009" y="166"/>
                    <a:pt x="957" y="138"/>
                    <a:pt x="901" y="118"/>
                  </a:cubicBezTo>
                  <a:cubicBezTo>
                    <a:pt x="849" y="102"/>
                    <a:pt x="793" y="82"/>
                    <a:pt x="737" y="70"/>
                  </a:cubicBezTo>
                  <a:cubicBezTo>
                    <a:pt x="681" y="58"/>
                    <a:pt x="629" y="42"/>
                    <a:pt x="577" y="30"/>
                  </a:cubicBezTo>
                  <a:cubicBezTo>
                    <a:pt x="525" y="18"/>
                    <a:pt x="473" y="10"/>
                    <a:pt x="421" y="6"/>
                  </a:cubicBezTo>
                  <a:cubicBezTo>
                    <a:pt x="390" y="4"/>
                    <a:pt x="356" y="1"/>
                    <a:pt x="3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54"/>
            <p:cNvSpPr/>
            <p:nvPr/>
          </p:nvSpPr>
          <p:spPr>
            <a:xfrm>
              <a:off x="2752084" y="2839758"/>
              <a:ext cx="241980" cy="167835"/>
            </a:xfrm>
            <a:custGeom>
              <a:avLst/>
              <a:gdLst/>
              <a:ahLst/>
              <a:cxnLst/>
              <a:rect l="l" t="t" r="r" b="b"/>
              <a:pathLst>
                <a:path w="1201" h="833" extrusionOk="0">
                  <a:moveTo>
                    <a:pt x="5" y="0"/>
                  </a:moveTo>
                  <a:lnTo>
                    <a:pt x="1" y="4"/>
                  </a:lnTo>
                  <a:cubicBezTo>
                    <a:pt x="1" y="4"/>
                    <a:pt x="85" y="48"/>
                    <a:pt x="213" y="108"/>
                  </a:cubicBezTo>
                  <a:cubicBezTo>
                    <a:pt x="245" y="120"/>
                    <a:pt x="277" y="136"/>
                    <a:pt x="313" y="152"/>
                  </a:cubicBezTo>
                  <a:cubicBezTo>
                    <a:pt x="349" y="168"/>
                    <a:pt x="393" y="176"/>
                    <a:pt x="433" y="192"/>
                  </a:cubicBezTo>
                  <a:cubicBezTo>
                    <a:pt x="477" y="208"/>
                    <a:pt x="517" y="228"/>
                    <a:pt x="557" y="248"/>
                  </a:cubicBezTo>
                  <a:cubicBezTo>
                    <a:pt x="597" y="272"/>
                    <a:pt x="633" y="296"/>
                    <a:pt x="669" y="324"/>
                  </a:cubicBezTo>
                  <a:cubicBezTo>
                    <a:pt x="709" y="352"/>
                    <a:pt x="745" y="384"/>
                    <a:pt x="777" y="412"/>
                  </a:cubicBezTo>
                  <a:cubicBezTo>
                    <a:pt x="813" y="440"/>
                    <a:pt x="849" y="468"/>
                    <a:pt x="877" y="496"/>
                  </a:cubicBezTo>
                  <a:cubicBezTo>
                    <a:pt x="909" y="524"/>
                    <a:pt x="941" y="552"/>
                    <a:pt x="969" y="580"/>
                  </a:cubicBezTo>
                  <a:cubicBezTo>
                    <a:pt x="997" y="608"/>
                    <a:pt x="1025" y="632"/>
                    <a:pt x="1049" y="656"/>
                  </a:cubicBezTo>
                  <a:cubicBezTo>
                    <a:pt x="1069" y="680"/>
                    <a:pt x="1089" y="704"/>
                    <a:pt x="1109" y="724"/>
                  </a:cubicBezTo>
                  <a:cubicBezTo>
                    <a:pt x="1129" y="744"/>
                    <a:pt x="1141" y="764"/>
                    <a:pt x="1157" y="780"/>
                  </a:cubicBezTo>
                  <a:cubicBezTo>
                    <a:pt x="1181" y="812"/>
                    <a:pt x="1197" y="832"/>
                    <a:pt x="1197" y="832"/>
                  </a:cubicBezTo>
                  <a:lnTo>
                    <a:pt x="1201" y="832"/>
                  </a:lnTo>
                  <a:cubicBezTo>
                    <a:pt x="1201" y="832"/>
                    <a:pt x="1193" y="808"/>
                    <a:pt x="1181" y="772"/>
                  </a:cubicBezTo>
                  <a:cubicBezTo>
                    <a:pt x="1173" y="748"/>
                    <a:pt x="1161" y="724"/>
                    <a:pt x="1149" y="700"/>
                  </a:cubicBezTo>
                  <a:cubicBezTo>
                    <a:pt x="1133" y="676"/>
                    <a:pt x="1121" y="648"/>
                    <a:pt x="1097" y="620"/>
                  </a:cubicBezTo>
                  <a:cubicBezTo>
                    <a:pt x="1073" y="592"/>
                    <a:pt x="1053" y="560"/>
                    <a:pt x="1021" y="528"/>
                  </a:cubicBezTo>
                  <a:cubicBezTo>
                    <a:pt x="993" y="500"/>
                    <a:pt x="961" y="468"/>
                    <a:pt x="925" y="444"/>
                  </a:cubicBezTo>
                  <a:cubicBezTo>
                    <a:pt x="889" y="416"/>
                    <a:pt x="853" y="388"/>
                    <a:pt x="813" y="364"/>
                  </a:cubicBezTo>
                  <a:cubicBezTo>
                    <a:pt x="773" y="340"/>
                    <a:pt x="733" y="316"/>
                    <a:pt x="689" y="296"/>
                  </a:cubicBezTo>
                  <a:cubicBezTo>
                    <a:pt x="609" y="256"/>
                    <a:pt x="525" y="212"/>
                    <a:pt x="449" y="164"/>
                  </a:cubicBezTo>
                  <a:cubicBezTo>
                    <a:pt x="413" y="140"/>
                    <a:pt x="373" y="116"/>
                    <a:pt x="341" y="100"/>
                  </a:cubicBezTo>
                  <a:cubicBezTo>
                    <a:pt x="305" y="80"/>
                    <a:pt x="269" y="68"/>
                    <a:pt x="233" y="56"/>
                  </a:cubicBezTo>
                  <a:cubicBezTo>
                    <a:pt x="181" y="36"/>
                    <a:pt x="125" y="20"/>
                    <a:pt x="69" y="8"/>
                  </a:cubicBezTo>
                  <a:cubicBezTo>
                    <a:pt x="49" y="4"/>
                    <a:pt x="25" y="0"/>
                    <a:pt x="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54"/>
            <p:cNvSpPr/>
            <p:nvPr/>
          </p:nvSpPr>
          <p:spPr>
            <a:xfrm>
              <a:off x="2683579" y="2876831"/>
              <a:ext cx="297590" cy="396719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5" y="0"/>
                  </a:moveTo>
                  <a:lnTo>
                    <a:pt x="1" y="12"/>
                  </a:lnTo>
                  <a:cubicBezTo>
                    <a:pt x="17" y="44"/>
                    <a:pt x="41" y="72"/>
                    <a:pt x="65" y="100"/>
                  </a:cubicBezTo>
                  <a:cubicBezTo>
                    <a:pt x="125" y="176"/>
                    <a:pt x="197" y="240"/>
                    <a:pt x="273" y="300"/>
                  </a:cubicBezTo>
                  <a:cubicBezTo>
                    <a:pt x="325" y="340"/>
                    <a:pt x="377" y="376"/>
                    <a:pt x="433" y="408"/>
                  </a:cubicBezTo>
                  <a:cubicBezTo>
                    <a:pt x="493" y="444"/>
                    <a:pt x="553" y="484"/>
                    <a:pt x="605" y="528"/>
                  </a:cubicBezTo>
                  <a:cubicBezTo>
                    <a:pt x="665" y="576"/>
                    <a:pt x="717" y="628"/>
                    <a:pt x="765" y="688"/>
                  </a:cubicBezTo>
                  <a:cubicBezTo>
                    <a:pt x="789" y="720"/>
                    <a:pt x="813" y="752"/>
                    <a:pt x="833" y="784"/>
                  </a:cubicBezTo>
                  <a:cubicBezTo>
                    <a:pt x="853" y="816"/>
                    <a:pt x="873" y="848"/>
                    <a:pt x="893" y="884"/>
                  </a:cubicBezTo>
                  <a:cubicBezTo>
                    <a:pt x="929" y="952"/>
                    <a:pt x="965" y="1024"/>
                    <a:pt x="997" y="1092"/>
                  </a:cubicBezTo>
                  <a:cubicBezTo>
                    <a:pt x="1029" y="1160"/>
                    <a:pt x="1053" y="1232"/>
                    <a:pt x="1077" y="1300"/>
                  </a:cubicBezTo>
                  <a:cubicBezTo>
                    <a:pt x="1101" y="1368"/>
                    <a:pt x="1117" y="1432"/>
                    <a:pt x="1133" y="1500"/>
                  </a:cubicBezTo>
                  <a:cubicBezTo>
                    <a:pt x="1145" y="1564"/>
                    <a:pt x="1165" y="1628"/>
                    <a:pt x="1193" y="1688"/>
                  </a:cubicBezTo>
                  <a:cubicBezTo>
                    <a:pt x="1217" y="1740"/>
                    <a:pt x="1245" y="1788"/>
                    <a:pt x="1281" y="1832"/>
                  </a:cubicBezTo>
                  <a:cubicBezTo>
                    <a:pt x="1309" y="1864"/>
                    <a:pt x="1341" y="1896"/>
                    <a:pt x="1377" y="1920"/>
                  </a:cubicBezTo>
                  <a:cubicBezTo>
                    <a:pt x="1405" y="1944"/>
                    <a:pt x="1441" y="1960"/>
                    <a:pt x="1477" y="1968"/>
                  </a:cubicBezTo>
                  <a:lnTo>
                    <a:pt x="1477" y="1964"/>
                  </a:lnTo>
                  <a:cubicBezTo>
                    <a:pt x="1469" y="1960"/>
                    <a:pt x="1461" y="1956"/>
                    <a:pt x="1453" y="1948"/>
                  </a:cubicBezTo>
                  <a:cubicBezTo>
                    <a:pt x="1429" y="1932"/>
                    <a:pt x="1409" y="1916"/>
                    <a:pt x="1393" y="1900"/>
                  </a:cubicBezTo>
                  <a:cubicBezTo>
                    <a:pt x="1361" y="1872"/>
                    <a:pt x="1337" y="1840"/>
                    <a:pt x="1317" y="1804"/>
                  </a:cubicBezTo>
                  <a:cubicBezTo>
                    <a:pt x="1289" y="1760"/>
                    <a:pt x="1265" y="1712"/>
                    <a:pt x="1245" y="1664"/>
                  </a:cubicBezTo>
                  <a:cubicBezTo>
                    <a:pt x="1225" y="1608"/>
                    <a:pt x="1209" y="1548"/>
                    <a:pt x="1201" y="1488"/>
                  </a:cubicBezTo>
                  <a:cubicBezTo>
                    <a:pt x="1189" y="1416"/>
                    <a:pt x="1169" y="1344"/>
                    <a:pt x="1141" y="1276"/>
                  </a:cubicBezTo>
                  <a:cubicBezTo>
                    <a:pt x="1089" y="1128"/>
                    <a:pt x="1013" y="988"/>
                    <a:pt x="921" y="860"/>
                  </a:cubicBezTo>
                  <a:cubicBezTo>
                    <a:pt x="877" y="796"/>
                    <a:pt x="829" y="732"/>
                    <a:pt x="777" y="672"/>
                  </a:cubicBezTo>
                  <a:cubicBezTo>
                    <a:pt x="729" y="612"/>
                    <a:pt x="677" y="552"/>
                    <a:pt x="629" y="496"/>
                  </a:cubicBezTo>
                  <a:cubicBezTo>
                    <a:pt x="577" y="440"/>
                    <a:pt x="521" y="396"/>
                    <a:pt x="461" y="352"/>
                  </a:cubicBezTo>
                  <a:cubicBezTo>
                    <a:pt x="405" y="320"/>
                    <a:pt x="353" y="284"/>
                    <a:pt x="305" y="248"/>
                  </a:cubicBezTo>
                  <a:cubicBezTo>
                    <a:pt x="257" y="216"/>
                    <a:pt x="213" y="184"/>
                    <a:pt x="177" y="156"/>
                  </a:cubicBezTo>
                  <a:cubicBezTo>
                    <a:pt x="141" y="124"/>
                    <a:pt x="109" y="96"/>
                    <a:pt x="81" y="76"/>
                  </a:cubicBezTo>
                  <a:cubicBezTo>
                    <a:pt x="33" y="28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54"/>
            <p:cNvSpPr/>
            <p:nvPr/>
          </p:nvSpPr>
          <p:spPr>
            <a:xfrm>
              <a:off x="2594926" y="2889726"/>
              <a:ext cx="89660" cy="434598"/>
            </a:xfrm>
            <a:custGeom>
              <a:avLst/>
              <a:gdLst/>
              <a:ahLst/>
              <a:cxnLst/>
              <a:rect l="l" t="t" r="r" b="b"/>
              <a:pathLst>
                <a:path w="445" h="2157" extrusionOk="0">
                  <a:moveTo>
                    <a:pt x="265" y="0"/>
                  </a:moveTo>
                  <a:cubicBezTo>
                    <a:pt x="253" y="28"/>
                    <a:pt x="245" y="60"/>
                    <a:pt x="237" y="96"/>
                  </a:cubicBezTo>
                  <a:cubicBezTo>
                    <a:pt x="217" y="180"/>
                    <a:pt x="213" y="268"/>
                    <a:pt x="221" y="360"/>
                  </a:cubicBezTo>
                  <a:cubicBezTo>
                    <a:pt x="225" y="420"/>
                    <a:pt x="241" y="480"/>
                    <a:pt x="269" y="536"/>
                  </a:cubicBezTo>
                  <a:cubicBezTo>
                    <a:pt x="277" y="548"/>
                    <a:pt x="285" y="564"/>
                    <a:pt x="297" y="580"/>
                  </a:cubicBezTo>
                  <a:lnTo>
                    <a:pt x="325" y="616"/>
                  </a:lnTo>
                  <a:cubicBezTo>
                    <a:pt x="337" y="628"/>
                    <a:pt x="345" y="640"/>
                    <a:pt x="357" y="656"/>
                  </a:cubicBezTo>
                  <a:lnTo>
                    <a:pt x="377" y="696"/>
                  </a:lnTo>
                  <a:cubicBezTo>
                    <a:pt x="405" y="756"/>
                    <a:pt x="417" y="824"/>
                    <a:pt x="421" y="896"/>
                  </a:cubicBezTo>
                  <a:cubicBezTo>
                    <a:pt x="425" y="964"/>
                    <a:pt x="421" y="1036"/>
                    <a:pt x="409" y="1104"/>
                  </a:cubicBezTo>
                  <a:cubicBezTo>
                    <a:pt x="393" y="1176"/>
                    <a:pt x="377" y="1244"/>
                    <a:pt x="357" y="1312"/>
                  </a:cubicBezTo>
                  <a:cubicBezTo>
                    <a:pt x="341" y="1376"/>
                    <a:pt x="313" y="1436"/>
                    <a:pt x="281" y="1492"/>
                  </a:cubicBezTo>
                  <a:cubicBezTo>
                    <a:pt x="273" y="1504"/>
                    <a:pt x="265" y="1516"/>
                    <a:pt x="257" y="1528"/>
                  </a:cubicBezTo>
                  <a:lnTo>
                    <a:pt x="221" y="1564"/>
                  </a:lnTo>
                  <a:cubicBezTo>
                    <a:pt x="201" y="1588"/>
                    <a:pt x="181" y="1616"/>
                    <a:pt x="165" y="1644"/>
                  </a:cubicBezTo>
                  <a:cubicBezTo>
                    <a:pt x="133" y="1692"/>
                    <a:pt x="101" y="1748"/>
                    <a:pt x="81" y="1800"/>
                  </a:cubicBezTo>
                  <a:cubicBezTo>
                    <a:pt x="57" y="1844"/>
                    <a:pt x="41" y="1892"/>
                    <a:pt x="25" y="1940"/>
                  </a:cubicBezTo>
                  <a:cubicBezTo>
                    <a:pt x="13" y="1980"/>
                    <a:pt x="9" y="2016"/>
                    <a:pt x="5" y="2056"/>
                  </a:cubicBezTo>
                  <a:cubicBezTo>
                    <a:pt x="1" y="2080"/>
                    <a:pt x="5" y="2108"/>
                    <a:pt x="9" y="2132"/>
                  </a:cubicBezTo>
                  <a:cubicBezTo>
                    <a:pt x="17" y="2148"/>
                    <a:pt x="21" y="2156"/>
                    <a:pt x="21" y="2156"/>
                  </a:cubicBezTo>
                  <a:lnTo>
                    <a:pt x="29" y="2152"/>
                  </a:lnTo>
                  <a:cubicBezTo>
                    <a:pt x="29" y="2152"/>
                    <a:pt x="25" y="2144"/>
                    <a:pt x="25" y="2128"/>
                  </a:cubicBezTo>
                  <a:cubicBezTo>
                    <a:pt x="21" y="2104"/>
                    <a:pt x="25" y="2084"/>
                    <a:pt x="33" y="2060"/>
                  </a:cubicBezTo>
                  <a:cubicBezTo>
                    <a:pt x="57" y="1980"/>
                    <a:pt x="89" y="1900"/>
                    <a:pt x="133" y="1828"/>
                  </a:cubicBezTo>
                  <a:cubicBezTo>
                    <a:pt x="157" y="1780"/>
                    <a:pt x="189" y="1736"/>
                    <a:pt x="221" y="1684"/>
                  </a:cubicBezTo>
                  <a:cubicBezTo>
                    <a:pt x="241" y="1664"/>
                    <a:pt x="257" y="1636"/>
                    <a:pt x="277" y="1612"/>
                  </a:cubicBezTo>
                  <a:lnTo>
                    <a:pt x="309" y="1576"/>
                  </a:lnTo>
                  <a:cubicBezTo>
                    <a:pt x="321" y="1560"/>
                    <a:pt x="333" y="1544"/>
                    <a:pt x="341" y="1528"/>
                  </a:cubicBezTo>
                  <a:cubicBezTo>
                    <a:pt x="373" y="1464"/>
                    <a:pt x="401" y="1396"/>
                    <a:pt x="413" y="1328"/>
                  </a:cubicBezTo>
                  <a:cubicBezTo>
                    <a:pt x="429" y="1256"/>
                    <a:pt x="441" y="1184"/>
                    <a:pt x="441" y="1108"/>
                  </a:cubicBezTo>
                  <a:cubicBezTo>
                    <a:pt x="445" y="1036"/>
                    <a:pt x="445" y="964"/>
                    <a:pt x="437" y="892"/>
                  </a:cubicBezTo>
                  <a:cubicBezTo>
                    <a:pt x="437" y="824"/>
                    <a:pt x="425" y="752"/>
                    <a:pt x="409" y="684"/>
                  </a:cubicBezTo>
                  <a:cubicBezTo>
                    <a:pt x="389" y="612"/>
                    <a:pt x="341" y="560"/>
                    <a:pt x="321" y="512"/>
                  </a:cubicBezTo>
                  <a:cubicBezTo>
                    <a:pt x="297" y="460"/>
                    <a:pt x="285" y="408"/>
                    <a:pt x="277" y="356"/>
                  </a:cubicBezTo>
                  <a:cubicBezTo>
                    <a:pt x="269" y="308"/>
                    <a:pt x="265" y="260"/>
                    <a:pt x="265" y="212"/>
                  </a:cubicBezTo>
                  <a:lnTo>
                    <a:pt x="265" y="100"/>
                  </a:lnTo>
                  <a:cubicBezTo>
                    <a:pt x="265" y="36"/>
                    <a:pt x="269" y="0"/>
                    <a:pt x="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54"/>
            <p:cNvSpPr/>
            <p:nvPr/>
          </p:nvSpPr>
          <p:spPr>
            <a:xfrm>
              <a:off x="2482095" y="2920351"/>
              <a:ext cx="82406" cy="256487"/>
            </a:xfrm>
            <a:custGeom>
              <a:avLst/>
              <a:gdLst/>
              <a:ahLst/>
              <a:cxnLst/>
              <a:rect l="l" t="t" r="r" b="b"/>
              <a:pathLst>
                <a:path w="409" h="1273" extrusionOk="0">
                  <a:moveTo>
                    <a:pt x="405" y="0"/>
                  </a:moveTo>
                  <a:cubicBezTo>
                    <a:pt x="345" y="44"/>
                    <a:pt x="293" y="96"/>
                    <a:pt x="249" y="152"/>
                  </a:cubicBezTo>
                  <a:cubicBezTo>
                    <a:pt x="229" y="180"/>
                    <a:pt x="209" y="208"/>
                    <a:pt x="189" y="240"/>
                  </a:cubicBezTo>
                  <a:cubicBezTo>
                    <a:pt x="173" y="276"/>
                    <a:pt x="157" y="312"/>
                    <a:pt x="145" y="352"/>
                  </a:cubicBezTo>
                  <a:cubicBezTo>
                    <a:pt x="133" y="396"/>
                    <a:pt x="129" y="436"/>
                    <a:pt x="133" y="480"/>
                  </a:cubicBezTo>
                  <a:cubicBezTo>
                    <a:pt x="137" y="524"/>
                    <a:pt x="137" y="568"/>
                    <a:pt x="137" y="608"/>
                  </a:cubicBezTo>
                  <a:cubicBezTo>
                    <a:pt x="133" y="652"/>
                    <a:pt x="129" y="692"/>
                    <a:pt x="125" y="736"/>
                  </a:cubicBezTo>
                  <a:cubicBezTo>
                    <a:pt x="121" y="776"/>
                    <a:pt x="117" y="816"/>
                    <a:pt x="109" y="856"/>
                  </a:cubicBezTo>
                  <a:cubicBezTo>
                    <a:pt x="93" y="932"/>
                    <a:pt x="77" y="1000"/>
                    <a:pt x="61" y="1064"/>
                  </a:cubicBezTo>
                  <a:cubicBezTo>
                    <a:pt x="45" y="1124"/>
                    <a:pt x="33" y="1176"/>
                    <a:pt x="21" y="1212"/>
                  </a:cubicBezTo>
                  <a:cubicBezTo>
                    <a:pt x="9" y="1248"/>
                    <a:pt x="1" y="1268"/>
                    <a:pt x="1" y="1268"/>
                  </a:cubicBezTo>
                  <a:lnTo>
                    <a:pt x="9" y="1272"/>
                  </a:lnTo>
                  <a:cubicBezTo>
                    <a:pt x="9" y="1272"/>
                    <a:pt x="21" y="1252"/>
                    <a:pt x="45" y="1224"/>
                  </a:cubicBezTo>
                  <a:cubicBezTo>
                    <a:pt x="57" y="1204"/>
                    <a:pt x="69" y="1184"/>
                    <a:pt x="81" y="1164"/>
                  </a:cubicBezTo>
                  <a:cubicBezTo>
                    <a:pt x="93" y="1136"/>
                    <a:pt x="109" y="1112"/>
                    <a:pt x="121" y="1084"/>
                  </a:cubicBezTo>
                  <a:cubicBezTo>
                    <a:pt x="133" y="1052"/>
                    <a:pt x="145" y="1016"/>
                    <a:pt x="153" y="984"/>
                  </a:cubicBezTo>
                  <a:cubicBezTo>
                    <a:pt x="165" y="944"/>
                    <a:pt x="173" y="904"/>
                    <a:pt x="177" y="864"/>
                  </a:cubicBezTo>
                  <a:cubicBezTo>
                    <a:pt x="181" y="824"/>
                    <a:pt x="185" y="780"/>
                    <a:pt x="185" y="740"/>
                  </a:cubicBezTo>
                  <a:cubicBezTo>
                    <a:pt x="185" y="696"/>
                    <a:pt x="181" y="652"/>
                    <a:pt x="173" y="608"/>
                  </a:cubicBezTo>
                  <a:cubicBezTo>
                    <a:pt x="165" y="564"/>
                    <a:pt x="157" y="524"/>
                    <a:pt x="153" y="480"/>
                  </a:cubicBezTo>
                  <a:cubicBezTo>
                    <a:pt x="149" y="440"/>
                    <a:pt x="161" y="400"/>
                    <a:pt x="181" y="368"/>
                  </a:cubicBezTo>
                  <a:cubicBezTo>
                    <a:pt x="201" y="332"/>
                    <a:pt x="225" y="304"/>
                    <a:pt x="241" y="272"/>
                  </a:cubicBezTo>
                  <a:lnTo>
                    <a:pt x="297" y="188"/>
                  </a:lnTo>
                  <a:cubicBezTo>
                    <a:pt x="333" y="132"/>
                    <a:pt x="361" y="88"/>
                    <a:pt x="381" y="56"/>
                  </a:cubicBezTo>
                  <a:cubicBezTo>
                    <a:pt x="397" y="24"/>
                    <a:pt x="409" y="8"/>
                    <a:pt x="409" y="8"/>
                  </a:cubicBezTo>
                  <a:lnTo>
                    <a:pt x="4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54"/>
            <p:cNvSpPr/>
            <p:nvPr/>
          </p:nvSpPr>
          <p:spPr>
            <a:xfrm>
              <a:off x="2586061" y="2944529"/>
              <a:ext cx="34856" cy="170253"/>
            </a:xfrm>
            <a:custGeom>
              <a:avLst/>
              <a:gdLst/>
              <a:ahLst/>
              <a:cxnLst/>
              <a:rect l="l" t="t" r="r" b="b"/>
              <a:pathLst>
                <a:path w="173" h="845" extrusionOk="0">
                  <a:moveTo>
                    <a:pt x="33" y="0"/>
                  </a:moveTo>
                  <a:cubicBezTo>
                    <a:pt x="25" y="12"/>
                    <a:pt x="21" y="24"/>
                    <a:pt x="21" y="36"/>
                  </a:cubicBezTo>
                  <a:cubicBezTo>
                    <a:pt x="9" y="68"/>
                    <a:pt x="5" y="100"/>
                    <a:pt x="1" y="136"/>
                  </a:cubicBezTo>
                  <a:cubicBezTo>
                    <a:pt x="1" y="156"/>
                    <a:pt x="1" y="180"/>
                    <a:pt x="1" y="200"/>
                  </a:cubicBezTo>
                  <a:cubicBezTo>
                    <a:pt x="5" y="224"/>
                    <a:pt x="9" y="252"/>
                    <a:pt x="17" y="276"/>
                  </a:cubicBezTo>
                  <a:cubicBezTo>
                    <a:pt x="29" y="324"/>
                    <a:pt x="33" y="380"/>
                    <a:pt x="29" y="432"/>
                  </a:cubicBezTo>
                  <a:cubicBezTo>
                    <a:pt x="25" y="488"/>
                    <a:pt x="29" y="540"/>
                    <a:pt x="37" y="596"/>
                  </a:cubicBezTo>
                  <a:cubicBezTo>
                    <a:pt x="45" y="640"/>
                    <a:pt x="61" y="688"/>
                    <a:pt x="81" y="732"/>
                  </a:cubicBezTo>
                  <a:cubicBezTo>
                    <a:pt x="93" y="748"/>
                    <a:pt x="101" y="764"/>
                    <a:pt x="113" y="780"/>
                  </a:cubicBezTo>
                  <a:cubicBezTo>
                    <a:pt x="121" y="792"/>
                    <a:pt x="129" y="804"/>
                    <a:pt x="141" y="816"/>
                  </a:cubicBezTo>
                  <a:cubicBezTo>
                    <a:pt x="157" y="832"/>
                    <a:pt x="169" y="844"/>
                    <a:pt x="169" y="844"/>
                  </a:cubicBezTo>
                  <a:lnTo>
                    <a:pt x="173" y="840"/>
                  </a:lnTo>
                  <a:cubicBezTo>
                    <a:pt x="173" y="840"/>
                    <a:pt x="169" y="824"/>
                    <a:pt x="165" y="800"/>
                  </a:cubicBezTo>
                  <a:cubicBezTo>
                    <a:pt x="161" y="788"/>
                    <a:pt x="157" y="776"/>
                    <a:pt x="153" y="760"/>
                  </a:cubicBezTo>
                  <a:cubicBezTo>
                    <a:pt x="149" y="748"/>
                    <a:pt x="145" y="728"/>
                    <a:pt x="141" y="712"/>
                  </a:cubicBezTo>
                  <a:cubicBezTo>
                    <a:pt x="137" y="692"/>
                    <a:pt x="129" y="672"/>
                    <a:pt x="125" y="648"/>
                  </a:cubicBezTo>
                  <a:cubicBezTo>
                    <a:pt x="121" y="628"/>
                    <a:pt x="113" y="604"/>
                    <a:pt x="109" y="580"/>
                  </a:cubicBezTo>
                  <a:cubicBezTo>
                    <a:pt x="101" y="556"/>
                    <a:pt x="93" y="536"/>
                    <a:pt x="89" y="508"/>
                  </a:cubicBezTo>
                  <a:cubicBezTo>
                    <a:pt x="85" y="480"/>
                    <a:pt x="73" y="456"/>
                    <a:pt x="65" y="432"/>
                  </a:cubicBezTo>
                  <a:cubicBezTo>
                    <a:pt x="57" y="404"/>
                    <a:pt x="53" y="380"/>
                    <a:pt x="49" y="352"/>
                  </a:cubicBezTo>
                  <a:cubicBezTo>
                    <a:pt x="49" y="328"/>
                    <a:pt x="49" y="300"/>
                    <a:pt x="53" y="276"/>
                  </a:cubicBezTo>
                  <a:cubicBezTo>
                    <a:pt x="57" y="248"/>
                    <a:pt x="61" y="224"/>
                    <a:pt x="61" y="204"/>
                  </a:cubicBezTo>
                  <a:lnTo>
                    <a:pt x="61" y="140"/>
                  </a:lnTo>
                  <a:cubicBezTo>
                    <a:pt x="61" y="92"/>
                    <a:pt x="53" y="48"/>
                    <a:pt x="41" y="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54"/>
            <p:cNvSpPr/>
            <p:nvPr/>
          </p:nvSpPr>
          <p:spPr>
            <a:xfrm>
              <a:off x="2268522" y="2873607"/>
              <a:ext cx="281471" cy="35964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89" y="0"/>
                  </a:moveTo>
                  <a:cubicBezTo>
                    <a:pt x="1281" y="52"/>
                    <a:pt x="1181" y="116"/>
                    <a:pt x="1085" y="192"/>
                  </a:cubicBezTo>
                  <a:cubicBezTo>
                    <a:pt x="1037" y="228"/>
                    <a:pt x="993" y="264"/>
                    <a:pt x="949" y="304"/>
                  </a:cubicBezTo>
                  <a:cubicBezTo>
                    <a:pt x="901" y="352"/>
                    <a:pt x="857" y="400"/>
                    <a:pt x="821" y="452"/>
                  </a:cubicBezTo>
                  <a:cubicBezTo>
                    <a:pt x="777" y="512"/>
                    <a:pt x="745" y="572"/>
                    <a:pt x="721" y="640"/>
                  </a:cubicBezTo>
                  <a:cubicBezTo>
                    <a:pt x="689" y="704"/>
                    <a:pt x="657" y="768"/>
                    <a:pt x="621" y="828"/>
                  </a:cubicBezTo>
                  <a:lnTo>
                    <a:pt x="401" y="1188"/>
                  </a:lnTo>
                  <a:cubicBezTo>
                    <a:pt x="333" y="1300"/>
                    <a:pt x="269" y="1408"/>
                    <a:pt x="213" y="1500"/>
                  </a:cubicBezTo>
                  <a:cubicBezTo>
                    <a:pt x="169" y="1572"/>
                    <a:pt x="121" y="1644"/>
                    <a:pt x="73" y="1716"/>
                  </a:cubicBezTo>
                  <a:cubicBezTo>
                    <a:pt x="57" y="1732"/>
                    <a:pt x="41" y="1752"/>
                    <a:pt x="21" y="1764"/>
                  </a:cubicBezTo>
                  <a:cubicBezTo>
                    <a:pt x="17" y="1768"/>
                    <a:pt x="9" y="1772"/>
                    <a:pt x="1" y="1776"/>
                  </a:cubicBezTo>
                  <a:lnTo>
                    <a:pt x="1" y="1784"/>
                  </a:lnTo>
                  <a:cubicBezTo>
                    <a:pt x="9" y="1784"/>
                    <a:pt x="21" y="1780"/>
                    <a:pt x="29" y="1776"/>
                  </a:cubicBezTo>
                  <a:cubicBezTo>
                    <a:pt x="49" y="1764"/>
                    <a:pt x="73" y="1748"/>
                    <a:pt x="89" y="1732"/>
                  </a:cubicBezTo>
                  <a:cubicBezTo>
                    <a:pt x="153" y="1672"/>
                    <a:pt x="209" y="1604"/>
                    <a:pt x="261" y="1532"/>
                  </a:cubicBezTo>
                  <a:cubicBezTo>
                    <a:pt x="333" y="1432"/>
                    <a:pt x="401" y="1328"/>
                    <a:pt x="461" y="1220"/>
                  </a:cubicBezTo>
                  <a:cubicBezTo>
                    <a:pt x="497" y="1160"/>
                    <a:pt x="529" y="1100"/>
                    <a:pt x="561" y="1036"/>
                  </a:cubicBezTo>
                  <a:cubicBezTo>
                    <a:pt x="593" y="972"/>
                    <a:pt x="625" y="908"/>
                    <a:pt x="653" y="844"/>
                  </a:cubicBezTo>
                  <a:lnTo>
                    <a:pt x="741" y="644"/>
                  </a:lnTo>
                  <a:cubicBezTo>
                    <a:pt x="753" y="612"/>
                    <a:pt x="769" y="580"/>
                    <a:pt x="785" y="552"/>
                  </a:cubicBezTo>
                  <a:cubicBezTo>
                    <a:pt x="805" y="524"/>
                    <a:pt x="825" y="496"/>
                    <a:pt x="849" y="472"/>
                  </a:cubicBezTo>
                  <a:cubicBezTo>
                    <a:pt x="897" y="424"/>
                    <a:pt x="945" y="384"/>
                    <a:pt x="993" y="344"/>
                  </a:cubicBezTo>
                  <a:cubicBezTo>
                    <a:pt x="1037" y="304"/>
                    <a:pt x="1081" y="268"/>
                    <a:pt x="1121" y="232"/>
                  </a:cubicBezTo>
                  <a:lnTo>
                    <a:pt x="1321" y="64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54"/>
            <p:cNvSpPr/>
            <p:nvPr/>
          </p:nvSpPr>
          <p:spPr>
            <a:xfrm>
              <a:off x="2526422" y="2497035"/>
              <a:ext cx="216997" cy="320962"/>
            </a:xfrm>
            <a:custGeom>
              <a:avLst/>
              <a:gdLst/>
              <a:ahLst/>
              <a:cxnLst/>
              <a:rect l="l" t="t" r="r" b="b"/>
              <a:pathLst>
                <a:path w="1077" h="1593" extrusionOk="0">
                  <a:moveTo>
                    <a:pt x="992" y="1"/>
                  </a:moveTo>
                  <a:cubicBezTo>
                    <a:pt x="989" y="1"/>
                    <a:pt x="987" y="1"/>
                    <a:pt x="985" y="1"/>
                  </a:cubicBezTo>
                  <a:lnTo>
                    <a:pt x="957" y="1"/>
                  </a:lnTo>
                  <a:cubicBezTo>
                    <a:pt x="945" y="1"/>
                    <a:pt x="933" y="5"/>
                    <a:pt x="925" y="13"/>
                  </a:cubicBezTo>
                  <a:cubicBezTo>
                    <a:pt x="909" y="25"/>
                    <a:pt x="897" y="37"/>
                    <a:pt x="885" y="49"/>
                  </a:cubicBezTo>
                  <a:cubicBezTo>
                    <a:pt x="857" y="73"/>
                    <a:pt x="837" y="101"/>
                    <a:pt x="821" y="133"/>
                  </a:cubicBezTo>
                  <a:cubicBezTo>
                    <a:pt x="785" y="197"/>
                    <a:pt x="765" y="269"/>
                    <a:pt x="765" y="341"/>
                  </a:cubicBezTo>
                  <a:cubicBezTo>
                    <a:pt x="765" y="413"/>
                    <a:pt x="773" y="481"/>
                    <a:pt x="773" y="549"/>
                  </a:cubicBezTo>
                  <a:cubicBezTo>
                    <a:pt x="769" y="581"/>
                    <a:pt x="765" y="613"/>
                    <a:pt x="753" y="645"/>
                  </a:cubicBezTo>
                  <a:cubicBezTo>
                    <a:pt x="737" y="677"/>
                    <a:pt x="717" y="705"/>
                    <a:pt x="693" y="725"/>
                  </a:cubicBezTo>
                  <a:cubicBezTo>
                    <a:pt x="645" y="773"/>
                    <a:pt x="589" y="813"/>
                    <a:pt x="537" y="853"/>
                  </a:cubicBezTo>
                  <a:cubicBezTo>
                    <a:pt x="485" y="889"/>
                    <a:pt x="433" y="929"/>
                    <a:pt x="389" y="969"/>
                  </a:cubicBezTo>
                  <a:cubicBezTo>
                    <a:pt x="341" y="1009"/>
                    <a:pt x="305" y="1057"/>
                    <a:pt x="277" y="1109"/>
                  </a:cubicBezTo>
                  <a:cubicBezTo>
                    <a:pt x="253" y="1153"/>
                    <a:pt x="241" y="1201"/>
                    <a:pt x="241" y="1249"/>
                  </a:cubicBezTo>
                  <a:cubicBezTo>
                    <a:pt x="209" y="1217"/>
                    <a:pt x="177" y="1185"/>
                    <a:pt x="145" y="1149"/>
                  </a:cubicBezTo>
                  <a:cubicBezTo>
                    <a:pt x="109" y="1105"/>
                    <a:pt x="81" y="1053"/>
                    <a:pt x="61" y="1001"/>
                  </a:cubicBezTo>
                  <a:cubicBezTo>
                    <a:pt x="53" y="973"/>
                    <a:pt x="45" y="945"/>
                    <a:pt x="45" y="917"/>
                  </a:cubicBezTo>
                  <a:cubicBezTo>
                    <a:pt x="41" y="889"/>
                    <a:pt x="41" y="861"/>
                    <a:pt x="49" y="837"/>
                  </a:cubicBezTo>
                  <a:cubicBezTo>
                    <a:pt x="65" y="781"/>
                    <a:pt x="85" y="733"/>
                    <a:pt x="113" y="685"/>
                  </a:cubicBezTo>
                  <a:cubicBezTo>
                    <a:pt x="145" y="633"/>
                    <a:pt x="173" y="577"/>
                    <a:pt x="189" y="521"/>
                  </a:cubicBezTo>
                  <a:cubicBezTo>
                    <a:pt x="201" y="485"/>
                    <a:pt x="197" y="445"/>
                    <a:pt x="185" y="413"/>
                  </a:cubicBezTo>
                  <a:cubicBezTo>
                    <a:pt x="166" y="372"/>
                    <a:pt x="130" y="349"/>
                    <a:pt x="90" y="349"/>
                  </a:cubicBezTo>
                  <a:cubicBezTo>
                    <a:pt x="87" y="349"/>
                    <a:pt x="84" y="349"/>
                    <a:pt x="81" y="349"/>
                  </a:cubicBezTo>
                  <a:cubicBezTo>
                    <a:pt x="77" y="349"/>
                    <a:pt x="73" y="353"/>
                    <a:pt x="69" y="353"/>
                  </a:cubicBezTo>
                  <a:cubicBezTo>
                    <a:pt x="41" y="369"/>
                    <a:pt x="17" y="397"/>
                    <a:pt x="9" y="429"/>
                  </a:cubicBezTo>
                  <a:cubicBezTo>
                    <a:pt x="5" y="457"/>
                    <a:pt x="9" y="489"/>
                    <a:pt x="21" y="517"/>
                  </a:cubicBezTo>
                  <a:cubicBezTo>
                    <a:pt x="37" y="553"/>
                    <a:pt x="53" y="589"/>
                    <a:pt x="69" y="621"/>
                  </a:cubicBezTo>
                  <a:cubicBezTo>
                    <a:pt x="65" y="633"/>
                    <a:pt x="61" y="645"/>
                    <a:pt x="57" y="657"/>
                  </a:cubicBezTo>
                  <a:cubicBezTo>
                    <a:pt x="25" y="709"/>
                    <a:pt x="9" y="769"/>
                    <a:pt x="1" y="829"/>
                  </a:cubicBezTo>
                  <a:cubicBezTo>
                    <a:pt x="1" y="861"/>
                    <a:pt x="5" y="893"/>
                    <a:pt x="13" y="921"/>
                  </a:cubicBezTo>
                  <a:cubicBezTo>
                    <a:pt x="21" y="949"/>
                    <a:pt x="29" y="977"/>
                    <a:pt x="41" y="1005"/>
                  </a:cubicBezTo>
                  <a:cubicBezTo>
                    <a:pt x="61" y="1061"/>
                    <a:pt x="85" y="1117"/>
                    <a:pt x="113" y="1169"/>
                  </a:cubicBezTo>
                  <a:cubicBezTo>
                    <a:pt x="141" y="1221"/>
                    <a:pt x="177" y="1269"/>
                    <a:pt x="221" y="1309"/>
                  </a:cubicBezTo>
                  <a:cubicBezTo>
                    <a:pt x="237" y="1329"/>
                    <a:pt x="257" y="1345"/>
                    <a:pt x="269" y="1365"/>
                  </a:cubicBezTo>
                  <a:cubicBezTo>
                    <a:pt x="281" y="1377"/>
                    <a:pt x="289" y="1389"/>
                    <a:pt x="301" y="1401"/>
                  </a:cubicBezTo>
                  <a:cubicBezTo>
                    <a:pt x="309" y="1413"/>
                    <a:pt x="317" y="1421"/>
                    <a:pt x="321" y="1433"/>
                  </a:cubicBezTo>
                  <a:cubicBezTo>
                    <a:pt x="349" y="1481"/>
                    <a:pt x="349" y="1537"/>
                    <a:pt x="325" y="1585"/>
                  </a:cubicBezTo>
                  <a:cubicBezTo>
                    <a:pt x="325" y="1589"/>
                    <a:pt x="325" y="1589"/>
                    <a:pt x="325" y="1589"/>
                  </a:cubicBezTo>
                  <a:cubicBezTo>
                    <a:pt x="327" y="1591"/>
                    <a:pt x="328" y="1592"/>
                    <a:pt x="329" y="1592"/>
                  </a:cubicBezTo>
                  <a:cubicBezTo>
                    <a:pt x="330" y="1592"/>
                    <a:pt x="331" y="1591"/>
                    <a:pt x="333" y="1589"/>
                  </a:cubicBezTo>
                  <a:cubicBezTo>
                    <a:pt x="353" y="1569"/>
                    <a:pt x="369" y="1541"/>
                    <a:pt x="373" y="1509"/>
                  </a:cubicBezTo>
                  <a:cubicBezTo>
                    <a:pt x="381" y="1477"/>
                    <a:pt x="377" y="1445"/>
                    <a:pt x="365" y="1413"/>
                  </a:cubicBezTo>
                  <a:cubicBezTo>
                    <a:pt x="357" y="1385"/>
                    <a:pt x="341" y="1357"/>
                    <a:pt x="321" y="1333"/>
                  </a:cubicBezTo>
                  <a:cubicBezTo>
                    <a:pt x="309" y="1317"/>
                    <a:pt x="297" y="1305"/>
                    <a:pt x="285" y="1289"/>
                  </a:cubicBezTo>
                  <a:cubicBezTo>
                    <a:pt x="285" y="1277"/>
                    <a:pt x="285" y="1265"/>
                    <a:pt x="285" y="1249"/>
                  </a:cubicBezTo>
                  <a:cubicBezTo>
                    <a:pt x="289" y="1209"/>
                    <a:pt x="301" y="1165"/>
                    <a:pt x="325" y="1129"/>
                  </a:cubicBezTo>
                  <a:cubicBezTo>
                    <a:pt x="353" y="1085"/>
                    <a:pt x="389" y="1049"/>
                    <a:pt x="429" y="1017"/>
                  </a:cubicBezTo>
                  <a:lnTo>
                    <a:pt x="561" y="885"/>
                  </a:lnTo>
                  <a:cubicBezTo>
                    <a:pt x="609" y="837"/>
                    <a:pt x="657" y="789"/>
                    <a:pt x="709" y="745"/>
                  </a:cubicBezTo>
                  <a:cubicBezTo>
                    <a:pt x="761" y="693"/>
                    <a:pt x="797" y="629"/>
                    <a:pt x="809" y="557"/>
                  </a:cubicBezTo>
                  <a:cubicBezTo>
                    <a:pt x="817" y="509"/>
                    <a:pt x="821" y="457"/>
                    <a:pt x="821" y="409"/>
                  </a:cubicBezTo>
                  <a:cubicBezTo>
                    <a:pt x="837" y="401"/>
                    <a:pt x="857" y="389"/>
                    <a:pt x="881" y="373"/>
                  </a:cubicBezTo>
                  <a:cubicBezTo>
                    <a:pt x="909" y="353"/>
                    <a:pt x="941" y="329"/>
                    <a:pt x="969" y="305"/>
                  </a:cubicBezTo>
                  <a:cubicBezTo>
                    <a:pt x="1005" y="269"/>
                    <a:pt x="1037" y="229"/>
                    <a:pt x="1057" y="181"/>
                  </a:cubicBezTo>
                  <a:cubicBezTo>
                    <a:pt x="1069" y="153"/>
                    <a:pt x="1077" y="121"/>
                    <a:pt x="1077" y="89"/>
                  </a:cubicBezTo>
                  <a:cubicBezTo>
                    <a:pt x="1077" y="40"/>
                    <a:pt x="1040" y="1"/>
                    <a:pt x="9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54"/>
            <p:cNvSpPr/>
            <p:nvPr/>
          </p:nvSpPr>
          <p:spPr>
            <a:xfrm>
              <a:off x="2643282" y="2586494"/>
              <a:ext cx="165417" cy="213168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750" y="1"/>
                  </a:moveTo>
                  <a:cubicBezTo>
                    <a:pt x="747" y="1"/>
                    <a:pt x="744" y="1"/>
                    <a:pt x="741" y="1"/>
                  </a:cubicBezTo>
                  <a:cubicBezTo>
                    <a:pt x="701" y="1"/>
                    <a:pt x="669" y="25"/>
                    <a:pt x="657" y="57"/>
                  </a:cubicBezTo>
                  <a:cubicBezTo>
                    <a:pt x="645" y="81"/>
                    <a:pt x="641" y="105"/>
                    <a:pt x="637" y="129"/>
                  </a:cubicBezTo>
                  <a:cubicBezTo>
                    <a:pt x="625" y="213"/>
                    <a:pt x="617" y="277"/>
                    <a:pt x="613" y="329"/>
                  </a:cubicBezTo>
                  <a:cubicBezTo>
                    <a:pt x="613" y="353"/>
                    <a:pt x="613" y="369"/>
                    <a:pt x="609" y="381"/>
                  </a:cubicBezTo>
                  <a:cubicBezTo>
                    <a:pt x="609" y="397"/>
                    <a:pt x="593" y="421"/>
                    <a:pt x="589" y="437"/>
                  </a:cubicBezTo>
                  <a:cubicBezTo>
                    <a:pt x="569" y="489"/>
                    <a:pt x="545" y="537"/>
                    <a:pt x="517" y="589"/>
                  </a:cubicBezTo>
                  <a:cubicBezTo>
                    <a:pt x="493" y="633"/>
                    <a:pt x="457" y="673"/>
                    <a:pt x="413" y="701"/>
                  </a:cubicBezTo>
                  <a:cubicBezTo>
                    <a:pt x="369" y="721"/>
                    <a:pt x="325" y="741"/>
                    <a:pt x="281" y="757"/>
                  </a:cubicBezTo>
                  <a:cubicBezTo>
                    <a:pt x="237" y="773"/>
                    <a:pt x="197" y="793"/>
                    <a:pt x="157" y="817"/>
                  </a:cubicBezTo>
                  <a:cubicBezTo>
                    <a:pt x="93" y="853"/>
                    <a:pt x="41" y="905"/>
                    <a:pt x="13" y="973"/>
                  </a:cubicBezTo>
                  <a:cubicBezTo>
                    <a:pt x="5" y="993"/>
                    <a:pt x="1" y="1013"/>
                    <a:pt x="1" y="1033"/>
                  </a:cubicBezTo>
                  <a:lnTo>
                    <a:pt x="1" y="1053"/>
                  </a:lnTo>
                  <a:cubicBezTo>
                    <a:pt x="1" y="1053"/>
                    <a:pt x="5" y="1053"/>
                    <a:pt x="5" y="1057"/>
                  </a:cubicBezTo>
                  <a:lnTo>
                    <a:pt x="9" y="1057"/>
                  </a:lnTo>
                  <a:lnTo>
                    <a:pt x="13" y="1037"/>
                  </a:lnTo>
                  <a:cubicBezTo>
                    <a:pt x="21" y="1017"/>
                    <a:pt x="29" y="1001"/>
                    <a:pt x="37" y="985"/>
                  </a:cubicBezTo>
                  <a:cubicBezTo>
                    <a:pt x="77" y="937"/>
                    <a:pt x="125" y="893"/>
                    <a:pt x="185" y="869"/>
                  </a:cubicBezTo>
                  <a:cubicBezTo>
                    <a:pt x="217" y="849"/>
                    <a:pt x="261" y="833"/>
                    <a:pt x="301" y="813"/>
                  </a:cubicBezTo>
                  <a:cubicBezTo>
                    <a:pt x="349" y="789"/>
                    <a:pt x="393" y="761"/>
                    <a:pt x="433" y="729"/>
                  </a:cubicBezTo>
                  <a:cubicBezTo>
                    <a:pt x="473" y="693"/>
                    <a:pt x="509" y="649"/>
                    <a:pt x="537" y="597"/>
                  </a:cubicBezTo>
                  <a:cubicBezTo>
                    <a:pt x="565" y="549"/>
                    <a:pt x="593" y="501"/>
                    <a:pt x="621" y="457"/>
                  </a:cubicBezTo>
                  <a:cubicBezTo>
                    <a:pt x="649" y="409"/>
                    <a:pt x="681" y="361"/>
                    <a:pt x="705" y="313"/>
                  </a:cubicBezTo>
                  <a:lnTo>
                    <a:pt x="785" y="173"/>
                  </a:lnTo>
                  <a:cubicBezTo>
                    <a:pt x="801" y="149"/>
                    <a:pt x="813" y="117"/>
                    <a:pt x="817" y="89"/>
                  </a:cubicBezTo>
                  <a:cubicBezTo>
                    <a:pt x="821" y="65"/>
                    <a:pt x="813" y="45"/>
                    <a:pt x="801" y="25"/>
                  </a:cubicBezTo>
                  <a:cubicBezTo>
                    <a:pt x="787" y="11"/>
                    <a:pt x="770" y="1"/>
                    <a:pt x="7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54"/>
            <p:cNvSpPr/>
            <p:nvPr/>
          </p:nvSpPr>
          <p:spPr>
            <a:xfrm>
              <a:off x="2673102" y="2700332"/>
              <a:ext cx="217803" cy="135195"/>
            </a:xfrm>
            <a:custGeom>
              <a:avLst/>
              <a:gdLst/>
              <a:ahLst/>
              <a:cxnLst/>
              <a:rect l="l" t="t" r="r" b="b"/>
              <a:pathLst>
                <a:path w="1081" h="671" extrusionOk="0">
                  <a:moveTo>
                    <a:pt x="961" y="0"/>
                  </a:moveTo>
                  <a:cubicBezTo>
                    <a:pt x="929" y="4"/>
                    <a:pt x="901" y="16"/>
                    <a:pt x="877" y="40"/>
                  </a:cubicBezTo>
                  <a:cubicBezTo>
                    <a:pt x="857" y="60"/>
                    <a:pt x="841" y="88"/>
                    <a:pt x="833" y="116"/>
                  </a:cubicBezTo>
                  <a:cubicBezTo>
                    <a:pt x="821" y="172"/>
                    <a:pt x="817" y="224"/>
                    <a:pt x="817" y="280"/>
                  </a:cubicBezTo>
                  <a:cubicBezTo>
                    <a:pt x="821" y="328"/>
                    <a:pt x="809" y="372"/>
                    <a:pt x="777" y="412"/>
                  </a:cubicBezTo>
                  <a:cubicBezTo>
                    <a:pt x="741" y="448"/>
                    <a:pt x="693" y="468"/>
                    <a:pt x="645" y="480"/>
                  </a:cubicBezTo>
                  <a:cubicBezTo>
                    <a:pt x="593" y="492"/>
                    <a:pt x="545" y="500"/>
                    <a:pt x="493" y="504"/>
                  </a:cubicBezTo>
                  <a:cubicBezTo>
                    <a:pt x="445" y="508"/>
                    <a:pt x="397" y="512"/>
                    <a:pt x="349" y="512"/>
                  </a:cubicBezTo>
                  <a:lnTo>
                    <a:pt x="225" y="524"/>
                  </a:lnTo>
                  <a:cubicBezTo>
                    <a:pt x="185" y="524"/>
                    <a:pt x="149" y="532"/>
                    <a:pt x="109" y="544"/>
                  </a:cubicBezTo>
                  <a:cubicBezTo>
                    <a:pt x="81" y="556"/>
                    <a:pt x="53" y="572"/>
                    <a:pt x="33" y="596"/>
                  </a:cubicBezTo>
                  <a:cubicBezTo>
                    <a:pt x="17" y="612"/>
                    <a:pt x="5" y="640"/>
                    <a:pt x="1" y="664"/>
                  </a:cubicBezTo>
                  <a:cubicBezTo>
                    <a:pt x="1" y="668"/>
                    <a:pt x="3" y="670"/>
                    <a:pt x="5" y="670"/>
                  </a:cubicBezTo>
                  <a:cubicBezTo>
                    <a:pt x="7" y="670"/>
                    <a:pt x="9" y="668"/>
                    <a:pt x="9" y="664"/>
                  </a:cubicBezTo>
                  <a:cubicBezTo>
                    <a:pt x="13" y="660"/>
                    <a:pt x="13" y="656"/>
                    <a:pt x="17" y="648"/>
                  </a:cubicBezTo>
                  <a:cubicBezTo>
                    <a:pt x="29" y="636"/>
                    <a:pt x="41" y="624"/>
                    <a:pt x="53" y="612"/>
                  </a:cubicBezTo>
                  <a:cubicBezTo>
                    <a:pt x="73" y="600"/>
                    <a:pt x="97" y="592"/>
                    <a:pt x="125" y="584"/>
                  </a:cubicBezTo>
                  <a:cubicBezTo>
                    <a:pt x="157" y="580"/>
                    <a:pt x="193" y="580"/>
                    <a:pt x="225" y="580"/>
                  </a:cubicBezTo>
                  <a:cubicBezTo>
                    <a:pt x="269" y="580"/>
                    <a:pt x="313" y="576"/>
                    <a:pt x="357" y="572"/>
                  </a:cubicBezTo>
                  <a:cubicBezTo>
                    <a:pt x="405" y="564"/>
                    <a:pt x="453" y="552"/>
                    <a:pt x="501" y="536"/>
                  </a:cubicBezTo>
                  <a:cubicBezTo>
                    <a:pt x="549" y="524"/>
                    <a:pt x="601" y="512"/>
                    <a:pt x="649" y="496"/>
                  </a:cubicBezTo>
                  <a:cubicBezTo>
                    <a:pt x="705" y="488"/>
                    <a:pt x="757" y="468"/>
                    <a:pt x="805" y="436"/>
                  </a:cubicBezTo>
                  <a:cubicBezTo>
                    <a:pt x="849" y="396"/>
                    <a:pt x="877" y="340"/>
                    <a:pt x="881" y="280"/>
                  </a:cubicBezTo>
                  <a:cubicBezTo>
                    <a:pt x="881" y="264"/>
                    <a:pt x="881" y="248"/>
                    <a:pt x="885" y="232"/>
                  </a:cubicBezTo>
                  <a:cubicBezTo>
                    <a:pt x="889" y="228"/>
                    <a:pt x="893" y="224"/>
                    <a:pt x="901" y="224"/>
                  </a:cubicBezTo>
                  <a:cubicBezTo>
                    <a:pt x="921" y="216"/>
                    <a:pt x="945" y="212"/>
                    <a:pt x="981" y="200"/>
                  </a:cubicBezTo>
                  <a:cubicBezTo>
                    <a:pt x="1001" y="196"/>
                    <a:pt x="1017" y="188"/>
                    <a:pt x="1033" y="176"/>
                  </a:cubicBezTo>
                  <a:cubicBezTo>
                    <a:pt x="1057" y="164"/>
                    <a:pt x="1073" y="140"/>
                    <a:pt x="1081" y="112"/>
                  </a:cubicBezTo>
                  <a:cubicBezTo>
                    <a:pt x="1081" y="84"/>
                    <a:pt x="1073" y="52"/>
                    <a:pt x="1049" y="32"/>
                  </a:cubicBezTo>
                  <a:cubicBezTo>
                    <a:pt x="1025" y="12"/>
                    <a:pt x="993" y="0"/>
                    <a:pt x="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54"/>
            <p:cNvSpPr/>
            <p:nvPr/>
          </p:nvSpPr>
          <p:spPr>
            <a:xfrm>
              <a:off x="2622328" y="2846205"/>
              <a:ext cx="147687" cy="153530"/>
            </a:xfrm>
            <a:custGeom>
              <a:avLst/>
              <a:gdLst/>
              <a:ahLst/>
              <a:cxnLst/>
              <a:rect l="l" t="t" r="r" b="b"/>
              <a:pathLst>
                <a:path w="733" h="762" extrusionOk="0">
                  <a:moveTo>
                    <a:pt x="49" y="0"/>
                  </a:moveTo>
                  <a:cubicBezTo>
                    <a:pt x="31" y="0"/>
                    <a:pt x="14" y="6"/>
                    <a:pt x="1" y="16"/>
                  </a:cubicBezTo>
                  <a:cubicBezTo>
                    <a:pt x="1" y="16"/>
                    <a:pt x="1" y="16"/>
                    <a:pt x="1" y="20"/>
                  </a:cubicBezTo>
                  <a:lnTo>
                    <a:pt x="5" y="20"/>
                  </a:lnTo>
                  <a:cubicBezTo>
                    <a:pt x="10" y="19"/>
                    <a:pt x="15" y="19"/>
                    <a:pt x="20" y="19"/>
                  </a:cubicBezTo>
                  <a:cubicBezTo>
                    <a:pt x="55" y="19"/>
                    <a:pt x="87" y="41"/>
                    <a:pt x="101" y="72"/>
                  </a:cubicBezTo>
                  <a:cubicBezTo>
                    <a:pt x="117" y="116"/>
                    <a:pt x="129" y="156"/>
                    <a:pt x="133" y="200"/>
                  </a:cubicBezTo>
                  <a:cubicBezTo>
                    <a:pt x="137" y="224"/>
                    <a:pt x="145" y="248"/>
                    <a:pt x="157" y="268"/>
                  </a:cubicBezTo>
                  <a:cubicBezTo>
                    <a:pt x="165" y="292"/>
                    <a:pt x="177" y="312"/>
                    <a:pt x="193" y="332"/>
                  </a:cubicBezTo>
                  <a:cubicBezTo>
                    <a:pt x="217" y="372"/>
                    <a:pt x="249" y="408"/>
                    <a:pt x="277" y="448"/>
                  </a:cubicBezTo>
                  <a:cubicBezTo>
                    <a:pt x="301" y="484"/>
                    <a:pt x="329" y="524"/>
                    <a:pt x="357" y="560"/>
                  </a:cubicBezTo>
                  <a:cubicBezTo>
                    <a:pt x="381" y="600"/>
                    <a:pt x="409" y="640"/>
                    <a:pt x="437" y="676"/>
                  </a:cubicBezTo>
                  <a:cubicBezTo>
                    <a:pt x="473" y="716"/>
                    <a:pt x="517" y="748"/>
                    <a:pt x="573" y="760"/>
                  </a:cubicBezTo>
                  <a:cubicBezTo>
                    <a:pt x="580" y="761"/>
                    <a:pt x="587" y="762"/>
                    <a:pt x="594" y="762"/>
                  </a:cubicBezTo>
                  <a:cubicBezTo>
                    <a:pt x="615" y="762"/>
                    <a:pt x="636" y="757"/>
                    <a:pt x="657" y="748"/>
                  </a:cubicBezTo>
                  <a:cubicBezTo>
                    <a:pt x="689" y="740"/>
                    <a:pt x="713" y="716"/>
                    <a:pt x="729" y="688"/>
                  </a:cubicBezTo>
                  <a:cubicBezTo>
                    <a:pt x="733" y="676"/>
                    <a:pt x="729" y="660"/>
                    <a:pt x="721" y="652"/>
                  </a:cubicBezTo>
                  <a:cubicBezTo>
                    <a:pt x="709" y="640"/>
                    <a:pt x="697" y="628"/>
                    <a:pt x="681" y="620"/>
                  </a:cubicBezTo>
                  <a:cubicBezTo>
                    <a:pt x="665" y="612"/>
                    <a:pt x="649" y="608"/>
                    <a:pt x="633" y="604"/>
                  </a:cubicBezTo>
                  <a:cubicBezTo>
                    <a:pt x="605" y="600"/>
                    <a:pt x="577" y="600"/>
                    <a:pt x="549" y="600"/>
                  </a:cubicBezTo>
                  <a:cubicBezTo>
                    <a:pt x="535" y="602"/>
                    <a:pt x="522" y="603"/>
                    <a:pt x="509" y="603"/>
                  </a:cubicBezTo>
                  <a:cubicBezTo>
                    <a:pt x="497" y="603"/>
                    <a:pt x="485" y="602"/>
                    <a:pt x="473" y="600"/>
                  </a:cubicBezTo>
                  <a:cubicBezTo>
                    <a:pt x="457" y="600"/>
                    <a:pt x="445" y="596"/>
                    <a:pt x="433" y="596"/>
                  </a:cubicBezTo>
                  <a:lnTo>
                    <a:pt x="429" y="592"/>
                  </a:lnTo>
                  <a:lnTo>
                    <a:pt x="381" y="544"/>
                  </a:lnTo>
                  <a:cubicBezTo>
                    <a:pt x="345" y="512"/>
                    <a:pt x="317" y="476"/>
                    <a:pt x="289" y="436"/>
                  </a:cubicBezTo>
                  <a:cubicBezTo>
                    <a:pt x="265" y="400"/>
                    <a:pt x="245" y="356"/>
                    <a:pt x="229" y="316"/>
                  </a:cubicBezTo>
                  <a:cubicBezTo>
                    <a:pt x="221" y="292"/>
                    <a:pt x="217" y="272"/>
                    <a:pt x="209" y="252"/>
                  </a:cubicBezTo>
                  <a:lnTo>
                    <a:pt x="193" y="188"/>
                  </a:lnTo>
                  <a:cubicBezTo>
                    <a:pt x="181" y="140"/>
                    <a:pt x="165" y="92"/>
                    <a:pt x="141" y="52"/>
                  </a:cubicBezTo>
                  <a:cubicBezTo>
                    <a:pt x="125" y="28"/>
                    <a:pt x="101" y="12"/>
                    <a:pt x="77" y="4"/>
                  </a:cubicBezTo>
                  <a:cubicBezTo>
                    <a:pt x="67" y="2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54"/>
            <p:cNvSpPr/>
            <p:nvPr/>
          </p:nvSpPr>
          <p:spPr>
            <a:xfrm>
              <a:off x="2432127" y="2847817"/>
              <a:ext cx="150104" cy="149701"/>
            </a:xfrm>
            <a:custGeom>
              <a:avLst/>
              <a:gdLst/>
              <a:ahLst/>
              <a:cxnLst/>
              <a:rect l="l" t="t" r="r" b="b"/>
              <a:pathLst>
                <a:path w="745" h="743" extrusionOk="0">
                  <a:moveTo>
                    <a:pt x="741" y="0"/>
                  </a:moveTo>
                  <a:cubicBezTo>
                    <a:pt x="677" y="0"/>
                    <a:pt x="609" y="16"/>
                    <a:pt x="553" y="52"/>
                  </a:cubicBezTo>
                  <a:cubicBezTo>
                    <a:pt x="545" y="56"/>
                    <a:pt x="537" y="64"/>
                    <a:pt x="541" y="76"/>
                  </a:cubicBezTo>
                  <a:lnTo>
                    <a:pt x="541" y="80"/>
                  </a:lnTo>
                  <a:cubicBezTo>
                    <a:pt x="541" y="124"/>
                    <a:pt x="533" y="168"/>
                    <a:pt x="521" y="212"/>
                  </a:cubicBezTo>
                  <a:cubicBezTo>
                    <a:pt x="505" y="260"/>
                    <a:pt x="489" y="304"/>
                    <a:pt x="469" y="348"/>
                  </a:cubicBezTo>
                  <a:cubicBezTo>
                    <a:pt x="429" y="440"/>
                    <a:pt x="365" y="520"/>
                    <a:pt x="289" y="580"/>
                  </a:cubicBezTo>
                  <a:cubicBezTo>
                    <a:pt x="273" y="592"/>
                    <a:pt x="257" y="604"/>
                    <a:pt x="237" y="616"/>
                  </a:cubicBezTo>
                  <a:cubicBezTo>
                    <a:pt x="229" y="616"/>
                    <a:pt x="221" y="612"/>
                    <a:pt x="213" y="608"/>
                  </a:cubicBezTo>
                  <a:cubicBezTo>
                    <a:pt x="189" y="604"/>
                    <a:pt x="169" y="588"/>
                    <a:pt x="141" y="580"/>
                  </a:cubicBezTo>
                  <a:cubicBezTo>
                    <a:pt x="129" y="575"/>
                    <a:pt x="116" y="573"/>
                    <a:pt x="102" y="573"/>
                  </a:cubicBezTo>
                  <a:cubicBezTo>
                    <a:pt x="84" y="573"/>
                    <a:pt x="65" y="577"/>
                    <a:pt x="49" y="584"/>
                  </a:cubicBezTo>
                  <a:cubicBezTo>
                    <a:pt x="29" y="596"/>
                    <a:pt x="17" y="612"/>
                    <a:pt x="9" y="632"/>
                  </a:cubicBezTo>
                  <a:cubicBezTo>
                    <a:pt x="1" y="652"/>
                    <a:pt x="5" y="676"/>
                    <a:pt x="17" y="696"/>
                  </a:cubicBezTo>
                  <a:cubicBezTo>
                    <a:pt x="37" y="724"/>
                    <a:pt x="66" y="742"/>
                    <a:pt x="99" y="742"/>
                  </a:cubicBezTo>
                  <a:cubicBezTo>
                    <a:pt x="105" y="742"/>
                    <a:pt x="111" y="742"/>
                    <a:pt x="117" y="740"/>
                  </a:cubicBezTo>
                  <a:cubicBezTo>
                    <a:pt x="145" y="740"/>
                    <a:pt x="173" y="728"/>
                    <a:pt x="201" y="716"/>
                  </a:cubicBezTo>
                  <a:cubicBezTo>
                    <a:pt x="249" y="692"/>
                    <a:pt x="293" y="660"/>
                    <a:pt x="329" y="620"/>
                  </a:cubicBezTo>
                  <a:cubicBezTo>
                    <a:pt x="361" y="580"/>
                    <a:pt x="393" y="536"/>
                    <a:pt x="417" y="492"/>
                  </a:cubicBezTo>
                  <a:cubicBezTo>
                    <a:pt x="441" y="448"/>
                    <a:pt x="465" y="404"/>
                    <a:pt x="493" y="364"/>
                  </a:cubicBezTo>
                  <a:cubicBezTo>
                    <a:pt x="525" y="320"/>
                    <a:pt x="553" y="276"/>
                    <a:pt x="577" y="232"/>
                  </a:cubicBezTo>
                  <a:cubicBezTo>
                    <a:pt x="597" y="188"/>
                    <a:pt x="605" y="136"/>
                    <a:pt x="601" y="88"/>
                  </a:cubicBezTo>
                  <a:cubicBezTo>
                    <a:pt x="645" y="56"/>
                    <a:pt x="697" y="28"/>
                    <a:pt x="745" y="4"/>
                  </a:cubicBezTo>
                  <a:cubicBezTo>
                    <a:pt x="745" y="0"/>
                    <a:pt x="745" y="0"/>
                    <a:pt x="7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54"/>
            <p:cNvSpPr/>
            <p:nvPr/>
          </p:nvSpPr>
          <p:spPr>
            <a:xfrm>
              <a:off x="2327355" y="2810543"/>
              <a:ext cx="234727" cy="76362"/>
            </a:xfrm>
            <a:custGeom>
              <a:avLst/>
              <a:gdLst/>
              <a:ahLst/>
              <a:cxnLst/>
              <a:rect l="l" t="t" r="r" b="b"/>
              <a:pathLst>
                <a:path w="1165" h="379" extrusionOk="0">
                  <a:moveTo>
                    <a:pt x="983" y="1"/>
                  </a:moveTo>
                  <a:cubicBezTo>
                    <a:pt x="934" y="1"/>
                    <a:pt x="886" y="12"/>
                    <a:pt x="841" y="33"/>
                  </a:cubicBezTo>
                  <a:cubicBezTo>
                    <a:pt x="813" y="45"/>
                    <a:pt x="789" y="61"/>
                    <a:pt x="769" y="77"/>
                  </a:cubicBezTo>
                  <a:cubicBezTo>
                    <a:pt x="745" y="97"/>
                    <a:pt x="725" y="117"/>
                    <a:pt x="709" y="133"/>
                  </a:cubicBezTo>
                  <a:cubicBezTo>
                    <a:pt x="673" y="173"/>
                    <a:pt x="633" y="209"/>
                    <a:pt x="585" y="229"/>
                  </a:cubicBezTo>
                  <a:cubicBezTo>
                    <a:pt x="557" y="241"/>
                    <a:pt x="527" y="247"/>
                    <a:pt x="498" y="247"/>
                  </a:cubicBezTo>
                  <a:cubicBezTo>
                    <a:pt x="477" y="247"/>
                    <a:pt x="457" y="244"/>
                    <a:pt x="437" y="237"/>
                  </a:cubicBezTo>
                  <a:cubicBezTo>
                    <a:pt x="385" y="229"/>
                    <a:pt x="337" y="209"/>
                    <a:pt x="285" y="197"/>
                  </a:cubicBezTo>
                  <a:cubicBezTo>
                    <a:pt x="249" y="182"/>
                    <a:pt x="211" y="175"/>
                    <a:pt x="173" y="175"/>
                  </a:cubicBezTo>
                  <a:cubicBezTo>
                    <a:pt x="152" y="175"/>
                    <a:pt x="130" y="177"/>
                    <a:pt x="109" y="181"/>
                  </a:cubicBezTo>
                  <a:cubicBezTo>
                    <a:pt x="77" y="193"/>
                    <a:pt x="49" y="217"/>
                    <a:pt x="29" y="245"/>
                  </a:cubicBezTo>
                  <a:cubicBezTo>
                    <a:pt x="5" y="277"/>
                    <a:pt x="1" y="317"/>
                    <a:pt x="17" y="349"/>
                  </a:cubicBezTo>
                  <a:lnTo>
                    <a:pt x="17" y="353"/>
                  </a:lnTo>
                  <a:cubicBezTo>
                    <a:pt x="17" y="361"/>
                    <a:pt x="25" y="369"/>
                    <a:pt x="33" y="369"/>
                  </a:cubicBezTo>
                  <a:cubicBezTo>
                    <a:pt x="50" y="376"/>
                    <a:pt x="67" y="379"/>
                    <a:pt x="85" y="379"/>
                  </a:cubicBezTo>
                  <a:cubicBezTo>
                    <a:pt x="122" y="379"/>
                    <a:pt x="158" y="366"/>
                    <a:pt x="185" y="341"/>
                  </a:cubicBezTo>
                  <a:cubicBezTo>
                    <a:pt x="197" y="333"/>
                    <a:pt x="205" y="325"/>
                    <a:pt x="213" y="313"/>
                  </a:cubicBezTo>
                  <a:lnTo>
                    <a:pt x="233" y="289"/>
                  </a:lnTo>
                  <a:cubicBezTo>
                    <a:pt x="246" y="276"/>
                    <a:pt x="259" y="263"/>
                    <a:pt x="274" y="263"/>
                  </a:cubicBezTo>
                  <a:cubicBezTo>
                    <a:pt x="277" y="263"/>
                    <a:pt x="281" y="264"/>
                    <a:pt x="285" y="265"/>
                  </a:cubicBezTo>
                  <a:lnTo>
                    <a:pt x="289" y="265"/>
                  </a:lnTo>
                  <a:cubicBezTo>
                    <a:pt x="333" y="277"/>
                    <a:pt x="381" y="281"/>
                    <a:pt x="429" y="285"/>
                  </a:cubicBezTo>
                  <a:cubicBezTo>
                    <a:pt x="485" y="285"/>
                    <a:pt x="541" y="273"/>
                    <a:pt x="593" y="249"/>
                  </a:cubicBezTo>
                  <a:cubicBezTo>
                    <a:pt x="641" y="221"/>
                    <a:pt x="689" y="193"/>
                    <a:pt x="733" y="161"/>
                  </a:cubicBezTo>
                  <a:cubicBezTo>
                    <a:pt x="773" y="133"/>
                    <a:pt x="817" y="109"/>
                    <a:pt x="865" y="85"/>
                  </a:cubicBezTo>
                  <a:cubicBezTo>
                    <a:pt x="909" y="65"/>
                    <a:pt x="957" y="53"/>
                    <a:pt x="1005" y="49"/>
                  </a:cubicBezTo>
                  <a:cubicBezTo>
                    <a:pt x="1023" y="47"/>
                    <a:pt x="1041" y="45"/>
                    <a:pt x="1060" y="45"/>
                  </a:cubicBezTo>
                  <a:cubicBezTo>
                    <a:pt x="1093" y="45"/>
                    <a:pt x="1126" y="50"/>
                    <a:pt x="1157" y="57"/>
                  </a:cubicBezTo>
                  <a:lnTo>
                    <a:pt x="1161" y="57"/>
                  </a:lnTo>
                  <a:cubicBezTo>
                    <a:pt x="1165" y="53"/>
                    <a:pt x="1165" y="53"/>
                    <a:pt x="1161" y="53"/>
                  </a:cubicBezTo>
                  <a:cubicBezTo>
                    <a:pt x="1117" y="21"/>
                    <a:pt x="1061" y="5"/>
                    <a:pt x="1005" y="1"/>
                  </a:cubicBezTo>
                  <a:cubicBezTo>
                    <a:pt x="998" y="1"/>
                    <a:pt x="990" y="1"/>
                    <a:pt x="9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54"/>
            <p:cNvSpPr/>
            <p:nvPr/>
          </p:nvSpPr>
          <p:spPr>
            <a:xfrm>
              <a:off x="2370876" y="2618126"/>
              <a:ext cx="194431" cy="180730"/>
            </a:xfrm>
            <a:custGeom>
              <a:avLst/>
              <a:gdLst/>
              <a:ahLst/>
              <a:cxnLst/>
              <a:rect l="l" t="t" r="r" b="b"/>
              <a:pathLst>
                <a:path w="965" h="897" extrusionOk="0">
                  <a:moveTo>
                    <a:pt x="61" y="0"/>
                  </a:moveTo>
                  <a:cubicBezTo>
                    <a:pt x="45" y="12"/>
                    <a:pt x="33" y="24"/>
                    <a:pt x="21" y="40"/>
                  </a:cubicBezTo>
                  <a:cubicBezTo>
                    <a:pt x="9" y="56"/>
                    <a:pt x="1" y="76"/>
                    <a:pt x="5" y="100"/>
                  </a:cubicBezTo>
                  <a:cubicBezTo>
                    <a:pt x="9" y="132"/>
                    <a:pt x="21" y="164"/>
                    <a:pt x="45" y="192"/>
                  </a:cubicBezTo>
                  <a:cubicBezTo>
                    <a:pt x="57" y="216"/>
                    <a:pt x="77" y="240"/>
                    <a:pt x="97" y="264"/>
                  </a:cubicBezTo>
                  <a:cubicBezTo>
                    <a:pt x="105" y="276"/>
                    <a:pt x="117" y="284"/>
                    <a:pt x="129" y="296"/>
                  </a:cubicBezTo>
                  <a:cubicBezTo>
                    <a:pt x="141" y="304"/>
                    <a:pt x="153" y="312"/>
                    <a:pt x="169" y="320"/>
                  </a:cubicBezTo>
                  <a:cubicBezTo>
                    <a:pt x="221" y="348"/>
                    <a:pt x="273" y="372"/>
                    <a:pt x="325" y="392"/>
                  </a:cubicBezTo>
                  <a:cubicBezTo>
                    <a:pt x="377" y="412"/>
                    <a:pt x="429" y="432"/>
                    <a:pt x="481" y="452"/>
                  </a:cubicBezTo>
                  <a:cubicBezTo>
                    <a:pt x="533" y="468"/>
                    <a:pt x="581" y="500"/>
                    <a:pt x="613" y="544"/>
                  </a:cubicBezTo>
                  <a:cubicBezTo>
                    <a:pt x="641" y="588"/>
                    <a:pt x="653" y="644"/>
                    <a:pt x="685" y="696"/>
                  </a:cubicBezTo>
                  <a:cubicBezTo>
                    <a:pt x="745" y="796"/>
                    <a:pt x="845" y="868"/>
                    <a:pt x="961" y="896"/>
                  </a:cubicBezTo>
                  <a:lnTo>
                    <a:pt x="965" y="896"/>
                  </a:lnTo>
                  <a:cubicBezTo>
                    <a:pt x="965" y="892"/>
                    <a:pt x="965" y="892"/>
                    <a:pt x="965" y="888"/>
                  </a:cubicBezTo>
                  <a:cubicBezTo>
                    <a:pt x="921" y="860"/>
                    <a:pt x="877" y="824"/>
                    <a:pt x="837" y="784"/>
                  </a:cubicBezTo>
                  <a:cubicBezTo>
                    <a:pt x="801" y="748"/>
                    <a:pt x="765" y="708"/>
                    <a:pt x="737" y="664"/>
                  </a:cubicBezTo>
                  <a:cubicBezTo>
                    <a:pt x="705" y="616"/>
                    <a:pt x="673" y="572"/>
                    <a:pt x="637" y="528"/>
                  </a:cubicBezTo>
                  <a:cubicBezTo>
                    <a:pt x="593" y="488"/>
                    <a:pt x="545" y="452"/>
                    <a:pt x="497" y="428"/>
                  </a:cubicBezTo>
                  <a:cubicBezTo>
                    <a:pt x="445" y="400"/>
                    <a:pt x="401" y="368"/>
                    <a:pt x="353" y="340"/>
                  </a:cubicBezTo>
                  <a:cubicBezTo>
                    <a:pt x="301" y="312"/>
                    <a:pt x="257" y="288"/>
                    <a:pt x="213" y="264"/>
                  </a:cubicBezTo>
                  <a:lnTo>
                    <a:pt x="213" y="224"/>
                  </a:lnTo>
                  <a:cubicBezTo>
                    <a:pt x="213" y="192"/>
                    <a:pt x="213" y="164"/>
                    <a:pt x="213" y="132"/>
                  </a:cubicBezTo>
                  <a:cubicBezTo>
                    <a:pt x="209" y="96"/>
                    <a:pt x="197" y="64"/>
                    <a:pt x="181" y="36"/>
                  </a:cubicBezTo>
                  <a:cubicBezTo>
                    <a:pt x="165" y="16"/>
                    <a:pt x="145" y="8"/>
                    <a:pt x="1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1" name="Google Shape;2901;p54"/>
          <p:cNvGrpSpPr/>
          <p:nvPr/>
        </p:nvGrpSpPr>
        <p:grpSpPr>
          <a:xfrm>
            <a:off x="1207784" y="2091268"/>
            <a:ext cx="2229035" cy="1672734"/>
            <a:chOff x="1536645" y="1457564"/>
            <a:chExt cx="1782943" cy="1337973"/>
          </a:xfrm>
        </p:grpSpPr>
        <p:sp>
          <p:nvSpPr>
            <p:cNvPr id="2902" name="Google Shape;2902;p54"/>
            <p:cNvSpPr/>
            <p:nvPr/>
          </p:nvSpPr>
          <p:spPr>
            <a:xfrm>
              <a:off x="2157696" y="2388210"/>
              <a:ext cx="1127282" cy="407328"/>
            </a:xfrm>
            <a:custGeom>
              <a:avLst/>
              <a:gdLst/>
              <a:ahLst/>
              <a:cxnLst/>
              <a:rect l="l" t="t" r="r" b="b"/>
              <a:pathLst>
                <a:path w="4821" h="1742" extrusionOk="0">
                  <a:moveTo>
                    <a:pt x="1402" y="119"/>
                  </a:moveTo>
                  <a:cubicBezTo>
                    <a:pt x="1408" y="119"/>
                    <a:pt x="1414" y="120"/>
                    <a:pt x="1421" y="121"/>
                  </a:cubicBezTo>
                  <a:cubicBezTo>
                    <a:pt x="1469" y="121"/>
                    <a:pt x="1521" y="125"/>
                    <a:pt x="1569" y="137"/>
                  </a:cubicBezTo>
                  <a:cubicBezTo>
                    <a:pt x="1677" y="165"/>
                    <a:pt x="1781" y="197"/>
                    <a:pt x="1881" y="237"/>
                  </a:cubicBezTo>
                  <a:cubicBezTo>
                    <a:pt x="1985" y="273"/>
                    <a:pt x="2089" y="313"/>
                    <a:pt x="2193" y="357"/>
                  </a:cubicBezTo>
                  <a:cubicBezTo>
                    <a:pt x="2401" y="437"/>
                    <a:pt x="2605" y="529"/>
                    <a:pt x="2813" y="613"/>
                  </a:cubicBezTo>
                  <a:cubicBezTo>
                    <a:pt x="2913" y="657"/>
                    <a:pt x="3017" y="701"/>
                    <a:pt x="3125" y="741"/>
                  </a:cubicBezTo>
                  <a:cubicBezTo>
                    <a:pt x="3229" y="785"/>
                    <a:pt x="3337" y="821"/>
                    <a:pt x="3449" y="845"/>
                  </a:cubicBezTo>
                  <a:lnTo>
                    <a:pt x="3613" y="869"/>
                  </a:lnTo>
                  <a:lnTo>
                    <a:pt x="3781" y="885"/>
                  </a:lnTo>
                  <a:cubicBezTo>
                    <a:pt x="3897" y="893"/>
                    <a:pt x="4009" y="893"/>
                    <a:pt x="4121" y="893"/>
                  </a:cubicBezTo>
                  <a:cubicBezTo>
                    <a:pt x="4233" y="885"/>
                    <a:pt x="4349" y="873"/>
                    <a:pt x="4461" y="857"/>
                  </a:cubicBezTo>
                  <a:cubicBezTo>
                    <a:pt x="4545" y="842"/>
                    <a:pt x="4630" y="820"/>
                    <a:pt x="4711" y="789"/>
                  </a:cubicBezTo>
                  <a:lnTo>
                    <a:pt x="4711" y="789"/>
                  </a:lnTo>
                  <a:cubicBezTo>
                    <a:pt x="4692" y="842"/>
                    <a:pt x="4667" y="891"/>
                    <a:pt x="4637" y="941"/>
                  </a:cubicBezTo>
                  <a:cubicBezTo>
                    <a:pt x="4597" y="1009"/>
                    <a:pt x="4545" y="1073"/>
                    <a:pt x="4485" y="1129"/>
                  </a:cubicBezTo>
                  <a:cubicBezTo>
                    <a:pt x="4425" y="1181"/>
                    <a:pt x="4357" y="1221"/>
                    <a:pt x="4281" y="1249"/>
                  </a:cubicBezTo>
                  <a:cubicBezTo>
                    <a:pt x="4241" y="1261"/>
                    <a:pt x="4201" y="1273"/>
                    <a:pt x="4161" y="1281"/>
                  </a:cubicBezTo>
                  <a:lnTo>
                    <a:pt x="4037" y="1313"/>
                  </a:lnTo>
                  <a:cubicBezTo>
                    <a:pt x="3705" y="1393"/>
                    <a:pt x="3365" y="1461"/>
                    <a:pt x="3029" y="1541"/>
                  </a:cubicBezTo>
                  <a:cubicBezTo>
                    <a:pt x="2985" y="1549"/>
                    <a:pt x="2945" y="1561"/>
                    <a:pt x="2901" y="1573"/>
                  </a:cubicBezTo>
                  <a:lnTo>
                    <a:pt x="2873" y="1581"/>
                  </a:lnTo>
                  <a:lnTo>
                    <a:pt x="2853" y="1585"/>
                  </a:lnTo>
                  <a:lnTo>
                    <a:pt x="2845" y="1585"/>
                  </a:lnTo>
                  <a:cubicBezTo>
                    <a:pt x="2825" y="1589"/>
                    <a:pt x="2809" y="1593"/>
                    <a:pt x="2789" y="1593"/>
                  </a:cubicBezTo>
                  <a:cubicBezTo>
                    <a:pt x="2775" y="1593"/>
                    <a:pt x="2760" y="1594"/>
                    <a:pt x="2746" y="1594"/>
                  </a:cubicBezTo>
                  <a:cubicBezTo>
                    <a:pt x="2679" y="1594"/>
                    <a:pt x="2611" y="1587"/>
                    <a:pt x="2545" y="1577"/>
                  </a:cubicBezTo>
                  <a:cubicBezTo>
                    <a:pt x="2377" y="1557"/>
                    <a:pt x="2213" y="1525"/>
                    <a:pt x="2045" y="1485"/>
                  </a:cubicBezTo>
                  <a:cubicBezTo>
                    <a:pt x="1877" y="1445"/>
                    <a:pt x="1713" y="1401"/>
                    <a:pt x="1545" y="1357"/>
                  </a:cubicBezTo>
                  <a:cubicBezTo>
                    <a:pt x="1381" y="1313"/>
                    <a:pt x="1217" y="1265"/>
                    <a:pt x="1053" y="1213"/>
                  </a:cubicBezTo>
                  <a:lnTo>
                    <a:pt x="1041" y="1209"/>
                  </a:lnTo>
                  <a:lnTo>
                    <a:pt x="1029" y="1209"/>
                  </a:lnTo>
                  <a:cubicBezTo>
                    <a:pt x="1009" y="1213"/>
                    <a:pt x="985" y="1217"/>
                    <a:pt x="965" y="1217"/>
                  </a:cubicBezTo>
                  <a:lnTo>
                    <a:pt x="893" y="1217"/>
                  </a:lnTo>
                  <a:cubicBezTo>
                    <a:pt x="845" y="1213"/>
                    <a:pt x="797" y="1205"/>
                    <a:pt x="753" y="1197"/>
                  </a:cubicBezTo>
                  <a:cubicBezTo>
                    <a:pt x="661" y="1173"/>
                    <a:pt x="569" y="1141"/>
                    <a:pt x="485" y="1097"/>
                  </a:cubicBezTo>
                  <a:cubicBezTo>
                    <a:pt x="401" y="1049"/>
                    <a:pt x="321" y="993"/>
                    <a:pt x="249" y="929"/>
                  </a:cubicBezTo>
                  <a:cubicBezTo>
                    <a:pt x="177" y="865"/>
                    <a:pt x="109" y="793"/>
                    <a:pt x="49" y="717"/>
                  </a:cubicBezTo>
                  <a:cubicBezTo>
                    <a:pt x="29" y="609"/>
                    <a:pt x="41" y="497"/>
                    <a:pt x="81" y="397"/>
                  </a:cubicBezTo>
                  <a:cubicBezTo>
                    <a:pt x="101" y="345"/>
                    <a:pt x="129" y="297"/>
                    <a:pt x="161" y="257"/>
                  </a:cubicBezTo>
                  <a:cubicBezTo>
                    <a:pt x="169" y="245"/>
                    <a:pt x="177" y="233"/>
                    <a:pt x="185" y="225"/>
                  </a:cubicBezTo>
                  <a:cubicBezTo>
                    <a:pt x="193" y="213"/>
                    <a:pt x="201" y="205"/>
                    <a:pt x="209" y="197"/>
                  </a:cubicBezTo>
                  <a:cubicBezTo>
                    <a:pt x="229" y="181"/>
                    <a:pt x="249" y="169"/>
                    <a:pt x="273" y="161"/>
                  </a:cubicBezTo>
                  <a:cubicBezTo>
                    <a:pt x="343" y="138"/>
                    <a:pt x="417" y="126"/>
                    <a:pt x="491" y="126"/>
                  </a:cubicBezTo>
                  <a:cubicBezTo>
                    <a:pt x="522" y="126"/>
                    <a:pt x="554" y="128"/>
                    <a:pt x="585" y="133"/>
                  </a:cubicBezTo>
                  <a:cubicBezTo>
                    <a:pt x="693" y="141"/>
                    <a:pt x="805" y="157"/>
                    <a:pt x="917" y="165"/>
                  </a:cubicBezTo>
                  <a:cubicBezTo>
                    <a:pt x="962" y="169"/>
                    <a:pt x="1006" y="171"/>
                    <a:pt x="1050" y="171"/>
                  </a:cubicBezTo>
                  <a:cubicBezTo>
                    <a:pt x="1124" y="171"/>
                    <a:pt x="1196" y="165"/>
                    <a:pt x="1269" y="153"/>
                  </a:cubicBezTo>
                  <a:lnTo>
                    <a:pt x="1313" y="141"/>
                  </a:lnTo>
                  <a:lnTo>
                    <a:pt x="1353" y="129"/>
                  </a:lnTo>
                  <a:cubicBezTo>
                    <a:pt x="1370" y="123"/>
                    <a:pt x="1386" y="119"/>
                    <a:pt x="1402" y="119"/>
                  </a:cubicBezTo>
                  <a:close/>
                  <a:moveTo>
                    <a:pt x="1417" y="1"/>
                  </a:moveTo>
                  <a:cubicBezTo>
                    <a:pt x="1397" y="1"/>
                    <a:pt x="1381" y="1"/>
                    <a:pt x="1365" y="5"/>
                  </a:cubicBezTo>
                  <a:cubicBezTo>
                    <a:pt x="1349" y="5"/>
                    <a:pt x="1333" y="9"/>
                    <a:pt x="1317" y="13"/>
                  </a:cubicBezTo>
                  <a:lnTo>
                    <a:pt x="1277" y="29"/>
                  </a:lnTo>
                  <a:lnTo>
                    <a:pt x="1241" y="37"/>
                  </a:lnTo>
                  <a:cubicBezTo>
                    <a:pt x="1164" y="52"/>
                    <a:pt x="1084" y="60"/>
                    <a:pt x="1004" y="60"/>
                  </a:cubicBezTo>
                  <a:cubicBezTo>
                    <a:pt x="977" y="60"/>
                    <a:pt x="949" y="59"/>
                    <a:pt x="921" y="57"/>
                  </a:cubicBezTo>
                  <a:cubicBezTo>
                    <a:pt x="813" y="53"/>
                    <a:pt x="701" y="41"/>
                    <a:pt x="585" y="41"/>
                  </a:cubicBezTo>
                  <a:cubicBezTo>
                    <a:pt x="566" y="39"/>
                    <a:pt x="547" y="39"/>
                    <a:pt x="527" y="39"/>
                  </a:cubicBezTo>
                  <a:cubicBezTo>
                    <a:pt x="430" y="39"/>
                    <a:pt x="330" y="56"/>
                    <a:pt x="237" y="93"/>
                  </a:cubicBezTo>
                  <a:cubicBezTo>
                    <a:pt x="209" y="109"/>
                    <a:pt x="181" y="125"/>
                    <a:pt x="161" y="149"/>
                  </a:cubicBezTo>
                  <a:cubicBezTo>
                    <a:pt x="149" y="161"/>
                    <a:pt x="141" y="169"/>
                    <a:pt x="129" y="185"/>
                  </a:cubicBezTo>
                  <a:cubicBezTo>
                    <a:pt x="121" y="197"/>
                    <a:pt x="113" y="209"/>
                    <a:pt x="105" y="221"/>
                  </a:cubicBezTo>
                  <a:cubicBezTo>
                    <a:pt x="73" y="273"/>
                    <a:pt x="53" y="325"/>
                    <a:pt x="37" y="381"/>
                  </a:cubicBezTo>
                  <a:cubicBezTo>
                    <a:pt x="1" y="493"/>
                    <a:pt x="1" y="609"/>
                    <a:pt x="37" y="721"/>
                  </a:cubicBezTo>
                  <a:lnTo>
                    <a:pt x="33" y="721"/>
                  </a:lnTo>
                  <a:cubicBezTo>
                    <a:pt x="61" y="761"/>
                    <a:pt x="89" y="801"/>
                    <a:pt x="121" y="841"/>
                  </a:cubicBezTo>
                  <a:cubicBezTo>
                    <a:pt x="149" y="881"/>
                    <a:pt x="185" y="921"/>
                    <a:pt x="221" y="957"/>
                  </a:cubicBezTo>
                  <a:cubicBezTo>
                    <a:pt x="289" y="1029"/>
                    <a:pt x="369" y="1093"/>
                    <a:pt x="453" y="1149"/>
                  </a:cubicBezTo>
                  <a:cubicBezTo>
                    <a:pt x="541" y="1201"/>
                    <a:pt x="633" y="1245"/>
                    <a:pt x="733" y="1273"/>
                  </a:cubicBezTo>
                  <a:cubicBezTo>
                    <a:pt x="781" y="1285"/>
                    <a:pt x="833" y="1297"/>
                    <a:pt x="881" y="1305"/>
                  </a:cubicBezTo>
                  <a:cubicBezTo>
                    <a:pt x="909" y="1309"/>
                    <a:pt x="933" y="1309"/>
                    <a:pt x="961" y="1309"/>
                  </a:cubicBezTo>
                  <a:cubicBezTo>
                    <a:pt x="975" y="1311"/>
                    <a:pt x="988" y="1312"/>
                    <a:pt x="1001" y="1312"/>
                  </a:cubicBezTo>
                  <a:cubicBezTo>
                    <a:pt x="1008" y="1312"/>
                    <a:pt x="1015" y="1311"/>
                    <a:pt x="1023" y="1311"/>
                  </a:cubicBezTo>
                  <a:lnTo>
                    <a:pt x="1023" y="1311"/>
                  </a:lnTo>
                  <a:cubicBezTo>
                    <a:pt x="1185" y="1370"/>
                    <a:pt x="1347" y="1425"/>
                    <a:pt x="1513" y="1473"/>
                  </a:cubicBezTo>
                  <a:cubicBezTo>
                    <a:pt x="1677" y="1525"/>
                    <a:pt x="1841" y="1577"/>
                    <a:pt x="2013" y="1621"/>
                  </a:cubicBezTo>
                  <a:cubicBezTo>
                    <a:pt x="2181" y="1665"/>
                    <a:pt x="2353" y="1701"/>
                    <a:pt x="2525" y="1725"/>
                  </a:cubicBezTo>
                  <a:cubicBezTo>
                    <a:pt x="2601" y="1735"/>
                    <a:pt x="2674" y="1742"/>
                    <a:pt x="2748" y="1742"/>
                  </a:cubicBezTo>
                  <a:cubicBezTo>
                    <a:pt x="2764" y="1742"/>
                    <a:pt x="2781" y="1741"/>
                    <a:pt x="2797" y="1741"/>
                  </a:cubicBezTo>
                  <a:cubicBezTo>
                    <a:pt x="2821" y="1737"/>
                    <a:pt x="2849" y="1733"/>
                    <a:pt x="2873" y="1729"/>
                  </a:cubicBezTo>
                  <a:lnTo>
                    <a:pt x="2893" y="1725"/>
                  </a:lnTo>
                  <a:lnTo>
                    <a:pt x="2905" y="1721"/>
                  </a:lnTo>
                  <a:lnTo>
                    <a:pt x="2937" y="1713"/>
                  </a:lnTo>
                  <a:lnTo>
                    <a:pt x="3061" y="1681"/>
                  </a:lnTo>
                  <a:cubicBezTo>
                    <a:pt x="3393" y="1593"/>
                    <a:pt x="3729" y="1521"/>
                    <a:pt x="4065" y="1429"/>
                  </a:cubicBezTo>
                  <a:lnTo>
                    <a:pt x="4189" y="1393"/>
                  </a:lnTo>
                  <a:cubicBezTo>
                    <a:pt x="4233" y="1381"/>
                    <a:pt x="4277" y="1369"/>
                    <a:pt x="4317" y="1353"/>
                  </a:cubicBezTo>
                  <a:cubicBezTo>
                    <a:pt x="4405" y="1317"/>
                    <a:pt x="4485" y="1265"/>
                    <a:pt x="4553" y="1201"/>
                  </a:cubicBezTo>
                  <a:cubicBezTo>
                    <a:pt x="4617" y="1137"/>
                    <a:pt x="4673" y="1065"/>
                    <a:pt x="4713" y="981"/>
                  </a:cubicBezTo>
                  <a:cubicBezTo>
                    <a:pt x="4757" y="901"/>
                    <a:pt x="4789" y="817"/>
                    <a:pt x="4805" y="729"/>
                  </a:cubicBezTo>
                  <a:lnTo>
                    <a:pt x="4821" y="645"/>
                  </a:lnTo>
                  <a:lnTo>
                    <a:pt x="4749" y="689"/>
                  </a:lnTo>
                  <a:cubicBezTo>
                    <a:pt x="4653" y="737"/>
                    <a:pt x="4549" y="773"/>
                    <a:pt x="4445" y="797"/>
                  </a:cubicBezTo>
                  <a:cubicBezTo>
                    <a:pt x="4337" y="821"/>
                    <a:pt x="4225" y="837"/>
                    <a:pt x="4117" y="841"/>
                  </a:cubicBezTo>
                  <a:cubicBezTo>
                    <a:pt x="4061" y="845"/>
                    <a:pt x="4005" y="847"/>
                    <a:pt x="3949" y="847"/>
                  </a:cubicBezTo>
                  <a:cubicBezTo>
                    <a:pt x="3894" y="847"/>
                    <a:pt x="3839" y="845"/>
                    <a:pt x="3785" y="841"/>
                  </a:cubicBezTo>
                  <a:cubicBezTo>
                    <a:pt x="3729" y="837"/>
                    <a:pt x="3673" y="833"/>
                    <a:pt x="3617" y="825"/>
                  </a:cubicBezTo>
                  <a:lnTo>
                    <a:pt x="3453" y="801"/>
                  </a:lnTo>
                  <a:cubicBezTo>
                    <a:pt x="3345" y="777"/>
                    <a:pt x="3241" y="737"/>
                    <a:pt x="3141" y="693"/>
                  </a:cubicBezTo>
                  <a:cubicBezTo>
                    <a:pt x="3041" y="645"/>
                    <a:pt x="2941" y="597"/>
                    <a:pt x="2841" y="545"/>
                  </a:cubicBezTo>
                  <a:cubicBezTo>
                    <a:pt x="2641" y="449"/>
                    <a:pt x="2441" y="345"/>
                    <a:pt x="2237" y="253"/>
                  </a:cubicBezTo>
                  <a:cubicBezTo>
                    <a:pt x="2133" y="205"/>
                    <a:pt x="2033" y="161"/>
                    <a:pt x="1925" y="121"/>
                  </a:cubicBezTo>
                  <a:cubicBezTo>
                    <a:pt x="1817" y="77"/>
                    <a:pt x="1709" y="45"/>
                    <a:pt x="1597" y="21"/>
                  </a:cubicBezTo>
                  <a:cubicBezTo>
                    <a:pt x="1537" y="5"/>
                    <a:pt x="1477" y="1"/>
                    <a:pt x="14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54"/>
            <p:cNvSpPr/>
            <p:nvPr/>
          </p:nvSpPr>
          <p:spPr>
            <a:xfrm>
              <a:off x="1716226" y="1738161"/>
              <a:ext cx="712940" cy="851366"/>
            </a:xfrm>
            <a:custGeom>
              <a:avLst/>
              <a:gdLst/>
              <a:ahLst/>
              <a:cxnLst/>
              <a:rect l="l" t="t" r="r" b="b"/>
              <a:pathLst>
                <a:path w="3049" h="3641" extrusionOk="0">
                  <a:moveTo>
                    <a:pt x="1909" y="1"/>
                  </a:moveTo>
                  <a:lnTo>
                    <a:pt x="1877" y="37"/>
                  </a:lnTo>
                  <a:cubicBezTo>
                    <a:pt x="1822" y="99"/>
                    <a:pt x="1745" y="161"/>
                    <a:pt x="1664" y="161"/>
                  </a:cubicBezTo>
                  <a:cubicBezTo>
                    <a:pt x="1662" y="161"/>
                    <a:pt x="1659" y="161"/>
                    <a:pt x="1657" y="161"/>
                  </a:cubicBezTo>
                  <a:cubicBezTo>
                    <a:pt x="1637" y="157"/>
                    <a:pt x="1617" y="153"/>
                    <a:pt x="1597" y="141"/>
                  </a:cubicBezTo>
                  <a:cubicBezTo>
                    <a:pt x="1573" y="137"/>
                    <a:pt x="1549" y="129"/>
                    <a:pt x="1525" y="121"/>
                  </a:cubicBezTo>
                  <a:cubicBezTo>
                    <a:pt x="1477" y="113"/>
                    <a:pt x="1433" y="105"/>
                    <a:pt x="1385" y="97"/>
                  </a:cubicBezTo>
                  <a:cubicBezTo>
                    <a:pt x="1273" y="77"/>
                    <a:pt x="1159" y="68"/>
                    <a:pt x="1045" y="68"/>
                  </a:cubicBezTo>
                  <a:cubicBezTo>
                    <a:pt x="968" y="68"/>
                    <a:pt x="890" y="73"/>
                    <a:pt x="813" y="81"/>
                  </a:cubicBezTo>
                  <a:cubicBezTo>
                    <a:pt x="765" y="89"/>
                    <a:pt x="717" y="97"/>
                    <a:pt x="669" y="109"/>
                  </a:cubicBezTo>
                  <a:cubicBezTo>
                    <a:pt x="621" y="121"/>
                    <a:pt x="577" y="141"/>
                    <a:pt x="533" y="157"/>
                  </a:cubicBezTo>
                  <a:cubicBezTo>
                    <a:pt x="437" y="189"/>
                    <a:pt x="349" y="241"/>
                    <a:pt x="273" y="309"/>
                  </a:cubicBezTo>
                  <a:cubicBezTo>
                    <a:pt x="205" y="385"/>
                    <a:pt x="153" y="473"/>
                    <a:pt x="121" y="569"/>
                  </a:cubicBezTo>
                  <a:cubicBezTo>
                    <a:pt x="85" y="661"/>
                    <a:pt x="57" y="753"/>
                    <a:pt x="33" y="845"/>
                  </a:cubicBezTo>
                  <a:cubicBezTo>
                    <a:pt x="13" y="945"/>
                    <a:pt x="1" y="1041"/>
                    <a:pt x="1" y="1141"/>
                  </a:cubicBezTo>
                  <a:cubicBezTo>
                    <a:pt x="1" y="1237"/>
                    <a:pt x="5" y="1337"/>
                    <a:pt x="17" y="1433"/>
                  </a:cubicBezTo>
                  <a:cubicBezTo>
                    <a:pt x="25" y="1529"/>
                    <a:pt x="41" y="1625"/>
                    <a:pt x="65" y="1717"/>
                  </a:cubicBezTo>
                  <a:cubicBezTo>
                    <a:pt x="85" y="1813"/>
                    <a:pt x="113" y="1909"/>
                    <a:pt x="149" y="1997"/>
                  </a:cubicBezTo>
                  <a:cubicBezTo>
                    <a:pt x="181" y="2093"/>
                    <a:pt x="229" y="2185"/>
                    <a:pt x="285" y="2265"/>
                  </a:cubicBezTo>
                  <a:cubicBezTo>
                    <a:pt x="301" y="2289"/>
                    <a:pt x="317" y="2309"/>
                    <a:pt x="337" y="2329"/>
                  </a:cubicBezTo>
                  <a:cubicBezTo>
                    <a:pt x="353" y="2349"/>
                    <a:pt x="369" y="2361"/>
                    <a:pt x="385" y="2377"/>
                  </a:cubicBezTo>
                  <a:lnTo>
                    <a:pt x="485" y="2477"/>
                  </a:lnTo>
                  <a:lnTo>
                    <a:pt x="891" y="2863"/>
                  </a:lnTo>
                  <a:lnTo>
                    <a:pt x="891" y="2863"/>
                  </a:lnTo>
                  <a:cubicBezTo>
                    <a:pt x="905" y="2887"/>
                    <a:pt x="918" y="2908"/>
                    <a:pt x="929" y="2929"/>
                  </a:cubicBezTo>
                  <a:cubicBezTo>
                    <a:pt x="945" y="2953"/>
                    <a:pt x="965" y="2981"/>
                    <a:pt x="981" y="3005"/>
                  </a:cubicBezTo>
                  <a:cubicBezTo>
                    <a:pt x="1017" y="3053"/>
                    <a:pt x="1053" y="3101"/>
                    <a:pt x="1093" y="3145"/>
                  </a:cubicBezTo>
                  <a:cubicBezTo>
                    <a:pt x="1133" y="3185"/>
                    <a:pt x="1173" y="3229"/>
                    <a:pt x="1217" y="3269"/>
                  </a:cubicBezTo>
                  <a:cubicBezTo>
                    <a:pt x="1241" y="3289"/>
                    <a:pt x="1265" y="3305"/>
                    <a:pt x="1285" y="3325"/>
                  </a:cubicBezTo>
                  <a:cubicBezTo>
                    <a:pt x="1305" y="3345"/>
                    <a:pt x="1333" y="3361"/>
                    <a:pt x="1357" y="3381"/>
                  </a:cubicBezTo>
                  <a:cubicBezTo>
                    <a:pt x="1381" y="3397"/>
                    <a:pt x="1405" y="3413"/>
                    <a:pt x="1429" y="3429"/>
                  </a:cubicBezTo>
                  <a:lnTo>
                    <a:pt x="1505" y="3477"/>
                  </a:lnTo>
                  <a:cubicBezTo>
                    <a:pt x="1557" y="3505"/>
                    <a:pt x="1609" y="3529"/>
                    <a:pt x="1665" y="3553"/>
                  </a:cubicBezTo>
                  <a:cubicBezTo>
                    <a:pt x="1689" y="3561"/>
                    <a:pt x="1717" y="3573"/>
                    <a:pt x="1745" y="3581"/>
                  </a:cubicBezTo>
                  <a:lnTo>
                    <a:pt x="1829" y="3609"/>
                  </a:lnTo>
                  <a:cubicBezTo>
                    <a:pt x="1885" y="3621"/>
                    <a:pt x="1945" y="3633"/>
                    <a:pt x="2001" y="3641"/>
                  </a:cubicBezTo>
                  <a:lnTo>
                    <a:pt x="2001" y="3629"/>
                  </a:lnTo>
                  <a:cubicBezTo>
                    <a:pt x="1949" y="3609"/>
                    <a:pt x="1893" y="3597"/>
                    <a:pt x="1841" y="3577"/>
                  </a:cubicBezTo>
                  <a:lnTo>
                    <a:pt x="1761" y="3545"/>
                  </a:lnTo>
                  <a:cubicBezTo>
                    <a:pt x="1733" y="3533"/>
                    <a:pt x="1709" y="3517"/>
                    <a:pt x="1685" y="3505"/>
                  </a:cubicBezTo>
                  <a:cubicBezTo>
                    <a:pt x="1661" y="3493"/>
                    <a:pt x="1633" y="3481"/>
                    <a:pt x="1609" y="3465"/>
                  </a:cubicBezTo>
                  <a:lnTo>
                    <a:pt x="1537" y="3421"/>
                  </a:lnTo>
                  <a:lnTo>
                    <a:pt x="1469" y="3369"/>
                  </a:lnTo>
                  <a:cubicBezTo>
                    <a:pt x="1449" y="3353"/>
                    <a:pt x="1425" y="3337"/>
                    <a:pt x="1405" y="3317"/>
                  </a:cubicBezTo>
                  <a:cubicBezTo>
                    <a:pt x="1385" y="3301"/>
                    <a:pt x="1361" y="3281"/>
                    <a:pt x="1341" y="3261"/>
                  </a:cubicBezTo>
                  <a:cubicBezTo>
                    <a:pt x="1321" y="3241"/>
                    <a:pt x="1301" y="3225"/>
                    <a:pt x="1281" y="3205"/>
                  </a:cubicBezTo>
                  <a:cubicBezTo>
                    <a:pt x="1241" y="3161"/>
                    <a:pt x="1209" y="3121"/>
                    <a:pt x="1173" y="3077"/>
                  </a:cubicBezTo>
                  <a:cubicBezTo>
                    <a:pt x="1133" y="3033"/>
                    <a:pt x="1101" y="2989"/>
                    <a:pt x="1073" y="2941"/>
                  </a:cubicBezTo>
                  <a:cubicBezTo>
                    <a:pt x="1057" y="2917"/>
                    <a:pt x="1041" y="2893"/>
                    <a:pt x="1029" y="2869"/>
                  </a:cubicBezTo>
                  <a:cubicBezTo>
                    <a:pt x="1013" y="2849"/>
                    <a:pt x="1001" y="2821"/>
                    <a:pt x="989" y="2801"/>
                  </a:cubicBezTo>
                  <a:lnTo>
                    <a:pt x="985" y="2789"/>
                  </a:lnTo>
                  <a:lnTo>
                    <a:pt x="977" y="2781"/>
                  </a:lnTo>
                  <a:lnTo>
                    <a:pt x="581" y="2377"/>
                  </a:lnTo>
                  <a:lnTo>
                    <a:pt x="481" y="2277"/>
                  </a:lnTo>
                  <a:cubicBezTo>
                    <a:pt x="465" y="2261"/>
                    <a:pt x="449" y="2245"/>
                    <a:pt x="437" y="2229"/>
                  </a:cubicBezTo>
                  <a:cubicBezTo>
                    <a:pt x="421" y="2209"/>
                    <a:pt x="409" y="2193"/>
                    <a:pt x="397" y="2177"/>
                  </a:cubicBezTo>
                  <a:cubicBezTo>
                    <a:pt x="349" y="2105"/>
                    <a:pt x="309" y="2025"/>
                    <a:pt x="277" y="1941"/>
                  </a:cubicBezTo>
                  <a:cubicBezTo>
                    <a:pt x="245" y="1857"/>
                    <a:pt x="217" y="1769"/>
                    <a:pt x="197" y="1681"/>
                  </a:cubicBezTo>
                  <a:cubicBezTo>
                    <a:pt x="177" y="1593"/>
                    <a:pt x="157" y="1501"/>
                    <a:pt x="145" y="1413"/>
                  </a:cubicBezTo>
                  <a:cubicBezTo>
                    <a:pt x="133" y="1321"/>
                    <a:pt x="129" y="1229"/>
                    <a:pt x="125" y="1137"/>
                  </a:cubicBezTo>
                  <a:cubicBezTo>
                    <a:pt x="125" y="1049"/>
                    <a:pt x="133" y="957"/>
                    <a:pt x="145" y="869"/>
                  </a:cubicBezTo>
                  <a:cubicBezTo>
                    <a:pt x="165" y="781"/>
                    <a:pt x="189" y="689"/>
                    <a:pt x="217" y="605"/>
                  </a:cubicBezTo>
                  <a:cubicBezTo>
                    <a:pt x="241" y="521"/>
                    <a:pt x="281" y="441"/>
                    <a:pt x="337" y="373"/>
                  </a:cubicBezTo>
                  <a:cubicBezTo>
                    <a:pt x="401" y="309"/>
                    <a:pt x="473" y="261"/>
                    <a:pt x="557" y="225"/>
                  </a:cubicBezTo>
                  <a:cubicBezTo>
                    <a:pt x="597" y="205"/>
                    <a:pt x="637" y="189"/>
                    <a:pt x="681" y="173"/>
                  </a:cubicBezTo>
                  <a:cubicBezTo>
                    <a:pt x="725" y="161"/>
                    <a:pt x="769" y="149"/>
                    <a:pt x="813" y="141"/>
                  </a:cubicBezTo>
                  <a:cubicBezTo>
                    <a:pt x="910" y="124"/>
                    <a:pt x="1006" y="116"/>
                    <a:pt x="1102" y="116"/>
                  </a:cubicBezTo>
                  <a:cubicBezTo>
                    <a:pt x="1192" y="116"/>
                    <a:pt x="1282" y="123"/>
                    <a:pt x="1373" y="137"/>
                  </a:cubicBezTo>
                  <a:cubicBezTo>
                    <a:pt x="1417" y="141"/>
                    <a:pt x="1465" y="149"/>
                    <a:pt x="1509" y="161"/>
                  </a:cubicBezTo>
                  <a:cubicBezTo>
                    <a:pt x="1529" y="165"/>
                    <a:pt x="1553" y="173"/>
                    <a:pt x="1573" y="181"/>
                  </a:cubicBezTo>
                  <a:cubicBezTo>
                    <a:pt x="1597" y="189"/>
                    <a:pt x="1621" y="197"/>
                    <a:pt x="1645" y="201"/>
                  </a:cubicBezTo>
                  <a:cubicBezTo>
                    <a:pt x="1650" y="201"/>
                    <a:pt x="1656" y="201"/>
                    <a:pt x="1662" y="201"/>
                  </a:cubicBezTo>
                  <a:cubicBezTo>
                    <a:pt x="1711" y="201"/>
                    <a:pt x="1757" y="186"/>
                    <a:pt x="1797" y="161"/>
                  </a:cubicBezTo>
                  <a:cubicBezTo>
                    <a:pt x="1826" y="145"/>
                    <a:pt x="1852" y="125"/>
                    <a:pt x="1876" y="104"/>
                  </a:cubicBezTo>
                  <a:lnTo>
                    <a:pt x="1876" y="104"/>
                  </a:lnTo>
                  <a:lnTo>
                    <a:pt x="1889" y="157"/>
                  </a:lnTo>
                  <a:lnTo>
                    <a:pt x="1921" y="253"/>
                  </a:lnTo>
                  <a:cubicBezTo>
                    <a:pt x="1945" y="317"/>
                    <a:pt x="1973" y="381"/>
                    <a:pt x="2001" y="441"/>
                  </a:cubicBezTo>
                  <a:cubicBezTo>
                    <a:pt x="2061" y="561"/>
                    <a:pt x="2133" y="677"/>
                    <a:pt x="2205" y="793"/>
                  </a:cubicBezTo>
                  <a:cubicBezTo>
                    <a:pt x="2281" y="905"/>
                    <a:pt x="2357" y="1013"/>
                    <a:pt x="2429" y="1121"/>
                  </a:cubicBezTo>
                  <a:cubicBezTo>
                    <a:pt x="2465" y="1169"/>
                    <a:pt x="2493" y="1221"/>
                    <a:pt x="2513" y="1277"/>
                  </a:cubicBezTo>
                  <a:lnTo>
                    <a:pt x="2517" y="1301"/>
                  </a:lnTo>
                  <a:lnTo>
                    <a:pt x="2517" y="1305"/>
                  </a:lnTo>
                  <a:lnTo>
                    <a:pt x="2521" y="1321"/>
                  </a:lnTo>
                  <a:cubicBezTo>
                    <a:pt x="2525" y="1341"/>
                    <a:pt x="2529" y="1357"/>
                    <a:pt x="2533" y="1377"/>
                  </a:cubicBezTo>
                  <a:cubicBezTo>
                    <a:pt x="2545" y="1413"/>
                    <a:pt x="2557" y="1445"/>
                    <a:pt x="2573" y="1477"/>
                  </a:cubicBezTo>
                  <a:cubicBezTo>
                    <a:pt x="2629" y="1605"/>
                    <a:pt x="2697" y="1721"/>
                    <a:pt x="2761" y="1837"/>
                  </a:cubicBezTo>
                  <a:cubicBezTo>
                    <a:pt x="2829" y="1949"/>
                    <a:pt x="2885" y="2065"/>
                    <a:pt x="2937" y="2185"/>
                  </a:cubicBezTo>
                  <a:lnTo>
                    <a:pt x="2949" y="2229"/>
                  </a:lnTo>
                  <a:cubicBezTo>
                    <a:pt x="2953" y="2241"/>
                    <a:pt x="2961" y="2269"/>
                    <a:pt x="2961" y="2277"/>
                  </a:cubicBezTo>
                  <a:lnTo>
                    <a:pt x="2961" y="2317"/>
                  </a:lnTo>
                  <a:lnTo>
                    <a:pt x="2953" y="2361"/>
                  </a:lnTo>
                  <a:cubicBezTo>
                    <a:pt x="2941" y="2425"/>
                    <a:pt x="2921" y="2485"/>
                    <a:pt x="2897" y="2545"/>
                  </a:cubicBezTo>
                  <a:cubicBezTo>
                    <a:pt x="2841" y="2665"/>
                    <a:pt x="2777" y="2781"/>
                    <a:pt x="2701" y="2889"/>
                  </a:cubicBezTo>
                  <a:lnTo>
                    <a:pt x="2721" y="2905"/>
                  </a:lnTo>
                  <a:cubicBezTo>
                    <a:pt x="2813" y="2805"/>
                    <a:pt x="2889" y="2693"/>
                    <a:pt x="2957" y="2577"/>
                  </a:cubicBezTo>
                  <a:cubicBezTo>
                    <a:pt x="2993" y="2517"/>
                    <a:pt x="3017" y="2453"/>
                    <a:pt x="3037" y="2385"/>
                  </a:cubicBezTo>
                  <a:lnTo>
                    <a:pt x="3045" y="2329"/>
                  </a:lnTo>
                  <a:cubicBezTo>
                    <a:pt x="3049" y="2309"/>
                    <a:pt x="3049" y="2293"/>
                    <a:pt x="3045" y="2273"/>
                  </a:cubicBezTo>
                  <a:cubicBezTo>
                    <a:pt x="3045" y="2253"/>
                    <a:pt x="3045" y="2237"/>
                    <a:pt x="3041" y="2221"/>
                  </a:cubicBezTo>
                  <a:cubicBezTo>
                    <a:pt x="3037" y="2205"/>
                    <a:pt x="3033" y="2185"/>
                    <a:pt x="3025" y="2165"/>
                  </a:cubicBezTo>
                  <a:cubicBezTo>
                    <a:pt x="2981" y="2037"/>
                    <a:pt x="2929" y="1913"/>
                    <a:pt x="2861" y="1793"/>
                  </a:cubicBezTo>
                  <a:cubicBezTo>
                    <a:pt x="2801" y="1673"/>
                    <a:pt x="2737" y="1557"/>
                    <a:pt x="2689" y="1437"/>
                  </a:cubicBezTo>
                  <a:cubicBezTo>
                    <a:pt x="2677" y="1409"/>
                    <a:pt x="2665" y="1381"/>
                    <a:pt x="2657" y="1353"/>
                  </a:cubicBezTo>
                  <a:cubicBezTo>
                    <a:pt x="2653" y="1337"/>
                    <a:pt x="2649" y="1325"/>
                    <a:pt x="2649" y="1313"/>
                  </a:cubicBezTo>
                  <a:lnTo>
                    <a:pt x="2645" y="1281"/>
                  </a:lnTo>
                  <a:lnTo>
                    <a:pt x="2637" y="1257"/>
                  </a:lnTo>
                  <a:cubicBezTo>
                    <a:pt x="2613" y="1185"/>
                    <a:pt x="2581" y="1121"/>
                    <a:pt x="2537" y="1057"/>
                  </a:cubicBezTo>
                  <a:cubicBezTo>
                    <a:pt x="2461" y="945"/>
                    <a:pt x="2377" y="841"/>
                    <a:pt x="2297" y="733"/>
                  </a:cubicBezTo>
                  <a:cubicBezTo>
                    <a:pt x="2217" y="629"/>
                    <a:pt x="2145" y="521"/>
                    <a:pt x="2077" y="409"/>
                  </a:cubicBezTo>
                  <a:cubicBezTo>
                    <a:pt x="2045" y="353"/>
                    <a:pt x="2017" y="293"/>
                    <a:pt x="1989" y="233"/>
                  </a:cubicBezTo>
                  <a:lnTo>
                    <a:pt x="1953" y="141"/>
                  </a:lnTo>
                  <a:lnTo>
                    <a:pt x="1921" y="49"/>
                  </a:lnTo>
                  <a:lnTo>
                    <a:pt x="190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54"/>
            <p:cNvSpPr/>
            <p:nvPr/>
          </p:nvSpPr>
          <p:spPr>
            <a:xfrm>
              <a:off x="1536645" y="1457564"/>
              <a:ext cx="304210" cy="795247"/>
            </a:xfrm>
            <a:custGeom>
              <a:avLst/>
              <a:gdLst/>
              <a:ahLst/>
              <a:cxnLst/>
              <a:rect l="l" t="t" r="r" b="b"/>
              <a:pathLst>
                <a:path w="1301" h="3401" extrusionOk="0">
                  <a:moveTo>
                    <a:pt x="177" y="1"/>
                  </a:moveTo>
                  <a:lnTo>
                    <a:pt x="321" y="101"/>
                  </a:lnTo>
                  <a:cubicBezTo>
                    <a:pt x="381" y="141"/>
                    <a:pt x="425" y="201"/>
                    <a:pt x="441" y="273"/>
                  </a:cubicBezTo>
                  <a:cubicBezTo>
                    <a:pt x="449" y="305"/>
                    <a:pt x="449" y="345"/>
                    <a:pt x="441" y="381"/>
                  </a:cubicBezTo>
                  <a:cubicBezTo>
                    <a:pt x="429" y="417"/>
                    <a:pt x="417" y="453"/>
                    <a:pt x="401" y="485"/>
                  </a:cubicBezTo>
                  <a:cubicBezTo>
                    <a:pt x="369" y="557"/>
                    <a:pt x="337" y="629"/>
                    <a:pt x="301" y="701"/>
                  </a:cubicBezTo>
                  <a:lnTo>
                    <a:pt x="197" y="917"/>
                  </a:lnTo>
                  <a:cubicBezTo>
                    <a:pt x="125" y="1061"/>
                    <a:pt x="69" y="1213"/>
                    <a:pt x="29" y="1369"/>
                  </a:cubicBezTo>
                  <a:cubicBezTo>
                    <a:pt x="5" y="1453"/>
                    <a:pt x="1" y="1541"/>
                    <a:pt x="13" y="1629"/>
                  </a:cubicBezTo>
                  <a:cubicBezTo>
                    <a:pt x="17" y="1653"/>
                    <a:pt x="25" y="1677"/>
                    <a:pt x="37" y="1697"/>
                  </a:cubicBezTo>
                  <a:cubicBezTo>
                    <a:pt x="41" y="1709"/>
                    <a:pt x="45" y="1721"/>
                    <a:pt x="53" y="1733"/>
                  </a:cubicBezTo>
                  <a:lnTo>
                    <a:pt x="65" y="1757"/>
                  </a:lnTo>
                  <a:cubicBezTo>
                    <a:pt x="85" y="1789"/>
                    <a:pt x="101" y="1821"/>
                    <a:pt x="117" y="1857"/>
                  </a:cubicBezTo>
                  <a:cubicBezTo>
                    <a:pt x="145" y="1925"/>
                    <a:pt x="169" y="1997"/>
                    <a:pt x="193" y="2073"/>
                  </a:cubicBezTo>
                  <a:cubicBezTo>
                    <a:pt x="217" y="2145"/>
                    <a:pt x="241" y="2221"/>
                    <a:pt x="261" y="2297"/>
                  </a:cubicBezTo>
                  <a:cubicBezTo>
                    <a:pt x="309" y="2445"/>
                    <a:pt x="353" y="2601"/>
                    <a:pt x="401" y="2749"/>
                  </a:cubicBezTo>
                  <a:cubicBezTo>
                    <a:pt x="425" y="2829"/>
                    <a:pt x="457" y="2905"/>
                    <a:pt x="493" y="2977"/>
                  </a:cubicBezTo>
                  <a:cubicBezTo>
                    <a:pt x="533" y="3057"/>
                    <a:pt x="593" y="3121"/>
                    <a:pt x="665" y="3169"/>
                  </a:cubicBezTo>
                  <a:cubicBezTo>
                    <a:pt x="729" y="3217"/>
                    <a:pt x="797" y="3261"/>
                    <a:pt x="869" y="3297"/>
                  </a:cubicBezTo>
                  <a:cubicBezTo>
                    <a:pt x="941" y="3333"/>
                    <a:pt x="1013" y="3369"/>
                    <a:pt x="1085" y="3401"/>
                  </a:cubicBezTo>
                  <a:lnTo>
                    <a:pt x="1093" y="3389"/>
                  </a:lnTo>
                  <a:cubicBezTo>
                    <a:pt x="1025" y="3345"/>
                    <a:pt x="961" y="3301"/>
                    <a:pt x="901" y="3249"/>
                  </a:cubicBezTo>
                  <a:cubicBezTo>
                    <a:pt x="837" y="3201"/>
                    <a:pt x="773" y="3149"/>
                    <a:pt x="717" y="3101"/>
                  </a:cubicBezTo>
                  <a:cubicBezTo>
                    <a:pt x="665" y="3057"/>
                    <a:pt x="621" y="2997"/>
                    <a:pt x="593" y="2929"/>
                  </a:cubicBezTo>
                  <a:cubicBezTo>
                    <a:pt x="565" y="2857"/>
                    <a:pt x="541" y="2785"/>
                    <a:pt x="525" y="2713"/>
                  </a:cubicBezTo>
                  <a:cubicBezTo>
                    <a:pt x="485" y="2561"/>
                    <a:pt x="445" y="2405"/>
                    <a:pt x="405" y="2253"/>
                  </a:cubicBezTo>
                  <a:cubicBezTo>
                    <a:pt x="361" y="2097"/>
                    <a:pt x="309" y="1945"/>
                    <a:pt x="241" y="1797"/>
                  </a:cubicBezTo>
                  <a:cubicBezTo>
                    <a:pt x="225" y="1761"/>
                    <a:pt x="201" y="1721"/>
                    <a:pt x="181" y="1689"/>
                  </a:cubicBezTo>
                  <a:lnTo>
                    <a:pt x="165" y="1661"/>
                  </a:lnTo>
                  <a:cubicBezTo>
                    <a:pt x="161" y="1657"/>
                    <a:pt x="157" y="1649"/>
                    <a:pt x="153" y="1645"/>
                  </a:cubicBezTo>
                  <a:cubicBezTo>
                    <a:pt x="149" y="1629"/>
                    <a:pt x="141" y="1613"/>
                    <a:pt x="141" y="1601"/>
                  </a:cubicBezTo>
                  <a:cubicBezTo>
                    <a:pt x="125" y="1529"/>
                    <a:pt x="125" y="1457"/>
                    <a:pt x="141" y="1389"/>
                  </a:cubicBezTo>
                  <a:cubicBezTo>
                    <a:pt x="165" y="1237"/>
                    <a:pt x="205" y="1085"/>
                    <a:pt x="261" y="937"/>
                  </a:cubicBezTo>
                  <a:cubicBezTo>
                    <a:pt x="289" y="865"/>
                    <a:pt x="313" y="789"/>
                    <a:pt x="345" y="717"/>
                  </a:cubicBezTo>
                  <a:lnTo>
                    <a:pt x="441" y="501"/>
                  </a:lnTo>
                  <a:cubicBezTo>
                    <a:pt x="457" y="461"/>
                    <a:pt x="469" y="425"/>
                    <a:pt x="481" y="385"/>
                  </a:cubicBezTo>
                  <a:cubicBezTo>
                    <a:pt x="493" y="345"/>
                    <a:pt x="497" y="301"/>
                    <a:pt x="489" y="257"/>
                  </a:cubicBezTo>
                  <a:cubicBezTo>
                    <a:pt x="483" y="216"/>
                    <a:pt x="470" y="177"/>
                    <a:pt x="450" y="140"/>
                  </a:cubicBezTo>
                  <a:lnTo>
                    <a:pt x="450" y="140"/>
                  </a:lnTo>
                  <a:cubicBezTo>
                    <a:pt x="542" y="176"/>
                    <a:pt x="632" y="221"/>
                    <a:pt x="721" y="273"/>
                  </a:cubicBezTo>
                  <a:cubicBezTo>
                    <a:pt x="745" y="289"/>
                    <a:pt x="769" y="309"/>
                    <a:pt x="789" y="329"/>
                  </a:cubicBezTo>
                  <a:cubicBezTo>
                    <a:pt x="793" y="337"/>
                    <a:pt x="797" y="337"/>
                    <a:pt x="801" y="345"/>
                  </a:cubicBezTo>
                  <a:lnTo>
                    <a:pt x="817" y="369"/>
                  </a:lnTo>
                  <a:lnTo>
                    <a:pt x="837" y="409"/>
                  </a:lnTo>
                  <a:lnTo>
                    <a:pt x="929" y="609"/>
                  </a:lnTo>
                  <a:cubicBezTo>
                    <a:pt x="961" y="673"/>
                    <a:pt x="993" y="741"/>
                    <a:pt x="1029" y="805"/>
                  </a:cubicBezTo>
                  <a:cubicBezTo>
                    <a:pt x="1049" y="837"/>
                    <a:pt x="1069" y="869"/>
                    <a:pt x="1089" y="901"/>
                  </a:cubicBezTo>
                  <a:cubicBezTo>
                    <a:pt x="1097" y="921"/>
                    <a:pt x="1109" y="933"/>
                    <a:pt x="1121" y="949"/>
                  </a:cubicBezTo>
                  <a:cubicBezTo>
                    <a:pt x="1129" y="961"/>
                    <a:pt x="1137" y="977"/>
                    <a:pt x="1145" y="989"/>
                  </a:cubicBezTo>
                  <a:cubicBezTo>
                    <a:pt x="1173" y="1053"/>
                    <a:pt x="1201" y="1121"/>
                    <a:pt x="1221" y="1189"/>
                  </a:cubicBezTo>
                  <a:cubicBezTo>
                    <a:pt x="1245" y="1257"/>
                    <a:pt x="1265" y="1329"/>
                    <a:pt x="1289" y="1397"/>
                  </a:cubicBezTo>
                  <a:lnTo>
                    <a:pt x="1301" y="1397"/>
                  </a:lnTo>
                  <a:cubicBezTo>
                    <a:pt x="1293" y="1325"/>
                    <a:pt x="1285" y="1249"/>
                    <a:pt x="1273" y="1177"/>
                  </a:cubicBezTo>
                  <a:cubicBezTo>
                    <a:pt x="1261" y="1105"/>
                    <a:pt x="1245" y="1029"/>
                    <a:pt x="1221" y="957"/>
                  </a:cubicBezTo>
                  <a:cubicBezTo>
                    <a:pt x="1213" y="941"/>
                    <a:pt x="1205" y="921"/>
                    <a:pt x="1193" y="901"/>
                  </a:cubicBezTo>
                  <a:cubicBezTo>
                    <a:pt x="1185" y="885"/>
                    <a:pt x="1173" y="869"/>
                    <a:pt x="1169" y="857"/>
                  </a:cubicBezTo>
                  <a:cubicBezTo>
                    <a:pt x="1153" y="825"/>
                    <a:pt x="1137" y="793"/>
                    <a:pt x="1121" y="761"/>
                  </a:cubicBezTo>
                  <a:cubicBezTo>
                    <a:pt x="1093" y="693"/>
                    <a:pt x="1065" y="629"/>
                    <a:pt x="1033" y="561"/>
                  </a:cubicBezTo>
                  <a:lnTo>
                    <a:pt x="945" y="361"/>
                  </a:lnTo>
                  <a:lnTo>
                    <a:pt x="933" y="337"/>
                  </a:lnTo>
                  <a:lnTo>
                    <a:pt x="929" y="325"/>
                  </a:lnTo>
                  <a:lnTo>
                    <a:pt x="925" y="317"/>
                  </a:lnTo>
                  <a:lnTo>
                    <a:pt x="921" y="309"/>
                  </a:lnTo>
                  <a:lnTo>
                    <a:pt x="921" y="305"/>
                  </a:lnTo>
                  <a:lnTo>
                    <a:pt x="905" y="281"/>
                  </a:lnTo>
                  <a:cubicBezTo>
                    <a:pt x="897" y="273"/>
                    <a:pt x="889" y="265"/>
                    <a:pt x="881" y="253"/>
                  </a:cubicBezTo>
                  <a:cubicBezTo>
                    <a:pt x="853" y="221"/>
                    <a:pt x="821" y="197"/>
                    <a:pt x="781" y="177"/>
                  </a:cubicBezTo>
                  <a:cubicBezTo>
                    <a:pt x="717" y="137"/>
                    <a:pt x="645" y="109"/>
                    <a:pt x="569" y="85"/>
                  </a:cubicBezTo>
                  <a:cubicBezTo>
                    <a:pt x="502" y="66"/>
                    <a:pt x="435" y="47"/>
                    <a:pt x="368" y="35"/>
                  </a:cubicBezTo>
                  <a:lnTo>
                    <a:pt x="368" y="35"/>
                  </a:lnTo>
                  <a:cubicBezTo>
                    <a:pt x="367" y="34"/>
                    <a:pt x="366" y="33"/>
                    <a:pt x="365" y="33"/>
                  </a:cubicBezTo>
                  <a:lnTo>
                    <a:pt x="364" y="34"/>
                  </a:lnTo>
                  <a:lnTo>
                    <a:pt x="364" y="34"/>
                  </a:lnTo>
                  <a:cubicBezTo>
                    <a:pt x="360" y="34"/>
                    <a:pt x="356" y="33"/>
                    <a:pt x="353" y="33"/>
                  </a:cubicBezTo>
                  <a:lnTo>
                    <a:pt x="17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54"/>
            <p:cNvSpPr/>
            <p:nvPr/>
          </p:nvSpPr>
          <p:spPr>
            <a:xfrm>
              <a:off x="1976244" y="1611892"/>
              <a:ext cx="539908" cy="601638"/>
            </a:xfrm>
            <a:custGeom>
              <a:avLst/>
              <a:gdLst/>
              <a:ahLst/>
              <a:cxnLst/>
              <a:rect l="l" t="t" r="r" b="b"/>
              <a:pathLst>
                <a:path w="2309" h="2573" extrusionOk="0">
                  <a:moveTo>
                    <a:pt x="1097" y="1"/>
                  </a:moveTo>
                  <a:cubicBezTo>
                    <a:pt x="1077" y="1"/>
                    <a:pt x="1065" y="5"/>
                    <a:pt x="1049" y="17"/>
                  </a:cubicBezTo>
                  <a:cubicBezTo>
                    <a:pt x="1041" y="21"/>
                    <a:pt x="1033" y="29"/>
                    <a:pt x="1029" y="41"/>
                  </a:cubicBezTo>
                  <a:cubicBezTo>
                    <a:pt x="1029" y="45"/>
                    <a:pt x="1025" y="53"/>
                    <a:pt x="1025" y="57"/>
                  </a:cubicBezTo>
                  <a:lnTo>
                    <a:pt x="1025" y="65"/>
                  </a:lnTo>
                  <a:cubicBezTo>
                    <a:pt x="1025" y="69"/>
                    <a:pt x="1025" y="69"/>
                    <a:pt x="1025" y="73"/>
                  </a:cubicBezTo>
                  <a:cubicBezTo>
                    <a:pt x="1021" y="77"/>
                    <a:pt x="1017" y="77"/>
                    <a:pt x="1017" y="81"/>
                  </a:cubicBezTo>
                  <a:cubicBezTo>
                    <a:pt x="997" y="101"/>
                    <a:pt x="977" y="117"/>
                    <a:pt x="957" y="125"/>
                  </a:cubicBezTo>
                  <a:cubicBezTo>
                    <a:pt x="909" y="153"/>
                    <a:pt x="857" y="173"/>
                    <a:pt x="805" y="189"/>
                  </a:cubicBezTo>
                  <a:cubicBezTo>
                    <a:pt x="701" y="217"/>
                    <a:pt x="601" y="241"/>
                    <a:pt x="497" y="253"/>
                  </a:cubicBezTo>
                  <a:cubicBezTo>
                    <a:pt x="449" y="257"/>
                    <a:pt x="405" y="265"/>
                    <a:pt x="357" y="265"/>
                  </a:cubicBezTo>
                  <a:cubicBezTo>
                    <a:pt x="333" y="265"/>
                    <a:pt x="305" y="269"/>
                    <a:pt x="285" y="269"/>
                  </a:cubicBezTo>
                  <a:cubicBezTo>
                    <a:pt x="261" y="277"/>
                    <a:pt x="237" y="281"/>
                    <a:pt x="213" y="289"/>
                  </a:cubicBezTo>
                  <a:cubicBezTo>
                    <a:pt x="137" y="313"/>
                    <a:pt x="69" y="369"/>
                    <a:pt x="33" y="441"/>
                  </a:cubicBezTo>
                  <a:cubicBezTo>
                    <a:pt x="13" y="485"/>
                    <a:pt x="1" y="537"/>
                    <a:pt x="1" y="585"/>
                  </a:cubicBezTo>
                  <a:cubicBezTo>
                    <a:pt x="1" y="601"/>
                    <a:pt x="5" y="617"/>
                    <a:pt x="9" y="637"/>
                  </a:cubicBezTo>
                  <a:lnTo>
                    <a:pt x="17" y="641"/>
                  </a:lnTo>
                  <a:cubicBezTo>
                    <a:pt x="21" y="625"/>
                    <a:pt x="21" y="609"/>
                    <a:pt x="29" y="593"/>
                  </a:cubicBezTo>
                  <a:cubicBezTo>
                    <a:pt x="37" y="553"/>
                    <a:pt x="57" y="513"/>
                    <a:pt x="81" y="477"/>
                  </a:cubicBezTo>
                  <a:cubicBezTo>
                    <a:pt x="117" y="429"/>
                    <a:pt x="173" y="393"/>
                    <a:pt x="237" y="385"/>
                  </a:cubicBezTo>
                  <a:cubicBezTo>
                    <a:pt x="253" y="381"/>
                    <a:pt x="273" y="377"/>
                    <a:pt x="293" y="377"/>
                  </a:cubicBezTo>
                  <a:lnTo>
                    <a:pt x="353" y="377"/>
                  </a:lnTo>
                  <a:cubicBezTo>
                    <a:pt x="377" y="379"/>
                    <a:pt x="401" y="380"/>
                    <a:pt x="426" y="380"/>
                  </a:cubicBezTo>
                  <a:cubicBezTo>
                    <a:pt x="451" y="380"/>
                    <a:pt x="477" y="379"/>
                    <a:pt x="505" y="377"/>
                  </a:cubicBezTo>
                  <a:cubicBezTo>
                    <a:pt x="617" y="369"/>
                    <a:pt x="729" y="345"/>
                    <a:pt x="837" y="309"/>
                  </a:cubicBezTo>
                  <a:cubicBezTo>
                    <a:pt x="897" y="289"/>
                    <a:pt x="957" y="257"/>
                    <a:pt x="1009" y="221"/>
                  </a:cubicBezTo>
                  <a:cubicBezTo>
                    <a:pt x="1041" y="197"/>
                    <a:pt x="1065" y="169"/>
                    <a:pt x="1085" y="141"/>
                  </a:cubicBezTo>
                  <a:cubicBezTo>
                    <a:pt x="1089" y="129"/>
                    <a:pt x="1097" y="121"/>
                    <a:pt x="1101" y="109"/>
                  </a:cubicBezTo>
                  <a:lnTo>
                    <a:pt x="1105" y="93"/>
                  </a:lnTo>
                  <a:lnTo>
                    <a:pt x="1105" y="85"/>
                  </a:lnTo>
                  <a:lnTo>
                    <a:pt x="1105" y="85"/>
                  </a:lnTo>
                  <a:cubicBezTo>
                    <a:pt x="1129" y="85"/>
                    <a:pt x="1151" y="90"/>
                    <a:pt x="1173" y="101"/>
                  </a:cubicBezTo>
                  <a:cubicBezTo>
                    <a:pt x="1201" y="117"/>
                    <a:pt x="1229" y="129"/>
                    <a:pt x="1253" y="149"/>
                  </a:cubicBezTo>
                  <a:cubicBezTo>
                    <a:pt x="1305" y="185"/>
                    <a:pt x="1357" y="229"/>
                    <a:pt x="1397" y="277"/>
                  </a:cubicBezTo>
                  <a:cubicBezTo>
                    <a:pt x="1441" y="325"/>
                    <a:pt x="1481" y="381"/>
                    <a:pt x="1509" y="437"/>
                  </a:cubicBezTo>
                  <a:cubicBezTo>
                    <a:pt x="1525" y="469"/>
                    <a:pt x="1537" y="497"/>
                    <a:pt x="1549" y="529"/>
                  </a:cubicBezTo>
                  <a:cubicBezTo>
                    <a:pt x="1557" y="557"/>
                    <a:pt x="1565" y="593"/>
                    <a:pt x="1577" y="625"/>
                  </a:cubicBezTo>
                  <a:cubicBezTo>
                    <a:pt x="1609" y="757"/>
                    <a:pt x="1661" y="885"/>
                    <a:pt x="1725" y="1009"/>
                  </a:cubicBezTo>
                  <a:cubicBezTo>
                    <a:pt x="1789" y="1129"/>
                    <a:pt x="1857" y="1241"/>
                    <a:pt x="1941" y="1349"/>
                  </a:cubicBezTo>
                  <a:cubicBezTo>
                    <a:pt x="1961" y="1377"/>
                    <a:pt x="1981" y="1401"/>
                    <a:pt x="2005" y="1425"/>
                  </a:cubicBezTo>
                  <a:cubicBezTo>
                    <a:pt x="2013" y="1433"/>
                    <a:pt x="2021" y="1441"/>
                    <a:pt x="2029" y="1445"/>
                  </a:cubicBezTo>
                  <a:lnTo>
                    <a:pt x="2033" y="1453"/>
                  </a:lnTo>
                  <a:lnTo>
                    <a:pt x="2037" y="1453"/>
                  </a:lnTo>
                  <a:cubicBezTo>
                    <a:pt x="2045" y="1461"/>
                    <a:pt x="2049" y="1469"/>
                    <a:pt x="2053" y="1481"/>
                  </a:cubicBezTo>
                  <a:cubicBezTo>
                    <a:pt x="2061" y="1489"/>
                    <a:pt x="2065" y="1501"/>
                    <a:pt x="2069" y="1513"/>
                  </a:cubicBezTo>
                  <a:cubicBezTo>
                    <a:pt x="2077" y="1525"/>
                    <a:pt x="2081" y="1537"/>
                    <a:pt x="2085" y="1549"/>
                  </a:cubicBezTo>
                  <a:cubicBezTo>
                    <a:pt x="2097" y="1577"/>
                    <a:pt x="2105" y="1601"/>
                    <a:pt x="2113" y="1625"/>
                  </a:cubicBezTo>
                  <a:cubicBezTo>
                    <a:pt x="2145" y="1725"/>
                    <a:pt x="2169" y="1829"/>
                    <a:pt x="2181" y="1933"/>
                  </a:cubicBezTo>
                  <a:cubicBezTo>
                    <a:pt x="2193" y="2021"/>
                    <a:pt x="2197" y="2109"/>
                    <a:pt x="2189" y="2197"/>
                  </a:cubicBezTo>
                  <a:cubicBezTo>
                    <a:pt x="2189" y="2237"/>
                    <a:pt x="2181" y="2273"/>
                    <a:pt x="2173" y="2305"/>
                  </a:cubicBezTo>
                  <a:cubicBezTo>
                    <a:pt x="2169" y="2341"/>
                    <a:pt x="2157" y="2369"/>
                    <a:pt x="2153" y="2397"/>
                  </a:cubicBezTo>
                  <a:cubicBezTo>
                    <a:pt x="2137" y="2441"/>
                    <a:pt x="2121" y="2481"/>
                    <a:pt x="2097" y="2521"/>
                  </a:cubicBezTo>
                  <a:lnTo>
                    <a:pt x="2077" y="2565"/>
                  </a:lnTo>
                  <a:lnTo>
                    <a:pt x="2085" y="2573"/>
                  </a:lnTo>
                  <a:lnTo>
                    <a:pt x="2121" y="2537"/>
                  </a:lnTo>
                  <a:cubicBezTo>
                    <a:pt x="2153" y="2501"/>
                    <a:pt x="2177" y="2461"/>
                    <a:pt x="2201" y="2421"/>
                  </a:cubicBezTo>
                  <a:cubicBezTo>
                    <a:pt x="2217" y="2393"/>
                    <a:pt x="2229" y="2361"/>
                    <a:pt x="2245" y="2325"/>
                  </a:cubicBezTo>
                  <a:cubicBezTo>
                    <a:pt x="2257" y="2289"/>
                    <a:pt x="2269" y="2249"/>
                    <a:pt x="2277" y="2209"/>
                  </a:cubicBezTo>
                  <a:cubicBezTo>
                    <a:pt x="2297" y="2117"/>
                    <a:pt x="2309" y="2021"/>
                    <a:pt x="2305" y="1921"/>
                  </a:cubicBezTo>
                  <a:cubicBezTo>
                    <a:pt x="2301" y="1809"/>
                    <a:pt x="2285" y="1697"/>
                    <a:pt x="2253" y="1585"/>
                  </a:cubicBezTo>
                  <a:cubicBezTo>
                    <a:pt x="2245" y="1553"/>
                    <a:pt x="2237" y="1525"/>
                    <a:pt x="2225" y="1493"/>
                  </a:cubicBezTo>
                  <a:cubicBezTo>
                    <a:pt x="2221" y="1481"/>
                    <a:pt x="2213" y="1465"/>
                    <a:pt x="2205" y="1449"/>
                  </a:cubicBezTo>
                  <a:cubicBezTo>
                    <a:pt x="2197" y="1433"/>
                    <a:pt x="2189" y="1417"/>
                    <a:pt x="2181" y="1401"/>
                  </a:cubicBezTo>
                  <a:cubicBezTo>
                    <a:pt x="2169" y="1381"/>
                    <a:pt x="2157" y="1365"/>
                    <a:pt x="2145" y="1349"/>
                  </a:cubicBezTo>
                  <a:lnTo>
                    <a:pt x="2137" y="1341"/>
                  </a:lnTo>
                  <a:lnTo>
                    <a:pt x="2121" y="1329"/>
                  </a:lnTo>
                  <a:cubicBezTo>
                    <a:pt x="2117" y="1325"/>
                    <a:pt x="2113" y="1321"/>
                    <a:pt x="2109" y="1317"/>
                  </a:cubicBezTo>
                  <a:cubicBezTo>
                    <a:pt x="2093" y="1297"/>
                    <a:pt x="2069" y="1277"/>
                    <a:pt x="2049" y="1253"/>
                  </a:cubicBezTo>
                  <a:cubicBezTo>
                    <a:pt x="1969" y="1153"/>
                    <a:pt x="1897" y="1049"/>
                    <a:pt x="1833" y="941"/>
                  </a:cubicBezTo>
                  <a:cubicBezTo>
                    <a:pt x="1761" y="829"/>
                    <a:pt x="1701" y="713"/>
                    <a:pt x="1645" y="593"/>
                  </a:cubicBezTo>
                  <a:cubicBezTo>
                    <a:pt x="1597" y="461"/>
                    <a:pt x="1525" y="345"/>
                    <a:pt x="1429" y="241"/>
                  </a:cubicBezTo>
                  <a:cubicBezTo>
                    <a:pt x="1385" y="193"/>
                    <a:pt x="1333" y="145"/>
                    <a:pt x="1281" y="101"/>
                  </a:cubicBezTo>
                  <a:cubicBezTo>
                    <a:pt x="1257" y="81"/>
                    <a:pt x="1229" y="61"/>
                    <a:pt x="1201" y="41"/>
                  </a:cubicBezTo>
                  <a:cubicBezTo>
                    <a:pt x="1169" y="21"/>
                    <a:pt x="1133" y="5"/>
                    <a:pt x="10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54"/>
            <p:cNvSpPr/>
            <p:nvPr/>
          </p:nvSpPr>
          <p:spPr>
            <a:xfrm>
              <a:off x="2409297" y="2200210"/>
              <a:ext cx="910290" cy="384646"/>
            </a:xfrm>
            <a:custGeom>
              <a:avLst/>
              <a:gdLst/>
              <a:ahLst/>
              <a:cxnLst/>
              <a:rect l="l" t="t" r="r" b="b"/>
              <a:pathLst>
                <a:path w="3893" h="1645" extrusionOk="0">
                  <a:moveTo>
                    <a:pt x="449" y="1"/>
                  </a:moveTo>
                  <a:cubicBezTo>
                    <a:pt x="365" y="1"/>
                    <a:pt x="281" y="13"/>
                    <a:pt x="201" y="37"/>
                  </a:cubicBezTo>
                  <a:cubicBezTo>
                    <a:pt x="161" y="49"/>
                    <a:pt x="121" y="65"/>
                    <a:pt x="85" y="85"/>
                  </a:cubicBezTo>
                  <a:cubicBezTo>
                    <a:pt x="49" y="109"/>
                    <a:pt x="17" y="141"/>
                    <a:pt x="1" y="181"/>
                  </a:cubicBezTo>
                  <a:lnTo>
                    <a:pt x="17" y="185"/>
                  </a:lnTo>
                  <a:cubicBezTo>
                    <a:pt x="69" y="129"/>
                    <a:pt x="141" y="97"/>
                    <a:pt x="217" y="93"/>
                  </a:cubicBezTo>
                  <a:cubicBezTo>
                    <a:pt x="243" y="87"/>
                    <a:pt x="272" y="83"/>
                    <a:pt x="299" y="83"/>
                  </a:cubicBezTo>
                  <a:cubicBezTo>
                    <a:pt x="309" y="83"/>
                    <a:pt x="319" y="84"/>
                    <a:pt x="329" y="85"/>
                  </a:cubicBezTo>
                  <a:cubicBezTo>
                    <a:pt x="369" y="85"/>
                    <a:pt x="409" y="85"/>
                    <a:pt x="449" y="89"/>
                  </a:cubicBezTo>
                  <a:cubicBezTo>
                    <a:pt x="525" y="93"/>
                    <a:pt x="601" y="105"/>
                    <a:pt x="681" y="121"/>
                  </a:cubicBezTo>
                  <a:cubicBezTo>
                    <a:pt x="757" y="133"/>
                    <a:pt x="833" y="153"/>
                    <a:pt x="909" y="169"/>
                  </a:cubicBezTo>
                  <a:cubicBezTo>
                    <a:pt x="989" y="189"/>
                    <a:pt x="1065" y="209"/>
                    <a:pt x="1141" y="229"/>
                  </a:cubicBezTo>
                  <a:cubicBezTo>
                    <a:pt x="1221" y="249"/>
                    <a:pt x="1297" y="265"/>
                    <a:pt x="1377" y="281"/>
                  </a:cubicBezTo>
                  <a:cubicBezTo>
                    <a:pt x="1457" y="297"/>
                    <a:pt x="1537" y="309"/>
                    <a:pt x="1613" y="325"/>
                  </a:cubicBezTo>
                  <a:cubicBezTo>
                    <a:pt x="1693" y="341"/>
                    <a:pt x="1773" y="349"/>
                    <a:pt x="1853" y="365"/>
                  </a:cubicBezTo>
                  <a:cubicBezTo>
                    <a:pt x="2013" y="389"/>
                    <a:pt x="2169" y="421"/>
                    <a:pt x="2329" y="445"/>
                  </a:cubicBezTo>
                  <a:cubicBezTo>
                    <a:pt x="2485" y="473"/>
                    <a:pt x="2645" y="505"/>
                    <a:pt x="2805" y="525"/>
                  </a:cubicBezTo>
                  <a:cubicBezTo>
                    <a:pt x="2885" y="537"/>
                    <a:pt x="2969" y="541"/>
                    <a:pt x="3049" y="541"/>
                  </a:cubicBezTo>
                  <a:cubicBezTo>
                    <a:pt x="3057" y="542"/>
                    <a:pt x="3065" y="542"/>
                    <a:pt x="3072" y="542"/>
                  </a:cubicBezTo>
                  <a:cubicBezTo>
                    <a:pt x="3086" y="542"/>
                    <a:pt x="3100" y="541"/>
                    <a:pt x="3113" y="541"/>
                  </a:cubicBezTo>
                  <a:lnTo>
                    <a:pt x="3169" y="541"/>
                  </a:lnTo>
                  <a:cubicBezTo>
                    <a:pt x="3201" y="545"/>
                    <a:pt x="3237" y="557"/>
                    <a:pt x="3269" y="565"/>
                  </a:cubicBezTo>
                  <a:cubicBezTo>
                    <a:pt x="3337" y="593"/>
                    <a:pt x="3405" y="625"/>
                    <a:pt x="3469" y="665"/>
                  </a:cubicBezTo>
                  <a:cubicBezTo>
                    <a:pt x="3483" y="674"/>
                    <a:pt x="3496" y="683"/>
                    <a:pt x="3509" y="693"/>
                  </a:cubicBezTo>
                  <a:lnTo>
                    <a:pt x="3509" y="693"/>
                  </a:lnTo>
                  <a:cubicBezTo>
                    <a:pt x="3500" y="694"/>
                    <a:pt x="3490" y="696"/>
                    <a:pt x="3481" y="697"/>
                  </a:cubicBezTo>
                  <a:cubicBezTo>
                    <a:pt x="3445" y="705"/>
                    <a:pt x="3409" y="717"/>
                    <a:pt x="3373" y="729"/>
                  </a:cubicBezTo>
                  <a:cubicBezTo>
                    <a:pt x="3333" y="745"/>
                    <a:pt x="3297" y="765"/>
                    <a:pt x="3265" y="793"/>
                  </a:cubicBezTo>
                  <a:cubicBezTo>
                    <a:pt x="3253" y="801"/>
                    <a:pt x="3245" y="809"/>
                    <a:pt x="3237" y="821"/>
                  </a:cubicBezTo>
                  <a:lnTo>
                    <a:pt x="3221" y="841"/>
                  </a:lnTo>
                  <a:cubicBezTo>
                    <a:pt x="3209" y="857"/>
                    <a:pt x="3197" y="881"/>
                    <a:pt x="3189" y="893"/>
                  </a:cubicBezTo>
                  <a:cubicBezTo>
                    <a:pt x="3173" y="925"/>
                    <a:pt x="3161" y="957"/>
                    <a:pt x="3145" y="985"/>
                  </a:cubicBezTo>
                  <a:cubicBezTo>
                    <a:pt x="3113" y="1045"/>
                    <a:pt x="3081" y="1105"/>
                    <a:pt x="3049" y="1161"/>
                  </a:cubicBezTo>
                  <a:cubicBezTo>
                    <a:pt x="3033" y="1189"/>
                    <a:pt x="3017" y="1217"/>
                    <a:pt x="2997" y="1241"/>
                  </a:cubicBezTo>
                  <a:cubicBezTo>
                    <a:pt x="2977" y="1269"/>
                    <a:pt x="2957" y="1297"/>
                    <a:pt x="2937" y="1321"/>
                  </a:cubicBezTo>
                  <a:cubicBezTo>
                    <a:pt x="2917" y="1345"/>
                    <a:pt x="2897" y="1369"/>
                    <a:pt x="2873" y="1393"/>
                  </a:cubicBezTo>
                  <a:cubicBezTo>
                    <a:pt x="2849" y="1417"/>
                    <a:pt x="2825" y="1437"/>
                    <a:pt x="2801" y="1461"/>
                  </a:cubicBezTo>
                  <a:cubicBezTo>
                    <a:pt x="2777" y="1481"/>
                    <a:pt x="2749" y="1497"/>
                    <a:pt x="2721" y="1517"/>
                  </a:cubicBezTo>
                  <a:lnTo>
                    <a:pt x="2637" y="1565"/>
                  </a:lnTo>
                  <a:lnTo>
                    <a:pt x="2545" y="1605"/>
                  </a:lnTo>
                  <a:lnTo>
                    <a:pt x="2449" y="1633"/>
                  </a:lnTo>
                  <a:lnTo>
                    <a:pt x="2449" y="1645"/>
                  </a:lnTo>
                  <a:cubicBezTo>
                    <a:pt x="2481" y="1641"/>
                    <a:pt x="2517" y="1641"/>
                    <a:pt x="2549" y="1637"/>
                  </a:cubicBezTo>
                  <a:lnTo>
                    <a:pt x="2649" y="1613"/>
                  </a:lnTo>
                  <a:cubicBezTo>
                    <a:pt x="2685" y="1601"/>
                    <a:pt x="2721" y="1593"/>
                    <a:pt x="2749" y="1577"/>
                  </a:cubicBezTo>
                  <a:cubicBezTo>
                    <a:pt x="2781" y="1561"/>
                    <a:pt x="2813" y="1545"/>
                    <a:pt x="2845" y="1525"/>
                  </a:cubicBezTo>
                  <a:cubicBezTo>
                    <a:pt x="2873" y="1509"/>
                    <a:pt x="2901" y="1485"/>
                    <a:pt x="2929" y="1465"/>
                  </a:cubicBezTo>
                  <a:cubicBezTo>
                    <a:pt x="2957" y="1441"/>
                    <a:pt x="2985" y="1417"/>
                    <a:pt x="3009" y="1393"/>
                  </a:cubicBezTo>
                  <a:cubicBezTo>
                    <a:pt x="3033" y="1369"/>
                    <a:pt x="3057" y="1341"/>
                    <a:pt x="3081" y="1313"/>
                  </a:cubicBezTo>
                  <a:cubicBezTo>
                    <a:pt x="3105" y="1289"/>
                    <a:pt x="3125" y="1257"/>
                    <a:pt x="3145" y="1229"/>
                  </a:cubicBezTo>
                  <a:cubicBezTo>
                    <a:pt x="3185" y="1173"/>
                    <a:pt x="3225" y="1113"/>
                    <a:pt x="3257" y="1053"/>
                  </a:cubicBezTo>
                  <a:lnTo>
                    <a:pt x="3309" y="965"/>
                  </a:lnTo>
                  <a:lnTo>
                    <a:pt x="3329" y="929"/>
                  </a:lnTo>
                  <a:lnTo>
                    <a:pt x="3345" y="909"/>
                  </a:lnTo>
                  <a:lnTo>
                    <a:pt x="3353" y="905"/>
                  </a:lnTo>
                  <a:cubicBezTo>
                    <a:pt x="3373" y="889"/>
                    <a:pt x="3397" y="877"/>
                    <a:pt x="3421" y="869"/>
                  </a:cubicBezTo>
                  <a:cubicBezTo>
                    <a:pt x="3449" y="861"/>
                    <a:pt x="3477" y="853"/>
                    <a:pt x="3509" y="845"/>
                  </a:cubicBezTo>
                  <a:cubicBezTo>
                    <a:pt x="3541" y="841"/>
                    <a:pt x="3573" y="837"/>
                    <a:pt x="3601" y="833"/>
                  </a:cubicBezTo>
                  <a:cubicBezTo>
                    <a:pt x="3633" y="829"/>
                    <a:pt x="3669" y="825"/>
                    <a:pt x="3697" y="825"/>
                  </a:cubicBezTo>
                  <a:lnTo>
                    <a:pt x="3893" y="813"/>
                  </a:lnTo>
                  <a:lnTo>
                    <a:pt x="3745" y="693"/>
                  </a:lnTo>
                  <a:cubicBezTo>
                    <a:pt x="3677" y="641"/>
                    <a:pt x="3609" y="593"/>
                    <a:pt x="3537" y="553"/>
                  </a:cubicBezTo>
                  <a:cubicBezTo>
                    <a:pt x="3461" y="509"/>
                    <a:pt x="3385" y="473"/>
                    <a:pt x="3305" y="449"/>
                  </a:cubicBezTo>
                  <a:cubicBezTo>
                    <a:pt x="3261" y="433"/>
                    <a:pt x="3213" y="425"/>
                    <a:pt x="3169" y="421"/>
                  </a:cubicBezTo>
                  <a:lnTo>
                    <a:pt x="3101" y="421"/>
                  </a:lnTo>
                  <a:cubicBezTo>
                    <a:pt x="3081" y="425"/>
                    <a:pt x="3065" y="429"/>
                    <a:pt x="3045" y="429"/>
                  </a:cubicBezTo>
                  <a:cubicBezTo>
                    <a:pt x="2969" y="433"/>
                    <a:pt x="2889" y="433"/>
                    <a:pt x="2809" y="433"/>
                  </a:cubicBezTo>
                  <a:cubicBezTo>
                    <a:pt x="2649" y="429"/>
                    <a:pt x="2493" y="421"/>
                    <a:pt x="2333" y="401"/>
                  </a:cubicBezTo>
                  <a:cubicBezTo>
                    <a:pt x="2253" y="389"/>
                    <a:pt x="2173" y="377"/>
                    <a:pt x="2097" y="361"/>
                  </a:cubicBezTo>
                  <a:cubicBezTo>
                    <a:pt x="2017" y="349"/>
                    <a:pt x="1941" y="333"/>
                    <a:pt x="1861" y="313"/>
                  </a:cubicBezTo>
                  <a:cubicBezTo>
                    <a:pt x="1709" y="273"/>
                    <a:pt x="1553" y="225"/>
                    <a:pt x="1401" y="177"/>
                  </a:cubicBezTo>
                  <a:cubicBezTo>
                    <a:pt x="1249" y="133"/>
                    <a:pt x="1097" y="85"/>
                    <a:pt x="937" y="53"/>
                  </a:cubicBezTo>
                  <a:lnTo>
                    <a:pt x="817" y="29"/>
                  </a:lnTo>
                  <a:lnTo>
                    <a:pt x="693" y="13"/>
                  </a:lnTo>
                  <a:cubicBezTo>
                    <a:pt x="613" y="5"/>
                    <a:pt x="529" y="1"/>
                    <a:pt x="4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54"/>
            <p:cNvSpPr/>
            <p:nvPr/>
          </p:nvSpPr>
          <p:spPr>
            <a:xfrm>
              <a:off x="2369078" y="2368802"/>
              <a:ext cx="769059" cy="127904"/>
            </a:xfrm>
            <a:custGeom>
              <a:avLst/>
              <a:gdLst/>
              <a:ahLst/>
              <a:cxnLst/>
              <a:rect l="l" t="t" r="r" b="b"/>
              <a:pathLst>
                <a:path w="3289" h="547" extrusionOk="0">
                  <a:moveTo>
                    <a:pt x="718" y="1"/>
                  </a:moveTo>
                  <a:cubicBezTo>
                    <a:pt x="658" y="1"/>
                    <a:pt x="597" y="4"/>
                    <a:pt x="537" y="12"/>
                  </a:cubicBezTo>
                  <a:cubicBezTo>
                    <a:pt x="493" y="16"/>
                    <a:pt x="453" y="20"/>
                    <a:pt x="417" y="28"/>
                  </a:cubicBezTo>
                  <a:cubicBezTo>
                    <a:pt x="377" y="36"/>
                    <a:pt x="341" y="44"/>
                    <a:pt x="309" y="52"/>
                  </a:cubicBezTo>
                  <a:cubicBezTo>
                    <a:pt x="253" y="68"/>
                    <a:pt x="197" y="88"/>
                    <a:pt x="141" y="108"/>
                  </a:cubicBezTo>
                  <a:cubicBezTo>
                    <a:pt x="97" y="124"/>
                    <a:pt x="61" y="140"/>
                    <a:pt x="37" y="152"/>
                  </a:cubicBezTo>
                  <a:lnTo>
                    <a:pt x="1" y="168"/>
                  </a:lnTo>
                  <a:lnTo>
                    <a:pt x="5" y="176"/>
                  </a:lnTo>
                  <a:lnTo>
                    <a:pt x="45" y="164"/>
                  </a:lnTo>
                  <a:cubicBezTo>
                    <a:pt x="69" y="160"/>
                    <a:pt x="105" y="144"/>
                    <a:pt x="149" y="132"/>
                  </a:cubicBezTo>
                  <a:lnTo>
                    <a:pt x="229" y="116"/>
                  </a:lnTo>
                  <a:lnTo>
                    <a:pt x="321" y="96"/>
                  </a:lnTo>
                  <a:lnTo>
                    <a:pt x="425" y="80"/>
                  </a:lnTo>
                  <a:cubicBezTo>
                    <a:pt x="461" y="76"/>
                    <a:pt x="501" y="72"/>
                    <a:pt x="541" y="72"/>
                  </a:cubicBezTo>
                  <a:cubicBezTo>
                    <a:pt x="577" y="70"/>
                    <a:pt x="614" y="69"/>
                    <a:pt x="650" y="69"/>
                  </a:cubicBezTo>
                  <a:cubicBezTo>
                    <a:pt x="702" y="69"/>
                    <a:pt x="753" y="71"/>
                    <a:pt x="805" y="76"/>
                  </a:cubicBezTo>
                  <a:cubicBezTo>
                    <a:pt x="901" y="84"/>
                    <a:pt x="997" y="100"/>
                    <a:pt x="1093" y="120"/>
                  </a:cubicBezTo>
                  <a:cubicBezTo>
                    <a:pt x="1301" y="172"/>
                    <a:pt x="1505" y="236"/>
                    <a:pt x="1705" y="320"/>
                  </a:cubicBezTo>
                  <a:lnTo>
                    <a:pt x="2009" y="444"/>
                  </a:lnTo>
                  <a:cubicBezTo>
                    <a:pt x="2109" y="484"/>
                    <a:pt x="2213" y="516"/>
                    <a:pt x="2317" y="540"/>
                  </a:cubicBezTo>
                  <a:cubicBezTo>
                    <a:pt x="2347" y="544"/>
                    <a:pt x="2379" y="546"/>
                    <a:pt x="2411" y="546"/>
                  </a:cubicBezTo>
                  <a:cubicBezTo>
                    <a:pt x="2433" y="546"/>
                    <a:pt x="2455" y="545"/>
                    <a:pt x="2477" y="544"/>
                  </a:cubicBezTo>
                  <a:cubicBezTo>
                    <a:pt x="2525" y="536"/>
                    <a:pt x="2573" y="524"/>
                    <a:pt x="2621" y="512"/>
                  </a:cubicBezTo>
                  <a:cubicBezTo>
                    <a:pt x="2709" y="488"/>
                    <a:pt x="2797" y="452"/>
                    <a:pt x="2877" y="408"/>
                  </a:cubicBezTo>
                  <a:cubicBezTo>
                    <a:pt x="2941" y="372"/>
                    <a:pt x="3005" y="328"/>
                    <a:pt x="3065" y="276"/>
                  </a:cubicBezTo>
                  <a:cubicBezTo>
                    <a:pt x="3109" y="240"/>
                    <a:pt x="3153" y="200"/>
                    <a:pt x="3193" y="156"/>
                  </a:cubicBezTo>
                  <a:cubicBezTo>
                    <a:pt x="3229" y="120"/>
                    <a:pt x="3261" y="76"/>
                    <a:pt x="3289" y="36"/>
                  </a:cubicBezTo>
                  <a:lnTo>
                    <a:pt x="3281" y="32"/>
                  </a:lnTo>
                  <a:cubicBezTo>
                    <a:pt x="3249" y="68"/>
                    <a:pt x="3213" y="104"/>
                    <a:pt x="3173" y="136"/>
                  </a:cubicBezTo>
                  <a:cubicBezTo>
                    <a:pt x="3129" y="172"/>
                    <a:pt x="3085" y="208"/>
                    <a:pt x="3037" y="240"/>
                  </a:cubicBezTo>
                  <a:cubicBezTo>
                    <a:pt x="2977" y="284"/>
                    <a:pt x="2913" y="324"/>
                    <a:pt x="2845" y="356"/>
                  </a:cubicBezTo>
                  <a:cubicBezTo>
                    <a:pt x="2769" y="396"/>
                    <a:pt x="2689" y="428"/>
                    <a:pt x="2605" y="456"/>
                  </a:cubicBezTo>
                  <a:cubicBezTo>
                    <a:pt x="2561" y="472"/>
                    <a:pt x="2513" y="480"/>
                    <a:pt x="2469" y="496"/>
                  </a:cubicBezTo>
                  <a:cubicBezTo>
                    <a:pt x="2434" y="502"/>
                    <a:pt x="2396" y="505"/>
                    <a:pt x="2360" y="505"/>
                  </a:cubicBezTo>
                  <a:cubicBezTo>
                    <a:pt x="2347" y="505"/>
                    <a:pt x="2334" y="505"/>
                    <a:pt x="2321" y="504"/>
                  </a:cubicBezTo>
                  <a:cubicBezTo>
                    <a:pt x="2217" y="496"/>
                    <a:pt x="2113" y="468"/>
                    <a:pt x="2017" y="424"/>
                  </a:cubicBezTo>
                  <a:cubicBezTo>
                    <a:pt x="1917" y="388"/>
                    <a:pt x="1813" y="336"/>
                    <a:pt x="1717" y="288"/>
                  </a:cubicBezTo>
                  <a:cubicBezTo>
                    <a:pt x="1621" y="236"/>
                    <a:pt x="1521" y="192"/>
                    <a:pt x="1417" y="148"/>
                  </a:cubicBezTo>
                  <a:cubicBezTo>
                    <a:pt x="1317" y="112"/>
                    <a:pt x="1213" y="76"/>
                    <a:pt x="1109" y="48"/>
                  </a:cubicBezTo>
                  <a:cubicBezTo>
                    <a:pt x="980" y="18"/>
                    <a:pt x="849" y="1"/>
                    <a:pt x="7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54"/>
            <p:cNvSpPr/>
            <p:nvPr/>
          </p:nvSpPr>
          <p:spPr>
            <a:xfrm>
              <a:off x="2412103" y="2261707"/>
              <a:ext cx="576385" cy="68278"/>
            </a:xfrm>
            <a:custGeom>
              <a:avLst/>
              <a:gdLst/>
              <a:ahLst/>
              <a:cxnLst/>
              <a:rect l="l" t="t" r="r" b="b"/>
              <a:pathLst>
                <a:path w="2465" h="292" extrusionOk="0">
                  <a:moveTo>
                    <a:pt x="540" y="0"/>
                  </a:moveTo>
                  <a:cubicBezTo>
                    <a:pt x="486" y="0"/>
                    <a:pt x="431" y="3"/>
                    <a:pt x="377" y="10"/>
                  </a:cubicBezTo>
                  <a:cubicBezTo>
                    <a:pt x="321" y="14"/>
                    <a:pt x="269" y="26"/>
                    <a:pt x="217" y="38"/>
                  </a:cubicBezTo>
                  <a:cubicBezTo>
                    <a:pt x="177" y="50"/>
                    <a:pt x="137" y="66"/>
                    <a:pt x="97" y="82"/>
                  </a:cubicBezTo>
                  <a:cubicBezTo>
                    <a:pt x="73" y="94"/>
                    <a:pt x="49" y="106"/>
                    <a:pt x="25" y="118"/>
                  </a:cubicBezTo>
                  <a:lnTo>
                    <a:pt x="1" y="134"/>
                  </a:lnTo>
                  <a:lnTo>
                    <a:pt x="5" y="138"/>
                  </a:lnTo>
                  <a:lnTo>
                    <a:pt x="33" y="130"/>
                  </a:lnTo>
                  <a:cubicBezTo>
                    <a:pt x="49" y="126"/>
                    <a:pt x="73" y="114"/>
                    <a:pt x="105" y="106"/>
                  </a:cubicBezTo>
                  <a:cubicBezTo>
                    <a:pt x="145" y="98"/>
                    <a:pt x="185" y="90"/>
                    <a:pt x="225" y="82"/>
                  </a:cubicBezTo>
                  <a:cubicBezTo>
                    <a:pt x="273" y="78"/>
                    <a:pt x="325" y="70"/>
                    <a:pt x="381" y="70"/>
                  </a:cubicBezTo>
                  <a:cubicBezTo>
                    <a:pt x="397" y="69"/>
                    <a:pt x="414" y="68"/>
                    <a:pt x="432" y="68"/>
                  </a:cubicBezTo>
                  <a:cubicBezTo>
                    <a:pt x="474" y="68"/>
                    <a:pt x="520" y="71"/>
                    <a:pt x="565" y="74"/>
                  </a:cubicBezTo>
                  <a:cubicBezTo>
                    <a:pt x="633" y="78"/>
                    <a:pt x="701" y="86"/>
                    <a:pt x="773" y="94"/>
                  </a:cubicBezTo>
                  <a:cubicBezTo>
                    <a:pt x="917" y="110"/>
                    <a:pt x="1069" y="138"/>
                    <a:pt x="1225" y="158"/>
                  </a:cubicBezTo>
                  <a:cubicBezTo>
                    <a:pt x="1301" y="166"/>
                    <a:pt x="1381" y="178"/>
                    <a:pt x="1457" y="190"/>
                  </a:cubicBezTo>
                  <a:cubicBezTo>
                    <a:pt x="1533" y="198"/>
                    <a:pt x="1605" y="214"/>
                    <a:pt x="1677" y="230"/>
                  </a:cubicBezTo>
                  <a:cubicBezTo>
                    <a:pt x="1749" y="242"/>
                    <a:pt x="1821" y="258"/>
                    <a:pt x="1885" y="266"/>
                  </a:cubicBezTo>
                  <a:cubicBezTo>
                    <a:pt x="1953" y="274"/>
                    <a:pt x="2017" y="282"/>
                    <a:pt x="2073" y="286"/>
                  </a:cubicBezTo>
                  <a:cubicBezTo>
                    <a:pt x="2158" y="289"/>
                    <a:pt x="2231" y="291"/>
                    <a:pt x="2290" y="291"/>
                  </a:cubicBezTo>
                  <a:cubicBezTo>
                    <a:pt x="2315" y="291"/>
                    <a:pt x="2337" y="291"/>
                    <a:pt x="2357" y="290"/>
                  </a:cubicBezTo>
                  <a:cubicBezTo>
                    <a:pt x="2429" y="290"/>
                    <a:pt x="2465" y="286"/>
                    <a:pt x="2465" y="286"/>
                  </a:cubicBezTo>
                  <a:lnTo>
                    <a:pt x="2465" y="282"/>
                  </a:lnTo>
                  <a:cubicBezTo>
                    <a:pt x="2465" y="282"/>
                    <a:pt x="2429" y="274"/>
                    <a:pt x="2361" y="266"/>
                  </a:cubicBezTo>
                  <a:cubicBezTo>
                    <a:pt x="2325" y="258"/>
                    <a:pt x="2285" y="254"/>
                    <a:pt x="2237" y="250"/>
                  </a:cubicBezTo>
                  <a:lnTo>
                    <a:pt x="2081" y="230"/>
                  </a:lnTo>
                  <a:cubicBezTo>
                    <a:pt x="2021" y="222"/>
                    <a:pt x="1961" y="214"/>
                    <a:pt x="1893" y="210"/>
                  </a:cubicBezTo>
                  <a:cubicBezTo>
                    <a:pt x="1825" y="202"/>
                    <a:pt x="1757" y="202"/>
                    <a:pt x="1681" y="194"/>
                  </a:cubicBezTo>
                  <a:cubicBezTo>
                    <a:pt x="1609" y="190"/>
                    <a:pt x="1533" y="182"/>
                    <a:pt x="1461" y="170"/>
                  </a:cubicBezTo>
                  <a:cubicBezTo>
                    <a:pt x="1381" y="154"/>
                    <a:pt x="1309" y="138"/>
                    <a:pt x="1233" y="118"/>
                  </a:cubicBezTo>
                  <a:cubicBezTo>
                    <a:pt x="1153" y="102"/>
                    <a:pt x="1077" y="82"/>
                    <a:pt x="1005" y="66"/>
                  </a:cubicBezTo>
                  <a:cubicBezTo>
                    <a:pt x="933" y="50"/>
                    <a:pt x="853" y="34"/>
                    <a:pt x="781" y="22"/>
                  </a:cubicBezTo>
                  <a:cubicBezTo>
                    <a:pt x="702" y="7"/>
                    <a:pt x="621" y="0"/>
                    <a:pt x="5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54"/>
            <p:cNvSpPr/>
            <p:nvPr/>
          </p:nvSpPr>
          <p:spPr>
            <a:xfrm>
              <a:off x="2381237" y="2334663"/>
              <a:ext cx="504366" cy="96805"/>
            </a:xfrm>
            <a:custGeom>
              <a:avLst/>
              <a:gdLst/>
              <a:ahLst/>
              <a:cxnLst/>
              <a:rect l="l" t="t" r="r" b="b"/>
              <a:pathLst>
                <a:path w="2157" h="414" extrusionOk="0">
                  <a:moveTo>
                    <a:pt x="638" y="1"/>
                  </a:moveTo>
                  <a:cubicBezTo>
                    <a:pt x="538" y="1"/>
                    <a:pt x="437" y="10"/>
                    <a:pt x="337" y="30"/>
                  </a:cubicBezTo>
                  <a:cubicBezTo>
                    <a:pt x="289" y="38"/>
                    <a:pt x="241" y="46"/>
                    <a:pt x="193" y="62"/>
                  </a:cubicBezTo>
                  <a:cubicBezTo>
                    <a:pt x="157" y="74"/>
                    <a:pt x="125" y="86"/>
                    <a:pt x="89" y="98"/>
                  </a:cubicBezTo>
                  <a:cubicBezTo>
                    <a:pt x="57" y="110"/>
                    <a:pt x="29" y="126"/>
                    <a:pt x="1" y="138"/>
                  </a:cubicBezTo>
                  <a:lnTo>
                    <a:pt x="1" y="146"/>
                  </a:lnTo>
                  <a:lnTo>
                    <a:pt x="25" y="142"/>
                  </a:lnTo>
                  <a:cubicBezTo>
                    <a:pt x="41" y="138"/>
                    <a:pt x="65" y="130"/>
                    <a:pt x="93" y="126"/>
                  </a:cubicBezTo>
                  <a:cubicBezTo>
                    <a:pt x="125" y="118"/>
                    <a:pt x="161" y="110"/>
                    <a:pt x="201" y="106"/>
                  </a:cubicBezTo>
                  <a:cubicBezTo>
                    <a:pt x="241" y="98"/>
                    <a:pt x="289" y="94"/>
                    <a:pt x="341" y="86"/>
                  </a:cubicBezTo>
                  <a:cubicBezTo>
                    <a:pt x="393" y="82"/>
                    <a:pt x="449" y="78"/>
                    <a:pt x="509" y="78"/>
                  </a:cubicBezTo>
                  <a:cubicBezTo>
                    <a:pt x="569" y="74"/>
                    <a:pt x="633" y="74"/>
                    <a:pt x="697" y="74"/>
                  </a:cubicBezTo>
                  <a:cubicBezTo>
                    <a:pt x="718" y="72"/>
                    <a:pt x="740" y="72"/>
                    <a:pt x="762" y="72"/>
                  </a:cubicBezTo>
                  <a:cubicBezTo>
                    <a:pt x="806" y="72"/>
                    <a:pt x="852" y="74"/>
                    <a:pt x="897" y="74"/>
                  </a:cubicBezTo>
                  <a:lnTo>
                    <a:pt x="1105" y="78"/>
                  </a:lnTo>
                  <a:cubicBezTo>
                    <a:pt x="1173" y="82"/>
                    <a:pt x="1245" y="86"/>
                    <a:pt x="1313" y="98"/>
                  </a:cubicBezTo>
                  <a:cubicBezTo>
                    <a:pt x="1377" y="102"/>
                    <a:pt x="1445" y="118"/>
                    <a:pt x="1509" y="138"/>
                  </a:cubicBezTo>
                  <a:cubicBezTo>
                    <a:pt x="1573" y="154"/>
                    <a:pt x="1629" y="178"/>
                    <a:pt x="1685" y="198"/>
                  </a:cubicBezTo>
                  <a:cubicBezTo>
                    <a:pt x="1741" y="222"/>
                    <a:pt x="1793" y="238"/>
                    <a:pt x="1841" y="262"/>
                  </a:cubicBezTo>
                  <a:cubicBezTo>
                    <a:pt x="1933" y="302"/>
                    <a:pt x="2013" y="342"/>
                    <a:pt x="2065" y="370"/>
                  </a:cubicBezTo>
                  <a:lnTo>
                    <a:pt x="2153" y="414"/>
                  </a:lnTo>
                  <a:lnTo>
                    <a:pt x="2157" y="410"/>
                  </a:lnTo>
                  <a:cubicBezTo>
                    <a:pt x="2137" y="386"/>
                    <a:pt x="2109" y="366"/>
                    <a:pt x="2085" y="346"/>
                  </a:cubicBezTo>
                  <a:cubicBezTo>
                    <a:pt x="1973" y="254"/>
                    <a:pt x="1845" y="186"/>
                    <a:pt x="1709" y="142"/>
                  </a:cubicBezTo>
                  <a:cubicBezTo>
                    <a:pt x="1649" y="122"/>
                    <a:pt x="1585" y="110"/>
                    <a:pt x="1521" y="98"/>
                  </a:cubicBezTo>
                  <a:cubicBezTo>
                    <a:pt x="1457" y="90"/>
                    <a:pt x="1385" y="82"/>
                    <a:pt x="1317" y="74"/>
                  </a:cubicBezTo>
                  <a:cubicBezTo>
                    <a:pt x="1249" y="66"/>
                    <a:pt x="1181" y="54"/>
                    <a:pt x="1113" y="42"/>
                  </a:cubicBezTo>
                  <a:cubicBezTo>
                    <a:pt x="1041" y="30"/>
                    <a:pt x="973" y="22"/>
                    <a:pt x="901" y="14"/>
                  </a:cubicBezTo>
                  <a:cubicBezTo>
                    <a:pt x="833" y="6"/>
                    <a:pt x="765" y="2"/>
                    <a:pt x="697" y="2"/>
                  </a:cubicBezTo>
                  <a:cubicBezTo>
                    <a:pt x="677" y="1"/>
                    <a:pt x="658" y="1"/>
                    <a:pt x="6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54"/>
            <p:cNvSpPr/>
            <p:nvPr/>
          </p:nvSpPr>
          <p:spPr>
            <a:xfrm>
              <a:off x="2081000" y="1669882"/>
              <a:ext cx="160172" cy="104053"/>
            </a:xfrm>
            <a:custGeom>
              <a:avLst/>
              <a:gdLst/>
              <a:ahLst/>
              <a:cxnLst/>
              <a:rect l="l" t="t" r="r" b="b"/>
              <a:pathLst>
                <a:path w="685" h="445" extrusionOk="0">
                  <a:moveTo>
                    <a:pt x="649" y="1"/>
                  </a:moveTo>
                  <a:lnTo>
                    <a:pt x="645" y="5"/>
                  </a:lnTo>
                  <a:cubicBezTo>
                    <a:pt x="649" y="13"/>
                    <a:pt x="649" y="25"/>
                    <a:pt x="649" y="37"/>
                  </a:cubicBezTo>
                  <a:cubicBezTo>
                    <a:pt x="645" y="61"/>
                    <a:pt x="633" y="85"/>
                    <a:pt x="613" y="101"/>
                  </a:cubicBezTo>
                  <a:cubicBezTo>
                    <a:pt x="597" y="113"/>
                    <a:pt x="585" y="121"/>
                    <a:pt x="569" y="129"/>
                  </a:cubicBezTo>
                  <a:lnTo>
                    <a:pt x="509" y="165"/>
                  </a:lnTo>
                  <a:cubicBezTo>
                    <a:pt x="485" y="181"/>
                    <a:pt x="461" y="193"/>
                    <a:pt x="437" y="201"/>
                  </a:cubicBezTo>
                  <a:cubicBezTo>
                    <a:pt x="413" y="209"/>
                    <a:pt x="385" y="213"/>
                    <a:pt x="361" y="217"/>
                  </a:cubicBezTo>
                  <a:cubicBezTo>
                    <a:pt x="309" y="225"/>
                    <a:pt x="257" y="237"/>
                    <a:pt x="205" y="257"/>
                  </a:cubicBezTo>
                  <a:cubicBezTo>
                    <a:pt x="161" y="273"/>
                    <a:pt x="117" y="297"/>
                    <a:pt x="81" y="325"/>
                  </a:cubicBezTo>
                  <a:cubicBezTo>
                    <a:pt x="53" y="349"/>
                    <a:pt x="33" y="377"/>
                    <a:pt x="17" y="405"/>
                  </a:cubicBezTo>
                  <a:cubicBezTo>
                    <a:pt x="9" y="417"/>
                    <a:pt x="5" y="429"/>
                    <a:pt x="1" y="441"/>
                  </a:cubicBezTo>
                  <a:lnTo>
                    <a:pt x="9" y="445"/>
                  </a:lnTo>
                  <a:lnTo>
                    <a:pt x="17" y="441"/>
                  </a:lnTo>
                  <a:cubicBezTo>
                    <a:pt x="21" y="437"/>
                    <a:pt x="29" y="429"/>
                    <a:pt x="37" y="425"/>
                  </a:cubicBezTo>
                  <a:cubicBezTo>
                    <a:pt x="61" y="405"/>
                    <a:pt x="89" y="389"/>
                    <a:pt x="117" y="377"/>
                  </a:cubicBezTo>
                  <a:cubicBezTo>
                    <a:pt x="149" y="361"/>
                    <a:pt x="189" y="345"/>
                    <a:pt x="233" y="321"/>
                  </a:cubicBezTo>
                  <a:lnTo>
                    <a:pt x="301" y="293"/>
                  </a:lnTo>
                  <a:cubicBezTo>
                    <a:pt x="325" y="281"/>
                    <a:pt x="349" y="269"/>
                    <a:pt x="373" y="253"/>
                  </a:cubicBezTo>
                  <a:cubicBezTo>
                    <a:pt x="397" y="241"/>
                    <a:pt x="421" y="229"/>
                    <a:pt x="445" y="221"/>
                  </a:cubicBezTo>
                  <a:cubicBezTo>
                    <a:pt x="469" y="209"/>
                    <a:pt x="493" y="205"/>
                    <a:pt x="521" y="201"/>
                  </a:cubicBezTo>
                  <a:cubicBezTo>
                    <a:pt x="545" y="197"/>
                    <a:pt x="569" y="193"/>
                    <a:pt x="593" y="185"/>
                  </a:cubicBezTo>
                  <a:cubicBezTo>
                    <a:pt x="617" y="177"/>
                    <a:pt x="637" y="161"/>
                    <a:pt x="653" y="141"/>
                  </a:cubicBezTo>
                  <a:cubicBezTo>
                    <a:pt x="669" y="125"/>
                    <a:pt x="681" y="105"/>
                    <a:pt x="685" y="81"/>
                  </a:cubicBezTo>
                  <a:cubicBezTo>
                    <a:pt x="685" y="65"/>
                    <a:pt x="685" y="49"/>
                    <a:pt x="677" y="33"/>
                  </a:cubicBezTo>
                  <a:cubicBezTo>
                    <a:pt x="673" y="17"/>
                    <a:pt x="665" y="5"/>
                    <a:pt x="6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54"/>
            <p:cNvSpPr/>
            <p:nvPr/>
          </p:nvSpPr>
          <p:spPr>
            <a:xfrm>
              <a:off x="2306412" y="1723196"/>
              <a:ext cx="147077" cy="495948"/>
            </a:xfrm>
            <a:custGeom>
              <a:avLst/>
              <a:gdLst/>
              <a:ahLst/>
              <a:cxnLst/>
              <a:rect l="l" t="t" r="r" b="b"/>
              <a:pathLst>
                <a:path w="629" h="2121" extrusionOk="0">
                  <a:moveTo>
                    <a:pt x="5" y="1"/>
                  </a:moveTo>
                  <a:lnTo>
                    <a:pt x="1" y="5"/>
                  </a:lnTo>
                  <a:lnTo>
                    <a:pt x="1" y="33"/>
                  </a:lnTo>
                  <a:cubicBezTo>
                    <a:pt x="1" y="57"/>
                    <a:pt x="5" y="81"/>
                    <a:pt x="9" y="105"/>
                  </a:cubicBezTo>
                  <a:cubicBezTo>
                    <a:pt x="25" y="189"/>
                    <a:pt x="61" y="273"/>
                    <a:pt x="109" y="345"/>
                  </a:cubicBezTo>
                  <a:cubicBezTo>
                    <a:pt x="137" y="393"/>
                    <a:pt x="169" y="441"/>
                    <a:pt x="201" y="489"/>
                  </a:cubicBezTo>
                  <a:cubicBezTo>
                    <a:pt x="237" y="537"/>
                    <a:pt x="277" y="589"/>
                    <a:pt x="309" y="645"/>
                  </a:cubicBezTo>
                  <a:cubicBezTo>
                    <a:pt x="345" y="701"/>
                    <a:pt x="373" y="761"/>
                    <a:pt x="397" y="825"/>
                  </a:cubicBezTo>
                  <a:cubicBezTo>
                    <a:pt x="417" y="893"/>
                    <a:pt x="437" y="957"/>
                    <a:pt x="453" y="1025"/>
                  </a:cubicBezTo>
                  <a:cubicBezTo>
                    <a:pt x="485" y="1165"/>
                    <a:pt x="517" y="1301"/>
                    <a:pt x="537" y="1429"/>
                  </a:cubicBezTo>
                  <a:cubicBezTo>
                    <a:pt x="553" y="1545"/>
                    <a:pt x="561" y="1661"/>
                    <a:pt x="561" y="1781"/>
                  </a:cubicBezTo>
                  <a:cubicBezTo>
                    <a:pt x="557" y="1829"/>
                    <a:pt x="553" y="1877"/>
                    <a:pt x="545" y="1921"/>
                  </a:cubicBezTo>
                  <a:cubicBezTo>
                    <a:pt x="541" y="1957"/>
                    <a:pt x="533" y="1993"/>
                    <a:pt x="525" y="2025"/>
                  </a:cubicBezTo>
                  <a:cubicBezTo>
                    <a:pt x="521" y="2049"/>
                    <a:pt x="513" y="2073"/>
                    <a:pt x="505" y="2093"/>
                  </a:cubicBezTo>
                  <a:cubicBezTo>
                    <a:pt x="501" y="2109"/>
                    <a:pt x="497" y="2121"/>
                    <a:pt x="497" y="2121"/>
                  </a:cubicBezTo>
                  <a:lnTo>
                    <a:pt x="505" y="2121"/>
                  </a:lnTo>
                  <a:lnTo>
                    <a:pt x="517" y="2101"/>
                  </a:lnTo>
                  <a:cubicBezTo>
                    <a:pt x="525" y="2085"/>
                    <a:pt x="537" y="2065"/>
                    <a:pt x="549" y="2037"/>
                  </a:cubicBezTo>
                  <a:cubicBezTo>
                    <a:pt x="565" y="2001"/>
                    <a:pt x="581" y="1965"/>
                    <a:pt x="589" y="1929"/>
                  </a:cubicBezTo>
                  <a:cubicBezTo>
                    <a:pt x="605" y="1881"/>
                    <a:pt x="613" y="1833"/>
                    <a:pt x="621" y="1785"/>
                  </a:cubicBezTo>
                  <a:cubicBezTo>
                    <a:pt x="629" y="1725"/>
                    <a:pt x="629" y="1665"/>
                    <a:pt x="629" y="1609"/>
                  </a:cubicBezTo>
                  <a:cubicBezTo>
                    <a:pt x="625" y="1545"/>
                    <a:pt x="617" y="1477"/>
                    <a:pt x="605" y="1417"/>
                  </a:cubicBezTo>
                  <a:cubicBezTo>
                    <a:pt x="589" y="1349"/>
                    <a:pt x="573" y="1281"/>
                    <a:pt x="557" y="1217"/>
                  </a:cubicBezTo>
                  <a:cubicBezTo>
                    <a:pt x="537" y="1149"/>
                    <a:pt x="513" y="1081"/>
                    <a:pt x="489" y="1017"/>
                  </a:cubicBezTo>
                  <a:lnTo>
                    <a:pt x="413" y="817"/>
                  </a:lnTo>
                  <a:cubicBezTo>
                    <a:pt x="389" y="749"/>
                    <a:pt x="365" y="685"/>
                    <a:pt x="341" y="621"/>
                  </a:cubicBezTo>
                  <a:cubicBezTo>
                    <a:pt x="317" y="561"/>
                    <a:pt x="285" y="505"/>
                    <a:pt x="253" y="449"/>
                  </a:cubicBezTo>
                  <a:cubicBezTo>
                    <a:pt x="217" y="397"/>
                    <a:pt x="185" y="353"/>
                    <a:pt x="157" y="309"/>
                  </a:cubicBezTo>
                  <a:cubicBezTo>
                    <a:pt x="105" y="241"/>
                    <a:pt x="65" y="169"/>
                    <a:pt x="33" y="93"/>
                  </a:cubicBezTo>
                  <a:cubicBezTo>
                    <a:pt x="25" y="69"/>
                    <a:pt x="17" y="49"/>
                    <a:pt x="9" y="2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54"/>
            <p:cNvSpPr/>
            <p:nvPr/>
          </p:nvSpPr>
          <p:spPr>
            <a:xfrm>
              <a:off x="2273676" y="1837305"/>
              <a:ext cx="79735" cy="248091"/>
            </a:xfrm>
            <a:custGeom>
              <a:avLst/>
              <a:gdLst/>
              <a:ahLst/>
              <a:cxnLst/>
              <a:rect l="l" t="t" r="r" b="b"/>
              <a:pathLst>
                <a:path w="341" h="1061" extrusionOk="0">
                  <a:moveTo>
                    <a:pt x="5" y="1"/>
                  </a:moveTo>
                  <a:lnTo>
                    <a:pt x="1" y="5"/>
                  </a:lnTo>
                  <a:lnTo>
                    <a:pt x="13" y="13"/>
                  </a:lnTo>
                  <a:cubicBezTo>
                    <a:pt x="21" y="17"/>
                    <a:pt x="29" y="25"/>
                    <a:pt x="37" y="33"/>
                  </a:cubicBezTo>
                  <a:cubicBezTo>
                    <a:pt x="65" y="61"/>
                    <a:pt x="85" y="97"/>
                    <a:pt x="97" y="133"/>
                  </a:cubicBezTo>
                  <a:cubicBezTo>
                    <a:pt x="109" y="157"/>
                    <a:pt x="117" y="185"/>
                    <a:pt x="129" y="213"/>
                  </a:cubicBezTo>
                  <a:cubicBezTo>
                    <a:pt x="141" y="241"/>
                    <a:pt x="157" y="269"/>
                    <a:pt x="173" y="297"/>
                  </a:cubicBezTo>
                  <a:cubicBezTo>
                    <a:pt x="189" y="329"/>
                    <a:pt x="201" y="361"/>
                    <a:pt x="209" y="393"/>
                  </a:cubicBezTo>
                  <a:cubicBezTo>
                    <a:pt x="221" y="429"/>
                    <a:pt x="225" y="465"/>
                    <a:pt x="229" y="497"/>
                  </a:cubicBezTo>
                  <a:cubicBezTo>
                    <a:pt x="233" y="569"/>
                    <a:pt x="245" y="641"/>
                    <a:pt x="253" y="705"/>
                  </a:cubicBezTo>
                  <a:cubicBezTo>
                    <a:pt x="261" y="773"/>
                    <a:pt x="269" y="833"/>
                    <a:pt x="277" y="885"/>
                  </a:cubicBezTo>
                  <a:cubicBezTo>
                    <a:pt x="285" y="937"/>
                    <a:pt x="293" y="981"/>
                    <a:pt x="301" y="1013"/>
                  </a:cubicBezTo>
                  <a:cubicBezTo>
                    <a:pt x="305" y="1045"/>
                    <a:pt x="313" y="1061"/>
                    <a:pt x="313" y="1061"/>
                  </a:cubicBezTo>
                  <a:lnTo>
                    <a:pt x="321" y="1061"/>
                  </a:lnTo>
                  <a:cubicBezTo>
                    <a:pt x="333" y="1001"/>
                    <a:pt x="341" y="941"/>
                    <a:pt x="341" y="881"/>
                  </a:cubicBezTo>
                  <a:cubicBezTo>
                    <a:pt x="341" y="853"/>
                    <a:pt x="341" y="825"/>
                    <a:pt x="337" y="793"/>
                  </a:cubicBezTo>
                  <a:cubicBezTo>
                    <a:pt x="337" y="761"/>
                    <a:pt x="333" y="729"/>
                    <a:pt x="325" y="697"/>
                  </a:cubicBezTo>
                  <a:cubicBezTo>
                    <a:pt x="317" y="661"/>
                    <a:pt x="313" y="629"/>
                    <a:pt x="301" y="593"/>
                  </a:cubicBezTo>
                  <a:cubicBezTo>
                    <a:pt x="293" y="557"/>
                    <a:pt x="281" y="525"/>
                    <a:pt x="269" y="489"/>
                  </a:cubicBezTo>
                  <a:cubicBezTo>
                    <a:pt x="257" y="457"/>
                    <a:pt x="241" y="425"/>
                    <a:pt x="233" y="389"/>
                  </a:cubicBezTo>
                  <a:cubicBezTo>
                    <a:pt x="221" y="357"/>
                    <a:pt x="217" y="325"/>
                    <a:pt x="209" y="289"/>
                  </a:cubicBezTo>
                  <a:cubicBezTo>
                    <a:pt x="205" y="257"/>
                    <a:pt x="197" y="225"/>
                    <a:pt x="189" y="193"/>
                  </a:cubicBezTo>
                  <a:cubicBezTo>
                    <a:pt x="177" y="165"/>
                    <a:pt x="165" y="137"/>
                    <a:pt x="153" y="113"/>
                  </a:cubicBezTo>
                  <a:cubicBezTo>
                    <a:pt x="133" y="69"/>
                    <a:pt x="97" y="33"/>
                    <a:pt x="57" y="13"/>
                  </a:cubicBezTo>
                  <a:cubicBezTo>
                    <a:pt x="45" y="9"/>
                    <a:pt x="29" y="5"/>
                    <a:pt x="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54"/>
            <p:cNvSpPr/>
            <p:nvPr/>
          </p:nvSpPr>
          <p:spPr>
            <a:xfrm>
              <a:off x="1786375" y="1983215"/>
              <a:ext cx="90024" cy="363134"/>
            </a:xfrm>
            <a:custGeom>
              <a:avLst/>
              <a:gdLst/>
              <a:ahLst/>
              <a:cxnLst/>
              <a:rect l="l" t="t" r="r" b="b"/>
              <a:pathLst>
                <a:path w="385" h="1553" extrusionOk="0">
                  <a:moveTo>
                    <a:pt x="97" y="1"/>
                  </a:moveTo>
                  <a:cubicBezTo>
                    <a:pt x="81" y="17"/>
                    <a:pt x="69" y="41"/>
                    <a:pt x="57" y="61"/>
                  </a:cubicBezTo>
                  <a:cubicBezTo>
                    <a:pt x="29" y="117"/>
                    <a:pt x="13" y="181"/>
                    <a:pt x="9" y="245"/>
                  </a:cubicBezTo>
                  <a:cubicBezTo>
                    <a:pt x="1" y="285"/>
                    <a:pt x="1" y="329"/>
                    <a:pt x="1" y="369"/>
                  </a:cubicBezTo>
                  <a:cubicBezTo>
                    <a:pt x="1" y="417"/>
                    <a:pt x="9" y="461"/>
                    <a:pt x="17" y="509"/>
                  </a:cubicBezTo>
                  <a:cubicBezTo>
                    <a:pt x="33" y="609"/>
                    <a:pt x="41" y="709"/>
                    <a:pt x="45" y="809"/>
                  </a:cubicBezTo>
                  <a:cubicBezTo>
                    <a:pt x="49" y="861"/>
                    <a:pt x="57" y="913"/>
                    <a:pt x="65" y="965"/>
                  </a:cubicBezTo>
                  <a:cubicBezTo>
                    <a:pt x="73" y="1013"/>
                    <a:pt x="85" y="1061"/>
                    <a:pt x="101" y="1109"/>
                  </a:cubicBezTo>
                  <a:cubicBezTo>
                    <a:pt x="125" y="1193"/>
                    <a:pt x="161" y="1277"/>
                    <a:pt x="209" y="1353"/>
                  </a:cubicBezTo>
                  <a:cubicBezTo>
                    <a:pt x="245" y="1409"/>
                    <a:pt x="281" y="1457"/>
                    <a:pt x="325" y="1505"/>
                  </a:cubicBezTo>
                  <a:cubicBezTo>
                    <a:pt x="361" y="1537"/>
                    <a:pt x="381" y="1553"/>
                    <a:pt x="381" y="1553"/>
                  </a:cubicBezTo>
                  <a:lnTo>
                    <a:pt x="385" y="1549"/>
                  </a:lnTo>
                  <a:cubicBezTo>
                    <a:pt x="385" y="1549"/>
                    <a:pt x="373" y="1525"/>
                    <a:pt x="349" y="1489"/>
                  </a:cubicBezTo>
                  <a:lnTo>
                    <a:pt x="309" y="1417"/>
                  </a:lnTo>
                  <a:cubicBezTo>
                    <a:pt x="297" y="1389"/>
                    <a:pt x="281" y="1361"/>
                    <a:pt x="265" y="1325"/>
                  </a:cubicBezTo>
                  <a:cubicBezTo>
                    <a:pt x="245" y="1293"/>
                    <a:pt x="233" y="1253"/>
                    <a:pt x="213" y="1217"/>
                  </a:cubicBezTo>
                  <a:cubicBezTo>
                    <a:pt x="209" y="1197"/>
                    <a:pt x="197" y="1173"/>
                    <a:pt x="189" y="1153"/>
                  </a:cubicBezTo>
                  <a:cubicBezTo>
                    <a:pt x="181" y="1133"/>
                    <a:pt x="177" y="1109"/>
                    <a:pt x="165" y="1089"/>
                  </a:cubicBezTo>
                  <a:cubicBezTo>
                    <a:pt x="133" y="1001"/>
                    <a:pt x="109" y="905"/>
                    <a:pt x="81" y="805"/>
                  </a:cubicBezTo>
                  <a:cubicBezTo>
                    <a:pt x="69" y="757"/>
                    <a:pt x="61" y="705"/>
                    <a:pt x="53" y="657"/>
                  </a:cubicBezTo>
                  <a:cubicBezTo>
                    <a:pt x="49" y="605"/>
                    <a:pt x="49" y="557"/>
                    <a:pt x="53" y="509"/>
                  </a:cubicBezTo>
                  <a:cubicBezTo>
                    <a:pt x="57" y="461"/>
                    <a:pt x="61" y="413"/>
                    <a:pt x="61" y="369"/>
                  </a:cubicBezTo>
                  <a:cubicBezTo>
                    <a:pt x="65" y="329"/>
                    <a:pt x="65" y="285"/>
                    <a:pt x="65" y="249"/>
                  </a:cubicBezTo>
                  <a:cubicBezTo>
                    <a:pt x="69" y="189"/>
                    <a:pt x="73" y="129"/>
                    <a:pt x="89" y="69"/>
                  </a:cubicBezTo>
                  <a:cubicBezTo>
                    <a:pt x="89" y="53"/>
                    <a:pt x="93" y="37"/>
                    <a:pt x="101" y="21"/>
                  </a:cubicBezTo>
                  <a:cubicBezTo>
                    <a:pt x="105" y="9"/>
                    <a:pt x="105" y="1"/>
                    <a:pt x="1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54"/>
            <p:cNvSpPr/>
            <p:nvPr/>
          </p:nvSpPr>
          <p:spPr>
            <a:xfrm>
              <a:off x="1922931" y="2076747"/>
              <a:ext cx="42323" cy="369681"/>
            </a:xfrm>
            <a:custGeom>
              <a:avLst/>
              <a:gdLst/>
              <a:ahLst/>
              <a:cxnLst/>
              <a:rect l="l" t="t" r="r" b="b"/>
              <a:pathLst>
                <a:path w="181" h="1581" extrusionOk="0">
                  <a:moveTo>
                    <a:pt x="69" y="1"/>
                  </a:moveTo>
                  <a:cubicBezTo>
                    <a:pt x="69" y="1"/>
                    <a:pt x="61" y="25"/>
                    <a:pt x="45" y="65"/>
                  </a:cubicBezTo>
                  <a:cubicBezTo>
                    <a:pt x="29" y="125"/>
                    <a:pt x="17" y="185"/>
                    <a:pt x="9" y="245"/>
                  </a:cubicBezTo>
                  <a:cubicBezTo>
                    <a:pt x="5" y="281"/>
                    <a:pt x="1" y="321"/>
                    <a:pt x="1" y="365"/>
                  </a:cubicBezTo>
                  <a:cubicBezTo>
                    <a:pt x="1" y="413"/>
                    <a:pt x="1" y="457"/>
                    <a:pt x="9" y="501"/>
                  </a:cubicBezTo>
                  <a:cubicBezTo>
                    <a:pt x="13" y="549"/>
                    <a:pt x="17" y="597"/>
                    <a:pt x="21" y="645"/>
                  </a:cubicBezTo>
                  <a:cubicBezTo>
                    <a:pt x="25" y="697"/>
                    <a:pt x="25" y="745"/>
                    <a:pt x="29" y="797"/>
                  </a:cubicBezTo>
                  <a:cubicBezTo>
                    <a:pt x="29" y="845"/>
                    <a:pt x="33" y="897"/>
                    <a:pt x="41" y="945"/>
                  </a:cubicBezTo>
                  <a:cubicBezTo>
                    <a:pt x="45" y="993"/>
                    <a:pt x="53" y="1041"/>
                    <a:pt x="61" y="1089"/>
                  </a:cubicBezTo>
                  <a:cubicBezTo>
                    <a:pt x="73" y="1181"/>
                    <a:pt x="93" y="1265"/>
                    <a:pt x="109" y="1337"/>
                  </a:cubicBezTo>
                  <a:lnTo>
                    <a:pt x="165" y="1581"/>
                  </a:lnTo>
                  <a:lnTo>
                    <a:pt x="173" y="1581"/>
                  </a:lnTo>
                  <a:cubicBezTo>
                    <a:pt x="181" y="1497"/>
                    <a:pt x="181" y="1413"/>
                    <a:pt x="173" y="1333"/>
                  </a:cubicBezTo>
                  <a:cubicBezTo>
                    <a:pt x="165" y="1245"/>
                    <a:pt x="149" y="1165"/>
                    <a:pt x="129" y="1081"/>
                  </a:cubicBezTo>
                  <a:cubicBezTo>
                    <a:pt x="121" y="1037"/>
                    <a:pt x="109" y="989"/>
                    <a:pt x="101" y="941"/>
                  </a:cubicBezTo>
                  <a:cubicBezTo>
                    <a:pt x="89" y="893"/>
                    <a:pt x="77" y="849"/>
                    <a:pt x="65" y="797"/>
                  </a:cubicBezTo>
                  <a:cubicBezTo>
                    <a:pt x="53" y="749"/>
                    <a:pt x="45" y="701"/>
                    <a:pt x="45" y="653"/>
                  </a:cubicBezTo>
                  <a:cubicBezTo>
                    <a:pt x="41" y="605"/>
                    <a:pt x="41" y="557"/>
                    <a:pt x="45" y="509"/>
                  </a:cubicBezTo>
                  <a:cubicBezTo>
                    <a:pt x="49" y="465"/>
                    <a:pt x="57" y="421"/>
                    <a:pt x="61" y="377"/>
                  </a:cubicBezTo>
                  <a:cubicBezTo>
                    <a:pt x="61" y="337"/>
                    <a:pt x="65" y="297"/>
                    <a:pt x="65" y="257"/>
                  </a:cubicBezTo>
                  <a:cubicBezTo>
                    <a:pt x="69" y="185"/>
                    <a:pt x="77" y="125"/>
                    <a:pt x="77" y="81"/>
                  </a:cubicBezTo>
                  <a:lnTo>
                    <a:pt x="77" y="9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54"/>
            <p:cNvSpPr/>
            <p:nvPr/>
          </p:nvSpPr>
          <p:spPr>
            <a:xfrm>
              <a:off x="2095030" y="2227334"/>
              <a:ext cx="218161" cy="313563"/>
            </a:xfrm>
            <a:custGeom>
              <a:avLst/>
              <a:gdLst/>
              <a:ahLst/>
              <a:cxnLst/>
              <a:rect l="l" t="t" r="r" b="b"/>
              <a:pathLst>
                <a:path w="933" h="1341" extrusionOk="0">
                  <a:moveTo>
                    <a:pt x="921" y="1"/>
                  </a:moveTo>
                  <a:cubicBezTo>
                    <a:pt x="921" y="1"/>
                    <a:pt x="913" y="25"/>
                    <a:pt x="893" y="69"/>
                  </a:cubicBezTo>
                  <a:cubicBezTo>
                    <a:pt x="873" y="113"/>
                    <a:pt x="849" y="173"/>
                    <a:pt x="817" y="245"/>
                  </a:cubicBezTo>
                  <a:cubicBezTo>
                    <a:pt x="805" y="281"/>
                    <a:pt x="785" y="317"/>
                    <a:pt x="769" y="357"/>
                  </a:cubicBezTo>
                  <a:cubicBezTo>
                    <a:pt x="749" y="401"/>
                    <a:pt x="733" y="441"/>
                    <a:pt x="709" y="485"/>
                  </a:cubicBezTo>
                  <a:cubicBezTo>
                    <a:pt x="661" y="577"/>
                    <a:pt x="581" y="645"/>
                    <a:pt x="485" y="685"/>
                  </a:cubicBezTo>
                  <a:cubicBezTo>
                    <a:pt x="437" y="705"/>
                    <a:pt x="389" y="725"/>
                    <a:pt x="341" y="753"/>
                  </a:cubicBezTo>
                  <a:cubicBezTo>
                    <a:pt x="297" y="781"/>
                    <a:pt x="253" y="813"/>
                    <a:pt x="217" y="853"/>
                  </a:cubicBezTo>
                  <a:cubicBezTo>
                    <a:pt x="149" y="921"/>
                    <a:pt x="105" y="1009"/>
                    <a:pt x="81" y="1101"/>
                  </a:cubicBezTo>
                  <a:cubicBezTo>
                    <a:pt x="73" y="1137"/>
                    <a:pt x="69" y="1177"/>
                    <a:pt x="65" y="1213"/>
                  </a:cubicBezTo>
                  <a:cubicBezTo>
                    <a:pt x="65" y="1237"/>
                    <a:pt x="57" y="1265"/>
                    <a:pt x="49" y="1289"/>
                  </a:cubicBezTo>
                  <a:cubicBezTo>
                    <a:pt x="41" y="1309"/>
                    <a:pt x="25" y="1325"/>
                    <a:pt x="1" y="1333"/>
                  </a:cubicBezTo>
                  <a:lnTo>
                    <a:pt x="1" y="1341"/>
                  </a:lnTo>
                  <a:cubicBezTo>
                    <a:pt x="9" y="1341"/>
                    <a:pt x="17" y="1337"/>
                    <a:pt x="25" y="1337"/>
                  </a:cubicBezTo>
                  <a:cubicBezTo>
                    <a:pt x="45" y="1333"/>
                    <a:pt x="61" y="1317"/>
                    <a:pt x="73" y="1301"/>
                  </a:cubicBezTo>
                  <a:cubicBezTo>
                    <a:pt x="89" y="1277"/>
                    <a:pt x="101" y="1249"/>
                    <a:pt x="109" y="1221"/>
                  </a:cubicBezTo>
                  <a:cubicBezTo>
                    <a:pt x="121" y="1189"/>
                    <a:pt x="129" y="1157"/>
                    <a:pt x="141" y="1121"/>
                  </a:cubicBezTo>
                  <a:cubicBezTo>
                    <a:pt x="173" y="1041"/>
                    <a:pt x="217" y="965"/>
                    <a:pt x="273" y="901"/>
                  </a:cubicBezTo>
                  <a:cubicBezTo>
                    <a:pt x="301" y="865"/>
                    <a:pt x="337" y="829"/>
                    <a:pt x="377" y="801"/>
                  </a:cubicBezTo>
                  <a:cubicBezTo>
                    <a:pt x="417" y="773"/>
                    <a:pt x="461" y="745"/>
                    <a:pt x="505" y="717"/>
                  </a:cubicBezTo>
                  <a:cubicBezTo>
                    <a:pt x="593" y="657"/>
                    <a:pt x="673" y="585"/>
                    <a:pt x="741" y="505"/>
                  </a:cubicBezTo>
                  <a:cubicBezTo>
                    <a:pt x="773" y="469"/>
                    <a:pt x="801" y="425"/>
                    <a:pt x="825" y="385"/>
                  </a:cubicBezTo>
                  <a:cubicBezTo>
                    <a:pt x="845" y="345"/>
                    <a:pt x="861" y="305"/>
                    <a:pt x="873" y="265"/>
                  </a:cubicBezTo>
                  <a:cubicBezTo>
                    <a:pt x="893" y="201"/>
                    <a:pt x="909" y="141"/>
                    <a:pt x="921" y="77"/>
                  </a:cubicBezTo>
                  <a:cubicBezTo>
                    <a:pt x="933" y="29"/>
                    <a:pt x="933" y="5"/>
                    <a:pt x="933" y="5"/>
                  </a:cubicBezTo>
                  <a:lnTo>
                    <a:pt x="9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54"/>
            <p:cNvSpPr/>
            <p:nvPr/>
          </p:nvSpPr>
          <p:spPr>
            <a:xfrm>
              <a:off x="2177338" y="2562180"/>
              <a:ext cx="921514" cy="118083"/>
            </a:xfrm>
            <a:custGeom>
              <a:avLst/>
              <a:gdLst/>
              <a:ahLst/>
              <a:cxnLst/>
              <a:rect l="l" t="t" r="r" b="b"/>
              <a:pathLst>
                <a:path w="3941" h="505" extrusionOk="0">
                  <a:moveTo>
                    <a:pt x="9" y="1"/>
                  </a:moveTo>
                  <a:lnTo>
                    <a:pt x="1" y="5"/>
                  </a:lnTo>
                  <a:cubicBezTo>
                    <a:pt x="9" y="17"/>
                    <a:pt x="17" y="33"/>
                    <a:pt x="29" y="45"/>
                  </a:cubicBezTo>
                  <a:cubicBezTo>
                    <a:pt x="57" y="77"/>
                    <a:pt x="93" y="105"/>
                    <a:pt x="133" y="125"/>
                  </a:cubicBezTo>
                  <a:cubicBezTo>
                    <a:pt x="193" y="157"/>
                    <a:pt x="261" y="173"/>
                    <a:pt x="333" y="173"/>
                  </a:cubicBezTo>
                  <a:cubicBezTo>
                    <a:pt x="348" y="173"/>
                    <a:pt x="364" y="174"/>
                    <a:pt x="379" y="174"/>
                  </a:cubicBezTo>
                  <a:cubicBezTo>
                    <a:pt x="449" y="174"/>
                    <a:pt x="521" y="167"/>
                    <a:pt x="593" y="161"/>
                  </a:cubicBezTo>
                  <a:cubicBezTo>
                    <a:pt x="721" y="151"/>
                    <a:pt x="851" y="146"/>
                    <a:pt x="981" y="146"/>
                  </a:cubicBezTo>
                  <a:cubicBezTo>
                    <a:pt x="1065" y="146"/>
                    <a:pt x="1149" y="148"/>
                    <a:pt x="1233" y="153"/>
                  </a:cubicBezTo>
                  <a:cubicBezTo>
                    <a:pt x="1353" y="157"/>
                    <a:pt x="1473" y="169"/>
                    <a:pt x="1593" y="185"/>
                  </a:cubicBezTo>
                  <a:cubicBezTo>
                    <a:pt x="1717" y="201"/>
                    <a:pt x="1841" y="225"/>
                    <a:pt x="1961" y="253"/>
                  </a:cubicBezTo>
                  <a:cubicBezTo>
                    <a:pt x="2085" y="281"/>
                    <a:pt x="2205" y="317"/>
                    <a:pt x="2325" y="357"/>
                  </a:cubicBezTo>
                  <a:cubicBezTo>
                    <a:pt x="2437" y="405"/>
                    <a:pt x="2553" y="445"/>
                    <a:pt x="2673" y="473"/>
                  </a:cubicBezTo>
                  <a:cubicBezTo>
                    <a:pt x="2785" y="493"/>
                    <a:pt x="2901" y="501"/>
                    <a:pt x="3017" y="505"/>
                  </a:cubicBezTo>
                  <a:cubicBezTo>
                    <a:pt x="3121" y="505"/>
                    <a:pt x="3229" y="505"/>
                    <a:pt x="3321" y="501"/>
                  </a:cubicBezTo>
                  <a:cubicBezTo>
                    <a:pt x="3409" y="497"/>
                    <a:pt x="3497" y="489"/>
                    <a:pt x="3581" y="477"/>
                  </a:cubicBezTo>
                  <a:cubicBezTo>
                    <a:pt x="3649" y="465"/>
                    <a:pt x="3713" y="449"/>
                    <a:pt x="3781" y="433"/>
                  </a:cubicBezTo>
                  <a:cubicBezTo>
                    <a:pt x="3833" y="413"/>
                    <a:pt x="3873" y="397"/>
                    <a:pt x="3901" y="389"/>
                  </a:cubicBezTo>
                  <a:lnTo>
                    <a:pt x="3941" y="369"/>
                  </a:lnTo>
                  <a:lnTo>
                    <a:pt x="3941" y="357"/>
                  </a:lnTo>
                  <a:lnTo>
                    <a:pt x="3897" y="373"/>
                  </a:lnTo>
                  <a:cubicBezTo>
                    <a:pt x="3869" y="381"/>
                    <a:pt x="3825" y="389"/>
                    <a:pt x="3773" y="401"/>
                  </a:cubicBezTo>
                  <a:cubicBezTo>
                    <a:pt x="3717" y="409"/>
                    <a:pt x="3653" y="421"/>
                    <a:pt x="3577" y="429"/>
                  </a:cubicBezTo>
                  <a:cubicBezTo>
                    <a:pt x="3501" y="433"/>
                    <a:pt x="3417" y="441"/>
                    <a:pt x="3321" y="441"/>
                  </a:cubicBezTo>
                  <a:lnTo>
                    <a:pt x="3017" y="441"/>
                  </a:lnTo>
                  <a:cubicBezTo>
                    <a:pt x="2987" y="442"/>
                    <a:pt x="2957" y="442"/>
                    <a:pt x="2926" y="442"/>
                  </a:cubicBezTo>
                  <a:cubicBezTo>
                    <a:pt x="2843" y="442"/>
                    <a:pt x="2759" y="439"/>
                    <a:pt x="2677" y="433"/>
                  </a:cubicBezTo>
                  <a:cubicBezTo>
                    <a:pt x="2557" y="417"/>
                    <a:pt x="2441" y="385"/>
                    <a:pt x="2329" y="337"/>
                  </a:cubicBezTo>
                  <a:cubicBezTo>
                    <a:pt x="2213" y="293"/>
                    <a:pt x="2089" y="253"/>
                    <a:pt x="1969" y="213"/>
                  </a:cubicBezTo>
                  <a:cubicBezTo>
                    <a:pt x="1729" y="141"/>
                    <a:pt x="1485" y="97"/>
                    <a:pt x="1237" y="77"/>
                  </a:cubicBezTo>
                  <a:cubicBezTo>
                    <a:pt x="1161" y="71"/>
                    <a:pt x="1086" y="69"/>
                    <a:pt x="1012" y="69"/>
                  </a:cubicBezTo>
                  <a:cubicBezTo>
                    <a:pt x="869" y="69"/>
                    <a:pt x="727" y="78"/>
                    <a:pt x="585" y="97"/>
                  </a:cubicBezTo>
                  <a:cubicBezTo>
                    <a:pt x="489" y="109"/>
                    <a:pt x="405" y="129"/>
                    <a:pt x="333" y="129"/>
                  </a:cubicBezTo>
                  <a:cubicBezTo>
                    <a:pt x="325" y="129"/>
                    <a:pt x="316" y="130"/>
                    <a:pt x="308" y="130"/>
                  </a:cubicBezTo>
                  <a:cubicBezTo>
                    <a:pt x="252" y="130"/>
                    <a:pt x="197" y="118"/>
                    <a:pt x="145" y="101"/>
                  </a:cubicBezTo>
                  <a:cubicBezTo>
                    <a:pt x="105" y="85"/>
                    <a:pt x="69" y="65"/>
                    <a:pt x="37" y="33"/>
                  </a:cubicBezTo>
                  <a:cubicBezTo>
                    <a:pt x="29" y="25"/>
                    <a:pt x="17" y="13"/>
                    <a:pt x="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54"/>
            <p:cNvSpPr/>
            <p:nvPr/>
          </p:nvSpPr>
          <p:spPr>
            <a:xfrm>
              <a:off x="2419585" y="2674418"/>
              <a:ext cx="256509" cy="34840"/>
            </a:xfrm>
            <a:custGeom>
              <a:avLst/>
              <a:gdLst/>
              <a:ahLst/>
              <a:cxnLst/>
              <a:rect l="l" t="t" r="r" b="b"/>
              <a:pathLst>
                <a:path w="1097" h="149" extrusionOk="0">
                  <a:moveTo>
                    <a:pt x="257" y="1"/>
                  </a:moveTo>
                  <a:cubicBezTo>
                    <a:pt x="225" y="1"/>
                    <a:pt x="197" y="5"/>
                    <a:pt x="173" y="9"/>
                  </a:cubicBezTo>
                  <a:cubicBezTo>
                    <a:pt x="113" y="17"/>
                    <a:pt x="57" y="29"/>
                    <a:pt x="1" y="49"/>
                  </a:cubicBezTo>
                  <a:lnTo>
                    <a:pt x="1" y="53"/>
                  </a:lnTo>
                  <a:cubicBezTo>
                    <a:pt x="1" y="53"/>
                    <a:pt x="21" y="57"/>
                    <a:pt x="53" y="61"/>
                  </a:cubicBezTo>
                  <a:cubicBezTo>
                    <a:pt x="81" y="65"/>
                    <a:pt x="125" y="65"/>
                    <a:pt x="177" y="69"/>
                  </a:cubicBezTo>
                  <a:cubicBezTo>
                    <a:pt x="211" y="72"/>
                    <a:pt x="251" y="74"/>
                    <a:pt x="294" y="74"/>
                  </a:cubicBezTo>
                  <a:cubicBezTo>
                    <a:pt x="312" y="74"/>
                    <a:pt x="330" y="74"/>
                    <a:pt x="349" y="73"/>
                  </a:cubicBezTo>
                  <a:cubicBezTo>
                    <a:pt x="381" y="71"/>
                    <a:pt x="414" y="71"/>
                    <a:pt x="447" y="71"/>
                  </a:cubicBezTo>
                  <a:cubicBezTo>
                    <a:pt x="481" y="71"/>
                    <a:pt x="515" y="71"/>
                    <a:pt x="549" y="69"/>
                  </a:cubicBezTo>
                  <a:cubicBezTo>
                    <a:pt x="585" y="69"/>
                    <a:pt x="617" y="69"/>
                    <a:pt x="653" y="73"/>
                  </a:cubicBezTo>
                  <a:cubicBezTo>
                    <a:pt x="685" y="77"/>
                    <a:pt x="717" y="85"/>
                    <a:pt x="749" y="97"/>
                  </a:cubicBezTo>
                  <a:cubicBezTo>
                    <a:pt x="781" y="105"/>
                    <a:pt x="805" y="117"/>
                    <a:pt x="837" y="125"/>
                  </a:cubicBezTo>
                  <a:cubicBezTo>
                    <a:pt x="869" y="133"/>
                    <a:pt x="893" y="137"/>
                    <a:pt x="917" y="141"/>
                  </a:cubicBezTo>
                  <a:cubicBezTo>
                    <a:pt x="961" y="149"/>
                    <a:pt x="1005" y="149"/>
                    <a:pt x="1045" y="149"/>
                  </a:cubicBezTo>
                  <a:cubicBezTo>
                    <a:pt x="1065" y="145"/>
                    <a:pt x="1081" y="141"/>
                    <a:pt x="1097" y="137"/>
                  </a:cubicBezTo>
                  <a:lnTo>
                    <a:pt x="1093" y="129"/>
                  </a:lnTo>
                  <a:lnTo>
                    <a:pt x="1045" y="117"/>
                  </a:lnTo>
                  <a:lnTo>
                    <a:pt x="929" y="81"/>
                  </a:lnTo>
                  <a:cubicBezTo>
                    <a:pt x="901" y="77"/>
                    <a:pt x="873" y="69"/>
                    <a:pt x="849" y="65"/>
                  </a:cubicBezTo>
                  <a:cubicBezTo>
                    <a:pt x="817" y="61"/>
                    <a:pt x="785" y="57"/>
                    <a:pt x="753" y="57"/>
                  </a:cubicBezTo>
                  <a:cubicBezTo>
                    <a:pt x="685" y="57"/>
                    <a:pt x="617" y="49"/>
                    <a:pt x="553" y="29"/>
                  </a:cubicBezTo>
                  <a:cubicBezTo>
                    <a:pt x="517" y="21"/>
                    <a:pt x="485" y="17"/>
                    <a:pt x="449" y="13"/>
                  </a:cubicBezTo>
                  <a:cubicBezTo>
                    <a:pt x="417" y="9"/>
                    <a:pt x="381" y="1"/>
                    <a:pt x="3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54"/>
            <p:cNvSpPr/>
            <p:nvPr/>
          </p:nvSpPr>
          <p:spPr>
            <a:xfrm>
              <a:off x="1668525" y="1545484"/>
              <a:ext cx="69447" cy="377164"/>
            </a:xfrm>
            <a:custGeom>
              <a:avLst/>
              <a:gdLst/>
              <a:ahLst/>
              <a:cxnLst/>
              <a:rect l="l" t="t" r="r" b="b"/>
              <a:pathLst>
                <a:path w="297" h="1613" extrusionOk="0">
                  <a:moveTo>
                    <a:pt x="1" y="1"/>
                  </a:moveTo>
                  <a:lnTo>
                    <a:pt x="1" y="5"/>
                  </a:lnTo>
                  <a:lnTo>
                    <a:pt x="9" y="21"/>
                  </a:lnTo>
                  <a:cubicBezTo>
                    <a:pt x="17" y="33"/>
                    <a:pt x="21" y="49"/>
                    <a:pt x="29" y="69"/>
                  </a:cubicBezTo>
                  <a:cubicBezTo>
                    <a:pt x="53" y="125"/>
                    <a:pt x="69" y="185"/>
                    <a:pt x="81" y="245"/>
                  </a:cubicBezTo>
                  <a:cubicBezTo>
                    <a:pt x="89" y="281"/>
                    <a:pt x="93" y="321"/>
                    <a:pt x="101" y="365"/>
                  </a:cubicBezTo>
                  <a:cubicBezTo>
                    <a:pt x="109" y="405"/>
                    <a:pt x="117" y="449"/>
                    <a:pt x="121" y="501"/>
                  </a:cubicBezTo>
                  <a:cubicBezTo>
                    <a:pt x="129" y="549"/>
                    <a:pt x="133" y="601"/>
                    <a:pt x="129" y="649"/>
                  </a:cubicBezTo>
                  <a:cubicBezTo>
                    <a:pt x="129" y="701"/>
                    <a:pt x="125" y="753"/>
                    <a:pt x="121" y="805"/>
                  </a:cubicBezTo>
                  <a:cubicBezTo>
                    <a:pt x="117" y="857"/>
                    <a:pt x="113" y="909"/>
                    <a:pt x="117" y="961"/>
                  </a:cubicBezTo>
                  <a:cubicBezTo>
                    <a:pt x="121" y="1013"/>
                    <a:pt x="125" y="1061"/>
                    <a:pt x="137" y="1113"/>
                  </a:cubicBezTo>
                  <a:cubicBezTo>
                    <a:pt x="153" y="1197"/>
                    <a:pt x="181" y="1285"/>
                    <a:pt x="209" y="1369"/>
                  </a:cubicBezTo>
                  <a:cubicBezTo>
                    <a:pt x="237" y="1441"/>
                    <a:pt x="257" y="1501"/>
                    <a:pt x="269" y="1545"/>
                  </a:cubicBezTo>
                  <a:lnTo>
                    <a:pt x="289" y="1613"/>
                  </a:lnTo>
                  <a:lnTo>
                    <a:pt x="297" y="1613"/>
                  </a:lnTo>
                  <a:cubicBezTo>
                    <a:pt x="297" y="1589"/>
                    <a:pt x="297" y="1565"/>
                    <a:pt x="297" y="1541"/>
                  </a:cubicBezTo>
                  <a:cubicBezTo>
                    <a:pt x="293" y="1477"/>
                    <a:pt x="285" y="1413"/>
                    <a:pt x="269" y="1353"/>
                  </a:cubicBezTo>
                  <a:cubicBezTo>
                    <a:pt x="257" y="1277"/>
                    <a:pt x="229" y="1189"/>
                    <a:pt x="205" y="1097"/>
                  </a:cubicBezTo>
                  <a:cubicBezTo>
                    <a:pt x="185" y="1001"/>
                    <a:pt x="169" y="901"/>
                    <a:pt x="157" y="805"/>
                  </a:cubicBezTo>
                  <a:cubicBezTo>
                    <a:pt x="153" y="753"/>
                    <a:pt x="153" y="701"/>
                    <a:pt x="153" y="649"/>
                  </a:cubicBezTo>
                  <a:cubicBezTo>
                    <a:pt x="153" y="601"/>
                    <a:pt x="157" y="549"/>
                    <a:pt x="161" y="501"/>
                  </a:cubicBezTo>
                  <a:cubicBezTo>
                    <a:pt x="165" y="453"/>
                    <a:pt x="165" y="405"/>
                    <a:pt x="161" y="357"/>
                  </a:cubicBezTo>
                  <a:cubicBezTo>
                    <a:pt x="157" y="313"/>
                    <a:pt x="149" y="269"/>
                    <a:pt x="137" y="229"/>
                  </a:cubicBezTo>
                  <a:cubicBezTo>
                    <a:pt x="117" y="165"/>
                    <a:pt x="89" y="109"/>
                    <a:pt x="53" y="57"/>
                  </a:cubicBezTo>
                  <a:cubicBezTo>
                    <a:pt x="37" y="37"/>
                    <a:pt x="21" y="17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54"/>
            <p:cNvSpPr/>
            <p:nvPr/>
          </p:nvSpPr>
          <p:spPr>
            <a:xfrm>
              <a:off x="1595570" y="1849464"/>
              <a:ext cx="179813" cy="385582"/>
            </a:xfrm>
            <a:custGeom>
              <a:avLst/>
              <a:gdLst/>
              <a:ahLst/>
              <a:cxnLst/>
              <a:rect l="l" t="t" r="r" b="b"/>
              <a:pathLst>
                <a:path w="769" h="1649" extrusionOk="0">
                  <a:moveTo>
                    <a:pt x="1" y="1"/>
                  </a:moveTo>
                  <a:cubicBezTo>
                    <a:pt x="1" y="1"/>
                    <a:pt x="1" y="5"/>
                    <a:pt x="5" y="21"/>
                  </a:cubicBezTo>
                  <a:cubicBezTo>
                    <a:pt x="9" y="33"/>
                    <a:pt x="17" y="53"/>
                    <a:pt x="25" y="77"/>
                  </a:cubicBezTo>
                  <a:cubicBezTo>
                    <a:pt x="33" y="101"/>
                    <a:pt x="41" y="129"/>
                    <a:pt x="53" y="165"/>
                  </a:cubicBezTo>
                  <a:lnTo>
                    <a:pt x="85" y="277"/>
                  </a:lnTo>
                  <a:cubicBezTo>
                    <a:pt x="97" y="317"/>
                    <a:pt x="109" y="361"/>
                    <a:pt x="121" y="413"/>
                  </a:cubicBezTo>
                  <a:cubicBezTo>
                    <a:pt x="137" y="461"/>
                    <a:pt x="153" y="513"/>
                    <a:pt x="169" y="561"/>
                  </a:cubicBezTo>
                  <a:cubicBezTo>
                    <a:pt x="185" y="617"/>
                    <a:pt x="201" y="669"/>
                    <a:pt x="213" y="725"/>
                  </a:cubicBezTo>
                  <a:cubicBezTo>
                    <a:pt x="225" y="781"/>
                    <a:pt x="233" y="841"/>
                    <a:pt x="245" y="897"/>
                  </a:cubicBezTo>
                  <a:cubicBezTo>
                    <a:pt x="253" y="957"/>
                    <a:pt x="269" y="1013"/>
                    <a:pt x="285" y="1069"/>
                  </a:cubicBezTo>
                  <a:cubicBezTo>
                    <a:pt x="301" y="1125"/>
                    <a:pt x="321" y="1177"/>
                    <a:pt x="345" y="1233"/>
                  </a:cubicBezTo>
                  <a:cubicBezTo>
                    <a:pt x="385" y="1325"/>
                    <a:pt x="445" y="1413"/>
                    <a:pt x="517" y="1485"/>
                  </a:cubicBezTo>
                  <a:lnTo>
                    <a:pt x="565" y="1533"/>
                  </a:lnTo>
                  <a:cubicBezTo>
                    <a:pt x="577" y="1545"/>
                    <a:pt x="597" y="1557"/>
                    <a:pt x="609" y="1569"/>
                  </a:cubicBezTo>
                  <a:cubicBezTo>
                    <a:pt x="637" y="1585"/>
                    <a:pt x="661" y="1601"/>
                    <a:pt x="693" y="1617"/>
                  </a:cubicBezTo>
                  <a:cubicBezTo>
                    <a:pt x="709" y="1625"/>
                    <a:pt x="729" y="1633"/>
                    <a:pt x="745" y="1641"/>
                  </a:cubicBezTo>
                  <a:lnTo>
                    <a:pt x="765" y="1649"/>
                  </a:lnTo>
                  <a:lnTo>
                    <a:pt x="769" y="1641"/>
                  </a:lnTo>
                  <a:lnTo>
                    <a:pt x="753" y="1629"/>
                  </a:lnTo>
                  <a:cubicBezTo>
                    <a:pt x="737" y="1617"/>
                    <a:pt x="721" y="1605"/>
                    <a:pt x="705" y="1593"/>
                  </a:cubicBezTo>
                  <a:cubicBezTo>
                    <a:pt x="689" y="1577"/>
                    <a:pt x="661" y="1561"/>
                    <a:pt x="637" y="1533"/>
                  </a:cubicBezTo>
                  <a:cubicBezTo>
                    <a:pt x="613" y="1509"/>
                    <a:pt x="589" y="1481"/>
                    <a:pt x="561" y="1449"/>
                  </a:cubicBezTo>
                  <a:cubicBezTo>
                    <a:pt x="533" y="1413"/>
                    <a:pt x="509" y="1373"/>
                    <a:pt x="485" y="1337"/>
                  </a:cubicBezTo>
                  <a:cubicBezTo>
                    <a:pt x="461" y="1293"/>
                    <a:pt x="433" y="1253"/>
                    <a:pt x="409" y="1201"/>
                  </a:cubicBezTo>
                  <a:cubicBezTo>
                    <a:pt x="361" y="1101"/>
                    <a:pt x="317" y="997"/>
                    <a:pt x="281" y="889"/>
                  </a:cubicBezTo>
                  <a:cubicBezTo>
                    <a:pt x="241" y="781"/>
                    <a:pt x="217" y="669"/>
                    <a:pt x="205" y="557"/>
                  </a:cubicBezTo>
                  <a:cubicBezTo>
                    <a:pt x="197" y="497"/>
                    <a:pt x="193" y="449"/>
                    <a:pt x="181" y="397"/>
                  </a:cubicBezTo>
                  <a:cubicBezTo>
                    <a:pt x="169" y="353"/>
                    <a:pt x="157" y="305"/>
                    <a:pt x="141" y="261"/>
                  </a:cubicBezTo>
                  <a:cubicBezTo>
                    <a:pt x="117" y="193"/>
                    <a:pt x="89" y="129"/>
                    <a:pt x="53" y="65"/>
                  </a:cubicBezTo>
                  <a:cubicBezTo>
                    <a:pt x="37" y="41"/>
                    <a:pt x="21" y="21"/>
                    <a:pt x="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54"/>
            <p:cNvSpPr/>
            <p:nvPr/>
          </p:nvSpPr>
          <p:spPr>
            <a:xfrm>
              <a:off x="1764862" y="1681106"/>
              <a:ext cx="44193" cy="123695"/>
            </a:xfrm>
            <a:custGeom>
              <a:avLst/>
              <a:gdLst/>
              <a:ahLst/>
              <a:cxnLst/>
              <a:rect l="l" t="t" r="r" b="b"/>
              <a:pathLst>
                <a:path w="189" h="529" extrusionOk="0">
                  <a:moveTo>
                    <a:pt x="5" y="1"/>
                  </a:moveTo>
                  <a:lnTo>
                    <a:pt x="1" y="9"/>
                  </a:lnTo>
                  <a:cubicBezTo>
                    <a:pt x="1" y="17"/>
                    <a:pt x="1" y="29"/>
                    <a:pt x="5" y="37"/>
                  </a:cubicBezTo>
                  <a:cubicBezTo>
                    <a:pt x="9" y="57"/>
                    <a:pt x="13" y="77"/>
                    <a:pt x="21" y="97"/>
                  </a:cubicBezTo>
                  <a:cubicBezTo>
                    <a:pt x="25" y="109"/>
                    <a:pt x="33" y="121"/>
                    <a:pt x="41" y="133"/>
                  </a:cubicBezTo>
                  <a:cubicBezTo>
                    <a:pt x="49" y="145"/>
                    <a:pt x="57" y="157"/>
                    <a:pt x="69" y="169"/>
                  </a:cubicBezTo>
                  <a:cubicBezTo>
                    <a:pt x="81" y="181"/>
                    <a:pt x="89" y="197"/>
                    <a:pt x="93" y="213"/>
                  </a:cubicBezTo>
                  <a:cubicBezTo>
                    <a:pt x="97" y="229"/>
                    <a:pt x="101" y="245"/>
                    <a:pt x="101" y="261"/>
                  </a:cubicBezTo>
                  <a:cubicBezTo>
                    <a:pt x="101" y="293"/>
                    <a:pt x="105" y="329"/>
                    <a:pt x="109" y="361"/>
                  </a:cubicBezTo>
                  <a:cubicBezTo>
                    <a:pt x="113" y="389"/>
                    <a:pt x="117" y="417"/>
                    <a:pt x="125" y="445"/>
                  </a:cubicBezTo>
                  <a:cubicBezTo>
                    <a:pt x="133" y="473"/>
                    <a:pt x="145" y="501"/>
                    <a:pt x="157" y="529"/>
                  </a:cubicBezTo>
                  <a:lnTo>
                    <a:pt x="165" y="529"/>
                  </a:lnTo>
                  <a:cubicBezTo>
                    <a:pt x="181" y="485"/>
                    <a:pt x="189" y="441"/>
                    <a:pt x="189" y="397"/>
                  </a:cubicBezTo>
                  <a:cubicBezTo>
                    <a:pt x="185" y="381"/>
                    <a:pt x="185" y="365"/>
                    <a:pt x="181" y="349"/>
                  </a:cubicBezTo>
                  <a:cubicBezTo>
                    <a:pt x="173" y="333"/>
                    <a:pt x="169" y="313"/>
                    <a:pt x="165" y="297"/>
                  </a:cubicBezTo>
                  <a:cubicBezTo>
                    <a:pt x="157" y="281"/>
                    <a:pt x="149" y="265"/>
                    <a:pt x="137" y="249"/>
                  </a:cubicBezTo>
                  <a:cubicBezTo>
                    <a:pt x="129" y="233"/>
                    <a:pt x="121" y="217"/>
                    <a:pt x="113" y="201"/>
                  </a:cubicBezTo>
                  <a:cubicBezTo>
                    <a:pt x="109" y="185"/>
                    <a:pt x="105" y="169"/>
                    <a:pt x="105" y="153"/>
                  </a:cubicBezTo>
                  <a:cubicBezTo>
                    <a:pt x="101" y="133"/>
                    <a:pt x="97" y="117"/>
                    <a:pt x="93" y="101"/>
                  </a:cubicBezTo>
                  <a:cubicBezTo>
                    <a:pt x="89" y="89"/>
                    <a:pt x="81" y="77"/>
                    <a:pt x="73" y="65"/>
                  </a:cubicBezTo>
                  <a:cubicBezTo>
                    <a:pt x="57" y="37"/>
                    <a:pt x="33" y="17"/>
                    <a:pt x="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54"/>
            <p:cNvSpPr/>
            <p:nvPr/>
          </p:nvSpPr>
          <p:spPr>
            <a:xfrm>
              <a:off x="1752703" y="2316190"/>
              <a:ext cx="683010" cy="466018"/>
            </a:xfrm>
            <a:custGeom>
              <a:avLst/>
              <a:gdLst/>
              <a:ahLst/>
              <a:cxnLst/>
              <a:rect l="l" t="t" r="r" b="b"/>
              <a:pathLst>
                <a:path w="2921" h="1993" extrusionOk="0">
                  <a:moveTo>
                    <a:pt x="2397" y="1637"/>
                  </a:moveTo>
                  <a:cubicBezTo>
                    <a:pt x="2397" y="1637"/>
                    <a:pt x="2398" y="1637"/>
                    <a:pt x="2398" y="1637"/>
                  </a:cubicBezTo>
                  <a:cubicBezTo>
                    <a:pt x="2398" y="1637"/>
                    <a:pt x="2398" y="1637"/>
                    <a:pt x="2398" y="1637"/>
                  </a:cubicBezTo>
                  <a:lnTo>
                    <a:pt x="2398" y="1637"/>
                  </a:lnTo>
                  <a:cubicBezTo>
                    <a:pt x="2398" y="1638"/>
                    <a:pt x="2398" y="1639"/>
                    <a:pt x="2399" y="1640"/>
                  </a:cubicBezTo>
                  <a:lnTo>
                    <a:pt x="2399" y="1640"/>
                  </a:lnTo>
                  <a:lnTo>
                    <a:pt x="2397" y="1637"/>
                  </a:lnTo>
                  <a:close/>
                  <a:moveTo>
                    <a:pt x="2005" y="1825"/>
                  </a:moveTo>
                  <a:cubicBezTo>
                    <a:pt x="2005" y="1827"/>
                    <a:pt x="2004" y="1828"/>
                    <a:pt x="2003" y="1828"/>
                  </a:cubicBezTo>
                  <a:lnTo>
                    <a:pt x="2003" y="1828"/>
                  </a:lnTo>
                  <a:cubicBezTo>
                    <a:pt x="2004" y="1827"/>
                    <a:pt x="2005" y="1825"/>
                    <a:pt x="2005" y="1825"/>
                  </a:cubicBezTo>
                  <a:close/>
                  <a:moveTo>
                    <a:pt x="249" y="1"/>
                  </a:moveTo>
                  <a:cubicBezTo>
                    <a:pt x="205" y="1"/>
                    <a:pt x="165" y="9"/>
                    <a:pt x="129" y="21"/>
                  </a:cubicBezTo>
                  <a:cubicBezTo>
                    <a:pt x="109" y="29"/>
                    <a:pt x="89" y="37"/>
                    <a:pt x="73" y="49"/>
                  </a:cubicBezTo>
                  <a:cubicBezTo>
                    <a:pt x="53" y="57"/>
                    <a:pt x="37" y="69"/>
                    <a:pt x="21" y="81"/>
                  </a:cubicBezTo>
                  <a:lnTo>
                    <a:pt x="1" y="97"/>
                  </a:lnTo>
                  <a:lnTo>
                    <a:pt x="9" y="129"/>
                  </a:lnTo>
                  <a:cubicBezTo>
                    <a:pt x="25" y="169"/>
                    <a:pt x="41" y="205"/>
                    <a:pt x="57" y="241"/>
                  </a:cubicBezTo>
                  <a:cubicBezTo>
                    <a:pt x="73" y="281"/>
                    <a:pt x="93" y="317"/>
                    <a:pt x="113" y="353"/>
                  </a:cubicBezTo>
                  <a:cubicBezTo>
                    <a:pt x="133" y="389"/>
                    <a:pt x="157" y="421"/>
                    <a:pt x="181" y="457"/>
                  </a:cubicBezTo>
                  <a:cubicBezTo>
                    <a:pt x="193" y="473"/>
                    <a:pt x="205" y="485"/>
                    <a:pt x="221" y="505"/>
                  </a:cubicBezTo>
                  <a:lnTo>
                    <a:pt x="241" y="525"/>
                  </a:lnTo>
                  <a:cubicBezTo>
                    <a:pt x="249" y="533"/>
                    <a:pt x="261" y="541"/>
                    <a:pt x="269" y="549"/>
                  </a:cubicBezTo>
                  <a:cubicBezTo>
                    <a:pt x="289" y="565"/>
                    <a:pt x="309" y="577"/>
                    <a:pt x="329" y="589"/>
                  </a:cubicBezTo>
                  <a:cubicBezTo>
                    <a:pt x="345" y="601"/>
                    <a:pt x="365" y="609"/>
                    <a:pt x="385" y="617"/>
                  </a:cubicBezTo>
                  <a:cubicBezTo>
                    <a:pt x="421" y="637"/>
                    <a:pt x="461" y="649"/>
                    <a:pt x="501" y="661"/>
                  </a:cubicBezTo>
                  <a:cubicBezTo>
                    <a:pt x="541" y="673"/>
                    <a:pt x="581" y="685"/>
                    <a:pt x="621" y="693"/>
                  </a:cubicBezTo>
                  <a:lnTo>
                    <a:pt x="625" y="694"/>
                  </a:lnTo>
                  <a:lnTo>
                    <a:pt x="625" y="694"/>
                  </a:lnTo>
                  <a:cubicBezTo>
                    <a:pt x="606" y="711"/>
                    <a:pt x="588" y="730"/>
                    <a:pt x="569" y="749"/>
                  </a:cubicBezTo>
                  <a:cubicBezTo>
                    <a:pt x="545" y="773"/>
                    <a:pt x="525" y="797"/>
                    <a:pt x="509" y="825"/>
                  </a:cubicBezTo>
                  <a:cubicBezTo>
                    <a:pt x="497" y="841"/>
                    <a:pt x="489" y="853"/>
                    <a:pt x="481" y="869"/>
                  </a:cubicBezTo>
                  <a:cubicBezTo>
                    <a:pt x="477" y="877"/>
                    <a:pt x="473" y="885"/>
                    <a:pt x="469" y="893"/>
                  </a:cubicBezTo>
                  <a:lnTo>
                    <a:pt x="461" y="925"/>
                  </a:lnTo>
                  <a:cubicBezTo>
                    <a:pt x="457" y="941"/>
                    <a:pt x="457" y="961"/>
                    <a:pt x="457" y="977"/>
                  </a:cubicBezTo>
                  <a:cubicBezTo>
                    <a:pt x="457" y="993"/>
                    <a:pt x="457" y="1009"/>
                    <a:pt x="461" y="1025"/>
                  </a:cubicBezTo>
                  <a:cubicBezTo>
                    <a:pt x="461" y="1061"/>
                    <a:pt x="469" y="1093"/>
                    <a:pt x="477" y="1121"/>
                  </a:cubicBezTo>
                  <a:cubicBezTo>
                    <a:pt x="497" y="1185"/>
                    <a:pt x="517" y="1241"/>
                    <a:pt x="545" y="1301"/>
                  </a:cubicBezTo>
                  <a:lnTo>
                    <a:pt x="545" y="1305"/>
                  </a:lnTo>
                  <a:lnTo>
                    <a:pt x="549" y="1305"/>
                  </a:lnTo>
                  <a:cubicBezTo>
                    <a:pt x="581" y="1329"/>
                    <a:pt x="617" y="1353"/>
                    <a:pt x="657" y="1373"/>
                  </a:cubicBezTo>
                  <a:cubicBezTo>
                    <a:pt x="693" y="1389"/>
                    <a:pt x="733" y="1405"/>
                    <a:pt x="773" y="1417"/>
                  </a:cubicBezTo>
                  <a:cubicBezTo>
                    <a:pt x="813" y="1433"/>
                    <a:pt x="853" y="1441"/>
                    <a:pt x="897" y="1441"/>
                  </a:cubicBezTo>
                  <a:cubicBezTo>
                    <a:pt x="907" y="1443"/>
                    <a:pt x="918" y="1444"/>
                    <a:pt x="929" y="1444"/>
                  </a:cubicBezTo>
                  <a:cubicBezTo>
                    <a:pt x="940" y="1444"/>
                    <a:pt x="951" y="1443"/>
                    <a:pt x="961" y="1441"/>
                  </a:cubicBezTo>
                  <a:cubicBezTo>
                    <a:pt x="981" y="1441"/>
                    <a:pt x="1005" y="1433"/>
                    <a:pt x="1025" y="1429"/>
                  </a:cubicBezTo>
                  <a:cubicBezTo>
                    <a:pt x="1065" y="1417"/>
                    <a:pt x="1105" y="1397"/>
                    <a:pt x="1141" y="1373"/>
                  </a:cubicBezTo>
                  <a:cubicBezTo>
                    <a:pt x="1177" y="1349"/>
                    <a:pt x="1209" y="1325"/>
                    <a:pt x="1241" y="1297"/>
                  </a:cubicBezTo>
                  <a:cubicBezTo>
                    <a:pt x="1273" y="1273"/>
                    <a:pt x="1301" y="1249"/>
                    <a:pt x="1337" y="1225"/>
                  </a:cubicBezTo>
                  <a:cubicBezTo>
                    <a:pt x="1349" y="1217"/>
                    <a:pt x="1365" y="1209"/>
                    <a:pt x="1381" y="1205"/>
                  </a:cubicBezTo>
                  <a:cubicBezTo>
                    <a:pt x="1387" y="1203"/>
                    <a:pt x="1394" y="1200"/>
                    <a:pt x="1402" y="1199"/>
                  </a:cubicBezTo>
                  <a:lnTo>
                    <a:pt x="1402" y="1199"/>
                  </a:lnTo>
                  <a:cubicBezTo>
                    <a:pt x="1420" y="1221"/>
                    <a:pt x="1440" y="1244"/>
                    <a:pt x="1457" y="1265"/>
                  </a:cubicBezTo>
                  <a:cubicBezTo>
                    <a:pt x="1477" y="1293"/>
                    <a:pt x="1497" y="1321"/>
                    <a:pt x="1509" y="1353"/>
                  </a:cubicBezTo>
                  <a:cubicBezTo>
                    <a:pt x="1517" y="1365"/>
                    <a:pt x="1525" y="1381"/>
                    <a:pt x="1529" y="1393"/>
                  </a:cubicBezTo>
                  <a:cubicBezTo>
                    <a:pt x="1533" y="1409"/>
                    <a:pt x="1541" y="1429"/>
                    <a:pt x="1541" y="1445"/>
                  </a:cubicBezTo>
                  <a:lnTo>
                    <a:pt x="1569" y="1553"/>
                  </a:lnTo>
                  <a:cubicBezTo>
                    <a:pt x="1589" y="1629"/>
                    <a:pt x="1617" y="1701"/>
                    <a:pt x="1653" y="1773"/>
                  </a:cubicBezTo>
                  <a:cubicBezTo>
                    <a:pt x="1669" y="1809"/>
                    <a:pt x="1693" y="1845"/>
                    <a:pt x="1721" y="1877"/>
                  </a:cubicBezTo>
                  <a:cubicBezTo>
                    <a:pt x="1745" y="1909"/>
                    <a:pt x="1777" y="1937"/>
                    <a:pt x="1809" y="1965"/>
                  </a:cubicBezTo>
                  <a:lnTo>
                    <a:pt x="1817" y="1973"/>
                  </a:lnTo>
                  <a:lnTo>
                    <a:pt x="1833" y="1977"/>
                  </a:lnTo>
                  <a:cubicBezTo>
                    <a:pt x="1849" y="1981"/>
                    <a:pt x="1865" y="1985"/>
                    <a:pt x="1881" y="1989"/>
                  </a:cubicBezTo>
                  <a:cubicBezTo>
                    <a:pt x="1897" y="1989"/>
                    <a:pt x="1913" y="1993"/>
                    <a:pt x="1933" y="1993"/>
                  </a:cubicBezTo>
                  <a:cubicBezTo>
                    <a:pt x="1969" y="1993"/>
                    <a:pt x="2005" y="1989"/>
                    <a:pt x="2037" y="1977"/>
                  </a:cubicBezTo>
                  <a:cubicBezTo>
                    <a:pt x="2057" y="1969"/>
                    <a:pt x="2077" y="1957"/>
                    <a:pt x="2093" y="1941"/>
                  </a:cubicBezTo>
                  <a:cubicBezTo>
                    <a:pt x="2101" y="1933"/>
                    <a:pt x="2109" y="1925"/>
                    <a:pt x="2117" y="1917"/>
                  </a:cubicBezTo>
                  <a:lnTo>
                    <a:pt x="2125" y="1905"/>
                  </a:lnTo>
                  <a:lnTo>
                    <a:pt x="2129" y="1897"/>
                  </a:lnTo>
                  <a:lnTo>
                    <a:pt x="2133" y="1889"/>
                  </a:lnTo>
                  <a:lnTo>
                    <a:pt x="2141" y="1869"/>
                  </a:lnTo>
                  <a:lnTo>
                    <a:pt x="2149" y="1841"/>
                  </a:lnTo>
                  <a:cubicBezTo>
                    <a:pt x="2153" y="1825"/>
                    <a:pt x="2157" y="1809"/>
                    <a:pt x="2157" y="1789"/>
                  </a:cubicBezTo>
                  <a:cubicBezTo>
                    <a:pt x="2161" y="1733"/>
                    <a:pt x="2161" y="1677"/>
                    <a:pt x="2157" y="1621"/>
                  </a:cubicBezTo>
                  <a:cubicBezTo>
                    <a:pt x="2156" y="1607"/>
                    <a:pt x="2155" y="1593"/>
                    <a:pt x="2153" y="1580"/>
                  </a:cubicBezTo>
                  <a:lnTo>
                    <a:pt x="2153" y="1580"/>
                  </a:lnTo>
                  <a:cubicBezTo>
                    <a:pt x="2178" y="1593"/>
                    <a:pt x="2205" y="1608"/>
                    <a:pt x="2229" y="1625"/>
                  </a:cubicBezTo>
                  <a:cubicBezTo>
                    <a:pt x="2241" y="1633"/>
                    <a:pt x="2253" y="1645"/>
                    <a:pt x="2265" y="1653"/>
                  </a:cubicBezTo>
                  <a:cubicBezTo>
                    <a:pt x="2273" y="1665"/>
                    <a:pt x="2281" y="1673"/>
                    <a:pt x="2289" y="1685"/>
                  </a:cubicBezTo>
                  <a:lnTo>
                    <a:pt x="2289" y="1689"/>
                  </a:lnTo>
                  <a:lnTo>
                    <a:pt x="2297" y="1697"/>
                  </a:lnTo>
                  <a:lnTo>
                    <a:pt x="2305" y="1709"/>
                  </a:lnTo>
                  <a:lnTo>
                    <a:pt x="2309" y="1717"/>
                  </a:lnTo>
                  <a:lnTo>
                    <a:pt x="2317" y="1725"/>
                  </a:lnTo>
                  <a:cubicBezTo>
                    <a:pt x="2325" y="1733"/>
                    <a:pt x="2329" y="1737"/>
                    <a:pt x="2337" y="1741"/>
                  </a:cubicBezTo>
                  <a:cubicBezTo>
                    <a:pt x="2341" y="1749"/>
                    <a:pt x="2349" y="1753"/>
                    <a:pt x="2357" y="1757"/>
                  </a:cubicBezTo>
                  <a:lnTo>
                    <a:pt x="2369" y="1765"/>
                  </a:lnTo>
                  <a:cubicBezTo>
                    <a:pt x="2381" y="1769"/>
                    <a:pt x="2389" y="1773"/>
                    <a:pt x="2401" y="1777"/>
                  </a:cubicBezTo>
                  <a:cubicBezTo>
                    <a:pt x="2441" y="1789"/>
                    <a:pt x="2481" y="1801"/>
                    <a:pt x="2521" y="1809"/>
                  </a:cubicBezTo>
                  <a:cubicBezTo>
                    <a:pt x="2561" y="1813"/>
                    <a:pt x="2597" y="1821"/>
                    <a:pt x="2637" y="1825"/>
                  </a:cubicBezTo>
                  <a:cubicBezTo>
                    <a:pt x="2717" y="1829"/>
                    <a:pt x="2793" y="1837"/>
                    <a:pt x="2869" y="1837"/>
                  </a:cubicBezTo>
                  <a:lnTo>
                    <a:pt x="2921" y="1837"/>
                  </a:lnTo>
                  <a:lnTo>
                    <a:pt x="2901" y="1793"/>
                  </a:lnTo>
                  <a:cubicBezTo>
                    <a:pt x="2881" y="1749"/>
                    <a:pt x="2853" y="1705"/>
                    <a:pt x="2825" y="1665"/>
                  </a:cubicBezTo>
                  <a:cubicBezTo>
                    <a:pt x="2797" y="1625"/>
                    <a:pt x="2757" y="1589"/>
                    <a:pt x="2713" y="1565"/>
                  </a:cubicBezTo>
                  <a:lnTo>
                    <a:pt x="2709" y="1577"/>
                  </a:lnTo>
                  <a:cubicBezTo>
                    <a:pt x="2741" y="1609"/>
                    <a:pt x="2773" y="1645"/>
                    <a:pt x="2793" y="1685"/>
                  </a:cubicBezTo>
                  <a:cubicBezTo>
                    <a:pt x="2805" y="1712"/>
                    <a:pt x="2816" y="1740"/>
                    <a:pt x="2826" y="1767"/>
                  </a:cubicBezTo>
                  <a:lnTo>
                    <a:pt x="2826" y="1767"/>
                  </a:lnTo>
                  <a:cubicBezTo>
                    <a:pt x="2767" y="1759"/>
                    <a:pt x="2705" y="1749"/>
                    <a:pt x="2649" y="1737"/>
                  </a:cubicBezTo>
                  <a:cubicBezTo>
                    <a:pt x="2613" y="1729"/>
                    <a:pt x="2577" y="1721"/>
                    <a:pt x="2541" y="1713"/>
                  </a:cubicBezTo>
                  <a:cubicBezTo>
                    <a:pt x="2509" y="1701"/>
                    <a:pt x="2473" y="1689"/>
                    <a:pt x="2441" y="1677"/>
                  </a:cubicBezTo>
                  <a:cubicBezTo>
                    <a:pt x="2437" y="1673"/>
                    <a:pt x="2429" y="1669"/>
                    <a:pt x="2421" y="1665"/>
                  </a:cubicBezTo>
                  <a:cubicBezTo>
                    <a:pt x="2417" y="1661"/>
                    <a:pt x="2409" y="1653"/>
                    <a:pt x="2409" y="1653"/>
                  </a:cubicBezTo>
                  <a:lnTo>
                    <a:pt x="2405" y="1649"/>
                  </a:lnTo>
                  <a:lnTo>
                    <a:pt x="2401" y="1643"/>
                  </a:lnTo>
                  <a:lnTo>
                    <a:pt x="2401" y="1641"/>
                  </a:lnTo>
                  <a:lnTo>
                    <a:pt x="2397" y="1633"/>
                  </a:lnTo>
                  <a:cubicBezTo>
                    <a:pt x="2389" y="1609"/>
                    <a:pt x="2373" y="1589"/>
                    <a:pt x="2357" y="1569"/>
                  </a:cubicBezTo>
                  <a:cubicBezTo>
                    <a:pt x="2341" y="1553"/>
                    <a:pt x="2325" y="1537"/>
                    <a:pt x="2305" y="1525"/>
                  </a:cubicBezTo>
                  <a:cubicBezTo>
                    <a:pt x="2273" y="1497"/>
                    <a:pt x="2237" y="1477"/>
                    <a:pt x="2201" y="1457"/>
                  </a:cubicBezTo>
                  <a:cubicBezTo>
                    <a:pt x="2165" y="1437"/>
                    <a:pt x="2129" y="1421"/>
                    <a:pt x="2089" y="1405"/>
                  </a:cubicBezTo>
                  <a:lnTo>
                    <a:pt x="1981" y="1361"/>
                  </a:lnTo>
                  <a:lnTo>
                    <a:pt x="1997" y="1485"/>
                  </a:lnTo>
                  <a:cubicBezTo>
                    <a:pt x="2005" y="1533"/>
                    <a:pt x="2013" y="1585"/>
                    <a:pt x="2013" y="1633"/>
                  </a:cubicBezTo>
                  <a:cubicBezTo>
                    <a:pt x="2017" y="1681"/>
                    <a:pt x="2017" y="1729"/>
                    <a:pt x="2013" y="1777"/>
                  </a:cubicBezTo>
                  <a:cubicBezTo>
                    <a:pt x="2013" y="1785"/>
                    <a:pt x="2013" y="1797"/>
                    <a:pt x="2009" y="1805"/>
                  </a:cubicBezTo>
                  <a:cubicBezTo>
                    <a:pt x="2009" y="1809"/>
                    <a:pt x="2009" y="1809"/>
                    <a:pt x="2009" y="1813"/>
                  </a:cubicBezTo>
                  <a:lnTo>
                    <a:pt x="2001" y="1829"/>
                  </a:lnTo>
                  <a:cubicBezTo>
                    <a:pt x="1997" y="1833"/>
                    <a:pt x="1993" y="1837"/>
                    <a:pt x="1989" y="1837"/>
                  </a:cubicBezTo>
                  <a:cubicBezTo>
                    <a:pt x="1973" y="1845"/>
                    <a:pt x="1957" y="1845"/>
                    <a:pt x="1941" y="1845"/>
                  </a:cubicBezTo>
                  <a:lnTo>
                    <a:pt x="1913" y="1845"/>
                  </a:lnTo>
                  <a:cubicBezTo>
                    <a:pt x="1908" y="1845"/>
                    <a:pt x="1901" y="1843"/>
                    <a:pt x="1895" y="1842"/>
                  </a:cubicBezTo>
                  <a:lnTo>
                    <a:pt x="1895" y="1842"/>
                  </a:lnTo>
                  <a:cubicBezTo>
                    <a:pt x="1874" y="1827"/>
                    <a:pt x="1854" y="1810"/>
                    <a:pt x="1837" y="1789"/>
                  </a:cubicBezTo>
                  <a:cubicBezTo>
                    <a:pt x="1817" y="1765"/>
                    <a:pt x="1797" y="1737"/>
                    <a:pt x="1781" y="1709"/>
                  </a:cubicBezTo>
                  <a:cubicBezTo>
                    <a:pt x="1745" y="1649"/>
                    <a:pt x="1721" y="1585"/>
                    <a:pt x="1701" y="1517"/>
                  </a:cubicBezTo>
                  <a:lnTo>
                    <a:pt x="1669" y="1413"/>
                  </a:lnTo>
                  <a:cubicBezTo>
                    <a:pt x="1665" y="1393"/>
                    <a:pt x="1657" y="1373"/>
                    <a:pt x="1649" y="1357"/>
                  </a:cubicBezTo>
                  <a:cubicBezTo>
                    <a:pt x="1641" y="1337"/>
                    <a:pt x="1633" y="1317"/>
                    <a:pt x="1621" y="1297"/>
                  </a:cubicBezTo>
                  <a:cubicBezTo>
                    <a:pt x="1601" y="1265"/>
                    <a:pt x="1577" y="1233"/>
                    <a:pt x="1549" y="1201"/>
                  </a:cubicBezTo>
                  <a:cubicBezTo>
                    <a:pt x="1525" y="1173"/>
                    <a:pt x="1497" y="1145"/>
                    <a:pt x="1465" y="1121"/>
                  </a:cubicBezTo>
                  <a:lnTo>
                    <a:pt x="1453" y="1109"/>
                  </a:lnTo>
                  <a:lnTo>
                    <a:pt x="1437" y="1109"/>
                  </a:lnTo>
                  <a:cubicBezTo>
                    <a:pt x="1432" y="1108"/>
                    <a:pt x="1427" y="1108"/>
                    <a:pt x="1422" y="1108"/>
                  </a:cubicBezTo>
                  <a:cubicBezTo>
                    <a:pt x="1399" y="1108"/>
                    <a:pt x="1376" y="1115"/>
                    <a:pt x="1357" y="1125"/>
                  </a:cubicBezTo>
                  <a:cubicBezTo>
                    <a:pt x="1337" y="1133"/>
                    <a:pt x="1317" y="1145"/>
                    <a:pt x="1297" y="1161"/>
                  </a:cubicBezTo>
                  <a:cubicBezTo>
                    <a:pt x="1265" y="1189"/>
                    <a:pt x="1233" y="1217"/>
                    <a:pt x="1205" y="1245"/>
                  </a:cubicBezTo>
                  <a:cubicBezTo>
                    <a:pt x="1177" y="1273"/>
                    <a:pt x="1149" y="1301"/>
                    <a:pt x="1117" y="1325"/>
                  </a:cubicBezTo>
                  <a:cubicBezTo>
                    <a:pt x="1089" y="1349"/>
                    <a:pt x="1057" y="1369"/>
                    <a:pt x="1021" y="1381"/>
                  </a:cubicBezTo>
                  <a:cubicBezTo>
                    <a:pt x="1001" y="1389"/>
                    <a:pt x="985" y="1393"/>
                    <a:pt x="965" y="1397"/>
                  </a:cubicBezTo>
                  <a:cubicBezTo>
                    <a:pt x="945" y="1401"/>
                    <a:pt x="929" y="1401"/>
                    <a:pt x="909" y="1401"/>
                  </a:cubicBezTo>
                  <a:cubicBezTo>
                    <a:pt x="869" y="1401"/>
                    <a:pt x="833" y="1393"/>
                    <a:pt x="793" y="1381"/>
                  </a:cubicBezTo>
                  <a:cubicBezTo>
                    <a:pt x="757" y="1373"/>
                    <a:pt x="721" y="1357"/>
                    <a:pt x="685" y="1337"/>
                  </a:cubicBezTo>
                  <a:cubicBezTo>
                    <a:pt x="655" y="1322"/>
                    <a:pt x="625" y="1300"/>
                    <a:pt x="595" y="1278"/>
                  </a:cubicBezTo>
                  <a:lnTo>
                    <a:pt x="595" y="1278"/>
                  </a:lnTo>
                  <a:cubicBezTo>
                    <a:pt x="572" y="1223"/>
                    <a:pt x="556" y="1168"/>
                    <a:pt x="545" y="1109"/>
                  </a:cubicBezTo>
                  <a:cubicBezTo>
                    <a:pt x="541" y="1081"/>
                    <a:pt x="537" y="1053"/>
                    <a:pt x="537" y="1025"/>
                  </a:cubicBezTo>
                  <a:cubicBezTo>
                    <a:pt x="537" y="1009"/>
                    <a:pt x="537" y="997"/>
                    <a:pt x="537" y="981"/>
                  </a:cubicBezTo>
                  <a:cubicBezTo>
                    <a:pt x="541" y="969"/>
                    <a:pt x="541" y="957"/>
                    <a:pt x="545" y="945"/>
                  </a:cubicBezTo>
                  <a:cubicBezTo>
                    <a:pt x="549" y="941"/>
                    <a:pt x="549" y="937"/>
                    <a:pt x="549" y="933"/>
                  </a:cubicBezTo>
                  <a:cubicBezTo>
                    <a:pt x="553" y="929"/>
                    <a:pt x="557" y="917"/>
                    <a:pt x="561" y="913"/>
                  </a:cubicBezTo>
                  <a:cubicBezTo>
                    <a:pt x="565" y="909"/>
                    <a:pt x="577" y="893"/>
                    <a:pt x="585" y="881"/>
                  </a:cubicBezTo>
                  <a:cubicBezTo>
                    <a:pt x="605" y="861"/>
                    <a:pt x="625" y="841"/>
                    <a:pt x="645" y="821"/>
                  </a:cubicBezTo>
                  <a:cubicBezTo>
                    <a:pt x="669" y="805"/>
                    <a:pt x="689" y="785"/>
                    <a:pt x="713" y="769"/>
                  </a:cubicBezTo>
                  <a:cubicBezTo>
                    <a:pt x="737" y="753"/>
                    <a:pt x="761" y="737"/>
                    <a:pt x="785" y="725"/>
                  </a:cubicBezTo>
                  <a:lnTo>
                    <a:pt x="877" y="673"/>
                  </a:lnTo>
                  <a:lnTo>
                    <a:pt x="785" y="625"/>
                  </a:lnTo>
                  <a:cubicBezTo>
                    <a:pt x="761" y="613"/>
                    <a:pt x="741" y="605"/>
                    <a:pt x="717" y="597"/>
                  </a:cubicBezTo>
                  <a:lnTo>
                    <a:pt x="657" y="581"/>
                  </a:lnTo>
                  <a:cubicBezTo>
                    <a:pt x="621" y="573"/>
                    <a:pt x="581" y="561"/>
                    <a:pt x="545" y="549"/>
                  </a:cubicBezTo>
                  <a:cubicBezTo>
                    <a:pt x="509" y="541"/>
                    <a:pt x="477" y="529"/>
                    <a:pt x="441" y="513"/>
                  </a:cubicBezTo>
                  <a:cubicBezTo>
                    <a:pt x="425" y="509"/>
                    <a:pt x="409" y="501"/>
                    <a:pt x="393" y="489"/>
                  </a:cubicBezTo>
                  <a:cubicBezTo>
                    <a:pt x="377" y="485"/>
                    <a:pt x="361" y="473"/>
                    <a:pt x="349" y="465"/>
                  </a:cubicBezTo>
                  <a:lnTo>
                    <a:pt x="329" y="449"/>
                  </a:lnTo>
                  <a:lnTo>
                    <a:pt x="309" y="429"/>
                  </a:lnTo>
                  <a:cubicBezTo>
                    <a:pt x="301" y="421"/>
                    <a:pt x="285" y="405"/>
                    <a:pt x="273" y="393"/>
                  </a:cubicBezTo>
                  <a:cubicBezTo>
                    <a:pt x="249" y="361"/>
                    <a:pt x="229" y="333"/>
                    <a:pt x="209" y="301"/>
                  </a:cubicBezTo>
                  <a:cubicBezTo>
                    <a:pt x="170" y="245"/>
                    <a:pt x="135" y="187"/>
                    <a:pt x="106" y="128"/>
                  </a:cubicBezTo>
                  <a:lnTo>
                    <a:pt x="106" y="128"/>
                  </a:lnTo>
                  <a:cubicBezTo>
                    <a:pt x="111" y="123"/>
                    <a:pt x="116" y="118"/>
                    <a:pt x="121" y="113"/>
                  </a:cubicBezTo>
                  <a:cubicBezTo>
                    <a:pt x="133" y="105"/>
                    <a:pt x="149" y="97"/>
                    <a:pt x="165" y="89"/>
                  </a:cubicBezTo>
                  <a:cubicBezTo>
                    <a:pt x="169" y="85"/>
                    <a:pt x="177" y="81"/>
                    <a:pt x="185" y="77"/>
                  </a:cubicBezTo>
                  <a:cubicBezTo>
                    <a:pt x="193" y="77"/>
                    <a:pt x="201" y="69"/>
                    <a:pt x="209" y="69"/>
                  </a:cubicBezTo>
                  <a:cubicBezTo>
                    <a:pt x="225" y="65"/>
                    <a:pt x="241" y="61"/>
                    <a:pt x="261" y="57"/>
                  </a:cubicBezTo>
                  <a:cubicBezTo>
                    <a:pt x="282" y="53"/>
                    <a:pt x="305" y="51"/>
                    <a:pt x="328" y="51"/>
                  </a:cubicBezTo>
                  <a:cubicBezTo>
                    <a:pt x="377" y="51"/>
                    <a:pt x="426" y="59"/>
                    <a:pt x="473" y="73"/>
                  </a:cubicBezTo>
                  <a:lnTo>
                    <a:pt x="473" y="57"/>
                  </a:lnTo>
                  <a:cubicBezTo>
                    <a:pt x="437" y="37"/>
                    <a:pt x="401" y="25"/>
                    <a:pt x="365" y="13"/>
                  </a:cubicBezTo>
                  <a:cubicBezTo>
                    <a:pt x="325" y="5"/>
                    <a:pt x="285" y="1"/>
                    <a:pt x="2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54"/>
            <p:cNvSpPr/>
            <p:nvPr/>
          </p:nvSpPr>
          <p:spPr>
            <a:xfrm>
              <a:off x="2341019" y="1674793"/>
              <a:ext cx="223773" cy="422760"/>
            </a:xfrm>
            <a:custGeom>
              <a:avLst/>
              <a:gdLst/>
              <a:ahLst/>
              <a:cxnLst/>
              <a:rect l="l" t="t" r="r" b="b"/>
              <a:pathLst>
                <a:path w="957" h="1808" extrusionOk="0">
                  <a:moveTo>
                    <a:pt x="857" y="1"/>
                  </a:moveTo>
                  <a:cubicBezTo>
                    <a:pt x="846" y="1"/>
                    <a:pt x="835" y="3"/>
                    <a:pt x="825" y="8"/>
                  </a:cubicBezTo>
                  <a:cubicBezTo>
                    <a:pt x="805" y="16"/>
                    <a:pt x="789" y="28"/>
                    <a:pt x="773" y="44"/>
                  </a:cubicBezTo>
                  <a:cubicBezTo>
                    <a:pt x="669" y="124"/>
                    <a:pt x="605" y="248"/>
                    <a:pt x="613" y="384"/>
                  </a:cubicBezTo>
                  <a:cubicBezTo>
                    <a:pt x="609" y="400"/>
                    <a:pt x="609" y="412"/>
                    <a:pt x="609" y="428"/>
                  </a:cubicBezTo>
                  <a:cubicBezTo>
                    <a:pt x="589" y="672"/>
                    <a:pt x="441" y="884"/>
                    <a:pt x="297" y="1088"/>
                  </a:cubicBezTo>
                  <a:lnTo>
                    <a:pt x="261" y="1148"/>
                  </a:lnTo>
                  <a:cubicBezTo>
                    <a:pt x="149" y="1308"/>
                    <a:pt x="41" y="1492"/>
                    <a:pt x="1" y="1684"/>
                  </a:cubicBezTo>
                  <a:cubicBezTo>
                    <a:pt x="5" y="1692"/>
                    <a:pt x="9" y="1696"/>
                    <a:pt x="9" y="1704"/>
                  </a:cubicBezTo>
                  <a:cubicBezTo>
                    <a:pt x="25" y="1740"/>
                    <a:pt x="41" y="1776"/>
                    <a:pt x="61" y="1808"/>
                  </a:cubicBezTo>
                  <a:cubicBezTo>
                    <a:pt x="65" y="1584"/>
                    <a:pt x="189" y="1372"/>
                    <a:pt x="317" y="1184"/>
                  </a:cubicBezTo>
                  <a:lnTo>
                    <a:pt x="357" y="1128"/>
                  </a:lnTo>
                  <a:cubicBezTo>
                    <a:pt x="505" y="916"/>
                    <a:pt x="657" y="696"/>
                    <a:pt x="677" y="432"/>
                  </a:cubicBezTo>
                  <a:cubicBezTo>
                    <a:pt x="681" y="416"/>
                    <a:pt x="681" y="400"/>
                    <a:pt x="681" y="384"/>
                  </a:cubicBezTo>
                  <a:cubicBezTo>
                    <a:pt x="681" y="368"/>
                    <a:pt x="685" y="352"/>
                    <a:pt x="685" y="332"/>
                  </a:cubicBezTo>
                  <a:cubicBezTo>
                    <a:pt x="753" y="320"/>
                    <a:pt x="817" y="292"/>
                    <a:pt x="873" y="248"/>
                  </a:cubicBezTo>
                  <a:cubicBezTo>
                    <a:pt x="921" y="216"/>
                    <a:pt x="949" y="168"/>
                    <a:pt x="957" y="112"/>
                  </a:cubicBezTo>
                  <a:cubicBezTo>
                    <a:pt x="957" y="76"/>
                    <a:pt x="937" y="40"/>
                    <a:pt x="909" y="20"/>
                  </a:cubicBezTo>
                  <a:cubicBezTo>
                    <a:pt x="894" y="7"/>
                    <a:pt x="876" y="1"/>
                    <a:pt x="8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54"/>
            <p:cNvSpPr/>
            <p:nvPr/>
          </p:nvSpPr>
          <p:spPr>
            <a:xfrm>
              <a:off x="2399008" y="1896230"/>
              <a:ext cx="236867" cy="304210"/>
            </a:xfrm>
            <a:custGeom>
              <a:avLst/>
              <a:gdLst/>
              <a:ahLst/>
              <a:cxnLst/>
              <a:rect l="l" t="t" r="r" b="b"/>
              <a:pathLst>
                <a:path w="1013" h="1301" extrusionOk="0">
                  <a:moveTo>
                    <a:pt x="901" y="0"/>
                  </a:moveTo>
                  <a:cubicBezTo>
                    <a:pt x="861" y="0"/>
                    <a:pt x="823" y="19"/>
                    <a:pt x="797" y="53"/>
                  </a:cubicBezTo>
                  <a:cubicBezTo>
                    <a:pt x="773" y="101"/>
                    <a:pt x="765" y="153"/>
                    <a:pt x="769" y="205"/>
                  </a:cubicBezTo>
                  <a:lnTo>
                    <a:pt x="769" y="237"/>
                  </a:lnTo>
                  <a:cubicBezTo>
                    <a:pt x="641" y="277"/>
                    <a:pt x="517" y="341"/>
                    <a:pt x="409" y="425"/>
                  </a:cubicBezTo>
                  <a:cubicBezTo>
                    <a:pt x="293" y="525"/>
                    <a:pt x="213" y="669"/>
                    <a:pt x="193" y="825"/>
                  </a:cubicBezTo>
                  <a:cubicBezTo>
                    <a:pt x="189" y="845"/>
                    <a:pt x="185" y="861"/>
                    <a:pt x="185" y="881"/>
                  </a:cubicBezTo>
                  <a:cubicBezTo>
                    <a:pt x="181" y="913"/>
                    <a:pt x="177" y="945"/>
                    <a:pt x="173" y="973"/>
                  </a:cubicBezTo>
                  <a:cubicBezTo>
                    <a:pt x="141" y="1077"/>
                    <a:pt x="81" y="1169"/>
                    <a:pt x="1" y="1237"/>
                  </a:cubicBezTo>
                  <a:cubicBezTo>
                    <a:pt x="9" y="1257"/>
                    <a:pt x="21" y="1281"/>
                    <a:pt x="29" y="1301"/>
                  </a:cubicBezTo>
                  <a:cubicBezTo>
                    <a:pt x="117" y="1221"/>
                    <a:pt x="209" y="1117"/>
                    <a:pt x="241" y="989"/>
                  </a:cubicBezTo>
                  <a:cubicBezTo>
                    <a:pt x="245" y="957"/>
                    <a:pt x="253" y="921"/>
                    <a:pt x="253" y="889"/>
                  </a:cubicBezTo>
                  <a:cubicBezTo>
                    <a:pt x="257" y="869"/>
                    <a:pt x="257" y="849"/>
                    <a:pt x="261" y="833"/>
                  </a:cubicBezTo>
                  <a:cubicBezTo>
                    <a:pt x="281" y="693"/>
                    <a:pt x="349" y="569"/>
                    <a:pt x="457" y="477"/>
                  </a:cubicBezTo>
                  <a:cubicBezTo>
                    <a:pt x="561" y="385"/>
                    <a:pt x="701" y="337"/>
                    <a:pt x="841" y="285"/>
                  </a:cubicBezTo>
                  <a:cubicBezTo>
                    <a:pt x="893" y="269"/>
                    <a:pt x="941" y="241"/>
                    <a:pt x="981" y="197"/>
                  </a:cubicBezTo>
                  <a:cubicBezTo>
                    <a:pt x="1005" y="169"/>
                    <a:pt x="1013" y="129"/>
                    <a:pt x="1009" y="89"/>
                  </a:cubicBezTo>
                  <a:cubicBezTo>
                    <a:pt x="1005" y="61"/>
                    <a:pt x="989" y="33"/>
                    <a:pt x="965" y="17"/>
                  </a:cubicBezTo>
                  <a:cubicBezTo>
                    <a:pt x="944" y="5"/>
                    <a:pt x="922" y="0"/>
                    <a:pt x="9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54"/>
            <p:cNvSpPr/>
            <p:nvPr/>
          </p:nvSpPr>
          <p:spPr>
            <a:xfrm>
              <a:off x="2421456" y="2014081"/>
              <a:ext cx="298598" cy="288309"/>
            </a:xfrm>
            <a:custGeom>
              <a:avLst/>
              <a:gdLst/>
              <a:ahLst/>
              <a:cxnLst/>
              <a:rect l="l" t="t" r="r" b="b"/>
              <a:pathLst>
                <a:path w="1277" h="1233" extrusionOk="0">
                  <a:moveTo>
                    <a:pt x="1165" y="1"/>
                  </a:moveTo>
                  <a:cubicBezTo>
                    <a:pt x="1105" y="9"/>
                    <a:pt x="1053" y="53"/>
                    <a:pt x="1037" y="117"/>
                  </a:cubicBezTo>
                  <a:cubicBezTo>
                    <a:pt x="1029" y="149"/>
                    <a:pt x="1021" y="185"/>
                    <a:pt x="1021" y="217"/>
                  </a:cubicBezTo>
                  <a:cubicBezTo>
                    <a:pt x="1021" y="221"/>
                    <a:pt x="1021" y="229"/>
                    <a:pt x="1021" y="233"/>
                  </a:cubicBezTo>
                  <a:cubicBezTo>
                    <a:pt x="1021" y="241"/>
                    <a:pt x="1021" y="249"/>
                    <a:pt x="1021" y="261"/>
                  </a:cubicBezTo>
                  <a:cubicBezTo>
                    <a:pt x="997" y="445"/>
                    <a:pt x="845" y="589"/>
                    <a:pt x="721" y="681"/>
                  </a:cubicBezTo>
                  <a:cubicBezTo>
                    <a:pt x="665" y="721"/>
                    <a:pt x="605" y="757"/>
                    <a:pt x="545" y="793"/>
                  </a:cubicBezTo>
                  <a:cubicBezTo>
                    <a:pt x="441" y="849"/>
                    <a:pt x="345" y="917"/>
                    <a:pt x="253" y="997"/>
                  </a:cubicBezTo>
                  <a:lnTo>
                    <a:pt x="221" y="1029"/>
                  </a:lnTo>
                  <a:cubicBezTo>
                    <a:pt x="157" y="1085"/>
                    <a:pt x="93" y="1149"/>
                    <a:pt x="21" y="1161"/>
                  </a:cubicBezTo>
                  <a:lnTo>
                    <a:pt x="13" y="1197"/>
                  </a:lnTo>
                  <a:cubicBezTo>
                    <a:pt x="9" y="1209"/>
                    <a:pt x="5" y="1221"/>
                    <a:pt x="1" y="1233"/>
                  </a:cubicBezTo>
                  <a:cubicBezTo>
                    <a:pt x="105" y="1229"/>
                    <a:pt x="193" y="1149"/>
                    <a:pt x="269" y="1077"/>
                  </a:cubicBezTo>
                  <a:cubicBezTo>
                    <a:pt x="281" y="1065"/>
                    <a:pt x="289" y="1057"/>
                    <a:pt x="301" y="1045"/>
                  </a:cubicBezTo>
                  <a:cubicBezTo>
                    <a:pt x="389" y="973"/>
                    <a:pt x="481" y="909"/>
                    <a:pt x="581" y="849"/>
                  </a:cubicBezTo>
                  <a:cubicBezTo>
                    <a:pt x="641" y="813"/>
                    <a:pt x="701" y="777"/>
                    <a:pt x="761" y="737"/>
                  </a:cubicBezTo>
                  <a:cubicBezTo>
                    <a:pt x="897" y="641"/>
                    <a:pt x="1065" y="481"/>
                    <a:pt x="1089" y="269"/>
                  </a:cubicBezTo>
                  <a:cubicBezTo>
                    <a:pt x="1089" y="261"/>
                    <a:pt x="1089" y="253"/>
                    <a:pt x="1089" y="245"/>
                  </a:cubicBezTo>
                  <a:cubicBezTo>
                    <a:pt x="1113" y="229"/>
                    <a:pt x="1141" y="213"/>
                    <a:pt x="1165" y="205"/>
                  </a:cubicBezTo>
                  <a:cubicBezTo>
                    <a:pt x="1201" y="193"/>
                    <a:pt x="1229" y="177"/>
                    <a:pt x="1253" y="153"/>
                  </a:cubicBezTo>
                  <a:cubicBezTo>
                    <a:pt x="1277" y="129"/>
                    <a:pt x="1277" y="89"/>
                    <a:pt x="1261" y="61"/>
                  </a:cubicBezTo>
                  <a:cubicBezTo>
                    <a:pt x="1241" y="25"/>
                    <a:pt x="1205" y="1"/>
                    <a:pt x="11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54"/>
            <p:cNvSpPr/>
            <p:nvPr/>
          </p:nvSpPr>
          <p:spPr>
            <a:xfrm>
              <a:off x="2479446" y="2136608"/>
              <a:ext cx="337881" cy="252768"/>
            </a:xfrm>
            <a:custGeom>
              <a:avLst/>
              <a:gdLst/>
              <a:ahLst/>
              <a:cxnLst/>
              <a:rect l="l" t="t" r="r" b="b"/>
              <a:pathLst>
                <a:path w="1445" h="1081" extrusionOk="0">
                  <a:moveTo>
                    <a:pt x="1292" y="0"/>
                  </a:moveTo>
                  <a:cubicBezTo>
                    <a:pt x="1237" y="0"/>
                    <a:pt x="1186" y="24"/>
                    <a:pt x="1149" y="61"/>
                  </a:cubicBezTo>
                  <a:cubicBezTo>
                    <a:pt x="1113" y="101"/>
                    <a:pt x="1081" y="145"/>
                    <a:pt x="1057" y="193"/>
                  </a:cubicBezTo>
                  <a:cubicBezTo>
                    <a:pt x="1041" y="225"/>
                    <a:pt x="1025" y="253"/>
                    <a:pt x="1005" y="277"/>
                  </a:cubicBezTo>
                  <a:cubicBezTo>
                    <a:pt x="973" y="317"/>
                    <a:pt x="941" y="349"/>
                    <a:pt x="901" y="381"/>
                  </a:cubicBezTo>
                  <a:lnTo>
                    <a:pt x="737" y="525"/>
                  </a:lnTo>
                  <a:cubicBezTo>
                    <a:pt x="637" y="613"/>
                    <a:pt x="533" y="705"/>
                    <a:pt x="425" y="789"/>
                  </a:cubicBezTo>
                  <a:lnTo>
                    <a:pt x="361" y="841"/>
                  </a:lnTo>
                  <a:cubicBezTo>
                    <a:pt x="313" y="877"/>
                    <a:pt x="261" y="913"/>
                    <a:pt x="213" y="949"/>
                  </a:cubicBezTo>
                  <a:cubicBezTo>
                    <a:pt x="197" y="957"/>
                    <a:pt x="185" y="969"/>
                    <a:pt x="173" y="977"/>
                  </a:cubicBezTo>
                  <a:lnTo>
                    <a:pt x="149" y="989"/>
                  </a:lnTo>
                  <a:lnTo>
                    <a:pt x="101" y="1021"/>
                  </a:lnTo>
                  <a:cubicBezTo>
                    <a:pt x="69" y="1041"/>
                    <a:pt x="33" y="1057"/>
                    <a:pt x="1" y="1077"/>
                  </a:cubicBezTo>
                  <a:cubicBezTo>
                    <a:pt x="7" y="1075"/>
                    <a:pt x="13" y="1074"/>
                    <a:pt x="19" y="1074"/>
                  </a:cubicBezTo>
                  <a:cubicBezTo>
                    <a:pt x="25" y="1074"/>
                    <a:pt x="31" y="1075"/>
                    <a:pt x="37" y="1077"/>
                  </a:cubicBezTo>
                  <a:cubicBezTo>
                    <a:pt x="46" y="1076"/>
                    <a:pt x="56" y="1075"/>
                    <a:pt x="65" y="1075"/>
                  </a:cubicBezTo>
                  <a:cubicBezTo>
                    <a:pt x="88" y="1075"/>
                    <a:pt x="111" y="1078"/>
                    <a:pt x="137" y="1081"/>
                  </a:cubicBezTo>
                  <a:cubicBezTo>
                    <a:pt x="165" y="1065"/>
                    <a:pt x="193" y="1045"/>
                    <a:pt x="225" y="1029"/>
                  </a:cubicBezTo>
                  <a:cubicBezTo>
                    <a:pt x="253" y="1009"/>
                    <a:pt x="281" y="989"/>
                    <a:pt x="309" y="969"/>
                  </a:cubicBezTo>
                  <a:cubicBezTo>
                    <a:pt x="337" y="949"/>
                    <a:pt x="369" y="929"/>
                    <a:pt x="393" y="909"/>
                  </a:cubicBezTo>
                  <a:cubicBezTo>
                    <a:pt x="417" y="889"/>
                    <a:pt x="445" y="873"/>
                    <a:pt x="469" y="853"/>
                  </a:cubicBezTo>
                  <a:cubicBezTo>
                    <a:pt x="469" y="849"/>
                    <a:pt x="473" y="845"/>
                    <a:pt x="477" y="845"/>
                  </a:cubicBezTo>
                  <a:cubicBezTo>
                    <a:pt x="505" y="825"/>
                    <a:pt x="529" y="801"/>
                    <a:pt x="553" y="781"/>
                  </a:cubicBezTo>
                  <a:cubicBezTo>
                    <a:pt x="633" y="717"/>
                    <a:pt x="709" y="649"/>
                    <a:pt x="785" y="581"/>
                  </a:cubicBezTo>
                  <a:lnTo>
                    <a:pt x="949" y="437"/>
                  </a:lnTo>
                  <a:cubicBezTo>
                    <a:pt x="993" y="401"/>
                    <a:pt x="1029" y="365"/>
                    <a:pt x="1065" y="321"/>
                  </a:cubicBezTo>
                  <a:cubicBezTo>
                    <a:pt x="1081" y="293"/>
                    <a:pt x="1101" y="265"/>
                    <a:pt x="1117" y="233"/>
                  </a:cubicBezTo>
                  <a:cubicBezTo>
                    <a:pt x="1141" y="237"/>
                    <a:pt x="1165" y="241"/>
                    <a:pt x="1185" y="245"/>
                  </a:cubicBezTo>
                  <a:cubicBezTo>
                    <a:pt x="1221" y="257"/>
                    <a:pt x="1257" y="261"/>
                    <a:pt x="1293" y="261"/>
                  </a:cubicBezTo>
                  <a:cubicBezTo>
                    <a:pt x="1345" y="245"/>
                    <a:pt x="1389" y="221"/>
                    <a:pt x="1425" y="181"/>
                  </a:cubicBezTo>
                  <a:cubicBezTo>
                    <a:pt x="1437" y="161"/>
                    <a:pt x="1445" y="137"/>
                    <a:pt x="1437" y="117"/>
                  </a:cubicBezTo>
                  <a:cubicBezTo>
                    <a:pt x="1421" y="53"/>
                    <a:pt x="1369" y="5"/>
                    <a:pt x="1305" y="1"/>
                  </a:cubicBezTo>
                  <a:cubicBezTo>
                    <a:pt x="1301" y="0"/>
                    <a:pt x="1296" y="0"/>
                    <a:pt x="12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54"/>
            <p:cNvSpPr/>
            <p:nvPr/>
          </p:nvSpPr>
          <p:spPr>
            <a:xfrm>
              <a:off x="2291447" y="1771832"/>
              <a:ext cx="76929" cy="233126"/>
            </a:xfrm>
            <a:custGeom>
              <a:avLst/>
              <a:gdLst/>
              <a:ahLst/>
              <a:cxnLst/>
              <a:rect l="l" t="t" r="r" b="b"/>
              <a:pathLst>
                <a:path w="329" h="997" extrusionOk="0">
                  <a:moveTo>
                    <a:pt x="89" y="1"/>
                  </a:moveTo>
                  <a:cubicBezTo>
                    <a:pt x="77" y="1"/>
                    <a:pt x="65" y="2"/>
                    <a:pt x="53" y="5"/>
                  </a:cubicBezTo>
                  <a:lnTo>
                    <a:pt x="41" y="9"/>
                  </a:lnTo>
                  <a:cubicBezTo>
                    <a:pt x="17" y="33"/>
                    <a:pt x="1" y="61"/>
                    <a:pt x="5" y="93"/>
                  </a:cubicBezTo>
                  <a:cubicBezTo>
                    <a:pt x="9" y="145"/>
                    <a:pt x="33" y="189"/>
                    <a:pt x="77" y="217"/>
                  </a:cubicBezTo>
                  <a:cubicBezTo>
                    <a:pt x="101" y="233"/>
                    <a:pt x="129" y="249"/>
                    <a:pt x="157" y="261"/>
                  </a:cubicBezTo>
                  <a:cubicBezTo>
                    <a:pt x="181" y="269"/>
                    <a:pt x="209" y="285"/>
                    <a:pt x="233" y="301"/>
                  </a:cubicBezTo>
                  <a:lnTo>
                    <a:pt x="237" y="293"/>
                  </a:lnTo>
                  <a:lnTo>
                    <a:pt x="237" y="293"/>
                  </a:lnTo>
                  <a:cubicBezTo>
                    <a:pt x="257" y="405"/>
                    <a:pt x="249" y="521"/>
                    <a:pt x="217" y="633"/>
                  </a:cubicBezTo>
                  <a:cubicBezTo>
                    <a:pt x="189" y="737"/>
                    <a:pt x="145" y="841"/>
                    <a:pt x="85" y="933"/>
                  </a:cubicBezTo>
                  <a:cubicBezTo>
                    <a:pt x="97" y="953"/>
                    <a:pt x="113" y="977"/>
                    <a:pt x="125" y="997"/>
                  </a:cubicBezTo>
                  <a:cubicBezTo>
                    <a:pt x="197" y="893"/>
                    <a:pt x="249" y="773"/>
                    <a:pt x="285" y="653"/>
                  </a:cubicBezTo>
                  <a:cubicBezTo>
                    <a:pt x="329" y="497"/>
                    <a:pt x="329" y="329"/>
                    <a:pt x="277" y="177"/>
                  </a:cubicBezTo>
                  <a:cubicBezTo>
                    <a:pt x="265" y="129"/>
                    <a:pt x="237" y="85"/>
                    <a:pt x="205" y="49"/>
                  </a:cubicBezTo>
                  <a:cubicBezTo>
                    <a:pt x="173" y="17"/>
                    <a:pt x="132" y="1"/>
                    <a:pt x="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54"/>
            <p:cNvSpPr/>
            <p:nvPr/>
          </p:nvSpPr>
          <p:spPr>
            <a:xfrm>
              <a:off x="2241875" y="1710101"/>
              <a:ext cx="42323" cy="212549"/>
            </a:xfrm>
            <a:custGeom>
              <a:avLst/>
              <a:gdLst/>
              <a:ahLst/>
              <a:cxnLst/>
              <a:rect l="l" t="t" r="r" b="b"/>
              <a:pathLst>
                <a:path w="181" h="909" extrusionOk="0">
                  <a:moveTo>
                    <a:pt x="73" y="1"/>
                  </a:moveTo>
                  <a:cubicBezTo>
                    <a:pt x="45" y="1"/>
                    <a:pt x="13" y="21"/>
                    <a:pt x="5" y="73"/>
                  </a:cubicBezTo>
                  <a:cubicBezTo>
                    <a:pt x="1" y="129"/>
                    <a:pt x="5" y="185"/>
                    <a:pt x="13" y="237"/>
                  </a:cubicBezTo>
                  <a:cubicBezTo>
                    <a:pt x="17" y="257"/>
                    <a:pt x="21" y="277"/>
                    <a:pt x="21" y="297"/>
                  </a:cubicBezTo>
                  <a:cubicBezTo>
                    <a:pt x="29" y="401"/>
                    <a:pt x="49" y="501"/>
                    <a:pt x="73" y="601"/>
                  </a:cubicBezTo>
                  <a:cubicBezTo>
                    <a:pt x="69" y="621"/>
                    <a:pt x="69" y="645"/>
                    <a:pt x="77" y="665"/>
                  </a:cubicBezTo>
                  <a:cubicBezTo>
                    <a:pt x="81" y="673"/>
                    <a:pt x="85" y="681"/>
                    <a:pt x="85" y="693"/>
                  </a:cubicBezTo>
                  <a:cubicBezTo>
                    <a:pt x="85" y="705"/>
                    <a:pt x="77" y="721"/>
                    <a:pt x="69" y="733"/>
                  </a:cubicBezTo>
                  <a:cubicBezTo>
                    <a:pt x="61" y="745"/>
                    <a:pt x="57" y="757"/>
                    <a:pt x="53" y="769"/>
                  </a:cubicBezTo>
                  <a:cubicBezTo>
                    <a:pt x="45" y="785"/>
                    <a:pt x="41" y="805"/>
                    <a:pt x="37" y="821"/>
                  </a:cubicBezTo>
                  <a:lnTo>
                    <a:pt x="37" y="833"/>
                  </a:lnTo>
                  <a:cubicBezTo>
                    <a:pt x="37" y="837"/>
                    <a:pt x="37" y="837"/>
                    <a:pt x="37" y="841"/>
                  </a:cubicBezTo>
                  <a:cubicBezTo>
                    <a:pt x="41" y="841"/>
                    <a:pt x="45" y="845"/>
                    <a:pt x="45" y="849"/>
                  </a:cubicBezTo>
                  <a:lnTo>
                    <a:pt x="89" y="909"/>
                  </a:lnTo>
                  <a:cubicBezTo>
                    <a:pt x="97" y="889"/>
                    <a:pt x="105" y="869"/>
                    <a:pt x="109" y="845"/>
                  </a:cubicBezTo>
                  <a:lnTo>
                    <a:pt x="109" y="833"/>
                  </a:lnTo>
                  <a:cubicBezTo>
                    <a:pt x="113" y="817"/>
                    <a:pt x="113" y="805"/>
                    <a:pt x="121" y="793"/>
                  </a:cubicBezTo>
                  <a:cubicBezTo>
                    <a:pt x="125" y="781"/>
                    <a:pt x="129" y="773"/>
                    <a:pt x="133" y="765"/>
                  </a:cubicBezTo>
                  <a:cubicBezTo>
                    <a:pt x="149" y="741"/>
                    <a:pt x="157" y="717"/>
                    <a:pt x="157" y="689"/>
                  </a:cubicBezTo>
                  <a:cubicBezTo>
                    <a:pt x="157" y="673"/>
                    <a:pt x="153" y="653"/>
                    <a:pt x="149" y="641"/>
                  </a:cubicBezTo>
                  <a:cubicBezTo>
                    <a:pt x="141" y="625"/>
                    <a:pt x="141" y="621"/>
                    <a:pt x="137" y="617"/>
                  </a:cubicBezTo>
                  <a:lnTo>
                    <a:pt x="145" y="605"/>
                  </a:lnTo>
                  <a:lnTo>
                    <a:pt x="141" y="593"/>
                  </a:lnTo>
                  <a:cubicBezTo>
                    <a:pt x="117" y="493"/>
                    <a:pt x="97" y="393"/>
                    <a:pt x="89" y="293"/>
                  </a:cubicBezTo>
                  <a:cubicBezTo>
                    <a:pt x="89" y="281"/>
                    <a:pt x="89" y="273"/>
                    <a:pt x="89" y="265"/>
                  </a:cubicBezTo>
                  <a:cubicBezTo>
                    <a:pt x="145" y="241"/>
                    <a:pt x="181" y="181"/>
                    <a:pt x="181" y="121"/>
                  </a:cubicBezTo>
                  <a:cubicBezTo>
                    <a:pt x="177" y="61"/>
                    <a:pt x="133" y="13"/>
                    <a:pt x="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22_1">
    <p:spTree>
      <p:nvGrpSpPr>
        <p:cNvPr id="1" name="Shape 3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5" name="Google Shape;3265;p60"/>
          <p:cNvGrpSpPr/>
          <p:nvPr/>
        </p:nvGrpSpPr>
        <p:grpSpPr>
          <a:xfrm>
            <a:off x="7229792" y="-342360"/>
            <a:ext cx="2388409" cy="2523085"/>
            <a:chOff x="1668906" y="1908100"/>
            <a:chExt cx="1782927" cy="1883462"/>
          </a:xfrm>
        </p:grpSpPr>
        <p:sp>
          <p:nvSpPr>
            <p:cNvPr id="3266" name="Google Shape;3266;p60"/>
            <p:cNvSpPr/>
            <p:nvPr/>
          </p:nvSpPr>
          <p:spPr>
            <a:xfrm>
              <a:off x="1668906" y="2722495"/>
              <a:ext cx="900425" cy="895187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4" y="2872"/>
                  </a:moveTo>
                  <a:cubicBezTo>
                    <a:pt x="124" y="2872"/>
                    <a:pt x="126" y="2874"/>
                    <a:pt x="128" y="2878"/>
                  </a:cubicBezTo>
                  <a:cubicBezTo>
                    <a:pt x="124" y="2874"/>
                    <a:pt x="123" y="2872"/>
                    <a:pt x="124" y="2872"/>
                  </a:cubicBezTo>
                  <a:close/>
                  <a:moveTo>
                    <a:pt x="1555" y="0"/>
                  </a:moveTo>
                  <a:cubicBezTo>
                    <a:pt x="1524" y="0"/>
                    <a:pt x="1492" y="1"/>
                    <a:pt x="1460" y="2"/>
                  </a:cubicBezTo>
                  <a:cubicBezTo>
                    <a:pt x="1340" y="10"/>
                    <a:pt x="1220" y="42"/>
                    <a:pt x="1112" y="102"/>
                  </a:cubicBezTo>
                  <a:cubicBezTo>
                    <a:pt x="1048" y="134"/>
                    <a:pt x="996" y="178"/>
                    <a:pt x="948" y="234"/>
                  </a:cubicBezTo>
                  <a:cubicBezTo>
                    <a:pt x="936" y="246"/>
                    <a:pt x="932" y="258"/>
                    <a:pt x="920" y="274"/>
                  </a:cubicBezTo>
                  <a:lnTo>
                    <a:pt x="904" y="294"/>
                  </a:lnTo>
                  <a:lnTo>
                    <a:pt x="892" y="318"/>
                  </a:lnTo>
                  <a:lnTo>
                    <a:pt x="840" y="406"/>
                  </a:lnTo>
                  <a:cubicBezTo>
                    <a:pt x="772" y="534"/>
                    <a:pt x="720" y="666"/>
                    <a:pt x="676" y="802"/>
                  </a:cubicBezTo>
                  <a:cubicBezTo>
                    <a:pt x="632" y="938"/>
                    <a:pt x="600" y="1090"/>
                    <a:pt x="564" y="1238"/>
                  </a:cubicBezTo>
                  <a:cubicBezTo>
                    <a:pt x="532" y="1390"/>
                    <a:pt x="500" y="1542"/>
                    <a:pt x="464" y="1698"/>
                  </a:cubicBezTo>
                  <a:cubicBezTo>
                    <a:pt x="448" y="1774"/>
                    <a:pt x="428" y="1850"/>
                    <a:pt x="404" y="1926"/>
                  </a:cubicBezTo>
                  <a:cubicBezTo>
                    <a:pt x="392" y="1966"/>
                    <a:pt x="380" y="2006"/>
                    <a:pt x="368" y="2046"/>
                  </a:cubicBezTo>
                  <a:cubicBezTo>
                    <a:pt x="356" y="2082"/>
                    <a:pt x="344" y="2118"/>
                    <a:pt x="328" y="2158"/>
                  </a:cubicBezTo>
                  <a:cubicBezTo>
                    <a:pt x="272" y="2314"/>
                    <a:pt x="204" y="2466"/>
                    <a:pt x="128" y="2614"/>
                  </a:cubicBezTo>
                  <a:lnTo>
                    <a:pt x="64" y="2726"/>
                  </a:lnTo>
                  <a:cubicBezTo>
                    <a:pt x="52" y="2746"/>
                    <a:pt x="44" y="2766"/>
                    <a:pt x="32" y="2786"/>
                  </a:cubicBezTo>
                  <a:cubicBezTo>
                    <a:pt x="16" y="2810"/>
                    <a:pt x="8" y="2838"/>
                    <a:pt x="4" y="2866"/>
                  </a:cubicBezTo>
                  <a:cubicBezTo>
                    <a:pt x="0" y="2890"/>
                    <a:pt x="4" y="2918"/>
                    <a:pt x="16" y="2938"/>
                  </a:cubicBezTo>
                  <a:cubicBezTo>
                    <a:pt x="28" y="2958"/>
                    <a:pt x="48" y="2974"/>
                    <a:pt x="68" y="2982"/>
                  </a:cubicBezTo>
                  <a:cubicBezTo>
                    <a:pt x="92" y="2994"/>
                    <a:pt x="116" y="3002"/>
                    <a:pt x="140" y="3010"/>
                  </a:cubicBezTo>
                  <a:cubicBezTo>
                    <a:pt x="172" y="3022"/>
                    <a:pt x="200" y="3042"/>
                    <a:pt x="228" y="3066"/>
                  </a:cubicBezTo>
                  <a:cubicBezTo>
                    <a:pt x="352" y="3186"/>
                    <a:pt x="468" y="3314"/>
                    <a:pt x="580" y="3450"/>
                  </a:cubicBezTo>
                  <a:cubicBezTo>
                    <a:pt x="696" y="3586"/>
                    <a:pt x="824" y="3714"/>
                    <a:pt x="960" y="3830"/>
                  </a:cubicBezTo>
                  <a:cubicBezTo>
                    <a:pt x="1032" y="3898"/>
                    <a:pt x="1124" y="3938"/>
                    <a:pt x="1220" y="3950"/>
                  </a:cubicBezTo>
                  <a:cubicBezTo>
                    <a:pt x="1235" y="3950"/>
                    <a:pt x="1249" y="3949"/>
                    <a:pt x="1264" y="3949"/>
                  </a:cubicBezTo>
                  <a:cubicBezTo>
                    <a:pt x="1335" y="3949"/>
                    <a:pt x="1408" y="3957"/>
                    <a:pt x="1480" y="3970"/>
                  </a:cubicBezTo>
                  <a:cubicBezTo>
                    <a:pt x="1652" y="4006"/>
                    <a:pt x="1820" y="4058"/>
                    <a:pt x="1985" y="4115"/>
                  </a:cubicBezTo>
                  <a:lnTo>
                    <a:pt x="2477" y="4287"/>
                  </a:lnTo>
                  <a:cubicBezTo>
                    <a:pt x="2637" y="4347"/>
                    <a:pt x="2805" y="4395"/>
                    <a:pt x="2973" y="4431"/>
                  </a:cubicBezTo>
                  <a:cubicBezTo>
                    <a:pt x="3027" y="4438"/>
                    <a:pt x="3083" y="4443"/>
                    <a:pt x="3138" y="4443"/>
                  </a:cubicBezTo>
                  <a:cubicBezTo>
                    <a:pt x="3169" y="4443"/>
                    <a:pt x="3199" y="4441"/>
                    <a:pt x="3229" y="4439"/>
                  </a:cubicBezTo>
                  <a:cubicBezTo>
                    <a:pt x="3317" y="4431"/>
                    <a:pt x="3401" y="4403"/>
                    <a:pt x="3481" y="4359"/>
                  </a:cubicBezTo>
                  <a:cubicBezTo>
                    <a:pt x="3617" y="4267"/>
                    <a:pt x="3733" y="4147"/>
                    <a:pt x="3821" y="4002"/>
                  </a:cubicBezTo>
                  <a:cubicBezTo>
                    <a:pt x="3865" y="3938"/>
                    <a:pt x="3901" y="3874"/>
                    <a:pt x="3941" y="3806"/>
                  </a:cubicBezTo>
                  <a:cubicBezTo>
                    <a:pt x="3977" y="3742"/>
                    <a:pt x="4009" y="3674"/>
                    <a:pt x="4041" y="3606"/>
                  </a:cubicBezTo>
                  <a:cubicBezTo>
                    <a:pt x="4097" y="3474"/>
                    <a:pt x="4145" y="3342"/>
                    <a:pt x="4189" y="3214"/>
                  </a:cubicBezTo>
                  <a:cubicBezTo>
                    <a:pt x="4265" y="2982"/>
                    <a:pt x="4329" y="2742"/>
                    <a:pt x="4377" y="2502"/>
                  </a:cubicBezTo>
                  <a:cubicBezTo>
                    <a:pt x="4417" y="2318"/>
                    <a:pt x="4445" y="2130"/>
                    <a:pt x="4461" y="1942"/>
                  </a:cubicBezTo>
                  <a:cubicBezTo>
                    <a:pt x="4469" y="1822"/>
                    <a:pt x="4465" y="1698"/>
                    <a:pt x="4445" y="1578"/>
                  </a:cubicBezTo>
                  <a:cubicBezTo>
                    <a:pt x="4437" y="1546"/>
                    <a:pt x="4429" y="1514"/>
                    <a:pt x="4413" y="1486"/>
                  </a:cubicBezTo>
                  <a:cubicBezTo>
                    <a:pt x="4405" y="1466"/>
                    <a:pt x="4397" y="1454"/>
                    <a:pt x="4397" y="1454"/>
                  </a:cubicBezTo>
                  <a:lnTo>
                    <a:pt x="4385" y="1466"/>
                  </a:lnTo>
                  <a:lnTo>
                    <a:pt x="4397" y="1494"/>
                  </a:lnTo>
                  <a:cubicBezTo>
                    <a:pt x="4409" y="1526"/>
                    <a:pt x="4413" y="1554"/>
                    <a:pt x="4417" y="1586"/>
                  </a:cubicBezTo>
                  <a:cubicBezTo>
                    <a:pt x="4425" y="1706"/>
                    <a:pt x="4421" y="1826"/>
                    <a:pt x="4401" y="1942"/>
                  </a:cubicBezTo>
                  <a:cubicBezTo>
                    <a:pt x="4373" y="2126"/>
                    <a:pt x="4337" y="2306"/>
                    <a:pt x="4289" y="2486"/>
                  </a:cubicBezTo>
                  <a:cubicBezTo>
                    <a:pt x="4233" y="2694"/>
                    <a:pt x="4165" y="2930"/>
                    <a:pt x="4077" y="3178"/>
                  </a:cubicBezTo>
                  <a:cubicBezTo>
                    <a:pt x="4033" y="3302"/>
                    <a:pt x="3981" y="3430"/>
                    <a:pt x="3925" y="3558"/>
                  </a:cubicBezTo>
                  <a:cubicBezTo>
                    <a:pt x="3893" y="3622"/>
                    <a:pt x="3865" y="3690"/>
                    <a:pt x="3829" y="3750"/>
                  </a:cubicBezTo>
                  <a:cubicBezTo>
                    <a:pt x="3793" y="3814"/>
                    <a:pt x="3753" y="3882"/>
                    <a:pt x="3713" y="3942"/>
                  </a:cubicBezTo>
                  <a:cubicBezTo>
                    <a:pt x="3641" y="4071"/>
                    <a:pt x="3541" y="4187"/>
                    <a:pt x="3421" y="4275"/>
                  </a:cubicBezTo>
                  <a:cubicBezTo>
                    <a:pt x="3329" y="4339"/>
                    <a:pt x="3213" y="4366"/>
                    <a:pt x="3092" y="4366"/>
                  </a:cubicBezTo>
                  <a:cubicBezTo>
                    <a:pt x="3055" y="4366"/>
                    <a:pt x="3018" y="4363"/>
                    <a:pt x="2981" y="4359"/>
                  </a:cubicBezTo>
                  <a:cubicBezTo>
                    <a:pt x="2813" y="4335"/>
                    <a:pt x="2653" y="4299"/>
                    <a:pt x="2493" y="4243"/>
                  </a:cubicBezTo>
                  <a:cubicBezTo>
                    <a:pt x="2329" y="4195"/>
                    <a:pt x="2165" y="4139"/>
                    <a:pt x="1997" y="4079"/>
                  </a:cubicBezTo>
                  <a:cubicBezTo>
                    <a:pt x="1832" y="4018"/>
                    <a:pt x="1660" y="3966"/>
                    <a:pt x="1488" y="3922"/>
                  </a:cubicBezTo>
                  <a:cubicBezTo>
                    <a:pt x="1400" y="3902"/>
                    <a:pt x="1312" y="3890"/>
                    <a:pt x="1220" y="3890"/>
                  </a:cubicBezTo>
                  <a:cubicBezTo>
                    <a:pt x="1144" y="3886"/>
                    <a:pt x="1072" y="3830"/>
                    <a:pt x="1008" y="3778"/>
                  </a:cubicBezTo>
                  <a:cubicBezTo>
                    <a:pt x="880" y="3658"/>
                    <a:pt x="764" y="3526"/>
                    <a:pt x="656" y="3386"/>
                  </a:cubicBezTo>
                  <a:cubicBezTo>
                    <a:pt x="548" y="3246"/>
                    <a:pt x="432" y="3110"/>
                    <a:pt x="308" y="2982"/>
                  </a:cubicBezTo>
                  <a:cubicBezTo>
                    <a:pt x="272" y="2942"/>
                    <a:pt x="228" y="2914"/>
                    <a:pt x="176" y="2894"/>
                  </a:cubicBezTo>
                  <a:cubicBezTo>
                    <a:pt x="162" y="2891"/>
                    <a:pt x="148" y="2884"/>
                    <a:pt x="134" y="2880"/>
                  </a:cubicBezTo>
                  <a:lnTo>
                    <a:pt x="134" y="2880"/>
                  </a:lnTo>
                  <a:cubicBezTo>
                    <a:pt x="138" y="2869"/>
                    <a:pt x="142" y="2856"/>
                    <a:pt x="148" y="2846"/>
                  </a:cubicBezTo>
                  <a:cubicBezTo>
                    <a:pt x="156" y="2830"/>
                    <a:pt x="168" y="2810"/>
                    <a:pt x="180" y="2794"/>
                  </a:cubicBezTo>
                  <a:lnTo>
                    <a:pt x="244" y="2682"/>
                  </a:lnTo>
                  <a:cubicBezTo>
                    <a:pt x="332" y="2530"/>
                    <a:pt x="404" y="2374"/>
                    <a:pt x="464" y="2210"/>
                  </a:cubicBezTo>
                  <a:cubicBezTo>
                    <a:pt x="480" y="2174"/>
                    <a:pt x="496" y="2130"/>
                    <a:pt x="508" y="2090"/>
                  </a:cubicBezTo>
                  <a:cubicBezTo>
                    <a:pt x="520" y="2050"/>
                    <a:pt x="536" y="2014"/>
                    <a:pt x="544" y="1974"/>
                  </a:cubicBezTo>
                  <a:cubicBezTo>
                    <a:pt x="568" y="1890"/>
                    <a:pt x="592" y="1814"/>
                    <a:pt x="612" y="1734"/>
                  </a:cubicBezTo>
                  <a:cubicBezTo>
                    <a:pt x="648" y="1574"/>
                    <a:pt x="680" y="1418"/>
                    <a:pt x="708" y="1270"/>
                  </a:cubicBezTo>
                  <a:cubicBezTo>
                    <a:pt x="764" y="970"/>
                    <a:pt x="832" y="698"/>
                    <a:pt x="948" y="462"/>
                  </a:cubicBezTo>
                  <a:lnTo>
                    <a:pt x="992" y="378"/>
                  </a:lnTo>
                  <a:lnTo>
                    <a:pt x="1004" y="358"/>
                  </a:lnTo>
                  <a:lnTo>
                    <a:pt x="1016" y="342"/>
                  </a:lnTo>
                  <a:cubicBezTo>
                    <a:pt x="1024" y="326"/>
                    <a:pt x="1032" y="314"/>
                    <a:pt x="1044" y="302"/>
                  </a:cubicBezTo>
                  <a:cubicBezTo>
                    <a:pt x="1076" y="258"/>
                    <a:pt x="1120" y="222"/>
                    <a:pt x="1164" y="194"/>
                  </a:cubicBezTo>
                  <a:cubicBezTo>
                    <a:pt x="1260" y="142"/>
                    <a:pt x="1364" y="110"/>
                    <a:pt x="1472" y="94"/>
                  </a:cubicBezTo>
                  <a:cubicBezTo>
                    <a:pt x="1543" y="88"/>
                    <a:pt x="1614" y="85"/>
                    <a:pt x="1685" y="85"/>
                  </a:cubicBezTo>
                  <a:cubicBezTo>
                    <a:pt x="1798" y="85"/>
                    <a:pt x="1911" y="93"/>
                    <a:pt x="2025" y="110"/>
                  </a:cubicBezTo>
                  <a:cubicBezTo>
                    <a:pt x="2141" y="126"/>
                    <a:pt x="2257" y="150"/>
                    <a:pt x="2373" y="178"/>
                  </a:cubicBezTo>
                  <a:cubicBezTo>
                    <a:pt x="2453" y="198"/>
                    <a:pt x="2497" y="210"/>
                    <a:pt x="2497" y="210"/>
                  </a:cubicBezTo>
                  <a:lnTo>
                    <a:pt x="2501" y="198"/>
                  </a:lnTo>
                  <a:cubicBezTo>
                    <a:pt x="2501" y="198"/>
                    <a:pt x="2461" y="182"/>
                    <a:pt x="2381" y="154"/>
                  </a:cubicBezTo>
                  <a:cubicBezTo>
                    <a:pt x="2265" y="114"/>
                    <a:pt x="2149" y="82"/>
                    <a:pt x="2029" y="54"/>
                  </a:cubicBezTo>
                  <a:cubicBezTo>
                    <a:pt x="1875" y="18"/>
                    <a:pt x="1715" y="0"/>
                    <a:pt x="1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60"/>
            <p:cNvSpPr/>
            <p:nvPr/>
          </p:nvSpPr>
          <p:spPr>
            <a:xfrm>
              <a:off x="2438575" y="2888114"/>
              <a:ext cx="690883" cy="903448"/>
            </a:xfrm>
            <a:custGeom>
              <a:avLst/>
              <a:gdLst/>
              <a:ahLst/>
              <a:cxnLst/>
              <a:rect l="l" t="t" r="r" b="b"/>
              <a:pathLst>
                <a:path w="3429" h="4484" extrusionOk="0">
                  <a:moveTo>
                    <a:pt x="1694" y="0"/>
                  </a:moveTo>
                  <a:cubicBezTo>
                    <a:pt x="1662" y="0"/>
                    <a:pt x="1630" y="5"/>
                    <a:pt x="1601" y="16"/>
                  </a:cubicBezTo>
                  <a:cubicBezTo>
                    <a:pt x="1561" y="32"/>
                    <a:pt x="1525" y="48"/>
                    <a:pt x="1489" y="68"/>
                  </a:cubicBezTo>
                  <a:cubicBezTo>
                    <a:pt x="1433" y="96"/>
                    <a:pt x="1405" y="116"/>
                    <a:pt x="1405" y="116"/>
                  </a:cubicBezTo>
                  <a:lnTo>
                    <a:pt x="1413" y="128"/>
                  </a:lnTo>
                  <a:cubicBezTo>
                    <a:pt x="1413" y="128"/>
                    <a:pt x="1445" y="112"/>
                    <a:pt x="1501" y="88"/>
                  </a:cubicBezTo>
                  <a:cubicBezTo>
                    <a:pt x="1537" y="72"/>
                    <a:pt x="1573" y="60"/>
                    <a:pt x="1609" y="52"/>
                  </a:cubicBezTo>
                  <a:cubicBezTo>
                    <a:pt x="1628" y="48"/>
                    <a:pt x="1647" y="45"/>
                    <a:pt x="1667" y="45"/>
                  </a:cubicBezTo>
                  <a:cubicBezTo>
                    <a:pt x="1696" y="45"/>
                    <a:pt x="1726" y="51"/>
                    <a:pt x="1753" y="60"/>
                  </a:cubicBezTo>
                  <a:cubicBezTo>
                    <a:pt x="1853" y="100"/>
                    <a:pt x="1961" y="204"/>
                    <a:pt x="2105" y="292"/>
                  </a:cubicBezTo>
                  <a:cubicBezTo>
                    <a:pt x="2173" y="336"/>
                    <a:pt x="2233" y="392"/>
                    <a:pt x="2281" y="460"/>
                  </a:cubicBezTo>
                  <a:cubicBezTo>
                    <a:pt x="2337" y="536"/>
                    <a:pt x="2385" y="616"/>
                    <a:pt x="2429" y="700"/>
                  </a:cubicBezTo>
                  <a:cubicBezTo>
                    <a:pt x="2521" y="904"/>
                    <a:pt x="2625" y="1100"/>
                    <a:pt x="2741" y="1288"/>
                  </a:cubicBezTo>
                  <a:lnTo>
                    <a:pt x="2789" y="1364"/>
                  </a:lnTo>
                  <a:cubicBezTo>
                    <a:pt x="2809" y="1388"/>
                    <a:pt x="2829" y="1412"/>
                    <a:pt x="2849" y="1436"/>
                  </a:cubicBezTo>
                  <a:cubicBezTo>
                    <a:pt x="2869" y="1460"/>
                    <a:pt x="2889" y="1484"/>
                    <a:pt x="2913" y="1508"/>
                  </a:cubicBezTo>
                  <a:cubicBezTo>
                    <a:pt x="2933" y="1532"/>
                    <a:pt x="2957" y="1556"/>
                    <a:pt x="2981" y="1576"/>
                  </a:cubicBezTo>
                  <a:cubicBezTo>
                    <a:pt x="3005" y="1596"/>
                    <a:pt x="3029" y="1620"/>
                    <a:pt x="3049" y="1640"/>
                  </a:cubicBezTo>
                  <a:cubicBezTo>
                    <a:pt x="3069" y="1656"/>
                    <a:pt x="3093" y="1672"/>
                    <a:pt x="3109" y="1696"/>
                  </a:cubicBezTo>
                  <a:cubicBezTo>
                    <a:pt x="3125" y="1720"/>
                    <a:pt x="3141" y="1740"/>
                    <a:pt x="3161" y="1764"/>
                  </a:cubicBezTo>
                  <a:cubicBezTo>
                    <a:pt x="3173" y="1788"/>
                    <a:pt x="3189" y="1812"/>
                    <a:pt x="3201" y="1840"/>
                  </a:cubicBezTo>
                  <a:cubicBezTo>
                    <a:pt x="3249" y="1948"/>
                    <a:pt x="3277" y="2068"/>
                    <a:pt x="3285" y="2188"/>
                  </a:cubicBezTo>
                  <a:cubicBezTo>
                    <a:pt x="3293" y="2316"/>
                    <a:pt x="3285" y="2444"/>
                    <a:pt x="3269" y="2568"/>
                  </a:cubicBezTo>
                  <a:cubicBezTo>
                    <a:pt x="3245" y="2700"/>
                    <a:pt x="3213" y="2828"/>
                    <a:pt x="3169" y="2948"/>
                  </a:cubicBezTo>
                  <a:cubicBezTo>
                    <a:pt x="3145" y="3012"/>
                    <a:pt x="3117" y="3072"/>
                    <a:pt x="3089" y="3128"/>
                  </a:cubicBezTo>
                  <a:cubicBezTo>
                    <a:pt x="3069" y="3156"/>
                    <a:pt x="3057" y="3184"/>
                    <a:pt x="3041" y="3212"/>
                  </a:cubicBezTo>
                  <a:lnTo>
                    <a:pt x="2981" y="3297"/>
                  </a:lnTo>
                  <a:cubicBezTo>
                    <a:pt x="2897" y="3405"/>
                    <a:pt x="2821" y="3521"/>
                    <a:pt x="2753" y="3641"/>
                  </a:cubicBezTo>
                  <a:cubicBezTo>
                    <a:pt x="2689" y="3757"/>
                    <a:pt x="2625" y="3881"/>
                    <a:pt x="2565" y="4001"/>
                  </a:cubicBezTo>
                  <a:cubicBezTo>
                    <a:pt x="2505" y="4121"/>
                    <a:pt x="2453" y="4245"/>
                    <a:pt x="2405" y="4369"/>
                  </a:cubicBezTo>
                  <a:lnTo>
                    <a:pt x="2405" y="4381"/>
                  </a:lnTo>
                  <a:lnTo>
                    <a:pt x="2405" y="4385"/>
                  </a:lnTo>
                  <a:lnTo>
                    <a:pt x="2405" y="4389"/>
                  </a:lnTo>
                  <a:lnTo>
                    <a:pt x="2405" y="4397"/>
                  </a:lnTo>
                  <a:cubicBezTo>
                    <a:pt x="2401" y="4405"/>
                    <a:pt x="2401" y="4413"/>
                    <a:pt x="2401" y="4417"/>
                  </a:cubicBezTo>
                  <a:cubicBezTo>
                    <a:pt x="2397" y="4433"/>
                    <a:pt x="2389" y="4433"/>
                    <a:pt x="2389" y="4433"/>
                  </a:cubicBezTo>
                  <a:cubicBezTo>
                    <a:pt x="2365" y="4433"/>
                    <a:pt x="2341" y="4421"/>
                    <a:pt x="2321" y="4405"/>
                  </a:cubicBezTo>
                  <a:cubicBezTo>
                    <a:pt x="2269" y="4373"/>
                    <a:pt x="2217" y="4333"/>
                    <a:pt x="2173" y="4293"/>
                  </a:cubicBezTo>
                  <a:cubicBezTo>
                    <a:pt x="2149" y="4273"/>
                    <a:pt x="2125" y="4249"/>
                    <a:pt x="2097" y="4229"/>
                  </a:cubicBezTo>
                  <a:cubicBezTo>
                    <a:pt x="2073" y="4209"/>
                    <a:pt x="2045" y="4189"/>
                    <a:pt x="2017" y="4173"/>
                  </a:cubicBezTo>
                  <a:cubicBezTo>
                    <a:pt x="1961" y="4141"/>
                    <a:pt x="1901" y="4113"/>
                    <a:pt x="1841" y="4089"/>
                  </a:cubicBezTo>
                  <a:cubicBezTo>
                    <a:pt x="1725" y="4049"/>
                    <a:pt x="1605" y="4017"/>
                    <a:pt x="1485" y="3997"/>
                  </a:cubicBezTo>
                  <a:cubicBezTo>
                    <a:pt x="1249" y="3953"/>
                    <a:pt x="1033" y="3933"/>
                    <a:pt x="833" y="3897"/>
                  </a:cubicBezTo>
                  <a:cubicBezTo>
                    <a:pt x="741" y="3885"/>
                    <a:pt x="649" y="3861"/>
                    <a:pt x="557" y="3833"/>
                  </a:cubicBezTo>
                  <a:cubicBezTo>
                    <a:pt x="517" y="3821"/>
                    <a:pt x="473" y="3805"/>
                    <a:pt x="433" y="3789"/>
                  </a:cubicBezTo>
                  <a:lnTo>
                    <a:pt x="417" y="3781"/>
                  </a:lnTo>
                  <a:lnTo>
                    <a:pt x="409" y="3777"/>
                  </a:lnTo>
                  <a:lnTo>
                    <a:pt x="381" y="3761"/>
                  </a:lnTo>
                  <a:cubicBezTo>
                    <a:pt x="365" y="3753"/>
                    <a:pt x="345" y="3741"/>
                    <a:pt x="329" y="3733"/>
                  </a:cubicBezTo>
                  <a:cubicBezTo>
                    <a:pt x="269" y="3689"/>
                    <a:pt x="217" y="3641"/>
                    <a:pt x="173" y="3581"/>
                  </a:cubicBezTo>
                  <a:cubicBezTo>
                    <a:pt x="137" y="3529"/>
                    <a:pt x="105" y="3477"/>
                    <a:pt x="81" y="3417"/>
                  </a:cubicBezTo>
                  <a:cubicBezTo>
                    <a:pt x="49" y="3333"/>
                    <a:pt x="29" y="3244"/>
                    <a:pt x="21" y="3156"/>
                  </a:cubicBezTo>
                  <a:cubicBezTo>
                    <a:pt x="17" y="3124"/>
                    <a:pt x="17" y="3092"/>
                    <a:pt x="17" y="3060"/>
                  </a:cubicBezTo>
                  <a:lnTo>
                    <a:pt x="13" y="3056"/>
                  </a:lnTo>
                  <a:cubicBezTo>
                    <a:pt x="9" y="3088"/>
                    <a:pt x="5" y="3120"/>
                    <a:pt x="5" y="3156"/>
                  </a:cubicBezTo>
                  <a:cubicBezTo>
                    <a:pt x="1" y="3249"/>
                    <a:pt x="13" y="3345"/>
                    <a:pt x="37" y="3437"/>
                  </a:cubicBezTo>
                  <a:cubicBezTo>
                    <a:pt x="57" y="3501"/>
                    <a:pt x="85" y="3565"/>
                    <a:pt x="121" y="3625"/>
                  </a:cubicBezTo>
                  <a:cubicBezTo>
                    <a:pt x="165" y="3693"/>
                    <a:pt x="221" y="3753"/>
                    <a:pt x="289" y="3805"/>
                  </a:cubicBezTo>
                  <a:cubicBezTo>
                    <a:pt x="305" y="3817"/>
                    <a:pt x="325" y="3829"/>
                    <a:pt x="341" y="3841"/>
                  </a:cubicBezTo>
                  <a:lnTo>
                    <a:pt x="373" y="3861"/>
                  </a:lnTo>
                  <a:cubicBezTo>
                    <a:pt x="377" y="3865"/>
                    <a:pt x="381" y="3865"/>
                    <a:pt x="389" y="3869"/>
                  </a:cubicBezTo>
                  <a:lnTo>
                    <a:pt x="405" y="3877"/>
                  </a:lnTo>
                  <a:cubicBezTo>
                    <a:pt x="445" y="3897"/>
                    <a:pt x="489" y="3917"/>
                    <a:pt x="533" y="3933"/>
                  </a:cubicBezTo>
                  <a:cubicBezTo>
                    <a:pt x="625" y="3965"/>
                    <a:pt x="725" y="3993"/>
                    <a:pt x="821" y="4013"/>
                  </a:cubicBezTo>
                  <a:cubicBezTo>
                    <a:pt x="1021" y="4053"/>
                    <a:pt x="1245" y="4073"/>
                    <a:pt x="1473" y="4113"/>
                  </a:cubicBezTo>
                  <a:cubicBezTo>
                    <a:pt x="1701" y="4153"/>
                    <a:pt x="1945" y="4181"/>
                    <a:pt x="2133" y="4345"/>
                  </a:cubicBezTo>
                  <a:cubicBezTo>
                    <a:pt x="2185" y="4385"/>
                    <a:pt x="2241" y="4421"/>
                    <a:pt x="2301" y="4453"/>
                  </a:cubicBezTo>
                  <a:cubicBezTo>
                    <a:pt x="2317" y="4461"/>
                    <a:pt x="2333" y="4469"/>
                    <a:pt x="2349" y="4477"/>
                  </a:cubicBezTo>
                  <a:cubicBezTo>
                    <a:pt x="2360" y="4481"/>
                    <a:pt x="2374" y="4483"/>
                    <a:pt x="2386" y="4483"/>
                  </a:cubicBezTo>
                  <a:cubicBezTo>
                    <a:pt x="2395" y="4483"/>
                    <a:pt x="2404" y="4482"/>
                    <a:pt x="2413" y="4481"/>
                  </a:cubicBezTo>
                  <a:cubicBezTo>
                    <a:pt x="2429" y="4481"/>
                    <a:pt x="2441" y="4469"/>
                    <a:pt x="2449" y="4457"/>
                  </a:cubicBezTo>
                  <a:cubicBezTo>
                    <a:pt x="2453" y="4449"/>
                    <a:pt x="2457" y="4437"/>
                    <a:pt x="2461" y="4425"/>
                  </a:cubicBezTo>
                  <a:cubicBezTo>
                    <a:pt x="2465" y="4417"/>
                    <a:pt x="2465" y="4405"/>
                    <a:pt x="2465" y="4397"/>
                  </a:cubicBezTo>
                  <a:lnTo>
                    <a:pt x="2465" y="4393"/>
                  </a:lnTo>
                  <a:lnTo>
                    <a:pt x="2465" y="4389"/>
                  </a:lnTo>
                  <a:lnTo>
                    <a:pt x="2465" y="4377"/>
                  </a:lnTo>
                  <a:cubicBezTo>
                    <a:pt x="2481" y="4317"/>
                    <a:pt x="2505" y="4257"/>
                    <a:pt x="2529" y="4197"/>
                  </a:cubicBezTo>
                  <a:cubicBezTo>
                    <a:pt x="2557" y="4137"/>
                    <a:pt x="2581" y="4077"/>
                    <a:pt x="2613" y="4017"/>
                  </a:cubicBezTo>
                  <a:cubicBezTo>
                    <a:pt x="2729" y="3773"/>
                    <a:pt x="2873" y="3545"/>
                    <a:pt x="3049" y="3341"/>
                  </a:cubicBezTo>
                  <a:cubicBezTo>
                    <a:pt x="3237" y="3132"/>
                    <a:pt x="3333" y="2860"/>
                    <a:pt x="3393" y="2592"/>
                  </a:cubicBezTo>
                  <a:cubicBezTo>
                    <a:pt x="3417" y="2456"/>
                    <a:pt x="3429" y="2320"/>
                    <a:pt x="3425" y="2180"/>
                  </a:cubicBezTo>
                  <a:cubicBezTo>
                    <a:pt x="3417" y="2044"/>
                    <a:pt x="3389" y="1908"/>
                    <a:pt x="3337" y="1780"/>
                  </a:cubicBezTo>
                  <a:cubicBezTo>
                    <a:pt x="3321" y="1748"/>
                    <a:pt x="3305" y="1720"/>
                    <a:pt x="3289" y="1688"/>
                  </a:cubicBezTo>
                  <a:cubicBezTo>
                    <a:pt x="3269" y="1660"/>
                    <a:pt x="3253" y="1624"/>
                    <a:pt x="3225" y="1604"/>
                  </a:cubicBezTo>
                  <a:cubicBezTo>
                    <a:pt x="3201" y="1580"/>
                    <a:pt x="3173" y="1548"/>
                    <a:pt x="3153" y="1528"/>
                  </a:cubicBezTo>
                  <a:cubicBezTo>
                    <a:pt x="3133" y="1508"/>
                    <a:pt x="3105" y="1488"/>
                    <a:pt x="3085" y="1468"/>
                  </a:cubicBezTo>
                  <a:cubicBezTo>
                    <a:pt x="3073" y="1456"/>
                    <a:pt x="3061" y="1448"/>
                    <a:pt x="3049" y="1436"/>
                  </a:cubicBezTo>
                  <a:lnTo>
                    <a:pt x="3021" y="1408"/>
                  </a:lnTo>
                  <a:cubicBezTo>
                    <a:pt x="3005" y="1388"/>
                    <a:pt x="2985" y="1364"/>
                    <a:pt x="2965" y="1344"/>
                  </a:cubicBezTo>
                  <a:cubicBezTo>
                    <a:pt x="2949" y="1320"/>
                    <a:pt x="2929" y="1300"/>
                    <a:pt x="2913" y="1276"/>
                  </a:cubicBezTo>
                  <a:lnTo>
                    <a:pt x="2865" y="1208"/>
                  </a:lnTo>
                  <a:cubicBezTo>
                    <a:pt x="2737" y="1020"/>
                    <a:pt x="2637" y="824"/>
                    <a:pt x="2537" y="644"/>
                  </a:cubicBezTo>
                  <a:cubicBezTo>
                    <a:pt x="2489" y="556"/>
                    <a:pt x="2433" y="472"/>
                    <a:pt x="2369" y="392"/>
                  </a:cubicBezTo>
                  <a:cubicBezTo>
                    <a:pt x="2309" y="320"/>
                    <a:pt x="2237" y="260"/>
                    <a:pt x="2153" y="216"/>
                  </a:cubicBezTo>
                  <a:cubicBezTo>
                    <a:pt x="2077" y="176"/>
                    <a:pt x="2013" y="140"/>
                    <a:pt x="1953" y="100"/>
                  </a:cubicBezTo>
                  <a:cubicBezTo>
                    <a:pt x="1897" y="60"/>
                    <a:pt x="1833" y="28"/>
                    <a:pt x="1769" y="8"/>
                  </a:cubicBezTo>
                  <a:cubicBezTo>
                    <a:pt x="1744" y="3"/>
                    <a:pt x="1719" y="0"/>
                    <a:pt x="1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60"/>
            <p:cNvSpPr/>
            <p:nvPr/>
          </p:nvSpPr>
          <p:spPr>
            <a:xfrm>
              <a:off x="2812529" y="2637066"/>
              <a:ext cx="639304" cy="606059"/>
            </a:xfrm>
            <a:custGeom>
              <a:avLst/>
              <a:gdLst/>
              <a:ahLst/>
              <a:cxnLst/>
              <a:rect l="l" t="t" r="r" b="b"/>
              <a:pathLst>
                <a:path w="3173" h="3008" extrusionOk="0">
                  <a:moveTo>
                    <a:pt x="1995" y="1"/>
                  </a:moveTo>
                  <a:cubicBezTo>
                    <a:pt x="1951" y="1"/>
                    <a:pt x="1906" y="3"/>
                    <a:pt x="1861" y="6"/>
                  </a:cubicBezTo>
                  <a:cubicBezTo>
                    <a:pt x="1765" y="18"/>
                    <a:pt x="1669" y="34"/>
                    <a:pt x="1573" y="54"/>
                  </a:cubicBezTo>
                  <a:cubicBezTo>
                    <a:pt x="1481" y="74"/>
                    <a:pt x="1389" y="102"/>
                    <a:pt x="1297" y="126"/>
                  </a:cubicBezTo>
                  <a:cubicBezTo>
                    <a:pt x="1253" y="138"/>
                    <a:pt x="1209" y="150"/>
                    <a:pt x="1165" y="158"/>
                  </a:cubicBezTo>
                  <a:cubicBezTo>
                    <a:pt x="1134" y="161"/>
                    <a:pt x="1103" y="164"/>
                    <a:pt x="1071" y="164"/>
                  </a:cubicBezTo>
                  <a:cubicBezTo>
                    <a:pt x="1059" y="164"/>
                    <a:pt x="1046" y="163"/>
                    <a:pt x="1033" y="162"/>
                  </a:cubicBezTo>
                  <a:cubicBezTo>
                    <a:pt x="841" y="162"/>
                    <a:pt x="649" y="194"/>
                    <a:pt x="461" y="254"/>
                  </a:cubicBezTo>
                  <a:cubicBezTo>
                    <a:pt x="369" y="286"/>
                    <a:pt x="281" y="330"/>
                    <a:pt x="201" y="386"/>
                  </a:cubicBezTo>
                  <a:cubicBezTo>
                    <a:pt x="125" y="442"/>
                    <a:pt x="57" y="510"/>
                    <a:pt x="1" y="594"/>
                  </a:cubicBezTo>
                  <a:lnTo>
                    <a:pt x="13" y="602"/>
                  </a:lnTo>
                  <a:cubicBezTo>
                    <a:pt x="77" y="534"/>
                    <a:pt x="149" y="474"/>
                    <a:pt x="229" y="430"/>
                  </a:cubicBezTo>
                  <a:cubicBezTo>
                    <a:pt x="309" y="386"/>
                    <a:pt x="397" y="350"/>
                    <a:pt x="485" y="330"/>
                  </a:cubicBezTo>
                  <a:cubicBezTo>
                    <a:pt x="626" y="299"/>
                    <a:pt x="769" y="282"/>
                    <a:pt x="915" y="282"/>
                  </a:cubicBezTo>
                  <a:cubicBezTo>
                    <a:pt x="955" y="282"/>
                    <a:pt x="996" y="284"/>
                    <a:pt x="1037" y="286"/>
                  </a:cubicBezTo>
                  <a:cubicBezTo>
                    <a:pt x="1061" y="288"/>
                    <a:pt x="1086" y="289"/>
                    <a:pt x="1111" y="289"/>
                  </a:cubicBezTo>
                  <a:cubicBezTo>
                    <a:pt x="1136" y="289"/>
                    <a:pt x="1161" y="288"/>
                    <a:pt x="1185" y="286"/>
                  </a:cubicBezTo>
                  <a:cubicBezTo>
                    <a:pt x="1237" y="278"/>
                    <a:pt x="1285" y="266"/>
                    <a:pt x="1329" y="258"/>
                  </a:cubicBezTo>
                  <a:cubicBezTo>
                    <a:pt x="1421" y="234"/>
                    <a:pt x="1513" y="210"/>
                    <a:pt x="1605" y="194"/>
                  </a:cubicBezTo>
                  <a:cubicBezTo>
                    <a:pt x="1693" y="178"/>
                    <a:pt x="1785" y="162"/>
                    <a:pt x="1873" y="154"/>
                  </a:cubicBezTo>
                  <a:cubicBezTo>
                    <a:pt x="1919" y="150"/>
                    <a:pt x="1964" y="148"/>
                    <a:pt x="2008" y="148"/>
                  </a:cubicBezTo>
                  <a:cubicBezTo>
                    <a:pt x="2053" y="148"/>
                    <a:pt x="2097" y="150"/>
                    <a:pt x="2141" y="154"/>
                  </a:cubicBezTo>
                  <a:cubicBezTo>
                    <a:pt x="2165" y="154"/>
                    <a:pt x="2185" y="158"/>
                    <a:pt x="2209" y="162"/>
                  </a:cubicBezTo>
                  <a:cubicBezTo>
                    <a:pt x="2229" y="166"/>
                    <a:pt x="2249" y="170"/>
                    <a:pt x="2269" y="174"/>
                  </a:cubicBezTo>
                  <a:lnTo>
                    <a:pt x="2329" y="194"/>
                  </a:lnTo>
                  <a:lnTo>
                    <a:pt x="2393" y="222"/>
                  </a:lnTo>
                  <a:cubicBezTo>
                    <a:pt x="2469" y="258"/>
                    <a:pt x="2533" y="310"/>
                    <a:pt x="2585" y="378"/>
                  </a:cubicBezTo>
                  <a:cubicBezTo>
                    <a:pt x="2613" y="414"/>
                    <a:pt x="2637" y="450"/>
                    <a:pt x="2661" y="486"/>
                  </a:cubicBezTo>
                  <a:cubicBezTo>
                    <a:pt x="2685" y="526"/>
                    <a:pt x="2709" y="566"/>
                    <a:pt x="2725" y="606"/>
                  </a:cubicBezTo>
                  <a:cubicBezTo>
                    <a:pt x="2745" y="650"/>
                    <a:pt x="2761" y="690"/>
                    <a:pt x="2777" y="734"/>
                  </a:cubicBezTo>
                  <a:cubicBezTo>
                    <a:pt x="2797" y="778"/>
                    <a:pt x="2813" y="818"/>
                    <a:pt x="2825" y="862"/>
                  </a:cubicBezTo>
                  <a:cubicBezTo>
                    <a:pt x="2857" y="954"/>
                    <a:pt x="2881" y="1042"/>
                    <a:pt x="2901" y="1134"/>
                  </a:cubicBezTo>
                  <a:cubicBezTo>
                    <a:pt x="2921" y="1226"/>
                    <a:pt x="2933" y="1318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lnTo>
                    <a:pt x="2953" y="1622"/>
                  </a:ln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80"/>
                    <a:pt x="3038" y="1856"/>
                    <a:pt x="3098" y="1920"/>
                  </a:cubicBezTo>
                  <a:lnTo>
                    <a:pt x="3098" y="1920"/>
                  </a:lnTo>
                  <a:lnTo>
                    <a:pt x="3049" y="1942"/>
                  </a:lnTo>
                  <a:lnTo>
                    <a:pt x="2977" y="1982"/>
                  </a:lnTo>
                  <a:cubicBezTo>
                    <a:pt x="2929" y="2014"/>
                    <a:pt x="2881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29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6"/>
                  </a:lnTo>
                  <a:cubicBezTo>
                    <a:pt x="2169" y="2870"/>
                    <a:pt x="2129" y="2886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4"/>
                    <a:pt x="1621" y="2822"/>
                  </a:cubicBezTo>
                  <a:cubicBezTo>
                    <a:pt x="1573" y="2806"/>
                    <a:pt x="1521" y="2786"/>
                    <a:pt x="1473" y="2766"/>
                  </a:cubicBezTo>
                  <a:cubicBezTo>
                    <a:pt x="1421" y="2746"/>
                    <a:pt x="1373" y="2722"/>
                    <a:pt x="1325" y="2694"/>
                  </a:cubicBezTo>
                  <a:cubicBezTo>
                    <a:pt x="1229" y="2642"/>
                    <a:pt x="1121" y="2602"/>
                    <a:pt x="1013" y="2578"/>
                  </a:cubicBezTo>
                  <a:lnTo>
                    <a:pt x="1009" y="2590"/>
                  </a:lnTo>
                  <a:cubicBezTo>
                    <a:pt x="1109" y="2634"/>
                    <a:pt x="1205" y="2686"/>
                    <a:pt x="1297" y="2746"/>
                  </a:cubicBezTo>
                  <a:cubicBezTo>
                    <a:pt x="1341" y="2782"/>
                    <a:pt x="1389" y="2810"/>
                    <a:pt x="1441" y="2838"/>
                  </a:cubicBezTo>
                  <a:cubicBezTo>
                    <a:pt x="1489" y="2862"/>
                    <a:pt x="1541" y="2886"/>
                    <a:pt x="1597" y="2906"/>
                  </a:cubicBezTo>
                  <a:cubicBezTo>
                    <a:pt x="1701" y="2950"/>
                    <a:pt x="1813" y="2978"/>
                    <a:pt x="1925" y="2998"/>
                  </a:cubicBezTo>
                  <a:cubicBezTo>
                    <a:pt x="1969" y="3004"/>
                    <a:pt x="2013" y="3008"/>
                    <a:pt x="2055" y="3008"/>
                  </a:cubicBezTo>
                  <a:cubicBezTo>
                    <a:pt x="2070" y="3008"/>
                    <a:pt x="2086" y="3008"/>
                    <a:pt x="2101" y="3006"/>
                  </a:cubicBezTo>
                  <a:cubicBezTo>
                    <a:pt x="2173" y="3002"/>
                    <a:pt x="2241" y="2974"/>
                    <a:pt x="2293" y="2930"/>
                  </a:cubicBezTo>
                  <a:lnTo>
                    <a:pt x="2321" y="2898"/>
                  </a:lnTo>
                  <a:lnTo>
                    <a:pt x="2349" y="2862"/>
                  </a:lnTo>
                  <a:cubicBezTo>
                    <a:pt x="2369" y="2838"/>
                    <a:pt x="2385" y="2818"/>
                    <a:pt x="2401" y="2794"/>
                  </a:cubicBezTo>
                  <a:lnTo>
                    <a:pt x="2493" y="2658"/>
                  </a:lnTo>
                  <a:cubicBezTo>
                    <a:pt x="2557" y="2566"/>
                    <a:pt x="2617" y="2474"/>
                    <a:pt x="2677" y="2386"/>
                  </a:cubicBezTo>
                  <a:cubicBezTo>
                    <a:pt x="2713" y="2342"/>
                    <a:pt x="2745" y="2298"/>
                    <a:pt x="2777" y="2258"/>
                  </a:cubicBezTo>
                  <a:cubicBezTo>
                    <a:pt x="2813" y="2214"/>
                    <a:pt x="2849" y="2174"/>
                    <a:pt x="2885" y="2134"/>
                  </a:cubicBezTo>
                  <a:cubicBezTo>
                    <a:pt x="2925" y="2098"/>
                    <a:pt x="2965" y="2062"/>
                    <a:pt x="3005" y="2030"/>
                  </a:cubicBezTo>
                  <a:lnTo>
                    <a:pt x="3073" y="1982"/>
                  </a:lnTo>
                  <a:lnTo>
                    <a:pt x="3145" y="1946"/>
                  </a:lnTo>
                  <a:lnTo>
                    <a:pt x="3173" y="1930"/>
                  </a:lnTo>
                  <a:lnTo>
                    <a:pt x="3153" y="1910"/>
                  </a:lnTo>
                  <a:cubicBezTo>
                    <a:pt x="3085" y="1846"/>
                    <a:pt x="3033" y="1770"/>
                    <a:pt x="3005" y="1682"/>
                  </a:cubicBezTo>
                  <a:cubicBezTo>
                    <a:pt x="3001" y="1662"/>
                    <a:pt x="2997" y="1638"/>
                    <a:pt x="2997" y="1618"/>
                  </a:cubicBezTo>
                  <a:cubicBezTo>
                    <a:pt x="2993" y="1606"/>
                    <a:pt x="2993" y="1598"/>
                    <a:pt x="2997" y="1586"/>
                  </a:cubicBezTo>
                  <a:lnTo>
                    <a:pt x="2997" y="1550"/>
                  </a:lnTo>
                  <a:cubicBezTo>
                    <a:pt x="3001" y="1502"/>
                    <a:pt x="2997" y="1454"/>
                    <a:pt x="2997" y="1406"/>
                  </a:cubicBezTo>
                  <a:cubicBezTo>
                    <a:pt x="2989" y="1310"/>
                    <a:pt x="2981" y="1214"/>
                    <a:pt x="2969" y="1122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93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5" y="302"/>
                  </a:cubicBezTo>
                  <a:cubicBezTo>
                    <a:pt x="2625" y="214"/>
                    <a:pt x="2541" y="146"/>
                    <a:pt x="2449" y="98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5" y="34"/>
                    <a:pt x="2261" y="26"/>
                    <a:pt x="2233" y="22"/>
                  </a:cubicBezTo>
                  <a:cubicBezTo>
                    <a:pt x="2209" y="18"/>
                    <a:pt x="2185" y="10"/>
                    <a:pt x="2157" y="10"/>
                  </a:cubicBezTo>
                  <a:cubicBezTo>
                    <a:pt x="2104" y="4"/>
                    <a:pt x="2050" y="1"/>
                    <a:pt x="19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60"/>
            <p:cNvSpPr/>
            <p:nvPr/>
          </p:nvSpPr>
          <p:spPr>
            <a:xfrm>
              <a:off x="2403919" y="1908100"/>
              <a:ext cx="864158" cy="805326"/>
            </a:xfrm>
            <a:custGeom>
              <a:avLst/>
              <a:gdLst/>
              <a:ahLst/>
              <a:cxnLst/>
              <a:rect l="l" t="t" r="r" b="b"/>
              <a:pathLst>
                <a:path w="4289" h="3997" extrusionOk="0">
                  <a:moveTo>
                    <a:pt x="3541" y="0"/>
                  </a:moveTo>
                  <a:lnTo>
                    <a:pt x="3509" y="4"/>
                  </a:lnTo>
                  <a:cubicBezTo>
                    <a:pt x="3369" y="16"/>
                    <a:pt x="3229" y="28"/>
                    <a:pt x="3089" y="36"/>
                  </a:cubicBezTo>
                  <a:cubicBezTo>
                    <a:pt x="3055" y="38"/>
                    <a:pt x="3021" y="39"/>
                    <a:pt x="2986" y="39"/>
                  </a:cubicBezTo>
                  <a:cubicBezTo>
                    <a:pt x="2952" y="39"/>
                    <a:pt x="2917" y="38"/>
                    <a:pt x="2881" y="36"/>
                  </a:cubicBezTo>
                  <a:cubicBezTo>
                    <a:pt x="2809" y="32"/>
                    <a:pt x="2741" y="32"/>
                    <a:pt x="2669" y="32"/>
                  </a:cubicBezTo>
                  <a:cubicBezTo>
                    <a:pt x="2620" y="31"/>
                    <a:pt x="2571" y="30"/>
                    <a:pt x="2523" y="30"/>
                  </a:cubicBezTo>
                  <a:cubicBezTo>
                    <a:pt x="2287" y="30"/>
                    <a:pt x="2053" y="46"/>
                    <a:pt x="1821" y="72"/>
                  </a:cubicBezTo>
                  <a:cubicBezTo>
                    <a:pt x="1677" y="88"/>
                    <a:pt x="1533" y="116"/>
                    <a:pt x="1397" y="160"/>
                  </a:cubicBezTo>
                  <a:cubicBezTo>
                    <a:pt x="1361" y="172"/>
                    <a:pt x="1325" y="184"/>
                    <a:pt x="1293" y="200"/>
                  </a:cubicBezTo>
                  <a:cubicBezTo>
                    <a:pt x="1261" y="212"/>
                    <a:pt x="1225" y="236"/>
                    <a:pt x="1193" y="252"/>
                  </a:cubicBezTo>
                  <a:cubicBezTo>
                    <a:pt x="1165" y="268"/>
                    <a:pt x="1133" y="292"/>
                    <a:pt x="1105" y="304"/>
                  </a:cubicBezTo>
                  <a:cubicBezTo>
                    <a:pt x="1077" y="320"/>
                    <a:pt x="1045" y="332"/>
                    <a:pt x="1017" y="344"/>
                  </a:cubicBezTo>
                  <a:cubicBezTo>
                    <a:pt x="885" y="392"/>
                    <a:pt x="753" y="428"/>
                    <a:pt x="617" y="456"/>
                  </a:cubicBezTo>
                  <a:cubicBezTo>
                    <a:pt x="541" y="476"/>
                    <a:pt x="469" y="508"/>
                    <a:pt x="401" y="548"/>
                  </a:cubicBezTo>
                  <a:cubicBezTo>
                    <a:pt x="337" y="592"/>
                    <a:pt x="277" y="652"/>
                    <a:pt x="233" y="720"/>
                  </a:cubicBezTo>
                  <a:cubicBezTo>
                    <a:pt x="213" y="748"/>
                    <a:pt x="197" y="784"/>
                    <a:pt x="177" y="816"/>
                  </a:cubicBezTo>
                  <a:cubicBezTo>
                    <a:pt x="161" y="848"/>
                    <a:pt x="145" y="884"/>
                    <a:pt x="133" y="920"/>
                  </a:cubicBezTo>
                  <a:cubicBezTo>
                    <a:pt x="105" y="988"/>
                    <a:pt x="81" y="1060"/>
                    <a:pt x="65" y="1128"/>
                  </a:cubicBezTo>
                  <a:cubicBezTo>
                    <a:pt x="29" y="1272"/>
                    <a:pt x="13" y="1416"/>
                    <a:pt x="9" y="1564"/>
                  </a:cubicBezTo>
                  <a:cubicBezTo>
                    <a:pt x="1" y="1708"/>
                    <a:pt x="13" y="1856"/>
                    <a:pt x="45" y="1996"/>
                  </a:cubicBezTo>
                  <a:cubicBezTo>
                    <a:pt x="77" y="2140"/>
                    <a:pt x="125" y="2280"/>
                    <a:pt x="189" y="2408"/>
                  </a:cubicBezTo>
                  <a:cubicBezTo>
                    <a:pt x="245" y="2540"/>
                    <a:pt x="313" y="2664"/>
                    <a:pt x="373" y="2788"/>
                  </a:cubicBezTo>
                  <a:cubicBezTo>
                    <a:pt x="489" y="3040"/>
                    <a:pt x="525" y="3320"/>
                    <a:pt x="481" y="3592"/>
                  </a:cubicBezTo>
                  <a:cubicBezTo>
                    <a:pt x="465" y="3660"/>
                    <a:pt x="457" y="3732"/>
                    <a:pt x="457" y="3804"/>
                  </a:cubicBezTo>
                  <a:cubicBezTo>
                    <a:pt x="469" y="3880"/>
                    <a:pt x="505" y="3948"/>
                    <a:pt x="557" y="3996"/>
                  </a:cubicBezTo>
                  <a:lnTo>
                    <a:pt x="569" y="3988"/>
                  </a:lnTo>
                  <a:cubicBezTo>
                    <a:pt x="525" y="3936"/>
                    <a:pt x="497" y="3872"/>
                    <a:pt x="493" y="3804"/>
                  </a:cubicBezTo>
                  <a:cubicBezTo>
                    <a:pt x="497" y="3736"/>
                    <a:pt x="513" y="3668"/>
                    <a:pt x="533" y="3604"/>
                  </a:cubicBezTo>
                  <a:cubicBezTo>
                    <a:pt x="549" y="3532"/>
                    <a:pt x="561" y="3464"/>
                    <a:pt x="569" y="3392"/>
                  </a:cubicBezTo>
                  <a:cubicBezTo>
                    <a:pt x="569" y="3352"/>
                    <a:pt x="565" y="3316"/>
                    <a:pt x="569" y="3280"/>
                  </a:cubicBezTo>
                  <a:cubicBezTo>
                    <a:pt x="569" y="3248"/>
                    <a:pt x="561" y="3208"/>
                    <a:pt x="561" y="3176"/>
                  </a:cubicBezTo>
                  <a:cubicBezTo>
                    <a:pt x="553" y="3028"/>
                    <a:pt x="517" y="2888"/>
                    <a:pt x="461" y="2752"/>
                  </a:cubicBezTo>
                  <a:cubicBezTo>
                    <a:pt x="409" y="2616"/>
                    <a:pt x="341" y="2492"/>
                    <a:pt x="293" y="2364"/>
                  </a:cubicBezTo>
                  <a:cubicBezTo>
                    <a:pt x="237" y="2240"/>
                    <a:pt x="197" y="2108"/>
                    <a:pt x="169" y="1976"/>
                  </a:cubicBezTo>
                  <a:cubicBezTo>
                    <a:pt x="149" y="1840"/>
                    <a:pt x="141" y="1704"/>
                    <a:pt x="145" y="1568"/>
                  </a:cubicBezTo>
                  <a:cubicBezTo>
                    <a:pt x="153" y="1436"/>
                    <a:pt x="173" y="1300"/>
                    <a:pt x="205" y="1168"/>
                  </a:cubicBezTo>
                  <a:cubicBezTo>
                    <a:pt x="221" y="1104"/>
                    <a:pt x="241" y="1040"/>
                    <a:pt x="269" y="976"/>
                  </a:cubicBezTo>
                  <a:cubicBezTo>
                    <a:pt x="277" y="944"/>
                    <a:pt x="293" y="916"/>
                    <a:pt x="305" y="888"/>
                  </a:cubicBezTo>
                  <a:cubicBezTo>
                    <a:pt x="321" y="860"/>
                    <a:pt x="337" y="832"/>
                    <a:pt x="357" y="804"/>
                  </a:cubicBezTo>
                  <a:cubicBezTo>
                    <a:pt x="425" y="700"/>
                    <a:pt x="533" y="624"/>
                    <a:pt x="657" y="596"/>
                  </a:cubicBezTo>
                  <a:cubicBezTo>
                    <a:pt x="797" y="564"/>
                    <a:pt x="933" y="520"/>
                    <a:pt x="1065" y="468"/>
                  </a:cubicBezTo>
                  <a:cubicBezTo>
                    <a:pt x="1101" y="456"/>
                    <a:pt x="1133" y="440"/>
                    <a:pt x="1165" y="420"/>
                  </a:cubicBezTo>
                  <a:cubicBezTo>
                    <a:pt x="1201" y="400"/>
                    <a:pt x="1233" y="376"/>
                    <a:pt x="1261" y="364"/>
                  </a:cubicBezTo>
                  <a:cubicBezTo>
                    <a:pt x="1289" y="348"/>
                    <a:pt x="1313" y="332"/>
                    <a:pt x="1345" y="316"/>
                  </a:cubicBezTo>
                  <a:cubicBezTo>
                    <a:pt x="1377" y="304"/>
                    <a:pt x="1405" y="292"/>
                    <a:pt x="1437" y="280"/>
                  </a:cubicBezTo>
                  <a:cubicBezTo>
                    <a:pt x="1565" y="236"/>
                    <a:pt x="1701" y="204"/>
                    <a:pt x="1837" y="184"/>
                  </a:cubicBezTo>
                  <a:cubicBezTo>
                    <a:pt x="2113" y="140"/>
                    <a:pt x="2393" y="112"/>
                    <a:pt x="2669" y="104"/>
                  </a:cubicBezTo>
                  <a:cubicBezTo>
                    <a:pt x="2720" y="101"/>
                    <a:pt x="2771" y="98"/>
                    <a:pt x="2820" y="98"/>
                  </a:cubicBezTo>
                  <a:cubicBezTo>
                    <a:pt x="2841" y="98"/>
                    <a:pt x="2861" y="99"/>
                    <a:pt x="2881" y="100"/>
                  </a:cubicBezTo>
                  <a:cubicBezTo>
                    <a:pt x="2949" y="100"/>
                    <a:pt x="3025" y="96"/>
                    <a:pt x="3093" y="92"/>
                  </a:cubicBezTo>
                  <a:cubicBezTo>
                    <a:pt x="3226" y="81"/>
                    <a:pt x="3356" y="70"/>
                    <a:pt x="3486" y="56"/>
                  </a:cubicBezTo>
                  <a:lnTo>
                    <a:pt x="3486" y="56"/>
                  </a:lnTo>
                  <a:cubicBezTo>
                    <a:pt x="3466" y="145"/>
                    <a:pt x="3456" y="235"/>
                    <a:pt x="3453" y="324"/>
                  </a:cubicBezTo>
                  <a:cubicBezTo>
                    <a:pt x="3449" y="424"/>
                    <a:pt x="3453" y="528"/>
                    <a:pt x="3473" y="628"/>
                  </a:cubicBezTo>
                  <a:cubicBezTo>
                    <a:pt x="3481" y="680"/>
                    <a:pt x="3493" y="728"/>
                    <a:pt x="3509" y="780"/>
                  </a:cubicBezTo>
                  <a:lnTo>
                    <a:pt x="3541" y="852"/>
                  </a:lnTo>
                  <a:lnTo>
                    <a:pt x="3573" y="920"/>
                  </a:lnTo>
                  <a:cubicBezTo>
                    <a:pt x="3625" y="1008"/>
                    <a:pt x="3669" y="1096"/>
                    <a:pt x="3709" y="1184"/>
                  </a:cubicBezTo>
                  <a:cubicBezTo>
                    <a:pt x="3753" y="1276"/>
                    <a:pt x="3793" y="1368"/>
                    <a:pt x="3829" y="1460"/>
                  </a:cubicBezTo>
                  <a:cubicBezTo>
                    <a:pt x="3869" y="1552"/>
                    <a:pt x="3905" y="1644"/>
                    <a:pt x="3941" y="1736"/>
                  </a:cubicBezTo>
                  <a:cubicBezTo>
                    <a:pt x="3973" y="1828"/>
                    <a:pt x="4009" y="1924"/>
                    <a:pt x="4041" y="2016"/>
                  </a:cubicBezTo>
                  <a:cubicBezTo>
                    <a:pt x="4069" y="2112"/>
                    <a:pt x="4101" y="2204"/>
                    <a:pt x="4125" y="2300"/>
                  </a:cubicBezTo>
                  <a:cubicBezTo>
                    <a:pt x="4145" y="2392"/>
                    <a:pt x="4161" y="2484"/>
                    <a:pt x="4169" y="2576"/>
                  </a:cubicBezTo>
                  <a:cubicBezTo>
                    <a:pt x="4169" y="2672"/>
                    <a:pt x="4149" y="2764"/>
                    <a:pt x="4113" y="2852"/>
                  </a:cubicBezTo>
                  <a:cubicBezTo>
                    <a:pt x="4049" y="3032"/>
                    <a:pt x="3937" y="3192"/>
                    <a:pt x="3789" y="3312"/>
                  </a:cubicBezTo>
                  <a:cubicBezTo>
                    <a:pt x="3717" y="3372"/>
                    <a:pt x="3633" y="3420"/>
                    <a:pt x="3545" y="3448"/>
                  </a:cubicBezTo>
                  <a:cubicBezTo>
                    <a:pt x="3525" y="3456"/>
                    <a:pt x="3497" y="3464"/>
                    <a:pt x="3473" y="3468"/>
                  </a:cubicBezTo>
                  <a:lnTo>
                    <a:pt x="3401" y="3484"/>
                  </a:lnTo>
                  <a:cubicBezTo>
                    <a:pt x="3349" y="3496"/>
                    <a:pt x="3301" y="3512"/>
                    <a:pt x="3253" y="3532"/>
                  </a:cubicBezTo>
                  <a:cubicBezTo>
                    <a:pt x="3157" y="3568"/>
                    <a:pt x="3065" y="3612"/>
                    <a:pt x="2977" y="3664"/>
                  </a:cubicBezTo>
                  <a:cubicBezTo>
                    <a:pt x="2893" y="3716"/>
                    <a:pt x="2809" y="3772"/>
                    <a:pt x="2733" y="3840"/>
                  </a:cubicBezTo>
                  <a:lnTo>
                    <a:pt x="2737" y="3848"/>
                  </a:lnTo>
                  <a:cubicBezTo>
                    <a:pt x="2821" y="3792"/>
                    <a:pt x="2905" y="3740"/>
                    <a:pt x="2997" y="3696"/>
                  </a:cubicBezTo>
                  <a:cubicBezTo>
                    <a:pt x="3085" y="3652"/>
                    <a:pt x="3177" y="3616"/>
                    <a:pt x="3269" y="3588"/>
                  </a:cubicBezTo>
                  <a:cubicBezTo>
                    <a:pt x="3317" y="3576"/>
                    <a:pt x="3361" y="3564"/>
                    <a:pt x="3413" y="3552"/>
                  </a:cubicBezTo>
                  <a:lnTo>
                    <a:pt x="3485" y="3540"/>
                  </a:lnTo>
                  <a:cubicBezTo>
                    <a:pt x="3509" y="3536"/>
                    <a:pt x="3537" y="3532"/>
                    <a:pt x="3561" y="3524"/>
                  </a:cubicBezTo>
                  <a:cubicBezTo>
                    <a:pt x="3665" y="3496"/>
                    <a:pt x="3761" y="3452"/>
                    <a:pt x="3845" y="3388"/>
                  </a:cubicBezTo>
                  <a:cubicBezTo>
                    <a:pt x="4017" y="3260"/>
                    <a:pt x="4145" y="3088"/>
                    <a:pt x="4221" y="2892"/>
                  </a:cubicBezTo>
                  <a:cubicBezTo>
                    <a:pt x="4261" y="2792"/>
                    <a:pt x="4285" y="2688"/>
                    <a:pt x="4289" y="2580"/>
                  </a:cubicBezTo>
                  <a:cubicBezTo>
                    <a:pt x="4285" y="2476"/>
                    <a:pt x="4269" y="2368"/>
                    <a:pt x="4241" y="2264"/>
                  </a:cubicBezTo>
                  <a:cubicBezTo>
                    <a:pt x="4213" y="2168"/>
                    <a:pt x="4185" y="2068"/>
                    <a:pt x="4149" y="1972"/>
                  </a:cubicBezTo>
                  <a:cubicBezTo>
                    <a:pt x="4117" y="1880"/>
                    <a:pt x="4081" y="1784"/>
                    <a:pt x="4041" y="1692"/>
                  </a:cubicBezTo>
                  <a:cubicBezTo>
                    <a:pt x="4001" y="1600"/>
                    <a:pt x="3957" y="1508"/>
                    <a:pt x="3913" y="1416"/>
                  </a:cubicBezTo>
                  <a:cubicBezTo>
                    <a:pt x="3869" y="1324"/>
                    <a:pt x="3821" y="1236"/>
                    <a:pt x="3777" y="1148"/>
                  </a:cubicBezTo>
                  <a:cubicBezTo>
                    <a:pt x="3729" y="1060"/>
                    <a:pt x="3681" y="968"/>
                    <a:pt x="3625" y="888"/>
                  </a:cubicBezTo>
                  <a:lnTo>
                    <a:pt x="3589" y="820"/>
                  </a:lnTo>
                  <a:cubicBezTo>
                    <a:pt x="3577" y="800"/>
                    <a:pt x="3569" y="780"/>
                    <a:pt x="3561" y="756"/>
                  </a:cubicBezTo>
                  <a:cubicBezTo>
                    <a:pt x="3545" y="712"/>
                    <a:pt x="3529" y="664"/>
                    <a:pt x="3517" y="616"/>
                  </a:cubicBezTo>
                  <a:cubicBezTo>
                    <a:pt x="3501" y="520"/>
                    <a:pt x="3493" y="420"/>
                    <a:pt x="3497" y="324"/>
                  </a:cubicBezTo>
                  <a:cubicBezTo>
                    <a:pt x="3497" y="224"/>
                    <a:pt x="3513" y="128"/>
                    <a:pt x="3533" y="32"/>
                  </a:cubicBezTo>
                  <a:lnTo>
                    <a:pt x="35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60"/>
            <p:cNvSpPr/>
            <p:nvPr/>
          </p:nvSpPr>
          <p:spPr>
            <a:xfrm>
              <a:off x="1737410" y="2169625"/>
              <a:ext cx="773894" cy="711838"/>
            </a:xfrm>
            <a:custGeom>
              <a:avLst/>
              <a:gdLst/>
              <a:ahLst/>
              <a:cxnLst/>
              <a:rect l="l" t="t" r="r" b="b"/>
              <a:pathLst>
                <a:path w="3841" h="3533" extrusionOk="0">
                  <a:moveTo>
                    <a:pt x="1907" y="1"/>
                  </a:moveTo>
                  <a:cubicBezTo>
                    <a:pt x="1880" y="1"/>
                    <a:pt x="1852" y="1"/>
                    <a:pt x="1825" y="2"/>
                  </a:cubicBezTo>
                  <a:cubicBezTo>
                    <a:pt x="1721" y="2"/>
                    <a:pt x="1621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6" y="126"/>
                    <a:pt x="828" y="142"/>
                    <a:pt x="780" y="158"/>
                  </a:cubicBezTo>
                  <a:lnTo>
                    <a:pt x="640" y="214"/>
                  </a:lnTo>
                  <a:cubicBezTo>
                    <a:pt x="548" y="254"/>
                    <a:pt x="452" y="282"/>
                    <a:pt x="356" y="298"/>
                  </a:cubicBezTo>
                  <a:cubicBezTo>
                    <a:pt x="306" y="311"/>
                    <a:pt x="253" y="317"/>
                    <a:pt x="199" y="317"/>
                  </a:cubicBezTo>
                  <a:cubicBezTo>
                    <a:pt x="156" y="317"/>
                    <a:pt x="112" y="313"/>
                    <a:pt x="68" y="306"/>
                  </a:cubicBezTo>
                  <a:lnTo>
                    <a:pt x="0" y="294"/>
                  </a:lnTo>
                  <a:lnTo>
                    <a:pt x="40" y="354"/>
                  </a:lnTo>
                  <a:cubicBezTo>
                    <a:pt x="96" y="446"/>
                    <a:pt x="132" y="550"/>
                    <a:pt x="144" y="662"/>
                  </a:cubicBezTo>
                  <a:cubicBezTo>
                    <a:pt x="156" y="770"/>
                    <a:pt x="148" y="878"/>
                    <a:pt x="120" y="986"/>
                  </a:cubicBezTo>
                  <a:lnTo>
                    <a:pt x="100" y="1070"/>
                  </a:lnTo>
                  <a:lnTo>
                    <a:pt x="84" y="1158"/>
                  </a:lnTo>
                  <a:cubicBezTo>
                    <a:pt x="80" y="1218"/>
                    <a:pt x="72" y="1278"/>
                    <a:pt x="72" y="1334"/>
                  </a:cubicBezTo>
                  <a:cubicBezTo>
                    <a:pt x="68" y="1454"/>
                    <a:pt x="80" y="1574"/>
                    <a:pt x="104" y="1690"/>
                  </a:cubicBezTo>
                  <a:cubicBezTo>
                    <a:pt x="128" y="1810"/>
                    <a:pt x="172" y="1922"/>
                    <a:pt x="232" y="2030"/>
                  </a:cubicBezTo>
                  <a:cubicBezTo>
                    <a:pt x="296" y="2134"/>
                    <a:pt x="372" y="2230"/>
                    <a:pt x="468" y="2306"/>
                  </a:cubicBezTo>
                  <a:lnTo>
                    <a:pt x="540" y="2362"/>
                  </a:lnTo>
                  <a:cubicBezTo>
                    <a:pt x="564" y="2382"/>
                    <a:pt x="592" y="2398"/>
                    <a:pt x="616" y="2414"/>
                  </a:cubicBezTo>
                  <a:cubicBezTo>
                    <a:pt x="668" y="2446"/>
                    <a:pt x="724" y="2470"/>
                    <a:pt x="780" y="2494"/>
                  </a:cubicBezTo>
                  <a:cubicBezTo>
                    <a:pt x="888" y="2542"/>
                    <a:pt x="996" y="2578"/>
                    <a:pt x="1104" y="2614"/>
                  </a:cubicBezTo>
                  <a:cubicBezTo>
                    <a:pt x="1324" y="2690"/>
                    <a:pt x="1544" y="2754"/>
                    <a:pt x="1757" y="2834"/>
                  </a:cubicBezTo>
                  <a:cubicBezTo>
                    <a:pt x="1861" y="2874"/>
                    <a:pt x="1965" y="2914"/>
                    <a:pt x="2065" y="2966"/>
                  </a:cubicBezTo>
                  <a:cubicBezTo>
                    <a:pt x="2165" y="3014"/>
                    <a:pt x="2257" y="3074"/>
                    <a:pt x="2341" y="3142"/>
                  </a:cubicBezTo>
                  <a:cubicBezTo>
                    <a:pt x="2381" y="3178"/>
                    <a:pt x="2421" y="3218"/>
                    <a:pt x="2457" y="3258"/>
                  </a:cubicBezTo>
                  <a:lnTo>
                    <a:pt x="2481" y="3290"/>
                  </a:lnTo>
                  <a:lnTo>
                    <a:pt x="2489" y="3298"/>
                  </a:lnTo>
                  <a:lnTo>
                    <a:pt x="2493" y="3302"/>
                  </a:lnTo>
                  <a:lnTo>
                    <a:pt x="2501" y="3310"/>
                  </a:lnTo>
                  <a:lnTo>
                    <a:pt x="2517" y="3326"/>
                  </a:lnTo>
                  <a:cubicBezTo>
                    <a:pt x="2533" y="3346"/>
                    <a:pt x="2557" y="3370"/>
                    <a:pt x="2581" y="3390"/>
                  </a:cubicBezTo>
                  <a:cubicBezTo>
                    <a:pt x="2677" y="3466"/>
                    <a:pt x="2793" y="3514"/>
                    <a:pt x="2917" y="3526"/>
                  </a:cubicBezTo>
                  <a:cubicBezTo>
                    <a:pt x="2958" y="3531"/>
                    <a:pt x="3000" y="3533"/>
                    <a:pt x="3042" y="3533"/>
                  </a:cubicBezTo>
                  <a:cubicBezTo>
                    <a:pt x="3118" y="3533"/>
                    <a:pt x="3193" y="3526"/>
                    <a:pt x="3265" y="3510"/>
                  </a:cubicBezTo>
                  <a:cubicBezTo>
                    <a:pt x="3381" y="3490"/>
                    <a:pt x="3493" y="3454"/>
                    <a:pt x="3597" y="3410"/>
                  </a:cubicBezTo>
                  <a:lnTo>
                    <a:pt x="3593" y="3398"/>
                  </a:lnTo>
                  <a:cubicBezTo>
                    <a:pt x="3485" y="3430"/>
                    <a:pt x="3373" y="3454"/>
                    <a:pt x="3261" y="3466"/>
                  </a:cubicBezTo>
                  <a:cubicBezTo>
                    <a:pt x="3219" y="3471"/>
                    <a:pt x="3177" y="3473"/>
                    <a:pt x="3135" y="3473"/>
                  </a:cubicBezTo>
                  <a:cubicBezTo>
                    <a:pt x="3065" y="3473"/>
                    <a:pt x="2996" y="3467"/>
                    <a:pt x="2929" y="3454"/>
                  </a:cubicBezTo>
                  <a:cubicBezTo>
                    <a:pt x="2821" y="3438"/>
                    <a:pt x="2725" y="3390"/>
                    <a:pt x="2645" y="3322"/>
                  </a:cubicBezTo>
                  <a:cubicBezTo>
                    <a:pt x="2625" y="3302"/>
                    <a:pt x="2605" y="3282"/>
                    <a:pt x="2589" y="3262"/>
                  </a:cubicBezTo>
                  <a:lnTo>
                    <a:pt x="2565" y="3230"/>
                  </a:lnTo>
                  <a:lnTo>
                    <a:pt x="2537" y="3194"/>
                  </a:lnTo>
                  <a:cubicBezTo>
                    <a:pt x="2501" y="3146"/>
                    <a:pt x="2457" y="3102"/>
                    <a:pt x="2413" y="3062"/>
                  </a:cubicBezTo>
                  <a:cubicBezTo>
                    <a:pt x="2325" y="2982"/>
                    <a:pt x="2229" y="2914"/>
                    <a:pt x="2121" y="2858"/>
                  </a:cubicBezTo>
                  <a:cubicBezTo>
                    <a:pt x="2021" y="2802"/>
                    <a:pt x="1913" y="2750"/>
                    <a:pt x="1805" y="2706"/>
                  </a:cubicBezTo>
                  <a:cubicBezTo>
                    <a:pt x="1588" y="2622"/>
                    <a:pt x="1368" y="2550"/>
                    <a:pt x="1152" y="2478"/>
                  </a:cubicBezTo>
                  <a:lnTo>
                    <a:pt x="992" y="2422"/>
                  </a:lnTo>
                  <a:cubicBezTo>
                    <a:pt x="940" y="2402"/>
                    <a:pt x="880" y="2382"/>
                    <a:pt x="836" y="2362"/>
                  </a:cubicBezTo>
                  <a:cubicBezTo>
                    <a:pt x="784" y="2342"/>
                    <a:pt x="736" y="2318"/>
                    <a:pt x="688" y="2290"/>
                  </a:cubicBezTo>
                  <a:cubicBezTo>
                    <a:pt x="548" y="2214"/>
                    <a:pt x="432" y="2102"/>
                    <a:pt x="348" y="1962"/>
                  </a:cubicBezTo>
                  <a:cubicBezTo>
                    <a:pt x="292" y="1870"/>
                    <a:pt x="248" y="1770"/>
                    <a:pt x="224" y="1662"/>
                  </a:cubicBezTo>
                  <a:cubicBezTo>
                    <a:pt x="196" y="1558"/>
                    <a:pt x="184" y="1446"/>
                    <a:pt x="184" y="1338"/>
                  </a:cubicBezTo>
                  <a:cubicBezTo>
                    <a:pt x="184" y="1282"/>
                    <a:pt x="184" y="1226"/>
                    <a:pt x="192" y="1170"/>
                  </a:cubicBezTo>
                  <a:lnTo>
                    <a:pt x="200" y="1090"/>
                  </a:lnTo>
                  <a:lnTo>
                    <a:pt x="212" y="1006"/>
                  </a:lnTo>
                  <a:cubicBezTo>
                    <a:pt x="236" y="890"/>
                    <a:pt x="240" y="770"/>
                    <a:pt x="220" y="650"/>
                  </a:cubicBezTo>
                  <a:cubicBezTo>
                    <a:pt x="204" y="551"/>
                    <a:pt x="171" y="457"/>
                    <a:pt x="122" y="371"/>
                  </a:cubicBezTo>
                  <a:lnTo>
                    <a:pt x="122" y="371"/>
                  </a:lnTo>
                  <a:cubicBezTo>
                    <a:pt x="132" y="372"/>
                    <a:pt x="142" y="372"/>
                    <a:pt x="153" y="372"/>
                  </a:cubicBezTo>
                  <a:cubicBezTo>
                    <a:pt x="224" y="372"/>
                    <a:pt x="295" y="363"/>
                    <a:pt x="364" y="346"/>
                  </a:cubicBezTo>
                  <a:cubicBezTo>
                    <a:pt x="464" y="326"/>
                    <a:pt x="564" y="294"/>
                    <a:pt x="656" y="254"/>
                  </a:cubicBezTo>
                  <a:cubicBezTo>
                    <a:pt x="700" y="234"/>
                    <a:pt x="748" y="214"/>
                    <a:pt x="792" y="198"/>
                  </a:cubicBezTo>
                  <a:cubicBezTo>
                    <a:pt x="840" y="186"/>
                    <a:pt x="884" y="170"/>
                    <a:pt x="936" y="158"/>
                  </a:cubicBezTo>
                  <a:cubicBezTo>
                    <a:pt x="1032" y="138"/>
                    <a:pt x="1132" y="118"/>
                    <a:pt x="1228" y="110"/>
                  </a:cubicBezTo>
                  <a:cubicBezTo>
                    <a:pt x="1328" y="98"/>
                    <a:pt x="1428" y="90"/>
                    <a:pt x="1528" y="90"/>
                  </a:cubicBezTo>
                  <a:cubicBezTo>
                    <a:pt x="1568" y="89"/>
                    <a:pt x="1609" y="88"/>
                    <a:pt x="1650" y="88"/>
                  </a:cubicBezTo>
                  <a:cubicBezTo>
                    <a:pt x="1707" y="88"/>
                    <a:pt x="1766" y="90"/>
                    <a:pt x="1825" y="94"/>
                  </a:cubicBezTo>
                  <a:cubicBezTo>
                    <a:pt x="1921" y="98"/>
                    <a:pt x="2021" y="106"/>
                    <a:pt x="2117" y="122"/>
                  </a:cubicBezTo>
                  <a:cubicBezTo>
                    <a:pt x="2165" y="130"/>
                    <a:pt x="2213" y="134"/>
                    <a:pt x="2261" y="146"/>
                  </a:cubicBezTo>
                  <a:lnTo>
                    <a:pt x="2333" y="162"/>
                  </a:lnTo>
                  <a:lnTo>
                    <a:pt x="2405" y="178"/>
                  </a:lnTo>
                  <a:cubicBezTo>
                    <a:pt x="2453" y="190"/>
                    <a:pt x="2493" y="206"/>
                    <a:pt x="2537" y="222"/>
                  </a:cubicBezTo>
                  <a:cubicBezTo>
                    <a:pt x="2557" y="230"/>
                    <a:pt x="2581" y="242"/>
                    <a:pt x="2605" y="254"/>
                  </a:cubicBezTo>
                  <a:lnTo>
                    <a:pt x="2633" y="266"/>
                  </a:lnTo>
                  <a:lnTo>
                    <a:pt x="2661" y="286"/>
                  </a:lnTo>
                  <a:cubicBezTo>
                    <a:pt x="2741" y="334"/>
                    <a:pt x="2809" y="398"/>
                    <a:pt x="2861" y="474"/>
                  </a:cubicBezTo>
                  <a:cubicBezTo>
                    <a:pt x="2921" y="554"/>
                    <a:pt x="2969" y="634"/>
                    <a:pt x="3013" y="722"/>
                  </a:cubicBezTo>
                  <a:cubicBezTo>
                    <a:pt x="3057" y="810"/>
                    <a:pt x="3097" y="898"/>
                    <a:pt x="3137" y="990"/>
                  </a:cubicBezTo>
                  <a:lnTo>
                    <a:pt x="3253" y="1266"/>
                  </a:lnTo>
                  <a:cubicBezTo>
                    <a:pt x="3293" y="1362"/>
                    <a:pt x="3341" y="1454"/>
                    <a:pt x="3401" y="1538"/>
                  </a:cubicBezTo>
                  <a:lnTo>
                    <a:pt x="3425" y="1574"/>
                  </a:lnTo>
                  <a:lnTo>
                    <a:pt x="3453" y="1598"/>
                  </a:lnTo>
                  <a:lnTo>
                    <a:pt x="3465" y="1610"/>
                  </a:lnTo>
                  <a:cubicBezTo>
                    <a:pt x="3473" y="1618"/>
                    <a:pt x="3477" y="1622"/>
                    <a:pt x="3485" y="1626"/>
                  </a:cubicBezTo>
                  <a:lnTo>
                    <a:pt x="3513" y="1646"/>
                  </a:lnTo>
                  <a:cubicBezTo>
                    <a:pt x="3553" y="1678"/>
                    <a:pt x="3589" y="1710"/>
                    <a:pt x="3629" y="1742"/>
                  </a:cubicBezTo>
                  <a:cubicBezTo>
                    <a:pt x="3701" y="1810"/>
                    <a:pt x="3769" y="1878"/>
                    <a:pt x="3833" y="1958"/>
                  </a:cubicBezTo>
                  <a:lnTo>
                    <a:pt x="3841" y="1946"/>
                  </a:lnTo>
                  <a:cubicBezTo>
                    <a:pt x="3789" y="1862"/>
                    <a:pt x="3725" y="1782"/>
                    <a:pt x="3657" y="1710"/>
                  </a:cubicBezTo>
                  <a:cubicBezTo>
                    <a:pt x="3621" y="1670"/>
                    <a:pt x="3585" y="1634"/>
                    <a:pt x="3549" y="1602"/>
                  </a:cubicBezTo>
                  <a:lnTo>
                    <a:pt x="3521" y="1574"/>
                  </a:lnTo>
                  <a:cubicBezTo>
                    <a:pt x="3517" y="1570"/>
                    <a:pt x="3513" y="1570"/>
                    <a:pt x="3509" y="1566"/>
                  </a:cubicBezTo>
                  <a:lnTo>
                    <a:pt x="3497" y="1550"/>
                  </a:lnTo>
                  <a:lnTo>
                    <a:pt x="3473" y="1522"/>
                  </a:lnTo>
                  <a:lnTo>
                    <a:pt x="3453" y="1494"/>
                  </a:lnTo>
                  <a:cubicBezTo>
                    <a:pt x="3405" y="1410"/>
                    <a:pt x="3365" y="1322"/>
                    <a:pt x="3333" y="1230"/>
                  </a:cubicBezTo>
                  <a:lnTo>
                    <a:pt x="3233" y="950"/>
                  </a:lnTo>
                  <a:cubicBezTo>
                    <a:pt x="3197" y="854"/>
                    <a:pt x="3157" y="762"/>
                    <a:pt x="3113" y="670"/>
                  </a:cubicBezTo>
                  <a:cubicBezTo>
                    <a:pt x="3069" y="574"/>
                    <a:pt x="3017" y="486"/>
                    <a:pt x="2957" y="402"/>
                  </a:cubicBezTo>
                  <a:cubicBezTo>
                    <a:pt x="2893" y="314"/>
                    <a:pt x="2817" y="238"/>
                    <a:pt x="2725" y="178"/>
                  </a:cubicBezTo>
                  <a:lnTo>
                    <a:pt x="2689" y="154"/>
                  </a:lnTo>
                  <a:lnTo>
                    <a:pt x="2653" y="138"/>
                  </a:lnTo>
                  <a:cubicBezTo>
                    <a:pt x="2629" y="130"/>
                    <a:pt x="2609" y="118"/>
                    <a:pt x="2585" y="106"/>
                  </a:cubicBezTo>
                  <a:cubicBezTo>
                    <a:pt x="2533" y="90"/>
                    <a:pt x="2485" y="74"/>
                    <a:pt x="2433" y="62"/>
                  </a:cubicBezTo>
                  <a:lnTo>
                    <a:pt x="2357" y="42"/>
                  </a:lnTo>
                  <a:lnTo>
                    <a:pt x="2281" y="30"/>
                  </a:lnTo>
                  <a:cubicBezTo>
                    <a:pt x="2229" y="22"/>
                    <a:pt x="2181" y="14"/>
                    <a:pt x="2129" y="10"/>
                  </a:cubicBezTo>
                  <a:cubicBezTo>
                    <a:pt x="2055" y="4"/>
                    <a:pt x="1982" y="1"/>
                    <a:pt x="1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60"/>
            <p:cNvSpPr/>
            <p:nvPr/>
          </p:nvSpPr>
          <p:spPr>
            <a:xfrm>
              <a:off x="2371682" y="2363452"/>
              <a:ext cx="208131" cy="385436"/>
            </a:xfrm>
            <a:custGeom>
              <a:avLst/>
              <a:gdLst/>
              <a:ahLst/>
              <a:cxnLst/>
              <a:rect l="l" t="t" r="r" b="b"/>
              <a:pathLst>
                <a:path w="1033" h="1913" extrusionOk="0">
                  <a:moveTo>
                    <a:pt x="549" y="0"/>
                  </a:moveTo>
                  <a:cubicBezTo>
                    <a:pt x="541" y="44"/>
                    <a:pt x="549" y="92"/>
                    <a:pt x="573" y="132"/>
                  </a:cubicBezTo>
                  <a:cubicBezTo>
                    <a:pt x="593" y="172"/>
                    <a:pt x="617" y="208"/>
                    <a:pt x="645" y="244"/>
                  </a:cubicBezTo>
                  <a:cubicBezTo>
                    <a:pt x="705" y="312"/>
                    <a:pt x="769" y="376"/>
                    <a:pt x="821" y="440"/>
                  </a:cubicBezTo>
                  <a:cubicBezTo>
                    <a:pt x="849" y="472"/>
                    <a:pt x="869" y="508"/>
                    <a:pt x="885" y="544"/>
                  </a:cubicBezTo>
                  <a:cubicBezTo>
                    <a:pt x="901" y="584"/>
                    <a:pt x="917" y="624"/>
                    <a:pt x="925" y="664"/>
                  </a:cubicBezTo>
                  <a:cubicBezTo>
                    <a:pt x="945" y="744"/>
                    <a:pt x="953" y="828"/>
                    <a:pt x="953" y="912"/>
                  </a:cubicBezTo>
                  <a:cubicBezTo>
                    <a:pt x="953" y="956"/>
                    <a:pt x="945" y="996"/>
                    <a:pt x="941" y="1040"/>
                  </a:cubicBezTo>
                  <a:cubicBezTo>
                    <a:pt x="937" y="1060"/>
                    <a:pt x="933" y="1080"/>
                    <a:pt x="925" y="1100"/>
                  </a:cubicBezTo>
                  <a:cubicBezTo>
                    <a:pt x="921" y="1120"/>
                    <a:pt x="913" y="1140"/>
                    <a:pt x="909" y="1160"/>
                  </a:cubicBezTo>
                  <a:cubicBezTo>
                    <a:pt x="877" y="1244"/>
                    <a:pt x="845" y="1328"/>
                    <a:pt x="821" y="1412"/>
                  </a:cubicBezTo>
                  <a:cubicBezTo>
                    <a:pt x="809" y="1456"/>
                    <a:pt x="797" y="1496"/>
                    <a:pt x="789" y="1544"/>
                  </a:cubicBezTo>
                  <a:cubicBezTo>
                    <a:pt x="777" y="1588"/>
                    <a:pt x="773" y="1632"/>
                    <a:pt x="773" y="1676"/>
                  </a:cubicBezTo>
                  <a:cubicBezTo>
                    <a:pt x="773" y="1724"/>
                    <a:pt x="781" y="1768"/>
                    <a:pt x="801" y="1812"/>
                  </a:cubicBezTo>
                  <a:cubicBezTo>
                    <a:pt x="807" y="1824"/>
                    <a:pt x="814" y="1836"/>
                    <a:pt x="822" y="1846"/>
                  </a:cubicBezTo>
                  <a:lnTo>
                    <a:pt x="822" y="1846"/>
                  </a:lnTo>
                  <a:cubicBezTo>
                    <a:pt x="751" y="1808"/>
                    <a:pt x="680" y="1768"/>
                    <a:pt x="609" y="1728"/>
                  </a:cubicBezTo>
                  <a:cubicBezTo>
                    <a:pt x="585" y="1716"/>
                    <a:pt x="561" y="1704"/>
                    <a:pt x="541" y="1688"/>
                  </a:cubicBezTo>
                  <a:cubicBezTo>
                    <a:pt x="521" y="1668"/>
                    <a:pt x="509" y="1648"/>
                    <a:pt x="501" y="1624"/>
                  </a:cubicBezTo>
                  <a:cubicBezTo>
                    <a:pt x="481" y="1576"/>
                    <a:pt x="461" y="1524"/>
                    <a:pt x="449" y="1468"/>
                  </a:cubicBezTo>
                  <a:cubicBezTo>
                    <a:pt x="437" y="1412"/>
                    <a:pt x="421" y="1356"/>
                    <a:pt x="401" y="1304"/>
                  </a:cubicBezTo>
                  <a:cubicBezTo>
                    <a:pt x="389" y="1276"/>
                    <a:pt x="377" y="1248"/>
                    <a:pt x="361" y="1224"/>
                  </a:cubicBezTo>
                  <a:cubicBezTo>
                    <a:pt x="345" y="1196"/>
                    <a:pt x="329" y="1172"/>
                    <a:pt x="309" y="1152"/>
                  </a:cubicBezTo>
                  <a:cubicBezTo>
                    <a:pt x="225" y="1068"/>
                    <a:pt x="117" y="1012"/>
                    <a:pt x="1" y="988"/>
                  </a:cubicBezTo>
                  <a:lnTo>
                    <a:pt x="1" y="992"/>
                  </a:lnTo>
                  <a:cubicBezTo>
                    <a:pt x="105" y="1032"/>
                    <a:pt x="197" y="1096"/>
                    <a:pt x="273" y="1180"/>
                  </a:cubicBezTo>
                  <a:cubicBezTo>
                    <a:pt x="289" y="1200"/>
                    <a:pt x="301" y="1224"/>
                    <a:pt x="313" y="1244"/>
                  </a:cubicBezTo>
                  <a:cubicBezTo>
                    <a:pt x="325" y="1272"/>
                    <a:pt x="337" y="1296"/>
                    <a:pt x="345" y="1320"/>
                  </a:cubicBezTo>
                  <a:cubicBezTo>
                    <a:pt x="365" y="1372"/>
                    <a:pt x="377" y="1428"/>
                    <a:pt x="393" y="1484"/>
                  </a:cubicBezTo>
                  <a:cubicBezTo>
                    <a:pt x="405" y="1540"/>
                    <a:pt x="425" y="1596"/>
                    <a:pt x="449" y="1648"/>
                  </a:cubicBezTo>
                  <a:cubicBezTo>
                    <a:pt x="461" y="1680"/>
                    <a:pt x="481" y="1704"/>
                    <a:pt x="509" y="1724"/>
                  </a:cubicBezTo>
                  <a:cubicBezTo>
                    <a:pt x="533" y="1740"/>
                    <a:pt x="561" y="1756"/>
                    <a:pt x="589" y="1768"/>
                  </a:cubicBezTo>
                  <a:cubicBezTo>
                    <a:pt x="682" y="1808"/>
                    <a:pt x="778" y="1850"/>
                    <a:pt x="869" y="1893"/>
                  </a:cubicBezTo>
                  <a:lnTo>
                    <a:pt x="869" y="1893"/>
                  </a:lnTo>
                  <a:cubicBezTo>
                    <a:pt x="878" y="1900"/>
                    <a:pt x="887" y="1907"/>
                    <a:pt x="897" y="1912"/>
                  </a:cubicBezTo>
                  <a:lnTo>
                    <a:pt x="899" y="1908"/>
                  </a:lnTo>
                  <a:lnTo>
                    <a:pt x="899" y="1908"/>
                  </a:lnTo>
                  <a:cubicBezTo>
                    <a:pt x="900" y="1908"/>
                    <a:pt x="900" y="1908"/>
                    <a:pt x="901" y="1908"/>
                  </a:cubicBezTo>
                  <a:lnTo>
                    <a:pt x="904" y="1900"/>
                  </a:lnTo>
                  <a:lnTo>
                    <a:pt x="909" y="1892"/>
                  </a:lnTo>
                  <a:cubicBezTo>
                    <a:pt x="908" y="1892"/>
                    <a:pt x="908" y="1892"/>
                    <a:pt x="907" y="1892"/>
                  </a:cubicBezTo>
                  <a:lnTo>
                    <a:pt x="907" y="1892"/>
                  </a:lnTo>
                  <a:lnTo>
                    <a:pt x="909" y="1888"/>
                  </a:lnTo>
                  <a:cubicBezTo>
                    <a:pt x="873" y="1868"/>
                    <a:pt x="841" y="1840"/>
                    <a:pt x="825" y="1800"/>
                  </a:cubicBezTo>
                  <a:cubicBezTo>
                    <a:pt x="817" y="1780"/>
                    <a:pt x="809" y="1760"/>
                    <a:pt x="805" y="1740"/>
                  </a:cubicBezTo>
                  <a:cubicBezTo>
                    <a:pt x="805" y="1720"/>
                    <a:pt x="805" y="1700"/>
                    <a:pt x="805" y="1676"/>
                  </a:cubicBezTo>
                  <a:cubicBezTo>
                    <a:pt x="809" y="1636"/>
                    <a:pt x="817" y="1592"/>
                    <a:pt x="829" y="1552"/>
                  </a:cubicBezTo>
                  <a:cubicBezTo>
                    <a:pt x="841" y="1508"/>
                    <a:pt x="853" y="1468"/>
                    <a:pt x="869" y="1428"/>
                  </a:cubicBezTo>
                  <a:cubicBezTo>
                    <a:pt x="901" y="1348"/>
                    <a:pt x="937" y="1268"/>
                    <a:pt x="969" y="1184"/>
                  </a:cubicBezTo>
                  <a:cubicBezTo>
                    <a:pt x="977" y="1164"/>
                    <a:pt x="985" y="1140"/>
                    <a:pt x="993" y="1120"/>
                  </a:cubicBezTo>
                  <a:cubicBezTo>
                    <a:pt x="1001" y="1100"/>
                    <a:pt x="1005" y="1076"/>
                    <a:pt x="1009" y="1056"/>
                  </a:cubicBezTo>
                  <a:cubicBezTo>
                    <a:pt x="1017" y="1008"/>
                    <a:pt x="1025" y="964"/>
                    <a:pt x="1029" y="920"/>
                  </a:cubicBezTo>
                  <a:cubicBezTo>
                    <a:pt x="1033" y="828"/>
                    <a:pt x="1021" y="736"/>
                    <a:pt x="997" y="644"/>
                  </a:cubicBezTo>
                  <a:cubicBezTo>
                    <a:pt x="985" y="600"/>
                    <a:pt x="969" y="560"/>
                    <a:pt x="949" y="516"/>
                  </a:cubicBezTo>
                  <a:cubicBezTo>
                    <a:pt x="925" y="476"/>
                    <a:pt x="897" y="436"/>
                    <a:pt x="865" y="404"/>
                  </a:cubicBezTo>
                  <a:cubicBezTo>
                    <a:pt x="805" y="336"/>
                    <a:pt x="737" y="280"/>
                    <a:pt x="677" y="220"/>
                  </a:cubicBezTo>
                  <a:cubicBezTo>
                    <a:pt x="645" y="188"/>
                    <a:pt x="617" y="156"/>
                    <a:pt x="593" y="120"/>
                  </a:cubicBezTo>
                  <a:cubicBezTo>
                    <a:pt x="569" y="84"/>
                    <a:pt x="557" y="40"/>
                    <a:pt x="5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60"/>
            <p:cNvSpPr/>
            <p:nvPr/>
          </p:nvSpPr>
          <p:spPr>
            <a:xfrm>
              <a:off x="2129901" y="2815580"/>
              <a:ext cx="354811" cy="308873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7" y="0"/>
                  </a:moveTo>
                  <a:cubicBezTo>
                    <a:pt x="1153" y="44"/>
                    <a:pt x="1197" y="80"/>
                    <a:pt x="1245" y="104"/>
                  </a:cubicBezTo>
                  <a:cubicBezTo>
                    <a:pt x="1297" y="128"/>
                    <a:pt x="1349" y="144"/>
                    <a:pt x="1405" y="156"/>
                  </a:cubicBezTo>
                  <a:cubicBezTo>
                    <a:pt x="1433" y="160"/>
                    <a:pt x="1461" y="160"/>
                    <a:pt x="1489" y="160"/>
                  </a:cubicBezTo>
                  <a:cubicBezTo>
                    <a:pt x="1517" y="160"/>
                    <a:pt x="1545" y="160"/>
                    <a:pt x="1573" y="156"/>
                  </a:cubicBezTo>
                  <a:lnTo>
                    <a:pt x="1657" y="148"/>
                  </a:lnTo>
                  <a:lnTo>
                    <a:pt x="1691" y="140"/>
                  </a:lnTo>
                  <a:lnTo>
                    <a:pt x="1691" y="140"/>
                  </a:lnTo>
                  <a:cubicBezTo>
                    <a:pt x="1686" y="169"/>
                    <a:pt x="1679" y="199"/>
                    <a:pt x="1669" y="228"/>
                  </a:cubicBezTo>
                  <a:cubicBezTo>
                    <a:pt x="1649" y="268"/>
                    <a:pt x="1625" y="308"/>
                    <a:pt x="1593" y="340"/>
                  </a:cubicBezTo>
                  <a:cubicBezTo>
                    <a:pt x="1561" y="372"/>
                    <a:pt x="1521" y="400"/>
                    <a:pt x="1477" y="416"/>
                  </a:cubicBezTo>
                  <a:cubicBezTo>
                    <a:pt x="1433" y="436"/>
                    <a:pt x="1389" y="452"/>
                    <a:pt x="1345" y="468"/>
                  </a:cubicBezTo>
                  <a:cubicBezTo>
                    <a:pt x="1253" y="500"/>
                    <a:pt x="1161" y="528"/>
                    <a:pt x="1069" y="560"/>
                  </a:cubicBezTo>
                  <a:cubicBezTo>
                    <a:pt x="977" y="596"/>
                    <a:pt x="889" y="640"/>
                    <a:pt x="805" y="688"/>
                  </a:cubicBezTo>
                  <a:cubicBezTo>
                    <a:pt x="765" y="716"/>
                    <a:pt x="725" y="744"/>
                    <a:pt x="685" y="776"/>
                  </a:cubicBezTo>
                  <a:cubicBezTo>
                    <a:pt x="645" y="804"/>
                    <a:pt x="609" y="836"/>
                    <a:pt x="573" y="872"/>
                  </a:cubicBezTo>
                  <a:cubicBezTo>
                    <a:pt x="505" y="940"/>
                    <a:pt x="433" y="1008"/>
                    <a:pt x="369" y="1080"/>
                  </a:cubicBezTo>
                  <a:cubicBezTo>
                    <a:pt x="305" y="1152"/>
                    <a:pt x="241" y="1224"/>
                    <a:pt x="181" y="1296"/>
                  </a:cubicBezTo>
                  <a:cubicBezTo>
                    <a:pt x="117" y="1372"/>
                    <a:pt x="57" y="1448"/>
                    <a:pt x="1" y="1528"/>
                  </a:cubicBezTo>
                  <a:lnTo>
                    <a:pt x="5" y="1532"/>
                  </a:lnTo>
                  <a:lnTo>
                    <a:pt x="213" y="1332"/>
                  </a:lnTo>
                  <a:lnTo>
                    <a:pt x="421" y="1128"/>
                  </a:lnTo>
                  <a:lnTo>
                    <a:pt x="625" y="928"/>
                  </a:lnTo>
                  <a:cubicBezTo>
                    <a:pt x="661" y="896"/>
                    <a:pt x="693" y="864"/>
                    <a:pt x="729" y="832"/>
                  </a:cubicBezTo>
                  <a:cubicBezTo>
                    <a:pt x="765" y="804"/>
                    <a:pt x="801" y="772"/>
                    <a:pt x="841" y="748"/>
                  </a:cubicBezTo>
                  <a:cubicBezTo>
                    <a:pt x="881" y="720"/>
                    <a:pt x="917" y="696"/>
                    <a:pt x="961" y="672"/>
                  </a:cubicBezTo>
                  <a:cubicBezTo>
                    <a:pt x="1001" y="648"/>
                    <a:pt x="1045" y="624"/>
                    <a:pt x="1085" y="604"/>
                  </a:cubicBezTo>
                  <a:cubicBezTo>
                    <a:pt x="1173" y="560"/>
                    <a:pt x="1261" y="524"/>
                    <a:pt x="1353" y="492"/>
                  </a:cubicBezTo>
                  <a:cubicBezTo>
                    <a:pt x="1397" y="476"/>
                    <a:pt x="1441" y="460"/>
                    <a:pt x="1489" y="444"/>
                  </a:cubicBezTo>
                  <a:cubicBezTo>
                    <a:pt x="1537" y="424"/>
                    <a:pt x="1581" y="400"/>
                    <a:pt x="1617" y="372"/>
                  </a:cubicBezTo>
                  <a:cubicBezTo>
                    <a:pt x="1657" y="336"/>
                    <a:pt x="1689" y="296"/>
                    <a:pt x="1717" y="252"/>
                  </a:cubicBezTo>
                  <a:cubicBezTo>
                    <a:pt x="1741" y="204"/>
                    <a:pt x="1753" y="156"/>
                    <a:pt x="1761" y="100"/>
                  </a:cubicBezTo>
                  <a:lnTo>
                    <a:pt x="1761" y="64"/>
                  </a:lnTo>
                  <a:lnTo>
                    <a:pt x="1721" y="72"/>
                  </a:lnTo>
                  <a:lnTo>
                    <a:pt x="1645" y="88"/>
                  </a:lnTo>
                  <a:cubicBezTo>
                    <a:pt x="1617" y="92"/>
                    <a:pt x="1593" y="100"/>
                    <a:pt x="1565" y="100"/>
                  </a:cubicBezTo>
                  <a:cubicBezTo>
                    <a:pt x="1537" y="104"/>
                    <a:pt x="1513" y="108"/>
                    <a:pt x="1489" y="108"/>
                  </a:cubicBezTo>
                  <a:lnTo>
                    <a:pt x="1413" y="108"/>
                  </a:lnTo>
                  <a:cubicBezTo>
                    <a:pt x="1357" y="108"/>
                    <a:pt x="1309" y="96"/>
                    <a:pt x="1257" y="80"/>
                  </a:cubicBezTo>
                  <a:cubicBezTo>
                    <a:pt x="1209" y="64"/>
                    <a:pt x="1161" y="36"/>
                    <a:pt x="1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60"/>
            <p:cNvSpPr/>
            <p:nvPr/>
          </p:nvSpPr>
          <p:spPr>
            <a:xfrm>
              <a:off x="2095246" y="2872801"/>
              <a:ext cx="290336" cy="45334"/>
            </a:xfrm>
            <a:custGeom>
              <a:avLst/>
              <a:gdLst/>
              <a:ahLst/>
              <a:cxnLst/>
              <a:rect l="l" t="t" r="r" b="b"/>
              <a:pathLst>
                <a:path w="1441" h="225" extrusionOk="0">
                  <a:moveTo>
                    <a:pt x="1437" y="0"/>
                  </a:moveTo>
                  <a:lnTo>
                    <a:pt x="1373" y="16"/>
                  </a:lnTo>
                  <a:cubicBezTo>
                    <a:pt x="1333" y="24"/>
                    <a:pt x="1277" y="44"/>
                    <a:pt x="1213" y="64"/>
                  </a:cubicBezTo>
                  <a:cubicBezTo>
                    <a:pt x="1181" y="76"/>
                    <a:pt x="1145" y="88"/>
                    <a:pt x="1105" y="104"/>
                  </a:cubicBezTo>
                  <a:cubicBezTo>
                    <a:pt x="1069" y="120"/>
                    <a:pt x="1033" y="136"/>
                    <a:pt x="989" y="152"/>
                  </a:cubicBezTo>
                  <a:cubicBezTo>
                    <a:pt x="949" y="172"/>
                    <a:pt x="905" y="184"/>
                    <a:pt x="861" y="192"/>
                  </a:cubicBezTo>
                  <a:cubicBezTo>
                    <a:pt x="844" y="194"/>
                    <a:pt x="828" y="195"/>
                    <a:pt x="812" y="195"/>
                  </a:cubicBezTo>
                  <a:cubicBezTo>
                    <a:pt x="784" y="195"/>
                    <a:pt x="756" y="192"/>
                    <a:pt x="729" y="184"/>
                  </a:cubicBezTo>
                  <a:cubicBezTo>
                    <a:pt x="689" y="176"/>
                    <a:pt x="649" y="144"/>
                    <a:pt x="601" y="128"/>
                  </a:cubicBezTo>
                  <a:cubicBezTo>
                    <a:pt x="557" y="112"/>
                    <a:pt x="509" y="100"/>
                    <a:pt x="465" y="96"/>
                  </a:cubicBezTo>
                  <a:cubicBezTo>
                    <a:pt x="439" y="92"/>
                    <a:pt x="413" y="90"/>
                    <a:pt x="387" y="90"/>
                  </a:cubicBezTo>
                  <a:cubicBezTo>
                    <a:pt x="369" y="90"/>
                    <a:pt x="351" y="91"/>
                    <a:pt x="333" y="92"/>
                  </a:cubicBezTo>
                  <a:cubicBezTo>
                    <a:pt x="293" y="96"/>
                    <a:pt x="253" y="104"/>
                    <a:pt x="213" y="112"/>
                  </a:cubicBezTo>
                  <a:cubicBezTo>
                    <a:pt x="157" y="128"/>
                    <a:pt x="105" y="152"/>
                    <a:pt x="53" y="180"/>
                  </a:cubicBezTo>
                  <a:cubicBezTo>
                    <a:pt x="37" y="192"/>
                    <a:pt x="17" y="204"/>
                    <a:pt x="1" y="216"/>
                  </a:cubicBezTo>
                  <a:lnTo>
                    <a:pt x="1" y="224"/>
                  </a:lnTo>
                  <a:lnTo>
                    <a:pt x="65" y="208"/>
                  </a:lnTo>
                  <a:cubicBezTo>
                    <a:pt x="85" y="200"/>
                    <a:pt x="109" y="196"/>
                    <a:pt x="137" y="188"/>
                  </a:cubicBezTo>
                  <a:cubicBezTo>
                    <a:pt x="165" y="184"/>
                    <a:pt x="193" y="176"/>
                    <a:pt x="229" y="172"/>
                  </a:cubicBezTo>
                  <a:cubicBezTo>
                    <a:pt x="275" y="167"/>
                    <a:pt x="322" y="164"/>
                    <a:pt x="369" y="164"/>
                  </a:cubicBezTo>
                  <a:cubicBezTo>
                    <a:pt x="398" y="164"/>
                    <a:pt x="428" y="165"/>
                    <a:pt x="457" y="168"/>
                  </a:cubicBezTo>
                  <a:cubicBezTo>
                    <a:pt x="497" y="168"/>
                    <a:pt x="541" y="176"/>
                    <a:pt x="581" y="188"/>
                  </a:cubicBezTo>
                  <a:cubicBezTo>
                    <a:pt x="629" y="204"/>
                    <a:pt x="673" y="216"/>
                    <a:pt x="721" y="224"/>
                  </a:cubicBezTo>
                  <a:cubicBezTo>
                    <a:pt x="745" y="224"/>
                    <a:pt x="769" y="224"/>
                    <a:pt x="793" y="220"/>
                  </a:cubicBezTo>
                  <a:cubicBezTo>
                    <a:pt x="817" y="220"/>
                    <a:pt x="841" y="212"/>
                    <a:pt x="865" y="212"/>
                  </a:cubicBezTo>
                  <a:lnTo>
                    <a:pt x="1001" y="188"/>
                  </a:lnTo>
                  <a:cubicBezTo>
                    <a:pt x="1041" y="184"/>
                    <a:pt x="1085" y="172"/>
                    <a:pt x="1125" y="164"/>
                  </a:cubicBezTo>
                  <a:cubicBezTo>
                    <a:pt x="1165" y="152"/>
                    <a:pt x="1201" y="136"/>
                    <a:pt x="1233" y="124"/>
                  </a:cubicBezTo>
                  <a:cubicBezTo>
                    <a:pt x="1305" y="92"/>
                    <a:pt x="1377" y="52"/>
                    <a:pt x="1441" y="4"/>
                  </a:cubicBezTo>
                  <a:lnTo>
                    <a:pt x="14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60"/>
            <p:cNvSpPr/>
            <p:nvPr/>
          </p:nvSpPr>
          <p:spPr>
            <a:xfrm>
              <a:off x="2304789" y="2585889"/>
              <a:ext cx="214579" cy="193625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1" y="0"/>
                  </a:moveTo>
                  <a:lnTo>
                    <a:pt x="1" y="8"/>
                  </a:lnTo>
                  <a:lnTo>
                    <a:pt x="13" y="16"/>
                  </a:lnTo>
                  <a:cubicBezTo>
                    <a:pt x="29" y="20"/>
                    <a:pt x="41" y="24"/>
                    <a:pt x="53" y="36"/>
                  </a:cubicBezTo>
                  <a:cubicBezTo>
                    <a:pt x="73" y="48"/>
                    <a:pt x="89" y="64"/>
                    <a:pt x="101" y="84"/>
                  </a:cubicBezTo>
                  <a:cubicBezTo>
                    <a:pt x="117" y="112"/>
                    <a:pt x="129" y="140"/>
                    <a:pt x="141" y="168"/>
                  </a:cubicBezTo>
                  <a:cubicBezTo>
                    <a:pt x="161" y="236"/>
                    <a:pt x="181" y="316"/>
                    <a:pt x="213" y="404"/>
                  </a:cubicBezTo>
                  <a:cubicBezTo>
                    <a:pt x="229" y="452"/>
                    <a:pt x="245" y="496"/>
                    <a:pt x="265" y="540"/>
                  </a:cubicBezTo>
                  <a:cubicBezTo>
                    <a:pt x="277" y="560"/>
                    <a:pt x="289" y="584"/>
                    <a:pt x="301" y="604"/>
                  </a:cubicBezTo>
                  <a:cubicBezTo>
                    <a:pt x="317" y="624"/>
                    <a:pt x="333" y="644"/>
                    <a:pt x="349" y="664"/>
                  </a:cubicBezTo>
                  <a:cubicBezTo>
                    <a:pt x="381" y="704"/>
                    <a:pt x="421" y="736"/>
                    <a:pt x="461" y="764"/>
                  </a:cubicBezTo>
                  <a:cubicBezTo>
                    <a:pt x="501" y="796"/>
                    <a:pt x="541" y="820"/>
                    <a:pt x="581" y="844"/>
                  </a:cubicBezTo>
                  <a:cubicBezTo>
                    <a:pt x="617" y="868"/>
                    <a:pt x="657" y="892"/>
                    <a:pt x="701" y="908"/>
                  </a:cubicBezTo>
                  <a:cubicBezTo>
                    <a:pt x="737" y="924"/>
                    <a:pt x="777" y="936"/>
                    <a:pt x="817" y="944"/>
                  </a:cubicBezTo>
                  <a:cubicBezTo>
                    <a:pt x="877" y="956"/>
                    <a:pt x="937" y="960"/>
                    <a:pt x="997" y="960"/>
                  </a:cubicBezTo>
                  <a:cubicBezTo>
                    <a:pt x="1017" y="960"/>
                    <a:pt x="1041" y="956"/>
                    <a:pt x="1065" y="952"/>
                  </a:cubicBezTo>
                  <a:lnTo>
                    <a:pt x="1065" y="944"/>
                  </a:lnTo>
                  <a:cubicBezTo>
                    <a:pt x="1065" y="944"/>
                    <a:pt x="965" y="924"/>
                    <a:pt x="829" y="884"/>
                  </a:cubicBezTo>
                  <a:cubicBezTo>
                    <a:pt x="797" y="876"/>
                    <a:pt x="761" y="864"/>
                    <a:pt x="721" y="848"/>
                  </a:cubicBezTo>
                  <a:cubicBezTo>
                    <a:pt x="681" y="836"/>
                    <a:pt x="641" y="828"/>
                    <a:pt x="597" y="812"/>
                  </a:cubicBezTo>
                  <a:cubicBezTo>
                    <a:pt x="553" y="796"/>
                    <a:pt x="513" y="772"/>
                    <a:pt x="473" y="748"/>
                  </a:cubicBezTo>
                  <a:cubicBezTo>
                    <a:pt x="437" y="720"/>
                    <a:pt x="405" y="684"/>
                    <a:pt x="381" y="644"/>
                  </a:cubicBezTo>
                  <a:cubicBezTo>
                    <a:pt x="357" y="604"/>
                    <a:pt x="337" y="560"/>
                    <a:pt x="321" y="516"/>
                  </a:cubicBezTo>
                  <a:cubicBezTo>
                    <a:pt x="305" y="472"/>
                    <a:pt x="293" y="428"/>
                    <a:pt x="281" y="384"/>
                  </a:cubicBezTo>
                  <a:cubicBezTo>
                    <a:pt x="269" y="340"/>
                    <a:pt x="257" y="300"/>
                    <a:pt x="241" y="260"/>
                  </a:cubicBezTo>
                  <a:cubicBezTo>
                    <a:pt x="229" y="220"/>
                    <a:pt x="213" y="184"/>
                    <a:pt x="197" y="148"/>
                  </a:cubicBezTo>
                  <a:cubicBezTo>
                    <a:pt x="181" y="112"/>
                    <a:pt x="161" y="84"/>
                    <a:pt x="137" y="60"/>
                  </a:cubicBezTo>
                  <a:cubicBezTo>
                    <a:pt x="125" y="48"/>
                    <a:pt x="113" y="36"/>
                    <a:pt x="101" y="28"/>
                  </a:cubicBezTo>
                  <a:cubicBezTo>
                    <a:pt x="93" y="20"/>
                    <a:pt x="81" y="16"/>
                    <a:pt x="69" y="12"/>
                  </a:cubicBezTo>
                  <a:cubicBezTo>
                    <a:pt x="53" y="4"/>
                    <a:pt x="33" y="0"/>
                    <a:pt x="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60"/>
            <p:cNvSpPr/>
            <p:nvPr/>
          </p:nvSpPr>
          <p:spPr>
            <a:xfrm>
              <a:off x="2239508" y="2695496"/>
              <a:ext cx="275830" cy="117061"/>
            </a:xfrm>
            <a:custGeom>
              <a:avLst/>
              <a:gdLst/>
              <a:ahLst/>
              <a:cxnLst/>
              <a:rect l="l" t="t" r="r" b="b"/>
              <a:pathLst>
                <a:path w="1369" h="581" extrusionOk="0">
                  <a:moveTo>
                    <a:pt x="1" y="0"/>
                  </a:moveTo>
                  <a:cubicBezTo>
                    <a:pt x="13" y="20"/>
                    <a:pt x="25" y="40"/>
                    <a:pt x="37" y="56"/>
                  </a:cubicBezTo>
                  <a:cubicBezTo>
                    <a:pt x="69" y="104"/>
                    <a:pt x="109" y="152"/>
                    <a:pt x="153" y="192"/>
                  </a:cubicBezTo>
                  <a:cubicBezTo>
                    <a:pt x="181" y="216"/>
                    <a:pt x="213" y="244"/>
                    <a:pt x="245" y="264"/>
                  </a:cubicBezTo>
                  <a:cubicBezTo>
                    <a:pt x="281" y="288"/>
                    <a:pt x="317" y="312"/>
                    <a:pt x="357" y="332"/>
                  </a:cubicBezTo>
                  <a:cubicBezTo>
                    <a:pt x="401" y="352"/>
                    <a:pt x="441" y="376"/>
                    <a:pt x="481" y="396"/>
                  </a:cubicBezTo>
                  <a:cubicBezTo>
                    <a:pt x="525" y="412"/>
                    <a:pt x="565" y="444"/>
                    <a:pt x="609" y="464"/>
                  </a:cubicBezTo>
                  <a:lnTo>
                    <a:pt x="677" y="496"/>
                  </a:lnTo>
                  <a:cubicBezTo>
                    <a:pt x="697" y="504"/>
                    <a:pt x="721" y="512"/>
                    <a:pt x="745" y="520"/>
                  </a:cubicBezTo>
                  <a:cubicBezTo>
                    <a:pt x="789" y="536"/>
                    <a:pt x="833" y="552"/>
                    <a:pt x="881" y="560"/>
                  </a:cubicBezTo>
                  <a:cubicBezTo>
                    <a:pt x="925" y="572"/>
                    <a:pt x="969" y="576"/>
                    <a:pt x="1013" y="576"/>
                  </a:cubicBezTo>
                  <a:cubicBezTo>
                    <a:pt x="1033" y="580"/>
                    <a:pt x="1053" y="580"/>
                    <a:pt x="1073" y="580"/>
                  </a:cubicBezTo>
                  <a:lnTo>
                    <a:pt x="1129" y="576"/>
                  </a:lnTo>
                  <a:cubicBezTo>
                    <a:pt x="1165" y="576"/>
                    <a:pt x="1197" y="572"/>
                    <a:pt x="1229" y="564"/>
                  </a:cubicBezTo>
                  <a:cubicBezTo>
                    <a:pt x="1261" y="556"/>
                    <a:pt x="1285" y="552"/>
                    <a:pt x="1305" y="548"/>
                  </a:cubicBezTo>
                  <a:cubicBezTo>
                    <a:pt x="1345" y="536"/>
                    <a:pt x="1369" y="528"/>
                    <a:pt x="1369" y="528"/>
                  </a:cubicBezTo>
                  <a:lnTo>
                    <a:pt x="1369" y="520"/>
                  </a:lnTo>
                  <a:lnTo>
                    <a:pt x="1229" y="520"/>
                  </a:lnTo>
                  <a:cubicBezTo>
                    <a:pt x="1201" y="520"/>
                    <a:pt x="1165" y="516"/>
                    <a:pt x="1133" y="516"/>
                  </a:cubicBezTo>
                  <a:lnTo>
                    <a:pt x="1077" y="516"/>
                  </a:lnTo>
                  <a:lnTo>
                    <a:pt x="1021" y="508"/>
                  </a:lnTo>
                  <a:cubicBezTo>
                    <a:pt x="981" y="504"/>
                    <a:pt x="937" y="500"/>
                    <a:pt x="893" y="492"/>
                  </a:cubicBezTo>
                  <a:cubicBezTo>
                    <a:pt x="849" y="488"/>
                    <a:pt x="805" y="476"/>
                    <a:pt x="761" y="468"/>
                  </a:cubicBezTo>
                  <a:cubicBezTo>
                    <a:pt x="741" y="460"/>
                    <a:pt x="717" y="456"/>
                    <a:pt x="693" y="452"/>
                  </a:cubicBezTo>
                  <a:lnTo>
                    <a:pt x="625" y="432"/>
                  </a:lnTo>
                  <a:cubicBezTo>
                    <a:pt x="581" y="420"/>
                    <a:pt x="537" y="400"/>
                    <a:pt x="493" y="380"/>
                  </a:cubicBezTo>
                  <a:cubicBezTo>
                    <a:pt x="453" y="360"/>
                    <a:pt x="417" y="332"/>
                    <a:pt x="381" y="304"/>
                  </a:cubicBezTo>
                  <a:lnTo>
                    <a:pt x="281" y="224"/>
                  </a:lnTo>
                  <a:cubicBezTo>
                    <a:pt x="249" y="196"/>
                    <a:pt x="217" y="172"/>
                    <a:pt x="189" y="152"/>
                  </a:cubicBezTo>
                  <a:cubicBezTo>
                    <a:pt x="161" y="132"/>
                    <a:pt x="137" y="108"/>
                    <a:pt x="113" y="92"/>
                  </a:cubicBezTo>
                  <a:cubicBezTo>
                    <a:pt x="93" y="72"/>
                    <a:pt x="73" y="56"/>
                    <a:pt x="57" y="44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60"/>
            <p:cNvSpPr/>
            <p:nvPr/>
          </p:nvSpPr>
          <p:spPr>
            <a:xfrm>
              <a:off x="2600568" y="2433568"/>
              <a:ext cx="126732" cy="333051"/>
            </a:xfrm>
            <a:custGeom>
              <a:avLst/>
              <a:gdLst/>
              <a:ahLst/>
              <a:cxnLst/>
              <a:rect l="l" t="t" r="r" b="b"/>
              <a:pathLst>
                <a:path w="629" h="1653" extrusionOk="0">
                  <a:moveTo>
                    <a:pt x="581" y="0"/>
                  </a:moveTo>
                  <a:cubicBezTo>
                    <a:pt x="589" y="28"/>
                    <a:pt x="589" y="56"/>
                    <a:pt x="589" y="84"/>
                  </a:cubicBezTo>
                  <a:cubicBezTo>
                    <a:pt x="589" y="112"/>
                    <a:pt x="589" y="140"/>
                    <a:pt x="585" y="172"/>
                  </a:cubicBezTo>
                  <a:cubicBezTo>
                    <a:pt x="577" y="208"/>
                    <a:pt x="565" y="240"/>
                    <a:pt x="545" y="272"/>
                  </a:cubicBezTo>
                  <a:cubicBezTo>
                    <a:pt x="533" y="288"/>
                    <a:pt x="517" y="300"/>
                    <a:pt x="501" y="308"/>
                  </a:cubicBezTo>
                  <a:cubicBezTo>
                    <a:pt x="485" y="312"/>
                    <a:pt x="461" y="320"/>
                    <a:pt x="437" y="328"/>
                  </a:cubicBezTo>
                  <a:cubicBezTo>
                    <a:pt x="405" y="336"/>
                    <a:pt x="377" y="352"/>
                    <a:pt x="357" y="372"/>
                  </a:cubicBezTo>
                  <a:cubicBezTo>
                    <a:pt x="333" y="392"/>
                    <a:pt x="313" y="412"/>
                    <a:pt x="297" y="436"/>
                  </a:cubicBezTo>
                  <a:cubicBezTo>
                    <a:pt x="261" y="476"/>
                    <a:pt x="221" y="520"/>
                    <a:pt x="185" y="568"/>
                  </a:cubicBezTo>
                  <a:cubicBezTo>
                    <a:pt x="149" y="616"/>
                    <a:pt x="117" y="668"/>
                    <a:pt x="93" y="724"/>
                  </a:cubicBezTo>
                  <a:cubicBezTo>
                    <a:pt x="65" y="776"/>
                    <a:pt x="41" y="832"/>
                    <a:pt x="25" y="892"/>
                  </a:cubicBezTo>
                  <a:cubicBezTo>
                    <a:pt x="9" y="948"/>
                    <a:pt x="1" y="1004"/>
                    <a:pt x="1" y="1064"/>
                  </a:cubicBezTo>
                  <a:cubicBezTo>
                    <a:pt x="5" y="1120"/>
                    <a:pt x="9" y="1176"/>
                    <a:pt x="21" y="1228"/>
                  </a:cubicBezTo>
                  <a:cubicBezTo>
                    <a:pt x="33" y="1280"/>
                    <a:pt x="49" y="1324"/>
                    <a:pt x="57" y="1368"/>
                  </a:cubicBezTo>
                  <a:cubicBezTo>
                    <a:pt x="77" y="1432"/>
                    <a:pt x="89" y="1500"/>
                    <a:pt x="85" y="1568"/>
                  </a:cubicBezTo>
                  <a:cubicBezTo>
                    <a:pt x="81" y="1584"/>
                    <a:pt x="81" y="1592"/>
                    <a:pt x="81" y="1604"/>
                  </a:cubicBezTo>
                  <a:lnTo>
                    <a:pt x="73" y="1628"/>
                  </a:lnTo>
                  <a:lnTo>
                    <a:pt x="69" y="1648"/>
                  </a:lnTo>
                  <a:lnTo>
                    <a:pt x="73" y="1652"/>
                  </a:lnTo>
                  <a:lnTo>
                    <a:pt x="85" y="1632"/>
                  </a:lnTo>
                  <a:cubicBezTo>
                    <a:pt x="89" y="1628"/>
                    <a:pt x="93" y="1620"/>
                    <a:pt x="101" y="1612"/>
                  </a:cubicBezTo>
                  <a:lnTo>
                    <a:pt x="113" y="1576"/>
                  </a:lnTo>
                  <a:cubicBezTo>
                    <a:pt x="125" y="1544"/>
                    <a:pt x="129" y="1512"/>
                    <a:pt x="129" y="1476"/>
                  </a:cubicBezTo>
                  <a:cubicBezTo>
                    <a:pt x="129" y="1436"/>
                    <a:pt x="125" y="1392"/>
                    <a:pt x="113" y="1352"/>
                  </a:cubicBezTo>
                  <a:cubicBezTo>
                    <a:pt x="105" y="1308"/>
                    <a:pt x="93" y="1260"/>
                    <a:pt x="81" y="1212"/>
                  </a:cubicBezTo>
                  <a:cubicBezTo>
                    <a:pt x="65" y="1164"/>
                    <a:pt x="49" y="1116"/>
                    <a:pt x="37" y="1060"/>
                  </a:cubicBezTo>
                  <a:cubicBezTo>
                    <a:pt x="25" y="1008"/>
                    <a:pt x="29" y="952"/>
                    <a:pt x="45" y="896"/>
                  </a:cubicBezTo>
                  <a:cubicBezTo>
                    <a:pt x="61" y="840"/>
                    <a:pt x="89" y="788"/>
                    <a:pt x="125" y="744"/>
                  </a:cubicBezTo>
                  <a:cubicBezTo>
                    <a:pt x="157" y="696"/>
                    <a:pt x="197" y="652"/>
                    <a:pt x="233" y="608"/>
                  </a:cubicBezTo>
                  <a:cubicBezTo>
                    <a:pt x="273" y="564"/>
                    <a:pt x="309" y="524"/>
                    <a:pt x="349" y="484"/>
                  </a:cubicBezTo>
                  <a:cubicBezTo>
                    <a:pt x="369" y="464"/>
                    <a:pt x="385" y="444"/>
                    <a:pt x="405" y="428"/>
                  </a:cubicBezTo>
                  <a:cubicBezTo>
                    <a:pt x="421" y="416"/>
                    <a:pt x="441" y="404"/>
                    <a:pt x="461" y="396"/>
                  </a:cubicBezTo>
                  <a:cubicBezTo>
                    <a:pt x="485" y="388"/>
                    <a:pt x="513" y="376"/>
                    <a:pt x="537" y="364"/>
                  </a:cubicBezTo>
                  <a:cubicBezTo>
                    <a:pt x="557" y="348"/>
                    <a:pt x="577" y="328"/>
                    <a:pt x="593" y="308"/>
                  </a:cubicBezTo>
                  <a:cubicBezTo>
                    <a:pt x="617" y="268"/>
                    <a:pt x="629" y="224"/>
                    <a:pt x="629" y="180"/>
                  </a:cubicBezTo>
                  <a:cubicBezTo>
                    <a:pt x="629" y="144"/>
                    <a:pt x="625" y="112"/>
                    <a:pt x="617" y="80"/>
                  </a:cubicBezTo>
                  <a:cubicBezTo>
                    <a:pt x="609" y="52"/>
                    <a:pt x="601" y="28"/>
                    <a:pt x="5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60"/>
            <p:cNvSpPr/>
            <p:nvPr/>
          </p:nvSpPr>
          <p:spPr>
            <a:xfrm>
              <a:off x="2678744" y="2209519"/>
              <a:ext cx="199266" cy="565964"/>
            </a:xfrm>
            <a:custGeom>
              <a:avLst/>
              <a:gdLst/>
              <a:ahLst/>
              <a:cxnLst/>
              <a:rect l="l" t="t" r="r" b="b"/>
              <a:pathLst>
                <a:path w="989" h="2809" extrusionOk="0">
                  <a:moveTo>
                    <a:pt x="833" y="0"/>
                  </a:moveTo>
                  <a:lnTo>
                    <a:pt x="829" y="4"/>
                  </a:lnTo>
                  <a:cubicBezTo>
                    <a:pt x="829" y="4"/>
                    <a:pt x="849" y="48"/>
                    <a:pt x="869" y="132"/>
                  </a:cubicBezTo>
                  <a:cubicBezTo>
                    <a:pt x="881" y="172"/>
                    <a:pt x="893" y="224"/>
                    <a:pt x="905" y="280"/>
                  </a:cubicBezTo>
                  <a:cubicBezTo>
                    <a:pt x="917" y="344"/>
                    <a:pt x="921" y="408"/>
                    <a:pt x="925" y="472"/>
                  </a:cubicBezTo>
                  <a:cubicBezTo>
                    <a:pt x="929" y="548"/>
                    <a:pt x="925" y="624"/>
                    <a:pt x="909" y="700"/>
                  </a:cubicBezTo>
                  <a:cubicBezTo>
                    <a:pt x="897" y="784"/>
                    <a:pt x="873" y="868"/>
                    <a:pt x="833" y="944"/>
                  </a:cubicBezTo>
                  <a:cubicBezTo>
                    <a:pt x="789" y="1028"/>
                    <a:pt x="737" y="1104"/>
                    <a:pt x="677" y="1176"/>
                  </a:cubicBezTo>
                  <a:cubicBezTo>
                    <a:pt x="649" y="1212"/>
                    <a:pt x="613" y="1248"/>
                    <a:pt x="585" y="1284"/>
                  </a:cubicBezTo>
                  <a:lnTo>
                    <a:pt x="485" y="1388"/>
                  </a:lnTo>
                  <a:cubicBezTo>
                    <a:pt x="413" y="1460"/>
                    <a:pt x="349" y="1528"/>
                    <a:pt x="285" y="1600"/>
                  </a:cubicBezTo>
                  <a:cubicBezTo>
                    <a:pt x="217" y="1672"/>
                    <a:pt x="161" y="1748"/>
                    <a:pt x="105" y="1824"/>
                  </a:cubicBezTo>
                  <a:cubicBezTo>
                    <a:pt x="49" y="1904"/>
                    <a:pt x="17" y="1996"/>
                    <a:pt x="21" y="2096"/>
                  </a:cubicBezTo>
                  <a:cubicBezTo>
                    <a:pt x="25" y="2136"/>
                    <a:pt x="33" y="2176"/>
                    <a:pt x="33" y="2212"/>
                  </a:cubicBezTo>
                  <a:lnTo>
                    <a:pt x="33" y="2324"/>
                  </a:lnTo>
                  <a:cubicBezTo>
                    <a:pt x="29" y="2468"/>
                    <a:pt x="17" y="2592"/>
                    <a:pt x="13" y="2676"/>
                  </a:cubicBezTo>
                  <a:cubicBezTo>
                    <a:pt x="5" y="2760"/>
                    <a:pt x="1" y="2808"/>
                    <a:pt x="1" y="2808"/>
                  </a:cubicBezTo>
                  <a:lnTo>
                    <a:pt x="5" y="2808"/>
                  </a:lnTo>
                  <a:cubicBezTo>
                    <a:pt x="5" y="2808"/>
                    <a:pt x="21" y="2760"/>
                    <a:pt x="37" y="2676"/>
                  </a:cubicBezTo>
                  <a:cubicBezTo>
                    <a:pt x="49" y="2636"/>
                    <a:pt x="57" y="2588"/>
                    <a:pt x="69" y="2528"/>
                  </a:cubicBezTo>
                  <a:cubicBezTo>
                    <a:pt x="77" y="2468"/>
                    <a:pt x="85" y="2400"/>
                    <a:pt x="93" y="2328"/>
                  </a:cubicBezTo>
                  <a:cubicBezTo>
                    <a:pt x="93" y="2292"/>
                    <a:pt x="97" y="2252"/>
                    <a:pt x="97" y="2212"/>
                  </a:cubicBezTo>
                  <a:cubicBezTo>
                    <a:pt x="97" y="2168"/>
                    <a:pt x="97" y="2128"/>
                    <a:pt x="89" y="2088"/>
                  </a:cubicBezTo>
                  <a:cubicBezTo>
                    <a:pt x="93" y="2008"/>
                    <a:pt x="117" y="1928"/>
                    <a:pt x="165" y="1864"/>
                  </a:cubicBezTo>
                  <a:cubicBezTo>
                    <a:pt x="213" y="1784"/>
                    <a:pt x="269" y="1712"/>
                    <a:pt x="329" y="1640"/>
                  </a:cubicBezTo>
                  <a:lnTo>
                    <a:pt x="509" y="1416"/>
                  </a:lnTo>
                  <a:lnTo>
                    <a:pt x="693" y="1188"/>
                  </a:lnTo>
                  <a:cubicBezTo>
                    <a:pt x="753" y="1112"/>
                    <a:pt x="817" y="1040"/>
                    <a:pt x="865" y="964"/>
                  </a:cubicBezTo>
                  <a:cubicBezTo>
                    <a:pt x="913" y="884"/>
                    <a:pt x="949" y="800"/>
                    <a:pt x="969" y="712"/>
                  </a:cubicBezTo>
                  <a:cubicBezTo>
                    <a:pt x="985" y="632"/>
                    <a:pt x="989" y="552"/>
                    <a:pt x="981" y="472"/>
                  </a:cubicBezTo>
                  <a:cubicBezTo>
                    <a:pt x="977" y="404"/>
                    <a:pt x="965" y="336"/>
                    <a:pt x="945" y="272"/>
                  </a:cubicBezTo>
                  <a:cubicBezTo>
                    <a:pt x="933" y="220"/>
                    <a:pt x="917" y="168"/>
                    <a:pt x="897" y="120"/>
                  </a:cubicBezTo>
                  <a:cubicBezTo>
                    <a:pt x="881" y="80"/>
                    <a:pt x="857" y="40"/>
                    <a:pt x="8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60"/>
            <p:cNvSpPr/>
            <p:nvPr/>
          </p:nvSpPr>
          <p:spPr>
            <a:xfrm>
              <a:off x="2756919" y="2420673"/>
              <a:ext cx="387048" cy="332245"/>
            </a:xfrm>
            <a:custGeom>
              <a:avLst/>
              <a:gdLst/>
              <a:ahLst/>
              <a:cxnLst/>
              <a:rect l="l" t="t" r="r" b="b"/>
              <a:pathLst>
                <a:path w="1921" h="1649" extrusionOk="0">
                  <a:moveTo>
                    <a:pt x="1917" y="0"/>
                  </a:moveTo>
                  <a:lnTo>
                    <a:pt x="1909" y="32"/>
                  </a:lnTo>
                  <a:cubicBezTo>
                    <a:pt x="1901" y="60"/>
                    <a:pt x="1893" y="88"/>
                    <a:pt x="1881" y="112"/>
                  </a:cubicBezTo>
                  <a:cubicBezTo>
                    <a:pt x="1869" y="156"/>
                    <a:pt x="1853" y="196"/>
                    <a:pt x="1833" y="236"/>
                  </a:cubicBezTo>
                  <a:cubicBezTo>
                    <a:pt x="1813" y="280"/>
                    <a:pt x="1789" y="332"/>
                    <a:pt x="1757" y="384"/>
                  </a:cubicBezTo>
                  <a:cubicBezTo>
                    <a:pt x="1721" y="444"/>
                    <a:pt x="1681" y="500"/>
                    <a:pt x="1641" y="552"/>
                  </a:cubicBezTo>
                  <a:cubicBezTo>
                    <a:pt x="1597" y="612"/>
                    <a:pt x="1545" y="668"/>
                    <a:pt x="1493" y="720"/>
                  </a:cubicBezTo>
                  <a:cubicBezTo>
                    <a:pt x="1461" y="744"/>
                    <a:pt x="1433" y="772"/>
                    <a:pt x="1401" y="796"/>
                  </a:cubicBezTo>
                  <a:cubicBezTo>
                    <a:pt x="1365" y="820"/>
                    <a:pt x="1329" y="840"/>
                    <a:pt x="1293" y="856"/>
                  </a:cubicBezTo>
                  <a:cubicBezTo>
                    <a:pt x="1217" y="892"/>
                    <a:pt x="1137" y="916"/>
                    <a:pt x="1057" y="932"/>
                  </a:cubicBezTo>
                  <a:cubicBezTo>
                    <a:pt x="1017" y="940"/>
                    <a:pt x="977" y="936"/>
                    <a:pt x="933" y="940"/>
                  </a:cubicBezTo>
                  <a:cubicBezTo>
                    <a:pt x="889" y="944"/>
                    <a:pt x="849" y="948"/>
                    <a:pt x="805" y="952"/>
                  </a:cubicBezTo>
                  <a:cubicBezTo>
                    <a:pt x="721" y="964"/>
                    <a:pt x="637" y="988"/>
                    <a:pt x="561" y="1016"/>
                  </a:cubicBezTo>
                  <a:cubicBezTo>
                    <a:pt x="421" y="1068"/>
                    <a:pt x="293" y="1156"/>
                    <a:pt x="193" y="1268"/>
                  </a:cubicBezTo>
                  <a:cubicBezTo>
                    <a:pt x="153" y="1312"/>
                    <a:pt x="117" y="1360"/>
                    <a:pt x="85" y="1408"/>
                  </a:cubicBezTo>
                  <a:cubicBezTo>
                    <a:pt x="61" y="1448"/>
                    <a:pt x="41" y="1488"/>
                    <a:pt x="29" y="1532"/>
                  </a:cubicBezTo>
                  <a:cubicBezTo>
                    <a:pt x="17" y="1560"/>
                    <a:pt x="9" y="1588"/>
                    <a:pt x="5" y="1620"/>
                  </a:cubicBezTo>
                  <a:lnTo>
                    <a:pt x="1" y="1648"/>
                  </a:lnTo>
                  <a:lnTo>
                    <a:pt x="9" y="1648"/>
                  </a:lnTo>
                  <a:cubicBezTo>
                    <a:pt x="9" y="1648"/>
                    <a:pt x="9" y="1640"/>
                    <a:pt x="17" y="1620"/>
                  </a:cubicBezTo>
                  <a:cubicBezTo>
                    <a:pt x="25" y="1592"/>
                    <a:pt x="37" y="1568"/>
                    <a:pt x="53" y="1544"/>
                  </a:cubicBezTo>
                  <a:cubicBezTo>
                    <a:pt x="73" y="1504"/>
                    <a:pt x="97" y="1468"/>
                    <a:pt x="125" y="1432"/>
                  </a:cubicBezTo>
                  <a:cubicBezTo>
                    <a:pt x="157" y="1388"/>
                    <a:pt x="197" y="1348"/>
                    <a:pt x="237" y="1308"/>
                  </a:cubicBezTo>
                  <a:cubicBezTo>
                    <a:pt x="337" y="1212"/>
                    <a:pt x="457" y="1132"/>
                    <a:pt x="585" y="1080"/>
                  </a:cubicBezTo>
                  <a:cubicBezTo>
                    <a:pt x="661" y="1048"/>
                    <a:pt x="733" y="1024"/>
                    <a:pt x="813" y="1008"/>
                  </a:cubicBezTo>
                  <a:cubicBezTo>
                    <a:pt x="853" y="1000"/>
                    <a:pt x="893" y="996"/>
                    <a:pt x="937" y="988"/>
                  </a:cubicBezTo>
                  <a:cubicBezTo>
                    <a:pt x="977" y="980"/>
                    <a:pt x="1021" y="976"/>
                    <a:pt x="1065" y="964"/>
                  </a:cubicBezTo>
                  <a:cubicBezTo>
                    <a:pt x="1105" y="952"/>
                    <a:pt x="1145" y="940"/>
                    <a:pt x="1185" y="924"/>
                  </a:cubicBezTo>
                  <a:cubicBezTo>
                    <a:pt x="1205" y="916"/>
                    <a:pt x="1225" y="908"/>
                    <a:pt x="1245" y="900"/>
                  </a:cubicBezTo>
                  <a:lnTo>
                    <a:pt x="1301" y="872"/>
                  </a:lnTo>
                  <a:cubicBezTo>
                    <a:pt x="1341" y="856"/>
                    <a:pt x="1377" y="836"/>
                    <a:pt x="1413" y="812"/>
                  </a:cubicBezTo>
                  <a:cubicBezTo>
                    <a:pt x="1449" y="788"/>
                    <a:pt x="1481" y="768"/>
                    <a:pt x="1517" y="744"/>
                  </a:cubicBezTo>
                  <a:cubicBezTo>
                    <a:pt x="1545" y="720"/>
                    <a:pt x="1577" y="696"/>
                    <a:pt x="1609" y="668"/>
                  </a:cubicBezTo>
                  <a:lnTo>
                    <a:pt x="1649" y="628"/>
                  </a:lnTo>
                  <a:lnTo>
                    <a:pt x="1689" y="584"/>
                  </a:lnTo>
                  <a:cubicBezTo>
                    <a:pt x="1769" y="484"/>
                    <a:pt x="1833" y="372"/>
                    <a:pt x="1877" y="248"/>
                  </a:cubicBezTo>
                  <a:cubicBezTo>
                    <a:pt x="1889" y="204"/>
                    <a:pt x="1901" y="160"/>
                    <a:pt x="1909" y="116"/>
                  </a:cubicBezTo>
                  <a:cubicBezTo>
                    <a:pt x="1913" y="88"/>
                    <a:pt x="1917" y="60"/>
                    <a:pt x="1921" y="28"/>
                  </a:cubicBezTo>
                  <a:lnTo>
                    <a:pt x="19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60"/>
            <p:cNvSpPr/>
            <p:nvPr/>
          </p:nvSpPr>
          <p:spPr>
            <a:xfrm>
              <a:off x="2762561" y="2739822"/>
              <a:ext cx="381406" cy="55005"/>
            </a:xfrm>
            <a:custGeom>
              <a:avLst/>
              <a:gdLst/>
              <a:ahLst/>
              <a:cxnLst/>
              <a:rect l="l" t="t" r="r" b="b"/>
              <a:pathLst>
                <a:path w="1893" h="273" extrusionOk="0">
                  <a:moveTo>
                    <a:pt x="961" y="0"/>
                  </a:moveTo>
                  <a:cubicBezTo>
                    <a:pt x="897" y="0"/>
                    <a:pt x="833" y="4"/>
                    <a:pt x="773" y="8"/>
                  </a:cubicBezTo>
                  <a:cubicBezTo>
                    <a:pt x="709" y="16"/>
                    <a:pt x="649" y="24"/>
                    <a:pt x="589" y="32"/>
                  </a:cubicBezTo>
                  <a:cubicBezTo>
                    <a:pt x="533" y="40"/>
                    <a:pt x="477" y="52"/>
                    <a:pt x="421" y="64"/>
                  </a:cubicBezTo>
                  <a:cubicBezTo>
                    <a:pt x="369" y="80"/>
                    <a:pt x="321" y="96"/>
                    <a:pt x="277" y="116"/>
                  </a:cubicBezTo>
                  <a:cubicBezTo>
                    <a:pt x="181" y="156"/>
                    <a:pt x="85" y="204"/>
                    <a:pt x="1" y="264"/>
                  </a:cubicBezTo>
                  <a:lnTo>
                    <a:pt x="1" y="272"/>
                  </a:lnTo>
                  <a:lnTo>
                    <a:pt x="85" y="244"/>
                  </a:lnTo>
                  <a:lnTo>
                    <a:pt x="297" y="172"/>
                  </a:lnTo>
                  <a:lnTo>
                    <a:pt x="441" y="124"/>
                  </a:lnTo>
                  <a:cubicBezTo>
                    <a:pt x="489" y="104"/>
                    <a:pt x="541" y="84"/>
                    <a:pt x="597" y="68"/>
                  </a:cubicBezTo>
                  <a:cubicBezTo>
                    <a:pt x="676" y="43"/>
                    <a:pt x="755" y="28"/>
                    <a:pt x="837" y="28"/>
                  </a:cubicBezTo>
                  <a:cubicBezTo>
                    <a:pt x="846" y="28"/>
                    <a:pt x="855" y="28"/>
                    <a:pt x="865" y="28"/>
                  </a:cubicBezTo>
                  <a:cubicBezTo>
                    <a:pt x="897" y="32"/>
                    <a:pt x="929" y="32"/>
                    <a:pt x="957" y="40"/>
                  </a:cubicBezTo>
                  <a:cubicBezTo>
                    <a:pt x="1013" y="52"/>
                    <a:pt x="1073" y="72"/>
                    <a:pt x="1133" y="92"/>
                  </a:cubicBezTo>
                  <a:lnTo>
                    <a:pt x="1309" y="140"/>
                  </a:lnTo>
                  <a:cubicBezTo>
                    <a:pt x="1361" y="156"/>
                    <a:pt x="1417" y="168"/>
                    <a:pt x="1477" y="176"/>
                  </a:cubicBezTo>
                  <a:cubicBezTo>
                    <a:pt x="1525" y="188"/>
                    <a:pt x="1577" y="192"/>
                    <a:pt x="1629" y="192"/>
                  </a:cubicBezTo>
                  <a:cubicBezTo>
                    <a:pt x="1677" y="192"/>
                    <a:pt x="1721" y="188"/>
                    <a:pt x="1765" y="176"/>
                  </a:cubicBezTo>
                  <a:cubicBezTo>
                    <a:pt x="1801" y="164"/>
                    <a:pt x="1833" y="148"/>
                    <a:pt x="1857" y="120"/>
                  </a:cubicBezTo>
                  <a:cubicBezTo>
                    <a:pt x="1869" y="104"/>
                    <a:pt x="1881" y="80"/>
                    <a:pt x="1885" y="60"/>
                  </a:cubicBezTo>
                  <a:cubicBezTo>
                    <a:pt x="1893" y="44"/>
                    <a:pt x="1893" y="36"/>
                    <a:pt x="1893" y="36"/>
                  </a:cubicBezTo>
                  <a:lnTo>
                    <a:pt x="1885" y="36"/>
                  </a:lnTo>
                  <a:lnTo>
                    <a:pt x="1873" y="56"/>
                  </a:lnTo>
                  <a:cubicBezTo>
                    <a:pt x="1865" y="72"/>
                    <a:pt x="1853" y="88"/>
                    <a:pt x="1837" y="100"/>
                  </a:cubicBezTo>
                  <a:cubicBezTo>
                    <a:pt x="1813" y="120"/>
                    <a:pt x="1785" y="128"/>
                    <a:pt x="1753" y="132"/>
                  </a:cubicBezTo>
                  <a:cubicBezTo>
                    <a:pt x="1733" y="134"/>
                    <a:pt x="1713" y="135"/>
                    <a:pt x="1693" y="135"/>
                  </a:cubicBezTo>
                  <a:cubicBezTo>
                    <a:pt x="1673" y="135"/>
                    <a:pt x="1653" y="134"/>
                    <a:pt x="1633" y="132"/>
                  </a:cubicBezTo>
                  <a:cubicBezTo>
                    <a:pt x="1545" y="124"/>
                    <a:pt x="1437" y="96"/>
                    <a:pt x="1325" y="72"/>
                  </a:cubicBezTo>
                  <a:lnTo>
                    <a:pt x="1149" y="32"/>
                  </a:lnTo>
                  <a:cubicBezTo>
                    <a:pt x="1089" y="16"/>
                    <a:pt x="1025" y="8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60"/>
            <p:cNvSpPr/>
            <p:nvPr/>
          </p:nvSpPr>
          <p:spPr>
            <a:xfrm>
              <a:off x="2806887" y="2818401"/>
              <a:ext cx="323379" cy="141642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4" y="1"/>
                  </a:moveTo>
                  <a:cubicBezTo>
                    <a:pt x="311" y="1"/>
                    <a:pt x="298" y="1"/>
                    <a:pt x="285" y="2"/>
                  </a:cubicBezTo>
                  <a:cubicBezTo>
                    <a:pt x="189" y="2"/>
                    <a:pt x="93" y="14"/>
                    <a:pt x="1" y="38"/>
                  </a:cubicBezTo>
                  <a:lnTo>
                    <a:pt x="5" y="46"/>
                  </a:lnTo>
                  <a:lnTo>
                    <a:pt x="81" y="50"/>
                  </a:lnTo>
                  <a:cubicBezTo>
                    <a:pt x="133" y="54"/>
                    <a:pt x="201" y="58"/>
                    <a:pt x="285" y="58"/>
                  </a:cubicBezTo>
                  <a:lnTo>
                    <a:pt x="421" y="66"/>
                  </a:lnTo>
                  <a:cubicBezTo>
                    <a:pt x="453" y="66"/>
                    <a:pt x="486" y="65"/>
                    <a:pt x="521" y="65"/>
                  </a:cubicBezTo>
                  <a:cubicBezTo>
                    <a:pt x="538" y="65"/>
                    <a:pt x="555" y="65"/>
                    <a:pt x="573" y="66"/>
                  </a:cubicBezTo>
                  <a:cubicBezTo>
                    <a:pt x="625" y="66"/>
                    <a:pt x="681" y="74"/>
                    <a:pt x="733" y="90"/>
                  </a:cubicBezTo>
                  <a:cubicBezTo>
                    <a:pt x="789" y="102"/>
                    <a:pt x="841" y="126"/>
                    <a:pt x="889" y="154"/>
                  </a:cubicBezTo>
                  <a:cubicBezTo>
                    <a:pt x="981" y="206"/>
                    <a:pt x="1065" y="274"/>
                    <a:pt x="1141" y="354"/>
                  </a:cubicBezTo>
                  <a:cubicBezTo>
                    <a:pt x="1177" y="390"/>
                    <a:pt x="1209" y="430"/>
                    <a:pt x="1249" y="462"/>
                  </a:cubicBezTo>
                  <a:cubicBezTo>
                    <a:pt x="1265" y="482"/>
                    <a:pt x="1285" y="498"/>
                    <a:pt x="1309" y="514"/>
                  </a:cubicBezTo>
                  <a:lnTo>
                    <a:pt x="1365" y="546"/>
                  </a:lnTo>
                  <a:lnTo>
                    <a:pt x="1601" y="702"/>
                  </a:lnTo>
                  <a:lnTo>
                    <a:pt x="1605" y="698"/>
                  </a:lnTo>
                  <a:cubicBezTo>
                    <a:pt x="1605" y="698"/>
                    <a:pt x="1585" y="678"/>
                    <a:pt x="1553" y="638"/>
                  </a:cubicBezTo>
                  <a:cubicBezTo>
                    <a:pt x="1505" y="590"/>
                    <a:pt x="1453" y="542"/>
                    <a:pt x="1401" y="498"/>
                  </a:cubicBezTo>
                  <a:lnTo>
                    <a:pt x="1345" y="458"/>
                  </a:lnTo>
                  <a:cubicBezTo>
                    <a:pt x="1329" y="446"/>
                    <a:pt x="1313" y="430"/>
                    <a:pt x="1297" y="414"/>
                  </a:cubicBezTo>
                  <a:cubicBezTo>
                    <a:pt x="1265" y="382"/>
                    <a:pt x="1229" y="342"/>
                    <a:pt x="1189" y="306"/>
                  </a:cubicBezTo>
                  <a:cubicBezTo>
                    <a:pt x="1149" y="266"/>
                    <a:pt x="1105" y="230"/>
                    <a:pt x="1057" y="198"/>
                  </a:cubicBezTo>
                  <a:cubicBezTo>
                    <a:pt x="1009" y="166"/>
                    <a:pt x="957" y="138"/>
                    <a:pt x="901" y="118"/>
                  </a:cubicBezTo>
                  <a:cubicBezTo>
                    <a:pt x="849" y="102"/>
                    <a:pt x="793" y="82"/>
                    <a:pt x="737" y="70"/>
                  </a:cubicBezTo>
                  <a:cubicBezTo>
                    <a:pt x="681" y="58"/>
                    <a:pt x="629" y="42"/>
                    <a:pt x="577" y="30"/>
                  </a:cubicBezTo>
                  <a:cubicBezTo>
                    <a:pt x="525" y="18"/>
                    <a:pt x="473" y="10"/>
                    <a:pt x="421" y="6"/>
                  </a:cubicBezTo>
                  <a:cubicBezTo>
                    <a:pt x="390" y="4"/>
                    <a:pt x="356" y="1"/>
                    <a:pt x="3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60"/>
            <p:cNvSpPr/>
            <p:nvPr/>
          </p:nvSpPr>
          <p:spPr>
            <a:xfrm>
              <a:off x="2752084" y="2839758"/>
              <a:ext cx="241980" cy="167835"/>
            </a:xfrm>
            <a:custGeom>
              <a:avLst/>
              <a:gdLst/>
              <a:ahLst/>
              <a:cxnLst/>
              <a:rect l="l" t="t" r="r" b="b"/>
              <a:pathLst>
                <a:path w="1201" h="833" extrusionOk="0">
                  <a:moveTo>
                    <a:pt x="5" y="0"/>
                  </a:moveTo>
                  <a:lnTo>
                    <a:pt x="1" y="4"/>
                  </a:lnTo>
                  <a:cubicBezTo>
                    <a:pt x="1" y="4"/>
                    <a:pt x="85" y="48"/>
                    <a:pt x="213" y="108"/>
                  </a:cubicBezTo>
                  <a:cubicBezTo>
                    <a:pt x="245" y="120"/>
                    <a:pt x="277" y="136"/>
                    <a:pt x="313" y="152"/>
                  </a:cubicBezTo>
                  <a:cubicBezTo>
                    <a:pt x="349" y="168"/>
                    <a:pt x="393" y="176"/>
                    <a:pt x="433" y="192"/>
                  </a:cubicBezTo>
                  <a:cubicBezTo>
                    <a:pt x="477" y="208"/>
                    <a:pt x="517" y="228"/>
                    <a:pt x="557" y="248"/>
                  </a:cubicBezTo>
                  <a:cubicBezTo>
                    <a:pt x="597" y="272"/>
                    <a:pt x="633" y="296"/>
                    <a:pt x="669" y="324"/>
                  </a:cubicBezTo>
                  <a:cubicBezTo>
                    <a:pt x="709" y="352"/>
                    <a:pt x="745" y="384"/>
                    <a:pt x="777" y="412"/>
                  </a:cubicBezTo>
                  <a:cubicBezTo>
                    <a:pt x="813" y="440"/>
                    <a:pt x="849" y="468"/>
                    <a:pt x="877" y="496"/>
                  </a:cubicBezTo>
                  <a:cubicBezTo>
                    <a:pt x="909" y="524"/>
                    <a:pt x="941" y="552"/>
                    <a:pt x="969" y="580"/>
                  </a:cubicBezTo>
                  <a:cubicBezTo>
                    <a:pt x="997" y="608"/>
                    <a:pt x="1025" y="632"/>
                    <a:pt x="1049" y="656"/>
                  </a:cubicBezTo>
                  <a:cubicBezTo>
                    <a:pt x="1069" y="680"/>
                    <a:pt x="1089" y="704"/>
                    <a:pt x="1109" y="724"/>
                  </a:cubicBezTo>
                  <a:cubicBezTo>
                    <a:pt x="1129" y="744"/>
                    <a:pt x="1141" y="764"/>
                    <a:pt x="1157" y="780"/>
                  </a:cubicBezTo>
                  <a:cubicBezTo>
                    <a:pt x="1181" y="812"/>
                    <a:pt x="1197" y="832"/>
                    <a:pt x="1197" y="832"/>
                  </a:cubicBezTo>
                  <a:lnTo>
                    <a:pt x="1201" y="832"/>
                  </a:lnTo>
                  <a:cubicBezTo>
                    <a:pt x="1201" y="832"/>
                    <a:pt x="1193" y="808"/>
                    <a:pt x="1181" y="772"/>
                  </a:cubicBezTo>
                  <a:cubicBezTo>
                    <a:pt x="1173" y="748"/>
                    <a:pt x="1161" y="724"/>
                    <a:pt x="1149" y="700"/>
                  </a:cubicBezTo>
                  <a:cubicBezTo>
                    <a:pt x="1133" y="676"/>
                    <a:pt x="1121" y="648"/>
                    <a:pt x="1097" y="620"/>
                  </a:cubicBezTo>
                  <a:cubicBezTo>
                    <a:pt x="1073" y="592"/>
                    <a:pt x="1053" y="560"/>
                    <a:pt x="1021" y="528"/>
                  </a:cubicBezTo>
                  <a:cubicBezTo>
                    <a:pt x="993" y="500"/>
                    <a:pt x="961" y="468"/>
                    <a:pt x="925" y="444"/>
                  </a:cubicBezTo>
                  <a:cubicBezTo>
                    <a:pt x="889" y="416"/>
                    <a:pt x="853" y="388"/>
                    <a:pt x="813" y="364"/>
                  </a:cubicBezTo>
                  <a:cubicBezTo>
                    <a:pt x="773" y="340"/>
                    <a:pt x="733" y="316"/>
                    <a:pt x="689" y="296"/>
                  </a:cubicBezTo>
                  <a:cubicBezTo>
                    <a:pt x="609" y="256"/>
                    <a:pt x="525" y="212"/>
                    <a:pt x="449" y="164"/>
                  </a:cubicBezTo>
                  <a:cubicBezTo>
                    <a:pt x="413" y="140"/>
                    <a:pt x="373" y="116"/>
                    <a:pt x="341" y="100"/>
                  </a:cubicBezTo>
                  <a:cubicBezTo>
                    <a:pt x="305" y="80"/>
                    <a:pt x="269" y="68"/>
                    <a:pt x="233" y="56"/>
                  </a:cubicBezTo>
                  <a:cubicBezTo>
                    <a:pt x="181" y="36"/>
                    <a:pt x="125" y="20"/>
                    <a:pt x="69" y="8"/>
                  </a:cubicBezTo>
                  <a:cubicBezTo>
                    <a:pt x="49" y="4"/>
                    <a:pt x="25" y="0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60"/>
            <p:cNvSpPr/>
            <p:nvPr/>
          </p:nvSpPr>
          <p:spPr>
            <a:xfrm>
              <a:off x="2683579" y="2876831"/>
              <a:ext cx="297590" cy="396719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5" y="0"/>
                  </a:moveTo>
                  <a:lnTo>
                    <a:pt x="1" y="12"/>
                  </a:lnTo>
                  <a:cubicBezTo>
                    <a:pt x="17" y="44"/>
                    <a:pt x="41" y="72"/>
                    <a:pt x="65" y="100"/>
                  </a:cubicBezTo>
                  <a:cubicBezTo>
                    <a:pt x="125" y="176"/>
                    <a:pt x="197" y="240"/>
                    <a:pt x="273" y="300"/>
                  </a:cubicBezTo>
                  <a:cubicBezTo>
                    <a:pt x="325" y="340"/>
                    <a:pt x="377" y="376"/>
                    <a:pt x="433" y="408"/>
                  </a:cubicBezTo>
                  <a:cubicBezTo>
                    <a:pt x="493" y="444"/>
                    <a:pt x="553" y="484"/>
                    <a:pt x="605" y="528"/>
                  </a:cubicBezTo>
                  <a:cubicBezTo>
                    <a:pt x="665" y="576"/>
                    <a:pt x="717" y="628"/>
                    <a:pt x="765" y="688"/>
                  </a:cubicBezTo>
                  <a:cubicBezTo>
                    <a:pt x="789" y="720"/>
                    <a:pt x="813" y="752"/>
                    <a:pt x="833" y="784"/>
                  </a:cubicBezTo>
                  <a:cubicBezTo>
                    <a:pt x="853" y="816"/>
                    <a:pt x="873" y="848"/>
                    <a:pt x="893" y="884"/>
                  </a:cubicBezTo>
                  <a:cubicBezTo>
                    <a:pt x="929" y="952"/>
                    <a:pt x="965" y="1024"/>
                    <a:pt x="997" y="1092"/>
                  </a:cubicBezTo>
                  <a:cubicBezTo>
                    <a:pt x="1029" y="1160"/>
                    <a:pt x="1053" y="1232"/>
                    <a:pt x="1077" y="1300"/>
                  </a:cubicBezTo>
                  <a:cubicBezTo>
                    <a:pt x="1101" y="1368"/>
                    <a:pt x="1117" y="1432"/>
                    <a:pt x="1133" y="1500"/>
                  </a:cubicBezTo>
                  <a:cubicBezTo>
                    <a:pt x="1145" y="1564"/>
                    <a:pt x="1165" y="1628"/>
                    <a:pt x="1193" y="1688"/>
                  </a:cubicBezTo>
                  <a:cubicBezTo>
                    <a:pt x="1217" y="1740"/>
                    <a:pt x="1245" y="1788"/>
                    <a:pt x="1281" y="1832"/>
                  </a:cubicBezTo>
                  <a:cubicBezTo>
                    <a:pt x="1309" y="1864"/>
                    <a:pt x="1341" y="1896"/>
                    <a:pt x="1377" y="1920"/>
                  </a:cubicBezTo>
                  <a:cubicBezTo>
                    <a:pt x="1405" y="1944"/>
                    <a:pt x="1441" y="1960"/>
                    <a:pt x="1477" y="1968"/>
                  </a:cubicBezTo>
                  <a:lnTo>
                    <a:pt x="1477" y="1964"/>
                  </a:lnTo>
                  <a:cubicBezTo>
                    <a:pt x="1469" y="1960"/>
                    <a:pt x="1461" y="1956"/>
                    <a:pt x="1453" y="1948"/>
                  </a:cubicBezTo>
                  <a:cubicBezTo>
                    <a:pt x="1429" y="1932"/>
                    <a:pt x="1409" y="1916"/>
                    <a:pt x="1393" y="1900"/>
                  </a:cubicBezTo>
                  <a:cubicBezTo>
                    <a:pt x="1361" y="1872"/>
                    <a:pt x="1337" y="1840"/>
                    <a:pt x="1317" y="1804"/>
                  </a:cubicBezTo>
                  <a:cubicBezTo>
                    <a:pt x="1289" y="1760"/>
                    <a:pt x="1265" y="1712"/>
                    <a:pt x="1245" y="1664"/>
                  </a:cubicBezTo>
                  <a:cubicBezTo>
                    <a:pt x="1225" y="1608"/>
                    <a:pt x="1209" y="1548"/>
                    <a:pt x="1201" y="1488"/>
                  </a:cubicBezTo>
                  <a:cubicBezTo>
                    <a:pt x="1189" y="1416"/>
                    <a:pt x="1169" y="1344"/>
                    <a:pt x="1141" y="1276"/>
                  </a:cubicBezTo>
                  <a:cubicBezTo>
                    <a:pt x="1089" y="1128"/>
                    <a:pt x="1013" y="988"/>
                    <a:pt x="921" y="860"/>
                  </a:cubicBezTo>
                  <a:cubicBezTo>
                    <a:pt x="877" y="796"/>
                    <a:pt x="829" y="732"/>
                    <a:pt x="777" y="672"/>
                  </a:cubicBezTo>
                  <a:cubicBezTo>
                    <a:pt x="729" y="612"/>
                    <a:pt x="677" y="552"/>
                    <a:pt x="629" y="496"/>
                  </a:cubicBezTo>
                  <a:cubicBezTo>
                    <a:pt x="577" y="440"/>
                    <a:pt x="521" y="396"/>
                    <a:pt x="461" y="352"/>
                  </a:cubicBezTo>
                  <a:cubicBezTo>
                    <a:pt x="405" y="320"/>
                    <a:pt x="353" y="284"/>
                    <a:pt x="305" y="248"/>
                  </a:cubicBezTo>
                  <a:cubicBezTo>
                    <a:pt x="257" y="216"/>
                    <a:pt x="213" y="184"/>
                    <a:pt x="177" y="156"/>
                  </a:cubicBezTo>
                  <a:cubicBezTo>
                    <a:pt x="141" y="124"/>
                    <a:pt x="109" y="96"/>
                    <a:pt x="81" y="76"/>
                  </a:cubicBezTo>
                  <a:cubicBezTo>
                    <a:pt x="33" y="28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60"/>
            <p:cNvSpPr/>
            <p:nvPr/>
          </p:nvSpPr>
          <p:spPr>
            <a:xfrm>
              <a:off x="2594926" y="2889726"/>
              <a:ext cx="89660" cy="434598"/>
            </a:xfrm>
            <a:custGeom>
              <a:avLst/>
              <a:gdLst/>
              <a:ahLst/>
              <a:cxnLst/>
              <a:rect l="l" t="t" r="r" b="b"/>
              <a:pathLst>
                <a:path w="445" h="2157" extrusionOk="0">
                  <a:moveTo>
                    <a:pt x="265" y="0"/>
                  </a:moveTo>
                  <a:cubicBezTo>
                    <a:pt x="253" y="28"/>
                    <a:pt x="245" y="60"/>
                    <a:pt x="237" y="96"/>
                  </a:cubicBezTo>
                  <a:cubicBezTo>
                    <a:pt x="217" y="180"/>
                    <a:pt x="213" y="268"/>
                    <a:pt x="221" y="360"/>
                  </a:cubicBezTo>
                  <a:cubicBezTo>
                    <a:pt x="225" y="420"/>
                    <a:pt x="241" y="480"/>
                    <a:pt x="269" y="536"/>
                  </a:cubicBezTo>
                  <a:cubicBezTo>
                    <a:pt x="277" y="548"/>
                    <a:pt x="285" y="564"/>
                    <a:pt x="297" y="580"/>
                  </a:cubicBezTo>
                  <a:lnTo>
                    <a:pt x="325" y="616"/>
                  </a:lnTo>
                  <a:cubicBezTo>
                    <a:pt x="337" y="628"/>
                    <a:pt x="345" y="640"/>
                    <a:pt x="357" y="656"/>
                  </a:cubicBezTo>
                  <a:lnTo>
                    <a:pt x="377" y="696"/>
                  </a:lnTo>
                  <a:cubicBezTo>
                    <a:pt x="405" y="756"/>
                    <a:pt x="417" y="824"/>
                    <a:pt x="421" y="896"/>
                  </a:cubicBezTo>
                  <a:cubicBezTo>
                    <a:pt x="425" y="964"/>
                    <a:pt x="421" y="1036"/>
                    <a:pt x="409" y="1104"/>
                  </a:cubicBezTo>
                  <a:cubicBezTo>
                    <a:pt x="393" y="1176"/>
                    <a:pt x="377" y="1244"/>
                    <a:pt x="357" y="1312"/>
                  </a:cubicBezTo>
                  <a:cubicBezTo>
                    <a:pt x="341" y="1376"/>
                    <a:pt x="313" y="1436"/>
                    <a:pt x="281" y="1492"/>
                  </a:cubicBezTo>
                  <a:cubicBezTo>
                    <a:pt x="273" y="1504"/>
                    <a:pt x="265" y="1516"/>
                    <a:pt x="257" y="1528"/>
                  </a:cubicBezTo>
                  <a:lnTo>
                    <a:pt x="221" y="1564"/>
                  </a:lnTo>
                  <a:cubicBezTo>
                    <a:pt x="201" y="1588"/>
                    <a:pt x="181" y="1616"/>
                    <a:pt x="165" y="1644"/>
                  </a:cubicBezTo>
                  <a:cubicBezTo>
                    <a:pt x="133" y="1692"/>
                    <a:pt x="101" y="1748"/>
                    <a:pt x="81" y="1800"/>
                  </a:cubicBezTo>
                  <a:cubicBezTo>
                    <a:pt x="57" y="1844"/>
                    <a:pt x="41" y="1892"/>
                    <a:pt x="25" y="1940"/>
                  </a:cubicBezTo>
                  <a:cubicBezTo>
                    <a:pt x="13" y="1980"/>
                    <a:pt x="9" y="2016"/>
                    <a:pt x="5" y="2056"/>
                  </a:cubicBezTo>
                  <a:cubicBezTo>
                    <a:pt x="1" y="2080"/>
                    <a:pt x="5" y="2108"/>
                    <a:pt x="9" y="2132"/>
                  </a:cubicBezTo>
                  <a:cubicBezTo>
                    <a:pt x="17" y="2148"/>
                    <a:pt x="21" y="2156"/>
                    <a:pt x="21" y="2156"/>
                  </a:cubicBezTo>
                  <a:lnTo>
                    <a:pt x="29" y="2152"/>
                  </a:lnTo>
                  <a:cubicBezTo>
                    <a:pt x="29" y="2152"/>
                    <a:pt x="25" y="2144"/>
                    <a:pt x="25" y="2128"/>
                  </a:cubicBezTo>
                  <a:cubicBezTo>
                    <a:pt x="21" y="2104"/>
                    <a:pt x="25" y="2084"/>
                    <a:pt x="33" y="2060"/>
                  </a:cubicBezTo>
                  <a:cubicBezTo>
                    <a:pt x="57" y="1980"/>
                    <a:pt x="89" y="1900"/>
                    <a:pt x="133" y="1828"/>
                  </a:cubicBezTo>
                  <a:cubicBezTo>
                    <a:pt x="157" y="1780"/>
                    <a:pt x="189" y="1736"/>
                    <a:pt x="221" y="1684"/>
                  </a:cubicBezTo>
                  <a:cubicBezTo>
                    <a:pt x="241" y="1664"/>
                    <a:pt x="257" y="1636"/>
                    <a:pt x="277" y="1612"/>
                  </a:cubicBezTo>
                  <a:lnTo>
                    <a:pt x="309" y="1576"/>
                  </a:lnTo>
                  <a:cubicBezTo>
                    <a:pt x="321" y="1560"/>
                    <a:pt x="333" y="1544"/>
                    <a:pt x="341" y="1528"/>
                  </a:cubicBezTo>
                  <a:cubicBezTo>
                    <a:pt x="373" y="1464"/>
                    <a:pt x="401" y="1396"/>
                    <a:pt x="413" y="1328"/>
                  </a:cubicBezTo>
                  <a:cubicBezTo>
                    <a:pt x="429" y="1256"/>
                    <a:pt x="441" y="1184"/>
                    <a:pt x="441" y="1108"/>
                  </a:cubicBezTo>
                  <a:cubicBezTo>
                    <a:pt x="445" y="1036"/>
                    <a:pt x="445" y="964"/>
                    <a:pt x="437" y="892"/>
                  </a:cubicBezTo>
                  <a:cubicBezTo>
                    <a:pt x="437" y="824"/>
                    <a:pt x="425" y="752"/>
                    <a:pt x="409" y="684"/>
                  </a:cubicBezTo>
                  <a:cubicBezTo>
                    <a:pt x="389" y="612"/>
                    <a:pt x="341" y="560"/>
                    <a:pt x="321" y="512"/>
                  </a:cubicBezTo>
                  <a:cubicBezTo>
                    <a:pt x="297" y="460"/>
                    <a:pt x="285" y="408"/>
                    <a:pt x="277" y="356"/>
                  </a:cubicBezTo>
                  <a:cubicBezTo>
                    <a:pt x="269" y="308"/>
                    <a:pt x="265" y="260"/>
                    <a:pt x="265" y="212"/>
                  </a:cubicBezTo>
                  <a:lnTo>
                    <a:pt x="265" y="100"/>
                  </a:lnTo>
                  <a:cubicBezTo>
                    <a:pt x="265" y="36"/>
                    <a:pt x="269" y="0"/>
                    <a:pt x="2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60"/>
            <p:cNvSpPr/>
            <p:nvPr/>
          </p:nvSpPr>
          <p:spPr>
            <a:xfrm>
              <a:off x="2482095" y="2920351"/>
              <a:ext cx="82406" cy="256487"/>
            </a:xfrm>
            <a:custGeom>
              <a:avLst/>
              <a:gdLst/>
              <a:ahLst/>
              <a:cxnLst/>
              <a:rect l="l" t="t" r="r" b="b"/>
              <a:pathLst>
                <a:path w="409" h="1273" extrusionOk="0">
                  <a:moveTo>
                    <a:pt x="405" y="0"/>
                  </a:moveTo>
                  <a:cubicBezTo>
                    <a:pt x="345" y="44"/>
                    <a:pt x="293" y="96"/>
                    <a:pt x="249" y="152"/>
                  </a:cubicBezTo>
                  <a:cubicBezTo>
                    <a:pt x="229" y="180"/>
                    <a:pt x="209" y="208"/>
                    <a:pt x="189" y="240"/>
                  </a:cubicBezTo>
                  <a:cubicBezTo>
                    <a:pt x="173" y="276"/>
                    <a:pt x="157" y="312"/>
                    <a:pt x="145" y="352"/>
                  </a:cubicBezTo>
                  <a:cubicBezTo>
                    <a:pt x="133" y="396"/>
                    <a:pt x="129" y="436"/>
                    <a:pt x="133" y="480"/>
                  </a:cubicBezTo>
                  <a:cubicBezTo>
                    <a:pt x="137" y="524"/>
                    <a:pt x="137" y="568"/>
                    <a:pt x="137" y="608"/>
                  </a:cubicBezTo>
                  <a:cubicBezTo>
                    <a:pt x="133" y="652"/>
                    <a:pt x="129" y="692"/>
                    <a:pt x="125" y="736"/>
                  </a:cubicBezTo>
                  <a:cubicBezTo>
                    <a:pt x="121" y="776"/>
                    <a:pt x="117" y="816"/>
                    <a:pt x="109" y="856"/>
                  </a:cubicBezTo>
                  <a:cubicBezTo>
                    <a:pt x="93" y="932"/>
                    <a:pt x="77" y="1000"/>
                    <a:pt x="61" y="1064"/>
                  </a:cubicBezTo>
                  <a:cubicBezTo>
                    <a:pt x="45" y="1124"/>
                    <a:pt x="33" y="1176"/>
                    <a:pt x="21" y="1212"/>
                  </a:cubicBezTo>
                  <a:cubicBezTo>
                    <a:pt x="9" y="1248"/>
                    <a:pt x="1" y="1268"/>
                    <a:pt x="1" y="1268"/>
                  </a:cubicBezTo>
                  <a:lnTo>
                    <a:pt x="9" y="1272"/>
                  </a:lnTo>
                  <a:cubicBezTo>
                    <a:pt x="9" y="1272"/>
                    <a:pt x="21" y="1252"/>
                    <a:pt x="45" y="1224"/>
                  </a:cubicBezTo>
                  <a:cubicBezTo>
                    <a:pt x="57" y="1204"/>
                    <a:pt x="69" y="1184"/>
                    <a:pt x="81" y="1164"/>
                  </a:cubicBezTo>
                  <a:cubicBezTo>
                    <a:pt x="93" y="1136"/>
                    <a:pt x="109" y="1112"/>
                    <a:pt x="121" y="1084"/>
                  </a:cubicBezTo>
                  <a:cubicBezTo>
                    <a:pt x="133" y="1052"/>
                    <a:pt x="145" y="1016"/>
                    <a:pt x="153" y="984"/>
                  </a:cubicBezTo>
                  <a:cubicBezTo>
                    <a:pt x="165" y="944"/>
                    <a:pt x="173" y="904"/>
                    <a:pt x="177" y="864"/>
                  </a:cubicBezTo>
                  <a:cubicBezTo>
                    <a:pt x="181" y="824"/>
                    <a:pt x="185" y="780"/>
                    <a:pt x="185" y="740"/>
                  </a:cubicBezTo>
                  <a:cubicBezTo>
                    <a:pt x="185" y="696"/>
                    <a:pt x="181" y="652"/>
                    <a:pt x="173" y="608"/>
                  </a:cubicBezTo>
                  <a:cubicBezTo>
                    <a:pt x="165" y="564"/>
                    <a:pt x="157" y="524"/>
                    <a:pt x="153" y="480"/>
                  </a:cubicBezTo>
                  <a:cubicBezTo>
                    <a:pt x="149" y="440"/>
                    <a:pt x="161" y="400"/>
                    <a:pt x="181" y="368"/>
                  </a:cubicBezTo>
                  <a:cubicBezTo>
                    <a:pt x="201" y="332"/>
                    <a:pt x="225" y="304"/>
                    <a:pt x="241" y="272"/>
                  </a:cubicBezTo>
                  <a:lnTo>
                    <a:pt x="297" y="188"/>
                  </a:lnTo>
                  <a:cubicBezTo>
                    <a:pt x="333" y="132"/>
                    <a:pt x="361" y="88"/>
                    <a:pt x="381" y="56"/>
                  </a:cubicBezTo>
                  <a:cubicBezTo>
                    <a:pt x="397" y="24"/>
                    <a:pt x="409" y="8"/>
                    <a:pt x="409" y="8"/>
                  </a:cubicBezTo>
                  <a:lnTo>
                    <a:pt x="4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60"/>
            <p:cNvSpPr/>
            <p:nvPr/>
          </p:nvSpPr>
          <p:spPr>
            <a:xfrm>
              <a:off x="2586061" y="2944529"/>
              <a:ext cx="34856" cy="170253"/>
            </a:xfrm>
            <a:custGeom>
              <a:avLst/>
              <a:gdLst/>
              <a:ahLst/>
              <a:cxnLst/>
              <a:rect l="l" t="t" r="r" b="b"/>
              <a:pathLst>
                <a:path w="173" h="845" extrusionOk="0">
                  <a:moveTo>
                    <a:pt x="33" y="0"/>
                  </a:moveTo>
                  <a:cubicBezTo>
                    <a:pt x="25" y="12"/>
                    <a:pt x="21" y="24"/>
                    <a:pt x="21" y="36"/>
                  </a:cubicBezTo>
                  <a:cubicBezTo>
                    <a:pt x="9" y="68"/>
                    <a:pt x="5" y="100"/>
                    <a:pt x="1" y="136"/>
                  </a:cubicBezTo>
                  <a:cubicBezTo>
                    <a:pt x="1" y="156"/>
                    <a:pt x="1" y="180"/>
                    <a:pt x="1" y="200"/>
                  </a:cubicBezTo>
                  <a:cubicBezTo>
                    <a:pt x="5" y="224"/>
                    <a:pt x="9" y="252"/>
                    <a:pt x="17" y="276"/>
                  </a:cubicBezTo>
                  <a:cubicBezTo>
                    <a:pt x="29" y="324"/>
                    <a:pt x="33" y="380"/>
                    <a:pt x="29" y="432"/>
                  </a:cubicBezTo>
                  <a:cubicBezTo>
                    <a:pt x="25" y="488"/>
                    <a:pt x="29" y="540"/>
                    <a:pt x="37" y="596"/>
                  </a:cubicBezTo>
                  <a:cubicBezTo>
                    <a:pt x="45" y="640"/>
                    <a:pt x="61" y="688"/>
                    <a:pt x="81" y="732"/>
                  </a:cubicBezTo>
                  <a:cubicBezTo>
                    <a:pt x="93" y="748"/>
                    <a:pt x="101" y="764"/>
                    <a:pt x="113" y="780"/>
                  </a:cubicBezTo>
                  <a:cubicBezTo>
                    <a:pt x="121" y="792"/>
                    <a:pt x="129" y="804"/>
                    <a:pt x="141" y="816"/>
                  </a:cubicBezTo>
                  <a:cubicBezTo>
                    <a:pt x="157" y="832"/>
                    <a:pt x="169" y="844"/>
                    <a:pt x="169" y="844"/>
                  </a:cubicBezTo>
                  <a:lnTo>
                    <a:pt x="173" y="840"/>
                  </a:lnTo>
                  <a:cubicBezTo>
                    <a:pt x="173" y="840"/>
                    <a:pt x="169" y="824"/>
                    <a:pt x="165" y="800"/>
                  </a:cubicBezTo>
                  <a:cubicBezTo>
                    <a:pt x="161" y="788"/>
                    <a:pt x="157" y="776"/>
                    <a:pt x="153" y="760"/>
                  </a:cubicBezTo>
                  <a:cubicBezTo>
                    <a:pt x="149" y="748"/>
                    <a:pt x="145" y="728"/>
                    <a:pt x="141" y="712"/>
                  </a:cubicBezTo>
                  <a:cubicBezTo>
                    <a:pt x="137" y="692"/>
                    <a:pt x="129" y="672"/>
                    <a:pt x="125" y="648"/>
                  </a:cubicBezTo>
                  <a:cubicBezTo>
                    <a:pt x="121" y="628"/>
                    <a:pt x="113" y="604"/>
                    <a:pt x="109" y="580"/>
                  </a:cubicBezTo>
                  <a:cubicBezTo>
                    <a:pt x="101" y="556"/>
                    <a:pt x="93" y="536"/>
                    <a:pt x="89" y="508"/>
                  </a:cubicBezTo>
                  <a:cubicBezTo>
                    <a:pt x="85" y="480"/>
                    <a:pt x="73" y="456"/>
                    <a:pt x="65" y="432"/>
                  </a:cubicBezTo>
                  <a:cubicBezTo>
                    <a:pt x="57" y="404"/>
                    <a:pt x="53" y="380"/>
                    <a:pt x="49" y="352"/>
                  </a:cubicBezTo>
                  <a:cubicBezTo>
                    <a:pt x="49" y="328"/>
                    <a:pt x="49" y="300"/>
                    <a:pt x="53" y="276"/>
                  </a:cubicBezTo>
                  <a:cubicBezTo>
                    <a:pt x="57" y="248"/>
                    <a:pt x="61" y="224"/>
                    <a:pt x="61" y="204"/>
                  </a:cubicBezTo>
                  <a:lnTo>
                    <a:pt x="61" y="140"/>
                  </a:lnTo>
                  <a:cubicBezTo>
                    <a:pt x="61" y="92"/>
                    <a:pt x="53" y="48"/>
                    <a:pt x="41" y="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60"/>
            <p:cNvSpPr/>
            <p:nvPr/>
          </p:nvSpPr>
          <p:spPr>
            <a:xfrm>
              <a:off x="2268522" y="2873607"/>
              <a:ext cx="281471" cy="35964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89" y="0"/>
                  </a:moveTo>
                  <a:cubicBezTo>
                    <a:pt x="1281" y="52"/>
                    <a:pt x="1181" y="116"/>
                    <a:pt x="1085" y="192"/>
                  </a:cubicBezTo>
                  <a:cubicBezTo>
                    <a:pt x="1037" y="228"/>
                    <a:pt x="993" y="264"/>
                    <a:pt x="949" y="304"/>
                  </a:cubicBezTo>
                  <a:cubicBezTo>
                    <a:pt x="901" y="352"/>
                    <a:pt x="857" y="400"/>
                    <a:pt x="821" y="452"/>
                  </a:cubicBezTo>
                  <a:cubicBezTo>
                    <a:pt x="777" y="512"/>
                    <a:pt x="745" y="572"/>
                    <a:pt x="721" y="640"/>
                  </a:cubicBezTo>
                  <a:cubicBezTo>
                    <a:pt x="689" y="704"/>
                    <a:pt x="657" y="768"/>
                    <a:pt x="621" y="828"/>
                  </a:cubicBezTo>
                  <a:lnTo>
                    <a:pt x="401" y="1188"/>
                  </a:lnTo>
                  <a:cubicBezTo>
                    <a:pt x="333" y="1300"/>
                    <a:pt x="269" y="1408"/>
                    <a:pt x="213" y="1500"/>
                  </a:cubicBezTo>
                  <a:cubicBezTo>
                    <a:pt x="169" y="1572"/>
                    <a:pt x="121" y="1644"/>
                    <a:pt x="73" y="1716"/>
                  </a:cubicBezTo>
                  <a:cubicBezTo>
                    <a:pt x="57" y="1732"/>
                    <a:pt x="41" y="1752"/>
                    <a:pt x="21" y="1764"/>
                  </a:cubicBezTo>
                  <a:cubicBezTo>
                    <a:pt x="17" y="1768"/>
                    <a:pt x="9" y="1772"/>
                    <a:pt x="1" y="1776"/>
                  </a:cubicBezTo>
                  <a:lnTo>
                    <a:pt x="1" y="1784"/>
                  </a:lnTo>
                  <a:cubicBezTo>
                    <a:pt x="9" y="1784"/>
                    <a:pt x="21" y="1780"/>
                    <a:pt x="29" y="1776"/>
                  </a:cubicBezTo>
                  <a:cubicBezTo>
                    <a:pt x="49" y="1764"/>
                    <a:pt x="73" y="1748"/>
                    <a:pt x="89" y="1732"/>
                  </a:cubicBezTo>
                  <a:cubicBezTo>
                    <a:pt x="153" y="1672"/>
                    <a:pt x="209" y="1604"/>
                    <a:pt x="261" y="1532"/>
                  </a:cubicBezTo>
                  <a:cubicBezTo>
                    <a:pt x="333" y="1432"/>
                    <a:pt x="401" y="1328"/>
                    <a:pt x="461" y="1220"/>
                  </a:cubicBezTo>
                  <a:cubicBezTo>
                    <a:pt x="497" y="1160"/>
                    <a:pt x="529" y="1100"/>
                    <a:pt x="561" y="1036"/>
                  </a:cubicBezTo>
                  <a:cubicBezTo>
                    <a:pt x="593" y="972"/>
                    <a:pt x="625" y="908"/>
                    <a:pt x="653" y="844"/>
                  </a:cubicBezTo>
                  <a:lnTo>
                    <a:pt x="741" y="644"/>
                  </a:lnTo>
                  <a:cubicBezTo>
                    <a:pt x="753" y="612"/>
                    <a:pt x="769" y="580"/>
                    <a:pt x="785" y="552"/>
                  </a:cubicBezTo>
                  <a:cubicBezTo>
                    <a:pt x="805" y="524"/>
                    <a:pt x="825" y="496"/>
                    <a:pt x="849" y="472"/>
                  </a:cubicBezTo>
                  <a:cubicBezTo>
                    <a:pt x="897" y="424"/>
                    <a:pt x="945" y="384"/>
                    <a:pt x="993" y="344"/>
                  </a:cubicBezTo>
                  <a:cubicBezTo>
                    <a:pt x="1037" y="304"/>
                    <a:pt x="1081" y="268"/>
                    <a:pt x="1121" y="232"/>
                  </a:cubicBezTo>
                  <a:lnTo>
                    <a:pt x="1321" y="64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60"/>
            <p:cNvSpPr/>
            <p:nvPr/>
          </p:nvSpPr>
          <p:spPr>
            <a:xfrm>
              <a:off x="2526422" y="2497035"/>
              <a:ext cx="216997" cy="320962"/>
            </a:xfrm>
            <a:custGeom>
              <a:avLst/>
              <a:gdLst/>
              <a:ahLst/>
              <a:cxnLst/>
              <a:rect l="l" t="t" r="r" b="b"/>
              <a:pathLst>
                <a:path w="1077" h="1593" extrusionOk="0">
                  <a:moveTo>
                    <a:pt x="992" y="1"/>
                  </a:moveTo>
                  <a:cubicBezTo>
                    <a:pt x="989" y="1"/>
                    <a:pt x="987" y="1"/>
                    <a:pt x="985" y="1"/>
                  </a:cubicBezTo>
                  <a:lnTo>
                    <a:pt x="957" y="1"/>
                  </a:lnTo>
                  <a:cubicBezTo>
                    <a:pt x="945" y="1"/>
                    <a:pt x="933" y="5"/>
                    <a:pt x="925" y="13"/>
                  </a:cubicBezTo>
                  <a:cubicBezTo>
                    <a:pt x="909" y="25"/>
                    <a:pt x="897" y="37"/>
                    <a:pt x="885" y="49"/>
                  </a:cubicBezTo>
                  <a:cubicBezTo>
                    <a:pt x="857" y="73"/>
                    <a:pt x="837" y="101"/>
                    <a:pt x="821" y="133"/>
                  </a:cubicBezTo>
                  <a:cubicBezTo>
                    <a:pt x="785" y="197"/>
                    <a:pt x="765" y="269"/>
                    <a:pt x="765" y="341"/>
                  </a:cubicBezTo>
                  <a:cubicBezTo>
                    <a:pt x="765" y="413"/>
                    <a:pt x="773" y="481"/>
                    <a:pt x="773" y="549"/>
                  </a:cubicBezTo>
                  <a:cubicBezTo>
                    <a:pt x="769" y="581"/>
                    <a:pt x="765" y="613"/>
                    <a:pt x="753" y="645"/>
                  </a:cubicBezTo>
                  <a:cubicBezTo>
                    <a:pt x="737" y="677"/>
                    <a:pt x="717" y="705"/>
                    <a:pt x="693" y="725"/>
                  </a:cubicBezTo>
                  <a:cubicBezTo>
                    <a:pt x="645" y="773"/>
                    <a:pt x="589" y="813"/>
                    <a:pt x="537" y="853"/>
                  </a:cubicBezTo>
                  <a:cubicBezTo>
                    <a:pt x="485" y="889"/>
                    <a:pt x="433" y="929"/>
                    <a:pt x="389" y="969"/>
                  </a:cubicBezTo>
                  <a:cubicBezTo>
                    <a:pt x="341" y="1009"/>
                    <a:pt x="305" y="1057"/>
                    <a:pt x="277" y="1109"/>
                  </a:cubicBezTo>
                  <a:cubicBezTo>
                    <a:pt x="253" y="1153"/>
                    <a:pt x="241" y="1201"/>
                    <a:pt x="241" y="1249"/>
                  </a:cubicBezTo>
                  <a:cubicBezTo>
                    <a:pt x="209" y="1217"/>
                    <a:pt x="177" y="1185"/>
                    <a:pt x="145" y="1149"/>
                  </a:cubicBezTo>
                  <a:cubicBezTo>
                    <a:pt x="109" y="1105"/>
                    <a:pt x="81" y="1053"/>
                    <a:pt x="61" y="1001"/>
                  </a:cubicBezTo>
                  <a:cubicBezTo>
                    <a:pt x="53" y="973"/>
                    <a:pt x="45" y="945"/>
                    <a:pt x="45" y="917"/>
                  </a:cubicBezTo>
                  <a:cubicBezTo>
                    <a:pt x="41" y="889"/>
                    <a:pt x="41" y="861"/>
                    <a:pt x="49" y="837"/>
                  </a:cubicBezTo>
                  <a:cubicBezTo>
                    <a:pt x="65" y="781"/>
                    <a:pt x="85" y="733"/>
                    <a:pt x="113" y="685"/>
                  </a:cubicBezTo>
                  <a:cubicBezTo>
                    <a:pt x="145" y="633"/>
                    <a:pt x="173" y="577"/>
                    <a:pt x="189" y="521"/>
                  </a:cubicBezTo>
                  <a:cubicBezTo>
                    <a:pt x="201" y="485"/>
                    <a:pt x="197" y="445"/>
                    <a:pt x="185" y="413"/>
                  </a:cubicBezTo>
                  <a:cubicBezTo>
                    <a:pt x="166" y="372"/>
                    <a:pt x="130" y="349"/>
                    <a:pt x="90" y="349"/>
                  </a:cubicBezTo>
                  <a:cubicBezTo>
                    <a:pt x="87" y="349"/>
                    <a:pt x="84" y="349"/>
                    <a:pt x="81" y="349"/>
                  </a:cubicBezTo>
                  <a:cubicBezTo>
                    <a:pt x="77" y="349"/>
                    <a:pt x="73" y="353"/>
                    <a:pt x="69" y="353"/>
                  </a:cubicBezTo>
                  <a:cubicBezTo>
                    <a:pt x="41" y="369"/>
                    <a:pt x="17" y="397"/>
                    <a:pt x="9" y="429"/>
                  </a:cubicBezTo>
                  <a:cubicBezTo>
                    <a:pt x="5" y="457"/>
                    <a:pt x="9" y="489"/>
                    <a:pt x="21" y="517"/>
                  </a:cubicBezTo>
                  <a:cubicBezTo>
                    <a:pt x="37" y="553"/>
                    <a:pt x="53" y="589"/>
                    <a:pt x="69" y="621"/>
                  </a:cubicBezTo>
                  <a:cubicBezTo>
                    <a:pt x="65" y="633"/>
                    <a:pt x="61" y="645"/>
                    <a:pt x="57" y="657"/>
                  </a:cubicBezTo>
                  <a:cubicBezTo>
                    <a:pt x="25" y="709"/>
                    <a:pt x="9" y="769"/>
                    <a:pt x="1" y="829"/>
                  </a:cubicBezTo>
                  <a:cubicBezTo>
                    <a:pt x="1" y="861"/>
                    <a:pt x="5" y="893"/>
                    <a:pt x="13" y="921"/>
                  </a:cubicBezTo>
                  <a:cubicBezTo>
                    <a:pt x="21" y="949"/>
                    <a:pt x="29" y="977"/>
                    <a:pt x="41" y="1005"/>
                  </a:cubicBezTo>
                  <a:cubicBezTo>
                    <a:pt x="61" y="1061"/>
                    <a:pt x="85" y="1117"/>
                    <a:pt x="113" y="1169"/>
                  </a:cubicBezTo>
                  <a:cubicBezTo>
                    <a:pt x="141" y="1221"/>
                    <a:pt x="177" y="1269"/>
                    <a:pt x="221" y="1309"/>
                  </a:cubicBezTo>
                  <a:cubicBezTo>
                    <a:pt x="237" y="1329"/>
                    <a:pt x="257" y="1345"/>
                    <a:pt x="269" y="1365"/>
                  </a:cubicBezTo>
                  <a:cubicBezTo>
                    <a:pt x="281" y="1377"/>
                    <a:pt x="289" y="1389"/>
                    <a:pt x="301" y="1401"/>
                  </a:cubicBezTo>
                  <a:cubicBezTo>
                    <a:pt x="309" y="1413"/>
                    <a:pt x="317" y="1421"/>
                    <a:pt x="321" y="1433"/>
                  </a:cubicBezTo>
                  <a:cubicBezTo>
                    <a:pt x="349" y="1481"/>
                    <a:pt x="349" y="1537"/>
                    <a:pt x="325" y="1585"/>
                  </a:cubicBezTo>
                  <a:cubicBezTo>
                    <a:pt x="325" y="1589"/>
                    <a:pt x="325" y="1589"/>
                    <a:pt x="325" y="1589"/>
                  </a:cubicBezTo>
                  <a:cubicBezTo>
                    <a:pt x="327" y="1591"/>
                    <a:pt x="328" y="1592"/>
                    <a:pt x="329" y="1592"/>
                  </a:cubicBezTo>
                  <a:cubicBezTo>
                    <a:pt x="330" y="1592"/>
                    <a:pt x="331" y="1591"/>
                    <a:pt x="333" y="1589"/>
                  </a:cubicBezTo>
                  <a:cubicBezTo>
                    <a:pt x="353" y="1569"/>
                    <a:pt x="369" y="1541"/>
                    <a:pt x="373" y="1509"/>
                  </a:cubicBezTo>
                  <a:cubicBezTo>
                    <a:pt x="381" y="1477"/>
                    <a:pt x="377" y="1445"/>
                    <a:pt x="365" y="1413"/>
                  </a:cubicBezTo>
                  <a:cubicBezTo>
                    <a:pt x="357" y="1385"/>
                    <a:pt x="341" y="1357"/>
                    <a:pt x="321" y="1333"/>
                  </a:cubicBezTo>
                  <a:cubicBezTo>
                    <a:pt x="309" y="1317"/>
                    <a:pt x="297" y="1305"/>
                    <a:pt x="285" y="1289"/>
                  </a:cubicBezTo>
                  <a:cubicBezTo>
                    <a:pt x="285" y="1277"/>
                    <a:pt x="285" y="1265"/>
                    <a:pt x="285" y="1249"/>
                  </a:cubicBezTo>
                  <a:cubicBezTo>
                    <a:pt x="289" y="1209"/>
                    <a:pt x="301" y="1165"/>
                    <a:pt x="325" y="1129"/>
                  </a:cubicBezTo>
                  <a:cubicBezTo>
                    <a:pt x="353" y="1085"/>
                    <a:pt x="389" y="1049"/>
                    <a:pt x="429" y="1017"/>
                  </a:cubicBezTo>
                  <a:lnTo>
                    <a:pt x="561" y="885"/>
                  </a:lnTo>
                  <a:cubicBezTo>
                    <a:pt x="609" y="837"/>
                    <a:pt x="657" y="789"/>
                    <a:pt x="709" y="745"/>
                  </a:cubicBezTo>
                  <a:cubicBezTo>
                    <a:pt x="761" y="693"/>
                    <a:pt x="797" y="629"/>
                    <a:pt x="809" y="557"/>
                  </a:cubicBezTo>
                  <a:cubicBezTo>
                    <a:pt x="817" y="509"/>
                    <a:pt x="821" y="457"/>
                    <a:pt x="821" y="409"/>
                  </a:cubicBezTo>
                  <a:cubicBezTo>
                    <a:pt x="837" y="401"/>
                    <a:pt x="857" y="389"/>
                    <a:pt x="881" y="373"/>
                  </a:cubicBezTo>
                  <a:cubicBezTo>
                    <a:pt x="909" y="353"/>
                    <a:pt x="941" y="329"/>
                    <a:pt x="969" y="305"/>
                  </a:cubicBezTo>
                  <a:cubicBezTo>
                    <a:pt x="1005" y="269"/>
                    <a:pt x="1037" y="229"/>
                    <a:pt x="1057" y="181"/>
                  </a:cubicBezTo>
                  <a:cubicBezTo>
                    <a:pt x="1069" y="153"/>
                    <a:pt x="1077" y="121"/>
                    <a:pt x="1077" y="89"/>
                  </a:cubicBezTo>
                  <a:cubicBezTo>
                    <a:pt x="1077" y="40"/>
                    <a:pt x="1040" y="1"/>
                    <a:pt x="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60"/>
            <p:cNvSpPr/>
            <p:nvPr/>
          </p:nvSpPr>
          <p:spPr>
            <a:xfrm>
              <a:off x="2643282" y="2586494"/>
              <a:ext cx="165417" cy="213168"/>
            </a:xfrm>
            <a:custGeom>
              <a:avLst/>
              <a:gdLst/>
              <a:ahLst/>
              <a:cxnLst/>
              <a:rect l="l" t="t" r="r" b="b"/>
              <a:pathLst>
                <a:path w="821" h="1058" extrusionOk="0">
                  <a:moveTo>
                    <a:pt x="750" y="1"/>
                  </a:moveTo>
                  <a:cubicBezTo>
                    <a:pt x="747" y="1"/>
                    <a:pt x="744" y="1"/>
                    <a:pt x="741" y="1"/>
                  </a:cubicBezTo>
                  <a:cubicBezTo>
                    <a:pt x="701" y="1"/>
                    <a:pt x="669" y="25"/>
                    <a:pt x="657" y="57"/>
                  </a:cubicBezTo>
                  <a:cubicBezTo>
                    <a:pt x="645" y="81"/>
                    <a:pt x="641" y="105"/>
                    <a:pt x="637" y="129"/>
                  </a:cubicBezTo>
                  <a:cubicBezTo>
                    <a:pt x="625" y="213"/>
                    <a:pt x="617" y="277"/>
                    <a:pt x="613" y="329"/>
                  </a:cubicBezTo>
                  <a:cubicBezTo>
                    <a:pt x="613" y="353"/>
                    <a:pt x="613" y="369"/>
                    <a:pt x="609" y="381"/>
                  </a:cubicBezTo>
                  <a:cubicBezTo>
                    <a:pt x="609" y="397"/>
                    <a:pt x="593" y="421"/>
                    <a:pt x="589" y="437"/>
                  </a:cubicBezTo>
                  <a:cubicBezTo>
                    <a:pt x="569" y="489"/>
                    <a:pt x="545" y="537"/>
                    <a:pt x="517" y="589"/>
                  </a:cubicBezTo>
                  <a:cubicBezTo>
                    <a:pt x="493" y="633"/>
                    <a:pt x="457" y="673"/>
                    <a:pt x="413" y="701"/>
                  </a:cubicBezTo>
                  <a:cubicBezTo>
                    <a:pt x="369" y="721"/>
                    <a:pt x="325" y="741"/>
                    <a:pt x="281" y="757"/>
                  </a:cubicBezTo>
                  <a:cubicBezTo>
                    <a:pt x="237" y="773"/>
                    <a:pt x="197" y="793"/>
                    <a:pt x="157" y="817"/>
                  </a:cubicBezTo>
                  <a:cubicBezTo>
                    <a:pt x="93" y="853"/>
                    <a:pt x="41" y="905"/>
                    <a:pt x="13" y="973"/>
                  </a:cubicBezTo>
                  <a:cubicBezTo>
                    <a:pt x="5" y="993"/>
                    <a:pt x="1" y="1013"/>
                    <a:pt x="1" y="1033"/>
                  </a:cubicBezTo>
                  <a:lnTo>
                    <a:pt x="1" y="1053"/>
                  </a:lnTo>
                  <a:cubicBezTo>
                    <a:pt x="1" y="1053"/>
                    <a:pt x="5" y="1053"/>
                    <a:pt x="5" y="1057"/>
                  </a:cubicBezTo>
                  <a:lnTo>
                    <a:pt x="9" y="1057"/>
                  </a:lnTo>
                  <a:lnTo>
                    <a:pt x="13" y="1037"/>
                  </a:lnTo>
                  <a:cubicBezTo>
                    <a:pt x="21" y="1017"/>
                    <a:pt x="29" y="1001"/>
                    <a:pt x="37" y="985"/>
                  </a:cubicBezTo>
                  <a:cubicBezTo>
                    <a:pt x="77" y="937"/>
                    <a:pt x="125" y="893"/>
                    <a:pt x="185" y="869"/>
                  </a:cubicBezTo>
                  <a:cubicBezTo>
                    <a:pt x="217" y="849"/>
                    <a:pt x="261" y="833"/>
                    <a:pt x="301" y="813"/>
                  </a:cubicBezTo>
                  <a:cubicBezTo>
                    <a:pt x="349" y="789"/>
                    <a:pt x="393" y="761"/>
                    <a:pt x="433" y="729"/>
                  </a:cubicBezTo>
                  <a:cubicBezTo>
                    <a:pt x="473" y="693"/>
                    <a:pt x="509" y="649"/>
                    <a:pt x="537" y="597"/>
                  </a:cubicBezTo>
                  <a:cubicBezTo>
                    <a:pt x="565" y="549"/>
                    <a:pt x="593" y="501"/>
                    <a:pt x="621" y="457"/>
                  </a:cubicBezTo>
                  <a:cubicBezTo>
                    <a:pt x="649" y="409"/>
                    <a:pt x="681" y="361"/>
                    <a:pt x="705" y="313"/>
                  </a:cubicBezTo>
                  <a:lnTo>
                    <a:pt x="785" y="173"/>
                  </a:lnTo>
                  <a:cubicBezTo>
                    <a:pt x="801" y="149"/>
                    <a:pt x="813" y="117"/>
                    <a:pt x="817" y="89"/>
                  </a:cubicBezTo>
                  <a:cubicBezTo>
                    <a:pt x="821" y="65"/>
                    <a:pt x="813" y="45"/>
                    <a:pt x="801" y="25"/>
                  </a:cubicBezTo>
                  <a:cubicBezTo>
                    <a:pt x="787" y="11"/>
                    <a:pt x="770" y="1"/>
                    <a:pt x="7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60"/>
            <p:cNvSpPr/>
            <p:nvPr/>
          </p:nvSpPr>
          <p:spPr>
            <a:xfrm>
              <a:off x="2673102" y="2700332"/>
              <a:ext cx="217803" cy="135195"/>
            </a:xfrm>
            <a:custGeom>
              <a:avLst/>
              <a:gdLst/>
              <a:ahLst/>
              <a:cxnLst/>
              <a:rect l="l" t="t" r="r" b="b"/>
              <a:pathLst>
                <a:path w="1081" h="671" extrusionOk="0">
                  <a:moveTo>
                    <a:pt x="961" y="0"/>
                  </a:moveTo>
                  <a:cubicBezTo>
                    <a:pt x="929" y="4"/>
                    <a:pt x="901" y="16"/>
                    <a:pt x="877" y="40"/>
                  </a:cubicBezTo>
                  <a:cubicBezTo>
                    <a:pt x="857" y="60"/>
                    <a:pt x="841" y="88"/>
                    <a:pt x="833" y="116"/>
                  </a:cubicBezTo>
                  <a:cubicBezTo>
                    <a:pt x="821" y="172"/>
                    <a:pt x="817" y="224"/>
                    <a:pt x="817" y="280"/>
                  </a:cubicBezTo>
                  <a:cubicBezTo>
                    <a:pt x="821" y="328"/>
                    <a:pt x="809" y="372"/>
                    <a:pt x="777" y="412"/>
                  </a:cubicBezTo>
                  <a:cubicBezTo>
                    <a:pt x="741" y="448"/>
                    <a:pt x="693" y="468"/>
                    <a:pt x="645" y="480"/>
                  </a:cubicBezTo>
                  <a:cubicBezTo>
                    <a:pt x="593" y="492"/>
                    <a:pt x="545" y="500"/>
                    <a:pt x="493" y="504"/>
                  </a:cubicBezTo>
                  <a:cubicBezTo>
                    <a:pt x="445" y="508"/>
                    <a:pt x="397" y="512"/>
                    <a:pt x="349" y="512"/>
                  </a:cubicBezTo>
                  <a:lnTo>
                    <a:pt x="225" y="524"/>
                  </a:lnTo>
                  <a:cubicBezTo>
                    <a:pt x="185" y="524"/>
                    <a:pt x="149" y="532"/>
                    <a:pt x="109" y="544"/>
                  </a:cubicBezTo>
                  <a:cubicBezTo>
                    <a:pt x="81" y="556"/>
                    <a:pt x="53" y="572"/>
                    <a:pt x="33" y="596"/>
                  </a:cubicBezTo>
                  <a:cubicBezTo>
                    <a:pt x="17" y="612"/>
                    <a:pt x="5" y="640"/>
                    <a:pt x="1" y="664"/>
                  </a:cubicBezTo>
                  <a:cubicBezTo>
                    <a:pt x="1" y="668"/>
                    <a:pt x="3" y="670"/>
                    <a:pt x="5" y="670"/>
                  </a:cubicBezTo>
                  <a:cubicBezTo>
                    <a:pt x="7" y="670"/>
                    <a:pt x="9" y="668"/>
                    <a:pt x="9" y="664"/>
                  </a:cubicBezTo>
                  <a:cubicBezTo>
                    <a:pt x="13" y="660"/>
                    <a:pt x="13" y="656"/>
                    <a:pt x="17" y="648"/>
                  </a:cubicBezTo>
                  <a:cubicBezTo>
                    <a:pt x="29" y="636"/>
                    <a:pt x="41" y="624"/>
                    <a:pt x="53" y="612"/>
                  </a:cubicBezTo>
                  <a:cubicBezTo>
                    <a:pt x="73" y="600"/>
                    <a:pt x="97" y="592"/>
                    <a:pt x="125" y="584"/>
                  </a:cubicBezTo>
                  <a:cubicBezTo>
                    <a:pt x="157" y="580"/>
                    <a:pt x="193" y="580"/>
                    <a:pt x="225" y="580"/>
                  </a:cubicBezTo>
                  <a:cubicBezTo>
                    <a:pt x="269" y="580"/>
                    <a:pt x="313" y="576"/>
                    <a:pt x="357" y="572"/>
                  </a:cubicBezTo>
                  <a:cubicBezTo>
                    <a:pt x="405" y="564"/>
                    <a:pt x="453" y="552"/>
                    <a:pt x="501" y="536"/>
                  </a:cubicBezTo>
                  <a:cubicBezTo>
                    <a:pt x="549" y="524"/>
                    <a:pt x="601" y="512"/>
                    <a:pt x="649" y="496"/>
                  </a:cubicBezTo>
                  <a:cubicBezTo>
                    <a:pt x="705" y="488"/>
                    <a:pt x="757" y="468"/>
                    <a:pt x="805" y="436"/>
                  </a:cubicBezTo>
                  <a:cubicBezTo>
                    <a:pt x="849" y="396"/>
                    <a:pt x="877" y="340"/>
                    <a:pt x="881" y="280"/>
                  </a:cubicBezTo>
                  <a:cubicBezTo>
                    <a:pt x="881" y="264"/>
                    <a:pt x="881" y="248"/>
                    <a:pt x="885" y="232"/>
                  </a:cubicBezTo>
                  <a:cubicBezTo>
                    <a:pt x="889" y="228"/>
                    <a:pt x="893" y="224"/>
                    <a:pt x="901" y="224"/>
                  </a:cubicBezTo>
                  <a:cubicBezTo>
                    <a:pt x="921" y="216"/>
                    <a:pt x="945" y="212"/>
                    <a:pt x="981" y="200"/>
                  </a:cubicBezTo>
                  <a:cubicBezTo>
                    <a:pt x="1001" y="196"/>
                    <a:pt x="1017" y="188"/>
                    <a:pt x="1033" y="176"/>
                  </a:cubicBezTo>
                  <a:cubicBezTo>
                    <a:pt x="1057" y="164"/>
                    <a:pt x="1073" y="140"/>
                    <a:pt x="1081" y="112"/>
                  </a:cubicBezTo>
                  <a:cubicBezTo>
                    <a:pt x="1081" y="84"/>
                    <a:pt x="1073" y="52"/>
                    <a:pt x="1049" y="32"/>
                  </a:cubicBezTo>
                  <a:cubicBezTo>
                    <a:pt x="1025" y="12"/>
                    <a:pt x="993" y="0"/>
                    <a:pt x="9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60"/>
            <p:cNvSpPr/>
            <p:nvPr/>
          </p:nvSpPr>
          <p:spPr>
            <a:xfrm>
              <a:off x="2622328" y="2846205"/>
              <a:ext cx="147687" cy="153530"/>
            </a:xfrm>
            <a:custGeom>
              <a:avLst/>
              <a:gdLst/>
              <a:ahLst/>
              <a:cxnLst/>
              <a:rect l="l" t="t" r="r" b="b"/>
              <a:pathLst>
                <a:path w="733" h="762" extrusionOk="0">
                  <a:moveTo>
                    <a:pt x="49" y="0"/>
                  </a:moveTo>
                  <a:cubicBezTo>
                    <a:pt x="31" y="0"/>
                    <a:pt x="14" y="6"/>
                    <a:pt x="1" y="16"/>
                  </a:cubicBezTo>
                  <a:cubicBezTo>
                    <a:pt x="1" y="16"/>
                    <a:pt x="1" y="16"/>
                    <a:pt x="1" y="20"/>
                  </a:cubicBezTo>
                  <a:lnTo>
                    <a:pt x="5" y="20"/>
                  </a:lnTo>
                  <a:cubicBezTo>
                    <a:pt x="10" y="19"/>
                    <a:pt x="15" y="19"/>
                    <a:pt x="20" y="19"/>
                  </a:cubicBezTo>
                  <a:cubicBezTo>
                    <a:pt x="55" y="19"/>
                    <a:pt x="87" y="41"/>
                    <a:pt x="101" y="72"/>
                  </a:cubicBezTo>
                  <a:cubicBezTo>
                    <a:pt x="117" y="116"/>
                    <a:pt x="129" y="156"/>
                    <a:pt x="133" y="200"/>
                  </a:cubicBezTo>
                  <a:cubicBezTo>
                    <a:pt x="137" y="224"/>
                    <a:pt x="145" y="248"/>
                    <a:pt x="157" y="268"/>
                  </a:cubicBezTo>
                  <a:cubicBezTo>
                    <a:pt x="165" y="292"/>
                    <a:pt x="177" y="312"/>
                    <a:pt x="193" y="332"/>
                  </a:cubicBezTo>
                  <a:cubicBezTo>
                    <a:pt x="217" y="372"/>
                    <a:pt x="249" y="408"/>
                    <a:pt x="277" y="448"/>
                  </a:cubicBezTo>
                  <a:cubicBezTo>
                    <a:pt x="301" y="484"/>
                    <a:pt x="329" y="524"/>
                    <a:pt x="357" y="560"/>
                  </a:cubicBezTo>
                  <a:cubicBezTo>
                    <a:pt x="381" y="600"/>
                    <a:pt x="409" y="640"/>
                    <a:pt x="437" y="676"/>
                  </a:cubicBezTo>
                  <a:cubicBezTo>
                    <a:pt x="473" y="716"/>
                    <a:pt x="517" y="748"/>
                    <a:pt x="573" y="760"/>
                  </a:cubicBezTo>
                  <a:cubicBezTo>
                    <a:pt x="580" y="761"/>
                    <a:pt x="587" y="762"/>
                    <a:pt x="594" y="762"/>
                  </a:cubicBezTo>
                  <a:cubicBezTo>
                    <a:pt x="615" y="762"/>
                    <a:pt x="636" y="757"/>
                    <a:pt x="657" y="748"/>
                  </a:cubicBezTo>
                  <a:cubicBezTo>
                    <a:pt x="689" y="740"/>
                    <a:pt x="713" y="716"/>
                    <a:pt x="729" y="688"/>
                  </a:cubicBezTo>
                  <a:cubicBezTo>
                    <a:pt x="733" y="676"/>
                    <a:pt x="729" y="660"/>
                    <a:pt x="721" y="652"/>
                  </a:cubicBezTo>
                  <a:cubicBezTo>
                    <a:pt x="709" y="640"/>
                    <a:pt x="697" y="628"/>
                    <a:pt x="681" y="620"/>
                  </a:cubicBezTo>
                  <a:cubicBezTo>
                    <a:pt x="665" y="612"/>
                    <a:pt x="649" y="608"/>
                    <a:pt x="633" y="604"/>
                  </a:cubicBezTo>
                  <a:cubicBezTo>
                    <a:pt x="605" y="600"/>
                    <a:pt x="577" y="600"/>
                    <a:pt x="549" y="600"/>
                  </a:cubicBezTo>
                  <a:cubicBezTo>
                    <a:pt x="535" y="602"/>
                    <a:pt x="522" y="603"/>
                    <a:pt x="509" y="603"/>
                  </a:cubicBezTo>
                  <a:cubicBezTo>
                    <a:pt x="497" y="603"/>
                    <a:pt x="485" y="602"/>
                    <a:pt x="473" y="600"/>
                  </a:cubicBezTo>
                  <a:cubicBezTo>
                    <a:pt x="457" y="600"/>
                    <a:pt x="445" y="596"/>
                    <a:pt x="433" y="596"/>
                  </a:cubicBezTo>
                  <a:lnTo>
                    <a:pt x="429" y="592"/>
                  </a:lnTo>
                  <a:lnTo>
                    <a:pt x="381" y="544"/>
                  </a:lnTo>
                  <a:cubicBezTo>
                    <a:pt x="345" y="512"/>
                    <a:pt x="317" y="476"/>
                    <a:pt x="289" y="436"/>
                  </a:cubicBezTo>
                  <a:cubicBezTo>
                    <a:pt x="265" y="400"/>
                    <a:pt x="245" y="356"/>
                    <a:pt x="229" y="316"/>
                  </a:cubicBezTo>
                  <a:cubicBezTo>
                    <a:pt x="221" y="292"/>
                    <a:pt x="217" y="272"/>
                    <a:pt x="209" y="252"/>
                  </a:cubicBezTo>
                  <a:lnTo>
                    <a:pt x="193" y="188"/>
                  </a:lnTo>
                  <a:cubicBezTo>
                    <a:pt x="181" y="140"/>
                    <a:pt x="165" y="92"/>
                    <a:pt x="141" y="52"/>
                  </a:cubicBezTo>
                  <a:cubicBezTo>
                    <a:pt x="125" y="28"/>
                    <a:pt x="101" y="12"/>
                    <a:pt x="77" y="4"/>
                  </a:cubicBezTo>
                  <a:cubicBezTo>
                    <a:pt x="67" y="2"/>
                    <a:pt x="58" y="0"/>
                    <a:pt x="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60"/>
            <p:cNvSpPr/>
            <p:nvPr/>
          </p:nvSpPr>
          <p:spPr>
            <a:xfrm>
              <a:off x="2432127" y="2847817"/>
              <a:ext cx="150104" cy="149701"/>
            </a:xfrm>
            <a:custGeom>
              <a:avLst/>
              <a:gdLst/>
              <a:ahLst/>
              <a:cxnLst/>
              <a:rect l="l" t="t" r="r" b="b"/>
              <a:pathLst>
                <a:path w="745" h="743" extrusionOk="0">
                  <a:moveTo>
                    <a:pt x="741" y="0"/>
                  </a:moveTo>
                  <a:cubicBezTo>
                    <a:pt x="677" y="0"/>
                    <a:pt x="609" y="16"/>
                    <a:pt x="553" y="52"/>
                  </a:cubicBezTo>
                  <a:cubicBezTo>
                    <a:pt x="545" y="56"/>
                    <a:pt x="537" y="64"/>
                    <a:pt x="541" y="76"/>
                  </a:cubicBezTo>
                  <a:lnTo>
                    <a:pt x="541" y="80"/>
                  </a:lnTo>
                  <a:cubicBezTo>
                    <a:pt x="541" y="124"/>
                    <a:pt x="533" y="168"/>
                    <a:pt x="521" y="212"/>
                  </a:cubicBezTo>
                  <a:cubicBezTo>
                    <a:pt x="505" y="260"/>
                    <a:pt x="489" y="304"/>
                    <a:pt x="469" y="348"/>
                  </a:cubicBezTo>
                  <a:cubicBezTo>
                    <a:pt x="429" y="440"/>
                    <a:pt x="365" y="520"/>
                    <a:pt x="289" y="580"/>
                  </a:cubicBezTo>
                  <a:cubicBezTo>
                    <a:pt x="273" y="592"/>
                    <a:pt x="257" y="604"/>
                    <a:pt x="237" y="616"/>
                  </a:cubicBezTo>
                  <a:cubicBezTo>
                    <a:pt x="229" y="616"/>
                    <a:pt x="221" y="612"/>
                    <a:pt x="213" y="608"/>
                  </a:cubicBezTo>
                  <a:cubicBezTo>
                    <a:pt x="189" y="604"/>
                    <a:pt x="169" y="588"/>
                    <a:pt x="141" y="580"/>
                  </a:cubicBezTo>
                  <a:cubicBezTo>
                    <a:pt x="129" y="575"/>
                    <a:pt x="116" y="573"/>
                    <a:pt x="102" y="573"/>
                  </a:cubicBezTo>
                  <a:cubicBezTo>
                    <a:pt x="84" y="573"/>
                    <a:pt x="65" y="577"/>
                    <a:pt x="49" y="584"/>
                  </a:cubicBezTo>
                  <a:cubicBezTo>
                    <a:pt x="29" y="596"/>
                    <a:pt x="17" y="612"/>
                    <a:pt x="9" y="632"/>
                  </a:cubicBezTo>
                  <a:cubicBezTo>
                    <a:pt x="1" y="652"/>
                    <a:pt x="5" y="676"/>
                    <a:pt x="17" y="696"/>
                  </a:cubicBezTo>
                  <a:cubicBezTo>
                    <a:pt x="37" y="724"/>
                    <a:pt x="66" y="742"/>
                    <a:pt x="99" y="742"/>
                  </a:cubicBezTo>
                  <a:cubicBezTo>
                    <a:pt x="105" y="742"/>
                    <a:pt x="111" y="742"/>
                    <a:pt x="117" y="740"/>
                  </a:cubicBezTo>
                  <a:cubicBezTo>
                    <a:pt x="145" y="740"/>
                    <a:pt x="173" y="728"/>
                    <a:pt x="201" y="716"/>
                  </a:cubicBezTo>
                  <a:cubicBezTo>
                    <a:pt x="249" y="692"/>
                    <a:pt x="293" y="660"/>
                    <a:pt x="329" y="620"/>
                  </a:cubicBezTo>
                  <a:cubicBezTo>
                    <a:pt x="361" y="580"/>
                    <a:pt x="393" y="536"/>
                    <a:pt x="417" y="492"/>
                  </a:cubicBezTo>
                  <a:cubicBezTo>
                    <a:pt x="441" y="448"/>
                    <a:pt x="465" y="404"/>
                    <a:pt x="493" y="364"/>
                  </a:cubicBezTo>
                  <a:cubicBezTo>
                    <a:pt x="525" y="320"/>
                    <a:pt x="553" y="276"/>
                    <a:pt x="577" y="232"/>
                  </a:cubicBezTo>
                  <a:cubicBezTo>
                    <a:pt x="597" y="188"/>
                    <a:pt x="605" y="136"/>
                    <a:pt x="601" y="88"/>
                  </a:cubicBezTo>
                  <a:cubicBezTo>
                    <a:pt x="645" y="56"/>
                    <a:pt x="697" y="28"/>
                    <a:pt x="745" y="4"/>
                  </a:cubicBezTo>
                  <a:cubicBezTo>
                    <a:pt x="745" y="0"/>
                    <a:pt x="745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60"/>
            <p:cNvSpPr/>
            <p:nvPr/>
          </p:nvSpPr>
          <p:spPr>
            <a:xfrm>
              <a:off x="2327355" y="2810543"/>
              <a:ext cx="234727" cy="76362"/>
            </a:xfrm>
            <a:custGeom>
              <a:avLst/>
              <a:gdLst/>
              <a:ahLst/>
              <a:cxnLst/>
              <a:rect l="l" t="t" r="r" b="b"/>
              <a:pathLst>
                <a:path w="1165" h="379" extrusionOk="0">
                  <a:moveTo>
                    <a:pt x="983" y="1"/>
                  </a:moveTo>
                  <a:cubicBezTo>
                    <a:pt x="934" y="1"/>
                    <a:pt x="886" y="12"/>
                    <a:pt x="841" y="33"/>
                  </a:cubicBezTo>
                  <a:cubicBezTo>
                    <a:pt x="813" y="45"/>
                    <a:pt x="789" y="61"/>
                    <a:pt x="769" y="77"/>
                  </a:cubicBezTo>
                  <a:cubicBezTo>
                    <a:pt x="745" y="97"/>
                    <a:pt x="725" y="117"/>
                    <a:pt x="709" y="133"/>
                  </a:cubicBezTo>
                  <a:cubicBezTo>
                    <a:pt x="673" y="173"/>
                    <a:pt x="633" y="209"/>
                    <a:pt x="585" y="229"/>
                  </a:cubicBezTo>
                  <a:cubicBezTo>
                    <a:pt x="557" y="241"/>
                    <a:pt x="527" y="247"/>
                    <a:pt x="498" y="247"/>
                  </a:cubicBezTo>
                  <a:cubicBezTo>
                    <a:pt x="477" y="247"/>
                    <a:pt x="457" y="244"/>
                    <a:pt x="437" y="237"/>
                  </a:cubicBezTo>
                  <a:cubicBezTo>
                    <a:pt x="385" y="229"/>
                    <a:pt x="337" y="209"/>
                    <a:pt x="285" y="197"/>
                  </a:cubicBezTo>
                  <a:cubicBezTo>
                    <a:pt x="249" y="182"/>
                    <a:pt x="211" y="175"/>
                    <a:pt x="173" y="175"/>
                  </a:cubicBezTo>
                  <a:cubicBezTo>
                    <a:pt x="152" y="175"/>
                    <a:pt x="130" y="177"/>
                    <a:pt x="109" y="181"/>
                  </a:cubicBezTo>
                  <a:cubicBezTo>
                    <a:pt x="77" y="193"/>
                    <a:pt x="49" y="217"/>
                    <a:pt x="29" y="245"/>
                  </a:cubicBezTo>
                  <a:cubicBezTo>
                    <a:pt x="5" y="277"/>
                    <a:pt x="1" y="317"/>
                    <a:pt x="17" y="349"/>
                  </a:cubicBezTo>
                  <a:lnTo>
                    <a:pt x="17" y="353"/>
                  </a:lnTo>
                  <a:cubicBezTo>
                    <a:pt x="17" y="361"/>
                    <a:pt x="25" y="369"/>
                    <a:pt x="33" y="369"/>
                  </a:cubicBezTo>
                  <a:cubicBezTo>
                    <a:pt x="50" y="376"/>
                    <a:pt x="67" y="379"/>
                    <a:pt x="85" y="379"/>
                  </a:cubicBezTo>
                  <a:cubicBezTo>
                    <a:pt x="122" y="379"/>
                    <a:pt x="158" y="366"/>
                    <a:pt x="185" y="341"/>
                  </a:cubicBezTo>
                  <a:cubicBezTo>
                    <a:pt x="197" y="333"/>
                    <a:pt x="205" y="325"/>
                    <a:pt x="213" y="313"/>
                  </a:cubicBezTo>
                  <a:lnTo>
                    <a:pt x="233" y="289"/>
                  </a:lnTo>
                  <a:cubicBezTo>
                    <a:pt x="246" y="276"/>
                    <a:pt x="259" y="263"/>
                    <a:pt x="274" y="263"/>
                  </a:cubicBezTo>
                  <a:cubicBezTo>
                    <a:pt x="277" y="263"/>
                    <a:pt x="281" y="264"/>
                    <a:pt x="285" y="265"/>
                  </a:cubicBezTo>
                  <a:lnTo>
                    <a:pt x="289" y="265"/>
                  </a:lnTo>
                  <a:cubicBezTo>
                    <a:pt x="333" y="277"/>
                    <a:pt x="381" y="281"/>
                    <a:pt x="429" y="285"/>
                  </a:cubicBezTo>
                  <a:cubicBezTo>
                    <a:pt x="485" y="285"/>
                    <a:pt x="541" y="273"/>
                    <a:pt x="593" y="249"/>
                  </a:cubicBezTo>
                  <a:cubicBezTo>
                    <a:pt x="641" y="221"/>
                    <a:pt x="689" y="193"/>
                    <a:pt x="733" y="161"/>
                  </a:cubicBezTo>
                  <a:cubicBezTo>
                    <a:pt x="773" y="133"/>
                    <a:pt x="817" y="109"/>
                    <a:pt x="865" y="85"/>
                  </a:cubicBezTo>
                  <a:cubicBezTo>
                    <a:pt x="909" y="65"/>
                    <a:pt x="957" y="53"/>
                    <a:pt x="1005" y="49"/>
                  </a:cubicBezTo>
                  <a:cubicBezTo>
                    <a:pt x="1023" y="47"/>
                    <a:pt x="1041" y="45"/>
                    <a:pt x="1060" y="45"/>
                  </a:cubicBezTo>
                  <a:cubicBezTo>
                    <a:pt x="1093" y="45"/>
                    <a:pt x="1126" y="50"/>
                    <a:pt x="1157" y="57"/>
                  </a:cubicBezTo>
                  <a:lnTo>
                    <a:pt x="1161" y="57"/>
                  </a:lnTo>
                  <a:cubicBezTo>
                    <a:pt x="1165" y="53"/>
                    <a:pt x="1165" y="53"/>
                    <a:pt x="1161" y="53"/>
                  </a:cubicBezTo>
                  <a:cubicBezTo>
                    <a:pt x="1117" y="21"/>
                    <a:pt x="1061" y="5"/>
                    <a:pt x="1005" y="1"/>
                  </a:cubicBezTo>
                  <a:cubicBezTo>
                    <a:pt x="998" y="1"/>
                    <a:pt x="990" y="1"/>
                    <a:pt x="9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60"/>
            <p:cNvSpPr/>
            <p:nvPr/>
          </p:nvSpPr>
          <p:spPr>
            <a:xfrm>
              <a:off x="2370876" y="2618126"/>
              <a:ext cx="194431" cy="180730"/>
            </a:xfrm>
            <a:custGeom>
              <a:avLst/>
              <a:gdLst/>
              <a:ahLst/>
              <a:cxnLst/>
              <a:rect l="l" t="t" r="r" b="b"/>
              <a:pathLst>
                <a:path w="965" h="897" extrusionOk="0">
                  <a:moveTo>
                    <a:pt x="61" y="0"/>
                  </a:moveTo>
                  <a:cubicBezTo>
                    <a:pt x="45" y="12"/>
                    <a:pt x="33" y="24"/>
                    <a:pt x="21" y="40"/>
                  </a:cubicBezTo>
                  <a:cubicBezTo>
                    <a:pt x="9" y="56"/>
                    <a:pt x="1" y="76"/>
                    <a:pt x="5" y="100"/>
                  </a:cubicBezTo>
                  <a:cubicBezTo>
                    <a:pt x="9" y="132"/>
                    <a:pt x="21" y="164"/>
                    <a:pt x="45" y="192"/>
                  </a:cubicBezTo>
                  <a:cubicBezTo>
                    <a:pt x="57" y="216"/>
                    <a:pt x="77" y="240"/>
                    <a:pt x="97" y="264"/>
                  </a:cubicBezTo>
                  <a:cubicBezTo>
                    <a:pt x="105" y="276"/>
                    <a:pt x="117" y="284"/>
                    <a:pt x="129" y="296"/>
                  </a:cubicBezTo>
                  <a:cubicBezTo>
                    <a:pt x="141" y="304"/>
                    <a:pt x="153" y="312"/>
                    <a:pt x="169" y="320"/>
                  </a:cubicBezTo>
                  <a:cubicBezTo>
                    <a:pt x="221" y="348"/>
                    <a:pt x="273" y="372"/>
                    <a:pt x="325" y="392"/>
                  </a:cubicBezTo>
                  <a:cubicBezTo>
                    <a:pt x="377" y="412"/>
                    <a:pt x="429" y="432"/>
                    <a:pt x="481" y="452"/>
                  </a:cubicBezTo>
                  <a:cubicBezTo>
                    <a:pt x="533" y="468"/>
                    <a:pt x="581" y="500"/>
                    <a:pt x="613" y="544"/>
                  </a:cubicBezTo>
                  <a:cubicBezTo>
                    <a:pt x="641" y="588"/>
                    <a:pt x="653" y="644"/>
                    <a:pt x="685" y="696"/>
                  </a:cubicBezTo>
                  <a:cubicBezTo>
                    <a:pt x="745" y="796"/>
                    <a:pt x="845" y="868"/>
                    <a:pt x="961" y="896"/>
                  </a:cubicBezTo>
                  <a:lnTo>
                    <a:pt x="965" y="896"/>
                  </a:lnTo>
                  <a:cubicBezTo>
                    <a:pt x="965" y="892"/>
                    <a:pt x="965" y="892"/>
                    <a:pt x="965" y="888"/>
                  </a:cubicBezTo>
                  <a:cubicBezTo>
                    <a:pt x="921" y="860"/>
                    <a:pt x="877" y="824"/>
                    <a:pt x="837" y="784"/>
                  </a:cubicBezTo>
                  <a:cubicBezTo>
                    <a:pt x="801" y="748"/>
                    <a:pt x="765" y="708"/>
                    <a:pt x="737" y="664"/>
                  </a:cubicBezTo>
                  <a:cubicBezTo>
                    <a:pt x="705" y="616"/>
                    <a:pt x="673" y="572"/>
                    <a:pt x="637" y="528"/>
                  </a:cubicBezTo>
                  <a:cubicBezTo>
                    <a:pt x="593" y="488"/>
                    <a:pt x="545" y="452"/>
                    <a:pt x="497" y="428"/>
                  </a:cubicBezTo>
                  <a:cubicBezTo>
                    <a:pt x="445" y="400"/>
                    <a:pt x="401" y="368"/>
                    <a:pt x="353" y="340"/>
                  </a:cubicBezTo>
                  <a:cubicBezTo>
                    <a:pt x="301" y="312"/>
                    <a:pt x="257" y="288"/>
                    <a:pt x="213" y="264"/>
                  </a:cubicBezTo>
                  <a:lnTo>
                    <a:pt x="213" y="224"/>
                  </a:lnTo>
                  <a:cubicBezTo>
                    <a:pt x="213" y="192"/>
                    <a:pt x="213" y="164"/>
                    <a:pt x="213" y="132"/>
                  </a:cubicBezTo>
                  <a:cubicBezTo>
                    <a:pt x="209" y="96"/>
                    <a:pt x="197" y="64"/>
                    <a:pt x="181" y="36"/>
                  </a:cubicBezTo>
                  <a:cubicBezTo>
                    <a:pt x="165" y="16"/>
                    <a:pt x="145" y="8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4" name="Google Shape;3294;p60"/>
          <p:cNvGrpSpPr/>
          <p:nvPr/>
        </p:nvGrpSpPr>
        <p:grpSpPr>
          <a:xfrm>
            <a:off x="6497997" y="3484526"/>
            <a:ext cx="2850106" cy="2034351"/>
            <a:chOff x="3383244" y="1198916"/>
            <a:chExt cx="1298868" cy="927191"/>
          </a:xfrm>
        </p:grpSpPr>
        <p:sp>
          <p:nvSpPr>
            <p:cNvPr id="3295" name="Google Shape;3295;p60"/>
            <p:cNvSpPr/>
            <p:nvPr/>
          </p:nvSpPr>
          <p:spPr>
            <a:xfrm>
              <a:off x="3656140" y="1686959"/>
              <a:ext cx="609394" cy="439148"/>
            </a:xfrm>
            <a:custGeom>
              <a:avLst/>
              <a:gdLst/>
              <a:ahLst/>
              <a:cxnLst/>
              <a:rect l="l" t="t" r="r" b="b"/>
              <a:pathLst>
                <a:path w="4886" h="3521" extrusionOk="0">
                  <a:moveTo>
                    <a:pt x="2242" y="121"/>
                  </a:moveTo>
                  <a:cubicBezTo>
                    <a:pt x="2316" y="121"/>
                    <a:pt x="2392" y="155"/>
                    <a:pt x="2477" y="192"/>
                  </a:cubicBezTo>
                  <a:cubicBezTo>
                    <a:pt x="2529" y="216"/>
                    <a:pt x="2585" y="236"/>
                    <a:pt x="2641" y="252"/>
                  </a:cubicBezTo>
                  <a:cubicBezTo>
                    <a:pt x="2697" y="268"/>
                    <a:pt x="2757" y="272"/>
                    <a:pt x="2817" y="272"/>
                  </a:cubicBezTo>
                  <a:cubicBezTo>
                    <a:pt x="2845" y="268"/>
                    <a:pt x="2877" y="264"/>
                    <a:pt x="2905" y="260"/>
                  </a:cubicBezTo>
                  <a:cubicBezTo>
                    <a:pt x="2933" y="252"/>
                    <a:pt x="2961" y="244"/>
                    <a:pt x="2989" y="236"/>
                  </a:cubicBezTo>
                  <a:lnTo>
                    <a:pt x="3025" y="228"/>
                  </a:lnTo>
                  <a:cubicBezTo>
                    <a:pt x="3037" y="224"/>
                    <a:pt x="3049" y="220"/>
                    <a:pt x="3061" y="220"/>
                  </a:cubicBezTo>
                  <a:cubicBezTo>
                    <a:pt x="3073" y="218"/>
                    <a:pt x="3085" y="217"/>
                    <a:pt x="3097" y="217"/>
                  </a:cubicBezTo>
                  <a:cubicBezTo>
                    <a:pt x="3109" y="217"/>
                    <a:pt x="3121" y="218"/>
                    <a:pt x="3133" y="220"/>
                  </a:cubicBezTo>
                  <a:cubicBezTo>
                    <a:pt x="3233" y="240"/>
                    <a:pt x="3329" y="284"/>
                    <a:pt x="3409" y="352"/>
                  </a:cubicBezTo>
                  <a:cubicBezTo>
                    <a:pt x="3493" y="420"/>
                    <a:pt x="3573" y="492"/>
                    <a:pt x="3645" y="572"/>
                  </a:cubicBezTo>
                  <a:cubicBezTo>
                    <a:pt x="3721" y="652"/>
                    <a:pt x="3793" y="732"/>
                    <a:pt x="3873" y="808"/>
                  </a:cubicBezTo>
                  <a:cubicBezTo>
                    <a:pt x="3949" y="892"/>
                    <a:pt x="4037" y="960"/>
                    <a:pt x="4141" y="1008"/>
                  </a:cubicBezTo>
                  <a:cubicBezTo>
                    <a:pt x="4341" y="1088"/>
                    <a:pt x="4541" y="1184"/>
                    <a:pt x="4689" y="1332"/>
                  </a:cubicBezTo>
                  <a:cubicBezTo>
                    <a:pt x="4761" y="1408"/>
                    <a:pt x="4821" y="1500"/>
                    <a:pt x="4813" y="1596"/>
                  </a:cubicBezTo>
                  <a:lnTo>
                    <a:pt x="4809" y="1628"/>
                  </a:lnTo>
                  <a:cubicBezTo>
                    <a:pt x="4805" y="1640"/>
                    <a:pt x="4801" y="1652"/>
                    <a:pt x="4797" y="1664"/>
                  </a:cubicBezTo>
                  <a:lnTo>
                    <a:pt x="4789" y="1680"/>
                  </a:lnTo>
                  <a:lnTo>
                    <a:pt x="4789" y="1684"/>
                  </a:lnTo>
                  <a:lnTo>
                    <a:pt x="4785" y="1696"/>
                  </a:lnTo>
                  <a:cubicBezTo>
                    <a:pt x="4781" y="1704"/>
                    <a:pt x="4773" y="1716"/>
                    <a:pt x="4765" y="1724"/>
                  </a:cubicBezTo>
                  <a:cubicBezTo>
                    <a:pt x="4729" y="1760"/>
                    <a:pt x="4693" y="1796"/>
                    <a:pt x="4653" y="1824"/>
                  </a:cubicBezTo>
                  <a:cubicBezTo>
                    <a:pt x="4481" y="1956"/>
                    <a:pt x="4301" y="2072"/>
                    <a:pt x="4113" y="2180"/>
                  </a:cubicBezTo>
                  <a:cubicBezTo>
                    <a:pt x="3925" y="2288"/>
                    <a:pt x="3733" y="2392"/>
                    <a:pt x="3541" y="2492"/>
                  </a:cubicBezTo>
                  <a:cubicBezTo>
                    <a:pt x="3349" y="2592"/>
                    <a:pt x="3157" y="2688"/>
                    <a:pt x="2957" y="2772"/>
                  </a:cubicBezTo>
                  <a:cubicBezTo>
                    <a:pt x="2757" y="2860"/>
                    <a:pt x="2557" y="2948"/>
                    <a:pt x="2357" y="3020"/>
                  </a:cubicBezTo>
                  <a:cubicBezTo>
                    <a:pt x="2257" y="3056"/>
                    <a:pt x="2157" y="3088"/>
                    <a:pt x="2053" y="3108"/>
                  </a:cubicBezTo>
                  <a:cubicBezTo>
                    <a:pt x="2029" y="3112"/>
                    <a:pt x="2005" y="3116"/>
                    <a:pt x="1981" y="3120"/>
                  </a:cubicBezTo>
                  <a:lnTo>
                    <a:pt x="1913" y="3120"/>
                  </a:lnTo>
                  <a:cubicBezTo>
                    <a:pt x="1885" y="3116"/>
                    <a:pt x="1861" y="3112"/>
                    <a:pt x="1829" y="3112"/>
                  </a:cubicBezTo>
                  <a:cubicBezTo>
                    <a:pt x="1815" y="3110"/>
                    <a:pt x="1800" y="3109"/>
                    <a:pt x="1785" y="3109"/>
                  </a:cubicBezTo>
                  <a:cubicBezTo>
                    <a:pt x="1769" y="3109"/>
                    <a:pt x="1753" y="3110"/>
                    <a:pt x="1737" y="3112"/>
                  </a:cubicBezTo>
                  <a:cubicBezTo>
                    <a:pt x="1621" y="3116"/>
                    <a:pt x="1505" y="3144"/>
                    <a:pt x="1397" y="3188"/>
                  </a:cubicBezTo>
                  <a:cubicBezTo>
                    <a:pt x="1320" y="3221"/>
                    <a:pt x="1245" y="3262"/>
                    <a:pt x="1174" y="3313"/>
                  </a:cubicBezTo>
                  <a:lnTo>
                    <a:pt x="1174" y="3313"/>
                  </a:lnTo>
                  <a:cubicBezTo>
                    <a:pt x="1170" y="3301"/>
                    <a:pt x="1166" y="3291"/>
                    <a:pt x="1161" y="3280"/>
                  </a:cubicBezTo>
                  <a:cubicBezTo>
                    <a:pt x="1149" y="3240"/>
                    <a:pt x="1137" y="3200"/>
                    <a:pt x="1121" y="3160"/>
                  </a:cubicBezTo>
                  <a:cubicBezTo>
                    <a:pt x="1089" y="3084"/>
                    <a:pt x="1049" y="3008"/>
                    <a:pt x="1005" y="2940"/>
                  </a:cubicBezTo>
                  <a:cubicBezTo>
                    <a:pt x="985" y="2904"/>
                    <a:pt x="961" y="2868"/>
                    <a:pt x="933" y="2836"/>
                  </a:cubicBezTo>
                  <a:cubicBezTo>
                    <a:pt x="905" y="2804"/>
                    <a:pt x="877" y="2772"/>
                    <a:pt x="845" y="2744"/>
                  </a:cubicBezTo>
                  <a:cubicBezTo>
                    <a:pt x="825" y="2732"/>
                    <a:pt x="809" y="2716"/>
                    <a:pt x="793" y="2704"/>
                  </a:cubicBezTo>
                  <a:lnTo>
                    <a:pt x="737" y="2668"/>
                  </a:lnTo>
                  <a:lnTo>
                    <a:pt x="689" y="2640"/>
                  </a:lnTo>
                  <a:cubicBezTo>
                    <a:pt x="669" y="2628"/>
                    <a:pt x="657" y="2616"/>
                    <a:pt x="641" y="2604"/>
                  </a:cubicBezTo>
                  <a:cubicBezTo>
                    <a:pt x="613" y="2584"/>
                    <a:pt x="581" y="2556"/>
                    <a:pt x="553" y="2528"/>
                  </a:cubicBezTo>
                  <a:cubicBezTo>
                    <a:pt x="525" y="2504"/>
                    <a:pt x="497" y="2476"/>
                    <a:pt x="469" y="2448"/>
                  </a:cubicBezTo>
                  <a:cubicBezTo>
                    <a:pt x="417" y="2388"/>
                    <a:pt x="361" y="2328"/>
                    <a:pt x="313" y="2268"/>
                  </a:cubicBezTo>
                  <a:cubicBezTo>
                    <a:pt x="209" y="2144"/>
                    <a:pt x="117" y="2016"/>
                    <a:pt x="25" y="1884"/>
                  </a:cubicBezTo>
                  <a:cubicBezTo>
                    <a:pt x="29" y="1664"/>
                    <a:pt x="157" y="1476"/>
                    <a:pt x="325" y="1348"/>
                  </a:cubicBezTo>
                  <a:cubicBezTo>
                    <a:pt x="493" y="1216"/>
                    <a:pt x="677" y="1104"/>
                    <a:pt x="873" y="1016"/>
                  </a:cubicBezTo>
                  <a:lnTo>
                    <a:pt x="1173" y="880"/>
                  </a:lnTo>
                  <a:lnTo>
                    <a:pt x="1245" y="840"/>
                  </a:lnTo>
                  <a:lnTo>
                    <a:pt x="1321" y="796"/>
                  </a:lnTo>
                  <a:cubicBezTo>
                    <a:pt x="1369" y="764"/>
                    <a:pt x="1413" y="732"/>
                    <a:pt x="1457" y="696"/>
                  </a:cubicBezTo>
                  <a:cubicBezTo>
                    <a:pt x="1633" y="552"/>
                    <a:pt x="1773" y="380"/>
                    <a:pt x="1937" y="252"/>
                  </a:cubicBezTo>
                  <a:cubicBezTo>
                    <a:pt x="2013" y="188"/>
                    <a:pt x="2101" y="144"/>
                    <a:pt x="2201" y="124"/>
                  </a:cubicBezTo>
                  <a:cubicBezTo>
                    <a:pt x="2215" y="122"/>
                    <a:pt x="2228" y="121"/>
                    <a:pt x="2242" y="121"/>
                  </a:cubicBezTo>
                  <a:close/>
                  <a:moveTo>
                    <a:pt x="2239" y="0"/>
                  </a:moveTo>
                  <a:cubicBezTo>
                    <a:pt x="2220" y="0"/>
                    <a:pt x="2200" y="2"/>
                    <a:pt x="2181" y="4"/>
                  </a:cubicBezTo>
                  <a:lnTo>
                    <a:pt x="2129" y="12"/>
                  </a:lnTo>
                  <a:lnTo>
                    <a:pt x="2093" y="24"/>
                  </a:lnTo>
                  <a:lnTo>
                    <a:pt x="2073" y="28"/>
                  </a:lnTo>
                  <a:cubicBezTo>
                    <a:pt x="2065" y="32"/>
                    <a:pt x="2057" y="36"/>
                    <a:pt x="2049" y="40"/>
                  </a:cubicBezTo>
                  <a:lnTo>
                    <a:pt x="2009" y="60"/>
                  </a:lnTo>
                  <a:cubicBezTo>
                    <a:pt x="1981" y="72"/>
                    <a:pt x="1953" y="84"/>
                    <a:pt x="1929" y="100"/>
                  </a:cubicBezTo>
                  <a:cubicBezTo>
                    <a:pt x="1905" y="120"/>
                    <a:pt x="1881" y="132"/>
                    <a:pt x="1861" y="152"/>
                  </a:cubicBezTo>
                  <a:cubicBezTo>
                    <a:pt x="1677" y="292"/>
                    <a:pt x="1545" y="468"/>
                    <a:pt x="1381" y="600"/>
                  </a:cubicBezTo>
                  <a:cubicBezTo>
                    <a:pt x="1341" y="636"/>
                    <a:pt x="1301" y="668"/>
                    <a:pt x="1257" y="696"/>
                  </a:cubicBezTo>
                  <a:lnTo>
                    <a:pt x="1193" y="740"/>
                  </a:lnTo>
                  <a:lnTo>
                    <a:pt x="1121" y="780"/>
                  </a:lnTo>
                  <a:cubicBezTo>
                    <a:pt x="1029" y="828"/>
                    <a:pt x="925" y="880"/>
                    <a:pt x="829" y="928"/>
                  </a:cubicBezTo>
                  <a:cubicBezTo>
                    <a:pt x="633" y="1028"/>
                    <a:pt x="449" y="1152"/>
                    <a:pt x="281" y="1296"/>
                  </a:cubicBezTo>
                  <a:cubicBezTo>
                    <a:pt x="197" y="1372"/>
                    <a:pt x="129" y="1460"/>
                    <a:pt x="77" y="1560"/>
                  </a:cubicBezTo>
                  <a:cubicBezTo>
                    <a:pt x="25" y="1660"/>
                    <a:pt x="1" y="1772"/>
                    <a:pt x="13" y="1884"/>
                  </a:cubicBezTo>
                  <a:lnTo>
                    <a:pt x="9" y="1896"/>
                  </a:lnTo>
                  <a:cubicBezTo>
                    <a:pt x="85" y="2036"/>
                    <a:pt x="173" y="2172"/>
                    <a:pt x="265" y="2304"/>
                  </a:cubicBezTo>
                  <a:cubicBezTo>
                    <a:pt x="317" y="2368"/>
                    <a:pt x="365" y="2436"/>
                    <a:pt x="417" y="2496"/>
                  </a:cubicBezTo>
                  <a:cubicBezTo>
                    <a:pt x="441" y="2528"/>
                    <a:pt x="473" y="2556"/>
                    <a:pt x="501" y="2588"/>
                  </a:cubicBezTo>
                  <a:cubicBezTo>
                    <a:pt x="529" y="2616"/>
                    <a:pt x="557" y="2644"/>
                    <a:pt x="589" y="2672"/>
                  </a:cubicBezTo>
                  <a:cubicBezTo>
                    <a:pt x="609" y="2684"/>
                    <a:pt x="625" y="2700"/>
                    <a:pt x="641" y="2712"/>
                  </a:cubicBezTo>
                  <a:lnTo>
                    <a:pt x="689" y="2748"/>
                  </a:lnTo>
                  <a:lnTo>
                    <a:pt x="737" y="2780"/>
                  </a:lnTo>
                  <a:cubicBezTo>
                    <a:pt x="749" y="2792"/>
                    <a:pt x="765" y="2804"/>
                    <a:pt x="777" y="2816"/>
                  </a:cubicBezTo>
                  <a:cubicBezTo>
                    <a:pt x="805" y="2844"/>
                    <a:pt x="829" y="2872"/>
                    <a:pt x="849" y="2900"/>
                  </a:cubicBezTo>
                  <a:cubicBezTo>
                    <a:pt x="873" y="2932"/>
                    <a:pt x="893" y="2964"/>
                    <a:pt x="913" y="2996"/>
                  </a:cubicBezTo>
                  <a:cubicBezTo>
                    <a:pt x="953" y="3064"/>
                    <a:pt x="985" y="3136"/>
                    <a:pt x="1013" y="3208"/>
                  </a:cubicBezTo>
                  <a:cubicBezTo>
                    <a:pt x="1025" y="3244"/>
                    <a:pt x="1037" y="3280"/>
                    <a:pt x="1049" y="3316"/>
                  </a:cubicBezTo>
                  <a:cubicBezTo>
                    <a:pt x="1061" y="3356"/>
                    <a:pt x="1069" y="3392"/>
                    <a:pt x="1077" y="3428"/>
                  </a:cubicBezTo>
                  <a:lnTo>
                    <a:pt x="1097" y="3520"/>
                  </a:lnTo>
                  <a:lnTo>
                    <a:pt x="1177" y="3460"/>
                  </a:lnTo>
                  <a:cubicBezTo>
                    <a:pt x="1337" y="3336"/>
                    <a:pt x="1537" y="3264"/>
                    <a:pt x="1741" y="3252"/>
                  </a:cubicBezTo>
                  <a:lnTo>
                    <a:pt x="1813" y="3252"/>
                  </a:lnTo>
                  <a:cubicBezTo>
                    <a:pt x="1837" y="3256"/>
                    <a:pt x="1865" y="3260"/>
                    <a:pt x="1893" y="3264"/>
                  </a:cubicBezTo>
                  <a:lnTo>
                    <a:pt x="1937" y="3264"/>
                  </a:lnTo>
                  <a:cubicBezTo>
                    <a:pt x="1945" y="3266"/>
                    <a:pt x="1953" y="3267"/>
                    <a:pt x="1962" y="3267"/>
                  </a:cubicBezTo>
                  <a:cubicBezTo>
                    <a:pt x="1970" y="3267"/>
                    <a:pt x="1979" y="3266"/>
                    <a:pt x="1989" y="3264"/>
                  </a:cubicBezTo>
                  <a:cubicBezTo>
                    <a:pt x="2017" y="3264"/>
                    <a:pt x="2049" y="3260"/>
                    <a:pt x="2077" y="3252"/>
                  </a:cubicBezTo>
                  <a:cubicBezTo>
                    <a:pt x="2189" y="3232"/>
                    <a:pt x="2297" y="3200"/>
                    <a:pt x="2405" y="3164"/>
                  </a:cubicBezTo>
                  <a:cubicBezTo>
                    <a:pt x="2609" y="3088"/>
                    <a:pt x="2813" y="3004"/>
                    <a:pt x="3013" y="2908"/>
                  </a:cubicBezTo>
                  <a:cubicBezTo>
                    <a:pt x="3213" y="2812"/>
                    <a:pt x="3409" y="2712"/>
                    <a:pt x="3601" y="2608"/>
                  </a:cubicBezTo>
                  <a:cubicBezTo>
                    <a:pt x="3793" y="2504"/>
                    <a:pt x="3985" y="2396"/>
                    <a:pt x="4169" y="2280"/>
                  </a:cubicBezTo>
                  <a:cubicBezTo>
                    <a:pt x="4361" y="2164"/>
                    <a:pt x="4541" y="2036"/>
                    <a:pt x="4709" y="1896"/>
                  </a:cubicBezTo>
                  <a:cubicBezTo>
                    <a:pt x="4753" y="1856"/>
                    <a:pt x="4797" y="1816"/>
                    <a:pt x="4833" y="1768"/>
                  </a:cubicBezTo>
                  <a:cubicBezTo>
                    <a:pt x="4841" y="1756"/>
                    <a:pt x="4849" y="1744"/>
                    <a:pt x="4857" y="1732"/>
                  </a:cubicBezTo>
                  <a:lnTo>
                    <a:pt x="4861" y="1724"/>
                  </a:lnTo>
                  <a:lnTo>
                    <a:pt x="4861" y="1720"/>
                  </a:lnTo>
                  <a:lnTo>
                    <a:pt x="4865" y="1712"/>
                  </a:lnTo>
                  <a:lnTo>
                    <a:pt x="4865" y="1708"/>
                  </a:lnTo>
                  <a:lnTo>
                    <a:pt x="4869" y="1688"/>
                  </a:lnTo>
                  <a:cubicBezTo>
                    <a:pt x="4873" y="1672"/>
                    <a:pt x="4881" y="1656"/>
                    <a:pt x="4881" y="1640"/>
                  </a:cubicBezTo>
                  <a:lnTo>
                    <a:pt x="4885" y="1596"/>
                  </a:lnTo>
                  <a:cubicBezTo>
                    <a:pt x="4885" y="1536"/>
                    <a:pt x="4869" y="1476"/>
                    <a:pt x="4837" y="1420"/>
                  </a:cubicBezTo>
                  <a:cubicBezTo>
                    <a:pt x="4809" y="1372"/>
                    <a:pt x="4773" y="1324"/>
                    <a:pt x="4729" y="1284"/>
                  </a:cubicBezTo>
                  <a:cubicBezTo>
                    <a:pt x="4645" y="1212"/>
                    <a:pt x="4553" y="1148"/>
                    <a:pt x="4453" y="1096"/>
                  </a:cubicBezTo>
                  <a:cubicBezTo>
                    <a:pt x="4357" y="1048"/>
                    <a:pt x="4257" y="1000"/>
                    <a:pt x="4153" y="964"/>
                  </a:cubicBezTo>
                  <a:cubicBezTo>
                    <a:pt x="4057" y="920"/>
                    <a:pt x="3973" y="856"/>
                    <a:pt x="3901" y="776"/>
                  </a:cubicBezTo>
                  <a:cubicBezTo>
                    <a:pt x="3825" y="700"/>
                    <a:pt x="3753" y="616"/>
                    <a:pt x="3677" y="536"/>
                  </a:cubicBezTo>
                  <a:cubicBezTo>
                    <a:pt x="3605" y="456"/>
                    <a:pt x="3525" y="376"/>
                    <a:pt x="3441" y="304"/>
                  </a:cubicBezTo>
                  <a:cubicBezTo>
                    <a:pt x="3357" y="228"/>
                    <a:pt x="3253" y="172"/>
                    <a:pt x="3141" y="144"/>
                  </a:cubicBezTo>
                  <a:cubicBezTo>
                    <a:pt x="3121" y="141"/>
                    <a:pt x="3099" y="138"/>
                    <a:pt x="3079" y="138"/>
                  </a:cubicBezTo>
                  <a:cubicBezTo>
                    <a:pt x="3070" y="138"/>
                    <a:pt x="3061" y="139"/>
                    <a:pt x="3053" y="140"/>
                  </a:cubicBezTo>
                  <a:cubicBezTo>
                    <a:pt x="3037" y="140"/>
                    <a:pt x="3017" y="140"/>
                    <a:pt x="3005" y="144"/>
                  </a:cubicBezTo>
                  <a:lnTo>
                    <a:pt x="2961" y="156"/>
                  </a:lnTo>
                  <a:cubicBezTo>
                    <a:pt x="2937" y="160"/>
                    <a:pt x="2913" y="168"/>
                    <a:pt x="2889" y="172"/>
                  </a:cubicBezTo>
                  <a:cubicBezTo>
                    <a:pt x="2861" y="172"/>
                    <a:pt x="2837" y="176"/>
                    <a:pt x="2813" y="176"/>
                  </a:cubicBezTo>
                  <a:cubicBezTo>
                    <a:pt x="2761" y="176"/>
                    <a:pt x="2713" y="168"/>
                    <a:pt x="2665" y="156"/>
                  </a:cubicBezTo>
                  <a:cubicBezTo>
                    <a:pt x="2617" y="136"/>
                    <a:pt x="2569" y="116"/>
                    <a:pt x="2525" y="92"/>
                  </a:cubicBezTo>
                  <a:cubicBezTo>
                    <a:pt x="2473" y="64"/>
                    <a:pt x="2421" y="40"/>
                    <a:pt x="2369" y="24"/>
                  </a:cubicBezTo>
                  <a:cubicBezTo>
                    <a:pt x="2327" y="7"/>
                    <a:pt x="2283" y="0"/>
                    <a:pt x="22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60"/>
            <p:cNvSpPr/>
            <p:nvPr/>
          </p:nvSpPr>
          <p:spPr>
            <a:xfrm>
              <a:off x="4086312" y="1571590"/>
              <a:ext cx="595799" cy="377909"/>
            </a:xfrm>
            <a:custGeom>
              <a:avLst/>
              <a:gdLst/>
              <a:ahLst/>
              <a:cxnLst/>
              <a:rect l="l" t="t" r="r" b="b"/>
              <a:pathLst>
                <a:path w="4777" h="3030" extrusionOk="0">
                  <a:moveTo>
                    <a:pt x="1500" y="1"/>
                  </a:moveTo>
                  <a:cubicBezTo>
                    <a:pt x="1361" y="1"/>
                    <a:pt x="1228" y="49"/>
                    <a:pt x="1120" y="137"/>
                  </a:cubicBezTo>
                  <a:cubicBezTo>
                    <a:pt x="1024" y="221"/>
                    <a:pt x="948" y="317"/>
                    <a:pt x="888" y="429"/>
                  </a:cubicBezTo>
                  <a:cubicBezTo>
                    <a:pt x="860" y="481"/>
                    <a:pt x="836" y="533"/>
                    <a:pt x="812" y="581"/>
                  </a:cubicBezTo>
                  <a:cubicBezTo>
                    <a:pt x="804" y="601"/>
                    <a:pt x="788" y="629"/>
                    <a:pt x="780" y="641"/>
                  </a:cubicBezTo>
                  <a:cubicBezTo>
                    <a:pt x="776" y="653"/>
                    <a:pt x="772" y="661"/>
                    <a:pt x="764" y="665"/>
                  </a:cubicBezTo>
                  <a:cubicBezTo>
                    <a:pt x="756" y="673"/>
                    <a:pt x="748" y="681"/>
                    <a:pt x="740" y="685"/>
                  </a:cubicBezTo>
                  <a:cubicBezTo>
                    <a:pt x="664" y="733"/>
                    <a:pt x="584" y="773"/>
                    <a:pt x="500" y="809"/>
                  </a:cubicBezTo>
                  <a:cubicBezTo>
                    <a:pt x="428" y="841"/>
                    <a:pt x="356" y="881"/>
                    <a:pt x="288" y="925"/>
                  </a:cubicBezTo>
                  <a:cubicBezTo>
                    <a:pt x="196" y="989"/>
                    <a:pt x="116" y="1069"/>
                    <a:pt x="52" y="1165"/>
                  </a:cubicBezTo>
                  <a:cubicBezTo>
                    <a:pt x="40" y="1193"/>
                    <a:pt x="24" y="1217"/>
                    <a:pt x="12" y="1245"/>
                  </a:cubicBezTo>
                  <a:lnTo>
                    <a:pt x="0" y="1273"/>
                  </a:lnTo>
                  <a:lnTo>
                    <a:pt x="12" y="1281"/>
                  </a:lnTo>
                  <a:lnTo>
                    <a:pt x="28" y="1253"/>
                  </a:lnTo>
                  <a:cubicBezTo>
                    <a:pt x="40" y="1229"/>
                    <a:pt x="60" y="1205"/>
                    <a:pt x="76" y="1181"/>
                  </a:cubicBezTo>
                  <a:cubicBezTo>
                    <a:pt x="144" y="1097"/>
                    <a:pt x="224" y="1025"/>
                    <a:pt x="320" y="973"/>
                  </a:cubicBezTo>
                  <a:cubicBezTo>
                    <a:pt x="388" y="933"/>
                    <a:pt x="460" y="901"/>
                    <a:pt x="532" y="877"/>
                  </a:cubicBezTo>
                  <a:cubicBezTo>
                    <a:pt x="624" y="845"/>
                    <a:pt x="712" y="809"/>
                    <a:pt x="796" y="761"/>
                  </a:cubicBezTo>
                  <a:cubicBezTo>
                    <a:pt x="808" y="753"/>
                    <a:pt x="820" y="745"/>
                    <a:pt x="832" y="733"/>
                  </a:cubicBezTo>
                  <a:cubicBezTo>
                    <a:pt x="844" y="725"/>
                    <a:pt x="852" y="713"/>
                    <a:pt x="864" y="697"/>
                  </a:cubicBezTo>
                  <a:cubicBezTo>
                    <a:pt x="880" y="669"/>
                    <a:pt x="892" y="649"/>
                    <a:pt x="904" y="625"/>
                  </a:cubicBezTo>
                  <a:cubicBezTo>
                    <a:pt x="932" y="577"/>
                    <a:pt x="956" y="533"/>
                    <a:pt x="984" y="485"/>
                  </a:cubicBezTo>
                  <a:cubicBezTo>
                    <a:pt x="1040" y="389"/>
                    <a:pt x="1112" y="305"/>
                    <a:pt x="1196" y="237"/>
                  </a:cubicBezTo>
                  <a:cubicBezTo>
                    <a:pt x="1283" y="169"/>
                    <a:pt x="1388" y="137"/>
                    <a:pt x="1494" y="137"/>
                  </a:cubicBezTo>
                  <a:cubicBezTo>
                    <a:pt x="1500" y="137"/>
                    <a:pt x="1506" y="137"/>
                    <a:pt x="1512" y="137"/>
                  </a:cubicBezTo>
                  <a:cubicBezTo>
                    <a:pt x="1572" y="141"/>
                    <a:pt x="1632" y="153"/>
                    <a:pt x="1692" y="173"/>
                  </a:cubicBezTo>
                  <a:cubicBezTo>
                    <a:pt x="1716" y="181"/>
                    <a:pt x="1748" y="193"/>
                    <a:pt x="1784" y="205"/>
                  </a:cubicBezTo>
                  <a:cubicBezTo>
                    <a:pt x="1816" y="221"/>
                    <a:pt x="1852" y="233"/>
                    <a:pt x="1888" y="241"/>
                  </a:cubicBezTo>
                  <a:cubicBezTo>
                    <a:pt x="2028" y="289"/>
                    <a:pt x="2176" y="317"/>
                    <a:pt x="2324" y="333"/>
                  </a:cubicBezTo>
                  <a:cubicBezTo>
                    <a:pt x="2472" y="349"/>
                    <a:pt x="2624" y="357"/>
                    <a:pt x="2780" y="365"/>
                  </a:cubicBezTo>
                  <a:cubicBezTo>
                    <a:pt x="2932" y="369"/>
                    <a:pt x="3088" y="373"/>
                    <a:pt x="3240" y="389"/>
                  </a:cubicBezTo>
                  <a:cubicBezTo>
                    <a:pt x="3392" y="401"/>
                    <a:pt x="3544" y="433"/>
                    <a:pt x="3684" y="489"/>
                  </a:cubicBezTo>
                  <a:cubicBezTo>
                    <a:pt x="3828" y="549"/>
                    <a:pt x="3944" y="649"/>
                    <a:pt x="4028" y="777"/>
                  </a:cubicBezTo>
                  <a:cubicBezTo>
                    <a:pt x="4108" y="913"/>
                    <a:pt x="4168" y="1061"/>
                    <a:pt x="4208" y="1217"/>
                  </a:cubicBezTo>
                  <a:cubicBezTo>
                    <a:pt x="4244" y="1377"/>
                    <a:pt x="4296" y="1533"/>
                    <a:pt x="4352" y="1689"/>
                  </a:cubicBezTo>
                  <a:cubicBezTo>
                    <a:pt x="4368" y="1725"/>
                    <a:pt x="4388" y="1765"/>
                    <a:pt x="4404" y="1801"/>
                  </a:cubicBezTo>
                  <a:cubicBezTo>
                    <a:pt x="4424" y="1837"/>
                    <a:pt x="4448" y="1873"/>
                    <a:pt x="4468" y="1905"/>
                  </a:cubicBezTo>
                  <a:cubicBezTo>
                    <a:pt x="4512" y="1973"/>
                    <a:pt x="4552" y="2045"/>
                    <a:pt x="4592" y="2113"/>
                  </a:cubicBezTo>
                  <a:cubicBezTo>
                    <a:pt x="4632" y="2181"/>
                    <a:pt x="4668" y="2253"/>
                    <a:pt x="4696" y="2325"/>
                  </a:cubicBezTo>
                  <a:cubicBezTo>
                    <a:pt x="4712" y="2361"/>
                    <a:pt x="4720" y="2397"/>
                    <a:pt x="4728" y="2437"/>
                  </a:cubicBezTo>
                  <a:cubicBezTo>
                    <a:pt x="4732" y="2473"/>
                    <a:pt x="4724" y="2505"/>
                    <a:pt x="4700" y="2513"/>
                  </a:cubicBezTo>
                  <a:cubicBezTo>
                    <a:pt x="4689" y="2516"/>
                    <a:pt x="4677" y="2517"/>
                    <a:pt x="4665" y="2517"/>
                  </a:cubicBezTo>
                  <a:cubicBezTo>
                    <a:pt x="4643" y="2517"/>
                    <a:pt x="4621" y="2513"/>
                    <a:pt x="4600" y="2505"/>
                  </a:cubicBezTo>
                  <a:cubicBezTo>
                    <a:pt x="4564" y="2493"/>
                    <a:pt x="4528" y="2481"/>
                    <a:pt x="4496" y="2465"/>
                  </a:cubicBezTo>
                  <a:cubicBezTo>
                    <a:pt x="4420" y="2433"/>
                    <a:pt x="4340" y="2417"/>
                    <a:pt x="4256" y="2413"/>
                  </a:cubicBezTo>
                  <a:cubicBezTo>
                    <a:pt x="4100" y="2413"/>
                    <a:pt x="3948" y="2429"/>
                    <a:pt x="3796" y="2469"/>
                  </a:cubicBezTo>
                  <a:cubicBezTo>
                    <a:pt x="3656" y="2505"/>
                    <a:pt x="3516" y="2549"/>
                    <a:pt x="3380" y="2601"/>
                  </a:cubicBezTo>
                  <a:cubicBezTo>
                    <a:pt x="3248" y="2653"/>
                    <a:pt x="3120" y="2705"/>
                    <a:pt x="3000" y="2757"/>
                  </a:cubicBezTo>
                  <a:cubicBezTo>
                    <a:pt x="2876" y="2809"/>
                    <a:pt x="2760" y="2861"/>
                    <a:pt x="2648" y="2897"/>
                  </a:cubicBezTo>
                  <a:cubicBezTo>
                    <a:pt x="2625" y="2908"/>
                    <a:pt x="2601" y="2913"/>
                    <a:pt x="2576" y="2913"/>
                  </a:cubicBezTo>
                  <a:cubicBezTo>
                    <a:pt x="2554" y="2913"/>
                    <a:pt x="2531" y="2909"/>
                    <a:pt x="2508" y="2901"/>
                  </a:cubicBezTo>
                  <a:cubicBezTo>
                    <a:pt x="2460" y="2885"/>
                    <a:pt x="2420" y="2857"/>
                    <a:pt x="2380" y="2825"/>
                  </a:cubicBezTo>
                  <a:cubicBezTo>
                    <a:pt x="2308" y="2753"/>
                    <a:pt x="2240" y="2673"/>
                    <a:pt x="2180" y="2593"/>
                  </a:cubicBezTo>
                  <a:cubicBezTo>
                    <a:pt x="2120" y="2513"/>
                    <a:pt x="2052" y="2445"/>
                    <a:pt x="1980" y="2385"/>
                  </a:cubicBezTo>
                  <a:cubicBezTo>
                    <a:pt x="1960" y="2369"/>
                    <a:pt x="1940" y="2357"/>
                    <a:pt x="1920" y="2349"/>
                  </a:cubicBezTo>
                  <a:cubicBezTo>
                    <a:pt x="1896" y="2337"/>
                    <a:pt x="1880" y="2329"/>
                    <a:pt x="1860" y="2321"/>
                  </a:cubicBezTo>
                  <a:cubicBezTo>
                    <a:pt x="1824" y="2309"/>
                    <a:pt x="1784" y="2297"/>
                    <a:pt x="1748" y="2289"/>
                  </a:cubicBezTo>
                  <a:cubicBezTo>
                    <a:pt x="1636" y="2265"/>
                    <a:pt x="1524" y="2257"/>
                    <a:pt x="1412" y="2257"/>
                  </a:cubicBezTo>
                  <a:cubicBezTo>
                    <a:pt x="1336" y="2257"/>
                    <a:pt x="1296" y="2265"/>
                    <a:pt x="1296" y="2265"/>
                  </a:cubicBezTo>
                  <a:lnTo>
                    <a:pt x="1300" y="2277"/>
                  </a:lnTo>
                  <a:cubicBezTo>
                    <a:pt x="1300" y="2277"/>
                    <a:pt x="1344" y="2281"/>
                    <a:pt x="1416" y="2285"/>
                  </a:cubicBezTo>
                  <a:cubicBezTo>
                    <a:pt x="1528" y="2297"/>
                    <a:pt x="1636" y="2317"/>
                    <a:pt x="1740" y="2349"/>
                  </a:cubicBezTo>
                  <a:cubicBezTo>
                    <a:pt x="1772" y="2357"/>
                    <a:pt x="1804" y="2373"/>
                    <a:pt x="1840" y="2385"/>
                  </a:cubicBezTo>
                  <a:cubicBezTo>
                    <a:pt x="1856" y="2393"/>
                    <a:pt x="1876" y="2405"/>
                    <a:pt x="1888" y="2413"/>
                  </a:cubicBezTo>
                  <a:cubicBezTo>
                    <a:pt x="1908" y="2421"/>
                    <a:pt x="1924" y="2433"/>
                    <a:pt x="1940" y="2445"/>
                  </a:cubicBezTo>
                  <a:cubicBezTo>
                    <a:pt x="2004" y="2505"/>
                    <a:pt x="2064" y="2573"/>
                    <a:pt x="2112" y="2649"/>
                  </a:cubicBezTo>
                  <a:cubicBezTo>
                    <a:pt x="2172" y="2741"/>
                    <a:pt x="2240" y="2825"/>
                    <a:pt x="2316" y="2905"/>
                  </a:cubicBezTo>
                  <a:cubicBezTo>
                    <a:pt x="2360" y="2949"/>
                    <a:pt x="2416" y="2985"/>
                    <a:pt x="2476" y="3009"/>
                  </a:cubicBezTo>
                  <a:cubicBezTo>
                    <a:pt x="2513" y="3022"/>
                    <a:pt x="2552" y="3029"/>
                    <a:pt x="2591" y="3029"/>
                  </a:cubicBezTo>
                  <a:cubicBezTo>
                    <a:pt x="2624" y="3029"/>
                    <a:pt x="2657" y="3024"/>
                    <a:pt x="2688" y="3013"/>
                  </a:cubicBezTo>
                  <a:cubicBezTo>
                    <a:pt x="2812" y="2973"/>
                    <a:pt x="2928" y="2925"/>
                    <a:pt x="3052" y="2873"/>
                  </a:cubicBezTo>
                  <a:cubicBezTo>
                    <a:pt x="3172" y="2821"/>
                    <a:pt x="3300" y="2769"/>
                    <a:pt x="3428" y="2717"/>
                  </a:cubicBezTo>
                  <a:cubicBezTo>
                    <a:pt x="3556" y="2665"/>
                    <a:pt x="3688" y="2613"/>
                    <a:pt x="3828" y="2573"/>
                  </a:cubicBezTo>
                  <a:cubicBezTo>
                    <a:pt x="3968" y="2525"/>
                    <a:pt x="4112" y="2497"/>
                    <a:pt x="4260" y="2493"/>
                  </a:cubicBezTo>
                  <a:cubicBezTo>
                    <a:pt x="4269" y="2493"/>
                    <a:pt x="4279" y="2492"/>
                    <a:pt x="4288" y="2492"/>
                  </a:cubicBezTo>
                  <a:cubicBezTo>
                    <a:pt x="4351" y="2492"/>
                    <a:pt x="4413" y="2504"/>
                    <a:pt x="4476" y="2525"/>
                  </a:cubicBezTo>
                  <a:cubicBezTo>
                    <a:pt x="4512" y="2537"/>
                    <a:pt x="4552" y="2553"/>
                    <a:pt x="4588" y="2561"/>
                  </a:cubicBezTo>
                  <a:cubicBezTo>
                    <a:pt x="4610" y="2567"/>
                    <a:pt x="4633" y="2570"/>
                    <a:pt x="4656" y="2570"/>
                  </a:cubicBezTo>
                  <a:cubicBezTo>
                    <a:pt x="4679" y="2570"/>
                    <a:pt x="4702" y="2567"/>
                    <a:pt x="4724" y="2561"/>
                  </a:cubicBezTo>
                  <a:cubicBezTo>
                    <a:pt x="4748" y="2549"/>
                    <a:pt x="4764" y="2529"/>
                    <a:pt x="4772" y="2501"/>
                  </a:cubicBezTo>
                  <a:cubicBezTo>
                    <a:pt x="4776" y="2477"/>
                    <a:pt x="4776" y="2457"/>
                    <a:pt x="4772" y="2433"/>
                  </a:cubicBezTo>
                  <a:cubicBezTo>
                    <a:pt x="4764" y="2393"/>
                    <a:pt x="4752" y="2353"/>
                    <a:pt x="4736" y="2313"/>
                  </a:cubicBezTo>
                  <a:cubicBezTo>
                    <a:pt x="4704" y="2241"/>
                    <a:pt x="4668" y="2165"/>
                    <a:pt x="4628" y="2097"/>
                  </a:cubicBezTo>
                  <a:cubicBezTo>
                    <a:pt x="4592" y="2025"/>
                    <a:pt x="4552" y="1953"/>
                    <a:pt x="4508" y="1885"/>
                  </a:cubicBezTo>
                  <a:cubicBezTo>
                    <a:pt x="4488" y="1849"/>
                    <a:pt x="4468" y="1817"/>
                    <a:pt x="4448" y="1781"/>
                  </a:cubicBezTo>
                  <a:cubicBezTo>
                    <a:pt x="4432" y="1745"/>
                    <a:pt x="4412" y="1709"/>
                    <a:pt x="4400" y="1673"/>
                  </a:cubicBezTo>
                  <a:cubicBezTo>
                    <a:pt x="4348" y="1517"/>
                    <a:pt x="4308" y="1361"/>
                    <a:pt x="4276" y="1201"/>
                  </a:cubicBezTo>
                  <a:cubicBezTo>
                    <a:pt x="4248" y="1037"/>
                    <a:pt x="4192" y="877"/>
                    <a:pt x="4112" y="729"/>
                  </a:cubicBezTo>
                  <a:cubicBezTo>
                    <a:pt x="4024" y="573"/>
                    <a:pt x="3892" y="453"/>
                    <a:pt x="3732" y="381"/>
                  </a:cubicBezTo>
                  <a:cubicBezTo>
                    <a:pt x="3580" y="313"/>
                    <a:pt x="3420" y="273"/>
                    <a:pt x="3252" y="257"/>
                  </a:cubicBezTo>
                  <a:cubicBezTo>
                    <a:pt x="3092" y="237"/>
                    <a:pt x="2936" y="229"/>
                    <a:pt x="2784" y="221"/>
                  </a:cubicBezTo>
                  <a:cubicBezTo>
                    <a:pt x="2628" y="209"/>
                    <a:pt x="2480" y="201"/>
                    <a:pt x="2336" y="185"/>
                  </a:cubicBezTo>
                  <a:cubicBezTo>
                    <a:pt x="2200" y="169"/>
                    <a:pt x="2060" y="141"/>
                    <a:pt x="1928" y="105"/>
                  </a:cubicBezTo>
                  <a:cubicBezTo>
                    <a:pt x="1896" y="93"/>
                    <a:pt x="1868" y="85"/>
                    <a:pt x="1832" y="73"/>
                  </a:cubicBezTo>
                  <a:cubicBezTo>
                    <a:pt x="1796" y="61"/>
                    <a:pt x="1772" y="49"/>
                    <a:pt x="1732" y="37"/>
                  </a:cubicBezTo>
                  <a:cubicBezTo>
                    <a:pt x="1664" y="13"/>
                    <a:pt x="1588" y="1"/>
                    <a:pt x="1516" y="1"/>
                  </a:cubicBezTo>
                  <a:cubicBezTo>
                    <a:pt x="1511" y="1"/>
                    <a:pt x="1505" y="1"/>
                    <a:pt x="1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60"/>
            <p:cNvSpPr/>
            <p:nvPr/>
          </p:nvSpPr>
          <p:spPr>
            <a:xfrm>
              <a:off x="4112255" y="1225606"/>
              <a:ext cx="567862" cy="390631"/>
            </a:xfrm>
            <a:custGeom>
              <a:avLst/>
              <a:gdLst/>
              <a:ahLst/>
              <a:cxnLst/>
              <a:rect l="l" t="t" r="r" b="b"/>
              <a:pathLst>
                <a:path w="4553" h="3132" extrusionOk="0">
                  <a:moveTo>
                    <a:pt x="2836" y="1"/>
                  </a:moveTo>
                  <a:cubicBezTo>
                    <a:pt x="2772" y="1"/>
                    <a:pt x="2708" y="7"/>
                    <a:pt x="2644" y="19"/>
                  </a:cubicBezTo>
                  <a:cubicBezTo>
                    <a:pt x="2520" y="43"/>
                    <a:pt x="2400" y="95"/>
                    <a:pt x="2296" y="167"/>
                  </a:cubicBezTo>
                  <a:cubicBezTo>
                    <a:pt x="2196" y="239"/>
                    <a:pt x="2100" y="323"/>
                    <a:pt x="2016" y="419"/>
                  </a:cubicBezTo>
                  <a:cubicBezTo>
                    <a:pt x="1936" y="511"/>
                    <a:pt x="1856" y="611"/>
                    <a:pt x="1784" y="711"/>
                  </a:cubicBezTo>
                  <a:cubicBezTo>
                    <a:pt x="1712" y="815"/>
                    <a:pt x="1640" y="915"/>
                    <a:pt x="1564" y="1007"/>
                  </a:cubicBezTo>
                  <a:cubicBezTo>
                    <a:pt x="1488" y="1103"/>
                    <a:pt x="1404" y="1183"/>
                    <a:pt x="1308" y="1255"/>
                  </a:cubicBezTo>
                  <a:cubicBezTo>
                    <a:pt x="1208" y="1319"/>
                    <a:pt x="1100" y="1371"/>
                    <a:pt x="988" y="1403"/>
                  </a:cubicBezTo>
                  <a:cubicBezTo>
                    <a:pt x="872" y="1443"/>
                    <a:pt x="752" y="1479"/>
                    <a:pt x="636" y="1511"/>
                  </a:cubicBezTo>
                  <a:cubicBezTo>
                    <a:pt x="572" y="1531"/>
                    <a:pt x="512" y="1551"/>
                    <a:pt x="452" y="1575"/>
                  </a:cubicBezTo>
                  <a:cubicBezTo>
                    <a:pt x="420" y="1591"/>
                    <a:pt x="392" y="1607"/>
                    <a:pt x="364" y="1627"/>
                  </a:cubicBezTo>
                  <a:lnTo>
                    <a:pt x="320" y="1651"/>
                  </a:lnTo>
                  <a:cubicBezTo>
                    <a:pt x="308" y="1663"/>
                    <a:pt x="292" y="1671"/>
                    <a:pt x="280" y="1683"/>
                  </a:cubicBezTo>
                  <a:cubicBezTo>
                    <a:pt x="256" y="1703"/>
                    <a:pt x="232" y="1727"/>
                    <a:pt x="208" y="1751"/>
                  </a:cubicBezTo>
                  <a:lnTo>
                    <a:pt x="148" y="1831"/>
                  </a:lnTo>
                  <a:lnTo>
                    <a:pt x="96" y="1919"/>
                  </a:lnTo>
                  <a:cubicBezTo>
                    <a:pt x="84" y="1947"/>
                    <a:pt x="68" y="1975"/>
                    <a:pt x="60" y="2007"/>
                  </a:cubicBezTo>
                  <a:cubicBezTo>
                    <a:pt x="20" y="2131"/>
                    <a:pt x="0" y="2259"/>
                    <a:pt x="0" y="2387"/>
                  </a:cubicBezTo>
                  <a:cubicBezTo>
                    <a:pt x="0" y="2511"/>
                    <a:pt x="16" y="2635"/>
                    <a:pt x="48" y="2759"/>
                  </a:cubicBezTo>
                  <a:lnTo>
                    <a:pt x="60" y="2759"/>
                  </a:lnTo>
                  <a:cubicBezTo>
                    <a:pt x="48" y="2635"/>
                    <a:pt x="44" y="2511"/>
                    <a:pt x="56" y="2391"/>
                  </a:cubicBezTo>
                  <a:cubicBezTo>
                    <a:pt x="64" y="2271"/>
                    <a:pt x="96" y="2151"/>
                    <a:pt x="140" y="2039"/>
                  </a:cubicBezTo>
                  <a:cubicBezTo>
                    <a:pt x="152" y="2015"/>
                    <a:pt x="164" y="1987"/>
                    <a:pt x="176" y="1959"/>
                  </a:cubicBezTo>
                  <a:lnTo>
                    <a:pt x="224" y="1887"/>
                  </a:lnTo>
                  <a:lnTo>
                    <a:pt x="280" y="1823"/>
                  </a:lnTo>
                  <a:cubicBezTo>
                    <a:pt x="304" y="1803"/>
                    <a:pt x="324" y="1783"/>
                    <a:pt x="348" y="1767"/>
                  </a:cubicBezTo>
                  <a:cubicBezTo>
                    <a:pt x="356" y="1755"/>
                    <a:pt x="368" y="1747"/>
                    <a:pt x="380" y="1739"/>
                  </a:cubicBezTo>
                  <a:lnTo>
                    <a:pt x="420" y="1719"/>
                  </a:lnTo>
                  <a:cubicBezTo>
                    <a:pt x="444" y="1703"/>
                    <a:pt x="468" y="1691"/>
                    <a:pt x="496" y="1683"/>
                  </a:cubicBezTo>
                  <a:lnTo>
                    <a:pt x="576" y="1655"/>
                  </a:lnTo>
                  <a:cubicBezTo>
                    <a:pt x="604" y="1643"/>
                    <a:pt x="636" y="1639"/>
                    <a:pt x="664" y="1627"/>
                  </a:cubicBezTo>
                  <a:cubicBezTo>
                    <a:pt x="784" y="1595"/>
                    <a:pt x="904" y="1563"/>
                    <a:pt x="1028" y="1527"/>
                  </a:cubicBezTo>
                  <a:cubicBezTo>
                    <a:pt x="1280" y="1455"/>
                    <a:pt x="1500" y="1295"/>
                    <a:pt x="1640" y="1071"/>
                  </a:cubicBezTo>
                  <a:cubicBezTo>
                    <a:pt x="1712" y="971"/>
                    <a:pt x="1780" y="863"/>
                    <a:pt x="1844" y="759"/>
                  </a:cubicBezTo>
                  <a:cubicBezTo>
                    <a:pt x="1908" y="651"/>
                    <a:pt x="1980" y="551"/>
                    <a:pt x="2056" y="455"/>
                  </a:cubicBezTo>
                  <a:cubicBezTo>
                    <a:pt x="2132" y="359"/>
                    <a:pt x="2224" y="275"/>
                    <a:pt x="2320" y="203"/>
                  </a:cubicBezTo>
                  <a:cubicBezTo>
                    <a:pt x="2420" y="135"/>
                    <a:pt x="2532" y="87"/>
                    <a:pt x="2652" y="63"/>
                  </a:cubicBezTo>
                  <a:cubicBezTo>
                    <a:pt x="2697" y="57"/>
                    <a:pt x="2742" y="54"/>
                    <a:pt x="2787" y="54"/>
                  </a:cubicBezTo>
                  <a:cubicBezTo>
                    <a:pt x="2863" y="54"/>
                    <a:pt x="2939" y="63"/>
                    <a:pt x="3012" y="83"/>
                  </a:cubicBezTo>
                  <a:lnTo>
                    <a:pt x="3100" y="107"/>
                  </a:lnTo>
                  <a:lnTo>
                    <a:pt x="3184" y="135"/>
                  </a:lnTo>
                  <a:cubicBezTo>
                    <a:pt x="3244" y="155"/>
                    <a:pt x="3300" y="179"/>
                    <a:pt x="3364" y="199"/>
                  </a:cubicBezTo>
                  <a:cubicBezTo>
                    <a:pt x="3480" y="239"/>
                    <a:pt x="3604" y="271"/>
                    <a:pt x="3728" y="291"/>
                  </a:cubicBezTo>
                  <a:cubicBezTo>
                    <a:pt x="3852" y="315"/>
                    <a:pt x="3980" y="331"/>
                    <a:pt x="4104" y="339"/>
                  </a:cubicBezTo>
                  <a:cubicBezTo>
                    <a:pt x="4183" y="344"/>
                    <a:pt x="4263" y="347"/>
                    <a:pt x="4342" y="347"/>
                  </a:cubicBezTo>
                  <a:cubicBezTo>
                    <a:pt x="4363" y="347"/>
                    <a:pt x="4385" y="347"/>
                    <a:pt x="4406" y="347"/>
                  </a:cubicBezTo>
                  <a:lnTo>
                    <a:pt x="4406" y="347"/>
                  </a:lnTo>
                  <a:cubicBezTo>
                    <a:pt x="4400" y="391"/>
                    <a:pt x="4392" y="434"/>
                    <a:pt x="4384" y="475"/>
                  </a:cubicBezTo>
                  <a:cubicBezTo>
                    <a:pt x="4372" y="543"/>
                    <a:pt x="4356" y="611"/>
                    <a:pt x="4340" y="675"/>
                  </a:cubicBezTo>
                  <a:cubicBezTo>
                    <a:pt x="4308" y="807"/>
                    <a:pt x="4256" y="935"/>
                    <a:pt x="4188" y="1051"/>
                  </a:cubicBezTo>
                  <a:lnTo>
                    <a:pt x="4132" y="1139"/>
                  </a:lnTo>
                  <a:cubicBezTo>
                    <a:pt x="4112" y="1167"/>
                    <a:pt x="4092" y="1203"/>
                    <a:pt x="4076" y="1235"/>
                  </a:cubicBezTo>
                  <a:cubicBezTo>
                    <a:pt x="4040" y="1299"/>
                    <a:pt x="4008" y="1363"/>
                    <a:pt x="3976" y="1427"/>
                  </a:cubicBezTo>
                  <a:cubicBezTo>
                    <a:pt x="3912" y="1559"/>
                    <a:pt x="3852" y="1687"/>
                    <a:pt x="3796" y="1819"/>
                  </a:cubicBezTo>
                  <a:cubicBezTo>
                    <a:pt x="3680" y="2079"/>
                    <a:pt x="3572" y="2343"/>
                    <a:pt x="3456" y="2599"/>
                  </a:cubicBezTo>
                  <a:cubicBezTo>
                    <a:pt x="3424" y="2659"/>
                    <a:pt x="3392" y="2723"/>
                    <a:pt x="3356" y="2779"/>
                  </a:cubicBezTo>
                  <a:cubicBezTo>
                    <a:pt x="3344" y="2791"/>
                    <a:pt x="3336" y="2803"/>
                    <a:pt x="3324" y="2815"/>
                  </a:cubicBezTo>
                  <a:cubicBezTo>
                    <a:pt x="3312" y="2827"/>
                    <a:pt x="3300" y="2839"/>
                    <a:pt x="3288" y="2851"/>
                  </a:cubicBezTo>
                  <a:cubicBezTo>
                    <a:pt x="3260" y="2871"/>
                    <a:pt x="3232" y="2895"/>
                    <a:pt x="3204" y="2915"/>
                  </a:cubicBezTo>
                  <a:cubicBezTo>
                    <a:pt x="3088" y="2991"/>
                    <a:pt x="2964" y="3059"/>
                    <a:pt x="2832" y="3119"/>
                  </a:cubicBezTo>
                  <a:lnTo>
                    <a:pt x="2840" y="3131"/>
                  </a:lnTo>
                  <a:cubicBezTo>
                    <a:pt x="2976" y="3087"/>
                    <a:pt x="3108" y="3031"/>
                    <a:pt x="3236" y="2963"/>
                  </a:cubicBezTo>
                  <a:cubicBezTo>
                    <a:pt x="3268" y="2943"/>
                    <a:pt x="3300" y="2923"/>
                    <a:pt x="3328" y="2903"/>
                  </a:cubicBezTo>
                  <a:cubicBezTo>
                    <a:pt x="3344" y="2891"/>
                    <a:pt x="3356" y="2879"/>
                    <a:pt x="3372" y="2867"/>
                  </a:cubicBezTo>
                  <a:cubicBezTo>
                    <a:pt x="3384" y="2855"/>
                    <a:pt x="3400" y="2839"/>
                    <a:pt x="3412" y="2827"/>
                  </a:cubicBezTo>
                  <a:cubicBezTo>
                    <a:pt x="3456" y="2767"/>
                    <a:pt x="3496" y="2703"/>
                    <a:pt x="3532" y="2639"/>
                  </a:cubicBezTo>
                  <a:cubicBezTo>
                    <a:pt x="3604" y="2515"/>
                    <a:pt x="3668" y="2387"/>
                    <a:pt x="3732" y="2259"/>
                  </a:cubicBezTo>
                  <a:lnTo>
                    <a:pt x="3916" y="1875"/>
                  </a:lnTo>
                  <a:cubicBezTo>
                    <a:pt x="3980" y="1747"/>
                    <a:pt x="4040" y="1619"/>
                    <a:pt x="4104" y="1491"/>
                  </a:cubicBezTo>
                  <a:cubicBezTo>
                    <a:pt x="4136" y="1431"/>
                    <a:pt x="4172" y="1367"/>
                    <a:pt x="4204" y="1307"/>
                  </a:cubicBezTo>
                  <a:cubicBezTo>
                    <a:pt x="4220" y="1279"/>
                    <a:pt x="4232" y="1251"/>
                    <a:pt x="4252" y="1219"/>
                  </a:cubicBezTo>
                  <a:lnTo>
                    <a:pt x="4312" y="1127"/>
                  </a:lnTo>
                  <a:cubicBezTo>
                    <a:pt x="4388" y="999"/>
                    <a:pt x="4444" y="859"/>
                    <a:pt x="4476" y="711"/>
                  </a:cubicBezTo>
                  <a:cubicBezTo>
                    <a:pt x="4496" y="643"/>
                    <a:pt x="4508" y="571"/>
                    <a:pt x="4520" y="499"/>
                  </a:cubicBezTo>
                  <a:cubicBezTo>
                    <a:pt x="4532" y="423"/>
                    <a:pt x="4540" y="355"/>
                    <a:pt x="4548" y="279"/>
                  </a:cubicBezTo>
                  <a:lnTo>
                    <a:pt x="4552" y="203"/>
                  </a:lnTo>
                  <a:lnTo>
                    <a:pt x="4476" y="207"/>
                  </a:lnTo>
                  <a:cubicBezTo>
                    <a:pt x="4398" y="215"/>
                    <a:pt x="4321" y="217"/>
                    <a:pt x="4244" y="217"/>
                  </a:cubicBezTo>
                  <a:cubicBezTo>
                    <a:pt x="4200" y="217"/>
                    <a:pt x="4156" y="216"/>
                    <a:pt x="4112" y="215"/>
                  </a:cubicBezTo>
                  <a:cubicBezTo>
                    <a:pt x="3988" y="211"/>
                    <a:pt x="3868" y="199"/>
                    <a:pt x="3744" y="183"/>
                  </a:cubicBezTo>
                  <a:cubicBezTo>
                    <a:pt x="3624" y="167"/>
                    <a:pt x="3504" y="147"/>
                    <a:pt x="3388" y="115"/>
                  </a:cubicBezTo>
                  <a:cubicBezTo>
                    <a:pt x="3328" y="103"/>
                    <a:pt x="3268" y="83"/>
                    <a:pt x="3208" y="67"/>
                  </a:cubicBezTo>
                  <a:lnTo>
                    <a:pt x="3120" y="39"/>
                  </a:lnTo>
                  <a:lnTo>
                    <a:pt x="3024" y="19"/>
                  </a:lnTo>
                  <a:cubicBezTo>
                    <a:pt x="2962" y="7"/>
                    <a:pt x="289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60"/>
            <p:cNvSpPr/>
            <p:nvPr/>
          </p:nvSpPr>
          <p:spPr>
            <a:xfrm>
              <a:off x="3789844" y="1198916"/>
              <a:ext cx="475692" cy="410836"/>
            </a:xfrm>
            <a:custGeom>
              <a:avLst/>
              <a:gdLst/>
              <a:ahLst/>
              <a:cxnLst/>
              <a:rect l="l" t="t" r="r" b="b"/>
              <a:pathLst>
                <a:path w="3814" h="3294" extrusionOk="0">
                  <a:moveTo>
                    <a:pt x="1557" y="1"/>
                  </a:moveTo>
                  <a:cubicBezTo>
                    <a:pt x="1465" y="1"/>
                    <a:pt x="1373" y="13"/>
                    <a:pt x="1285" y="37"/>
                  </a:cubicBezTo>
                  <a:cubicBezTo>
                    <a:pt x="1197" y="61"/>
                    <a:pt x="1113" y="93"/>
                    <a:pt x="1029" y="129"/>
                  </a:cubicBezTo>
                  <a:lnTo>
                    <a:pt x="997" y="145"/>
                  </a:lnTo>
                  <a:lnTo>
                    <a:pt x="1017" y="185"/>
                  </a:lnTo>
                  <a:cubicBezTo>
                    <a:pt x="1025" y="197"/>
                    <a:pt x="1029" y="213"/>
                    <a:pt x="1029" y="229"/>
                  </a:cubicBezTo>
                  <a:cubicBezTo>
                    <a:pt x="1025" y="245"/>
                    <a:pt x="1021" y="261"/>
                    <a:pt x="1017" y="277"/>
                  </a:cubicBezTo>
                  <a:cubicBezTo>
                    <a:pt x="997" y="313"/>
                    <a:pt x="973" y="345"/>
                    <a:pt x="941" y="369"/>
                  </a:cubicBezTo>
                  <a:cubicBezTo>
                    <a:pt x="909" y="397"/>
                    <a:pt x="877" y="421"/>
                    <a:pt x="841" y="441"/>
                  </a:cubicBezTo>
                  <a:cubicBezTo>
                    <a:pt x="801" y="461"/>
                    <a:pt x="761" y="481"/>
                    <a:pt x="721" y="505"/>
                  </a:cubicBezTo>
                  <a:cubicBezTo>
                    <a:pt x="641" y="553"/>
                    <a:pt x="565" y="609"/>
                    <a:pt x="493" y="673"/>
                  </a:cubicBezTo>
                  <a:cubicBezTo>
                    <a:pt x="425" y="737"/>
                    <a:pt x="361" y="805"/>
                    <a:pt x="301" y="877"/>
                  </a:cubicBezTo>
                  <a:cubicBezTo>
                    <a:pt x="241" y="949"/>
                    <a:pt x="185" y="1025"/>
                    <a:pt x="137" y="1105"/>
                  </a:cubicBezTo>
                  <a:cubicBezTo>
                    <a:pt x="85" y="1189"/>
                    <a:pt x="45" y="1277"/>
                    <a:pt x="21" y="1373"/>
                  </a:cubicBezTo>
                  <a:cubicBezTo>
                    <a:pt x="5" y="1429"/>
                    <a:pt x="1" y="1485"/>
                    <a:pt x="13" y="1541"/>
                  </a:cubicBezTo>
                  <a:cubicBezTo>
                    <a:pt x="21" y="1573"/>
                    <a:pt x="37" y="1605"/>
                    <a:pt x="57" y="1629"/>
                  </a:cubicBezTo>
                  <a:lnTo>
                    <a:pt x="101" y="1681"/>
                  </a:lnTo>
                  <a:cubicBezTo>
                    <a:pt x="157" y="1753"/>
                    <a:pt x="217" y="1821"/>
                    <a:pt x="281" y="1889"/>
                  </a:cubicBezTo>
                  <a:lnTo>
                    <a:pt x="649" y="2289"/>
                  </a:lnTo>
                  <a:cubicBezTo>
                    <a:pt x="709" y="2353"/>
                    <a:pt x="773" y="2425"/>
                    <a:pt x="821" y="2489"/>
                  </a:cubicBezTo>
                  <a:cubicBezTo>
                    <a:pt x="833" y="2505"/>
                    <a:pt x="845" y="2521"/>
                    <a:pt x="857" y="2541"/>
                  </a:cubicBezTo>
                  <a:cubicBezTo>
                    <a:pt x="869" y="2557"/>
                    <a:pt x="877" y="2577"/>
                    <a:pt x="889" y="2597"/>
                  </a:cubicBezTo>
                  <a:cubicBezTo>
                    <a:pt x="909" y="2633"/>
                    <a:pt x="929" y="2673"/>
                    <a:pt x="949" y="2717"/>
                  </a:cubicBezTo>
                  <a:cubicBezTo>
                    <a:pt x="989" y="2801"/>
                    <a:pt x="1033" y="2881"/>
                    <a:pt x="1085" y="2957"/>
                  </a:cubicBezTo>
                  <a:cubicBezTo>
                    <a:pt x="1137" y="3037"/>
                    <a:pt x="1201" y="3105"/>
                    <a:pt x="1277" y="3165"/>
                  </a:cubicBezTo>
                  <a:cubicBezTo>
                    <a:pt x="1353" y="3221"/>
                    <a:pt x="1441" y="3261"/>
                    <a:pt x="1533" y="3281"/>
                  </a:cubicBezTo>
                  <a:cubicBezTo>
                    <a:pt x="1581" y="3289"/>
                    <a:pt x="1625" y="3293"/>
                    <a:pt x="1673" y="3293"/>
                  </a:cubicBezTo>
                  <a:cubicBezTo>
                    <a:pt x="1717" y="3293"/>
                    <a:pt x="1765" y="3289"/>
                    <a:pt x="1809" y="3285"/>
                  </a:cubicBezTo>
                  <a:lnTo>
                    <a:pt x="1809" y="3273"/>
                  </a:lnTo>
                  <a:cubicBezTo>
                    <a:pt x="1765" y="3269"/>
                    <a:pt x="1721" y="3269"/>
                    <a:pt x="1677" y="3265"/>
                  </a:cubicBezTo>
                  <a:cubicBezTo>
                    <a:pt x="1633" y="3257"/>
                    <a:pt x="1589" y="3249"/>
                    <a:pt x="1545" y="3237"/>
                  </a:cubicBezTo>
                  <a:cubicBezTo>
                    <a:pt x="1465" y="3209"/>
                    <a:pt x="1389" y="3169"/>
                    <a:pt x="1321" y="3109"/>
                  </a:cubicBezTo>
                  <a:cubicBezTo>
                    <a:pt x="1257" y="3053"/>
                    <a:pt x="1205" y="2985"/>
                    <a:pt x="1165" y="2909"/>
                  </a:cubicBezTo>
                  <a:cubicBezTo>
                    <a:pt x="1121" y="2833"/>
                    <a:pt x="1081" y="2753"/>
                    <a:pt x="1049" y="2673"/>
                  </a:cubicBezTo>
                  <a:cubicBezTo>
                    <a:pt x="1029" y="2629"/>
                    <a:pt x="1013" y="2589"/>
                    <a:pt x="993" y="2545"/>
                  </a:cubicBezTo>
                  <a:cubicBezTo>
                    <a:pt x="973" y="2501"/>
                    <a:pt x="949" y="2461"/>
                    <a:pt x="925" y="2421"/>
                  </a:cubicBezTo>
                  <a:cubicBezTo>
                    <a:pt x="865" y="2337"/>
                    <a:pt x="809" y="2273"/>
                    <a:pt x="749" y="2201"/>
                  </a:cubicBezTo>
                  <a:cubicBezTo>
                    <a:pt x="633" y="2065"/>
                    <a:pt x="509" y="1929"/>
                    <a:pt x="389" y="1793"/>
                  </a:cubicBezTo>
                  <a:cubicBezTo>
                    <a:pt x="329" y="1729"/>
                    <a:pt x="269" y="1661"/>
                    <a:pt x="213" y="1593"/>
                  </a:cubicBezTo>
                  <a:lnTo>
                    <a:pt x="173" y="1545"/>
                  </a:lnTo>
                  <a:cubicBezTo>
                    <a:pt x="165" y="1537"/>
                    <a:pt x="161" y="1525"/>
                    <a:pt x="157" y="1513"/>
                  </a:cubicBezTo>
                  <a:cubicBezTo>
                    <a:pt x="149" y="1481"/>
                    <a:pt x="153" y="1445"/>
                    <a:pt x="161" y="1413"/>
                  </a:cubicBezTo>
                  <a:cubicBezTo>
                    <a:pt x="181" y="1333"/>
                    <a:pt x="213" y="1253"/>
                    <a:pt x="257" y="1181"/>
                  </a:cubicBezTo>
                  <a:cubicBezTo>
                    <a:pt x="301" y="1105"/>
                    <a:pt x="349" y="1033"/>
                    <a:pt x="401" y="965"/>
                  </a:cubicBezTo>
                  <a:cubicBezTo>
                    <a:pt x="457" y="897"/>
                    <a:pt x="513" y="833"/>
                    <a:pt x="577" y="769"/>
                  </a:cubicBezTo>
                  <a:cubicBezTo>
                    <a:pt x="637" y="709"/>
                    <a:pt x="705" y="653"/>
                    <a:pt x="777" y="605"/>
                  </a:cubicBezTo>
                  <a:cubicBezTo>
                    <a:pt x="813" y="585"/>
                    <a:pt x="853" y="561"/>
                    <a:pt x="893" y="533"/>
                  </a:cubicBezTo>
                  <a:cubicBezTo>
                    <a:pt x="933" y="509"/>
                    <a:pt x="973" y="477"/>
                    <a:pt x="1005" y="445"/>
                  </a:cubicBezTo>
                  <a:cubicBezTo>
                    <a:pt x="1045" y="409"/>
                    <a:pt x="1073" y="365"/>
                    <a:pt x="1093" y="317"/>
                  </a:cubicBezTo>
                  <a:cubicBezTo>
                    <a:pt x="1111" y="274"/>
                    <a:pt x="1111" y="230"/>
                    <a:pt x="1096" y="188"/>
                  </a:cubicBezTo>
                  <a:lnTo>
                    <a:pt x="1096" y="188"/>
                  </a:lnTo>
                  <a:cubicBezTo>
                    <a:pt x="1163" y="152"/>
                    <a:pt x="1232" y="122"/>
                    <a:pt x="1305" y="101"/>
                  </a:cubicBezTo>
                  <a:cubicBezTo>
                    <a:pt x="1385" y="73"/>
                    <a:pt x="1469" y="57"/>
                    <a:pt x="1557" y="53"/>
                  </a:cubicBezTo>
                  <a:cubicBezTo>
                    <a:pt x="1645" y="53"/>
                    <a:pt x="1729" y="61"/>
                    <a:pt x="1813" y="85"/>
                  </a:cubicBezTo>
                  <a:cubicBezTo>
                    <a:pt x="1897" y="105"/>
                    <a:pt x="1981" y="137"/>
                    <a:pt x="2061" y="173"/>
                  </a:cubicBezTo>
                  <a:lnTo>
                    <a:pt x="2181" y="233"/>
                  </a:lnTo>
                  <a:cubicBezTo>
                    <a:pt x="2201" y="241"/>
                    <a:pt x="2225" y="249"/>
                    <a:pt x="2245" y="257"/>
                  </a:cubicBezTo>
                  <a:lnTo>
                    <a:pt x="2313" y="277"/>
                  </a:lnTo>
                  <a:cubicBezTo>
                    <a:pt x="2401" y="293"/>
                    <a:pt x="2493" y="305"/>
                    <a:pt x="2581" y="309"/>
                  </a:cubicBezTo>
                  <a:cubicBezTo>
                    <a:pt x="2673" y="313"/>
                    <a:pt x="2761" y="321"/>
                    <a:pt x="2849" y="321"/>
                  </a:cubicBezTo>
                  <a:cubicBezTo>
                    <a:pt x="2937" y="325"/>
                    <a:pt x="3025" y="333"/>
                    <a:pt x="3109" y="341"/>
                  </a:cubicBezTo>
                  <a:cubicBezTo>
                    <a:pt x="3193" y="349"/>
                    <a:pt x="3277" y="361"/>
                    <a:pt x="3361" y="381"/>
                  </a:cubicBezTo>
                  <a:cubicBezTo>
                    <a:pt x="3381" y="385"/>
                    <a:pt x="3401" y="393"/>
                    <a:pt x="3417" y="401"/>
                  </a:cubicBezTo>
                  <a:lnTo>
                    <a:pt x="3449" y="413"/>
                  </a:lnTo>
                  <a:lnTo>
                    <a:pt x="3465" y="417"/>
                  </a:lnTo>
                  <a:lnTo>
                    <a:pt x="3473" y="421"/>
                  </a:lnTo>
                  <a:cubicBezTo>
                    <a:pt x="3469" y="421"/>
                    <a:pt x="3477" y="425"/>
                    <a:pt x="3477" y="425"/>
                  </a:cubicBezTo>
                  <a:cubicBezTo>
                    <a:pt x="3489" y="433"/>
                    <a:pt x="3509" y="437"/>
                    <a:pt x="3525" y="449"/>
                  </a:cubicBezTo>
                  <a:cubicBezTo>
                    <a:pt x="3541" y="461"/>
                    <a:pt x="3557" y="473"/>
                    <a:pt x="3573" y="485"/>
                  </a:cubicBezTo>
                  <a:cubicBezTo>
                    <a:pt x="3633" y="529"/>
                    <a:pt x="3673" y="597"/>
                    <a:pt x="3685" y="669"/>
                  </a:cubicBezTo>
                  <a:cubicBezTo>
                    <a:pt x="3697" y="745"/>
                    <a:pt x="3685" y="825"/>
                    <a:pt x="3649" y="893"/>
                  </a:cubicBezTo>
                  <a:cubicBezTo>
                    <a:pt x="3641" y="909"/>
                    <a:pt x="3629" y="925"/>
                    <a:pt x="3617" y="941"/>
                  </a:cubicBezTo>
                  <a:lnTo>
                    <a:pt x="3581" y="989"/>
                  </a:lnTo>
                  <a:cubicBezTo>
                    <a:pt x="3565" y="1005"/>
                    <a:pt x="3553" y="1017"/>
                    <a:pt x="3537" y="1033"/>
                  </a:cubicBezTo>
                  <a:lnTo>
                    <a:pt x="3489" y="1073"/>
                  </a:lnTo>
                  <a:cubicBezTo>
                    <a:pt x="3413" y="1133"/>
                    <a:pt x="3353" y="1205"/>
                    <a:pt x="3309" y="1289"/>
                  </a:cubicBezTo>
                  <a:cubicBezTo>
                    <a:pt x="3261" y="1365"/>
                    <a:pt x="3229" y="1453"/>
                    <a:pt x="3205" y="1541"/>
                  </a:cubicBezTo>
                  <a:cubicBezTo>
                    <a:pt x="3177" y="1625"/>
                    <a:pt x="3161" y="1713"/>
                    <a:pt x="3153" y="1805"/>
                  </a:cubicBezTo>
                  <a:lnTo>
                    <a:pt x="3169" y="1797"/>
                  </a:lnTo>
                  <a:cubicBezTo>
                    <a:pt x="3205" y="1629"/>
                    <a:pt x="3273" y="1465"/>
                    <a:pt x="3369" y="1317"/>
                  </a:cubicBezTo>
                  <a:cubicBezTo>
                    <a:pt x="3413" y="1249"/>
                    <a:pt x="3473" y="1189"/>
                    <a:pt x="3541" y="1141"/>
                  </a:cubicBezTo>
                  <a:lnTo>
                    <a:pt x="3597" y="1101"/>
                  </a:lnTo>
                  <a:cubicBezTo>
                    <a:pt x="3613" y="1085"/>
                    <a:pt x="3633" y="1069"/>
                    <a:pt x="3649" y="1049"/>
                  </a:cubicBezTo>
                  <a:cubicBezTo>
                    <a:pt x="3669" y="1033"/>
                    <a:pt x="3689" y="1017"/>
                    <a:pt x="3701" y="997"/>
                  </a:cubicBezTo>
                  <a:cubicBezTo>
                    <a:pt x="3713" y="973"/>
                    <a:pt x="3729" y="957"/>
                    <a:pt x="3741" y="933"/>
                  </a:cubicBezTo>
                  <a:cubicBezTo>
                    <a:pt x="3793" y="845"/>
                    <a:pt x="3813" y="745"/>
                    <a:pt x="3801" y="641"/>
                  </a:cubicBezTo>
                  <a:cubicBezTo>
                    <a:pt x="3785" y="541"/>
                    <a:pt x="3733" y="449"/>
                    <a:pt x="3653" y="381"/>
                  </a:cubicBezTo>
                  <a:cubicBezTo>
                    <a:pt x="3633" y="365"/>
                    <a:pt x="3613" y="349"/>
                    <a:pt x="3593" y="337"/>
                  </a:cubicBezTo>
                  <a:cubicBezTo>
                    <a:pt x="3569" y="325"/>
                    <a:pt x="3549" y="313"/>
                    <a:pt x="3529" y="301"/>
                  </a:cubicBezTo>
                  <a:cubicBezTo>
                    <a:pt x="3525" y="297"/>
                    <a:pt x="3521" y="297"/>
                    <a:pt x="3517" y="297"/>
                  </a:cubicBezTo>
                  <a:lnTo>
                    <a:pt x="3509" y="293"/>
                  </a:lnTo>
                  <a:lnTo>
                    <a:pt x="3493" y="285"/>
                  </a:lnTo>
                  <a:lnTo>
                    <a:pt x="3461" y="277"/>
                  </a:lnTo>
                  <a:cubicBezTo>
                    <a:pt x="3437" y="265"/>
                    <a:pt x="3417" y="261"/>
                    <a:pt x="3393" y="253"/>
                  </a:cubicBezTo>
                  <a:cubicBezTo>
                    <a:pt x="3301" y="233"/>
                    <a:pt x="3209" y="221"/>
                    <a:pt x="3117" y="217"/>
                  </a:cubicBezTo>
                  <a:cubicBezTo>
                    <a:pt x="3072" y="215"/>
                    <a:pt x="3027" y="214"/>
                    <a:pt x="2982" y="214"/>
                  </a:cubicBezTo>
                  <a:cubicBezTo>
                    <a:pt x="2847" y="214"/>
                    <a:pt x="2713" y="221"/>
                    <a:pt x="2581" y="221"/>
                  </a:cubicBezTo>
                  <a:cubicBezTo>
                    <a:pt x="2497" y="221"/>
                    <a:pt x="2409" y="217"/>
                    <a:pt x="2321" y="209"/>
                  </a:cubicBezTo>
                  <a:lnTo>
                    <a:pt x="2261" y="197"/>
                  </a:lnTo>
                  <a:cubicBezTo>
                    <a:pt x="2241" y="189"/>
                    <a:pt x="2221" y="185"/>
                    <a:pt x="2201" y="177"/>
                  </a:cubicBezTo>
                  <a:lnTo>
                    <a:pt x="2077" y="125"/>
                  </a:lnTo>
                  <a:cubicBezTo>
                    <a:pt x="1997" y="89"/>
                    <a:pt x="1909" y="57"/>
                    <a:pt x="1825" y="37"/>
                  </a:cubicBezTo>
                  <a:cubicBezTo>
                    <a:pt x="1737" y="13"/>
                    <a:pt x="1645" y="1"/>
                    <a:pt x="15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60"/>
            <p:cNvSpPr/>
            <p:nvPr/>
          </p:nvSpPr>
          <p:spPr>
            <a:xfrm>
              <a:off x="3383244" y="1386874"/>
              <a:ext cx="528075" cy="369179"/>
            </a:xfrm>
            <a:custGeom>
              <a:avLst/>
              <a:gdLst/>
              <a:ahLst/>
              <a:cxnLst/>
              <a:rect l="l" t="t" r="r" b="b"/>
              <a:pathLst>
                <a:path w="4234" h="2960" extrusionOk="0">
                  <a:moveTo>
                    <a:pt x="2333" y="0"/>
                  </a:moveTo>
                  <a:cubicBezTo>
                    <a:pt x="2282" y="0"/>
                    <a:pt x="2231" y="2"/>
                    <a:pt x="2181" y="6"/>
                  </a:cubicBezTo>
                  <a:lnTo>
                    <a:pt x="2101" y="18"/>
                  </a:lnTo>
                  <a:cubicBezTo>
                    <a:pt x="2077" y="26"/>
                    <a:pt x="2053" y="26"/>
                    <a:pt x="2029" y="34"/>
                  </a:cubicBezTo>
                  <a:cubicBezTo>
                    <a:pt x="1977" y="46"/>
                    <a:pt x="1929" y="62"/>
                    <a:pt x="1877" y="78"/>
                  </a:cubicBezTo>
                  <a:cubicBezTo>
                    <a:pt x="1781" y="110"/>
                    <a:pt x="1689" y="150"/>
                    <a:pt x="1597" y="194"/>
                  </a:cubicBezTo>
                  <a:cubicBezTo>
                    <a:pt x="1417" y="282"/>
                    <a:pt x="1245" y="386"/>
                    <a:pt x="1073" y="490"/>
                  </a:cubicBezTo>
                  <a:cubicBezTo>
                    <a:pt x="905" y="594"/>
                    <a:pt x="737" y="702"/>
                    <a:pt x="569" y="814"/>
                  </a:cubicBezTo>
                  <a:cubicBezTo>
                    <a:pt x="405" y="926"/>
                    <a:pt x="241" y="1038"/>
                    <a:pt x="77" y="1154"/>
                  </a:cubicBezTo>
                  <a:lnTo>
                    <a:pt x="1" y="1214"/>
                  </a:lnTo>
                  <a:lnTo>
                    <a:pt x="101" y="1222"/>
                  </a:lnTo>
                  <a:cubicBezTo>
                    <a:pt x="193" y="1230"/>
                    <a:pt x="293" y="1270"/>
                    <a:pt x="325" y="1342"/>
                  </a:cubicBezTo>
                  <a:cubicBezTo>
                    <a:pt x="341" y="1378"/>
                    <a:pt x="345" y="1422"/>
                    <a:pt x="337" y="1462"/>
                  </a:cubicBezTo>
                  <a:lnTo>
                    <a:pt x="337" y="1470"/>
                  </a:lnTo>
                  <a:lnTo>
                    <a:pt x="337" y="1482"/>
                  </a:lnTo>
                  <a:lnTo>
                    <a:pt x="337" y="1502"/>
                  </a:lnTo>
                  <a:lnTo>
                    <a:pt x="337" y="1554"/>
                  </a:lnTo>
                  <a:cubicBezTo>
                    <a:pt x="337" y="1582"/>
                    <a:pt x="345" y="1610"/>
                    <a:pt x="353" y="1638"/>
                  </a:cubicBezTo>
                  <a:cubicBezTo>
                    <a:pt x="385" y="1742"/>
                    <a:pt x="425" y="1838"/>
                    <a:pt x="481" y="1934"/>
                  </a:cubicBezTo>
                  <a:cubicBezTo>
                    <a:pt x="533" y="2022"/>
                    <a:pt x="589" y="2110"/>
                    <a:pt x="653" y="2198"/>
                  </a:cubicBezTo>
                  <a:cubicBezTo>
                    <a:pt x="773" y="2366"/>
                    <a:pt x="917" y="2526"/>
                    <a:pt x="1073" y="2662"/>
                  </a:cubicBezTo>
                  <a:cubicBezTo>
                    <a:pt x="1153" y="2738"/>
                    <a:pt x="1245" y="2798"/>
                    <a:pt x="1345" y="2846"/>
                  </a:cubicBezTo>
                  <a:cubicBezTo>
                    <a:pt x="1369" y="2858"/>
                    <a:pt x="1397" y="2870"/>
                    <a:pt x="1425" y="2878"/>
                  </a:cubicBezTo>
                  <a:cubicBezTo>
                    <a:pt x="1453" y="2886"/>
                    <a:pt x="1485" y="2894"/>
                    <a:pt x="1505" y="2898"/>
                  </a:cubicBezTo>
                  <a:cubicBezTo>
                    <a:pt x="1561" y="2906"/>
                    <a:pt x="1613" y="2918"/>
                    <a:pt x="1665" y="2926"/>
                  </a:cubicBezTo>
                  <a:cubicBezTo>
                    <a:pt x="1837" y="2950"/>
                    <a:pt x="2014" y="2959"/>
                    <a:pt x="2190" y="2959"/>
                  </a:cubicBezTo>
                  <a:cubicBezTo>
                    <a:pt x="2223" y="2959"/>
                    <a:pt x="2256" y="2959"/>
                    <a:pt x="2289" y="2958"/>
                  </a:cubicBezTo>
                  <a:cubicBezTo>
                    <a:pt x="2501" y="2958"/>
                    <a:pt x="2709" y="2926"/>
                    <a:pt x="2913" y="2862"/>
                  </a:cubicBezTo>
                  <a:cubicBezTo>
                    <a:pt x="2965" y="2846"/>
                    <a:pt x="3013" y="2818"/>
                    <a:pt x="3061" y="2790"/>
                  </a:cubicBezTo>
                  <a:cubicBezTo>
                    <a:pt x="3101" y="2762"/>
                    <a:pt x="3145" y="2738"/>
                    <a:pt x="3189" y="2718"/>
                  </a:cubicBezTo>
                  <a:cubicBezTo>
                    <a:pt x="3281" y="2674"/>
                    <a:pt x="3373" y="2638"/>
                    <a:pt x="3469" y="2618"/>
                  </a:cubicBezTo>
                  <a:cubicBezTo>
                    <a:pt x="3556" y="2597"/>
                    <a:pt x="3644" y="2585"/>
                    <a:pt x="3731" y="2585"/>
                  </a:cubicBezTo>
                  <a:cubicBezTo>
                    <a:pt x="3744" y="2585"/>
                    <a:pt x="3756" y="2586"/>
                    <a:pt x="3769" y="2586"/>
                  </a:cubicBezTo>
                  <a:cubicBezTo>
                    <a:pt x="3873" y="2590"/>
                    <a:pt x="3973" y="2606"/>
                    <a:pt x="4069" y="2634"/>
                  </a:cubicBezTo>
                  <a:lnTo>
                    <a:pt x="4077" y="2622"/>
                  </a:lnTo>
                  <a:cubicBezTo>
                    <a:pt x="3937" y="2562"/>
                    <a:pt x="3789" y="2531"/>
                    <a:pt x="3640" y="2531"/>
                  </a:cubicBezTo>
                  <a:cubicBezTo>
                    <a:pt x="3580" y="2531"/>
                    <a:pt x="3521" y="2536"/>
                    <a:pt x="3461" y="2546"/>
                  </a:cubicBezTo>
                  <a:cubicBezTo>
                    <a:pt x="3357" y="2566"/>
                    <a:pt x="3253" y="2594"/>
                    <a:pt x="3157" y="2638"/>
                  </a:cubicBezTo>
                  <a:cubicBezTo>
                    <a:pt x="3109" y="2654"/>
                    <a:pt x="3057" y="2682"/>
                    <a:pt x="3013" y="2706"/>
                  </a:cubicBezTo>
                  <a:cubicBezTo>
                    <a:pt x="2973" y="2726"/>
                    <a:pt x="2929" y="2746"/>
                    <a:pt x="2881" y="2762"/>
                  </a:cubicBezTo>
                  <a:cubicBezTo>
                    <a:pt x="2785" y="2786"/>
                    <a:pt x="2689" y="2806"/>
                    <a:pt x="2593" y="2810"/>
                  </a:cubicBezTo>
                  <a:cubicBezTo>
                    <a:pt x="2518" y="2819"/>
                    <a:pt x="2443" y="2824"/>
                    <a:pt x="2368" y="2824"/>
                  </a:cubicBezTo>
                  <a:cubicBezTo>
                    <a:pt x="2343" y="2824"/>
                    <a:pt x="2318" y="2823"/>
                    <a:pt x="2293" y="2822"/>
                  </a:cubicBezTo>
                  <a:cubicBezTo>
                    <a:pt x="2089" y="2822"/>
                    <a:pt x="1889" y="2806"/>
                    <a:pt x="1689" y="2778"/>
                  </a:cubicBezTo>
                  <a:cubicBezTo>
                    <a:pt x="1637" y="2770"/>
                    <a:pt x="1589" y="2762"/>
                    <a:pt x="1537" y="2754"/>
                  </a:cubicBezTo>
                  <a:cubicBezTo>
                    <a:pt x="1513" y="2746"/>
                    <a:pt x="1493" y="2742"/>
                    <a:pt x="1473" y="2738"/>
                  </a:cubicBezTo>
                  <a:cubicBezTo>
                    <a:pt x="1449" y="2730"/>
                    <a:pt x="1429" y="2722"/>
                    <a:pt x="1409" y="2710"/>
                  </a:cubicBezTo>
                  <a:cubicBezTo>
                    <a:pt x="1321" y="2670"/>
                    <a:pt x="1241" y="2614"/>
                    <a:pt x="1169" y="2554"/>
                  </a:cubicBezTo>
                  <a:cubicBezTo>
                    <a:pt x="1017" y="2426"/>
                    <a:pt x="877" y="2278"/>
                    <a:pt x="757" y="2118"/>
                  </a:cubicBezTo>
                  <a:cubicBezTo>
                    <a:pt x="697" y="2038"/>
                    <a:pt x="641" y="1954"/>
                    <a:pt x="585" y="1870"/>
                  </a:cubicBezTo>
                  <a:cubicBezTo>
                    <a:pt x="533" y="1786"/>
                    <a:pt x="489" y="1698"/>
                    <a:pt x="457" y="1606"/>
                  </a:cubicBezTo>
                  <a:cubicBezTo>
                    <a:pt x="453" y="1586"/>
                    <a:pt x="445" y="1562"/>
                    <a:pt x="441" y="1542"/>
                  </a:cubicBezTo>
                  <a:cubicBezTo>
                    <a:pt x="441" y="1530"/>
                    <a:pt x="441" y="1522"/>
                    <a:pt x="441" y="1514"/>
                  </a:cubicBezTo>
                  <a:lnTo>
                    <a:pt x="441" y="1494"/>
                  </a:lnTo>
                  <a:lnTo>
                    <a:pt x="441" y="1490"/>
                  </a:lnTo>
                  <a:lnTo>
                    <a:pt x="441" y="1486"/>
                  </a:lnTo>
                  <a:lnTo>
                    <a:pt x="441" y="1474"/>
                  </a:lnTo>
                  <a:cubicBezTo>
                    <a:pt x="449" y="1414"/>
                    <a:pt x="441" y="1350"/>
                    <a:pt x="409" y="1298"/>
                  </a:cubicBezTo>
                  <a:cubicBezTo>
                    <a:pt x="377" y="1242"/>
                    <a:pt x="329" y="1202"/>
                    <a:pt x="273" y="1182"/>
                  </a:cubicBezTo>
                  <a:cubicBezTo>
                    <a:pt x="248" y="1171"/>
                    <a:pt x="223" y="1162"/>
                    <a:pt x="197" y="1156"/>
                  </a:cubicBezTo>
                  <a:lnTo>
                    <a:pt x="197" y="1156"/>
                  </a:lnTo>
                  <a:cubicBezTo>
                    <a:pt x="330" y="1050"/>
                    <a:pt x="464" y="946"/>
                    <a:pt x="601" y="850"/>
                  </a:cubicBezTo>
                  <a:cubicBezTo>
                    <a:pt x="765" y="734"/>
                    <a:pt x="929" y="626"/>
                    <a:pt x="1101" y="526"/>
                  </a:cubicBezTo>
                  <a:cubicBezTo>
                    <a:pt x="1273" y="426"/>
                    <a:pt x="1453" y="338"/>
                    <a:pt x="1633" y="262"/>
                  </a:cubicBezTo>
                  <a:cubicBezTo>
                    <a:pt x="1725" y="226"/>
                    <a:pt x="1817" y="194"/>
                    <a:pt x="1913" y="166"/>
                  </a:cubicBezTo>
                  <a:cubicBezTo>
                    <a:pt x="1961" y="154"/>
                    <a:pt x="2005" y="146"/>
                    <a:pt x="2053" y="138"/>
                  </a:cubicBezTo>
                  <a:cubicBezTo>
                    <a:pt x="2073" y="130"/>
                    <a:pt x="2101" y="130"/>
                    <a:pt x="2125" y="126"/>
                  </a:cubicBezTo>
                  <a:lnTo>
                    <a:pt x="2197" y="122"/>
                  </a:lnTo>
                  <a:cubicBezTo>
                    <a:pt x="2230" y="119"/>
                    <a:pt x="2263" y="118"/>
                    <a:pt x="2296" y="118"/>
                  </a:cubicBezTo>
                  <a:cubicBezTo>
                    <a:pt x="2357" y="118"/>
                    <a:pt x="2419" y="122"/>
                    <a:pt x="2481" y="130"/>
                  </a:cubicBezTo>
                  <a:cubicBezTo>
                    <a:pt x="2573" y="142"/>
                    <a:pt x="2665" y="166"/>
                    <a:pt x="2749" y="202"/>
                  </a:cubicBezTo>
                  <a:cubicBezTo>
                    <a:pt x="2925" y="274"/>
                    <a:pt x="3069" y="402"/>
                    <a:pt x="3213" y="538"/>
                  </a:cubicBezTo>
                  <a:cubicBezTo>
                    <a:pt x="3281" y="610"/>
                    <a:pt x="3353" y="682"/>
                    <a:pt x="3425" y="750"/>
                  </a:cubicBezTo>
                  <a:cubicBezTo>
                    <a:pt x="3501" y="818"/>
                    <a:pt x="3581" y="882"/>
                    <a:pt x="3669" y="934"/>
                  </a:cubicBezTo>
                  <a:cubicBezTo>
                    <a:pt x="3753" y="990"/>
                    <a:pt x="3845" y="1034"/>
                    <a:pt x="3941" y="1070"/>
                  </a:cubicBezTo>
                  <a:cubicBezTo>
                    <a:pt x="4033" y="1110"/>
                    <a:pt x="4133" y="1134"/>
                    <a:pt x="4233" y="1150"/>
                  </a:cubicBezTo>
                  <a:lnTo>
                    <a:pt x="4229" y="1138"/>
                  </a:lnTo>
                  <a:cubicBezTo>
                    <a:pt x="4041" y="1082"/>
                    <a:pt x="3861" y="994"/>
                    <a:pt x="3705" y="874"/>
                  </a:cubicBezTo>
                  <a:cubicBezTo>
                    <a:pt x="3629" y="814"/>
                    <a:pt x="3553" y="750"/>
                    <a:pt x="3489" y="682"/>
                  </a:cubicBezTo>
                  <a:lnTo>
                    <a:pt x="3281" y="466"/>
                  </a:lnTo>
                  <a:cubicBezTo>
                    <a:pt x="3213" y="390"/>
                    <a:pt x="3137" y="322"/>
                    <a:pt x="3061" y="258"/>
                  </a:cubicBezTo>
                  <a:cubicBezTo>
                    <a:pt x="2977" y="190"/>
                    <a:pt x="2889" y="134"/>
                    <a:pt x="2793" y="90"/>
                  </a:cubicBezTo>
                  <a:cubicBezTo>
                    <a:pt x="2697" y="50"/>
                    <a:pt x="2593" y="22"/>
                    <a:pt x="2489" y="6"/>
                  </a:cubicBezTo>
                  <a:cubicBezTo>
                    <a:pt x="2437" y="2"/>
                    <a:pt x="2385" y="0"/>
                    <a:pt x="2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60"/>
            <p:cNvSpPr/>
            <p:nvPr/>
          </p:nvSpPr>
          <p:spPr>
            <a:xfrm>
              <a:off x="4178109" y="1658273"/>
              <a:ext cx="254060" cy="53257"/>
            </a:xfrm>
            <a:custGeom>
              <a:avLst/>
              <a:gdLst/>
              <a:ahLst/>
              <a:cxnLst/>
              <a:rect l="l" t="t" r="r" b="b"/>
              <a:pathLst>
                <a:path w="2037" h="427" extrusionOk="0">
                  <a:moveTo>
                    <a:pt x="369" y="1"/>
                  </a:moveTo>
                  <a:cubicBezTo>
                    <a:pt x="354" y="1"/>
                    <a:pt x="339" y="1"/>
                    <a:pt x="324" y="2"/>
                  </a:cubicBezTo>
                  <a:cubicBezTo>
                    <a:pt x="244" y="10"/>
                    <a:pt x="160" y="26"/>
                    <a:pt x="84" y="54"/>
                  </a:cubicBezTo>
                  <a:cubicBezTo>
                    <a:pt x="56" y="66"/>
                    <a:pt x="36" y="74"/>
                    <a:pt x="20" y="78"/>
                  </a:cubicBezTo>
                  <a:lnTo>
                    <a:pt x="0" y="90"/>
                  </a:lnTo>
                  <a:lnTo>
                    <a:pt x="0" y="94"/>
                  </a:lnTo>
                  <a:lnTo>
                    <a:pt x="24" y="90"/>
                  </a:lnTo>
                  <a:cubicBezTo>
                    <a:pt x="40" y="86"/>
                    <a:pt x="60" y="86"/>
                    <a:pt x="92" y="78"/>
                  </a:cubicBezTo>
                  <a:cubicBezTo>
                    <a:pt x="168" y="70"/>
                    <a:pt x="248" y="62"/>
                    <a:pt x="324" y="62"/>
                  </a:cubicBezTo>
                  <a:cubicBezTo>
                    <a:pt x="376" y="62"/>
                    <a:pt x="428" y="66"/>
                    <a:pt x="480" y="66"/>
                  </a:cubicBezTo>
                  <a:cubicBezTo>
                    <a:pt x="540" y="70"/>
                    <a:pt x="600" y="78"/>
                    <a:pt x="656" y="86"/>
                  </a:cubicBezTo>
                  <a:cubicBezTo>
                    <a:pt x="720" y="98"/>
                    <a:pt x="780" y="118"/>
                    <a:pt x="836" y="142"/>
                  </a:cubicBezTo>
                  <a:cubicBezTo>
                    <a:pt x="896" y="170"/>
                    <a:pt x="952" y="206"/>
                    <a:pt x="1012" y="238"/>
                  </a:cubicBezTo>
                  <a:cubicBezTo>
                    <a:pt x="1076" y="270"/>
                    <a:pt x="1140" y="290"/>
                    <a:pt x="1208" y="298"/>
                  </a:cubicBezTo>
                  <a:cubicBezTo>
                    <a:pt x="1236" y="300"/>
                    <a:pt x="1265" y="301"/>
                    <a:pt x="1292" y="301"/>
                  </a:cubicBezTo>
                  <a:cubicBezTo>
                    <a:pt x="1332" y="301"/>
                    <a:pt x="1371" y="299"/>
                    <a:pt x="1408" y="294"/>
                  </a:cubicBezTo>
                  <a:cubicBezTo>
                    <a:pt x="1468" y="286"/>
                    <a:pt x="1524" y="282"/>
                    <a:pt x="1584" y="282"/>
                  </a:cubicBezTo>
                  <a:cubicBezTo>
                    <a:pt x="1632" y="286"/>
                    <a:pt x="1684" y="290"/>
                    <a:pt x="1736" y="302"/>
                  </a:cubicBezTo>
                  <a:cubicBezTo>
                    <a:pt x="1812" y="318"/>
                    <a:pt x="1884" y="346"/>
                    <a:pt x="1956" y="382"/>
                  </a:cubicBezTo>
                  <a:cubicBezTo>
                    <a:pt x="1980" y="394"/>
                    <a:pt x="2000" y="406"/>
                    <a:pt x="2012" y="414"/>
                  </a:cubicBezTo>
                  <a:lnTo>
                    <a:pt x="2032" y="426"/>
                  </a:lnTo>
                  <a:lnTo>
                    <a:pt x="2036" y="422"/>
                  </a:lnTo>
                  <a:cubicBezTo>
                    <a:pt x="2016" y="398"/>
                    <a:pt x="1992" y="378"/>
                    <a:pt x="1968" y="358"/>
                  </a:cubicBezTo>
                  <a:cubicBezTo>
                    <a:pt x="1904" y="306"/>
                    <a:pt x="1828" y="266"/>
                    <a:pt x="1752" y="242"/>
                  </a:cubicBezTo>
                  <a:cubicBezTo>
                    <a:pt x="1696" y="226"/>
                    <a:pt x="1640" y="214"/>
                    <a:pt x="1588" y="210"/>
                  </a:cubicBezTo>
                  <a:cubicBezTo>
                    <a:pt x="1572" y="209"/>
                    <a:pt x="1556" y="209"/>
                    <a:pt x="1540" y="209"/>
                  </a:cubicBezTo>
                  <a:cubicBezTo>
                    <a:pt x="1492" y="209"/>
                    <a:pt x="1445" y="213"/>
                    <a:pt x="1400" y="222"/>
                  </a:cubicBezTo>
                  <a:cubicBezTo>
                    <a:pt x="1340" y="234"/>
                    <a:pt x="1276" y="238"/>
                    <a:pt x="1216" y="238"/>
                  </a:cubicBezTo>
                  <a:cubicBezTo>
                    <a:pt x="1152" y="238"/>
                    <a:pt x="1092" y="222"/>
                    <a:pt x="1032" y="202"/>
                  </a:cubicBezTo>
                  <a:cubicBezTo>
                    <a:pt x="968" y="182"/>
                    <a:pt x="908" y="150"/>
                    <a:pt x="848" y="126"/>
                  </a:cubicBezTo>
                  <a:cubicBezTo>
                    <a:pt x="788" y="98"/>
                    <a:pt x="728" y="74"/>
                    <a:pt x="668" y="54"/>
                  </a:cubicBezTo>
                  <a:cubicBezTo>
                    <a:pt x="612" y="30"/>
                    <a:pt x="552" y="18"/>
                    <a:pt x="492" y="10"/>
                  </a:cubicBezTo>
                  <a:cubicBezTo>
                    <a:pt x="451" y="4"/>
                    <a:pt x="410" y="1"/>
                    <a:pt x="3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60"/>
            <p:cNvSpPr/>
            <p:nvPr/>
          </p:nvSpPr>
          <p:spPr>
            <a:xfrm>
              <a:off x="4193076" y="1615617"/>
              <a:ext cx="161765" cy="32054"/>
            </a:xfrm>
            <a:custGeom>
              <a:avLst/>
              <a:gdLst/>
              <a:ahLst/>
              <a:cxnLst/>
              <a:rect l="l" t="t" r="r" b="b"/>
              <a:pathLst>
                <a:path w="1297" h="257" extrusionOk="0">
                  <a:moveTo>
                    <a:pt x="624" y="0"/>
                  </a:moveTo>
                  <a:cubicBezTo>
                    <a:pt x="536" y="4"/>
                    <a:pt x="448" y="12"/>
                    <a:pt x="368" y="20"/>
                  </a:cubicBezTo>
                  <a:cubicBezTo>
                    <a:pt x="328" y="24"/>
                    <a:pt x="288" y="32"/>
                    <a:pt x="248" y="44"/>
                  </a:cubicBezTo>
                  <a:cubicBezTo>
                    <a:pt x="216" y="56"/>
                    <a:pt x="184" y="72"/>
                    <a:pt x="152" y="96"/>
                  </a:cubicBezTo>
                  <a:cubicBezTo>
                    <a:pt x="128" y="112"/>
                    <a:pt x="104" y="128"/>
                    <a:pt x="84" y="152"/>
                  </a:cubicBezTo>
                  <a:cubicBezTo>
                    <a:pt x="64" y="164"/>
                    <a:pt x="48" y="180"/>
                    <a:pt x="32" y="200"/>
                  </a:cubicBezTo>
                  <a:cubicBezTo>
                    <a:pt x="20" y="216"/>
                    <a:pt x="8" y="232"/>
                    <a:pt x="0" y="252"/>
                  </a:cubicBezTo>
                  <a:lnTo>
                    <a:pt x="0" y="256"/>
                  </a:lnTo>
                  <a:lnTo>
                    <a:pt x="12" y="244"/>
                  </a:lnTo>
                  <a:cubicBezTo>
                    <a:pt x="24" y="240"/>
                    <a:pt x="36" y="228"/>
                    <a:pt x="48" y="220"/>
                  </a:cubicBezTo>
                  <a:cubicBezTo>
                    <a:pt x="80" y="200"/>
                    <a:pt x="124" y="172"/>
                    <a:pt x="180" y="144"/>
                  </a:cubicBezTo>
                  <a:cubicBezTo>
                    <a:pt x="204" y="128"/>
                    <a:pt x="236" y="116"/>
                    <a:pt x="268" y="100"/>
                  </a:cubicBezTo>
                  <a:cubicBezTo>
                    <a:pt x="300" y="84"/>
                    <a:pt x="336" y="68"/>
                    <a:pt x="372" y="56"/>
                  </a:cubicBezTo>
                  <a:cubicBezTo>
                    <a:pt x="408" y="40"/>
                    <a:pt x="448" y="32"/>
                    <a:pt x="488" y="28"/>
                  </a:cubicBezTo>
                  <a:cubicBezTo>
                    <a:pt x="532" y="28"/>
                    <a:pt x="572" y="32"/>
                    <a:pt x="616" y="40"/>
                  </a:cubicBezTo>
                  <a:cubicBezTo>
                    <a:pt x="656" y="48"/>
                    <a:pt x="696" y="60"/>
                    <a:pt x="740" y="68"/>
                  </a:cubicBezTo>
                  <a:lnTo>
                    <a:pt x="860" y="88"/>
                  </a:lnTo>
                  <a:cubicBezTo>
                    <a:pt x="932" y="104"/>
                    <a:pt x="1004" y="112"/>
                    <a:pt x="1080" y="112"/>
                  </a:cubicBezTo>
                  <a:cubicBezTo>
                    <a:pt x="1132" y="112"/>
                    <a:pt x="1184" y="108"/>
                    <a:pt x="1236" y="96"/>
                  </a:cubicBezTo>
                  <a:cubicBezTo>
                    <a:pt x="1256" y="92"/>
                    <a:pt x="1276" y="88"/>
                    <a:pt x="1296" y="80"/>
                  </a:cubicBezTo>
                  <a:lnTo>
                    <a:pt x="1296" y="76"/>
                  </a:lnTo>
                  <a:cubicBezTo>
                    <a:pt x="1296" y="76"/>
                    <a:pt x="1272" y="76"/>
                    <a:pt x="1236" y="72"/>
                  </a:cubicBezTo>
                  <a:cubicBezTo>
                    <a:pt x="1188" y="68"/>
                    <a:pt x="1136" y="60"/>
                    <a:pt x="1088" y="52"/>
                  </a:cubicBezTo>
                  <a:cubicBezTo>
                    <a:pt x="1024" y="44"/>
                    <a:pt x="952" y="28"/>
                    <a:pt x="872" y="20"/>
                  </a:cubicBezTo>
                  <a:cubicBezTo>
                    <a:pt x="788" y="8"/>
                    <a:pt x="704" y="0"/>
                    <a:pt x="6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60"/>
            <p:cNvSpPr/>
            <p:nvPr/>
          </p:nvSpPr>
          <p:spPr>
            <a:xfrm>
              <a:off x="4113752" y="1695191"/>
              <a:ext cx="178228" cy="77328"/>
            </a:xfrm>
            <a:custGeom>
              <a:avLst/>
              <a:gdLst/>
              <a:ahLst/>
              <a:cxnLst/>
              <a:rect l="l" t="t" r="r" b="b"/>
              <a:pathLst>
                <a:path w="1429" h="620" extrusionOk="0">
                  <a:moveTo>
                    <a:pt x="160" y="1"/>
                  </a:moveTo>
                  <a:cubicBezTo>
                    <a:pt x="151" y="1"/>
                    <a:pt x="142" y="1"/>
                    <a:pt x="132" y="2"/>
                  </a:cubicBezTo>
                  <a:cubicBezTo>
                    <a:pt x="104" y="2"/>
                    <a:pt x="76" y="14"/>
                    <a:pt x="52" y="26"/>
                  </a:cubicBezTo>
                  <a:cubicBezTo>
                    <a:pt x="36" y="38"/>
                    <a:pt x="20" y="50"/>
                    <a:pt x="8" y="62"/>
                  </a:cubicBezTo>
                  <a:cubicBezTo>
                    <a:pt x="4" y="66"/>
                    <a:pt x="4" y="74"/>
                    <a:pt x="0" y="78"/>
                  </a:cubicBezTo>
                  <a:lnTo>
                    <a:pt x="4" y="86"/>
                  </a:lnTo>
                  <a:lnTo>
                    <a:pt x="20" y="74"/>
                  </a:lnTo>
                  <a:cubicBezTo>
                    <a:pt x="32" y="66"/>
                    <a:pt x="48" y="62"/>
                    <a:pt x="64" y="58"/>
                  </a:cubicBezTo>
                  <a:cubicBezTo>
                    <a:pt x="88" y="50"/>
                    <a:pt x="112" y="50"/>
                    <a:pt x="136" y="50"/>
                  </a:cubicBezTo>
                  <a:cubicBezTo>
                    <a:pt x="168" y="54"/>
                    <a:pt x="196" y="62"/>
                    <a:pt x="224" y="74"/>
                  </a:cubicBezTo>
                  <a:cubicBezTo>
                    <a:pt x="260" y="90"/>
                    <a:pt x="292" y="110"/>
                    <a:pt x="324" y="130"/>
                  </a:cubicBezTo>
                  <a:cubicBezTo>
                    <a:pt x="360" y="154"/>
                    <a:pt x="400" y="178"/>
                    <a:pt x="440" y="202"/>
                  </a:cubicBezTo>
                  <a:cubicBezTo>
                    <a:pt x="484" y="226"/>
                    <a:pt x="524" y="250"/>
                    <a:pt x="560" y="278"/>
                  </a:cubicBezTo>
                  <a:cubicBezTo>
                    <a:pt x="604" y="310"/>
                    <a:pt x="640" y="342"/>
                    <a:pt x="680" y="374"/>
                  </a:cubicBezTo>
                  <a:cubicBezTo>
                    <a:pt x="716" y="406"/>
                    <a:pt x="752" y="442"/>
                    <a:pt x="792" y="470"/>
                  </a:cubicBezTo>
                  <a:cubicBezTo>
                    <a:pt x="832" y="502"/>
                    <a:pt x="876" y="530"/>
                    <a:pt x="916" y="554"/>
                  </a:cubicBezTo>
                  <a:cubicBezTo>
                    <a:pt x="960" y="578"/>
                    <a:pt x="1004" y="598"/>
                    <a:pt x="1048" y="606"/>
                  </a:cubicBezTo>
                  <a:cubicBezTo>
                    <a:pt x="1081" y="615"/>
                    <a:pt x="1114" y="620"/>
                    <a:pt x="1145" y="620"/>
                  </a:cubicBezTo>
                  <a:cubicBezTo>
                    <a:pt x="1156" y="620"/>
                    <a:pt x="1166" y="619"/>
                    <a:pt x="1176" y="618"/>
                  </a:cubicBezTo>
                  <a:cubicBezTo>
                    <a:pt x="1216" y="618"/>
                    <a:pt x="1252" y="618"/>
                    <a:pt x="1280" y="614"/>
                  </a:cubicBezTo>
                  <a:cubicBezTo>
                    <a:pt x="1312" y="610"/>
                    <a:pt x="1336" y="610"/>
                    <a:pt x="1360" y="610"/>
                  </a:cubicBezTo>
                  <a:cubicBezTo>
                    <a:pt x="1380" y="610"/>
                    <a:pt x="1404" y="610"/>
                    <a:pt x="1428" y="614"/>
                  </a:cubicBezTo>
                  <a:lnTo>
                    <a:pt x="1428" y="606"/>
                  </a:lnTo>
                  <a:cubicBezTo>
                    <a:pt x="1404" y="598"/>
                    <a:pt x="1384" y="590"/>
                    <a:pt x="1360" y="582"/>
                  </a:cubicBezTo>
                  <a:cubicBezTo>
                    <a:pt x="1300" y="570"/>
                    <a:pt x="1240" y="562"/>
                    <a:pt x="1180" y="558"/>
                  </a:cubicBezTo>
                  <a:cubicBezTo>
                    <a:pt x="1140" y="554"/>
                    <a:pt x="1104" y="550"/>
                    <a:pt x="1064" y="538"/>
                  </a:cubicBezTo>
                  <a:cubicBezTo>
                    <a:pt x="1024" y="526"/>
                    <a:pt x="988" y="506"/>
                    <a:pt x="948" y="490"/>
                  </a:cubicBezTo>
                  <a:cubicBezTo>
                    <a:pt x="908" y="466"/>
                    <a:pt x="864" y="442"/>
                    <a:pt x="828" y="418"/>
                  </a:cubicBezTo>
                  <a:cubicBezTo>
                    <a:pt x="784" y="390"/>
                    <a:pt x="740" y="366"/>
                    <a:pt x="700" y="342"/>
                  </a:cubicBezTo>
                  <a:cubicBezTo>
                    <a:pt x="656" y="314"/>
                    <a:pt x="612" y="290"/>
                    <a:pt x="572" y="258"/>
                  </a:cubicBezTo>
                  <a:cubicBezTo>
                    <a:pt x="532" y="230"/>
                    <a:pt x="496" y="202"/>
                    <a:pt x="460" y="170"/>
                  </a:cubicBezTo>
                  <a:cubicBezTo>
                    <a:pt x="424" y="138"/>
                    <a:pt x="392" y="106"/>
                    <a:pt x="356" y="78"/>
                  </a:cubicBezTo>
                  <a:cubicBezTo>
                    <a:pt x="320" y="54"/>
                    <a:pt x="284" y="34"/>
                    <a:pt x="244" y="18"/>
                  </a:cubicBezTo>
                  <a:cubicBezTo>
                    <a:pt x="217" y="6"/>
                    <a:pt x="189" y="1"/>
                    <a:pt x="1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60"/>
            <p:cNvSpPr/>
            <p:nvPr/>
          </p:nvSpPr>
          <p:spPr>
            <a:xfrm>
              <a:off x="3870291" y="1715396"/>
              <a:ext cx="129836" cy="161266"/>
            </a:xfrm>
            <a:custGeom>
              <a:avLst/>
              <a:gdLst/>
              <a:ahLst/>
              <a:cxnLst/>
              <a:rect l="l" t="t" r="r" b="b"/>
              <a:pathLst>
                <a:path w="1041" h="1293" extrusionOk="0">
                  <a:moveTo>
                    <a:pt x="1032" y="0"/>
                  </a:moveTo>
                  <a:lnTo>
                    <a:pt x="1024" y="20"/>
                  </a:lnTo>
                  <a:cubicBezTo>
                    <a:pt x="1020" y="32"/>
                    <a:pt x="1012" y="48"/>
                    <a:pt x="1004" y="68"/>
                  </a:cubicBezTo>
                  <a:cubicBezTo>
                    <a:pt x="984" y="108"/>
                    <a:pt x="956" y="168"/>
                    <a:pt x="920" y="240"/>
                  </a:cubicBezTo>
                  <a:cubicBezTo>
                    <a:pt x="904" y="276"/>
                    <a:pt x="884" y="312"/>
                    <a:pt x="864" y="352"/>
                  </a:cubicBezTo>
                  <a:cubicBezTo>
                    <a:pt x="844" y="388"/>
                    <a:pt x="824" y="432"/>
                    <a:pt x="796" y="476"/>
                  </a:cubicBezTo>
                  <a:cubicBezTo>
                    <a:pt x="772" y="520"/>
                    <a:pt x="744" y="560"/>
                    <a:pt x="708" y="596"/>
                  </a:cubicBezTo>
                  <a:cubicBezTo>
                    <a:pt x="672" y="636"/>
                    <a:pt x="632" y="668"/>
                    <a:pt x="592" y="700"/>
                  </a:cubicBezTo>
                  <a:cubicBezTo>
                    <a:pt x="548" y="732"/>
                    <a:pt x="504" y="760"/>
                    <a:pt x="464" y="788"/>
                  </a:cubicBezTo>
                  <a:lnTo>
                    <a:pt x="336" y="872"/>
                  </a:lnTo>
                  <a:cubicBezTo>
                    <a:pt x="260" y="924"/>
                    <a:pt x="188" y="984"/>
                    <a:pt x="128" y="1056"/>
                  </a:cubicBezTo>
                  <a:cubicBezTo>
                    <a:pt x="84" y="1104"/>
                    <a:pt x="48" y="1160"/>
                    <a:pt x="20" y="1220"/>
                  </a:cubicBezTo>
                  <a:cubicBezTo>
                    <a:pt x="16" y="1240"/>
                    <a:pt x="8" y="1256"/>
                    <a:pt x="4" y="1276"/>
                  </a:cubicBezTo>
                  <a:lnTo>
                    <a:pt x="0" y="1292"/>
                  </a:lnTo>
                  <a:lnTo>
                    <a:pt x="8" y="1292"/>
                  </a:lnTo>
                  <a:lnTo>
                    <a:pt x="16" y="1276"/>
                  </a:lnTo>
                  <a:cubicBezTo>
                    <a:pt x="24" y="1260"/>
                    <a:pt x="36" y="1248"/>
                    <a:pt x="48" y="1232"/>
                  </a:cubicBezTo>
                  <a:cubicBezTo>
                    <a:pt x="80" y="1180"/>
                    <a:pt x="124" y="1136"/>
                    <a:pt x="172" y="1096"/>
                  </a:cubicBezTo>
                  <a:cubicBezTo>
                    <a:pt x="200" y="1068"/>
                    <a:pt x="232" y="1044"/>
                    <a:pt x="268" y="1016"/>
                  </a:cubicBezTo>
                  <a:lnTo>
                    <a:pt x="380" y="928"/>
                  </a:lnTo>
                  <a:lnTo>
                    <a:pt x="500" y="836"/>
                  </a:lnTo>
                  <a:cubicBezTo>
                    <a:pt x="540" y="800"/>
                    <a:pt x="580" y="764"/>
                    <a:pt x="616" y="728"/>
                  </a:cubicBezTo>
                  <a:cubicBezTo>
                    <a:pt x="656" y="688"/>
                    <a:pt x="688" y="648"/>
                    <a:pt x="724" y="608"/>
                  </a:cubicBezTo>
                  <a:lnTo>
                    <a:pt x="828" y="492"/>
                  </a:lnTo>
                  <a:cubicBezTo>
                    <a:pt x="860" y="456"/>
                    <a:pt x="888" y="420"/>
                    <a:pt x="916" y="376"/>
                  </a:cubicBezTo>
                  <a:cubicBezTo>
                    <a:pt x="940" y="340"/>
                    <a:pt x="960" y="300"/>
                    <a:pt x="976" y="260"/>
                  </a:cubicBezTo>
                  <a:cubicBezTo>
                    <a:pt x="1000" y="200"/>
                    <a:pt x="1020" y="136"/>
                    <a:pt x="1028" y="72"/>
                  </a:cubicBezTo>
                  <a:cubicBezTo>
                    <a:pt x="1032" y="48"/>
                    <a:pt x="1036" y="24"/>
                    <a:pt x="10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60"/>
            <p:cNvSpPr/>
            <p:nvPr/>
          </p:nvSpPr>
          <p:spPr>
            <a:xfrm>
              <a:off x="4036922" y="1711405"/>
              <a:ext cx="123351" cy="131333"/>
            </a:xfrm>
            <a:custGeom>
              <a:avLst/>
              <a:gdLst/>
              <a:ahLst/>
              <a:cxnLst/>
              <a:rect l="l" t="t" r="r" b="b"/>
              <a:pathLst>
                <a:path w="989" h="1053" extrusionOk="0">
                  <a:moveTo>
                    <a:pt x="0" y="0"/>
                  </a:moveTo>
                  <a:lnTo>
                    <a:pt x="0" y="4"/>
                  </a:lnTo>
                  <a:cubicBezTo>
                    <a:pt x="0" y="4"/>
                    <a:pt x="20" y="16"/>
                    <a:pt x="52" y="40"/>
                  </a:cubicBezTo>
                  <a:cubicBezTo>
                    <a:pt x="96" y="72"/>
                    <a:pt x="136" y="104"/>
                    <a:pt x="176" y="144"/>
                  </a:cubicBezTo>
                  <a:cubicBezTo>
                    <a:pt x="200" y="168"/>
                    <a:pt x="224" y="196"/>
                    <a:pt x="248" y="224"/>
                  </a:cubicBezTo>
                  <a:cubicBezTo>
                    <a:pt x="276" y="252"/>
                    <a:pt x="304" y="280"/>
                    <a:pt x="328" y="316"/>
                  </a:cubicBezTo>
                  <a:cubicBezTo>
                    <a:pt x="360" y="348"/>
                    <a:pt x="384" y="384"/>
                    <a:pt x="404" y="424"/>
                  </a:cubicBezTo>
                  <a:cubicBezTo>
                    <a:pt x="428" y="464"/>
                    <a:pt x="448" y="508"/>
                    <a:pt x="468" y="548"/>
                  </a:cubicBezTo>
                  <a:cubicBezTo>
                    <a:pt x="484" y="596"/>
                    <a:pt x="504" y="636"/>
                    <a:pt x="532" y="676"/>
                  </a:cubicBezTo>
                  <a:cubicBezTo>
                    <a:pt x="564" y="716"/>
                    <a:pt x="600" y="748"/>
                    <a:pt x="644" y="772"/>
                  </a:cubicBezTo>
                  <a:cubicBezTo>
                    <a:pt x="684" y="792"/>
                    <a:pt x="724" y="808"/>
                    <a:pt x="756" y="824"/>
                  </a:cubicBezTo>
                  <a:cubicBezTo>
                    <a:pt x="788" y="840"/>
                    <a:pt x="816" y="856"/>
                    <a:pt x="844" y="880"/>
                  </a:cubicBezTo>
                  <a:cubicBezTo>
                    <a:pt x="888" y="912"/>
                    <a:pt x="920" y="952"/>
                    <a:pt x="952" y="996"/>
                  </a:cubicBezTo>
                  <a:cubicBezTo>
                    <a:pt x="960" y="1016"/>
                    <a:pt x="972" y="1032"/>
                    <a:pt x="980" y="1052"/>
                  </a:cubicBezTo>
                  <a:lnTo>
                    <a:pt x="988" y="1052"/>
                  </a:lnTo>
                  <a:cubicBezTo>
                    <a:pt x="988" y="1028"/>
                    <a:pt x="980" y="1008"/>
                    <a:pt x="976" y="988"/>
                  </a:cubicBezTo>
                  <a:cubicBezTo>
                    <a:pt x="944" y="892"/>
                    <a:pt x="880" y="808"/>
                    <a:pt x="792" y="760"/>
                  </a:cubicBezTo>
                  <a:cubicBezTo>
                    <a:pt x="752" y="740"/>
                    <a:pt x="712" y="728"/>
                    <a:pt x="676" y="708"/>
                  </a:cubicBezTo>
                  <a:cubicBezTo>
                    <a:pt x="640" y="692"/>
                    <a:pt x="608" y="668"/>
                    <a:pt x="580" y="640"/>
                  </a:cubicBezTo>
                  <a:cubicBezTo>
                    <a:pt x="552" y="604"/>
                    <a:pt x="524" y="568"/>
                    <a:pt x="500" y="532"/>
                  </a:cubicBezTo>
                  <a:cubicBezTo>
                    <a:pt x="476" y="492"/>
                    <a:pt x="448" y="456"/>
                    <a:pt x="424" y="416"/>
                  </a:cubicBezTo>
                  <a:cubicBezTo>
                    <a:pt x="400" y="376"/>
                    <a:pt x="380" y="336"/>
                    <a:pt x="360" y="296"/>
                  </a:cubicBezTo>
                  <a:cubicBezTo>
                    <a:pt x="344" y="256"/>
                    <a:pt x="320" y="220"/>
                    <a:pt x="296" y="188"/>
                  </a:cubicBezTo>
                  <a:cubicBezTo>
                    <a:pt x="272" y="156"/>
                    <a:pt x="244" y="128"/>
                    <a:pt x="216" y="104"/>
                  </a:cubicBezTo>
                  <a:cubicBezTo>
                    <a:pt x="172" y="64"/>
                    <a:pt x="120" y="36"/>
                    <a:pt x="64" y="16"/>
                  </a:cubicBezTo>
                  <a:cubicBezTo>
                    <a:pt x="44" y="8"/>
                    <a:pt x="24" y="4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60"/>
            <p:cNvSpPr/>
            <p:nvPr/>
          </p:nvSpPr>
          <p:spPr>
            <a:xfrm>
              <a:off x="3843849" y="1699681"/>
              <a:ext cx="122353" cy="87181"/>
            </a:xfrm>
            <a:custGeom>
              <a:avLst/>
              <a:gdLst/>
              <a:ahLst/>
              <a:cxnLst/>
              <a:rect l="l" t="t" r="r" b="b"/>
              <a:pathLst>
                <a:path w="981" h="699" extrusionOk="0">
                  <a:moveTo>
                    <a:pt x="839" y="0"/>
                  </a:moveTo>
                  <a:cubicBezTo>
                    <a:pt x="818" y="0"/>
                    <a:pt x="796" y="3"/>
                    <a:pt x="776" y="6"/>
                  </a:cubicBezTo>
                  <a:cubicBezTo>
                    <a:pt x="744" y="10"/>
                    <a:pt x="712" y="22"/>
                    <a:pt x="680" y="34"/>
                  </a:cubicBezTo>
                  <a:cubicBezTo>
                    <a:pt x="648" y="54"/>
                    <a:pt x="616" y="74"/>
                    <a:pt x="588" y="102"/>
                  </a:cubicBezTo>
                  <a:cubicBezTo>
                    <a:pt x="532" y="158"/>
                    <a:pt x="484" y="218"/>
                    <a:pt x="440" y="286"/>
                  </a:cubicBezTo>
                  <a:cubicBezTo>
                    <a:pt x="416" y="318"/>
                    <a:pt x="396" y="354"/>
                    <a:pt x="376" y="386"/>
                  </a:cubicBezTo>
                  <a:cubicBezTo>
                    <a:pt x="364" y="402"/>
                    <a:pt x="352" y="418"/>
                    <a:pt x="344" y="430"/>
                  </a:cubicBezTo>
                  <a:cubicBezTo>
                    <a:pt x="332" y="446"/>
                    <a:pt x="320" y="458"/>
                    <a:pt x="308" y="470"/>
                  </a:cubicBezTo>
                  <a:cubicBezTo>
                    <a:pt x="268" y="518"/>
                    <a:pt x="220" y="562"/>
                    <a:pt x="168" y="598"/>
                  </a:cubicBezTo>
                  <a:cubicBezTo>
                    <a:pt x="144" y="614"/>
                    <a:pt x="124" y="630"/>
                    <a:pt x="104" y="642"/>
                  </a:cubicBezTo>
                  <a:cubicBezTo>
                    <a:pt x="84" y="654"/>
                    <a:pt x="64" y="662"/>
                    <a:pt x="48" y="670"/>
                  </a:cubicBezTo>
                  <a:cubicBezTo>
                    <a:pt x="36" y="678"/>
                    <a:pt x="20" y="682"/>
                    <a:pt x="12" y="686"/>
                  </a:cubicBezTo>
                  <a:lnTo>
                    <a:pt x="0" y="694"/>
                  </a:lnTo>
                  <a:lnTo>
                    <a:pt x="0" y="698"/>
                  </a:lnTo>
                  <a:cubicBezTo>
                    <a:pt x="20" y="698"/>
                    <a:pt x="36" y="698"/>
                    <a:pt x="56" y="694"/>
                  </a:cubicBezTo>
                  <a:cubicBezTo>
                    <a:pt x="104" y="690"/>
                    <a:pt x="152" y="674"/>
                    <a:pt x="196" y="650"/>
                  </a:cubicBezTo>
                  <a:cubicBezTo>
                    <a:pt x="228" y="638"/>
                    <a:pt x="256" y="618"/>
                    <a:pt x="284" y="598"/>
                  </a:cubicBezTo>
                  <a:cubicBezTo>
                    <a:pt x="312" y="574"/>
                    <a:pt x="340" y="546"/>
                    <a:pt x="364" y="518"/>
                  </a:cubicBezTo>
                  <a:cubicBezTo>
                    <a:pt x="376" y="498"/>
                    <a:pt x="388" y="482"/>
                    <a:pt x="396" y="466"/>
                  </a:cubicBezTo>
                  <a:cubicBezTo>
                    <a:pt x="408" y="450"/>
                    <a:pt x="416" y="434"/>
                    <a:pt x="428" y="414"/>
                  </a:cubicBezTo>
                  <a:cubicBezTo>
                    <a:pt x="444" y="378"/>
                    <a:pt x="456" y="338"/>
                    <a:pt x="472" y="302"/>
                  </a:cubicBezTo>
                  <a:cubicBezTo>
                    <a:pt x="484" y="266"/>
                    <a:pt x="504" y="234"/>
                    <a:pt x="528" y="202"/>
                  </a:cubicBezTo>
                  <a:cubicBezTo>
                    <a:pt x="548" y="174"/>
                    <a:pt x="580" y="150"/>
                    <a:pt x="612" y="134"/>
                  </a:cubicBezTo>
                  <a:cubicBezTo>
                    <a:pt x="640" y="118"/>
                    <a:pt x="672" y="102"/>
                    <a:pt x="704" y="94"/>
                  </a:cubicBezTo>
                  <a:cubicBezTo>
                    <a:pt x="736" y="82"/>
                    <a:pt x="764" y="70"/>
                    <a:pt x="792" y="66"/>
                  </a:cubicBezTo>
                  <a:cubicBezTo>
                    <a:pt x="836" y="54"/>
                    <a:pt x="880" y="46"/>
                    <a:pt x="924" y="42"/>
                  </a:cubicBezTo>
                  <a:lnTo>
                    <a:pt x="980" y="42"/>
                  </a:lnTo>
                  <a:lnTo>
                    <a:pt x="980" y="30"/>
                  </a:lnTo>
                  <a:lnTo>
                    <a:pt x="968" y="26"/>
                  </a:lnTo>
                  <a:cubicBezTo>
                    <a:pt x="956" y="18"/>
                    <a:pt x="940" y="14"/>
                    <a:pt x="928" y="10"/>
                  </a:cubicBezTo>
                  <a:cubicBezTo>
                    <a:pt x="908" y="6"/>
                    <a:pt x="884" y="2"/>
                    <a:pt x="864" y="2"/>
                  </a:cubicBezTo>
                  <a:cubicBezTo>
                    <a:pt x="856" y="1"/>
                    <a:pt x="847" y="0"/>
                    <a:pt x="8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60"/>
            <p:cNvSpPr/>
            <p:nvPr/>
          </p:nvSpPr>
          <p:spPr>
            <a:xfrm>
              <a:off x="3643667" y="1665008"/>
              <a:ext cx="253187" cy="42530"/>
            </a:xfrm>
            <a:custGeom>
              <a:avLst/>
              <a:gdLst/>
              <a:ahLst/>
              <a:cxnLst/>
              <a:rect l="l" t="t" r="r" b="b"/>
              <a:pathLst>
                <a:path w="2030" h="341" extrusionOk="0">
                  <a:moveTo>
                    <a:pt x="5" y="0"/>
                  </a:moveTo>
                  <a:lnTo>
                    <a:pt x="1" y="4"/>
                  </a:lnTo>
                  <a:lnTo>
                    <a:pt x="13" y="24"/>
                  </a:lnTo>
                  <a:cubicBezTo>
                    <a:pt x="25" y="44"/>
                    <a:pt x="37" y="60"/>
                    <a:pt x="53" y="80"/>
                  </a:cubicBezTo>
                  <a:cubicBezTo>
                    <a:pt x="105" y="144"/>
                    <a:pt x="173" y="192"/>
                    <a:pt x="249" y="228"/>
                  </a:cubicBezTo>
                  <a:cubicBezTo>
                    <a:pt x="297" y="252"/>
                    <a:pt x="349" y="272"/>
                    <a:pt x="405" y="284"/>
                  </a:cubicBezTo>
                  <a:cubicBezTo>
                    <a:pt x="465" y="296"/>
                    <a:pt x="525" y="304"/>
                    <a:pt x="585" y="304"/>
                  </a:cubicBezTo>
                  <a:cubicBezTo>
                    <a:pt x="606" y="305"/>
                    <a:pt x="628" y="306"/>
                    <a:pt x="649" y="306"/>
                  </a:cubicBezTo>
                  <a:cubicBezTo>
                    <a:pt x="692" y="306"/>
                    <a:pt x="736" y="304"/>
                    <a:pt x="781" y="304"/>
                  </a:cubicBezTo>
                  <a:lnTo>
                    <a:pt x="981" y="300"/>
                  </a:lnTo>
                  <a:cubicBezTo>
                    <a:pt x="1049" y="300"/>
                    <a:pt x="1113" y="300"/>
                    <a:pt x="1181" y="296"/>
                  </a:cubicBezTo>
                  <a:cubicBezTo>
                    <a:pt x="1245" y="292"/>
                    <a:pt x="1309" y="284"/>
                    <a:pt x="1369" y="284"/>
                  </a:cubicBezTo>
                  <a:cubicBezTo>
                    <a:pt x="1399" y="283"/>
                    <a:pt x="1429" y="283"/>
                    <a:pt x="1459" y="283"/>
                  </a:cubicBezTo>
                  <a:cubicBezTo>
                    <a:pt x="1541" y="283"/>
                    <a:pt x="1623" y="286"/>
                    <a:pt x="1705" y="292"/>
                  </a:cubicBezTo>
                  <a:cubicBezTo>
                    <a:pt x="1801" y="304"/>
                    <a:pt x="1881" y="316"/>
                    <a:pt x="1937" y="324"/>
                  </a:cubicBezTo>
                  <a:lnTo>
                    <a:pt x="2029" y="340"/>
                  </a:lnTo>
                  <a:lnTo>
                    <a:pt x="2029" y="336"/>
                  </a:lnTo>
                  <a:cubicBezTo>
                    <a:pt x="2029" y="336"/>
                    <a:pt x="1997" y="320"/>
                    <a:pt x="1945" y="300"/>
                  </a:cubicBezTo>
                  <a:cubicBezTo>
                    <a:pt x="1869" y="268"/>
                    <a:pt x="1789" y="248"/>
                    <a:pt x="1709" y="232"/>
                  </a:cubicBezTo>
                  <a:cubicBezTo>
                    <a:pt x="1657" y="224"/>
                    <a:pt x="1601" y="216"/>
                    <a:pt x="1545" y="212"/>
                  </a:cubicBezTo>
                  <a:cubicBezTo>
                    <a:pt x="1515" y="210"/>
                    <a:pt x="1485" y="209"/>
                    <a:pt x="1455" y="209"/>
                  </a:cubicBezTo>
                  <a:cubicBezTo>
                    <a:pt x="1425" y="209"/>
                    <a:pt x="1395" y="210"/>
                    <a:pt x="1365" y="212"/>
                  </a:cubicBezTo>
                  <a:cubicBezTo>
                    <a:pt x="1301" y="216"/>
                    <a:pt x="1237" y="224"/>
                    <a:pt x="1173" y="232"/>
                  </a:cubicBezTo>
                  <a:cubicBezTo>
                    <a:pt x="1109" y="240"/>
                    <a:pt x="1041" y="252"/>
                    <a:pt x="977" y="264"/>
                  </a:cubicBezTo>
                  <a:cubicBezTo>
                    <a:pt x="913" y="276"/>
                    <a:pt x="845" y="280"/>
                    <a:pt x="781" y="284"/>
                  </a:cubicBezTo>
                  <a:cubicBezTo>
                    <a:pt x="717" y="284"/>
                    <a:pt x="653" y="280"/>
                    <a:pt x="593" y="268"/>
                  </a:cubicBezTo>
                  <a:cubicBezTo>
                    <a:pt x="533" y="256"/>
                    <a:pt x="477" y="244"/>
                    <a:pt x="421" y="228"/>
                  </a:cubicBezTo>
                  <a:cubicBezTo>
                    <a:pt x="369" y="212"/>
                    <a:pt x="321" y="196"/>
                    <a:pt x="273" y="176"/>
                  </a:cubicBezTo>
                  <a:cubicBezTo>
                    <a:pt x="233" y="160"/>
                    <a:pt x="193" y="140"/>
                    <a:pt x="157" y="116"/>
                  </a:cubicBezTo>
                  <a:cubicBezTo>
                    <a:pt x="129" y="100"/>
                    <a:pt x="101" y="80"/>
                    <a:pt x="73" y="60"/>
                  </a:cubicBezTo>
                  <a:cubicBezTo>
                    <a:pt x="57" y="44"/>
                    <a:pt x="37" y="32"/>
                    <a:pt x="25" y="16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60"/>
            <p:cNvSpPr/>
            <p:nvPr/>
          </p:nvSpPr>
          <p:spPr>
            <a:xfrm>
              <a:off x="3720497" y="1448986"/>
              <a:ext cx="208785" cy="125471"/>
            </a:xfrm>
            <a:custGeom>
              <a:avLst/>
              <a:gdLst/>
              <a:ahLst/>
              <a:cxnLst/>
              <a:rect l="l" t="t" r="r" b="b"/>
              <a:pathLst>
                <a:path w="1674" h="1006" extrusionOk="0">
                  <a:moveTo>
                    <a:pt x="5" y="0"/>
                  </a:moveTo>
                  <a:lnTo>
                    <a:pt x="1" y="12"/>
                  </a:lnTo>
                  <a:lnTo>
                    <a:pt x="21" y="24"/>
                  </a:lnTo>
                  <a:cubicBezTo>
                    <a:pt x="33" y="32"/>
                    <a:pt x="53" y="44"/>
                    <a:pt x="77" y="60"/>
                  </a:cubicBezTo>
                  <a:cubicBezTo>
                    <a:pt x="137" y="104"/>
                    <a:pt x="189" y="152"/>
                    <a:pt x="237" y="212"/>
                  </a:cubicBezTo>
                  <a:cubicBezTo>
                    <a:pt x="293" y="284"/>
                    <a:pt x="349" y="380"/>
                    <a:pt x="433" y="472"/>
                  </a:cubicBezTo>
                  <a:cubicBezTo>
                    <a:pt x="469" y="516"/>
                    <a:pt x="513" y="564"/>
                    <a:pt x="561" y="608"/>
                  </a:cubicBezTo>
                  <a:cubicBezTo>
                    <a:pt x="581" y="632"/>
                    <a:pt x="605" y="652"/>
                    <a:pt x="629" y="676"/>
                  </a:cubicBezTo>
                  <a:cubicBezTo>
                    <a:pt x="649" y="696"/>
                    <a:pt x="673" y="720"/>
                    <a:pt x="701" y="740"/>
                  </a:cubicBezTo>
                  <a:cubicBezTo>
                    <a:pt x="797" y="824"/>
                    <a:pt x="909" y="888"/>
                    <a:pt x="1025" y="936"/>
                  </a:cubicBezTo>
                  <a:cubicBezTo>
                    <a:pt x="1081" y="956"/>
                    <a:pt x="1137" y="976"/>
                    <a:pt x="1197" y="984"/>
                  </a:cubicBezTo>
                  <a:cubicBezTo>
                    <a:pt x="1249" y="996"/>
                    <a:pt x="1301" y="1004"/>
                    <a:pt x="1353" y="1004"/>
                  </a:cubicBezTo>
                  <a:cubicBezTo>
                    <a:pt x="1372" y="1005"/>
                    <a:pt x="1391" y="1006"/>
                    <a:pt x="1409" y="1006"/>
                  </a:cubicBezTo>
                  <a:cubicBezTo>
                    <a:pt x="1469" y="1006"/>
                    <a:pt x="1528" y="1000"/>
                    <a:pt x="1589" y="988"/>
                  </a:cubicBezTo>
                  <a:cubicBezTo>
                    <a:pt x="1645" y="976"/>
                    <a:pt x="1673" y="968"/>
                    <a:pt x="1673" y="968"/>
                  </a:cubicBezTo>
                  <a:lnTo>
                    <a:pt x="1673" y="960"/>
                  </a:lnTo>
                  <a:lnTo>
                    <a:pt x="1589" y="960"/>
                  </a:lnTo>
                  <a:cubicBezTo>
                    <a:pt x="1573" y="958"/>
                    <a:pt x="1557" y="958"/>
                    <a:pt x="1541" y="958"/>
                  </a:cubicBezTo>
                  <a:cubicBezTo>
                    <a:pt x="1524" y="958"/>
                    <a:pt x="1507" y="958"/>
                    <a:pt x="1489" y="956"/>
                  </a:cubicBezTo>
                  <a:cubicBezTo>
                    <a:pt x="1449" y="952"/>
                    <a:pt x="1405" y="952"/>
                    <a:pt x="1361" y="944"/>
                  </a:cubicBezTo>
                  <a:cubicBezTo>
                    <a:pt x="1337" y="940"/>
                    <a:pt x="1313" y="936"/>
                    <a:pt x="1289" y="932"/>
                  </a:cubicBezTo>
                  <a:cubicBezTo>
                    <a:pt x="1265" y="924"/>
                    <a:pt x="1237" y="920"/>
                    <a:pt x="1213" y="912"/>
                  </a:cubicBezTo>
                  <a:cubicBezTo>
                    <a:pt x="1161" y="900"/>
                    <a:pt x="1109" y="884"/>
                    <a:pt x="1053" y="868"/>
                  </a:cubicBezTo>
                  <a:cubicBezTo>
                    <a:pt x="997" y="848"/>
                    <a:pt x="941" y="824"/>
                    <a:pt x="885" y="796"/>
                  </a:cubicBezTo>
                  <a:cubicBezTo>
                    <a:pt x="857" y="784"/>
                    <a:pt x="829" y="768"/>
                    <a:pt x="805" y="756"/>
                  </a:cubicBezTo>
                  <a:cubicBezTo>
                    <a:pt x="777" y="740"/>
                    <a:pt x="749" y="724"/>
                    <a:pt x="721" y="708"/>
                  </a:cubicBezTo>
                  <a:cubicBezTo>
                    <a:pt x="669" y="676"/>
                    <a:pt x="617" y="636"/>
                    <a:pt x="573" y="592"/>
                  </a:cubicBezTo>
                  <a:cubicBezTo>
                    <a:pt x="529" y="548"/>
                    <a:pt x="493" y="500"/>
                    <a:pt x="461" y="448"/>
                  </a:cubicBezTo>
                  <a:cubicBezTo>
                    <a:pt x="429" y="400"/>
                    <a:pt x="405" y="344"/>
                    <a:pt x="373" y="300"/>
                  </a:cubicBezTo>
                  <a:cubicBezTo>
                    <a:pt x="345" y="252"/>
                    <a:pt x="317" y="208"/>
                    <a:pt x="281" y="172"/>
                  </a:cubicBezTo>
                  <a:cubicBezTo>
                    <a:pt x="229" y="108"/>
                    <a:pt x="161" y="60"/>
                    <a:pt x="89" y="28"/>
                  </a:cubicBezTo>
                  <a:cubicBezTo>
                    <a:pt x="61" y="16"/>
                    <a:pt x="33" y="8"/>
                    <a:pt x="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60"/>
            <p:cNvSpPr/>
            <p:nvPr/>
          </p:nvSpPr>
          <p:spPr>
            <a:xfrm>
              <a:off x="3720996" y="1546770"/>
              <a:ext cx="231734" cy="101898"/>
            </a:xfrm>
            <a:custGeom>
              <a:avLst/>
              <a:gdLst/>
              <a:ahLst/>
              <a:cxnLst/>
              <a:rect l="l" t="t" r="r" b="b"/>
              <a:pathLst>
                <a:path w="1858" h="817" extrusionOk="0">
                  <a:moveTo>
                    <a:pt x="5" y="0"/>
                  </a:moveTo>
                  <a:lnTo>
                    <a:pt x="1" y="4"/>
                  </a:lnTo>
                  <a:lnTo>
                    <a:pt x="21" y="12"/>
                  </a:lnTo>
                  <a:cubicBezTo>
                    <a:pt x="41" y="20"/>
                    <a:pt x="65" y="28"/>
                    <a:pt x="85" y="36"/>
                  </a:cubicBezTo>
                  <a:cubicBezTo>
                    <a:pt x="109" y="44"/>
                    <a:pt x="141" y="56"/>
                    <a:pt x="173" y="76"/>
                  </a:cubicBezTo>
                  <a:cubicBezTo>
                    <a:pt x="209" y="96"/>
                    <a:pt x="245" y="116"/>
                    <a:pt x="285" y="144"/>
                  </a:cubicBezTo>
                  <a:cubicBezTo>
                    <a:pt x="325" y="168"/>
                    <a:pt x="369" y="200"/>
                    <a:pt x="413" y="232"/>
                  </a:cubicBezTo>
                  <a:lnTo>
                    <a:pt x="553" y="332"/>
                  </a:lnTo>
                  <a:cubicBezTo>
                    <a:pt x="605" y="364"/>
                    <a:pt x="653" y="404"/>
                    <a:pt x="705" y="444"/>
                  </a:cubicBezTo>
                  <a:cubicBezTo>
                    <a:pt x="753" y="484"/>
                    <a:pt x="801" y="528"/>
                    <a:pt x="853" y="568"/>
                  </a:cubicBezTo>
                  <a:cubicBezTo>
                    <a:pt x="905" y="608"/>
                    <a:pt x="961" y="644"/>
                    <a:pt x="1021" y="676"/>
                  </a:cubicBezTo>
                  <a:cubicBezTo>
                    <a:pt x="1077" y="704"/>
                    <a:pt x="1133" y="732"/>
                    <a:pt x="1193" y="752"/>
                  </a:cubicBezTo>
                  <a:cubicBezTo>
                    <a:pt x="1253" y="772"/>
                    <a:pt x="1309" y="788"/>
                    <a:pt x="1369" y="796"/>
                  </a:cubicBezTo>
                  <a:cubicBezTo>
                    <a:pt x="1421" y="808"/>
                    <a:pt x="1473" y="812"/>
                    <a:pt x="1529" y="816"/>
                  </a:cubicBezTo>
                  <a:cubicBezTo>
                    <a:pt x="1573" y="816"/>
                    <a:pt x="1617" y="816"/>
                    <a:pt x="1665" y="812"/>
                  </a:cubicBezTo>
                  <a:cubicBezTo>
                    <a:pt x="1697" y="808"/>
                    <a:pt x="1733" y="804"/>
                    <a:pt x="1765" y="800"/>
                  </a:cubicBezTo>
                  <a:cubicBezTo>
                    <a:pt x="1825" y="788"/>
                    <a:pt x="1857" y="776"/>
                    <a:pt x="1857" y="776"/>
                  </a:cubicBezTo>
                  <a:lnTo>
                    <a:pt x="1857" y="772"/>
                  </a:lnTo>
                  <a:lnTo>
                    <a:pt x="1765" y="772"/>
                  </a:lnTo>
                  <a:cubicBezTo>
                    <a:pt x="1741" y="772"/>
                    <a:pt x="1705" y="772"/>
                    <a:pt x="1665" y="768"/>
                  </a:cubicBezTo>
                  <a:cubicBezTo>
                    <a:pt x="1629" y="764"/>
                    <a:pt x="1585" y="760"/>
                    <a:pt x="1537" y="756"/>
                  </a:cubicBezTo>
                  <a:cubicBezTo>
                    <a:pt x="1429" y="740"/>
                    <a:pt x="1325" y="716"/>
                    <a:pt x="1221" y="684"/>
                  </a:cubicBezTo>
                  <a:cubicBezTo>
                    <a:pt x="1161" y="668"/>
                    <a:pt x="1105" y="644"/>
                    <a:pt x="1049" y="620"/>
                  </a:cubicBezTo>
                  <a:cubicBezTo>
                    <a:pt x="989" y="596"/>
                    <a:pt x="933" y="568"/>
                    <a:pt x="877" y="536"/>
                  </a:cubicBezTo>
                  <a:cubicBezTo>
                    <a:pt x="821" y="504"/>
                    <a:pt x="769" y="468"/>
                    <a:pt x="721" y="428"/>
                  </a:cubicBezTo>
                  <a:cubicBezTo>
                    <a:pt x="669" y="388"/>
                    <a:pt x="625" y="348"/>
                    <a:pt x="581" y="304"/>
                  </a:cubicBezTo>
                  <a:cubicBezTo>
                    <a:pt x="537" y="260"/>
                    <a:pt x="493" y="216"/>
                    <a:pt x="449" y="184"/>
                  </a:cubicBezTo>
                  <a:cubicBezTo>
                    <a:pt x="409" y="148"/>
                    <a:pt x="365" y="120"/>
                    <a:pt x="317" y="92"/>
                  </a:cubicBezTo>
                  <a:cubicBezTo>
                    <a:pt x="277" y="68"/>
                    <a:pt x="237" y="52"/>
                    <a:pt x="193" y="36"/>
                  </a:cubicBezTo>
                  <a:cubicBezTo>
                    <a:pt x="161" y="24"/>
                    <a:pt x="129" y="12"/>
                    <a:pt x="93" y="8"/>
                  </a:cubicBezTo>
                  <a:cubicBezTo>
                    <a:pt x="73" y="4"/>
                    <a:pt x="49" y="0"/>
                    <a:pt x="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60"/>
            <p:cNvSpPr/>
            <p:nvPr/>
          </p:nvSpPr>
          <p:spPr>
            <a:xfrm>
              <a:off x="3883262" y="1342223"/>
              <a:ext cx="145801" cy="249694"/>
            </a:xfrm>
            <a:custGeom>
              <a:avLst/>
              <a:gdLst/>
              <a:ahLst/>
              <a:cxnLst/>
              <a:rect l="l" t="t" r="r" b="b"/>
              <a:pathLst>
                <a:path w="1169" h="2002" extrusionOk="0">
                  <a:moveTo>
                    <a:pt x="228" y="0"/>
                  </a:moveTo>
                  <a:lnTo>
                    <a:pt x="200" y="8"/>
                  </a:lnTo>
                  <a:cubicBezTo>
                    <a:pt x="176" y="20"/>
                    <a:pt x="152" y="28"/>
                    <a:pt x="128" y="44"/>
                  </a:cubicBezTo>
                  <a:cubicBezTo>
                    <a:pt x="88" y="64"/>
                    <a:pt x="52" y="92"/>
                    <a:pt x="28" y="132"/>
                  </a:cubicBezTo>
                  <a:cubicBezTo>
                    <a:pt x="12" y="156"/>
                    <a:pt x="0" y="184"/>
                    <a:pt x="0" y="216"/>
                  </a:cubicBezTo>
                  <a:cubicBezTo>
                    <a:pt x="0" y="244"/>
                    <a:pt x="8" y="276"/>
                    <a:pt x="20" y="304"/>
                  </a:cubicBezTo>
                  <a:cubicBezTo>
                    <a:pt x="36" y="360"/>
                    <a:pt x="56" y="424"/>
                    <a:pt x="80" y="484"/>
                  </a:cubicBezTo>
                  <a:cubicBezTo>
                    <a:pt x="108" y="548"/>
                    <a:pt x="136" y="616"/>
                    <a:pt x="172" y="680"/>
                  </a:cubicBezTo>
                  <a:cubicBezTo>
                    <a:pt x="208" y="744"/>
                    <a:pt x="244" y="812"/>
                    <a:pt x="280" y="880"/>
                  </a:cubicBezTo>
                  <a:cubicBezTo>
                    <a:pt x="320" y="948"/>
                    <a:pt x="364" y="1016"/>
                    <a:pt x="408" y="1080"/>
                  </a:cubicBezTo>
                  <a:cubicBezTo>
                    <a:pt x="500" y="1212"/>
                    <a:pt x="608" y="1328"/>
                    <a:pt x="672" y="1452"/>
                  </a:cubicBezTo>
                  <a:cubicBezTo>
                    <a:pt x="704" y="1512"/>
                    <a:pt x="732" y="1576"/>
                    <a:pt x="752" y="1640"/>
                  </a:cubicBezTo>
                  <a:cubicBezTo>
                    <a:pt x="768" y="1704"/>
                    <a:pt x="796" y="1764"/>
                    <a:pt x="824" y="1820"/>
                  </a:cubicBezTo>
                  <a:cubicBezTo>
                    <a:pt x="852" y="1872"/>
                    <a:pt x="888" y="1916"/>
                    <a:pt x="936" y="1952"/>
                  </a:cubicBezTo>
                  <a:cubicBezTo>
                    <a:pt x="972" y="1976"/>
                    <a:pt x="1016" y="1992"/>
                    <a:pt x="1056" y="2000"/>
                  </a:cubicBezTo>
                  <a:cubicBezTo>
                    <a:pt x="1064" y="2001"/>
                    <a:pt x="1071" y="2002"/>
                    <a:pt x="1079" y="2002"/>
                  </a:cubicBezTo>
                  <a:cubicBezTo>
                    <a:pt x="1101" y="2002"/>
                    <a:pt x="1123" y="1998"/>
                    <a:pt x="1140" y="1992"/>
                  </a:cubicBezTo>
                  <a:cubicBezTo>
                    <a:pt x="1152" y="1988"/>
                    <a:pt x="1160" y="1984"/>
                    <a:pt x="1168" y="1980"/>
                  </a:cubicBezTo>
                  <a:lnTo>
                    <a:pt x="1168" y="1976"/>
                  </a:lnTo>
                  <a:cubicBezTo>
                    <a:pt x="1160" y="1976"/>
                    <a:pt x="1148" y="1980"/>
                    <a:pt x="1140" y="1980"/>
                  </a:cubicBezTo>
                  <a:cubicBezTo>
                    <a:pt x="1134" y="1981"/>
                    <a:pt x="1127" y="1982"/>
                    <a:pt x="1121" y="1982"/>
                  </a:cubicBezTo>
                  <a:cubicBezTo>
                    <a:pt x="1103" y="1982"/>
                    <a:pt x="1085" y="1978"/>
                    <a:pt x="1064" y="1972"/>
                  </a:cubicBezTo>
                  <a:cubicBezTo>
                    <a:pt x="1028" y="1960"/>
                    <a:pt x="996" y="1940"/>
                    <a:pt x="964" y="1916"/>
                  </a:cubicBezTo>
                  <a:cubicBezTo>
                    <a:pt x="928" y="1880"/>
                    <a:pt x="900" y="1840"/>
                    <a:pt x="880" y="1796"/>
                  </a:cubicBezTo>
                  <a:cubicBezTo>
                    <a:pt x="856" y="1736"/>
                    <a:pt x="836" y="1680"/>
                    <a:pt x="820" y="1620"/>
                  </a:cubicBezTo>
                  <a:cubicBezTo>
                    <a:pt x="804" y="1548"/>
                    <a:pt x="776" y="1480"/>
                    <a:pt x="736" y="1416"/>
                  </a:cubicBezTo>
                  <a:cubicBezTo>
                    <a:pt x="696" y="1352"/>
                    <a:pt x="648" y="1288"/>
                    <a:pt x="600" y="1228"/>
                  </a:cubicBezTo>
                  <a:cubicBezTo>
                    <a:pt x="548" y="1172"/>
                    <a:pt x="492" y="1116"/>
                    <a:pt x="440" y="1056"/>
                  </a:cubicBezTo>
                  <a:cubicBezTo>
                    <a:pt x="388" y="1000"/>
                    <a:pt x="340" y="936"/>
                    <a:pt x="300" y="872"/>
                  </a:cubicBezTo>
                  <a:cubicBezTo>
                    <a:pt x="264" y="804"/>
                    <a:pt x="232" y="736"/>
                    <a:pt x="208" y="664"/>
                  </a:cubicBezTo>
                  <a:cubicBezTo>
                    <a:pt x="180" y="596"/>
                    <a:pt x="164" y="528"/>
                    <a:pt x="140" y="464"/>
                  </a:cubicBezTo>
                  <a:cubicBezTo>
                    <a:pt x="120" y="400"/>
                    <a:pt x="96" y="344"/>
                    <a:pt x="76" y="288"/>
                  </a:cubicBezTo>
                  <a:cubicBezTo>
                    <a:pt x="52" y="244"/>
                    <a:pt x="48" y="196"/>
                    <a:pt x="68" y="152"/>
                  </a:cubicBezTo>
                  <a:cubicBezTo>
                    <a:pt x="88" y="120"/>
                    <a:pt x="112" y="88"/>
                    <a:pt x="144" y="68"/>
                  </a:cubicBezTo>
                  <a:cubicBezTo>
                    <a:pt x="164" y="52"/>
                    <a:pt x="188" y="36"/>
                    <a:pt x="208" y="24"/>
                  </a:cubicBezTo>
                  <a:lnTo>
                    <a:pt x="232" y="8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60"/>
            <p:cNvSpPr/>
            <p:nvPr/>
          </p:nvSpPr>
          <p:spPr>
            <a:xfrm>
              <a:off x="4056379" y="1333243"/>
              <a:ext cx="82442" cy="237596"/>
            </a:xfrm>
            <a:custGeom>
              <a:avLst/>
              <a:gdLst/>
              <a:ahLst/>
              <a:cxnLst/>
              <a:rect l="l" t="t" r="r" b="b"/>
              <a:pathLst>
                <a:path w="661" h="1905" extrusionOk="0">
                  <a:moveTo>
                    <a:pt x="652" y="0"/>
                  </a:moveTo>
                  <a:lnTo>
                    <a:pt x="628" y="4"/>
                  </a:lnTo>
                  <a:cubicBezTo>
                    <a:pt x="608" y="12"/>
                    <a:pt x="584" y="20"/>
                    <a:pt x="564" y="32"/>
                  </a:cubicBezTo>
                  <a:cubicBezTo>
                    <a:pt x="548" y="36"/>
                    <a:pt x="532" y="44"/>
                    <a:pt x="520" y="52"/>
                  </a:cubicBezTo>
                  <a:cubicBezTo>
                    <a:pt x="500" y="60"/>
                    <a:pt x="484" y="72"/>
                    <a:pt x="468" y="84"/>
                  </a:cubicBezTo>
                  <a:cubicBezTo>
                    <a:pt x="428" y="112"/>
                    <a:pt x="392" y="140"/>
                    <a:pt x="360" y="176"/>
                  </a:cubicBezTo>
                  <a:cubicBezTo>
                    <a:pt x="320" y="216"/>
                    <a:pt x="284" y="260"/>
                    <a:pt x="252" y="304"/>
                  </a:cubicBezTo>
                  <a:cubicBezTo>
                    <a:pt x="216" y="356"/>
                    <a:pt x="188" y="412"/>
                    <a:pt x="160" y="468"/>
                  </a:cubicBezTo>
                  <a:cubicBezTo>
                    <a:pt x="132" y="524"/>
                    <a:pt x="104" y="584"/>
                    <a:pt x="72" y="644"/>
                  </a:cubicBezTo>
                  <a:cubicBezTo>
                    <a:pt x="60" y="672"/>
                    <a:pt x="44" y="704"/>
                    <a:pt x="28" y="732"/>
                  </a:cubicBezTo>
                  <a:cubicBezTo>
                    <a:pt x="8" y="764"/>
                    <a:pt x="0" y="800"/>
                    <a:pt x="0" y="840"/>
                  </a:cubicBezTo>
                  <a:cubicBezTo>
                    <a:pt x="8" y="904"/>
                    <a:pt x="24" y="972"/>
                    <a:pt x="44" y="1040"/>
                  </a:cubicBezTo>
                  <a:cubicBezTo>
                    <a:pt x="56" y="1100"/>
                    <a:pt x="72" y="1164"/>
                    <a:pt x="80" y="1228"/>
                  </a:cubicBezTo>
                  <a:cubicBezTo>
                    <a:pt x="100" y="1352"/>
                    <a:pt x="112" y="1468"/>
                    <a:pt x="116" y="1568"/>
                  </a:cubicBezTo>
                  <a:cubicBezTo>
                    <a:pt x="120" y="1668"/>
                    <a:pt x="120" y="1752"/>
                    <a:pt x="120" y="1808"/>
                  </a:cubicBezTo>
                  <a:lnTo>
                    <a:pt x="120" y="1904"/>
                  </a:lnTo>
                  <a:lnTo>
                    <a:pt x="128" y="1904"/>
                  </a:lnTo>
                  <a:cubicBezTo>
                    <a:pt x="128" y="1904"/>
                    <a:pt x="136" y="1872"/>
                    <a:pt x="148" y="1812"/>
                  </a:cubicBezTo>
                  <a:cubicBezTo>
                    <a:pt x="156" y="1784"/>
                    <a:pt x="160" y="1748"/>
                    <a:pt x="168" y="1704"/>
                  </a:cubicBezTo>
                  <a:cubicBezTo>
                    <a:pt x="172" y="1660"/>
                    <a:pt x="176" y="1612"/>
                    <a:pt x="180" y="1564"/>
                  </a:cubicBezTo>
                  <a:cubicBezTo>
                    <a:pt x="184" y="1508"/>
                    <a:pt x="184" y="1452"/>
                    <a:pt x="180" y="1400"/>
                  </a:cubicBezTo>
                  <a:cubicBezTo>
                    <a:pt x="176" y="1336"/>
                    <a:pt x="168" y="1276"/>
                    <a:pt x="156" y="1212"/>
                  </a:cubicBezTo>
                  <a:cubicBezTo>
                    <a:pt x="140" y="1148"/>
                    <a:pt x="124" y="1084"/>
                    <a:pt x="104" y="1020"/>
                  </a:cubicBezTo>
                  <a:cubicBezTo>
                    <a:pt x="92" y="988"/>
                    <a:pt x="84" y="956"/>
                    <a:pt x="72" y="924"/>
                  </a:cubicBezTo>
                  <a:cubicBezTo>
                    <a:pt x="56" y="896"/>
                    <a:pt x="48" y="864"/>
                    <a:pt x="40" y="832"/>
                  </a:cubicBezTo>
                  <a:cubicBezTo>
                    <a:pt x="32" y="772"/>
                    <a:pt x="68" y="708"/>
                    <a:pt x="96" y="652"/>
                  </a:cubicBezTo>
                  <a:cubicBezTo>
                    <a:pt x="124" y="592"/>
                    <a:pt x="160" y="536"/>
                    <a:pt x="196" y="484"/>
                  </a:cubicBezTo>
                  <a:cubicBezTo>
                    <a:pt x="232" y="432"/>
                    <a:pt x="272" y="384"/>
                    <a:pt x="304" y="336"/>
                  </a:cubicBezTo>
                  <a:cubicBezTo>
                    <a:pt x="336" y="292"/>
                    <a:pt x="372" y="248"/>
                    <a:pt x="404" y="212"/>
                  </a:cubicBezTo>
                  <a:cubicBezTo>
                    <a:pt x="456" y="152"/>
                    <a:pt x="516" y="100"/>
                    <a:pt x="580" y="52"/>
                  </a:cubicBezTo>
                  <a:cubicBezTo>
                    <a:pt x="604" y="36"/>
                    <a:pt x="624" y="24"/>
                    <a:pt x="636" y="16"/>
                  </a:cubicBezTo>
                  <a:lnTo>
                    <a:pt x="6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60"/>
            <p:cNvSpPr/>
            <p:nvPr/>
          </p:nvSpPr>
          <p:spPr>
            <a:xfrm>
              <a:off x="3990025" y="1436015"/>
              <a:ext cx="63484" cy="158273"/>
            </a:xfrm>
            <a:custGeom>
              <a:avLst/>
              <a:gdLst/>
              <a:ahLst/>
              <a:cxnLst/>
              <a:rect l="l" t="t" r="r" b="b"/>
              <a:pathLst>
                <a:path w="509" h="1269" extrusionOk="0">
                  <a:moveTo>
                    <a:pt x="184" y="4"/>
                  </a:moveTo>
                  <a:lnTo>
                    <a:pt x="184" y="5"/>
                  </a:lnTo>
                  <a:lnTo>
                    <a:pt x="184" y="5"/>
                  </a:lnTo>
                  <a:cubicBezTo>
                    <a:pt x="184" y="5"/>
                    <a:pt x="184" y="5"/>
                    <a:pt x="184" y="4"/>
                  </a:cubicBezTo>
                  <a:close/>
                  <a:moveTo>
                    <a:pt x="164" y="0"/>
                  </a:moveTo>
                  <a:cubicBezTo>
                    <a:pt x="148" y="4"/>
                    <a:pt x="132" y="16"/>
                    <a:pt x="124" y="36"/>
                  </a:cubicBezTo>
                  <a:cubicBezTo>
                    <a:pt x="112" y="56"/>
                    <a:pt x="100" y="76"/>
                    <a:pt x="88" y="100"/>
                  </a:cubicBezTo>
                  <a:cubicBezTo>
                    <a:pt x="76" y="128"/>
                    <a:pt x="64" y="160"/>
                    <a:pt x="52" y="188"/>
                  </a:cubicBezTo>
                  <a:cubicBezTo>
                    <a:pt x="40" y="224"/>
                    <a:pt x="28" y="260"/>
                    <a:pt x="20" y="296"/>
                  </a:cubicBezTo>
                  <a:cubicBezTo>
                    <a:pt x="12" y="340"/>
                    <a:pt x="8" y="380"/>
                    <a:pt x="8" y="424"/>
                  </a:cubicBezTo>
                  <a:cubicBezTo>
                    <a:pt x="0" y="516"/>
                    <a:pt x="16" y="608"/>
                    <a:pt x="48" y="696"/>
                  </a:cubicBezTo>
                  <a:cubicBezTo>
                    <a:pt x="88" y="780"/>
                    <a:pt x="128" y="860"/>
                    <a:pt x="176" y="936"/>
                  </a:cubicBezTo>
                  <a:cubicBezTo>
                    <a:pt x="216" y="1004"/>
                    <a:pt x="260" y="1072"/>
                    <a:pt x="312" y="1132"/>
                  </a:cubicBezTo>
                  <a:cubicBezTo>
                    <a:pt x="348" y="1180"/>
                    <a:pt x="392" y="1216"/>
                    <a:pt x="444" y="1244"/>
                  </a:cubicBezTo>
                  <a:cubicBezTo>
                    <a:pt x="464" y="1256"/>
                    <a:pt x="484" y="1264"/>
                    <a:pt x="504" y="1268"/>
                  </a:cubicBezTo>
                  <a:lnTo>
                    <a:pt x="508" y="1260"/>
                  </a:lnTo>
                  <a:cubicBezTo>
                    <a:pt x="492" y="1248"/>
                    <a:pt x="472" y="1236"/>
                    <a:pt x="456" y="1224"/>
                  </a:cubicBezTo>
                  <a:cubicBezTo>
                    <a:pt x="440" y="1208"/>
                    <a:pt x="424" y="1188"/>
                    <a:pt x="412" y="1172"/>
                  </a:cubicBezTo>
                  <a:cubicBezTo>
                    <a:pt x="396" y="1152"/>
                    <a:pt x="376" y="1124"/>
                    <a:pt x="360" y="1096"/>
                  </a:cubicBezTo>
                  <a:cubicBezTo>
                    <a:pt x="324" y="1040"/>
                    <a:pt x="288" y="968"/>
                    <a:pt x="236" y="896"/>
                  </a:cubicBezTo>
                  <a:lnTo>
                    <a:pt x="160" y="788"/>
                  </a:lnTo>
                  <a:cubicBezTo>
                    <a:pt x="136" y="752"/>
                    <a:pt x="108" y="716"/>
                    <a:pt x="80" y="680"/>
                  </a:cubicBezTo>
                  <a:cubicBezTo>
                    <a:pt x="56" y="644"/>
                    <a:pt x="40" y="600"/>
                    <a:pt x="32" y="556"/>
                  </a:cubicBezTo>
                  <a:cubicBezTo>
                    <a:pt x="28" y="512"/>
                    <a:pt x="32" y="468"/>
                    <a:pt x="40" y="428"/>
                  </a:cubicBezTo>
                  <a:cubicBezTo>
                    <a:pt x="52" y="388"/>
                    <a:pt x="68" y="348"/>
                    <a:pt x="76" y="312"/>
                  </a:cubicBezTo>
                  <a:lnTo>
                    <a:pt x="104" y="204"/>
                  </a:lnTo>
                  <a:lnTo>
                    <a:pt x="148" y="48"/>
                  </a:lnTo>
                  <a:cubicBezTo>
                    <a:pt x="148" y="32"/>
                    <a:pt x="156" y="24"/>
                    <a:pt x="168" y="16"/>
                  </a:cubicBezTo>
                  <a:cubicBezTo>
                    <a:pt x="170" y="14"/>
                    <a:pt x="172" y="13"/>
                    <a:pt x="174" y="13"/>
                  </a:cubicBezTo>
                  <a:cubicBezTo>
                    <a:pt x="176" y="13"/>
                    <a:pt x="178" y="14"/>
                    <a:pt x="180" y="16"/>
                  </a:cubicBezTo>
                  <a:lnTo>
                    <a:pt x="184" y="5"/>
                  </a:lnTo>
                  <a:lnTo>
                    <a:pt x="184" y="5"/>
                  </a:lnTo>
                  <a:cubicBezTo>
                    <a:pt x="184" y="5"/>
                    <a:pt x="184" y="5"/>
                    <a:pt x="184" y="5"/>
                  </a:cubicBezTo>
                  <a:cubicBezTo>
                    <a:pt x="182" y="5"/>
                    <a:pt x="177" y="0"/>
                    <a:pt x="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60"/>
            <p:cNvSpPr/>
            <p:nvPr/>
          </p:nvSpPr>
          <p:spPr>
            <a:xfrm>
              <a:off x="4114749" y="1327755"/>
              <a:ext cx="252563" cy="270024"/>
            </a:xfrm>
            <a:custGeom>
              <a:avLst/>
              <a:gdLst/>
              <a:ahLst/>
              <a:cxnLst/>
              <a:rect l="l" t="t" r="r" b="b"/>
              <a:pathLst>
                <a:path w="2025" h="2165" extrusionOk="0">
                  <a:moveTo>
                    <a:pt x="2020" y="0"/>
                  </a:moveTo>
                  <a:lnTo>
                    <a:pt x="1952" y="116"/>
                  </a:lnTo>
                  <a:cubicBezTo>
                    <a:pt x="1896" y="216"/>
                    <a:pt x="1836" y="316"/>
                    <a:pt x="1772" y="408"/>
                  </a:cubicBezTo>
                  <a:cubicBezTo>
                    <a:pt x="1728" y="472"/>
                    <a:pt x="1680" y="532"/>
                    <a:pt x="1628" y="584"/>
                  </a:cubicBezTo>
                  <a:cubicBezTo>
                    <a:pt x="1568" y="644"/>
                    <a:pt x="1504" y="700"/>
                    <a:pt x="1432" y="744"/>
                  </a:cubicBezTo>
                  <a:cubicBezTo>
                    <a:pt x="1352" y="792"/>
                    <a:pt x="1268" y="832"/>
                    <a:pt x="1180" y="864"/>
                  </a:cubicBezTo>
                  <a:cubicBezTo>
                    <a:pt x="1092" y="900"/>
                    <a:pt x="1004" y="940"/>
                    <a:pt x="916" y="984"/>
                  </a:cubicBezTo>
                  <a:cubicBezTo>
                    <a:pt x="832" y="1024"/>
                    <a:pt x="748" y="1076"/>
                    <a:pt x="668" y="1132"/>
                  </a:cubicBezTo>
                  <a:cubicBezTo>
                    <a:pt x="592" y="1188"/>
                    <a:pt x="516" y="1248"/>
                    <a:pt x="448" y="1312"/>
                  </a:cubicBezTo>
                  <a:cubicBezTo>
                    <a:pt x="384" y="1372"/>
                    <a:pt x="324" y="1436"/>
                    <a:pt x="268" y="1504"/>
                  </a:cubicBezTo>
                  <a:cubicBezTo>
                    <a:pt x="220" y="1568"/>
                    <a:pt x="176" y="1632"/>
                    <a:pt x="136" y="1700"/>
                  </a:cubicBezTo>
                  <a:cubicBezTo>
                    <a:pt x="100" y="1756"/>
                    <a:pt x="68" y="1816"/>
                    <a:pt x="48" y="1880"/>
                  </a:cubicBezTo>
                  <a:cubicBezTo>
                    <a:pt x="28" y="1928"/>
                    <a:pt x="16" y="1980"/>
                    <a:pt x="8" y="2032"/>
                  </a:cubicBezTo>
                  <a:cubicBezTo>
                    <a:pt x="4" y="2064"/>
                    <a:pt x="0" y="2096"/>
                    <a:pt x="0" y="2132"/>
                  </a:cubicBezTo>
                  <a:lnTo>
                    <a:pt x="0" y="2164"/>
                  </a:lnTo>
                  <a:lnTo>
                    <a:pt x="8" y="2164"/>
                  </a:lnTo>
                  <a:cubicBezTo>
                    <a:pt x="8" y="2164"/>
                    <a:pt x="12" y="2156"/>
                    <a:pt x="12" y="2132"/>
                  </a:cubicBezTo>
                  <a:cubicBezTo>
                    <a:pt x="16" y="2100"/>
                    <a:pt x="24" y="2068"/>
                    <a:pt x="32" y="2036"/>
                  </a:cubicBezTo>
                  <a:cubicBezTo>
                    <a:pt x="44" y="1988"/>
                    <a:pt x="64" y="1944"/>
                    <a:pt x="84" y="1900"/>
                  </a:cubicBezTo>
                  <a:cubicBezTo>
                    <a:pt x="112" y="1840"/>
                    <a:pt x="148" y="1784"/>
                    <a:pt x="184" y="1732"/>
                  </a:cubicBezTo>
                  <a:cubicBezTo>
                    <a:pt x="224" y="1676"/>
                    <a:pt x="272" y="1612"/>
                    <a:pt x="324" y="1552"/>
                  </a:cubicBezTo>
                  <a:cubicBezTo>
                    <a:pt x="376" y="1488"/>
                    <a:pt x="436" y="1424"/>
                    <a:pt x="500" y="1364"/>
                  </a:cubicBezTo>
                  <a:cubicBezTo>
                    <a:pt x="564" y="1300"/>
                    <a:pt x="632" y="1236"/>
                    <a:pt x="704" y="1180"/>
                  </a:cubicBezTo>
                  <a:cubicBezTo>
                    <a:pt x="780" y="1124"/>
                    <a:pt x="856" y="1068"/>
                    <a:pt x="936" y="1016"/>
                  </a:cubicBezTo>
                  <a:cubicBezTo>
                    <a:pt x="1016" y="968"/>
                    <a:pt x="1100" y="924"/>
                    <a:pt x="1188" y="888"/>
                  </a:cubicBezTo>
                  <a:cubicBezTo>
                    <a:pt x="1276" y="848"/>
                    <a:pt x="1364" y="820"/>
                    <a:pt x="1448" y="780"/>
                  </a:cubicBezTo>
                  <a:cubicBezTo>
                    <a:pt x="1528" y="740"/>
                    <a:pt x="1604" y="688"/>
                    <a:pt x="1668" y="628"/>
                  </a:cubicBezTo>
                  <a:cubicBezTo>
                    <a:pt x="1724" y="572"/>
                    <a:pt x="1776" y="512"/>
                    <a:pt x="1820" y="444"/>
                  </a:cubicBezTo>
                  <a:cubicBezTo>
                    <a:pt x="1856" y="388"/>
                    <a:pt x="1888" y="328"/>
                    <a:pt x="1916" y="268"/>
                  </a:cubicBezTo>
                  <a:cubicBezTo>
                    <a:pt x="1940" y="216"/>
                    <a:pt x="1964" y="168"/>
                    <a:pt x="1976" y="128"/>
                  </a:cubicBezTo>
                  <a:cubicBezTo>
                    <a:pt x="2008" y="48"/>
                    <a:pt x="2024" y="4"/>
                    <a:pt x="2024" y="4"/>
                  </a:cubicBezTo>
                  <a:lnTo>
                    <a:pt x="20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60"/>
            <p:cNvSpPr/>
            <p:nvPr/>
          </p:nvSpPr>
          <p:spPr>
            <a:xfrm>
              <a:off x="4172621" y="1505362"/>
              <a:ext cx="227120" cy="121854"/>
            </a:xfrm>
            <a:custGeom>
              <a:avLst/>
              <a:gdLst/>
              <a:ahLst/>
              <a:cxnLst/>
              <a:rect l="l" t="t" r="r" b="b"/>
              <a:pathLst>
                <a:path w="1821" h="977" extrusionOk="0">
                  <a:moveTo>
                    <a:pt x="1820" y="0"/>
                  </a:moveTo>
                  <a:lnTo>
                    <a:pt x="1800" y="12"/>
                  </a:lnTo>
                  <a:cubicBezTo>
                    <a:pt x="1780" y="20"/>
                    <a:pt x="1760" y="28"/>
                    <a:pt x="1736" y="36"/>
                  </a:cubicBezTo>
                  <a:cubicBezTo>
                    <a:pt x="1680" y="51"/>
                    <a:pt x="1619" y="59"/>
                    <a:pt x="1559" y="59"/>
                  </a:cubicBezTo>
                  <a:cubicBezTo>
                    <a:pt x="1538" y="59"/>
                    <a:pt x="1517" y="58"/>
                    <a:pt x="1496" y="56"/>
                  </a:cubicBezTo>
                  <a:cubicBezTo>
                    <a:pt x="1448" y="52"/>
                    <a:pt x="1392" y="44"/>
                    <a:pt x="1332" y="40"/>
                  </a:cubicBezTo>
                  <a:cubicBezTo>
                    <a:pt x="1308" y="37"/>
                    <a:pt x="1283" y="36"/>
                    <a:pt x="1259" y="36"/>
                  </a:cubicBezTo>
                  <a:cubicBezTo>
                    <a:pt x="1219" y="36"/>
                    <a:pt x="1180" y="39"/>
                    <a:pt x="1140" y="44"/>
                  </a:cubicBezTo>
                  <a:cubicBezTo>
                    <a:pt x="1076" y="52"/>
                    <a:pt x="1008" y="72"/>
                    <a:pt x="944" y="96"/>
                  </a:cubicBezTo>
                  <a:cubicBezTo>
                    <a:pt x="880" y="120"/>
                    <a:pt x="816" y="148"/>
                    <a:pt x="752" y="176"/>
                  </a:cubicBezTo>
                  <a:cubicBezTo>
                    <a:pt x="688" y="204"/>
                    <a:pt x="628" y="240"/>
                    <a:pt x="572" y="276"/>
                  </a:cubicBezTo>
                  <a:cubicBezTo>
                    <a:pt x="512" y="312"/>
                    <a:pt x="460" y="356"/>
                    <a:pt x="408" y="400"/>
                  </a:cubicBezTo>
                  <a:cubicBezTo>
                    <a:pt x="360" y="440"/>
                    <a:pt x="312" y="484"/>
                    <a:pt x="272" y="532"/>
                  </a:cubicBezTo>
                  <a:cubicBezTo>
                    <a:pt x="232" y="572"/>
                    <a:pt x="196" y="616"/>
                    <a:pt x="164" y="664"/>
                  </a:cubicBezTo>
                  <a:cubicBezTo>
                    <a:pt x="116" y="732"/>
                    <a:pt x="72" y="808"/>
                    <a:pt x="36" y="884"/>
                  </a:cubicBezTo>
                  <a:cubicBezTo>
                    <a:pt x="12" y="940"/>
                    <a:pt x="0" y="972"/>
                    <a:pt x="0" y="972"/>
                  </a:cubicBezTo>
                  <a:lnTo>
                    <a:pt x="4" y="976"/>
                  </a:lnTo>
                  <a:lnTo>
                    <a:pt x="20" y="956"/>
                  </a:lnTo>
                  <a:cubicBezTo>
                    <a:pt x="28" y="940"/>
                    <a:pt x="40" y="920"/>
                    <a:pt x="60" y="896"/>
                  </a:cubicBezTo>
                  <a:cubicBezTo>
                    <a:pt x="76" y="872"/>
                    <a:pt x="96" y="844"/>
                    <a:pt x="124" y="808"/>
                  </a:cubicBezTo>
                  <a:cubicBezTo>
                    <a:pt x="152" y="776"/>
                    <a:pt x="180" y="740"/>
                    <a:pt x="212" y="700"/>
                  </a:cubicBezTo>
                  <a:cubicBezTo>
                    <a:pt x="244" y="664"/>
                    <a:pt x="284" y="620"/>
                    <a:pt x="324" y="580"/>
                  </a:cubicBezTo>
                  <a:cubicBezTo>
                    <a:pt x="364" y="540"/>
                    <a:pt x="408" y="496"/>
                    <a:pt x="456" y="452"/>
                  </a:cubicBezTo>
                  <a:cubicBezTo>
                    <a:pt x="504" y="408"/>
                    <a:pt x="552" y="364"/>
                    <a:pt x="604" y="328"/>
                  </a:cubicBezTo>
                  <a:cubicBezTo>
                    <a:pt x="656" y="284"/>
                    <a:pt x="712" y="248"/>
                    <a:pt x="772" y="208"/>
                  </a:cubicBezTo>
                  <a:cubicBezTo>
                    <a:pt x="824" y="168"/>
                    <a:pt x="884" y="136"/>
                    <a:pt x="948" y="112"/>
                  </a:cubicBezTo>
                  <a:cubicBezTo>
                    <a:pt x="1008" y="88"/>
                    <a:pt x="1072" y="76"/>
                    <a:pt x="1140" y="76"/>
                  </a:cubicBezTo>
                  <a:cubicBezTo>
                    <a:pt x="1200" y="80"/>
                    <a:pt x="1260" y="84"/>
                    <a:pt x="1320" y="96"/>
                  </a:cubicBezTo>
                  <a:cubicBezTo>
                    <a:pt x="1380" y="104"/>
                    <a:pt x="1436" y="108"/>
                    <a:pt x="1488" y="108"/>
                  </a:cubicBezTo>
                  <a:cubicBezTo>
                    <a:pt x="1501" y="109"/>
                    <a:pt x="1514" y="110"/>
                    <a:pt x="1527" y="110"/>
                  </a:cubicBezTo>
                  <a:cubicBezTo>
                    <a:pt x="1602" y="110"/>
                    <a:pt x="1676" y="91"/>
                    <a:pt x="1744" y="60"/>
                  </a:cubicBezTo>
                  <a:cubicBezTo>
                    <a:pt x="1764" y="48"/>
                    <a:pt x="1784" y="32"/>
                    <a:pt x="1804" y="20"/>
                  </a:cubicBezTo>
                  <a:lnTo>
                    <a:pt x="18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60"/>
            <p:cNvSpPr/>
            <p:nvPr/>
          </p:nvSpPr>
          <p:spPr>
            <a:xfrm>
              <a:off x="4132710" y="1502867"/>
              <a:ext cx="132331" cy="119858"/>
            </a:xfrm>
            <a:custGeom>
              <a:avLst/>
              <a:gdLst/>
              <a:ahLst/>
              <a:cxnLst/>
              <a:rect l="l" t="t" r="r" b="b"/>
              <a:pathLst>
                <a:path w="1061" h="961" extrusionOk="0">
                  <a:moveTo>
                    <a:pt x="812" y="0"/>
                  </a:moveTo>
                  <a:cubicBezTo>
                    <a:pt x="768" y="4"/>
                    <a:pt x="728" y="12"/>
                    <a:pt x="692" y="28"/>
                  </a:cubicBezTo>
                  <a:cubicBezTo>
                    <a:pt x="648" y="48"/>
                    <a:pt x="612" y="72"/>
                    <a:pt x="576" y="100"/>
                  </a:cubicBezTo>
                  <a:cubicBezTo>
                    <a:pt x="536" y="128"/>
                    <a:pt x="500" y="156"/>
                    <a:pt x="460" y="184"/>
                  </a:cubicBezTo>
                  <a:cubicBezTo>
                    <a:pt x="420" y="212"/>
                    <a:pt x="380" y="236"/>
                    <a:pt x="336" y="264"/>
                  </a:cubicBezTo>
                  <a:cubicBezTo>
                    <a:pt x="292" y="292"/>
                    <a:pt x="256" y="324"/>
                    <a:pt x="220" y="360"/>
                  </a:cubicBezTo>
                  <a:cubicBezTo>
                    <a:pt x="184" y="396"/>
                    <a:pt x="156" y="436"/>
                    <a:pt x="136" y="484"/>
                  </a:cubicBezTo>
                  <a:cubicBezTo>
                    <a:pt x="116" y="524"/>
                    <a:pt x="100" y="564"/>
                    <a:pt x="84" y="608"/>
                  </a:cubicBezTo>
                  <a:cubicBezTo>
                    <a:pt x="72" y="648"/>
                    <a:pt x="60" y="688"/>
                    <a:pt x="52" y="724"/>
                  </a:cubicBezTo>
                  <a:cubicBezTo>
                    <a:pt x="32" y="796"/>
                    <a:pt x="20" y="852"/>
                    <a:pt x="12" y="896"/>
                  </a:cubicBezTo>
                  <a:cubicBezTo>
                    <a:pt x="4" y="936"/>
                    <a:pt x="0" y="960"/>
                    <a:pt x="0" y="960"/>
                  </a:cubicBezTo>
                  <a:lnTo>
                    <a:pt x="4" y="960"/>
                  </a:lnTo>
                  <a:cubicBezTo>
                    <a:pt x="4" y="960"/>
                    <a:pt x="20" y="940"/>
                    <a:pt x="36" y="900"/>
                  </a:cubicBezTo>
                  <a:cubicBezTo>
                    <a:pt x="56" y="864"/>
                    <a:pt x="80" y="808"/>
                    <a:pt x="112" y="740"/>
                  </a:cubicBezTo>
                  <a:cubicBezTo>
                    <a:pt x="140" y="672"/>
                    <a:pt x="168" y="592"/>
                    <a:pt x="200" y="512"/>
                  </a:cubicBezTo>
                  <a:cubicBezTo>
                    <a:pt x="216" y="472"/>
                    <a:pt x="240" y="432"/>
                    <a:pt x="264" y="396"/>
                  </a:cubicBezTo>
                  <a:cubicBezTo>
                    <a:pt x="292" y="360"/>
                    <a:pt x="324" y="324"/>
                    <a:pt x="360" y="292"/>
                  </a:cubicBezTo>
                  <a:cubicBezTo>
                    <a:pt x="428" y="224"/>
                    <a:pt x="508" y="172"/>
                    <a:pt x="592" y="132"/>
                  </a:cubicBezTo>
                  <a:cubicBezTo>
                    <a:pt x="632" y="112"/>
                    <a:pt x="672" y="100"/>
                    <a:pt x="712" y="84"/>
                  </a:cubicBezTo>
                  <a:cubicBezTo>
                    <a:pt x="748" y="72"/>
                    <a:pt x="784" y="64"/>
                    <a:pt x="820" y="60"/>
                  </a:cubicBezTo>
                  <a:cubicBezTo>
                    <a:pt x="852" y="52"/>
                    <a:pt x="884" y="52"/>
                    <a:pt x="916" y="52"/>
                  </a:cubicBezTo>
                  <a:cubicBezTo>
                    <a:pt x="940" y="52"/>
                    <a:pt x="968" y="48"/>
                    <a:pt x="996" y="40"/>
                  </a:cubicBezTo>
                  <a:cubicBezTo>
                    <a:pt x="1016" y="36"/>
                    <a:pt x="1040" y="28"/>
                    <a:pt x="1060" y="16"/>
                  </a:cubicBezTo>
                  <a:lnTo>
                    <a:pt x="1060" y="12"/>
                  </a:lnTo>
                  <a:lnTo>
                    <a:pt x="992" y="12"/>
                  </a:lnTo>
                  <a:cubicBezTo>
                    <a:pt x="972" y="12"/>
                    <a:pt x="944" y="8"/>
                    <a:pt x="916" y="4"/>
                  </a:cubicBezTo>
                  <a:cubicBezTo>
                    <a:pt x="880" y="0"/>
                    <a:pt x="848" y="0"/>
                    <a:pt x="8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60"/>
            <p:cNvSpPr/>
            <p:nvPr/>
          </p:nvSpPr>
          <p:spPr>
            <a:xfrm>
              <a:off x="4011977" y="1394732"/>
              <a:ext cx="46023" cy="223627"/>
            </a:xfrm>
            <a:custGeom>
              <a:avLst/>
              <a:gdLst/>
              <a:ahLst/>
              <a:cxnLst/>
              <a:rect l="l" t="t" r="r" b="b"/>
              <a:pathLst>
                <a:path w="369" h="1793" extrusionOk="0">
                  <a:moveTo>
                    <a:pt x="99" y="72"/>
                  </a:moveTo>
                  <a:cubicBezTo>
                    <a:pt x="104" y="72"/>
                    <a:pt x="108" y="73"/>
                    <a:pt x="112" y="75"/>
                  </a:cubicBezTo>
                  <a:cubicBezTo>
                    <a:pt x="136" y="83"/>
                    <a:pt x="156" y="99"/>
                    <a:pt x="168" y="119"/>
                  </a:cubicBezTo>
                  <a:cubicBezTo>
                    <a:pt x="184" y="147"/>
                    <a:pt x="196" y="175"/>
                    <a:pt x="200" y="207"/>
                  </a:cubicBezTo>
                  <a:cubicBezTo>
                    <a:pt x="212" y="275"/>
                    <a:pt x="208" y="342"/>
                    <a:pt x="192" y="409"/>
                  </a:cubicBezTo>
                  <a:lnTo>
                    <a:pt x="192" y="409"/>
                  </a:lnTo>
                  <a:cubicBezTo>
                    <a:pt x="192" y="409"/>
                    <a:pt x="192" y="408"/>
                    <a:pt x="192" y="407"/>
                  </a:cubicBezTo>
                  <a:cubicBezTo>
                    <a:pt x="188" y="363"/>
                    <a:pt x="176" y="323"/>
                    <a:pt x="156" y="283"/>
                  </a:cubicBezTo>
                  <a:cubicBezTo>
                    <a:pt x="132" y="239"/>
                    <a:pt x="92" y="199"/>
                    <a:pt x="76" y="155"/>
                  </a:cubicBezTo>
                  <a:cubicBezTo>
                    <a:pt x="68" y="135"/>
                    <a:pt x="68" y="111"/>
                    <a:pt x="76" y="91"/>
                  </a:cubicBezTo>
                  <a:cubicBezTo>
                    <a:pt x="79" y="79"/>
                    <a:pt x="88" y="72"/>
                    <a:pt x="99" y="72"/>
                  </a:cubicBezTo>
                  <a:close/>
                  <a:moveTo>
                    <a:pt x="109" y="0"/>
                  </a:moveTo>
                  <a:cubicBezTo>
                    <a:pt x="69" y="0"/>
                    <a:pt x="30" y="26"/>
                    <a:pt x="16" y="63"/>
                  </a:cubicBezTo>
                  <a:cubicBezTo>
                    <a:pt x="0" y="103"/>
                    <a:pt x="4" y="143"/>
                    <a:pt x="20" y="179"/>
                  </a:cubicBezTo>
                  <a:cubicBezTo>
                    <a:pt x="48" y="223"/>
                    <a:pt x="80" y="267"/>
                    <a:pt x="116" y="307"/>
                  </a:cubicBezTo>
                  <a:cubicBezTo>
                    <a:pt x="140" y="339"/>
                    <a:pt x="156" y="371"/>
                    <a:pt x="168" y="411"/>
                  </a:cubicBezTo>
                  <a:cubicBezTo>
                    <a:pt x="175" y="430"/>
                    <a:pt x="178" y="450"/>
                    <a:pt x="180" y="471"/>
                  </a:cubicBezTo>
                  <a:lnTo>
                    <a:pt x="180" y="471"/>
                  </a:lnTo>
                  <a:cubicBezTo>
                    <a:pt x="167" y="523"/>
                    <a:pt x="149" y="576"/>
                    <a:pt x="132" y="631"/>
                  </a:cubicBezTo>
                  <a:cubicBezTo>
                    <a:pt x="112" y="703"/>
                    <a:pt x="92" y="779"/>
                    <a:pt x="76" y="855"/>
                  </a:cubicBezTo>
                  <a:cubicBezTo>
                    <a:pt x="64" y="931"/>
                    <a:pt x="64" y="1007"/>
                    <a:pt x="80" y="1079"/>
                  </a:cubicBezTo>
                  <a:cubicBezTo>
                    <a:pt x="116" y="1227"/>
                    <a:pt x="204" y="1339"/>
                    <a:pt x="252" y="1435"/>
                  </a:cubicBezTo>
                  <a:cubicBezTo>
                    <a:pt x="276" y="1479"/>
                    <a:pt x="296" y="1527"/>
                    <a:pt x="308" y="1575"/>
                  </a:cubicBezTo>
                  <a:cubicBezTo>
                    <a:pt x="320" y="1611"/>
                    <a:pt x="324" y="1651"/>
                    <a:pt x="324" y="1691"/>
                  </a:cubicBezTo>
                  <a:cubicBezTo>
                    <a:pt x="324" y="1715"/>
                    <a:pt x="320" y="1739"/>
                    <a:pt x="312" y="1763"/>
                  </a:cubicBezTo>
                  <a:lnTo>
                    <a:pt x="304" y="1791"/>
                  </a:lnTo>
                  <a:cubicBezTo>
                    <a:pt x="304" y="1791"/>
                    <a:pt x="306" y="1793"/>
                    <a:pt x="308" y="1793"/>
                  </a:cubicBezTo>
                  <a:cubicBezTo>
                    <a:pt x="309" y="1793"/>
                    <a:pt x="311" y="1792"/>
                    <a:pt x="312" y="1791"/>
                  </a:cubicBezTo>
                  <a:lnTo>
                    <a:pt x="328" y="1771"/>
                  </a:lnTo>
                  <a:cubicBezTo>
                    <a:pt x="340" y="1747"/>
                    <a:pt x="348" y="1719"/>
                    <a:pt x="356" y="1695"/>
                  </a:cubicBezTo>
                  <a:cubicBezTo>
                    <a:pt x="368" y="1595"/>
                    <a:pt x="352" y="1499"/>
                    <a:pt x="308" y="1411"/>
                  </a:cubicBezTo>
                  <a:cubicBezTo>
                    <a:pt x="280" y="1355"/>
                    <a:pt x="248" y="1299"/>
                    <a:pt x="216" y="1247"/>
                  </a:cubicBezTo>
                  <a:cubicBezTo>
                    <a:pt x="176" y="1191"/>
                    <a:pt x="144" y="1131"/>
                    <a:pt x="120" y="1071"/>
                  </a:cubicBezTo>
                  <a:cubicBezTo>
                    <a:pt x="92" y="1003"/>
                    <a:pt x="84" y="927"/>
                    <a:pt x="100" y="859"/>
                  </a:cubicBezTo>
                  <a:cubicBezTo>
                    <a:pt x="116" y="783"/>
                    <a:pt x="140" y="711"/>
                    <a:pt x="172" y="643"/>
                  </a:cubicBezTo>
                  <a:cubicBezTo>
                    <a:pt x="204" y="571"/>
                    <a:pt x="232" y="499"/>
                    <a:pt x="256" y="427"/>
                  </a:cubicBezTo>
                  <a:cubicBezTo>
                    <a:pt x="276" y="351"/>
                    <a:pt x="284" y="271"/>
                    <a:pt x="272" y="191"/>
                  </a:cubicBezTo>
                  <a:cubicBezTo>
                    <a:pt x="260" y="119"/>
                    <a:pt x="224" y="27"/>
                    <a:pt x="132" y="3"/>
                  </a:cubicBezTo>
                  <a:cubicBezTo>
                    <a:pt x="125" y="1"/>
                    <a:pt x="117" y="0"/>
                    <a:pt x="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60"/>
            <p:cNvSpPr/>
            <p:nvPr/>
          </p:nvSpPr>
          <p:spPr>
            <a:xfrm>
              <a:off x="4090303" y="1433770"/>
              <a:ext cx="56000" cy="192821"/>
            </a:xfrm>
            <a:custGeom>
              <a:avLst/>
              <a:gdLst/>
              <a:ahLst/>
              <a:cxnLst/>
              <a:rect l="l" t="t" r="r" b="b"/>
              <a:pathLst>
                <a:path w="449" h="1546" extrusionOk="0">
                  <a:moveTo>
                    <a:pt x="355" y="71"/>
                  </a:moveTo>
                  <a:cubicBezTo>
                    <a:pt x="361" y="71"/>
                    <a:pt x="367" y="78"/>
                    <a:pt x="372" y="90"/>
                  </a:cubicBezTo>
                  <a:cubicBezTo>
                    <a:pt x="376" y="138"/>
                    <a:pt x="368" y="190"/>
                    <a:pt x="352" y="238"/>
                  </a:cubicBezTo>
                  <a:cubicBezTo>
                    <a:pt x="338" y="271"/>
                    <a:pt x="321" y="302"/>
                    <a:pt x="300" y="329"/>
                  </a:cubicBezTo>
                  <a:lnTo>
                    <a:pt x="300" y="329"/>
                  </a:lnTo>
                  <a:cubicBezTo>
                    <a:pt x="300" y="328"/>
                    <a:pt x="300" y="327"/>
                    <a:pt x="300" y="326"/>
                  </a:cubicBezTo>
                  <a:cubicBezTo>
                    <a:pt x="300" y="290"/>
                    <a:pt x="296" y="254"/>
                    <a:pt x="292" y="222"/>
                  </a:cubicBezTo>
                  <a:cubicBezTo>
                    <a:pt x="292" y="178"/>
                    <a:pt x="300" y="138"/>
                    <a:pt x="320" y="106"/>
                  </a:cubicBezTo>
                  <a:cubicBezTo>
                    <a:pt x="336" y="82"/>
                    <a:pt x="346" y="71"/>
                    <a:pt x="355" y="71"/>
                  </a:cubicBezTo>
                  <a:close/>
                  <a:moveTo>
                    <a:pt x="351" y="1"/>
                  </a:moveTo>
                  <a:cubicBezTo>
                    <a:pt x="346" y="1"/>
                    <a:pt x="341" y="1"/>
                    <a:pt x="336" y="2"/>
                  </a:cubicBezTo>
                  <a:cubicBezTo>
                    <a:pt x="304" y="18"/>
                    <a:pt x="276" y="46"/>
                    <a:pt x="268" y="78"/>
                  </a:cubicBezTo>
                  <a:cubicBezTo>
                    <a:pt x="256" y="102"/>
                    <a:pt x="252" y="130"/>
                    <a:pt x="248" y="154"/>
                  </a:cubicBezTo>
                  <a:cubicBezTo>
                    <a:pt x="248" y="166"/>
                    <a:pt x="248" y="178"/>
                    <a:pt x="248" y="190"/>
                  </a:cubicBezTo>
                  <a:cubicBezTo>
                    <a:pt x="248" y="202"/>
                    <a:pt x="252" y="214"/>
                    <a:pt x="252" y="226"/>
                  </a:cubicBezTo>
                  <a:cubicBezTo>
                    <a:pt x="264" y="266"/>
                    <a:pt x="272" y="298"/>
                    <a:pt x="276" y="326"/>
                  </a:cubicBezTo>
                  <a:cubicBezTo>
                    <a:pt x="278" y="336"/>
                    <a:pt x="279" y="345"/>
                    <a:pt x="279" y="355"/>
                  </a:cubicBezTo>
                  <a:lnTo>
                    <a:pt x="279" y="355"/>
                  </a:lnTo>
                  <a:cubicBezTo>
                    <a:pt x="271" y="364"/>
                    <a:pt x="262" y="373"/>
                    <a:pt x="252" y="382"/>
                  </a:cubicBezTo>
                  <a:cubicBezTo>
                    <a:pt x="208" y="426"/>
                    <a:pt x="160" y="474"/>
                    <a:pt x="120" y="526"/>
                  </a:cubicBezTo>
                  <a:cubicBezTo>
                    <a:pt x="76" y="578"/>
                    <a:pt x="44" y="642"/>
                    <a:pt x="28" y="706"/>
                  </a:cubicBezTo>
                  <a:cubicBezTo>
                    <a:pt x="20" y="770"/>
                    <a:pt x="12" y="834"/>
                    <a:pt x="16" y="898"/>
                  </a:cubicBezTo>
                  <a:cubicBezTo>
                    <a:pt x="16" y="962"/>
                    <a:pt x="20" y="1018"/>
                    <a:pt x="24" y="1078"/>
                  </a:cubicBezTo>
                  <a:cubicBezTo>
                    <a:pt x="28" y="1134"/>
                    <a:pt x="32" y="1186"/>
                    <a:pt x="40" y="1234"/>
                  </a:cubicBezTo>
                  <a:cubicBezTo>
                    <a:pt x="52" y="1310"/>
                    <a:pt x="48" y="1386"/>
                    <a:pt x="36" y="1462"/>
                  </a:cubicBezTo>
                  <a:cubicBezTo>
                    <a:pt x="28" y="1482"/>
                    <a:pt x="20" y="1502"/>
                    <a:pt x="12" y="1522"/>
                  </a:cubicBezTo>
                  <a:lnTo>
                    <a:pt x="0" y="1542"/>
                  </a:lnTo>
                  <a:cubicBezTo>
                    <a:pt x="0" y="1544"/>
                    <a:pt x="1" y="1545"/>
                    <a:pt x="2" y="1545"/>
                  </a:cubicBezTo>
                  <a:cubicBezTo>
                    <a:pt x="3" y="1545"/>
                    <a:pt x="4" y="1544"/>
                    <a:pt x="4" y="1542"/>
                  </a:cubicBezTo>
                  <a:lnTo>
                    <a:pt x="20" y="1526"/>
                  </a:lnTo>
                  <a:cubicBezTo>
                    <a:pt x="36" y="1510"/>
                    <a:pt x="48" y="1490"/>
                    <a:pt x="60" y="1466"/>
                  </a:cubicBezTo>
                  <a:cubicBezTo>
                    <a:pt x="92" y="1390"/>
                    <a:pt x="104" y="1310"/>
                    <a:pt x="96" y="1226"/>
                  </a:cubicBezTo>
                  <a:cubicBezTo>
                    <a:pt x="92" y="1174"/>
                    <a:pt x="88" y="1122"/>
                    <a:pt x="80" y="1066"/>
                  </a:cubicBezTo>
                  <a:cubicBezTo>
                    <a:pt x="72" y="1010"/>
                    <a:pt x="60" y="954"/>
                    <a:pt x="52" y="894"/>
                  </a:cubicBezTo>
                  <a:cubicBezTo>
                    <a:pt x="40" y="834"/>
                    <a:pt x="36" y="770"/>
                    <a:pt x="48" y="710"/>
                  </a:cubicBezTo>
                  <a:cubicBezTo>
                    <a:pt x="64" y="646"/>
                    <a:pt x="96" y="590"/>
                    <a:pt x="144" y="550"/>
                  </a:cubicBezTo>
                  <a:cubicBezTo>
                    <a:pt x="196" y="506"/>
                    <a:pt x="244" y="466"/>
                    <a:pt x="296" y="422"/>
                  </a:cubicBezTo>
                  <a:cubicBezTo>
                    <a:pt x="348" y="378"/>
                    <a:pt x="388" y="322"/>
                    <a:pt x="416" y="262"/>
                  </a:cubicBezTo>
                  <a:cubicBezTo>
                    <a:pt x="428" y="230"/>
                    <a:pt x="440" y="198"/>
                    <a:pt x="444" y="166"/>
                  </a:cubicBezTo>
                  <a:cubicBezTo>
                    <a:pt x="448" y="134"/>
                    <a:pt x="448" y="98"/>
                    <a:pt x="440" y="66"/>
                  </a:cubicBezTo>
                  <a:cubicBezTo>
                    <a:pt x="430" y="27"/>
                    <a:pt x="391" y="1"/>
                    <a:pt x="3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60"/>
            <p:cNvSpPr/>
            <p:nvPr/>
          </p:nvSpPr>
          <p:spPr>
            <a:xfrm>
              <a:off x="4039915" y="1494136"/>
              <a:ext cx="29559" cy="198932"/>
            </a:xfrm>
            <a:custGeom>
              <a:avLst/>
              <a:gdLst/>
              <a:ahLst/>
              <a:cxnLst/>
              <a:rect l="l" t="t" r="r" b="b"/>
              <a:pathLst>
                <a:path w="237" h="1595" extrusionOk="0">
                  <a:moveTo>
                    <a:pt x="128" y="64"/>
                  </a:moveTo>
                  <a:cubicBezTo>
                    <a:pt x="134" y="64"/>
                    <a:pt x="140" y="66"/>
                    <a:pt x="144" y="70"/>
                  </a:cubicBezTo>
                  <a:cubicBezTo>
                    <a:pt x="164" y="82"/>
                    <a:pt x="168" y="126"/>
                    <a:pt x="160" y="162"/>
                  </a:cubicBezTo>
                  <a:cubicBezTo>
                    <a:pt x="156" y="194"/>
                    <a:pt x="140" y="226"/>
                    <a:pt x="132" y="254"/>
                  </a:cubicBezTo>
                  <a:cubicBezTo>
                    <a:pt x="130" y="263"/>
                    <a:pt x="128" y="273"/>
                    <a:pt x="127" y="284"/>
                  </a:cubicBezTo>
                  <a:lnTo>
                    <a:pt x="127" y="284"/>
                  </a:lnTo>
                  <a:cubicBezTo>
                    <a:pt x="123" y="271"/>
                    <a:pt x="117" y="258"/>
                    <a:pt x="112" y="246"/>
                  </a:cubicBezTo>
                  <a:cubicBezTo>
                    <a:pt x="84" y="206"/>
                    <a:pt x="76" y="158"/>
                    <a:pt x="80" y="110"/>
                  </a:cubicBezTo>
                  <a:cubicBezTo>
                    <a:pt x="84" y="94"/>
                    <a:pt x="96" y="82"/>
                    <a:pt x="112" y="70"/>
                  </a:cubicBezTo>
                  <a:cubicBezTo>
                    <a:pt x="116" y="66"/>
                    <a:pt x="122" y="64"/>
                    <a:pt x="128" y="64"/>
                  </a:cubicBezTo>
                  <a:close/>
                  <a:moveTo>
                    <a:pt x="125" y="0"/>
                  </a:moveTo>
                  <a:cubicBezTo>
                    <a:pt x="111" y="0"/>
                    <a:pt x="97" y="4"/>
                    <a:pt x="84" y="10"/>
                  </a:cubicBezTo>
                  <a:cubicBezTo>
                    <a:pt x="52" y="26"/>
                    <a:pt x="28" y="54"/>
                    <a:pt x="16" y="86"/>
                  </a:cubicBezTo>
                  <a:cubicBezTo>
                    <a:pt x="0" y="150"/>
                    <a:pt x="12" y="218"/>
                    <a:pt x="48" y="274"/>
                  </a:cubicBezTo>
                  <a:cubicBezTo>
                    <a:pt x="100" y="382"/>
                    <a:pt x="136" y="494"/>
                    <a:pt x="164" y="610"/>
                  </a:cubicBezTo>
                  <a:cubicBezTo>
                    <a:pt x="176" y="670"/>
                    <a:pt x="188" y="734"/>
                    <a:pt x="196" y="794"/>
                  </a:cubicBezTo>
                  <a:cubicBezTo>
                    <a:pt x="204" y="854"/>
                    <a:pt x="204" y="914"/>
                    <a:pt x="200" y="970"/>
                  </a:cubicBezTo>
                  <a:cubicBezTo>
                    <a:pt x="192" y="1030"/>
                    <a:pt x="180" y="1082"/>
                    <a:pt x="168" y="1134"/>
                  </a:cubicBezTo>
                  <a:cubicBezTo>
                    <a:pt x="160" y="1186"/>
                    <a:pt x="148" y="1234"/>
                    <a:pt x="140" y="1282"/>
                  </a:cubicBezTo>
                  <a:cubicBezTo>
                    <a:pt x="120" y="1370"/>
                    <a:pt x="108" y="1450"/>
                    <a:pt x="100" y="1502"/>
                  </a:cubicBezTo>
                  <a:cubicBezTo>
                    <a:pt x="92" y="1558"/>
                    <a:pt x="88" y="1590"/>
                    <a:pt x="88" y="1590"/>
                  </a:cubicBezTo>
                  <a:cubicBezTo>
                    <a:pt x="88" y="1590"/>
                    <a:pt x="88" y="1590"/>
                    <a:pt x="88" y="1594"/>
                  </a:cubicBezTo>
                  <a:lnTo>
                    <a:pt x="92" y="1594"/>
                  </a:lnTo>
                  <a:cubicBezTo>
                    <a:pt x="132" y="1498"/>
                    <a:pt x="168" y="1398"/>
                    <a:pt x="192" y="1298"/>
                  </a:cubicBezTo>
                  <a:cubicBezTo>
                    <a:pt x="208" y="1246"/>
                    <a:pt x="216" y="1198"/>
                    <a:pt x="224" y="1146"/>
                  </a:cubicBezTo>
                  <a:cubicBezTo>
                    <a:pt x="232" y="1090"/>
                    <a:pt x="236" y="1034"/>
                    <a:pt x="232" y="974"/>
                  </a:cubicBezTo>
                  <a:cubicBezTo>
                    <a:pt x="232" y="914"/>
                    <a:pt x="220" y="858"/>
                    <a:pt x="212" y="794"/>
                  </a:cubicBezTo>
                  <a:cubicBezTo>
                    <a:pt x="208" y="734"/>
                    <a:pt x="200" y="670"/>
                    <a:pt x="196" y="606"/>
                  </a:cubicBezTo>
                  <a:cubicBezTo>
                    <a:pt x="192" y="546"/>
                    <a:pt x="184" y="482"/>
                    <a:pt x="168" y="422"/>
                  </a:cubicBezTo>
                  <a:cubicBezTo>
                    <a:pt x="162" y="392"/>
                    <a:pt x="154" y="361"/>
                    <a:pt x="144" y="331"/>
                  </a:cubicBezTo>
                  <a:lnTo>
                    <a:pt x="144" y="331"/>
                  </a:lnTo>
                  <a:cubicBezTo>
                    <a:pt x="144" y="326"/>
                    <a:pt x="144" y="321"/>
                    <a:pt x="144" y="318"/>
                  </a:cubicBezTo>
                  <a:cubicBezTo>
                    <a:pt x="144" y="298"/>
                    <a:pt x="152" y="278"/>
                    <a:pt x="160" y="262"/>
                  </a:cubicBezTo>
                  <a:cubicBezTo>
                    <a:pt x="172" y="234"/>
                    <a:pt x="188" y="210"/>
                    <a:pt x="204" y="170"/>
                  </a:cubicBezTo>
                  <a:cubicBezTo>
                    <a:pt x="212" y="150"/>
                    <a:pt x="220" y="126"/>
                    <a:pt x="220" y="102"/>
                  </a:cubicBezTo>
                  <a:cubicBezTo>
                    <a:pt x="220" y="70"/>
                    <a:pt x="204" y="42"/>
                    <a:pt x="184" y="22"/>
                  </a:cubicBezTo>
                  <a:cubicBezTo>
                    <a:pt x="167" y="8"/>
                    <a:pt x="146" y="0"/>
                    <a:pt x="1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60"/>
            <p:cNvSpPr/>
            <p:nvPr/>
          </p:nvSpPr>
          <p:spPr>
            <a:xfrm>
              <a:off x="3922176" y="1479918"/>
              <a:ext cx="105391" cy="158772"/>
            </a:xfrm>
            <a:custGeom>
              <a:avLst/>
              <a:gdLst/>
              <a:ahLst/>
              <a:cxnLst/>
              <a:rect l="l" t="t" r="r" b="b"/>
              <a:pathLst>
                <a:path w="845" h="1273" extrusionOk="0">
                  <a:moveTo>
                    <a:pt x="95" y="67"/>
                  </a:moveTo>
                  <a:cubicBezTo>
                    <a:pt x="134" y="106"/>
                    <a:pt x="165" y="153"/>
                    <a:pt x="192" y="204"/>
                  </a:cubicBezTo>
                  <a:cubicBezTo>
                    <a:pt x="199" y="220"/>
                    <a:pt x="206" y="237"/>
                    <a:pt x="212" y="254"/>
                  </a:cubicBezTo>
                  <a:lnTo>
                    <a:pt x="212" y="254"/>
                  </a:lnTo>
                  <a:cubicBezTo>
                    <a:pt x="207" y="249"/>
                    <a:pt x="202" y="245"/>
                    <a:pt x="196" y="240"/>
                  </a:cubicBezTo>
                  <a:cubicBezTo>
                    <a:pt x="164" y="216"/>
                    <a:pt x="132" y="196"/>
                    <a:pt x="104" y="172"/>
                  </a:cubicBezTo>
                  <a:cubicBezTo>
                    <a:pt x="92" y="164"/>
                    <a:pt x="80" y="152"/>
                    <a:pt x="72" y="140"/>
                  </a:cubicBezTo>
                  <a:lnTo>
                    <a:pt x="68" y="128"/>
                  </a:lnTo>
                  <a:lnTo>
                    <a:pt x="68" y="124"/>
                  </a:lnTo>
                  <a:lnTo>
                    <a:pt x="68" y="120"/>
                  </a:lnTo>
                  <a:cubicBezTo>
                    <a:pt x="68" y="116"/>
                    <a:pt x="68" y="108"/>
                    <a:pt x="68" y="104"/>
                  </a:cubicBezTo>
                  <a:cubicBezTo>
                    <a:pt x="72" y="92"/>
                    <a:pt x="76" y="80"/>
                    <a:pt x="84" y="72"/>
                  </a:cubicBezTo>
                  <a:cubicBezTo>
                    <a:pt x="90" y="68"/>
                    <a:pt x="93" y="67"/>
                    <a:pt x="95" y="67"/>
                  </a:cubicBezTo>
                  <a:close/>
                  <a:moveTo>
                    <a:pt x="72" y="0"/>
                  </a:moveTo>
                  <a:cubicBezTo>
                    <a:pt x="60" y="8"/>
                    <a:pt x="44" y="16"/>
                    <a:pt x="32" y="24"/>
                  </a:cubicBezTo>
                  <a:cubicBezTo>
                    <a:pt x="16" y="44"/>
                    <a:pt x="4" y="72"/>
                    <a:pt x="0" y="96"/>
                  </a:cubicBezTo>
                  <a:cubicBezTo>
                    <a:pt x="0" y="112"/>
                    <a:pt x="0" y="124"/>
                    <a:pt x="4" y="140"/>
                  </a:cubicBezTo>
                  <a:cubicBezTo>
                    <a:pt x="8" y="144"/>
                    <a:pt x="8" y="144"/>
                    <a:pt x="8" y="148"/>
                  </a:cubicBezTo>
                  <a:lnTo>
                    <a:pt x="12" y="156"/>
                  </a:lnTo>
                  <a:cubicBezTo>
                    <a:pt x="16" y="164"/>
                    <a:pt x="20" y="168"/>
                    <a:pt x="24" y="172"/>
                  </a:cubicBezTo>
                  <a:cubicBezTo>
                    <a:pt x="36" y="192"/>
                    <a:pt x="52" y="208"/>
                    <a:pt x="72" y="220"/>
                  </a:cubicBezTo>
                  <a:cubicBezTo>
                    <a:pt x="108" y="240"/>
                    <a:pt x="148" y="252"/>
                    <a:pt x="176" y="272"/>
                  </a:cubicBezTo>
                  <a:cubicBezTo>
                    <a:pt x="201" y="283"/>
                    <a:pt x="221" y="300"/>
                    <a:pt x="234" y="322"/>
                  </a:cubicBezTo>
                  <a:lnTo>
                    <a:pt x="234" y="322"/>
                  </a:lnTo>
                  <a:cubicBezTo>
                    <a:pt x="239" y="341"/>
                    <a:pt x="244" y="361"/>
                    <a:pt x="248" y="380"/>
                  </a:cubicBezTo>
                  <a:cubicBezTo>
                    <a:pt x="280" y="500"/>
                    <a:pt x="304" y="628"/>
                    <a:pt x="336" y="752"/>
                  </a:cubicBezTo>
                  <a:cubicBezTo>
                    <a:pt x="352" y="812"/>
                    <a:pt x="376" y="872"/>
                    <a:pt x="400" y="936"/>
                  </a:cubicBezTo>
                  <a:cubicBezTo>
                    <a:pt x="424" y="996"/>
                    <a:pt x="456" y="1052"/>
                    <a:pt x="500" y="1100"/>
                  </a:cubicBezTo>
                  <a:cubicBezTo>
                    <a:pt x="524" y="1128"/>
                    <a:pt x="548" y="1148"/>
                    <a:pt x="572" y="1172"/>
                  </a:cubicBezTo>
                  <a:cubicBezTo>
                    <a:pt x="596" y="1192"/>
                    <a:pt x="624" y="1212"/>
                    <a:pt x="652" y="1228"/>
                  </a:cubicBezTo>
                  <a:cubicBezTo>
                    <a:pt x="680" y="1244"/>
                    <a:pt x="712" y="1256"/>
                    <a:pt x="744" y="1268"/>
                  </a:cubicBezTo>
                  <a:cubicBezTo>
                    <a:pt x="756" y="1271"/>
                    <a:pt x="769" y="1272"/>
                    <a:pt x="782" y="1272"/>
                  </a:cubicBezTo>
                  <a:cubicBezTo>
                    <a:pt x="803" y="1272"/>
                    <a:pt x="824" y="1269"/>
                    <a:pt x="844" y="1264"/>
                  </a:cubicBezTo>
                  <a:lnTo>
                    <a:pt x="840" y="1260"/>
                  </a:lnTo>
                  <a:lnTo>
                    <a:pt x="836" y="1260"/>
                  </a:lnTo>
                  <a:cubicBezTo>
                    <a:pt x="808" y="1260"/>
                    <a:pt x="776" y="1256"/>
                    <a:pt x="748" y="1240"/>
                  </a:cubicBezTo>
                  <a:cubicBezTo>
                    <a:pt x="720" y="1228"/>
                    <a:pt x="696" y="1208"/>
                    <a:pt x="672" y="1188"/>
                  </a:cubicBezTo>
                  <a:cubicBezTo>
                    <a:pt x="648" y="1172"/>
                    <a:pt x="624" y="1152"/>
                    <a:pt x="604" y="1132"/>
                  </a:cubicBezTo>
                  <a:cubicBezTo>
                    <a:pt x="580" y="1108"/>
                    <a:pt x="560" y="1088"/>
                    <a:pt x="540" y="1064"/>
                  </a:cubicBezTo>
                  <a:cubicBezTo>
                    <a:pt x="504" y="1016"/>
                    <a:pt x="464" y="964"/>
                    <a:pt x="432" y="912"/>
                  </a:cubicBezTo>
                  <a:cubicBezTo>
                    <a:pt x="400" y="860"/>
                    <a:pt x="372" y="804"/>
                    <a:pt x="352" y="744"/>
                  </a:cubicBezTo>
                  <a:cubicBezTo>
                    <a:pt x="332" y="684"/>
                    <a:pt x="320" y="624"/>
                    <a:pt x="316" y="560"/>
                  </a:cubicBezTo>
                  <a:cubicBezTo>
                    <a:pt x="312" y="496"/>
                    <a:pt x="308" y="432"/>
                    <a:pt x="300" y="368"/>
                  </a:cubicBezTo>
                  <a:cubicBezTo>
                    <a:pt x="288" y="304"/>
                    <a:pt x="272" y="240"/>
                    <a:pt x="248" y="180"/>
                  </a:cubicBezTo>
                  <a:cubicBezTo>
                    <a:pt x="224" y="116"/>
                    <a:pt x="184" y="56"/>
                    <a:pt x="132" y="12"/>
                  </a:cubicBezTo>
                  <a:cubicBezTo>
                    <a:pt x="128" y="8"/>
                    <a:pt x="128" y="8"/>
                    <a:pt x="124" y="4"/>
                  </a:cubicBezTo>
                  <a:cubicBezTo>
                    <a:pt x="108" y="0"/>
                    <a:pt x="92" y="0"/>
                    <a:pt x="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60"/>
            <p:cNvSpPr/>
            <p:nvPr/>
          </p:nvSpPr>
          <p:spPr>
            <a:xfrm>
              <a:off x="3887752" y="1549140"/>
              <a:ext cx="125845" cy="122477"/>
            </a:xfrm>
            <a:custGeom>
              <a:avLst/>
              <a:gdLst/>
              <a:ahLst/>
              <a:cxnLst/>
              <a:rect l="l" t="t" r="r" b="b"/>
              <a:pathLst>
                <a:path w="1009" h="982" extrusionOk="0">
                  <a:moveTo>
                    <a:pt x="104" y="69"/>
                  </a:moveTo>
                  <a:cubicBezTo>
                    <a:pt x="120" y="69"/>
                    <a:pt x="136" y="73"/>
                    <a:pt x="148" y="85"/>
                  </a:cubicBezTo>
                  <a:cubicBezTo>
                    <a:pt x="164" y="97"/>
                    <a:pt x="176" y="113"/>
                    <a:pt x="184" y="133"/>
                  </a:cubicBezTo>
                  <a:cubicBezTo>
                    <a:pt x="206" y="177"/>
                    <a:pt x="228" y="220"/>
                    <a:pt x="249" y="267"/>
                  </a:cubicBezTo>
                  <a:lnTo>
                    <a:pt x="249" y="267"/>
                  </a:lnTo>
                  <a:cubicBezTo>
                    <a:pt x="232" y="260"/>
                    <a:pt x="214" y="253"/>
                    <a:pt x="196" y="241"/>
                  </a:cubicBezTo>
                  <a:cubicBezTo>
                    <a:pt x="172" y="229"/>
                    <a:pt x="148" y="213"/>
                    <a:pt x="128" y="193"/>
                  </a:cubicBezTo>
                  <a:cubicBezTo>
                    <a:pt x="100" y="173"/>
                    <a:pt x="80" y="149"/>
                    <a:pt x="64" y="117"/>
                  </a:cubicBezTo>
                  <a:cubicBezTo>
                    <a:pt x="64" y="113"/>
                    <a:pt x="64" y="105"/>
                    <a:pt x="64" y="101"/>
                  </a:cubicBezTo>
                  <a:cubicBezTo>
                    <a:pt x="64" y="97"/>
                    <a:pt x="68" y="97"/>
                    <a:pt x="64" y="97"/>
                  </a:cubicBezTo>
                  <a:cubicBezTo>
                    <a:pt x="64" y="93"/>
                    <a:pt x="72" y="85"/>
                    <a:pt x="72" y="85"/>
                  </a:cubicBezTo>
                  <a:cubicBezTo>
                    <a:pt x="80" y="73"/>
                    <a:pt x="92" y="69"/>
                    <a:pt x="104" y="69"/>
                  </a:cubicBezTo>
                  <a:close/>
                  <a:moveTo>
                    <a:pt x="114" y="0"/>
                  </a:moveTo>
                  <a:cubicBezTo>
                    <a:pt x="109" y="0"/>
                    <a:pt x="105" y="1"/>
                    <a:pt x="100" y="1"/>
                  </a:cubicBezTo>
                  <a:cubicBezTo>
                    <a:pt x="64" y="1"/>
                    <a:pt x="32" y="21"/>
                    <a:pt x="16" y="49"/>
                  </a:cubicBezTo>
                  <a:cubicBezTo>
                    <a:pt x="12" y="57"/>
                    <a:pt x="8" y="61"/>
                    <a:pt x="8" y="69"/>
                  </a:cubicBezTo>
                  <a:cubicBezTo>
                    <a:pt x="4" y="77"/>
                    <a:pt x="0" y="85"/>
                    <a:pt x="0" y="93"/>
                  </a:cubicBezTo>
                  <a:cubicBezTo>
                    <a:pt x="0" y="109"/>
                    <a:pt x="4" y="125"/>
                    <a:pt x="8" y="141"/>
                  </a:cubicBezTo>
                  <a:cubicBezTo>
                    <a:pt x="28" y="181"/>
                    <a:pt x="60" y="213"/>
                    <a:pt x="100" y="233"/>
                  </a:cubicBezTo>
                  <a:cubicBezTo>
                    <a:pt x="128" y="249"/>
                    <a:pt x="156" y="261"/>
                    <a:pt x="188" y="269"/>
                  </a:cubicBezTo>
                  <a:cubicBezTo>
                    <a:pt x="209" y="276"/>
                    <a:pt x="234" y="280"/>
                    <a:pt x="256" y="281"/>
                  </a:cubicBezTo>
                  <a:lnTo>
                    <a:pt x="256" y="281"/>
                  </a:lnTo>
                  <a:cubicBezTo>
                    <a:pt x="256" y="281"/>
                    <a:pt x="256" y="281"/>
                    <a:pt x="256" y="281"/>
                  </a:cubicBezTo>
                  <a:cubicBezTo>
                    <a:pt x="280" y="329"/>
                    <a:pt x="308" y="377"/>
                    <a:pt x="336" y="429"/>
                  </a:cubicBezTo>
                  <a:cubicBezTo>
                    <a:pt x="364" y="481"/>
                    <a:pt x="392" y="529"/>
                    <a:pt x="416" y="581"/>
                  </a:cubicBezTo>
                  <a:cubicBezTo>
                    <a:pt x="440" y="629"/>
                    <a:pt x="468" y="677"/>
                    <a:pt x="500" y="721"/>
                  </a:cubicBezTo>
                  <a:cubicBezTo>
                    <a:pt x="532" y="765"/>
                    <a:pt x="568" y="805"/>
                    <a:pt x="608" y="841"/>
                  </a:cubicBezTo>
                  <a:cubicBezTo>
                    <a:pt x="644" y="869"/>
                    <a:pt x="684" y="897"/>
                    <a:pt x="724" y="917"/>
                  </a:cubicBezTo>
                  <a:cubicBezTo>
                    <a:pt x="788" y="949"/>
                    <a:pt x="856" y="969"/>
                    <a:pt x="924" y="977"/>
                  </a:cubicBezTo>
                  <a:cubicBezTo>
                    <a:pt x="944" y="981"/>
                    <a:pt x="964" y="981"/>
                    <a:pt x="984" y="981"/>
                  </a:cubicBezTo>
                  <a:lnTo>
                    <a:pt x="1004" y="981"/>
                  </a:lnTo>
                  <a:cubicBezTo>
                    <a:pt x="1004" y="981"/>
                    <a:pt x="1008" y="977"/>
                    <a:pt x="1008" y="977"/>
                  </a:cubicBezTo>
                  <a:cubicBezTo>
                    <a:pt x="1008" y="973"/>
                    <a:pt x="1008" y="973"/>
                    <a:pt x="1008" y="973"/>
                  </a:cubicBezTo>
                  <a:lnTo>
                    <a:pt x="988" y="965"/>
                  </a:lnTo>
                  <a:cubicBezTo>
                    <a:pt x="976" y="961"/>
                    <a:pt x="956" y="957"/>
                    <a:pt x="932" y="945"/>
                  </a:cubicBezTo>
                  <a:cubicBezTo>
                    <a:pt x="872" y="925"/>
                    <a:pt x="812" y="897"/>
                    <a:pt x="752" y="861"/>
                  </a:cubicBezTo>
                  <a:cubicBezTo>
                    <a:pt x="716" y="841"/>
                    <a:pt x="680" y="817"/>
                    <a:pt x="644" y="789"/>
                  </a:cubicBezTo>
                  <a:cubicBezTo>
                    <a:pt x="604" y="761"/>
                    <a:pt x="564" y="729"/>
                    <a:pt x="532" y="697"/>
                  </a:cubicBezTo>
                  <a:cubicBezTo>
                    <a:pt x="492" y="661"/>
                    <a:pt x="460" y="617"/>
                    <a:pt x="436" y="569"/>
                  </a:cubicBezTo>
                  <a:cubicBezTo>
                    <a:pt x="412" y="517"/>
                    <a:pt x="388" y="465"/>
                    <a:pt x="372" y="413"/>
                  </a:cubicBezTo>
                  <a:cubicBezTo>
                    <a:pt x="352" y="361"/>
                    <a:pt x="332" y="305"/>
                    <a:pt x="312" y="257"/>
                  </a:cubicBezTo>
                  <a:lnTo>
                    <a:pt x="248" y="105"/>
                  </a:lnTo>
                  <a:cubicBezTo>
                    <a:pt x="240" y="77"/>
                    <a:pt x="220" y="49"/>
                    <a:pt x="196" y="29"/>
                  </a:cubicBezTo>
                  <a:cubicBezTo>
                    <a:pt x="172" y="12"/>
                    <a:pt x="144" y="0"/>
                    <a:pt x="1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60"/>
            <p:cNvSpPr/>
            <p:nvPr/>
          </p:nvSpPr>
          <p:spPr>
            <a:xfrm>
              <a:off x="3937143" y="1575207"/>
              <a:ext cx="95912" cy="119609"/>
            </a:xfrm>
            <a:custGeom>
              <a:avLst/>
              <a:gdLst/>
              <a:ahLst/>
              <a:cxnLst/>
              <a:rect l="l" t="t" r="r" b="b"/>
              <a:pathLst>
                <a:path w="769" h="959" extrusionOk="0">
                  <a:moveTo>
                    <a:pt x="132" y="72"/>
                  </a:moveTo>
                  <a:cubicBezTo>
                    <a:pt x="132" y="72"/>
                    <a:pt x="136" y="84"/>
                    <a:pt x="136" y="88"/>
                  </a:cubicBezTo>
                  <a:lnTo>
                    <a:pt x="136" y="92"/>
                  </a:lnTo>
                  <a:lnTo>
                    <a:pt x="136" y="100"/>
                  </a:lnTo>
                  <a:lnTo>
                    <a:pt x="140" y="116"/>
                  </a:lnTo>
                  <a:cubicBezTo>
                    <a:pt x="148" y="164"/>
                    <a:pt x="160" y="216"/>
                    <a:pt x="168" y="268"/>
                  </a:cubicBezTo>
                  <a:cubicBezTo>
                    <a:pt x="170" y="277"/>
                    <a:pt x="172" y="286"/>
                    <a:pt x="174" y="295"/>
                  </a:cubicBezTo>
                  <a:lnTo>
                    <a:pt x="174" y="295"/>
                  </a:lnTo>
                  <a:cubicBezTo>
                    <a:pt x="174" y="294"/>
                    <a:pt x="173" y="293"/>
                    <a:pt x="172" y="292"/>
                  </a:cubicBezTo>
                  <a:cubicBezTo>
                    <a:pt x="128" y="252"/>
                    <a:pt x="92" y="200"/>
                    <a:pt x="68" y="148"/>
                  </a:cubicBezTo>
                  <a:cubicBezTo>
                    <a:pt x="64" y="116"/>
                    <a:pt x="80" y="92"/>
                    <a:pt x="104" y="80"/>
                  </a:cubicBezTo>
                  <a:cubicBezTo>
                    <a:pt x="112" y="72"/>
                    <a:pt x="124" y="72"/>
                    <a:pt x="132" y="72"/>
                  </a:cubicBezTo>
                  <a:close/>
                  <a:moveTo>
                    <a:pt x="116" y="0"/>
                  </a:moveTo>
                  <a:cubicBezTo>
                    <a:pt x="100" y="4"/>
                    <a:pt x="84" y="8"/>
                    <a:pt x="68" y="20"/>
                  </a:cubicBezTo>
                  <a:cubicBezTo>
                    <a:pt x="44" y="32"/>
                    <a:pt x="24" y="56"/>
                    <a:pt x="12" y="84"/>
                  </a:cubicBezTo>
                  <a:cubicBezTo>
                    <a:pt x="0" y="112"/>
                    <a:pt x="0" y="144"/>
                    <a:pt x="12" y="168"/>
                  </a:cubicBezTo>
                  <a:cubicBezTo>
                    <a:pt x="28" y="208"/>
                    <a:pt x="56" y="240"/>
                    <a:pt x="88" y="264"/>
                  </a:cubicBezTo>
                  <a:cubicBezTo>
                    <a:pt x="112" y="284"/>
                    <a:pt x="136" y="300"/>
                    <a:pt x="156" y="312"/>
                  </a:cubicBezTo>
                  <a:cubicBezTo>
                    <a:pt x="165" y="319"/>
                    <a:pt x="174" y="326"/>
                    <a:pt x="183" y="332"/>
                  </a:cubicBezTo>
                  <a:lnTo>
                    <a:pt x="183" y="332"/>
                  </a:lnTo>
                  <a:cubicBezTo>
                    <a:pt x="191" y="363"/>
                    <a:pt x="199" y="394"/>
                    <a:pt x="208" y="424"/>
                  </a:cubicBezTo>
                  <a:cubicBezTo>
                    <a:pt x="244" y="524"/>
                    <a:pt x="284" y="620"/>
                    <a:pt x="328" y="716"/>
                  </a:cubicBezTo>
                  <a:cubicBezTo>
                    <a:pt x="348" y="760"/>
                    <a:pt x="372" y="804"/>
                    <a:pt x="396" y="848"/>
                  </a:cubicBezTo>
                  <a:cubicBezTo>
                    <a:pt x="416" y="892"/>
                    <a:pt x="452" y="928"/>
                    <a:pt x="496" y="952"/>
                  </a:cubicBezTo>
                  <a:cubicBezTo>
                    <a:pt x="511" y="957"/>
                    <a:pt x="527" y="959"/>
                    <a:pt x="542" y="959"/>
                  </a:cubicBezTo>
                  <a:cubicBezTo>
                    <a:pt x="569" y="959"/>
                    <a:pt x="595" y="953"/>
                    <a:pt x="620" y="940"/>
                  </a:cubicBezTo>
                  <a:cubicBezTo>
                    <a:pt x="648" y="928"/>
                    <a:pt x="676" y="920"/>
                    <a:pt x="700" y="908"/>
                  </a:cubicBezTo>
                  <a:cubicBezTo>
                    <a:pt x="744" y="892"/>
                    <a:pt x="768" y="880"/>
                    <a:pt x="768" y="880"/>
                  </a:cubicBezTo>
                  <a:cubicBezTo>
                    <a:pt x="768" y="876"/>
                    <a:pt x="768" y="876"/>
                    <a:pt x="764" y="876"/>
                  </a:cubicBezTo>
                  <a:cubicBezTo>
                    <a:pt x="764" y="872"/>
                    <a:pt x="764" y="872"/>
                    <a:pt x="760" y="872"/>
                  </a:cubicBezTo>
                  <a:cubicBezTo>
                    <a:pt x="760" y="872"/>
                    <a:pt x="736" y="872"/>
                    <a:pt x="688" y="880"/>
                  </a:cubicBezTo>
                  <a:cubicBezTo>
                    <a:pt x="664" y="884"/>
                    <a:pt x="636" y="888"/>
                    <a:pt x="604" y="896"/>
                  </a:cubicBezTo>
                  <a:cubicBezTo>
                    <a:pt x="590" y="900"/>
                    <a:pt x="575" y="902"/>
                    <a:pt x="560" y="902"/>
                  </a:cubicBezTo>
                  <a:cubicBezTo>
                    <a:pt x="545" y="902"/>
                    <a:pt x="530" y="900"/>
                    <a:pt x="516" y="896"/>
                  </a:cubicBezTo>
                  <a:cubicBezTo>
                    <a:pt x="484" y="876"/>
                    <a:pt x="460" y="848"/>
                    <a:pt x="444" y="812"/>
                  </a:cubicBezTo>
                  <a:cubicBezTo>
                    <a:pt x="416" y="776"/>
                    <a:pt x="388" y="740"/>
                    <a:pt x="360" y="700"/>
                  </a:cubicBezTo>
                  <a:cubicBezTo>
                    <a:pt x="328" y="656"/>
                    <a:pt x="304" y="612"/>
                    <a:pt x="284" y="568"/>
                  </a:cubicBezTo>
                  <a:cubicBezTo>
                    <a:pt x="264" y="520"/>
                    <a:pt x="252" y="468"/>
                    <a:pt x="244" y="416"/>
                  </a:cubicBezTo>
                  <a:cubicBezTo>
                    <a:pt x="236" y="364"/>
                    <a:pt x="232" y="316"/>
                    <a:pt x="228" y="260"/>
                  </a:cubicBezTo>
                  <a:cubicBezTo>
                    <a:pt x="224" y="208"/>
                    <a:pt x="216" y="156"/>
                    <a:pt x="208" y="108"/>
                  </a:cubicBezTo>
                  <a:lnTo>
                    <a:pt x="208" y="88"/>
                  </a:lnTo>
                  <a:lnTo>
                    <a:pt x="208" y="76"/>
                  </a:lnTo>
                  <a:lnTo>
                    <a:pt x="208" y="72"/>
                  </a:lnTo>
                  <a:lnTo>
                    <a:pt x="208" y="64"/>
                  </a:lnTo>
                  <a:cubicBezTo>
                    <a:pt x="204" y="56"/>
                    <a:pt x="204" y="52"/>
                    <a:pt x="200" y="44"/>
                  </a:cubicBezTo>
                  <a:cubicBezTo>
                    <a:pt x="192" y="32"/>
                    <a:pt x="184" y="24"/>
                    <a:pt x="176" y="16"/>
                  </a:cubicBezTo>
                  <a:cubicBezTo>
                    <a:pt x="156" y="4"/>
                    <a:pt x="136" y="0"/>
                    <a:pt x="1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1" name="Google Shape;3321;p60"/>
          <p:cNvSpPr txBox="1">
            <a:spLocks noGrp="1"/>
          </p:cNvSpPr>
          <p:nvPr>
            <p:ph type="body" idx="1"/>
          </p:nvPr>
        </p:nvSpPr>
        <p:spPr>
          <a:xfrm>
            <a:off x="720000" y="1732200"/>
            <a:ext cx="7704000" cy="28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 sz="1200"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22" name="Google Shape;3322;p60"/>
          <p:cNvSpPr txBox="1">
            <a:spLocks noGrp="1"/>
          </p:cNvSpPr>
          <p:nvPr>
            <p:ph type="title"/>
          </p:nvPr>
        </p:nvSpPr>
        <p:spPr>
          <a:xfrm>
            <a:off x="720000" y="406400"/>
            <a:ext cx="7704000" cy="11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Poppins Black"/>
              <a:buNone/>
              <a:defRPr sz="3600">
                <a:solidFill>
                  <a:schemeClr val="accen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 Black"/>
              <a:buNone/>
              <a:defRPr sz="2800">
                <a:solidFill>
                  <a:schemeClr val="accen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 Black"/>
              <a:buNone/>
              <a:defRPr sz="2800">
                <a:solidFill>
                  <a:schemeClr val="accen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 Black"/>
              <a:buNone/>
              <a:defRPr sz="2800">
                <a:solidFill>
                  <a:schemeClr val="accen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 Black"/>
              <a:buNone/>
              <a:defRPr sz="2800">
                <a:solidFill>
                  <a:schemeClr val="accen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 Black"/>
              <a:buNone/>
              <a:defRPr sz="2800">
                <a:solidFill>
                  <a:schemeClr val="accen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 Black"/>
              <a:buNone/>
              <a:defRPr sz="2800">
                <a:solidFill>
                  <a:schemeClr val="accen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 Black"/>
              <a:buNone/>
              <a:defRPr sz="2800">
                <a:solidFill>
                  <a:schemeClr val="accen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Poppins Black"/>
              <a:buNone/>
              <a:defRPr sz="2800">
                <a:solidFill>
                  <a:schemeClr val="accent2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"/>
              <a:buChar char="●"/>
              <a:defRPr sz="18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Poppins"/>
              <a:buChar char="■"/>
              <a:defRPr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8" r:id="rId4"/>
    <p:sldLayoutId id="2147483660" r:id="rId5"/>
    <p:sldLayoutId id="2147483662" r:id="rId6"/>
    <p:sldLayoutId id="2147483666" r:id="rId7"/>
    <p:sldLayoutId id="2147483690" r:id="rId8"/>
    <p:sldLayoutId id="2147483696" r:id="rId9"/>
    <p:sldLayoutId id="2147483697" r:id="rId10"/>
    <p:sldLayoutId id="2147483698" r:id="rId11"/>
    <p:sldLayoutId id="2147483700" r:id="rId12"/>
    <p:sldLayoutId id="2147483706" r:id="rId13"/>
  </p:sldLayoutIdLst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p65"/>
          <p:cNvSpPr txBox="1">
            <a:spLocks noGrp="1"/>
          </p:cNvSpPr>
          <p:nvPr>
            <p:ph type="ctrTitle"/>
          </p:nvPr>
        </p:nvSpPr>
        <p:spPr>
          <a:xfrm>
            <a:off x="606200" y="1339350"/>
            <a:ext cx="5882400" cy="24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" sz="38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DRILLING</a:t>
            </a:r>
            <a:endParaRPr sz="38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36" name="Google Shape;3336;p65"/>
          <p:cNvSpPr txBox="1">
            <a:spLocks noGrp="1"/>
          </p:cNvSpPr>
          <p:nvPr>
            <p:ph type="subTitle" idx="1"/>
          </p:nvPr>
        </p:nvSpPr>
        <p:spPr>
          <a:xfrm>
            <a:off x="1271220" y="3781299"/>
            <a:ext cx="5882400" cy="10890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Ines Bogdanovi</a:t>
            </a:r>
            <a:r>
              <a:rPr lang="sr-Latn-RS" sz="1800" dirty="0"/>
              <a:t>ć RA62/2023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800" dirty="0"/>
              <a:t>Miljana Matejić RA183/2023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800" dirty="0"/>
              <a:t>Anđela Jelić RA82/2023</a:t>
            </a:r>
            <a:endParaRPr sz="1800" dirty="0"/>
          </a:p>
        </p:txBody>
      </p:sp>
      <p:grpSp>
        <p:nvGrpSpPr>
          <p:cNvPr id="3337" name="Google Shape;3337;p65"/>
          <p:cNvGrpSpPr/>
          <p:nvPr/>
        </p:nvGrpSpPr>
        <p:grpSpPr>
          <a:xfrm>
            <a:off x="4579846" y="797000"/>
            <a:ext cx="4766014" cy="2635099"/>
            <a:chOff x="4579846" y="797000"/>
            <a:chExt cx="4766014" cy="2635099"/>
          </a:xfrm>
        </p:grpSpPr>
        <p:sp>
          <p:nvSpPr>
            <p:cNvPr id="3338" name="Google Shape;3338;p65"/>
            <p:cNvSpPr/>
            <p:nvPr/>
          </p:nvSpPr>
          <p:spPr>
            <a:xfrm flipH="1">
              <a:off x="6990490" y="1519992"/>
              <a:ext cx="1188982" cy="1257031"/>
            </a:xfrm>
            <a:custGeom>
              <a:avLst/>
              <a:gdLst/>
              <a:ahLst/>
              <a:cxnLst/>
              <a:rect l="l" t="t" r="r" b="b"/>
              <a:pathLst>
                <a:path w="8841" h="9347" extrusionOk="0">
                  <a:moveTo>
                    <a:pt x="7185" y="0"/>
                  </a:moveTo>
                  <a:lnTo>
                    <a:pt x="7153" y="4"/>
                  </a:lnTo>
                  <a:cubicBezTo>
                    <a:pt x="7013" y="16"/>
                    <a:pt x="6873" y="28"/>
                    <a:pt x="6733" y="36"/>
                  </a:cubicBezTo>
                  <a:lnTo>
                    <a:pt x="6525" y="36"/>
                  </a:lnTo>
                  <a:cubicBezTo>
                    <a:pt x="6453" y="32"/>
                    <a:pt x="6381" y="32"/>
                    <a:pt x="6313" y="32"/>
                  </a:cubicBezTo>
                  <a:cubicBezTo>
                    <a:pt x="6264" y="31"/>
                    <a:pt x="6215" y="30"/>
                    <a:pt x="6166" y="30"/>
                  </a:cubicBezTo>
                  <a:cubicBezTo>
                    <a:pt x="5931" y="30"/>
                    <a:pt x="5696" y="46"/>
                    <a:pt x="5461" y="72"/>
                  </a:cubicBezTo>
                  <a:cubicBezTo>
                    <a:pt x="5316" y="88"/>
                    <a:pt x="5176" y="116"/>
                    <a:pt x="5036" y="160"/>
                  </a:cubicBezTo>
                  <a:cubicBezTo>
                    <a:pt x="5000" y="168"/>
                    <a:pt x="4968" y="184"/>
                    <a:pt x="4932" y="200"/>
                  </a:cubicBezTo>
                  <a:cubicBezTo>
                    <a:pt x="4896" y="212"/>
                    <a:pt x="4864" y="236"/>
                    <a:pt x="4832" y="252"/>
                  </a:cubicBezTo>
                  <a:cubicBezTo>
                    <a:pt x="4808" y="268"/>
                    <a:pt x="4772" y="292"/>
                    <a:pt x="4744" y="304"/>
                  </a:cubicBezTo>
                  <a:cubicBezTo>
                    <a:pt x="4716" y="316"/>
                    <a:pt x="4688" y="332"/>
                    <a:pt x="4656" y="344"/>
                  </a:cubicBezTo>
                  <a:cubicBezTo>
                    <a:pt x="4524" y="388"/>
                    <a:pt x="4392" y="428"/>
                    <a:pt x="4256" y="456"/>
                  </a:cubicBezTo>
                  <a:cubicBezTo>
                    <a:pt x="4180" y="476"/>
                    <a:pt x="4108" y="508"/>
                    <a:pt x="4044" y="548"/>
                  </a:cubicBezTo>
                  <a:cubicBezTo>
                    <a:pt x="3976" y="592"/>
                    <a:pt x="3916" y="648"/>
                    <a:pt x="3876" y="716"/>
                  </a:cubicBezTo>
                  <a:cubicBezTo>
                    <a:pt x="3852" y="748"/>
                    <a:pt x="3836" y="780"/>
                    <a:pt x="3820" y="816"/>
                  </a:cubicBezTo>
                  <a:cubicBezTo>
                    <a:pt x="3804" y="848"/>
                    <a:pt x="3784" y="884"/>
                    <a:pt x="3772" y="920"/>
                  </a:cubicBezTo>
                  <a:cubicBezTo>
                    <a:pt x="3744" y="988"/>
                    <a:pt x="3724" y="1056"/>
                    <a:pt x="3704" y="1128"/>
                  </a:cubicBezTo>
                  <a:cubicBezTo>
                    <a:pt x="3672" y="1272"/>
                    <a:pt x="3652" y="1416"/>
                    <a:pt x="3648" y="1565"/>
                  </a:cubicBezTo>
                  <a:cubicBezTo>
                    <a:pt x="3636" y="1857"/>
                    <a:pt x="3696" y="2149"/>
                    <a:pt x="3828" y="2409"/>
                  </a:cubicBezTo>
                  <a:cubicBezTo>
                    <a:pt x="3888" y="2541"/>
                    <a:pt x="3952" y="2665"/>
                    <a:pt x="4012" y="2789"/>
                  </a:cubicBezTo>
                  <a:cubicBezTo>
                    <a:pt x="4068" y="2909"/>
                    <a:pt x="4104" y="3037"/>
                    <a:pt x="4124" y="3165"/>
                  </a:cubicBezTo>
                  <a:cubicBezTo>
                    <a:pt x="4084" y="3109"/>
                    <a:pt x="4040" y="3057"/>
                    <a:pt x="3992" y="3005"/>
                  </a:cubicBezTo>
                  <a:cubicBezTo>
                    <a:pt x="3956" y="2969"/>
                    <a:pt x="3920" y="2933"/>
                    <a:pt x="3884" y="2897"/>
                  </a:cubicBezTo>
                  <a:lnTo>
                    <a:pt x="3856" y="2873"/>
                  </a:lnTo>
                  <a:cubicBezTo>
                    <a:pt x="3852" y="2869"/>
                    <a:pt x="3848" y="2865"/>
                    <a:pt x="3844" y="2861"/>
                  </a:cubicBezTo>
                  <a:lnTo>
                    <a:pt x="3832" y="2849"/>
                  </a:lnTo>
                  <a:lnTo>
                    <a:pt x="3808" y="2821"/>
                  </a:lnTo>
                  <a:lnTo>
                    <a:pt x="3788" y="2793"/>
                  </a:lnTo>
                  <a:cubicBezTo>
                    <a:pt x="3740" y="2709"/>
                    <a:pt x="3700" y="2621"/>
                    <a:pt x="3668" y="2529"/>
                  </a:cubicBezTo>
                  <a:lnTo>
                    <a:pt x="3564" y="2245"/>
                  </a:lnTo>
                  <a:cubicBezTo>
                    <a:pt x="3528" y="2153"/>
                    <a:pt x="3492" y="2057"/>
                    <a:pt x="3448" y="1965"/>
                  </a:cubicBezTo>
                  <a:cubicBezTo>
                    <a:pt x="3404" y="1873"/>
                    <a:pt x="3352" y="1781"/>
                    <a:pt x="3292" y="1697"/>
                  </a:cubicBezTo>
                  <a:cubicBezTo>
                    <a:pt x="3228" y="1609"/>
                    <a:pt x="3152" y="1532"/>
                    <a:pt x="3060" y="1476"/>
                  </a:cubicBezTo>
                  <a:lnTo>
                    <a:pt x="3024" y="1452"/>
                  </a:lnTo>
                  <a:lnTo>
                    <a:pt x="2988" y="1436"/>
                  </a:lnTo>
                  <a:cubicBezTo>
                    <a:pt x="2964" y="1424"/>
                    <a:pt x="2944" y="1412"/>
                    <a:pt x="2920" y="1404"/>
                  </a:cubicBezTo>
                  <a:cubicBezTo>
                    <a:pt x="2868" y="1384"/>
                    <a:pt x="2816" y="1368"/>
                    <a:pt x="2768" y="1356"/>
                  </a:cubicBezTo>
                  <a:lnTo>
                    <a:pt x="2692" y="1340"/>
                  </a:lnTo>
                  <a:lnTo>
                    <a:pt x="2616" y="1324"/>
                  </a:lnTo>
                  <a:cubicBezTo>
                    <a:pt x="2564" y="1316"/>
                    <a:pt x="2516" y="1312"/>
                    <a:pt x="2464" y="1308"/>
                  </a:cubicBezTo>
                  <a:cubicBezTo>
                    <a:pt x="2364" y="1300"/>
                    <a:pt x="2260" y="1296"/>
                    <a:pt x="2160" y="1296"/>
                  </a:cubicBezTo>
                  <a:cubicBezTo>
                    <a:pt x="2060" y="1296"/>
                    <a:pt x="1956" y="1304"/>
                    <a:pt x="1856" y="1312"/>
                  </a:cubicBezTo>
                  <a:cubicBezTo>
                    <a:pt x="1756" y="1320"/>
                    <a:pt x="1656" y="1332"/>
                    <a:pt x="1556" y="1348"/>
                  </a:cubicBezTo>
                  <a:cubicBezTo>
                    <a:pt x="1456" y="1364"/>
                    <a:pt x="1356" y="1384"/>
                    <a:pt x="1260" y="1412"/>
                  </a:cubicBezTo>
                  <a:cubicBezTo>
                    <a:pt x="1212" y="1424"/>
                    <a:pt x="1164" y="1440"/>
                    <a:pt x="1116" y="1456"/>
                  </a:cubicBezTo>
                  <a:lnTo>
                    <a:pt x="976" y="1512"/>
                  </a:lnTo>
                  <a:cubicBezTo>
                    <a:pt x="884" y="1549"/>
                    <a:pt x="788" y="1577"/>
                    <a:pt x="692" y="1597"/>
                  </a:cubicBezTo>
                  <a:cubicBezTo>
                    <a:pt x="636" y="1608"/>
                    <a:pt x="580" y="1614"/>
                    <a:pt x="524" y="1614"/>
                  </a:cubicBezTo>
                  <a:cubicBezTo>
                    <a:pt x="484" y="1614"/>
                    <a:pt x="444" y="1611"/>
                    <a:pt x="404" y="1605"/>
                  </a:cubicBezTo>
                  <a:lnTo>
                    <a:pt x="336" y="1589"/>
                  </a:lnTo>
                  <a:lnTo>
                    <a:pt x="376" y="1649"/>
                  </a:lnTo>
                  <a:cubicBezTo>
                    <a:pt x="432" y="1745"/>
                    <a:pt x="468" y="1849"/>
                    <a:pt x="480" y="1957"/>
                  </a:cubicBezTo>
                  <a:cubicBezTo>
                    <a:pt x="492" y="2065"/>
                    <a:pt x="484" y="2177"/>
                    <a:pt x="456" y="2281"/>
                  </a:cubicBezTo>
                  <a:lnTo>
                    <a:pt x="436" y="2369"/>
                  </a:lnTo>
                  <a:lnTo>
                    <a:pt x="424" y="2457"/>
                  </a:lnTo>
                  <a:cubicBezTo>
                    <a:pt x="416" y="2513"/>
                    <a:pt x="408" y="2573"/>
                    <a:pt x="408" y="2633"/>
                  </a:cubicBezTo>
                  <a:cubicBezTo>
                    <a:pt x="404" y="2753"/>
                    <a:pt x="416" y="2873"/>
                    <a:pt x="440" y="2989"/>
                  </a:cubicBezTo>
                  <a:cubicBezTo>
                    <a:pt x="464" y="3105"/>
                    <a:pt x="508" y="3221"/>
                    <a:pt x="568" y="3325"/>
                  </a:cubicBezTo>
                  <a:cubicBezTo>
                    <a:pt x="632" y="3433"/>
                    <a:pt x="708" y="3525"/>
                    <a:pt x="804" y="3605"/>
                  </a:cubicBezTo>
                  <a:lnTo>
                    <a:pt x="876" y="3661"/>
                  </a:lnTo>
                  <a:cubicBezTo>
                    <a:pt x="900" y="3677"/>
                    <a:pt x="928" y="3693"/>
                    <a:pt x="952" y="3709"/>
                  </a:cubicBezTo>
                  <a:cubicBezTo>
                    <a:pt x="1004" y="3741"/>
                    <a:pt x="1060" y="3769"/>
                    <a:pt x="1116" y="3793"/>
                  </a:cubicBezTo>
                  <a:cubicBezTo>
                    <a:pt x="1224" y="3837"/>
                    <a:pt x="1332" y="3873"/>
                    <a:pt x="1440" y="3913"/>
                  </a:cubicBezTo>
                  <a:cubicBezTo>
                    <a:pt x="1604" y="3969"/>
                    <a:pt x="1768" y="4021"/>
                    <a:pt x="1932" y="4077"/>
                  </a:cubicBezTo>
                  <a:cubicBezTo>
                    <a:pt x="1813" y="4052"/>
                    <a:pt x="1692" y="4042"/>
                    <a:pt x="1570" y="4042"/>
                  </a:cubicBezTo>
                  <a:cubicBezTo>
                    <a:pt x="1532" y="4042"/>
                    <a:pt x="1494" y="4043"/>
                    <a:pt x="1456" y="4045"/>
                  </a:cubicBezTo>
                  <a:cubicBezTo>
                    <a:pt x="1336" y="4053"/>
                    <a:pt x="1216" y="4085"/>
                    <a:pt x="1108" y="4141"/>
                  </a:cubicBezTo>
                  <a:cubicBezTo>
                    <a:pt x="1048" y="4177"/>
                    <a:pt x="992" y="4221"/>
                    <a:pt x="948" y="4273"/>
                  </a:cubicBezTo>
                  <a:cubicBezTo>
                    <a:pt x="936" y="4289"/>
                    <a:pt x="924" y="4301"/>
                    <a:pt x="916" y="4317"/>
                  </a:cubicBezTo>
                  <a:lnTo>
                    <a:pt x="900" y="4337"/>
                  </a:lnTo>
                  <a:lnTo>
                    <a:pt x="888" y="4361"/>
                  </a:lnTo>
                  <a:lnTo>
                    <a:pt x="840" y="4449"/>
                  </a:lnTo>
                  <a:cubicBezTo>
                    <a:pt x="772" y="4573"/>
                    <a:pt x="716" y="4705"/>
                    <a:pt x="672" y="4841"/>
                  </a:cubicBezTo>
                  <a:cubicBezTo>
                    <a:pt x="628" y="4985"/>
                    <a:pt x="592" y="5133"/>
                    <a:pt x="564" y="5281"/>
                  </a:cubicBezTo>
                  <a:cubicBezTo>
                    <a:pt x="532" y="5429"/>
                    <a:pt x="500" y="5585"/>
                    <a:pt x="464" y="5737"/>
                  </a:cubicBezTo>
                  <a:cubicBezTo>
                    <a:pt x="444" y="5813"/>
                    <a:pt x="424" y="5893"/>
                    <a:pt x="400" y="5969"/>
                  </a:cubicBezTo>
                  <a:cubicBezTo>
                    <a:pt x="392" y="6005"/>
                    <a:pt x="376" y="6045"/>
                    <a:pt x="364" y="6085"/>
                  </a:cubicBezTo>
                  <a:cubicBezTo>
                    <a:pt x="352" y="6125"/>
                    <a:pt x="340" y="6161"/>
                    <a:pt x="328" y="6201"/>
                  </a:cubicBezTo>
                  <a:cubicBezTo>
                    <a:pt x="272" y="6357"/>
                    <a:pt x="204" y="6509"/>
                    <a:pt x="128" y="6657"/>
                  </a:cubicBezTo>
                  <a:lnTo>
                    <a:pt x="64" y="6769"/>
                  </a:lnTo>
                  <a:cubicBezTo>
                    <a:pt x="52" y="6785"/>
                    <a:pt x="40" y="6805"/>
                    <a:pt x="32" y="6829"/>
                  </a:cubicBezTo>
                  <a:cubicBezTo>
                    <a:pt x="16" y="6853"/>
                    <a:pt x="8" y="6881"/>
                    <a:pt x="4" y="6909"/>
                  </a:cubicBezTo>
                  <a:cubicBezTo>
                    <a:pt x="0" y="6933"/>
                    <a:pt x="4" y="6961"/>
                    <a:pt x="16" y="6981"/>
                  </a:cubicBezTo>
                  <a:cubicBezTo>
                    <a:pt x="28" y="7001"/>
                    <a:pt x="44" y="7017"/>
                    <a:pt x="68" y="7025"/>
                  </a:cubicBezTo>
                  <a:cubicBezTo>
                    <a:pt x="88" y="7037"/>
                    <a:pt x="112" y="7045"/>
                    <a:pt x="140" y="7049"/>
                  </a:cubicBezTo>
                  <a:cubicBezTo>
                    <a:pt x="172" y="7065"/>
                    <a:pt x="200" y="7085"/>
                    <a:pt x="224" y="7109"/>
                  </a:cubicBezTo>
                  <a:cubicBezTo>
                    <a:pt x="348" y="7229"/>
                    <a:pt x="464" y="7357"/>
                    <a:pt x="576" y="7489"/>
                  </a:cubicBezTo>
                  <a:cubicBezTo>
                    <a:pt x="692" y="7629"/>
                    <a:pt x="820" y="7757"/>
                    <a:pt x="956" y="7873"/>
                  </a:cubicBezTo>
                  <a:cubicBezTo>
                    <a:pt x="1028" y="7937"/>
                    <a:pt x="1120" y="7981"/>
                    <a:pt x="1216" y="7989"/>
                  </a:cubicBezTo>
                  <a:cubicBezTo>
                    <a:pt x="1300" y="7989"/>
                    <a:pt x="1388" y="7993"/>
                    <a:pt x="1476" y="8009"/>
                  </a:cubicBezTo>
                  <a:cubicBezTo>
                    <a:pt x="1648" y="8049"/>
                    <a:pt x="1816" y="8097"/>
                    <a:pt x="1980" y="8157"/>
                  </a:cubicBezTo>
                  <a:lnTo>
                    <a:pt x="2472" y="8329"/>
                  </a:lnTo>
                  <a:cubicBezTo>
                    <a:pt x="2632" y="8389"/>
                    <a:pt x="2800" y="8437"/>
                    <a:pt x="2968" y="8469"/>
                  </a:cubicBezTo>
                  <a:cubicBezTo>
                    <a:pt x="3024" y="8479"/>
                    <a:pt x="3082" y="8485"/>
                    <a:pt x="3139" y="8485"/>
                  </a:cubicBezTo>
                  <a:cubicBezTo>
                    <a:pt x="3168" y="8485"/>
                    <a:pt x="3196" y="8483"/>
                    <a:pt x="3224" y="8481"/>
                  </a:cubicBezTo>
                  <a:cubicBezTo>
                    <a:pt x="3312" y="8473"/>
                    <a:pt x="3396" y="8445"/>
                    <a:pt x="3476" y="8401"/>
                  </a:cubicBezTo>
                  <a:cubicBezTo>
                    <a:pt x="3612" y="8309"/>
                    <a:pt x="3724" y="8189"/>
                    <a:pt x="3812" y="8049"/>
                  </a:cubicBezTo>
                  <a:lnTo>
                    <a:pt x="3812" y="8049"/>
                  </a:lnTo>
                  <a:cubicBezTo>
                    <a:pt x="3808" y="8133"/>
                    <a:pt x="3820" y="8217"/>
                    <a:pt x="3844" y="8297"/>
                  </a:cubicBezTo>
                  <a:cubicBezTo>
                    <a:pt x="3864" y="8361"/>
                    <a:pt x="3892" y="8425"/>
                    <a:pt x="3928" y="8485"/>
                  </a:cubicBezTo>
                  <a:cubicBezTo>
                    <a:pt x="3972" y="8553"/>
                    <a:pt x="4028" y="8613"/>
                    <a:pt x="4092" y="8665"/>
                  </a:cubicBezTo>
                  <a:cubicBezTo>
                    <a:pt x="4112" y="8677"/>
                    <a:pt x="4128" y="8689"/>
                    <a:pt x="4148" y="8701"/>
                  </a:cubicBezTo>
                  <a:lnTo>
                    <a:pt x="4180" y="8721"/>
                  </a:lnTo>
                  <a:cubicBezTo>
                    <a:pt x="4184" y="8725"/>
                    <a:pt x="4184" y="8725"/>
                    <a:pt x="4196" y="8729"/>
                  </a:cubicBezTo>
                  <a:lnTo>
                    <a:pt x="4212" y="8737"/>
                  </a:lnTo>
                  <a:cubicBezTo>
                    <a:pt x="4252" y="8757"/>
                    <a:pt x="4296" y="8777"/>
                    <a:pt x="4340" y="8793"/>
                  </a:cubicBezTo>
                  <a:cubicBezTo>
                    <a:pt x="4432" y="8825"/>
                    <a:pt x="4528" y="8853"/>
                    <a:pt x="4628" y="8873"/>
                  </a:cubicBezTo>
                  <a:cubicBezTo>
                    <a:pt x="4832" y="8913"/>
                    <a:pt x="5052" y="8937"/>
                    <a:pt x="5280" y="8973"/>
                  </a:cubicBezTo>
                  <a:cubicBezTo>
                    <a:pt x="5505" y="9009"/>
                    <a:pt x="5749" y="9041"/>
                    <a:pt x="5941" y="9209"/>
                  </a:cubicBezTo>
                  <a:cubicBezTo>
                    <a:pt x="5993" y="9245"/>
                    <a:pt x="6049" y="9281"/>
                    <a:pt x="6105" y="9313"/>
                  </a:cubicBezTo>
                  <a:cubicBezTo>
                    <a:pt x="6121" y="9325"/>
                    <a:pt x="6141" y="9329"/>
                    <a:pt x="6157" y="9337"/>
                  </a:cubicBezTo>
                  <a:cubicBezTo>
                    <a:pt x="6171" y="9343"/>
                    <a:pt x="6186" y="9346"/>
                    <a:pt x="6202" y="9346"/>
                  </a:cubicBezTo>
                  <a:cubicBezTo>
                    <a:pt x="6208" y="9346"/>
                    <a:pt x="6214" y="9346"/>
                    <a:pt x="6221" y="9345"/>
                  </a:cubicBezTo>
                  <a:cubicBezTo>
                    <a:pt x="6233" y="9341"/>
                    <a:pt x="6249" y="9329"/>
                    <a:pt x="6257" y="9317"/>
                  </a:cubicBezTo>
                  <a:cubicBezTo>
                    <a:pt x="6261" y="9309"/>
                    <a:pt x="6265" y="9297"/>
                    <a:pt x="6265" y="9285"/>
                  </a:cubicBezTo>
                  <a:cubicBezTo>
                    <a:pt x="6265" y="9277"/>
                    <a:pt x="6269" y="9269"/>
                    <a:pt x="6269" y="9257"/>
                  </a:cubicBezTo>
                  <a:lnTo>
                    <a:pt x="6269" y="9253"/>
                  </a:lnTo>
                  <a:lnTo>
                    <a:pt x="6269" y="9249"/>
                  </a:lnTo>
                  <a:lnTo>
                    <a:pt x="6273" y="9237"/>
                  </a:lnTo>
                  <a:cubicBezTo>
                    <a:pt x="6293" y="9177"/>
                    <a:pt x="6313" y="9117"/>
                    <a:pt x="6341" y="9057"/>
                  </a:cubicBezTo>
                  <a:cubicBezTo>
                    <a:pt x="6365" y="8997"/>
                    <a:pt x="6393" y="8937"/>
                    <a:pt x="6421" y="8877"/>
                  </a:cubicBezTo>
                  <a:cubicBezTo>
                    <a:pt x="6537" y="8633"/>
                    <a:pt x="6681" y="8405"/>
                    <a:pt x="6857" y="8201"/>
                  </a:cubicBezTo>
                  <a:cubicBezTo>
                    <a:pt x="7045" y="7989"/>
                    <a:pt x="7145" y="7717"/>
                    <a:pt x="7201" y="7449"/>
                  </a:cubicBezTo>
                  <a:cubicBezTo>
                    <a:pt x="7229" y="7313"/>
                    <a:pt x="7237" y="7177"/>
                    <a:pt x="7233" y="7041"/>
                  </a:cubicBezTo>
                  <a:cubicBezTo>
                    <a:pt x="7229" y="6901"/>
                    <a:pt x="7197" y="6765"/>
                    <a:pt x="7145" y="6641"/>
                  </a:cubicBezTo>
                  <a:cubicBezTo>
                    <a:pt x="7129" y="6609"/>
                    <a:pt x="7113" y="6577"/>
                    <a:pt x="7097" y="6545"/>
                  </a:cubicBezTo>
                  <a:cubicBezTo>
                    <a:pt x="7077" y="6517"/>
                    <a:pt x="7057" y="6489"/>
                    <a:pt x="7037" y="6461"/>
                  </a:cubicBezTo>
                  <a:cubicBezTo>
                    <a:pt x="7017" y="6433"/>
                    <a:pt x="6985" y="6413"/>
                    <a:pt x="6961" y="6389"/>
                  </a:cubicBezTo>
                  <a:cubicBezTo>
                    <a:pt x="6937" y="6365"/>
                    <a:pt x="6917" y="6345"/>
                    <a:pt x="6893" y="6325"/>
                  </a:cubicBezTo>
                  <a:lnTo>
                    <a:pt x="6873" y="6305"/>
                  </a:lnTo>
                  <a:lnTo>
                    <a:pt x="6873" y="6305"/>
                  </a:lnTo>
                  <a:cubicBezTo>
                    <a:pt x="6905" y="6325"/>
                    <a:pt x="6937" y="6345"/>
                    <a:pt x="6969" y="6365"/>
                  </a:cubicBezTo>
                  <a:cubicBezTo>
                    <a:pt x="7013" y="6401"/>
                    <a:pt x="7061" y="6429"/>
                    <a:pt x="7113" y="6457"/>
                  </a:cubicBezTo>
                  <a:cubicBezTo>
                    <a:pt x="7161" y="6485"/>
                    <a:pt x="7213" y="6505"/>
                    <a:pt x="7265" y="6525"/>
                  </a:cubicBezTo>
                  <a:cubicBezTo>
                    <a:pt x="7373" y="6569"/>
                    <a:pt x="7481" y="6601"/>
                    <a:pt x="7597" y="6617"/>
                  </a:cubicBezTo>
                  <a:cubicBezTo>
                    <a:pt x="7638" y="6623"/>
                    <a:pt x="7681" y="6626"/>
                    <a:pt x="7724" y="6626"/>
                  </a:cubicBezTo>
                  <a:cubicBezTo>
                    <a:pt x="7740" y="6626"/>
                    <a:pt x="7757" y="6626"/>
                    <a:pt x="7773" y="6625"/>
                  </a:cubicBezTo>
                  <a:cubicBezTo>
                    <a:pt x="7845" y="6621"/>
                    <a:pt x="7909" y="6597"/>
                    <a:pt x="7965" y="6549"/>
                  </a:cubicBezTo>
                  <a:lnTo>
                    <a:pt x="7993" y="6517"/>
                  </a:lnTo>
                  <a:lnTo>
                    <a:pt x="8021" y="6485"/>
                  </a:lnTo>
                  <a:cubicBezTo>
                    <a:pt x="8041" y="6461"/>
                    <a:pt x="8057" y="6437"/>
                    <a:pt x="8073" y="6413"/>
                  </a:cubicBezTo>
                  <a:lnTo>
                    <a:pt x="8165" y="6277"/>
                  </a:lnTo>
                  <a:cubicBezTo>
                    <a:pt x="8225" y="6185"/>
                    <a:pt x="8285" y="6093"/>
                    <a:pt x="8349" y="6005"/>
                  </a:cubicBezTo>
                  <a:cubicBezTo>
                    <a:pt x="8381" y="5961"/>
                    <a:pt x="8413" y="5917"/>
                    <a:pt x="8449" y="5877"/>
                  </a:cubicBezTo>
                  <a:cubicBezTo>
                    <a:pt x="8485" y="5833"/>
                    <a:pt x="8521" y="5793"/>
                    <a:pt x="8557" y="5753"/>
                  </a:cubicBezTo>
                  <a:cubicBezTo>
                    <a:pt x="8597" y="5717"/>
                    <a:pt x="8637" y="5681"/>
                    <a:pt x="8677" y="5649"/>
                  </a:cubicBezTo>
                  <a:lnTo>
                    <a:pt x="8737" y="5597"/>
                  </a:lnTo>
                  <a:lnTo>
                    <a:pt x="8809" y="5561"/>
                  </a:lnTo>
                  <a:lnTo>
                    <a:pt x="8841" y="5545"/>
                  </a:lnTo>
                  <a:lnTo>
                    <a:pt x="8817" y="5521"/>
                  </a:lnTo>
                  <a:cubicBezTo>
                    <a:pt x="8749" y="5461"/>
                    <a:pt x="8701" y="5381"/>
                    <a:pt x="8669" y="5297"/>
                  </a:cubicBezTo>
                  <a:cubicBezTo>
                    <a:pt x="8665" y="5277"/>
                    <a:pt x="8661" y="5253"/>
                    <a:pt x="8661" y="5233"/>
                  </a:cubicBezTo>
                  <a:lnTo>
                    <a:pt x="8661" y="5201"/>
                  </a:lnTo>
                  <a:lnTo>
                    <a:pt x="8661" y="5165"/>
                  </a:lnTo>
                  <a:cubicBezTo>
                    <a:pt x="8661" y="5117"/>
                    <a:pt x="8661" y="5069"/>
                    <a:pt x="8661" y="5021"/>
                  </a:cubicBezTo>
                  <a:cubicBezTo>
                    <a:pt x="8653" y="4925"/>
                    <a:pt x="8645" y="4829"/>
                    <a:pt x="8633" y="4733"/>
                  </a:cubicBezTo>
                  <a:cubicBezTo>
                    <a:pt x="8621" y="4641"/>
                    <a:pt x="8601" y="4545"/>
                    <a:pt x="8581" y="4453"/>
                  </a:cubicBezTo>
                  <a:cubicBezTo>
                    <a:pt x="8557" y="4357"/>
                    <a:pt x="8529" y="4265"/>
                    <a:pt x="8493" y="4177"/>
                  </a:cubicBezTo>
                  <a:cubicBezTo>
                    <a:pt x="8457" y="4085"/>
                    <a:pt x="8409" y="3997"/>
                    <a:pt x="8353" y="3917"/>
                  </a:cubicBezTo>
                  <a:cubicBezTo>
                    <a:pt x="8293" y="3829"/>
                    <a:pt x="8213" y="3761"/>
                    <a:pt x="8117" y="3713"/>
                  </a:cubicBezTo>
                  <a:lnTo>
                    <a:pt x="8053" y="3681"/>
                  </a:lnTo>
                  <a:lnTo>
                    <a:pt x="7977" y="3657"/>
                  </a:lnTo>
                  <a:cubicBezTo>
                    <a:pt x="7953" y="3649"/>
                    <a:pt x="7929" y="3641"/>
                    <a:pt x="7901" y="3637"/>
                  </a:cubicBezTo>
                  <a:cubicBezTo>
                    <a:pt x="7877" y="3633"/>
                    <a:pt x="7853" y="3629"/>
                    <a:pt x="7829" y="3625"/>
                  </a:cubicBezTo>
                  <a:cubicBezTo>
                    <a:pt x="7774" y="3618"/>
                    <a:pt x="7719" y="3615"/>
                    <a:pt x="7663" y="3615"/>
                  </a:cubicBezTo>
                  <a:cubicBezTo>
                    <a:pt x="7619" y="3615"/>
                    <a:pt x="7574" y="3617"/>
                    <a:pt x="7529" y="3621"/>
                  </a:cubicBezTo>
                  <a:cubicBezTo>
                    <a:pt x="7433" y="3633"/>
                    <a:pt x="7337" y="3649"/>
                    <a:pt x="7241" y="3669"/>
                  </a:cubicBezTo>
                  <a:cubicBezTo>
                    <a:pt x="7149" y="3689"/>
                    <a:pt x="7057" y="3717"/>
                    <a:pt x="6965" y="3741"/>
                  </a:cubicBezTo>
                  <a:cubicBezTo>
                    <a:pt x="6921" y="3753"/>
                    <a:pt x="6877" y="3765"/>
                    <a:pt x="6833" y="3773"/>
                  </a:cubicBezTo>
                  <a:cubicBezTo>
                    <a:pt x="6801" y="3775"/>
                    <a:pt x="6770" y="3778"/>
                    <a:pt x="6741" y="3778"/>
                  </a:cubicBezTo>
                  <a:cubicBezTo>
                    <a:pt x="6728" y="3778"/>
                    <a:pt x="6716" y="3778"/>
                    <a:pt x="6705" y="3777"/>
                  </a:cubicBezTo>
                  <a:cubicBezTo>
                    <a:pt x="6625" y="3777"/>
                    <a:pt x="6545" y="3785"/>
                    <a:pt x="6465" y="3793"/>
                  </a:cubicBezTo>
                  <a:cubicBezTo>
                    <a:pt x="6521" y="3761"/>
                    <a:pt x="6577" y="3725"/>
                    <a:pt x="6637" y="3697"/>
                  </a:cubicBezTo>
                  <a:cubicBezTo>
                    <a:pt x="6725" y="3653"/>
                    <a:pt x="6817" y="3617"/>
                    <a:pt x="6913" y="3589"/>
                  </a:cubicBezTo>
                  <a:cubicBezTo>
                    <a:pt x="6961" y="3577"/>
                    <a:pt x="7005" y="3565"/>
                    <a:pt x="7053" y="3553"/>
                  </a:cubicBezTo>
                  <a:lnTo>
                    <a:pt x="7129" y="3541"/>
                  </a:lnTo>
                  <a:cubicBezTo>
                    <a:pt x="7153" y="3537"/>
                    <a:pt x="7177" y="3533"/>
                    <a:pt x="7201" y="3525"/>
                  </a:cubicBezTo>
                  <a:cubicBezTo>
                    <a:pt x="7305" y="3497"/>
                    <a:pt x="7401" y="3453"/>
                    <a:pt x="7489" y="3389"/>
                  </a:cubicBezTo>
                  <a:cubicBezTo>
                    <a:pt x="7657" y="3261"/>
                    <a:pt x="7789" y="3089"/>
                    <a:pt x="7865" y="2889"/>
                  </a:cubicBezTo>
                  <a:cubicBezTo>
                    <a:pt x="7905" y="2793"/>
                    <a:pt x="7925" y="2689"/>
                    <a:pt x="7929" y="2581"/>
                  </a:cubicBezTo>
                  <a:cubicBezTo>
                    <a:pt x="7925" y="2473"/>
                    <a:pt x="7909" y="2369"/>
                    <a:pt x="7881" y="2265"/>
                  </a:cubicBezTo>
                  <a:cubicBezTo>
                    <a:pt x="7857" y="2165"/>
                    <a:pt x="7829" y="2069"/>
                    <a:pt x="7793" y="1973"/>
                  </a:cubicBezTo>
                  <a:cubicBezTo>
                    <a:pt x="7757" y="1881"/>
                    <a:pt x="7721" y="1785"/>
                    <a:pt x="7681" y="1693"/>
                  </a:cubicBezTo>
                  <a:cubicBezTo>
                    <a:pt x="7641" y="1601"/>
                    <a:pt x="7601" y="1508"/>
                    <a:pt x="7557" y="1416"/>
                  </a:cubicBezTo>
                  <a:cubicBezTo>
                    <a:pt x="7513" y="1324"/>
                    <a:pt x="7465" y="1236"/>
                    <a:pt x="7417" y="1148"/>
                  </a:cubicBezTo>
                  <a:cubicBezTo>
                    <a:pt x="7373" y="1056"/>
                    <a:pt x="7317" y="968"/>
                    <a:pt x="7269" y="888"/>
                  </a:cubicBezTo>
                  <a:lnTo>
                    <a:pt x="7229" y="820"/>
                  </a:lnTo>
                  <a:cubicBezTo>
                    <a:pt x="7221" y="800"/>
                    <a:pt x="7213" y="776"/>
                    <a:pt x="7201" y="756"/>
                  </a:cubicBezTo>
                  <a:cubicBezTo>
                    <a:pt x="7185" y="712"/>
                    <a:pt x="7169" y="664"/>
                    <a:pt x="7161" y="616"/>
                  </a:cubicBezTo>
                  <a:cubicBezTo>
                    <a:pt x="7141" y="520"/>
                    <a:pt x="7133" y="420"/>
                    <a:pt x="7137" y="324"/>
                  </a:cubicBezTo>
                  <a:cubicBezTo>
                    <a:pt x="7141" y="224"/>
                    <a:pt x="7153" y="124"/>
                    <a:pt x="7177" y="28"/>
                  </a:cubicBezTo>
                  <a:lnTo>
                    <a:pt x="7185" y="0"/>
                  </a:lnTo>
                  <a:close/>
                </a:path>
              </a:pathLst>
            </a:custGeom>
            <a:solidFill>
              <a:srgbClr val="FF6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65"/>
            <p:cNvSpPr/>
            <p:nvPr/>
          </p:nvSpPr>
          <p:spPr>
            <a:xfrm flipH="1">
              <a:off x="7700033" y="1722526"/>
              <a:ext cx="399689" cy="352754"/>
            </a:xfrm>
            <a:custGeom>
              <a:avLst/>
              <a:gdLst/>
              <a:ahLst/>
              <a:cxnLst/>
              <a:rect l="l" t="t" r="r" b="b"/>
              <a:pathLst>
                <a:path w="2972" h="2623" extrusionOk="0">
                  <a:moveTo>
                    <a:pt x="1749" y="0"/>
                  </a:moveTo>
                  <a:cubicBezTo>
                    <a:pt x="1704" y="0"/>
                    <a:pt x="1657" y="4"/>
                    <a:pt x="1611" y="10"/>
                  </a:cubicBezTo>
                  <a:lnTo>
                    <a:pt x="1939" y="203"/>
                  </a:lnTo>
                  <a:cubicBezTo>
                    <a:pt x="1665" y="92"/>
                    <a:pt x="1376" y="37"/>
                    <a:pt x="1086" y="37"/>
                  </a:cubicBezTo>
                  <a:cubicBezTo>
                    <a:pt x="850" y="37"/>
                    <a:pt x="615" y="73"/>
                    <a:pt x="387" y="147"/>
                  </a:cubicBezTo>
                  <a:cubicBezTo>
                    <a:pt x="579" y="147"/>
                    <a:pt x="759" y="215"/>
                    <a:pt x="903" y="343"/>
                  </a:cubicBezTo>
                  <a:cubicBezTo>
                    <a:pt x="987" y="417"/>
                    <a:pt x="1057" y="506"/>
                    <a:pt x="1112" y="604"/>
                  </a:cubicBezTo>
                  <a:lnTo>
                    <a:pt x="1112" y="604"/>
                  </a:lnTo>
                  <a:cubicBezTo>
                    <a:pt x="1021" y="472"/>
                    <a:pt x="880" y="373"/>
                    <a:pt x="727" y="319"/>
                  </a:cubicBezTo>
                  <a:cubicBezTo>
                    <a:pt x="593" y="271"/>
                    <a:pt x="454" y="255"/>
                    <a:pt x="313" y="255"/>
                  </a:cubicBezTo>
                  <a:cubicBezTo>
                    <a:pt x="217" y="255"/>
                    <a:pt x="121" y="263"/>
                    <a:pt x="26" y="274"/>
                  </a:cubicBezTo>
                  <a:lnTo>
                    <a:pt x="26" y="274"/>
                  </a:lnTo>
                  <a:cubicBezTo>
                    <a:pt x="23" y="270"/>
                    <a:pt x="21" y="266"/>
                    <a:pt x="19" y="263"/>
                  </a:cubicBezTo>
                  <a:lnTo>
                    <a:pt x="19" y="263"/>
                  </a:lnTo>
                  <a:lnTo>
                    <a:pt x="19" y="275"/>
                  </a:lnTo>
                  <a:cubicBezTo>
                    <a:pt x="21" y="274"/>
                    <a:pt x="23" y="274"/>
                    <a:pt x="26" y="274"/>
                  </a:cubicBezTo>
                  <a:lnTo>
                    <a:pt x="26" y="274"/>
                  </a:lnTo>
                  <a:cubicBezTo>
                    <a:pt x="223" y="636"/>
                    <a:pt x="1" y="1115"/>
                    <a:pt x="147" y="1503"/>
                  </a:cubicBezTo>
                  <a:cubicBezTo>
                    <a:pt x="239" y="1739"/>
                    <a:pt x="459" y="1907"/>
                    <a:pt x="691" y="2015"/>
                  </a:cubicBezTo>
                  <a:cubicBezTo>
                    <a:pt x="923" y="2119"/>
                    <a:pt x="1171" y="2179"/>
                    <a:pt x="1411" y="2275"/>
                  </a:cubicBezTo>
                  <a:cubicBezTo>
                    <a:pt x="1623" y="2359"/>
                    <a:pt x="1823" y="2479"/>
                    <a:pt x="2003" y="2623"/>
                  </a:cubicBezTo>
                  <a:cubicBezTo>
                    <a:pt x="1867" y="2511"/>
                    <a:pt x="1859" y="2287"/>
                    <a:pt x="1715" y="2195"/>
                  </a:cubicBezTo>
                  <a:cubicBezTo>
                    <a:pt x="1724" y="2187"/>
                    <a:pt x="1733" y="2184"/>
                    <a:pt x="1742" y="2184"/>
                  </a:cubicBezTo>
                  <a:cubicBezTo>
                    <a:pt x="1773" y="2184"/>
                    <a:pt x="1808" y="2218"/>
                    <a:pt x="1835" y="2243"/>
                  </a:cubicBezTo>
                  <a:cubicBezTo>
                    <a:pt x="1967" y="2375"/>
                    <a:pt x="2199" y="2331"/>
                    <a:pt x="2351" y="2439"/>
                  </a:cubicBezTo>
                  <a:cubicBezTo>
                    <a:pt x="2227" y="2311"/>
                    <a:pt x="2115" y="2175"/>
                    <a:pt x="2019" y="2027"/>
                  </a:cubicBezTo>
                  <a:lnTo>
                    <a:pt x="2019" y="2027"/>
                  </a:lnTo>
                  <a:cubicBezTo>
                    <a:pt x="2267" y="2115"/>
                    <a:pt x="2487" y="2259"/>
                    <a:pt x="2667" y="2451"/>
                  </a:cubicBezTo>
                  <a:cubicBezTo>
                    <a:pt x="2671" y="2159"/>
                    <a:pt x="2451" y="1919"/>
                    <a:pt x="2247" y="1715"/>
                  </a:cubicBezTo>
                  <a:lnTo>
                    <a:pt x="2247" y="1715"/>
                  </a:lnTo>
                  <a:cubicBezTo>
                    <a:pt x="2423" y="1719"/>
                    <a:pt x="2595" y="1775"/>
                    <a:pt x="2747" y="1867"/>
                  </a:cubicBezTo>
                  <a:cubicBezTo>
                    <a:pt x="2691" y="1747"/>
                    <a:pt x="2619" y="1631"/>
                    <a:pt x="2535" y="1531"/>
                  </a:cubicBezTo>
                  <a:lnTo>
                    <a:pt x="2535" y="1531"/>
                  </a:lnTo>
                  <a:cubicBezTo>
                    <a:pt x="2639" y="1551"/>
                    <a:pt x="2739" y="1595"/>
                    <a:pt x="2823" y="1659"/>
                  </a:cubicBezTo>
                  <a:cubicBezTo>
                    <a:pt x="2823" y="1595"/>
                    <a:pt x="2811" y="1535"/>
                    <a:pt x="2787" y="1475"/>
                  </a:cubicBezTo>
                  <a:lnTo>
                    <a:pt x="2787" y="1475"/>
                  </a:lnTo>
                  <a:lnTo>
                    <a:pt x="2971" y="1639"/>
                  </a:lnTo>
                  <a:cubicBezTo>
                    <a:pt x="2891" y="1323"/>
                    <a:pt x="2795" y="1015"/>
                    <a:pt x="2679" y="711"/>
                  </a:cubicBezTo>
                  <a:cubicBezTo>
                    <a:pt x="2647" y="627"/>
                    <a:pt x="2611" y="543"/>
                    <a:pt x="2567" y="463"/>
                  </a:cubicBezTo>
                  <a:cubicBezTo>
                    <a:pt x="2395" y="174"/>
                    <a:pt x="2081" y="0"/>
                    <a:pt x="1749" y="0"/>
                  </a:cubicBezTo>
                  <a:close/>
                </a:path>
              </a:pathLst>
            </a:custGeom>
            <a:solidFill>
              <a:srgbClr val="FF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65"/>
            <p:cNvSpPr/>
            <p:nvPr/>
          </p:nvSpPr>
          <p:spPr>
            <a:xfrm flipH="1">
              <a:off x="7028146" y="2038163"/>
              <a:ext cx="293312" cy="333926"/>
            </a:xfrm>
            <a:custGeom>
              <a:avLst/>
              <a:gdLst/>
              <a:ahLst/>
              <a:cxnLst/>
              <a:rect l="l" t="t" r="r" b="b"/>
              <a:pathLst>
                <a:path w="2181" h="2483" extrusionOk="0">
                  <a:moveTo>
                    <a:pt x="1284" y="1"/>
                  </a:moveTo>
                  <a:cubicBezTo>
                    <a:pt x="1219" y="1"/>
                    <a:pt x="1153" y="10"/>
                    <a:pt x="1089" y="20"/>
                  </a:cubicBezTo>
                  <a:cubicBezTo>
                    <a:pt x="981" y="32"/>
                    <a:pt x="873" y="56"/>
                    <a:pt x="769" y="92"/>
                  </a:cubicBezTo>
                  <a:cubicBezTo>
                    <a:pt x="640" y="140"/>
                    <a:pt x="512" y="222"/>
                    <a:pt x="381" y="222"/>
                  </a:cubicBezTo>
                  <a:cubicBezTo>
                    <a:pt x="361" y="222"/>
                    <a:pt x="341" y="220"/>
                    <a:pt x="321" y="216"/>
                  </a:cubicBezTo>
                  <a:lnTo>
                    <a:pt x="321" y="216"/>
                  </a:lnTo>
                  <a:lnTo>
                    <a:pt x="381" y="236"/>
                  </a:lnTo>
                  <a:cubicBezTo>
                    <a:pt x="449" y="299"/>
                    <a:pt x="539" y="332"/>
                    <a:pt x="631" y="332"/>
                  </a:cubicBezTo>
                  <a:cubicBezTo>
                    <a:pt x="679" y="332"/>
                    <a:pt x="727" y="323"/>
                    <a:pt x="773" y="304"/>
                  </a:cubicBezTo>
                  <a:cubicBezTo>
                    <a:pt x="849" y="268"/>
                    <a:pt x="913" y="208"/>
                    <a:pt x="993" y="188"/>
                  </a:cubicBezTo>
                  <a:cubicBezTo>
                    <a:pt x="1007" y="183"/>
                    <a:pt x="1021" y="181"/>
                    <a:pt x="1036" y="181"/>
                  </a:cubicBezTo>
                  <a:cubicBezTo>
                    <a:pt x="1107" y="181"/>
                    <a:pt x="1180" y="226"/>
                    <a:pt x="1177" y="292"/>
                  </a:cubicBezTo>
                  <a:cubicBezTo>
                    <a:pt x="1173" y="324"/>
                    <a:pt x="1161" y="356"/>
                    <a:pt x="1137" y="376"/>
                  </a:cubicBezTo>
                  <a:cubicBezTo>
                    <a:pt x="1017" y="520"/>
                    <a:pt x="821" y="560"/>
                    <a:pt x="637" y="560"/>
                  </a:cubicBezTo>
                  <a:cubicBezTo>
                    <a:pt x="625" y="560"/>
                    <a:pt x="614" y="560"/>
                    <a:pt x="603" y="560"/>
                  </a:cubicBezTo>
                  <a:cubicBezTo>
                    <a:pt x="503" y="560"/>
                    <a:pt x="403" y="551"/>
                    <a:pt x="303" y="551"/>
                  </a:cubicBezTo>
                  <a:cubicBezTo>
                    <a:pt x="231" y="551"/>
                    <a:pt x="160" y="556"/>
                    <a:pt x="89" y="572"/>
                  </a:cubicBezTo>
                  <a:cubicBezTo>
                    <a:pt x="221" y="572"/>
                    <a:pt x="341" y="652"/>
                    <a:pt x="429" y="748"/>
                  </a:cubicBezTo>
                  <a:cubicBezTo>
                    <a:pt x="517" y="840"/>
                    <a:pt x="581" y="956"/>
                    <a:pt x="665" y="1056"/>
                  </a:cubicBezTo>
                  <a:cubicBezTo>
                    <a:pt x="745" y="1152"/>
                    <a:pt x="841" y="1232"/>
                    <a:pt x="945" y="1300"/>
                  </a:cubicBezTo>
                  <a:cubicBezTo>
                    <a:pt x="977" y="1324"/>
                    <a:pt x="1021" y="1356"/>
                    <a:pt x="1009" y="1396"/>
                  </a:cubicBezTo>
                  <a:cubicBezTo>
                    <a:pt x="1001" y="1412"/>
                    <a:pt x="993" y="1428"/>
                    <a:pt x="977" y="1436"/>
                  </a:cubicBezTo>
                  <a:cubicBezTo>
                    <a:pt x="933" y="1467"/>
                    <a:pt x="882" y="1480"/>
                    <a:pt x="828" y="1480"/>
                  </a:cubicBezTo>
                  <a:cubicBezTo>
                    <a:pt x="759" y="1480"/>
                    <a:pt x="687" y="1458"/>
                    <a:pt x="629" y="1424"/>
                  </a:cubicBezTo>
                  <a:cubicBezTo>
                    <a:pt x="521" y="1364"/>
                    <a:pt x="437" y="1272"/>
                    <a:pt x="341" y="1196"/>
                  </a:cubicBezTo>
                  <a:cubicBezTo>
                    <a:pt x="258" y="1136"/>
                    <a:pt x="161" y="1085"/>
                    <a:pt x="62" y="1085"/>
                  </a:cubicBezTo>
                  <a:cubicBezTo>
                    <a:pt x="42" y="1085"/>
                    <a:pt x="21" y="1087"/>
                    <a:pt x="1" y="1092"/>
                  </a:cubicBezTo>
                  <a:cubicBezTo>
                    <a:pt x="165" y="1188"/>
                    <a:pt x="261" y="1372"/>
                    <a:pt x="329" y="1552"/>
                  </a:cubicBezTo>
                  <a:cubicBezTo>
                    <a:pt x="393" y="1732"/>
                    <a:pt x="441" y="1920"/>
                    <a:pt x="541" y="2084"/>
                  </a:cubicBezTo>
                  <a:lnTo>
                    <a:pt x="293" y="1892"/>
                  </a:lnTo>
                  <a:lnTo>
                    <a:pt x="293" y="1892"/>
                  </a:lnTo>
                  <a:cubicBezTo>
                    <a:pt x="369" y="2136"/>
                    <a:pt x="625" y="2276"/>
                    <a:pt x="857" y="2392"/>
                  </a:cubicBezTo>
                  <a:cubicBezTo>
                    <a:pt x="948" y="2437"/>
                    <a:pt x="1048" y="2483"/>
                    <a:pt x="1146" y="2483"/>
                  </a:cubicBezTo>
                  <a:cubicBezTo>
                    <a:pt x="1160" y="2483"/>
                    <a:pt x="1175" y="2482"/>
                    <a:pt x="1189" y="2480"/>
                  </a:cubicBezTo>
                  <a:cubicBezTo>
                    <a:pt x="1317" y="2456"/>
                    <a:pt x="1413" y="2352"/>
                    <a:pt x="1473" y="2240"/>
                  </a:cubicBezTo>
                  <a:cubicBezTo>
                    <a:pt x="1533" y="2128"/>
                    <a:pt x="1569" y="2004"/>
                    <a:pt x="1637" y="1892"/>
                  </a:cubicBezTo>
                  <a:cubicBezTo>
                    <a:pt x="1661" y="1856"/>
                    <a:pt x="1689" y="1820"/>
                    <a:pt x="1729" y="1792"/>
                  </a:cubicBezTo>
                  <a:cubicBezTo>
                    <a:pt x="1748" y="1779"/>
                    <a:pt x="1771" y="1771"/>
                    <a:pt x="1795" y="1766"/>
                  </a:cubicBezTo>
                  <a:lnTo>
                    <a:pt x="1795" y="1766"/>
                  </a:lnTo>
                  <a:cubicBezTo>
                    <a:pt x="1821" y="1770"/>
                    <a:pt x="1847" y="1772"/>
                    <a:pt x="1873" y="1772"/>
                  </a:cubicBezTo>
                  <a:cubicBezTo>
                    <a:pt x="1877" y="1772"/>
                    <a:pt x="1881" y="1772"/>
                    <a:pt x="1885" y="1772"/>
                  </a:cubicBezTo>
                  <a:cubicBezTo>
                    <a:pt x="1867" y="1766"/>
                    <a:pt x="1848" y="1764"/>
                    <a:pt x="1829" y="1764"/>
                  </a:cubicBezTo>
                  <a:cubicBezTo>
                    <a:pt x="1818" y="1764"/>
                    <a:pt x="1806" y="1765"/>
                    <a:pt x="1795" y="1766"/>
                  </a:cubicBezTo>
                  <a:lnTo>
                    <a:pt x="1795" y="1766"/>
                  </a:lnTo>
                  <a:cubicBezTo>
                    <a:pt x="1623" y="1743"/>
                    <a:pt x="1469" y="1642"/>
                    <a:pt x="1377" y="1492"/>
                  </a:cubicBezTo>
                  <a:cubicBezTo>
                    <a:pt x="1349" y="1444"/>
                    <a:pt x="1321" y="1388"/>
                    <a:pt x="1365" y="1344"/>
                  </a:cubicBezTo>
                  <a:cubicBezTo>
                    <a:pt x="1380" y="1325"/>
                    <a:pt x="1401" y="1318"/>
                    <a:pt x="1424" y="1318"/>
                  </a:cubicBezTo>
                  <a:cubicBezTo>
                    <a:pt x="1460" y="1318"/>
                    <a:pt x="1502" y="1336"/>
                    <a:pt x="1537" y="1356"/>
                  </a:cubicBezTo>
                  <a:cubicBezTo>
                    <a:pt x="1737" y="1468"/>
                    <a:pt x="1937" y="1604"/>
                    <a:pt x="2169" y="1616"/>
                  </a:cubicBezTo>
                  <a:cubicBezTo>
                    <a:pt x="1989" y="1508"/>
                    <a:pt x="1889" y="1304"/>
                    <a:pt x="1913" y="1096"/>
                  </a:cubicBezTo>
                  <a:lnTo>
                    <a:pt x="1913" y="1096"/>
                  </a:lnTo>
                  <a:cubicBezTo>
                    <a:pt x="1973" y="1220"/>
                    <a:pt x="2065" y="1328"/>
                    <a:pt x="2181" y="1408"/>
                  </a:cubicBezTo>
                  <a:cubicBezTo>
                    <a:pt x="2053" y="1220"/>
                    <a:pt x="1969" y="1004"/>
                    <a:pt x="1933" y="776"/>
                  </a:cubicBezTo>
                  <a:cubicBezTo>
                    <a:pt x="1925" y="712"/>
                    <a:pt x="1913" y="652"/>
                    <a:pt x="1901" y="592"/>
                  </a:cubicBezTo>
                  <a:cubicBezTo>
                    <a:pt x="1865" y="488"/>
                    <a:pt x="1813" y="396"/>
                    <a:pt x="1749" y="312"/>
                  </a:cubicBezTo>
                  <a:cubicBezTo>
                    <a:pt x="1673" y="204"/>
                    <a:pt x="1589" y="88"/>
                    <a:pt x="1473" y="36"/>
                  </a:cubicBezTo>
                  <a:cubicBezTo>
                    <a:pt x="1413" y="10"/>
                    <a:pt x="1349" y="1"/>
                    <a:pt x="1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65"/>
            <p:cNvSpPr/>
            <p:nvPr/>
          </p:nvSpPr>
          <p:spPr>
            <a:xfrm flipH="1">
              <a:off x="7232563" y="2278487"/>
              <a:ext cx="396058" cy="464915"/>
            </a:xfrm>
            <a:custGeom>
              <a:avLst/>
              <a:gdLst/>
              <a:ahLst/>
              <a:cxnLst/>
              <a:rect l="l" t="t" r="r" b="b"/>
              <a:pathLst>
                <a:path w="2945" h="3457" extrusionOk="0">
                  <a:moveTo>
                    <a:pt x="1453" y="0"/>
                  </a:moveTo>
                  <a:cubicBezTo>
                    <a:pt x="1440" y="0"/>
                    <a:pt x="1427" y="4"/>
                    <a:pt x="1417" y="13"/>
                  </a:cubicBezTo>
                  <a:cubicBezTo>
                    <a:pt x="1393" y="33"/>
                    <a:pt x="1381" y="57"/>
                    <a:pt x="1377" y="85"/>
                  </a:cubicBezTo>
                  <a:cubicBezTo>
                    <a:pt x="1340" y="289"/>
                    <a:pt x="1433" y="497"/>
                    <a:pt x="1485" y="697"/>
                  </a:cubicBezTo>
                  <a:cubicBezTo>
                    <a:pt x="1537" y="905"/>
                    <a:pt x="1541" y="1125"/>
                    <a:pt x="1505" y="1337"/>
                  </a:cubicBezTo>
                  <a:cubicBezTo>
                    <a:pt x="1453" y="1085"/>
                    <a:pt x="1344" y="853"/>
                    <a:pt x="1180" y="657"/>
                  </a:cubicBezTo>
                  <a:lnTo>
                    <a:pt x="1180" y="657"/>
                  </a:lnTo>
                  <a:cubicBezTo>
                    <a:pt x="1280" y="889"/>
                    <a:pt x="1316" y="1137"/>
                    <a:pt x="1288" y="1385"/>
                  </a:cubicBezTo>
                  <a:cubicBezTo>
                    <a:pt x="1172" y="1309"/>
                    <a:pt x="1168" y="1141"/>
                    <a:pt x="1164" y="1001"/>
                  </a:cubicBezTo>
                  <a:cubicBezTo>
                    <a:pt x="1156" y="841"/>
                    <a:pt x="1124" y="681"/>
                    <a:pt x="1072" y="529"/>
                  </a:cubicBezTo>
                  <a:cubicBezTo>
                    <a:pt x="1052" y="673"/>
                    <a:pt x="1028" y="829"/>
                    <a:pt x="932" y="941"/>
                  </a:cubicBezTo>
                  <a:cubicBezTo>
                    <a:pt x="888" y="989"/>
                    <a:pt x="836" y="1025"/>
                    <a:pt x="788" y="1077"/>
                  </a:cubicBezTo>
                  <a:cubicBezTo>
                    <a:pt x="728" y="1141"/>
                    <a:pt x="688" y="1221"/>
                    <a:pt x="672" y="1309"/>
                  </a:cubicBezTo>
                  <a:cubicBezTo>
                    <a:pt x="668" y="1341"/>
                    <a:pt x="660" y="1373"/>
                    <a:pt x="648" y="1401"/>
                  </a:cubicBezTo>
                  <a:cubicBezTo>
                    <a:pt x="620" y="1461"/>
                    <a:pt x="548" y="1485"/>
                    <a:pt x="488" y="1517"/>
                  </a:cubicBezTo>
                  <a:cubicBezTo>
                    <a:pt x="276" y="1633"/>
                    <a:pt x="176" y="1881"/>
                    <a:pt x="96" y="2109"/>
                  </a:cubicBezTo>
                  <a:cubicBezTo>
                    <a:pt x="52" y="2213"/>
                    <a:pt x="24" y="2321"/>
                    <a:pt x="12" y="2429"/>
                  </a:cubicBezTo>
                  <a:cubicBezTo>
                    <a:pt x="0" y="2541"/>
                    <a:pt x="28" y="2653"/>
                    <a:pt x="100" y="2741"/>
                  </a:cubicBezTo>
                  <a:cubicBezTo>
                    <a:pt x="172" y="2825"/>
                    <a:pt x="284" y="2865"/>
                    <a:pt x="388" y="2901"/>
                  </a:cubicBezTo>
                  <a:cubicBezTo>
                    <a:pt x="536" y="2957"/>
                    <a:pt x="692" y="2997"/>
                    <a:pt x="852" y="3021"/>
                  </a:cubicBezTo>
                  <a:cubicBezTo>
                    <a:pt x="980" y="3037"/>
                    <a:pt x="1108" y="3033"/>
                    <a:pt x="1236" y="3045"/>
                  </a:cubicBezTo>
                  <a:cubicBezTo>
                    <a:pt x="1477" y="3073"/>
                    <a:pt x="1705" y="3177"/>
                    <a:pt x="1885" y="3333"/>
                  </a:cubicBezTo>
                  <a:cubicBezTo>
                    <a:pt x="1773" y="3125"/>
                    <a:pt x="1733" y="2881"/>
                    <a:pt x="1781" y="2645"/>
                  </a:cubicBezTo>
                  <a:cubicBezTo>
                    <a:pt x="1789" y="2585"/>
                    <a:pt x="1809" y="2529"/>
                    <a:pt x="1845" y="2481"/>
                  </a:cubicBezTo>
                  <a:cubicBezTo>
                    <a:pt x="1876" y="2439"/>
                    <a:pt x="1926" y="2415"/>
                    <a:pt x="1978" y="2415"/>
                  </a:cubicBezTo>
                  <a:cubicBezTo>
                    <a:pt x="1985" y="2415"/>
                    <a:pt x="1993" y="2416"/>
                    <a:pt x="2001" y="2417"/>
                  </a:cubicBezTo>
                  <a:cubicBezTo>
                    <a:pt x="1961" y="2625"/>
                    <a:pt x="1945" y="2833"/>
                    <a:pt x="1949" y="3041"/>
                  </a:cubicBezTo>
                  <a:cubicBezTo>
                    <a:pt x="1953" y="3197"/>
                    <a:pt x="1981" y="3369"/>
                    <a:pt x="2109" y="3457"/>
                  </a:cubicBezTo>
                  <a:cubicBezTo>
                    <a:pt x="2085" y="3197"/>
                    <a:pt x="2201" y="2945"/>
                    <a:pt x="2341" y="2729"/>
                  </a:cubicBezTo>
                  <a:cubicBezTo>
                    <a:pt x="2481" y="2509"/>
                    <a:pt x="2653" y="2305"/>
                    <a:pt x="2753" y="2065"/>
                  </a:cubicBezTo>
                  <a:cubicBezTo>
                    <a:pt x="2945" y="1593"/>
                    <a:pt x="2853" y="1053"/>
                    <a:pt x="2517" y="673"/>
                  </a:cubicBezTo>
                  <a:cubicBezTo>
                    <a:pt x="2393" y="537"/>
                    <a:pt x="2237" y="413"/>
                    <a:pt x="2197" y="233"/>
                  </a:cubicBezTo>
                  <a:lnTo>
                    <a:pt x="2189" y="261"/>
                  </a:lnTo>
                  <a:cubicBezTo>
                    <a:pt x="2181" y="485"/>
                    <a:pt x="2177" y="725"/>
                    <a:pt x="2301" y="909"/>
                  </a:cubicBezTo>
                  <a:cubicBezTo>
                    <a:pt x="2353" y="993"/>
                    <a:pt x="2429" y="1057"/>
                    <a:pt x="2485" y="1137"/>
                  </a:cubicBezTo>
                  <a:cubicBezTo>
                    <a:pt x="2537" y="1221"/>
                    <a:pt x="2569" y="1329"/>
                    <a:pt x="2525" y="1413"/>
                  </a:cubicBezTo>
                  <a:cubicBezTo>
                    <a:pt x="2349" y="1369"/>
                    <a:pt x="2177" y="1289"/>
                    <a:pt x="2069" y="1149"/>
                  </a:cubicBezTo>
                  <a:cubicBezTo>
                    <a:pt x="1921" y="957"/>
                    <a:pt x="1913" y="697"/>
                    <a:pt x="1833" y="469"/>
                  </a:cubicBezTo>
                  <a:cubicBezTo>
                    <a:pt x="1777" y="309"/>
                    <a:pt x="1681" y="169"/>
                    <a:pt x="1557" y="53"/>
                  </a:cubicBezTo>
                  <a:cubicBezTo>
                    <a:pt x="1527" y="26"/>
                    <a:pt x="1488" y="0"/>
                    <a:pt x="1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65"/>
            <p:cNvSpPr/>
            <p:nvPr/>
          </p:nvSpPr>
          <p:spPr>
            <a:xfrm flipH="1">
              <a:off x="7630101" y="2091150"/>
              <a:ext cx="498805" cy="536461"/>
            </a:xfrm>
            <a:custGeom>
              <a:avLst/>
              <a:gdLst/>
              <a:ahLst/>
              <a:cxnLst/>
              <a:rect l="l" t="t" r="r" b="b"/>
              <a:pathLst>
                <a:path w="3709" h="3989" extrusionOk="0">
                  <a:moveTo>
                    <a:pt x="1327" y="0"/>
                  </a:moveTo>
                  <a:cubicBezTo>
                    <a:pt x="1124" y="0"/>
                    <a:pt x="921" y="84"/>
                    <a:pt x="800" y="246"/>
                  </a:cubicBezTo>
                  <a:cubicBezTo>
                    <a:pt x="744" y="326"/>
                    <a:pt x="696" y="414"/>
                    <a:pt x="664" y="506"/>
                  </a:cubicBezTo>
                  <a:cubicBezTo>
                    <a:pt x="464" y="1006"/>
                    <a:pt x="292" y="1518"/>
                    <a:pt x="152" y="2042"/>
                  </a:cubicBezTo>
                  <a:cubicBezTo>
                    <a:pt x="128" y="2134"/>
                    <a:pt x="92" y="2238"/>
                    <a:pt x="0" y="2266"/>
                  </a:cubicBezTo>
                  <a:cubicBezTo>
                    <a:pt x="26" y="2269"/>
                    <a:pt x="52" y="2270"/>
                    <a:pt x="78" y="2270"/>
                  </a:cubicBezTo>
                  <a:cubicBezTo>
                    <a:pt x="223" y="2270"/>
                    <a:pt x="365" y="2223"/>
                    <a:pt x="484" y="2142"/>
                  </a:cubicBezTo>
                  <a:lnTo>
                    <a:pt x="484" y="2142"/>
                  </a:lnTo>
                  <a:cubicBezTo>
                    <a:pt x="412" y="2274"/>
                    <a:pt x="332" y="2414"/>
                    <a:pt x="188" y="2466"/>
                  </a:cubicBezTo>
                  <a:cubicBezTo>
                    <a:pt x="232" y="2485"/>
                    <a:pt x="276" y="2493"/>
                    <a:pt x="321" y="2493"/>
                  </a:cubicBezTo>
                  <a:cubicBezTo>
                    <a:pt x="466" y="2493"/>
                    <a:pt x="615" y="2407"/>
                    <a:pt x="740" y="2322"/>
                  </a:cubicBezTo>
                  <a:lnTo>
                    <a:pt x="1024" y="2134"/>
                  </a:lnTo>
                  <a:lnTo>
                    <a:pt x="1024" y="2134"/>
                  </a:lnTo>
                  <a:cubicBezTo>
                    <a:pt x="917" y="2472"/>
                    <a:pt x="608" y="2689"/>
                    <a:pt x="273" y="2689"/>
                  </a:cubicBezTo>
                  <a:cubicBezTo>
                    <a:pt x="196" y="2689"/>
                    <a:pt x="118" y="2678"/>
                    <a:pt x="40" y="2654"/>
                  </a:cubicBezTo>
                  <a:lnTo>
                    <a:pt x="40" y="2654"/>
                  </a:lnTo>
                  <a:cubicBezTo>
                    <a:pt x="236" y="2750"/>
                    <a:pt x="360" y="2954"/>
                    <a:pt x="512" y="3114"/>
                  </a:cubicBezTo>
                  <a:cubicBezTo>
                    <a:pt x="696" y="3306"/>
                    <a:pt x="936" y="3446"/>
                    <a:pt x="1196" y="3510"/>
                  </a:cubicBezTo>
                  <a:cubicBezTo>
                    <a:pt x="1412" y="3562"/>
                    <a:pt x="1640" y="3566"/>
                    <a:pt x="1840" y="3666"/>
                  </a:cubicBezTo>
                  <a:cubicBezTo>
                    <a:pt x="1996" y="3750"/>
                    <a:pt x="2120" y="3886"/>
                    <a:pt x="2284" y="3950"/>
                  </a:cubicBezTo>
                  <a:cubicBezTo>
                    <a:pt x="2365" y="3979"/>
                    <a:pt x="2450" y="3989"/>
                    <a:pt x="2535" y="3989"/>
                  </a:cubicBezTo>
                  <a:cubicBezTo>
                    <a:pt x="2612" y="3989"/>
                    <a:pt x="2689" y="3981"/>
                    <a:pt x="2764" y="3974"/>
                  </a:cubicBezTo>
                  <a:cubicBezTo>
                    <a:pt x="2812" y="3970"/>
                    <a:pt x="2856" y="3962"/>
                    <a:pt x="2904" y="3946"/>
                  </a:cubicBezTo>
                  <a:cubicBezTo>
                    <a:pt x="2944" y="3930"/>
                    <a:pt x="2984" y="3906"/>
                    <a:pt x="3016" y="3878"/>
                  </a:cubicBezTo>
                  <a:cubicBezTo>
                    <a:pt x="3252" y="3690"/>
                    <a:pt x="3408" y="3418"/>
                    <a:pt x="3512" y="3134"/>
                  </a:cubicBezTo>
                  <a:cubicBezTo>
                    <a:pt x="3612" y="2854"/>
                    <a:pt x="3656" y="2554"/>
                    <a:pt x="3708" y="2258"/>
                  </a:cubicBezTo>
                  <a:lnTo>
                    <a:pt x="3708" y="2258"/>
                  </a:lnTo>
                  <a:lnTo>
                    <a:pt x="3704" y="2278"/>
                  </a:lnTo>
                  <a:lnTo>
                    <a:pt x="3680" y="2190"/>
                  </a:lnTo>
                  <a:cubicBezTo>
                    <a:pt x="3472" y="2278"/>
                    <a:pt x="3452" y="2602"/>
                    <a:pt x="3240" y="2674"/>
                  </a:cubicBezTo>
                  <a:cubicBezTo>
                    <a:pt x="3424" y="2342"/>
                    <a:pt x="3608" y="1998"/>
                    <a:pt x="3672" y="1622"/>
                  </a:cubicBezTo>
                  <a:cubicBezTo>
                    <a:pt x="3684" y="1578"/>
                    <a:pt x="3684" y="1530"/>
                    <a:pt x="3664" y="1486"/>
                  </a:cubicBezTo>
                  <a:cubicBezTo>
                    <a:pt x="3651" y="1457"/>
                    <a:pt x="3624" y="1440"/>
                    <a:pt x="3594" y="1440"/>
                  </a:cubicBezTo>
                  <a:cubicBezTo>
                    <a:pt x="3579" y="1440"/>
                    <a:pt x="3563" y="1444"/>
                    <a:pt x="3548" y="1454"/>
                  </a:cubicBezTo>
                  <a:cubicBezTo>
                    <a:pt x="3515" y="1632"/>
                    <a:pt x="3469" y="1811"/>
                    <a:pt x="3410" y="1987"/>
                  </a:cubicBezTo>
                  <a:lnTo>
                    <a:pt x="3410" y="1987"/>
                  </a:lnTo>
                  <a:cubicBezTo>
                    <a:pt x="3469" y="1793"/>
                    <a:pt x="3490" y="1591"/>
                    <a:pt x="3476" y="1386"/>
                  </a:cubicBezTo>
                  <a:cubicBezTo>
                    <a:pt x="3471" y="1384"/>
                    <a:pt x="3465" y="1384"/>
                    <a:pt x="3459" y="1384"/>
                  </a:cubicBezTo>
                  <a:cubicBezTo>
                    <a:pt x="3414" y="1384"/>
                    <a:pt x="3373" y="1423"/>
                    <a:pt x="3344" y="1462"/>
                  </a:cubicBezTo>
                  <a:cubicBezTo>
                    <a:pt x="3252" y="1586"/>
                    <a:pt x="3212" y="1742"/>
                    <a:pt x="3144" y="1882"/>
                  </a:cubicBezTo>
                  <a:cubicBezTo>
                    <a:pt x="3072" y="2030"/>
                    <a:pt x="2976" y="2170"/>
                    <a:pt x="2860" y="2290"/>
                  </a:cubicBezTo>
                  <a:cubicBezTo>
                    <a:pt x="2796" y="2374"/>
                    <a:pt x="2708" y="2438"/>
                    <a:pt x="2612" y="2482"/>
                  </a:cubicBezTo>
                  <a:cubicBezTo>
                    <a:pt x="2578" y="2497"/>
                    <a:pt x="2542" y="2504"/>
                    <a:pt x="2507" y="2504"/>
                  </a:cubicBezTo>
                  <a:cubicBezTo>
                    <a:pt x="2438" y="2504"/>
                    <a:pt x="2369" y="2477"/>
                    <a:pt x="2316" y="2430"/>
                  </a:cubicBezTo>
                  <a:cubicBezTo>
                    <a:pt x="2636" y="2166"/>
                    <a:pt x="2836" y="1782"/>
                    <a:pt x="3024" y="1410"/>
                  </a:cubicBezTo>
                  <a:cubicBezTo>
                    <a:pt x="3064" y="1326"/>
                    <a:pt x="3100" y="1206"/>
                    <a:pt x="3024" y="1154"/>
                  </a:cubicBezTo>
                  <a:cubicBezTo>
                    <a:pt x="2924" y="1266"/>
                    <a:pt x="2836" y="1390"/>
                    <a:pt x="2756" y="1518"/>
                  </a:cubicBezTo>
                  <a:cubicBezTo>
                    <a:pt x="2800" y="1390"/>
                    <a:pt x="2840" y="1262"/>
                    <a:pt x="2872" y="1134"/>
                  </a:cubicBezTo>
                  <a:lnTo>
                    <a:pt x="2872" y="1134"/>
                  </a:lnTo>
                  <a:cubicBezTo>
                    <a:pt x="2644" y="1210"/>
                    <a:pt x="2448" y="1362"/>
                    <a:pt x="2316" y="1562"/>
                  </a:cubicBezTo>
                  <a:cubicBezTo>
                    <a:pt x="2252" y="1658"/>
                    <a:pt x="2208" y="1762"/>
                    <a:pt x="2140" y="1854"/>
                  </a:cubicBezTo>
                  <a:cubicBezTo>
                    <a:pt x="2080" y="1950"/>
                    <a:pt x="1988" y="2022"/>
                    <a:pt x="1876" y="2058"/>
                  </a:cubicBezTo>
                  <a:cubicBezTo>
                    <a:pt x="1858" y="2062"/>
                    <a:pt x="1839" y="2064"/>
                    <a:pt x="1820" y="2064"/>
                  </a:cubicBezTo>
                  <a:cubicBezTo>
                    <a:pt x="1726" y="2064"/>
                    <a:pt x="1629" y="2016"/>
                    <a:pt x="1592" y="1930"/>
                  </a:cubicBezTo>
                  <a:cubicBezTo>
                    <a:pt x="1756" y="1846"/>
                    <a:pt x="1816" y="1646"/>
                    <a:pt x="1900" y="1486"/>
                  </a:cubicBezTo>
                  <a:cubicBezTo>
                    <a:pt x="2028" y="1238"/>
                    <a:pt x="2232" y="1046"/>
                    <a:pt x="2484" y="930"/>
                  </a:cubicBezTo>
                  <a:cubicBezTo>
                    <a:pt x="2465" y="906"/>
                    <a:pt x="2439" y="896"/>
                    <a:pt x="2410" y="896"/>
                  </a:cubicBezTo>
                  <a:cubicBezTo>
                    <a:pt x="2361" y="896"/>
                    <a:pt x="2305" y="922"/>
                    <a:pt x="2260" y="950"/>
                  </a:cubicBezTo>
                  <a:cubicBezTo>
                    <a:pt x="2217" y="975"/>
                    <a:pt x="2162" y="1000"/>
                    <a:pt x="2113" y="1000"/>
                  </a:cubicBezTo>
                  <a:cubicBezTo>
                    <a:pt x="2085" y="1000"/>
                    <a:pt x="2059" y="992"/>
                    <a:pt x="2040" y="970"/>
                  </a:cubicBezTo>
                  <a:lnTo>
                    <a:pt x="2160" y="846"/>
                  </a:lnTo>
                  <a:cubicBezTo>
                    <a:pt x="2090" y="830"/>
                    <a:pt x="2018" y="822"/>
                    <a:pt x="1947" y="822"/>
                  </a:cubicBezTo>
                  <a:cubicBezTo>
                    <a:pt x="1783" y="822"/>
                    <a:pt x="1620" y="862"/>
                    <a:pt x="1472" y="938"/>
                  </a:cubicBezTo>
                  <a:cubicBezTo>
                    <a:pt x="1500" y="790"/>
                    <a:pt x="1568" y="650"/>
                    <a:pt x="1672" y="542"/>
                  </a:cubicBezTo>
                  <a:cubicBezTo>
                    <a:pt x="1750" y="470"/>
                    <a:pt x="1854" y="425"/>
                    <a:pt x="1955" y="425"/>
                  </a:cubicBezTo>
                  <a:cubicBezTo>
                    <a:pt x="2001" y="425"/>
                    <a:pt x="2046" y="434"/>
                    <a:pt x="2088" y="454"/>
                  </a:cubicBezTo>
                  <a:cubicBezTo>
                    <a:pt x="1944" y="246"/>
                    <a:pt x="1732" y="74"/>
                    <a:pt x="1484" y="18"/>
                  </a:cubicBezTo>
                  <a:cubicBezTo>
                    <a:pt x="1433" y="6"/>
                    <a:pt x="1380" y="0"/>
                    <a:pt x="13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65"/>
            <p:cNvSpPr/>
            <p:nvPr/>
          </p:nvSpPr>
          <p:spPr>
            <a:xfrm flipH="1">
              <a:off x="7309488" y="1881487"/>
              <a:ext cx="541840" cy="433176"/>
            </a:xfrm>
            <a:custGeom>
              <a:avLst/>
              <a:gdLst/>
              <a:ahLst/>
              <a:cxnLst/>
              <a:rect l="l" t="t" r="r" b="b"/>
              <a:pathLst>
                <a:path w="4029" h="3221" extrusionOk="0">
                  <a:moveTo>
                    <a:pt x="3972" y="1178"/>
                  </a:moveTo>
                  <a:cubicBezTo>
                    <a:pt x="3880" y="1178"/>
                    <a:pt x="3790" y="1201"/>
                    <a:pt x="3711" y="1245"/>
                  </a:cubicBezTo>
                  <a:lnTo>
                    <a:pt x="3711" y="1245"/>
                  </a:lnTo>
                  <a:lnTo>
                    <a:pt x="4029" y="1181"/>
                  </a:lnTo>
                  <a:cubicBezTo>
                    <a:pt x="4010" y="1179"/>
                    <a:pt x="3991" y="1178"/>
                    <a:pt x="3972" y="1178"/>
                  </a:cubicBezTo>
                  <a:close/>
                  <a:moveTo>
                    <a:pt x="1064" y="1331"/>
                  </a:moveTo>
                  <a:lnTo>
                    <a:pt x="1064" y="1331"/>
                  </a:lnTo>
                  <a:cubicBezTo>
                    <a:pt x="1071" y="1337"/>
                    <a:pt x="1077" y="1343"/>
                    <a:pt x="1084" y="1349"/>
                  </a:cubicBezTo>
                  <a:lnTo>
                    <a:pt x="1064" y="1331"/>
                  </a:lnTo>
                  <a:close/>
                  <a:moveTo>
                    <a:pt x="3565" y="1861"/>
                  </a:moveTo>
                  <a:cubicBezTo>
                    <a:pt x="3587" y="1869"/>
                    <a:pt x="3609" y="1875"/>
                    <a:pt x="3633" y="1881"/>
                  </a:cubicBezTo>
                  <a:cubicBezTo>
                    <a:pt x="3611" y="1873"/>
                    <a:pt x="3588" y="1866"/>
                    <a:pt x="3565" y="1861"/>
                  </a:cubicBezTo>
                  <a:close/>
                  <a:moveTo>
                    <a:pt x="3150" y="2240"/>
                  </a:moveTo>
                  <a:cubicBezTo>
                    <a:pt x="3157" y="2242"/>
                    <a:pt x="3165" y="2243"/>
                    <a:pt x="3173" y="2245"/>
                  </a:cubicBezTo>
                  <a:cubicBezTo>
                    <a:pt x="3165" y="2243"/>
                    <a:pt x="3158" y="2241"/>
                    <a:pt x="3150" y="2240"/>
                  </a:cubicBezTo>
                  <a:close/>
                  <a:moveTo>
                    <a:pt x="1289" y="2687"/>
                  </a:moveTo>
                  <a:lnTo>
                    <a:pt x="1289" y="2687"/>
                  </a:lnTo>
                  <a:cubicBezTo>
                    <a:pt x="1250" y="2729"/>
                    <a:pt x="1210" y="2771"/>
                    <a:pt x="1172" y="2813"/>
                  </a:cubicBezTo>
                  <a:cubicBezTo>
                    <a:pt x="1224" y="2783"/>
                    <a:pt x="1260" y="2738"/>
                    <a:pt x="1289" y="2687"/>
                  </a:cubicBezTo>
                  <a:close/>
                  <a:moveTo>
                    <a:pt x="1880" y="1"/>
                  </a:moveTo>
                  <a:lnTo>
                    <a:pt x="1880" y="1"/>
                  </a:lnTo>
                  <a:cubicBezTo>
                    <a:pt x="1900" y="233"/>
                    <a:pt x="1844" y="461"/>
                    <a:pt x="1724" y="657"/>
                  </a:cubicBezTo>
                  <a:cubicBezTo>
                    <a:pt x="1732" y="549"/>
                    <a:pt x="1680" y="445"/>
                    <a:pt x="1584" y="393"/>
                  </a:cubicBezTo>
                  <a:lnTo>
                    <a:pt x="1584" y="393"/>
                  </a:lnTo>
                  <a:cubicBezTo>
                    <a:pt x="1628" y="625"/>
                    <a:pt x="1624" y="865"/>
                    <a:pt x="1576" y="1093"/>
                  </a:cubicBezTo>
                  <a:cubicBezTo>
                    <a:pt x="1496" y="909"/>
                    <a:pt x="1364" y="757"/>
                    <a:pt x="1196" y="653"/>
                  </a:cubicBezTo>
                  <a:lnTo>
                    <a:pt x="1196" y="653"/>
                  </a:lnTo>
                  <a:cubicBezTo>
                    <a:pt x="1284" y="753"/>
                    <a:pt x="1264" y="905"/>
                    <a:pt x="1292" y="1037"/>
                  </a:cubicBezTo>
                  <a:cubicBezTo>
                    <a:pt x="1324" y="1185"/>
                    <a:pt x="1424" y="1313"/>
                    <a:pt x="1564" y="1381"/>
                  </a:cubicBezTo>
                  <a:cubicBezTo>
                    <a:pt x="1588" y="1389"/>
                    <a:pt x="1616" y="1405"/>
                    <a:pt x="1636" y="1425"/>
                  </a:cubicBezTo>
                  <a:cubicBezTo>
                    <a:pt x="1660" y="1449"/>
                    <a:pt x="1660" y="1485"/>
                    <a:pt x="1636" y="1509"/>
                  </a:cubicBezTo>
                  <a:cubicBezTo>
                    <a:pt x="1628" y="1513"/>
                    <a:pt x="1620" y="1517"/>
                    <a:pt x="1612" y="1521"/>
                  </a:cubicBezTo>
                  <a:cubicBezTo>
                    <a:pt x="1569" y="1531"/>
                    <a:pt x="1525" y="1536"/>
                    <a:pt x="1481" y="1536"/>
                  </a:cubicBezTo>
                  <a:cubicBezTo>
                    <a:pt x="1310" y="1536"/>
                    <a:pt x="1147" y="1456"/>
                    <a:pt x="1044" y="1313"/>
                  </a:cubicBezTo>
                  <a:lnTo>
                    <a:pt x="1044" y="1313"/>
                  </a:lnTo>
                  <a:lnTo>
                    <a:pt x="1064" y="1331"/>
                  </a:lnTo>
                  <a:lnTo>
                    <a:pt x="1064" y="1331"/>
                  </a:lnTo>
                  <a:cubicBezTo>
                    <a:pt x="1031" y="1297"/>
                    <a:pt x="1006" y="1256"/>
                    <a:pt x="992" y="1209"/>
                  </a:cubicBezTo>
                  <a:lnTo>
                    <a:pt x="992" y="1209"/>
                  </a:lnTo>
                  <a:cubicBezTo>
                    <a:pt x="964" y="1389"/>
                    <a:pt x="1064" y="1561"/>
                    <a:pt x="1232" y="1629"/>
                  </a:cubicBezTo>
                  <a:lnTo>
                    <a:pt x="580" y="1437"/>
                  </a:lnTo>
                  <a:lnTo>
                    <a:pt x="580" y="1437"/>
                  </a:lnTo>
                  <a:cubicBezTo>
                    <a:pt x="636" y="1577"/>
                    <a:pt x="788" y="1657"/>
                    <a:pt x="932" y="1693"/>
                  </a:cubicBezTo>
                  <a:cubicBezTo>
                    <a:pt x="1076" y="1729"/>
                    <a:pt x="1232" y="1741"/>
                    <a:pt x="1360" y="1817"/>
                  </a:cubicBezTo>
                  <a:cubicBezTo>
                    <a:pt x="1309" y="1879"/>
                    <a:pt x="1233" y="1914"/>
                    <a:pt x="1155" y="1914"/>
                  </a:cubicBezTo>
                  <a:cubicBezTo>
                    <a:pt x="1123" y="1914"/>
                    <a:pt x="1091" y="1908"/>
                    <a:pt x="1060" y="1897"/>
                  </a:cubicBezTo>
                  <a:cubicBezTo>
                    <a:pt x="1004" y="1861"/>
                    <a:pt x="948" y="1825"/>
                    <a:pt x="896" y="1785"/>
                  </a:cubicBezTo>
                  <a:cubicBezTo>
                    <a:pt x="859" y="1756"/>
                    <a:pt x="817" y="1740"/>
                    <a:pt x="774" y="1740"/>
                  </a:cubicBezTo>
                  <a:cubicBezTo>
                    <a:pt x="752" y="1740"/>
                    <a:pt x="730" y="1744"/>
                    <a:pt x="708" y="1753"/>
                  </a:cubicBezTo>
                  <a:cubicBezTo>
                    <a:pt x="776" y="1873"/>
                    <a:pt x="908" y="1949"/>
                    <a:pt x="1048" y="1953"/>
                  </a:cubicBezTo>
                  <a:cubicBezTo>
                    <a:pt x="954" y="2000"/>
                    <a:pt x="854" y="2050"/>
                    <a:pt x="752" y="2050"/>
                  </a:cubicBezTo>
                  <a:cubicBezTo>
                    <a:pt x="734" y="2050"/>
                    <a:pt x="715" y="2048"/>
                    <a:pt x="696" y="2045"/>
                  </a:cubicBezTo>
                  <a:cubicBezTo>
                    <a:pt x="492" y="2001"/>
                    <a:pt x="396" y="1745"/>
                    <a:pt x="200" y="1669"/>
                  </a:cubicBezTo>
                  <a:lnTo>
                    <a:pt x="200" y="1669"/>
                  </a:lnTo>
                  <a:cubicBezTo>
                    <a:pt x="292" y="1737"/>
                    <a:pt x="292" y="1869"/>
                    <a:pt x="328" y="1973"/>
                  </a:cubicBezTo>
                  <a:cubicBezTo>
                    <a:pt x="365" y="2064"/>
                    <a:pt x="434" y="2139"/>
                    <a:pt x="521" y="2180"/>
                  </a:cubicBezTo>
                  <a:lnTo>
                    <a:pt x="521" y="2180"/>
                  </a:lnTo>
                  <a:cubicBezTo>
                    <a:pt x="453" y="2162"/>
                    <a:pt x="383" y="2154"/>
                    <a:pt x="312" y="2154"/>
                  </a:cubicBezTo>
                  <a:cubicBezTo>
                    <a:pt x="207" y="2154"/>
                    <a:pt x="101" y="2174"/>
                    <a:pt x="0" y="2213"/>
                  </a:cubicBezTo>
                  <a:cubicBezTo>
                    <a:pt x="136" y="2265"/>
                    <a:pt x="280" y="2297"/>
                    <a:pt x="428" y="2309"/>
                  </a:cubicBezTo>
                  <a:cubicBezTo>
                    <a:pt x="560" y="2309"/>
                    <a:pt x="692" y="2293"/>
                    <a:pt x="820" y="2269"/>
                  </a:cubicBezTo>
                  <a:cubicBezTo>
                    <a:pt x="964" y="2245"/>
                    <a:pt x="1108" y="2233"/>
                    <a:pt x="1252" y="2225"/>
                  </a:cubicBezTo>
                  <a:lnTo>
                    <a:pt x="1252" y="2225"/>
                  </a:lnTo>
                  <a:cubicBezTo>
                    <a:pt x="1056" y="2357"/>
                    <a:pt x="856" y="2477"/>
                    <a:pt x="644" y="2581"/>
                  </a:cubicBezTo>
                  <a:cubicBezTo>
                    <a:pt x="706" y="2554"/>
                    <a:pt x="775" y="2538"/>
                    <a:pt x="843" y="2538"/>
                  </a:cubicBezTo>
                  <a:cubicBezTo>
                    <a:pt x="868" y="2538"/>
                    <a:pt x="892" y="2540"/>
                    <a:pt x="916" y="2545"/>
                  </a:cubicBezTo>
                  <a:cubicBezTo>
                    <a:pt x="946" y="2554"/>
                    <a:pt x="976" y="2558"/>
                    <a:pt x="1006" y="2558"/>
                  </a:cubicBezTo>
                  <a:cubicBezTo>
                    <a:pt x="1016" y="2558"/>
                    <a:pt x="1026" y="2558"/>
                    <a:pt x="1036" y="2557"/>
                  </a:cubicBezTo>
                  <a:cubicBezTo>
                    <a:pt x="1120" y="2549"/>
                    <a:pt x="1180" y="2481"/>
                    <a:pt x="1240" y="2425"/>
                  </a:cubicBezTo>
                  <a:cubicBezTo>
                    <a:pt x="1312" y="2361"/>
                    <a:pt x="1400" y="2313"/>
                    <a:pt x="1492" y="2285"/>
                  </a:cubicBezTo>
                  <a:lnTo>
                    <a:pt x="1492" y="2285"/>
                  </a:lnTo>
                  <a:cubicBezTo>
                    <a:pt x="1384" y="2387"/>
                    <a:pt x="1359" y="2559"/>
                    <a:pt x="1289" y="2687"/>
                  </a:cubicBezTo>
                  <a:lnTo>
                    <a:pt x="1289" y="2687"/>
                  </a:lnTo>
                  <a:cubicBezTo>
                    <a:pt x="1329" y="2644"/>
                    <a:pt x="1368" y="2601"/>
                    <a:pt x="1404" y="2561"/>
                  </a:cubicBezTo>
                  <a:cubicBezTo>
                    <a:pt x="1468" y="2494"/>
                    <a:pt x="1547" y="2420"/>
                    <a:pt x="1636" y="2420"/>
                  </a:cubicBezTo>
                  <a:cubicBezTo>
                    <a:pt x="1648" y="2420"/>
                    <a:pt x="1660" y="2422"/>
                    <a:pt x="1672" y="2425"/>
                  </a:cubicBezTo>
                  <a:cubicBezTo>
                    <a:pt x="1576" y="2509"/>
                    <a:pt x="1500" y="2613"/>
                    <a:pt x="1440" y="2725"/>
                  </a:cubicBezTo>
                  <a:cubicBezTo>
                    <a:pt x="1524" y="2577"/>
                    <a:pt x="1648" y="2461"/>
                    <a:pt x="1804" y="2393"/>
                  </a:cubicBezTo>
                  <a:lnTo>
                    <a:pt x="1804" y="2393"/>
                  </a:lnTo>
                  <a:cubicBezTo>
                    <a:pt x="1724" y="2445"/>
                    <a:pt x="1672" y="2525"/>
                    <a:pt x="1656" y="2617"/>
                  </a:cubicBezTo>
                  <a:cubicBezTo>
                    <a:pt x="1636" y="2709"/>
                    <a:pt x="1632" y="2801"/>
                    <a:pt x="1644" y="2893"/>
                  </a:cubicBezTo>
                  <a:cubicBezTo>
                    <a:pt x="1648" y="3005"/>
                    <a:pt x="1656" y="3113"/>
                    <a:pt x="1664" y="3221"/>
                  </a:cubicBezTo>
                  <a:cubicBezTo>
                    <a:pt x="1728" y="3133"/>
                    <a:pt x="1728" y="3013"/>
                    <a:pt x="1748" y="2905"/>
                  </a:cubicBezTo>
                  <a:cubicBezTo>
                    <a:pt x="1768" y="2797"/>
                    <a:pt x="1828" y="2677"/>
                    <a:pt x="1940" y="2661"/>
                  </a:cubicBezTo>
                  <a:lnTo>
                    <a:pt x="1940" y="2661"/>
                  </a:lnTo>
                  <a:cubicBezTo>
                    <a:pt x="1896" y="2757"/>
                    <a:pt x="1912" y="2865"/>
                    <a:pt x="1976" y="2949"/>
                  </a:cubicBezTo>
                  <a:cubicBezTo>
                    <a:pt x="1964" y="2857"/>
                    <a:pt x="1956" y="2765"/>
                    <a:pt x="1956" y="2673"/>
                  </a:cubicBezTo>
                  <a:lnTo>
                    <a:pt x="2016" y="2665"/>
                  </a:lnTo>
                  <a:cubicBezTo>
                    <a:pt x="2044" y="2829"/>
                    <a:pt x="2084" y="2989"/>
                    <a:pt x="2136" y="3145"/>
                  </a:cubicBezTo>
                  <a:cubicBezTo>
                    <a:pt x="2088" y="2933"/>
                    <a:pt x="2180" y="2721"/>
                    <a:pt x="2268" y="2521"/>
                  </a:cubicBezTo>
                  <a:lnTo>
                    <a:pt x="2268" y="2521"/>
                  </a:lnTo>
                  <a:cubicBezTo>
                    <a:pt x="2252" y="2681"/>
                    <a:pt x="2280" y="2845"/>
                    <a:pt x="2352" y="2989"/>
                  </a:cubicBezTo>
                  <a:cubicBezTo>
                    <a:pt x="2348" y="2869"/>
                    <a:pt x="2360" y="2749"/>
                    <a:pt x="2392" y="2633"/>
                  </a:cubicBezTo>
                  <a:cubicBezTo>
                    <a:pt x="2412" y="2705"/>
                    <a:pt x="2448" y="2773"/>
                    <a:pt x="2496" y="2833"/>
                  </a:cubicBezTo>
                  <a:cubicBezTo>
                    <a:pt x="2468" y="2729"/>
                    <a:pt x="2480" y="2617"/>
                    <a:pt x="2528" y="2517"/>
                  </a:cubicBezTo>
                  <a:cubicBezTo>
                    <a:pt x="2572" y="2697"/>
                    <a:pt x="2648" y="2869"/>
                    <a:pt x="2760" y="3017"/>
                  </a:cubicBezTo>
                  <a:cubicBezTo>
                    <a:pt x="2684" y="2801"/>
                    <a:pt x="2668" y="2569"/>
                    <a:pt x="2712" y="2341"/>
                  </a:cubicBezTo>
                  <a:cubicBezTo>
                    <a:pt x="2726" y="2331"/>
                    <a:pt x="2743" y="2326"/>
                    <a:pt x="2761" y="2326"/>
                  </a:cubicBezTo>
                  <a:cubicBezTo>
                    <a:pt x="2778" y="2326"/>
                    <a:pt x="2796" y="2331"/>
                    <a:pt x="2812" y="2341"/>
                  </a:cubicBezTo>
                  <a:cubicBezTo>
                    <a:pt x="2840" y="2365"/>
                    <a:pt x="2868" y="2389"/>
                    <a:pt x="2892" y="2413"/>
                  </a:cubicBezTo>
                  <a:cubicBezTo>
                    <a:pt x="2940" y="2453"/>
                    <a:pt x="2992" y="2481"/>
                    <a:pt x="3049" y="2505"/>
                  </a:cubicBezTo>
                  <a:cubicBezTo>
                    <a:pt x="3229" y="2601"/>
                    <a:pt x="3369" y="2757"/>
                    <a:pt x="3445" y="2945"/>
                  </a:cubicBezTo>
                  <a:cubicBezTo>
                    <a:pt x="3433" y="2653"/>
                    <a:pt x="3189" y="2429"/>
                    <a:pt x="2964" y="2237"/>
                  </a:cubicBezTo>
                  <a:cubicBezTo>
                    <a:pt x="2991" y="2232"/>
                    <a:pt x="3019" y="2230"/>
                    <a:pt x="3046" y="2230"/>
                  </a:cubicBezTo>
                  <a:cubicBezTo>
                    <a:pt x="3081" y="2230"/>
                    <a:pt x="3116" y="2233"/>
                    <a:pt x="3150" y="2240"/>
                  </a:cubicBezTo>
                  <a:lnTo>
                    <a:pt x="3150" y="2240"/>
                  </a:lnTo>
                  <a:cubicBezTo>
                    <a:pt x="3061" y="2216"/>
                    <a:pt x="2992" y="2137"/>
                    <a:pt x="2980" y="2041"/>
                  </a:cubicBezTo>
                  <a:lnTo>
                    <a:pt x="2980" y="2041"/>
                  </a:lnTo>
                  <a:lnTo>
                    <a:pt x="3245" y="2077"/>
                  </a:lnTo>
                  <a:cubicBezTo>
                    <a:pt x="3217" y="2065"/>
                    <a:pt x="3205" y="2029"/>
                    <a:pt x="3221" y="2005"/>
                  </a:cubicBezTo>
                  <a:cubicBezTo>
                    <a:pt x="3227" y="2004"/>
                    <a:pt x="3233" y="2004"/>
                    <a:pt x="3239" y="2004"/>
                  </a:cubicBezTo>
                  <a:cubicBezTo>
                    <a:pt x="3333" y="2004"/>
                    <a:pt x="3426" y="2032"/>
                    <a:pt x="3513" y="2077"/>
                  </a:cubicBezTo>
                  <a:cubicBezTo>
                    <a:pt x="3449" y="2017"/>
                    <a:pt x="3417" y="1937"/>
                    <a:pt x="3417" y="1849"/>
                  </a:cubicBezTo>
                  <a:cubicBezTo>
                    <a:pt x="3426" y="1848"/>
                    <a:pt x="3435" y="1848"/>
                    <a:pt x="3444" y="1848"/>
                  </a:cubicBezTo>
                  <a:cubicBezTo>
                    <a:pt x="3484" y="1848"/>
                    <a:pt x="3525" y="1853"/>
                    <a:pt x="3565" y="1861"/>
                  </a:cubicBezTo>
                  <a:lnTo>
                    <a:pt x="3565" y="1861"/>
                  </a:lnTo>
                  <a:cubicBezTo>
                    <a:pt x="3484" y="1833"/>
                    <a:pt x="3411" y="1787"/>
                    <a:pt x="3349" y="1725"/>
                  </a:cubicBezTo>
                  <a:cubicBezTo>
                    <a:pt x="3421" y="1673"/>
                    <a:pt x="3501" y="1633"/>
                    <a:pt x="3585" y="1605"/>
                  </a:cubicBezTo>
                  <a:lnTo>
                    <a:pt x="3585" y="1605"/>
                  </a:lnTo>
                  <a:cubicBezTo>
                    <a:pt x="3566" y="1607"/>
                    <a:pt x="3547" y="1608"/>
                    <a:pt x="3528" y="1608"/>
                  </a:cubicBezTo>
                  <a:cubicBezTo>
                    <a:pt x="3487" y="1608"/>
                    <a:pt x="3447" y="1602"/>
                    <a:pt x="3409" y="1589"/>
                  </a:cubicBezTo>
                  <a:cubicBezTo>
                    <a:pt x="3477" y="1504"/>
                    <a:pt x="3576" y="1457"/>
                    <a:pt x="3682" y="1457"/>
                  </a:cubicBezTo>
                  <a:cubicBezTo>
                    <a:pt x="3707" y="1457"/>
                    <a:pt x="3732" y="1459"/>
                    <a:pt x="3757" y="1465"/>
                  </a:cubicBezTo>
                  <a:lnTo>
                    <a:pt x="3537" y="1401"/>
                  </a:lnTo>
                  <a:cubicBezTo>
                    <a:pt x="3583" y="1336"/>
                    <a:pt x="3643" y="1283"/>
                    <a:pt x="3711" y="1245"/>
                  </a:cubicBezTo>
                  <a:lnTo>
                    <a:pt x="3711" y="1245"/>
                  </a:lnTo>
                  <a:lnTo>
                    <a:pt x="3637" y="1261"/>
                  </a:lnTo>
                  <a:cubicBezTo>
                    <a:pt x="3681" y="1189"/>
                    <a:pt x="3753" y="1137"/>
                    <a:pt x="3833" y="1117"/>
                  </a:cubicBezTo>
                  <a:cubicBezTo>
                    <a:pt x="3789" y="1112"/>
                    <a:pt x="3746" y="1109"/>
                    <a:pt x="3703" y="1109"/>
                  </a:cubicBezTo>
                  <a:cubicBezTo>
                    <a:pt x="3531" y="1109"/>
                    <a:pt x="3361" y="1148"/>
                    <a:pt x="3205" y="1225"/>
                  </a:cubicBezTo>
                  <a:lnTo>
                    <a:pt x="3441" y="925"/>
                  </a:lnTo>
                  <a:cubicBezTo>
                    <a:pt x="3431" y="924"/>
                    <a:pt x="3422" y="924"/>
                    <a:pt x="3413" y="924"/>
                  </a:cubicBezTo>
                  <a:cubicBezTo>
                    <a:pt x="3251" y="924"/>
                    <a:pt x="3094" y="991"/>
                    <a:pt x="2984" y="1113"/>
                  </a:cubicBezTo>
                  <a:cubicBezTo>
                    <a:pt x="3021" y="1033"/>
                    <a:pt x="3053" y="953"/>
                    <a:pt x="3089" y="869"/>
                  </a:cubicBezTo>
                  <a:lnTo>
                    <a:pt x="3089" y="869"/>
                  </a:lnTo>
                  <a:cubicBezTo>
                    <a:pt x="3012" y="921"/>
                    <a:pt x="2952" y="993"/>
                    <a:pt x="2908" y="1073"/>
                  </a:cubicBezTo>
                  <a:cubicBezTo>
                    <a:pt x="2900" y="817"/>
                    <a:pt x="2960" y="561"/>
                    <a:pt x="3081" y="337"/>
                  </a:cubicBezTo>
                  <a:lnTo>
                    <a:pt x="3081" y="337"/>
                  </a:lnTo>
                  <a:cubicBezTo>
                    <a:pt x="2908" y="397"/>
                    <a:pt x="2768" y="525"/>
                    <a:pt x="2688" y="689"/>
                  </a:cubicBezTo>
                  <a:cubicBezTo>
                    <a:pt x="2608" y="849"/>
                    <a:pt x="2564" y="1029"/>
                    <a:pt x="2564" y="1213"/>
                  </a:cubicBezTo>
                  <a:cubicBezTo>
                    <a:pt x="2516" y="1085"/>
                    <a:pt x="2528" y="945"/>
                    <a:pt x="2596" y="829"/>
                  </a:cubicBezTo>
                  <a:lnTo>
                    <a:pt x="2596" y="829"/>
                  </a:lnTo>
                  <a:cubicBezTo>
                    <a:pt x="2540" y="877"/>
                    <a:pt x="2500" y="945"/>
                    <a:pt x="2484" y="1017"/>
                  </a:cubicBezTo>
                  <a:cubicBezTo>
                    <a:pt x="2477" y="1018"/>
                    <a:pt x="2469" y="1019"/>
                    <a:pt x="2462" y="1019"/>
                  </a:cubicBezTo>
                  <a:cubicBezTo>
                    <a:pt x="2422" y="1019"/>
                    <a:pt x="2385" y="994"/>
                    <a:pt x="2368" y="957"/>
                  </a:cubicBezTo>
                  <a:cubicBezTo>
                    <a:pt x="2352" y="909"/>
                    <a:pt x="2348" y="861"/>
                    <a:pt x="2356" y="813"/>
                  </a:cubicBezTo>
                  <a:cubicBezTo>
                    <a:pt x="2368" y="717"/>
                    <a:pt x="2388" y="621"/>
                    <a:pt x="2416" y="529"/>
                  </a:cubicBezTo>
                  <a:lnTo>
                    <a:pt x="2416" y="529"/>
                  </a:lnTo>
                  <a:cubicBezTo>
                    <a:pt x="2268" y="613"/>
                    <a:pt x="2148" y="741"/>
                    <a:pt x="2084" y="901"/>
                  </a:cubicBezTo>
                  <a:cubicBezTo>
                    <a:pt x="2112" y="825"/>
                    <a:pt x="2124" y="745"/>
                    <a:pt x="2116" y="665"/>
                  </a:cubicBezTo>
                  <a:lnTo>
                    <a:pt x="2116" y="665"/>
                  </a:lnTo>
                  <a:cubicBezTo>
                    <a:pt x="2068" y="805"/>
                    <a:pt x="2056" y="961"/>
                    <a:pt x="2080" y="1109"/>
                  </a:cubicBezTo>
                  <a:cubicBezTo>
                    <a:pt x="2008" y="1065"/>
                    <a:pt x="1968" y="989"/>
                    <a:pt x="1976" y="905"/>
                  </a:cubicBezTo>
                  <a:cubicBezTo>
                    <a:pt x="1980" y="825"/>
                    <a:pt x="1996" y="745"/>
                    <a:pt x="2020" y="669"/>
                  </a:cubicBezTo>
                  <a:cubicBezTo>
                    <a:pt x="2068" y="437"/>
                    <a:pt x="2016" y="193"/>
                    <a:pt x="1880" y="1"/>
                  </a:cubicBezTo>
                  <a:close/>
                </a:path>
              </a:pathLst>
            </a:custGeom>
            <a:solidFill>
              <a:srgbClr val="FF57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65"/>
            <p:cNvSpPr/>
            <p:nvPr/>
          </p:nvSpPr>
          <p:spPr>
            <a:xfrm flipH="1">
              <a:off x="7579534" y="2063042"/>
              <a:ext cx="601013" cy="597517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3" y="2872"/>
                  </a:moveTo>
                  <a:cubicBezTo>
                    <a:pt x="123" y="2872"/>
                    <a:pt x="124" y="2873"/>
                    <a:pt x="124" y="2875"/>
                  </a:cubicBezTo>
                  <a:cubicBezTo>
                    <a:pt x="122" y="2873"/>
                    <a:pt x="122" y="2872"/>
                    <a:pt x="123" y="2872"/>
                  </a:cubicBezTo>
                  <a:close/>
                  <a:moveTo>
                    <a:pt x="1553" y="1"/>
                  </a:moveTo>
                  <a:cubicBezTo>
                    <a:pt x="1522" y="1"/>
                    <a:pt x="1491" y="1"/>
                    <a:pt x="1460" y="3"/>
                  </a:cubicBezTo>
                  <a:cubicBezTo>
                    <a:pt x="1336" y="11"/>
                    <a:pt x="1216" y="43"/>
                    <a:pt x="1108" y="99"/>
                  </a:cubicBezTo>
                  <a:cubicBezTo>
                    <a:pt x="1048" y="135"/>
                    <a:pt x="992" y="179"/>
                    <a:pt x="948" y="231"/>
                  </a:cubicBezTo>
                  <a:cubicBezTo>
                    <a:pt x="936" y="247"/>
                    <a:pt x="928" y="259"/>
                    <a:pt x="920" y="275"/>
                  </a:cubicBezTo>
                  <a:lnTo>
                    <a:pt x="904" y="295"/>
                  </a:lnTo>
                  <a:lnTo>
                    <a:pt x="888" y="319"/>
                  </a:lnTo>
                  <a:lnTo>
                    <a:pt x="840" y="407"/>
                  </a:lnTo>
                  <a:cubicBezTo>
                    <a:pt x="772" y="531"/>
                    <a:pt x="716" y="663"/>
                    <a:pt x="676" y="799"/>
                  </a:cubicBezTo>
                  <a:cubicBezTo>
                    <a:pt x="628" y="943"/>
                    <a:pt x="592" y="1091"/>
                    <a:pt x="564" y="1239"/>
                  </a:cubicBezTo>
                  <a:cubicBezTo>
                    <a:pt x="532" y="1387"/>
                    <a:pt x="500" y="1543"/>
                    <a:pt x="464" y="1695"/>
                  </a:cubicBezTo>
                  <a:cubicBezTo>
                    <a:pt x="444" y="1771"/>
                    <a:pt x="424" y="1851"/>
                    <a:pt x="404" y="1927"/>
                  </a:cubicBezTo>
                  <a:cubicBezTo>
                    <a:pt x="392" y="1963"/>
                    <a:pt x="380" y="2003"/>
                    <a:pt x="368" y="2043"/>
                  </a:cubicBezTo>
                  <a:cubicBezTo>
                    <a:pt x="356" y="2083"/>
                    <a:pt x="340" y="2119"/>
                    <a:pt x="328" y="2159"/>
                  </a:cubicBezTo>
                  <a:cubicBezTo>
                    <a:pt x="272" y="2315"/>
                    <a:pt x="208" y="2467"/>
                    <a:pt x="128" y="2611"/>
                  </a:cubicBezTo>
                  <a:lnTo>
                    <a:pt x="64" y="2723"/>
                  </a:lnTo>
                  <a:cubicBezTo>
                    <a:pt x="56" y="2743"/>
                    <a:pt x="44" y="2763"/>
                    <a:pt x="32" y="2783"/>
                  </a:cubicBezTo>
                  <a:cubicBezTo>
                    <a:pt x="20" y="2811"/>
                    <a:pt x="8" y="2839"/>
                    <a:pt x="4" y="2867"/>
                  </a:cubicBezTo>
                  <a:cubicBezTo>
                    <a:pt x="0" y="2891"/>
                    <a:pt x="4" y="2915"/>
                    <a:pt x="16" y="2939"/>
                  </a:cubicBezTo>
                  <a:cubicBezTo>
                    <a:pt x="28" y="2959"/>
                    <a:pt x="48" y="2975"/>
                    <a:pt x="68" y="2983"/>
                  </a:cubicBezTo>
                  <a:cubicBezTo>
                    <a:pt x="92" y="2995"/>
                    <a:pt x="116" y="3003"/>
                    <a:pt x="140" y="3007"/>
                  </a:cubicBezTo>
                  <a:cubicBezTo>
                    <a:pt x="172" y="3023"/>
                    <a:pt x="200" y="3043"/>
                    <a:pt x="228" y="3067"/>
                  </a:cubicBezTo>
                  <a:cubicBezTo>
                    <a:pt x="348" y="3187"/>
                    <a:pt x="468" y="3315"/>
                    <a:pt x="576" y="3447"/>
                  </a:cubicBezTo>
                  <a:cubicBezTo>
                    <a:pt x="692" y="3587"/>
                    <a:pt x="820" y="3715"/>
                    <a:pt x="960" y="3831"/>
                  </a:cubicBezTo>
                  <a:cubicBezTo>
                    <a:pt x="1028" y="3895"/>
                    <a:pt x="1120" y="3935"/>
                    <a:pt x="1216" y="3947"/>
                  </a:cubicBezTo>
                  <a:cubicBezTo>
                    <a:pt x="1304" y="3947"/>
                    <a:pt x="1392" y="3951"/>
                    <a:pt x="1476" y="3967"/>
                  </a:cubicBezTo>
                  <a:cubicBezTo>
                    <a:pt x="1648" y="4007"/>
                    <a:pt x="1816" y="4055"/>
                    <a:pt x="1984" y="4115"/>
                  </a:cubicBezTo>
                  <a:lnTo>
                    <a:pt x="2476" y="4283"/>
                  </a:lnTo>
                  <a:cubicBezTo>
                    <a:pt x="2636" y="4343"/>
                    <a:pt x="2800" y="4391"/>
                    <a:pt x="2968" y="4427"/>
                  </a:cubicBezTo>
                  <a:cubicBezTo>
                    <a:pt x="3024" y="4437"/>
                    <a:pt x="3082" y="4443"/>
                    <a:pt x="3141" y="4443"/>
                  </a:cubicBezTo>
                  <a:cubicBezTo>
                    <a:pt x="3170" y="4443"/>
                    <a:pt x="3199" y="4441"/>
                    <a:pt x="3228" y="4439"/>
                  </a:cubicBezTo>
                  <a:cubicBezTo>
                    <a:pt x="3316" y="4427"/>
                    <a:pt x="3400" y="4403"/>
                    <a:pt x="3476" y="4355"/>
                  </a:cubicBezTo>
                  <a:cubicBezTo>
                    <a:pt x="3612" y="4267"/>
                    <a:pt x="3728" y="4143"/>
                    <a:pt x="3816" y="4003"/>
                  </a:cubicBezTo>
                  <a:cubicBezTo>
                    <a:pt x="3860" y="3935"/>
                    <a:pt x="3896" y="3871"/>
                    <a:pt x="3936" y="3807"/>
                  </a:cubicBezTo>
                  <a:cubicBezTo>
                    <a:pt x="3972" y="3743"/>
                    <a:pt x="4004" y="3675"/>
                    <a:pt x="4036" y="3607"/>
                  </a:cubicBezTo>
                  <a:cubicBezTo>
                    <a:pt x="4092" y="3471"/>
                    <a:pt x="4144" y="3339"/>
                    <a:pt x="4184" y="3211"/>
                  </a:cubicBezTo>
                  <a:cubicBezTo>
                    <a:pt x="4264" y="2979"/>
                    <a:pt x="4328" y="2743"/>
                    <a:pt x="4376" y="2503"/>
                  </a:cubicBezTo>
                  <a:cubicBezTo>
                    <a:pt x="4412" y="2319"/>
                    <a:pt x="4440" y="2131"/>
                    <a:pt x="4456" y="1943"/>
                  </a:cubicBezTo>
                  <a:cubicBezTo>
                    <a:pt x="4468" y="1819"/>
                    <a:pt x="4460" y="1699"/>
                    <a:pt x="4440" y="1575"/>
                  </a:cubicBezTo>
                  <a:cubicBezTo>
                    <a:pt x="4436" y="1543"/>
                    <a:pt x="4424" y="1515"/>
                    <a:pt x="4412" y="1483"/>
                  </a:cubicBezTo>
                  <a:lnTo>
                    <a:pt x="4396" y="1455"/>
                  </a:lnTo>
                  <a:lnTo>
                    <a:pt x="4380" y="1463"/>
                  </a:lnTo>
                  <a:lnTo>
                    <a:pt x="4396" y="1495"/>
                  </a:lnTo>
                  <a:cubicBezTo>
                    <a:pt x="4404" y="1523"/>
                    <a:pt x="4412" y="1551"/>
                    <a:pt x="4412" y="1583"/>
                  </a:cubicBezTo>
                  <a:cubicBezTo>
                    <a:pt x="4424" y="1703"/>
                    <a:pt x="4416" y="1823"/>
                    <a:pt x="4396" y="1939"/>
                  </a:cubicBezTo>
                  <a:cubicBezTo>
                    <a:pt x="4368" y="2123"/>
                    <a:pt x="4332" y="2303"/>
                    <a:pt x="4284" y="2483"/>
                  </a:cubicBezTo>
                  <a:cubicBezTo>
                    <a:pt x="4232" y="2691"/>
                    <a:pt x="4164" y="2927"/>
                    <a:pt x="4072" y="3175"/>
                  </a:cubicBezTo>
                  <a:cubicBezTo>
                    <a:pt x="4028" y="3299"/>
                    <a:pt x="3980" y="3427"/>
                    <a:pt x="3920" y="3559"/>
                  </a:cubicBezTo>
                  <a:cubicBezTo>
                    <a:pt x="3892" y="3623"/>
                    <a:pt x="3860" y="3687"/>
                    <a:pt x="3824" y="3747"/>
                  </a:cubicBezTo>
                  <a:cubicBezTo>
                    <a:pt x="3792" y="3811"/>
                    <a:pt x="3752" y="3879"/>
                    <a:pt x="3712" y="3939"/>
                  </a:cubicBezTo>
                  <a:cubicBezTo>
                    <a:pt x="3636" y="4071"/>
                    <a:pt x="3540" y="4183"/>
                    <a:pt x="3420" y="4275"/>
                  </a:cubicBezTo>
                  <a:cubicBezTo>
                    <a:pt x="3324" y="4340"/>
                    <a:pt x="3208" y="4364"/>
                    <a:pt x="3084" y="4364"/>
                  </a:cubicBezTo>
                  <a:cubicBezTo>
                    <a:pt x="3049" y="4364"/>
                    <a:pt x="3013" y="4362"/>
                    <a:pt x="2976" y="4359"/>
                  </a:cubicBezTo>
                  <a:cubicBezTo>
                    <a:pt x="2812" y="4335"/>
                    <a:pt x="2648" y="4295"/>
                    <a:pt x="2488" y="4239"/>
                  </a:cubicBezTo>
                  <a:cubicBezTo>
                    <a:pt x="2324" y="4191"/>
                    <a:pt x="2160" y="4135"/>
                    <a:pt x="1996" y="4075"/>
                  </a:cubicBezTo>
                  <a:cubicBezTo>
                    <a:pt x="1828" y="4015"/>
                    <a:pt x="1660" y="3963"/>
                    <a:pt x="1488" y="3919"/>
                  </a:cubicBezTo>
                  <a:cubicBezTo>
                    <a:pt x="1400" y="3899"/>
                    <a:pt x="1308" y="3887"/>
                    <a:pt x="1220" y="3887"/>
                  </a:cubicBezTo>
                  <a:cubicBezTo>
                    <a:pt x="1144" y="3883"/>
                    <a:pt x="1072" y="3831"/>
                    <a:pt x="1004" y="3775"/>
                  </a:cubicBezTo>
                  <a:cubicBezTo>
                    <a:pt x="880" y="3655"/>
                    <a:pt x="760" y="3523"/>
                    <a:pt x="656" y="3383"/>
                  </a:cubicBezTo>
                  <a:cubicBezTo>
                    <a:pt x="548" y="3243"/>
                    <a:pt x="432" y="3107"/>
                    <a:pt x="304" y="2979"/>
                  </a:cubicBezTo>
                  <a:cubicBezTo>
                    <a:pt x="268" y="2939"/>
                    <a:pt x="224" y="2911"/>
                    <a:pt x="176" y="2891"/>
                  </a:cubicBezTo>
                  <a:cubicBezTo>
                    <a:pt x="162" y="2887"/>
                    <a:pt x="148" y="2884"/>
                    <a:pt x="131" y="2877"/>
                  </a:cubicBezTo>
                  <a:lnTo>
                    <a:pt x="131" y="2877"/>
                  </a:lnTo>
                  <a:cubicBezTo>
                    <a:pt x="136" y="2866"/>
                    <a:pt x="142" y="2856"/>
                    <a:pt x="148" y="2847"/>
                  </a:cubicBezTo>
                  <a:cubicBezTo>
                    <a:pt x="156" y="2827"/>
                    <a:pt x="168" y="2811"/>
                    <a:pt x="176" y="2791"/>
                  </a:cubicBezTo>
                  <a:lnTo>
                    <a:pt x="244" y="2679"/>
                  </a:lnTo>
                  <a:cubicBezTo>
                    <a:pt x="328" y="2531"/>
                    <a:pt x="404" y="2375"/>
                    <a:pt x="464" y="2211"/>
                  </a:cubicBezTo>
                  <a:cubicBezTo>
                    <a:pt x="476" y="2171"/>
                    <a:pt x="492" y="2131"/>
                    <a:pt x="504" y="2091"/>
                  </a:cubicBezTo>
                  <a:cubicBezTo>
                    <a:pt x="520" y="2051"/>
                    <a:pt x="532" y="2015"/>
                    <a:pt x="544" y="1971"/>
                  </a:cubicBezTo>
                  <a:cubicBezTo>
                    <a:pt x="568" y="1891"/>
                    <a:pt x="588" y="1811"/>
                    <a:pt x="608" y="1731"/>
                  </a:cubicBezTo>
                  <a:cubicBezTo>
                    <a:pt x="648" y="1575"/>
                    <a:pt x="676" y="1419"/>
                    <a:pt x="704" y="1271"/>
                  </a:cubicBezTo>
                  <a:cubicBezTo>
                    <a:pt x="764" y="971"/>
                    <a:pt x="832" y="695"/>
                    <a:pt x="948" y="463"/>
                  </a:cubicBezTo>
                  <a:lnTo>
                    <a:pt x="992" y="379"/>
                  </a:lnTo>
                  <a:lnTo>
                    <a:pt x="1004" y="359"/>
                  </a:lnTo>
                  <a:lnTo>
                    <a:pt x="1016" y="339"/>
                  </a:lnTo>
                  <a:cubicBezTo>
                    <a:pt x="1024" y="327"/>
                    <a:pt x="1032" y="315"/>
                    <a:pt x="1040" y="303"/>
                  </a:cubicBezTo>
                  <a:cubicBezTo>
                    <a:pt x="1076" y="259"/>
                    <a:pt x="1116" y="223"/>
                    <a:pt x="1164" y="195"/>
                  </a:cubicBezTo>
                  <a:cubicBezTo>
                    <a:pt x="1260" y="143"/>
                    <a:pt x="1364" y="107"/>
                    <a:pt x="1468" y="95"/>
                  </a:cubicBezTo>
                  <a:cubicBezTo>
                    <a:pt x="1542" y="87"/>
                    <a:pt x="1617" y="82"/>
                    <a:pt x="1692" y="82"/>
                  </a:cubicBezTo>
                  <a:cubicBezTo>
                    <a:pt x="1803" y="82"/>
                    <a:pt x="1913" y="92"/>
                    <a:pt x="2020" y="111"/>
                  </a:cubicBezTo>
                  <a:cubicBezTo>
                    <a:pt x="2136" y="127"/>
                    <a:pt x="2256" y="151"/>
                    <a:pt x="2368" y="179"/>
                  </a:cubicBezTo>
                  <a:cubicBezTo>
                    <a:pt x="2452" y="199"/>
                    <a:pt x="2492" y="211"/>
                    <a:pt x="2492" y="211"/>
                  </a:cubicBezTo>
                  <a:lnTo>
                    <a:pt x="2496" y="199"/>
                  </a:lnTo>
                  <a:cubicBezTo>
                    <a:pt x="2496" y="199"/>
                    <a:pt x="2456" y="183"/>
                    <a:pt x="2376" y="155"/>
                  </a:cubicBezTo>
                  <a:cubicBezTo>
                    <a:pt x="2264" y="115"/>
                    <a:pt x="2144" y="79"/>
                    <a:pt x="2028" y="55"/>
                  </a:cubicBezTo>
                  <a:cubicBezTo>
                    <a:pt x="1871" y="18"/>
                    <a:pt x="1711" y="1"/>
                    <a:pt x="155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65"/>
            <p:cNvSpPr/>
            <p:nvPr/>
          </p:nvSpPr>
          <p:spPr>
            <a:xfrm flipH="1">
              <a:off x="7205128" y="2172513"/>
              <a:ext cx="461687" cy="603569"/>
            </a:xfrm>
            <a:custGeom>
              <a:avLst/>
              <a:gdLst/>
              <a:ahLst/>
              <a:cxnLst/>
              <a:rect l="l" t="t" r="r" b="b"/>
              <a:pathLst>
                <a:path w="3433" h="4488" extrusionOk="0">
                  <a:moveTo>
                    <a:pt x="1701" y="1"/>
                  </a:moveTo>
                  <a:cubicBezTo>
                    <a:pt x="1667" y="1"/>
                    <a:pt x="1633" y="7"/>
                    <a:pt x="1600" y="21"/>
                  </a:cubicBezTo>
                  <a:cubicBezTo>
                    <a:pt x="1564" y="33"/>
                    <a:pt x="1528" y="49"/>
                    <a:pt x="1492" y="69"/>
                  </a:cubicBezTo>
                  <a:cubicBezTo>
                    <a:pt x="1436" y="101"/>
                    <a:pt x="1408" y="121"/>
                    <a:pt x="1408" y="121"/>
                  </a:cubicBezTo>
                  <a:lnTo>
                    <a:pt x="1416" y="129"/>
                  </a:lnTo>
                  <a:cubicBezTo>
                    <a:pt x="1416" y="129"/>
                    <a:pt x="1444" y="117"/>
                    <a:pt x="1504" y="89"/>
                  </a:cubicBezTo>
                  <a:cubicBezTo>
                    <a:pt x="1536" y="77"/>
                    <a:pt x="1576" y="65"/>
                    <a:pt x="1612" y="53"/>
                  </a:cubicBezTo>
                  <a:cubicBezTo>
                    <a:pt x="1631" y="48"/>
                    <a:pt x="1650" y="46"/>
                    <a:pt x="1669" y="46"/>
                  </a:cubicBezTo>
                  <a:cubicBezTo>
                    <a:pt x="1698" y="46"/>
                    <a:pt x="1727" y="51"/>
                    <a:pt x="1757" y="61"/>
                  </a:cubicBezTo>
                  <a:cubicBezTo>
                    <a:pt x="1857" y="101"/>
                    <a:pt x="1961" y="205"/>
                    <a:pt x="2105" y="293"/>
                  </a:cubicBezTo>
                  <a:cubicBezTo>
                    <a:pt x="2173" y="337"/>
                    <a:pt x="2233" y="393"/>
                    <a:pt x="2285" y="461"/>
                  </a:cubicBezTo>
                  <a:cubicBezTo>
                    <a:pt x="2337" y="537"/>
                    <a:pt x="2385" y="617"/>
                    <a:pt x="2429" y="701"/>
                  </a:cubicBezTo>
                  <a:cubicBezTo>
                    <a:pt x="2521" y="905"/>
                    <a:pt x="2629" y="1101"/>
                    <a:pt x="2741" y="1289"/>
                  </a:cubicBezTo>
                  <a:lnTo>
                    <a:pt x="2793" y="1365"/>
                  </a:lnTo>
                  <a:cubicBezTo>
                    <a:pt x="2809" y="1389"/>
                    <a:pt x="2829" y="1413"/>
                    <a:pt x="2849" y="1437"/>
                  </a:cubicBezTo>
                  <a:cubicBezTo>
                    <a:pt x="2869" y="1465"/>
                    <a:pt x="2893" y="1489"/>
                    <a:pt x="2913" y="1509"/>
                  </a:cubicBezTo>
                  <a:cubicBezTo>
                    <a:pt x="2937" y="1533"/>
                    <a:pt x="2957" y="1557"/>
                    <a:pt x="2985" y="1577"/>
                  </a:cubicBezTo>
                  <a:cubicBezTo>
                    <a:pt x="3005" y="1597"/>
                    <a:pt x="3033" y="1621"/>
                    <a:pt x="3053" y="1641"/>
                  </a:cubicBezTo>
                  <a:cubicBezTo>
                    <a:pt x="3073" y="1661"/>
                    <a:pt x="3093" y="1673"/>
                    <a:pt x="3113" y="1697"/>
                  </a:cubicBezTo>
                  <a:cubicBezTo>
                    <a:pt x="3129" y="1721"/>
                    <a:pt x="3145" y="1741"/>
                    <a:pt x="3161" y="1765"/>
                  </a:cubicBezTo>
                  <a:cubicBezTo>
                    <a:pt x="3177" y="1789"/>
                    <a:pt x="3189" y="1817"/>
                    <a:pt x="3201" y="1841"/>
                  </a:cubicBezTo>
                  <a:cubicBezTo>
                    <a:pt x="3253" y="1949"/>
                    <a:pt x="3281" y="2069"/>
                    <a:pt x="3289" y="2189"/>
                  </a:cubicBezTo>
                  <a:cubicBezTo>
                    <a:pt x="3293" y="2317"/>
                    <a:pt x="3289" y="2445"/>
                    <a:pt x="3269" y="2573"/>
                  </a:cubicBezTo>
                  <a:cubicBezTo>
                    <a:pt x="3249" y="2701"/>
                    <a:pt x="3213" y="2829"/>
                    <a:pt x="3169" y="2949"/>
                  </a:cubicBezTo>
                  <a:cubicBezTo>
                    <a:pt x="3145" y="3013"/>
                    <a:pt x="3121" y="3073"/>
                    <a:pt x="3093" y="3133"/>
                  </a:cubicBezTo>
                  <a:cubicBezTo>
                    <a:pt x="3073" y="3161"/>
                    <a:pt x="3057" y="3189"/>
                    <a:pt x="3041" y="3217"/>
                  </a:cubicBezTo>
                  <a:lnTo>
                    <a:pt x="2977" y="3301"/>
                  </a:lnTo>
                  <a:cubicBezTo>
                    <a:pt x="2893" y="3413"/>
                    <a:pt x="2817" y="3525"/>
                    <a:pt x="2753" y="3649"/>
                  </a:cubicBezTo>
                  <a:cubicBezTo>
                    <a:pt x="2685" y="3765"/>
                    <a:pt x="2621" y="3885"/>
                    <a:pt x="2561" y="4005"/>
                  </a:cubicBezTo>
                  <a:cubicBezTo>
                    <a:pt x="2501" y="4125"/>
                    <a:pt x="2449" y="4249"/>
                    <a:pt x="2401" y="4377"/>
                  </a:cubicBezTo>
                  <a:lnTo>
                    <a:pt x="2401" y="4389"/>
                  </a:lnTo>
                  <a:lnTo>
                    <a:pt x="2401" y="4393"/>
                  </a:lnTo>
                  <a:lnTo>
                    <a:pt x="2401" y="4397"/>
                  </a:lnTo>
                  <a:lnTo>
                    <a:pt x="2401" y="4401"/>
                  </a:lnTo>
                  <a:cubicBezTo>
                    <a:pt x="2401" y="4409"/>
                    <a:pt x="2397" y="4417"/>
                    <a:pt x="2397" y="4425"/>
                  </a:cubicBezTo>
                  <a:cubicBezTo>
                    <a:pt x="2393" y="4441"/>
                    <a:pt x="2389" y="4441"/>
                    <a:pt x="2389" y="4441"/>
                  </a:cubicBezTo>
                  <a:cubicBezTo>
                    <a:pt x="2361" y="4437"/>
                    <a:pt x="2337" y="4429"/>
                    <a:pt x="2317" y="4413"/>
                  </a:cubicBezTo>
                  <a:cubicBezTo>
                    <a:pt x="2265" y="4377"/>
                    <a:pt x="2217" y="4341"/>
                    <a:pt x="2169" y="4301"/>
                  </a:cubicBezTo>
                  <a:cubicBezTo>
                    <a:pt x="2145" y="4277"/>
                    <a:pt x="2121" y="4257"/>
                    <a:pt x="2097" y="4237"/>
                  </a:cubicBezTo>
                  <a:cubicBezTo>
                    <a:pt x="2069" y="4217"/>
                    <a:pt x="2041" y="4197"/>
                    <a:pt x="2013" y="4177"/>
                  </a:cubicBezTo>
                  <a:cubicBezTo>
                    <a:pt x="1957" y="4145"/>
                    <a:pt x="1897" y="4117"/>
                    <a:pt x="1837" y="4097"/>
                  </a:cubicBezTo>
                  <a:cubicBezTo>
                    <a:pt x="1721" y="4057"/>
                    <a:pt x="1600" y="4025"/>
                    <a:pt x="1480" y="4005"/>
                  </a:cubicBezTo>
                  <a:cubicBezTo>
                    <a:pt x="1248" y="3961"/>
                    <a:pt x="1028" y="3941"/>
                    <a:pt x="832" y="3905"/>
                  </a:cubicBezTo>
                  <a:cubicBezTo>
                    <a:pt x="736" y="3889"/>
                    <a:pt x="644" y="3869"/>
                    <a:pt x="556" y="3841"/>
                  </a:cubicBezTo>
                  <a:cubicBezTo>
                    <a:pt x="512" y="3829"/>
                    <a:pt x="472" y="3813"/>
                    <a:pt x="432" y="3793"/>
                  </a:cubicBezTo>
                  <a:lnTo>
                    <a:pt x="416" y="3789"/>
                  </a:lnTo>
                  <a:lnTo>
                    <a:pt x="404" y="3781"/>
                  </a:lnTo>
                  <a:lnTo>
                    <a:pt x="376" y="3769"/>
                  </a:lnTo>
                  <a:cubicBezTo>
                    <a:pt x="360" y="3757"/>
                    <a:pt x="344" y="3749"/>
                    <a:pt x="328" y="3737"/>
                  </a:cubicBezTo>
                  <a:cubicBezTo>
                    <a:pt x="268" y="3697"/>
                    <a:pt x="212" y="3645"/>
                    <a:pt x="168" y="3589"/>
                  </a:cubicBezTo>
                  <a:cubicBezTo>
                    <a:pt x="132" y="3537"/>
                    <a:pt x="104" y="3481"/>
                    <a:pt x="80" y="3425"/>
                  </a:cubicBezTo>
                  <a:cubicBezTo>
                    <a:pt x="48" y="3341"/>
                    <a:pt x="24" y="3253"/>
                    <a:pt x="20" y="3161"/>
                  </a:cubicBezTo>
                  <a:cubicBezTo>
                    <a:pt x="16" y="3129"/>
                    <a:pt x="12" y="3097"/>
                    <a:pt x="16" y="3065"/>
                  </a:cubicBezTo>
                  <a:lnTo>
                    <a:pt x="12" y="3057"/>
                  </a:lnTo>
                  <a:cubicBezTo>
                    <a:pt x="8" y="3093"/>
                    <a:pt x="4" y="3125"/>
                    <a:pt x="4" y="3157"/>
                  </a:cubicBezTo>
                  <a:cubicBezTo>
                    <a:pt x="0" y="3253"/>
                    <a:pt x="12" y="3349"/>
                    <a:pt x="36" y="3437"/>
                  </a:cubicBezTo>
                  <a:cubicBezTo>
                    <a:pt x="56" y="3505"/>
                    <a:pt x="84" y="3569"/>
                    <a:pt x="120" y="3625"/>
                  </a:cubicBezTo>
                  <a:cubicBezTo>
                    <a:pt x="164" y="3697"/>
                    <a:pt x="220" y="3757"/>
                    <a:pt x="284" y="3809"/>
                  </a:cubicBezTo>
                  <a:cubicBezTo>
                    <a:pt x="304" y="3821"/>
                    <a:pt x="324" y="3833"/>
                    <a:pt x="340" y="3845"/>
                  </a:cubicBezTo>
                  <a:lnTo>
                    <a:pt x="372" y="3865"/>
                  </a:lnTo>
                  <a:cubicBezTo>
                    <a:pt x="376" y="3865"/>
                    <a:pt x="380" y="3869"/>
                    <a:pt x="388" y="3873"/>
                  </a:cubicBezTo>
                  <a:lnTo>
                    <a:pt x="404" y="3881"/>
                  </a:lnTo>
                  <a:cubicBezTo>
                    <a:pt x="444" y="3901"/>
                    <a:pt x="488" y="3921"/>
                    <a:pt x="532" y="3933"/>
                  </a:cubicBezTo>
                  <a:cubicBezTo>
                    <a:pt x="624" y="3969"/>
                    <a:pt x="724" y="3993"/>
                    <a:pt x="820" y="4013"/>
                  </a:cubicBezTo>
                  <a:cubicBezTo>
                    <a:pt x="1020" y="4053"/>
                    <a:pt x="1244" y="4077"/>
                    <a:pt x="1472" y="4117"/>
                  </a:cubicBezTo>
                  <a:cubicBezTo>
                    <a:pt x="1697" y="4157"/>
                    <a:pt x="1941" y="4185"/>
                    <a:pt x="2133" y="4349"/>
                  </a:cubicBezTo>
                  <a:cubicBezTo>
                    <a:pt x="2185" y="4389"/>
                    <a:pt x="2241" y="4425"/>
                    <a:pt x="2301" y="4457"/>
                  </a:cubicBezTo>
                  <a:cubicBezTo>
                    <a:pt x="2317" y="4465"/>
                    <a:pt x="2333" y="4473"/>
                    <a:pt x="2349" y="4481"/>
                  </a:cubicBezTo>
                  <a:cubicBezTo>
                    <a:pt x="2360" y="4486"/>
                    <a:pt x="2373" y="4487"/>
                    <a:pt x="2386" y="4487"/>
                  </a:cubicBezTo>
                  <a:cubicBezTo>
                    <a:pt x="2395" y="4487"/>
                    <a:pt x="2404" y="4487"/>
                    <a:pt x="2413" y="4485"/>
                  </a:cubicBezTo>
                  <a:cubicBezTo>
                    <a:pt x="2429" y="4481"/>
                    <a:pt x="2441" y="4473"/>
                    <a:pt x="2449" y="4461"/>
                  </a:cubicBezTo>
                  <a:cubicBezTo>
                    <a:pt x="2453" y="4449"/>
                    <a:pt x="2457" y="4441"/>
                    <a:pt x="2461" y="4429"/>
                  </a:cubicBezTo>
                  <a:cubicBezTo>
                    <a:pt x="2461" y="4417"/>
                    <a:pt x="2461" y="4409"/>
                    <a:pt x="2461" y="4401"/>
                  </a:cubicBezTo>
                  <a:lnTo>
                    <a:pt x="2461" y="4397"/>
                  </a:lnTo>
                  <a:lnTo>
                    <a:pt x="2461" y="4393"/>
                  </a:lnTo>
                  <a:lnTo>
                    <a:pt x="2465" y="4381"/>
                  </a:lnTo>
                  <a:cubicBezTo>
                    <a:pt x="2485" y="4317"/>
                    <a:pt x="2505" y="4257"/>
                    <a:pt x="2533" y="4201"/>
                  </a:cubicBezTo>
                  <a:cubicBezTo>
                    <a:pt x="2557" y="4141"/>
                    <a:pt x="2585" y="4077"/>
                    <a:pt x="2613" y="4021"/>
                  </a:cubicBezTo>
                  <a:cubicBezTo>
                    <a:pt x="2729" y="3777"/>
                    <a:pt x="2877" y="3549"/>
                    <a:pt x="3049" y="3345"/>
                  </a:cubicBezTo>
                  <a:cubicBezTo>
                    <a:pt x="3237" y="3133"/>
                    <a:pt x="3337" y="2861"/>
                    <a:pt x="3393" y="2593"/>
                  </a:cubicBezTo>
                  <a:cubicBezTo>
                    <a:pt x="3421" y="2457"/>
                    <a:pt x="3433" y="2321"/>
                    <a:pt x="3425" y="2181"/>
                  </a:cubicBezTo>
                  <a:cubicBezTo>
                    <a:pt x="3421" y="2045"/>
                    <a:pt x="3389" y="1909"/>
                    <a:pt x="3337" y="1781"/>
                  </a:cubicBezTo>
                  <a:cubicBezTo>
                    <a:pt x="3325" y="1749"/>
                    <a:pt x="3309" y="1721"/>
                    <a:pt x="3289" y="1689"/>
                  </a:cubicBezTo>
                  <a:cubicBezTo>
                    <a:pt x="3269" y="1661"/>
                    <a:pt x="3253" y="1629"/>
                    <a:pt x="3229" y="1605"/>
                  </a:cubicBezTo>
                  <a:cubicBezTo>
                    <a:pt x="3205" y="1581"/>
                    <a:pt x="3177" y="1553"/>
                    <a:pt x="3153" y="1529"/>
                  </a:cubicBezTo>
                  <a:cubicBezTo>
                    <a:pt x="3133" y="1509"/>
                    <a:pt x="3109" y="1489"/>
                    <a:pt x="3085" y="1469"/>
                  </a:cubicBezTo>
                  <a:cubicBezTo>
                    <a:pt x="3077" y="1457"/>
                    <a:pt x="3065" y="1449"/>
                    <a:pt x="3053" y="1437"/>
                  </a:cubicBezTo>
                  <a:lnTo>
                    <a:pt x="3025" y="1409"/>
                  </a:lnTo>
                  <a:cubicBezTo>
                    <a:pt x="3005" y="1389"/>
                    <a:pt x="2985" y="1369"/>
                    <a:pt x="2969" y="1345"/>
                  </a:cubicBezTo>
                  <a:cubicBezTo>
                    <a:pt x="2953" y="1325"/>
                    <a:pt x="2933" y="1301"/>
                    <a:pt x="2917" y="1281"/>
                  </a:cubicBezTo>
                  <a:lnTo>
                    <a:pt x="2865" y="1209"/>
                  </a:lnTo>
                  <a:cubicBezTo>
                    <a:pt x="2741" y="1025"/>
                    <a:pt x="2641" y="825"/>
                    <a:pt x="2541" y="645"/>
                  </a:cubicBezTo>
                  <a:cubicBezTo>
                    <a:pt x="2493" y="557"/>
                    <a:pt x="2433" y="473"/>
                    <a:pt x="2373" y="397"/>
                  </a:cubicBezTo>
                  <a:cubicBezTo>
                    <a:pt x="2313" y="321"/>
                    <a:pt x="2237" y="261"/>
                    <a:pt x="2157" y="217"/>
                  </a:cubicBezTo>
                  <a:cubicBezTo>
                    <a:pt x="2081" y="181"/>
                    <a:pt x="2017" y="141"/>
                    <a:pt x="1957" y="101"/>
                  </a:cubicBezTo>
                  <a:cubicBezTo>
                    <a:pt x="1897" y="61"/>
                    <a:pt x="1837" y="33"/>
                    <a:pt x="1773" y="9"/>
                  </a:cubicBezTo>
                  <a:cubicBezTo>
                    <a:pt x="1749" y="4"/>
                    <a:pt x="1725" y="1"/>
                    <a:pt x="1701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65"/>
            <p:cNvSpPr/>
            <p:nvPr/>
          </p:nvSpPr>
          <p:spPr>
            <a:xfrm flipH="1">
              <a:off x="6991028" y="2006155"/>
              <a:ext cx="426721" cy="404127"/>
            </a:xfrm>
            <a:custGeom>
              <a:avLst/>
              <a:gdLst/>
              <a:ahLst/>
              <a:cxnLst/>
              <a:rect l="l" t="t" r="r" b="b"/>
              <a:pathLst>
                <a:path w="3173" h="3005" extrusionOk="0">
                  <a:moveTo>
                    <a:pt x="1991" y="0"/>
                  </a:moveTo>
                  <a:cubicBezTo>
                    <a:pt x="1947" y="0"/>
                    <a:pt x="1902" y="2"/>
                    <a:pt x="1857" y="6"/>
                  </a:cubicBezTo>
                  <a:cubicBezTo>
                    <a:pt x="1761" y="14"/>
                    <a:pt x="1665" y="30"/>
                    <a:pt x="1573" y="54"/>
                  </a:cubicBezTo>
                  <a:cubicBezTo>
                    <a:pt x="1477" y="74"/>
                    <a:pt x="1385" y="98"/>
                    <a:pt x="1293" y="122"/>
                  </a:cubicBezTo>
                  <a:cubicBezTo>
                    <a:pt x="1249" y="134"/>
                    <a:pt x="1205" y="146"/>
                    <a:pt x="1161" y="154"/>
                  </a:cubicBezTo>
                  <a:cubicBezTo>
                    <a:pt x="1121" y="162"/>
                    <a:pt x="1077" y="162"/>
                    <a:pt x="1033" y="162"/>
                  </a:cubicBezTo>
                  <a:cubicBezTo>
                    <a:pt x="837" y="162"/>
                    <a:pt x="645" y="190"/>
                    <a:pt x="461" y="250"/>
                  </a:cubicBezTo>
                  <a:cubicBezTo>
                    <a:pt x="369" y="282"/>
                    <a:pt x="281" y="326"/>
                    <a:pt x="201" y="382"/>
                  </a:cubicBezTo>
                  <a:cubicBezTo>
                    <a:pt x="121" y="438"/>
                    <a:pt x="53" y="510"/>
                    <a:pt x="1" y="590"/>
                  </a:cubicBezTo>
                  <a:lnTo>
                    <a:pt x="9" y="598"/>
                  </a:lnTo>
                  <a:cubicBezTo>
                    <a:pt x="73" y="530"/>
                    <a:pt x="145" y="474"/>
                    <a:pt x="229" y="426"/>
                  </a:cubicBezTo>
                  <a:cubicBezTo>
                    <a:pt x="309" y="382"/>
                    <a:pt x="393" y="350"/>
                    <a:pt x="481" y="326"/>
                  </a:cubicBezTo>
                  <a:cubicBezTo>
                    <a:pt x="621" y="294"/>
                    <a:pt x="767" y="278"/>
                    <a:pt x="912" y="278"/>
                  </a:cubicBezTo>
                  <a:cubicBezTo>
                    <a:pt x="952" y="278"/>
                    <a:pt x="993" y="279"/>
                    <a:pt x="1033" y="282"/>
                  </a:cubicBezTo>
                  <a:cubicBezTo>
                    <a:pt x="1057" y="284"/>
                    <a:pt x="1082" y="285"/>
                    <a:pt x="1107" y="285"/>
                  </a:cubicBezTo>
                  <a:cubicBezTo>
                    <a:pt x="1132" y="285"/>
                    <a:pt x="1157" y="284"/>
                    <a:pt x="1181" y="282"/>
                  </a:cubicBezTo>
                  <a:cubicBezTo>
                    <a:pt x="1233" y="274"/>
                    <a:pt x="1281" y="266"/>
                    <a:pt x="1329" y="254"/>
                  </a:cubicBezTo>
                  <a:cubicBezTo>
                    <a:pt x="1421" y="234"/>
                    <a:pt x="1509" y="210"/>
                    <a:pt x="1601" y="194"/>
                  </a:cubicBezTo>
                  <a:cubicBezTo>
                    <a:pt x="1693" y="178"/>
                    <a:pt x="1781" y="162"/>
                    <a:pt x="1873" y="150"/>
                  </a:cubicBezTo>
                  <a:cubicBezTo>
                    <a:pt x="1917" y="146"/>
                    <a:pt x="1961" y="144"/>
                    <a:pt x="2005" y="144"/>
                  </a:cubicBezTo>
                  <a:cubicBezTo>
                    <a:pt x="2050" y="144"/>
                    <a:pt x="2095" y="146"/>
                    <a:pt x="2141" y="150"/>
                  </a:cubicBezTo>
                  <a:cubicBezTo>
                    <a:pt x="2161" y="154"/>
                    <a:pt x="2185" y="158"/>
                    <a:pt x="2205" y="162"/>
                  </a:cubicBezTo>
                  <a:cubicBezTo>
                    <a:pt x="2225" y="162"/>
                    <a:pt x="2245" y="166"/>
                    <a:pt x="2269" y="174"/>
                  </a:cubicBezTo>
                  <a:lnTo>
                    <a:pt x="2325" y="190"/>
                  </a:lnTo>
                  <a:lnTo>
                    <a:pt x="2393" y="218"/>
                  </a:lnTo>
                  <a:cubicBezTo>
                    <a:pt x="2465" y="254"/>
                    <a:pt x="2533" y="310"/>
                    <a:pt x="2581" y="378"/>
                  </a:cubicBezTo>
                  <a:cubicBezTo>
                    <a:pt x="2609" y="410"/>
                    <a:pt x="2637" y="446"/>
                    <a:pt x="2657" y="486"/>
                  </a:cubicBezTo>
                  <a:cubicBezTo>
                    <a:pt x="2681" y="526"/>
                    <a:pt x="2705" y="562"/>
                    <a:pt x="2721" y="606"/>
                  </a:cubicBezTo>
                  <a:cubicBezTo>
                    <a:pt x="2741" y="646"/>
                    <a:pt x="2757" y="690"/>
                    <a:pt x="2777" y="734"/>
                  </a:cubicBezTo>
                  <a:cubicBezTo>
                    <a:pt x="2793" y="774"/>
                    <a:pt x="2809" y="818"/>
                    <a:pt x="2825" y="862"/>
                  </a:cubicBezTo>
                  <a:cubicBezTo>
                    <a:pt x="2853" y="950"/>
                    <a:pt x="2877" y="1042"/>
                    <a:pt x="2897" y="1130"/>
                  </a:cubicBezTo>
                  <a:cubicBezTo>
                    <a:pt x="2917" y="1222"/>
                    <a:pt x="2933" y="1314"/>
                    <a:pt x="2941" y="1406"/>
                  </a:cubicBezTo>
                  <a:cubicBezTo>
                    <a:pt x="2945" y="1454"/>
                    <a:pt x="2949" y="1498"/>
                    <a:pt x="2949" y="1546"/>
                  </a:cubicBezTo>
                  <a:lnTo>
                    <a:pt x="2949" y="1582"/>
                  </a:lnTo>
                  <a:cubicBezTo>
                    <a:pt x="2949" y="1594"/>
                    <a:pt x="2949" y="1606"/>
                    <a:pt x="2949" y="1618"/>
                  </a:cubicBezTo>
                  <a:cubicBezTo>
                    <a:pt x="2949" y="1642"/>
                    <a:pt x="2953" y="1670"/>
                    <a:pt x="2961" y="1694"/>
                  </a:cubicBezTo>
                  <a:cubicBezTo>
                    <a:pt x="2989" y="1775"/>
                    <a:pt x="3033" y="1850"/>
                    <a:pt x="3092" y="1916"/>
                  </a:cubicBezTo>
                  <a:lnTo>
                    <a:pt x="3092" y="1916"/>
                  </a:lnTo>
                  <a:lnTo>
                    <a:pt x="3045" y="1938"/>
                  </a:lnTo>
                  <a:lnTo>
                    <a:pt x="2973" y="1982"/>
                  </a:lnTo>
                  <a:cubicBezTo>
                    <a:pt x="2925" y="2010"/>
                    <a:pt x="2881" y="2046"/>
                    <a:pt x="2837" y="2082"/>
                  </a:cubicBezTo>
                  <a:cubicBezTo>
                    <a:pt x="2793" y="2118"/>
                    <a:pt x="2753" y="2158"/>
                    <a:pt x="2713" y="2198"/>
                  </a:cubicBezTo>
                  <a:cubicBezTo>
                    <a:pt x="2673" y="2238"/>
                    <a:pt x="2637" y="2278"/>
                    <a:pt x="2601" y="2322"/>
                  </a:cubicBezTo>
                  <a:cubicBezTo>
                    <a:pt x="2561" y="2366"/>
                    <a:pt x="2529" y="2410"/>
                    <a:pt x="2493" y="2454"/>
                  </a:cubicBezTo>
                  <a:lnTo>
                    <a:pt x="2393" y="2586"/>
                  </a:lnTo>
                  <a:lnTo>
                    <a:pt x="2297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2"/>
                  </a:lnTo>
                  <a:cubicBezTo>
                    <a:pt x="2169" y="2870"/>
                    <a:pt x="2129" y="2882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0"/>
                    <a:pt x="1625" y="2818"/>
                  </a:cubicBezTo>
                  <a:cubicBezTo>
                    <a:pt x="1573" y="2802"/>
                    <a:pt x="1525" y="2786"/>
                    <a:pt x="1473" y="2766"/>
                  </a:cubicBezTo>
                  <a:cubicBezTo>
                    <a:pt x="1425" y="2746"/>
                    <a:pt x="1377" y="2722"/>
                    <a:pt x="1329" y="2694"/>
                  </a:cubicBezTo>
                  <a:cubicBezTo>
                    <a:pt x="1229" y="2642"/>
                    <a:pt x="1125" y="2602"/>
                    <a:pt x="1013" y="2578"/>
                  </a:cubicBezTo>
                  <a:lnTo>
                    <a:pt x="1009" y="2590"/>
                  </a:lnTo>
                  <a:cubicBezTo>
                    <a:pt x="1109" y="2630"/>
                    <a:pt x="1205" y="2682"/>
                    <a:pt x="1293" y="2746"/>
                  </a:cubicBezTo>
                  <a:cubicBezTo>
                    <a:pt x="1341" y="2778"/>
                    <a:pt x="1389" y="2810"/>
                    <a:pt x="1437" y="2834"/>
                  </a:cubicBezTo>
                  <a:cubicBezTo>
                    <a:pt x="1489" y="2862"/>
                    <a:pt x="1541" y="2886"/>
                    <a:pt x="1593" y="2906"/>
                  </a:cubicBezTo>
                  <a:cubicBezTo>
                    <a:pt x="1697" y="2946"/>
                    <a:pt x="1809" y="2978"/>
                    <a:pt x="1921" y="2994"/>
                  </a:cubicBezTo>
                  <a:cubicBezTo>
                    <a:pt x="1959" y="3001"/>
                    <a:pt x="1997" y="3004"/>
                    <a:pt x="2035" y="3004"/>
                  </a:cubicBezTo>
                  <a:cubicBezTo>
                    <a:pt x="2057" y="3004"/>
                    <a:pt x="2079" y="3003"/>
                    <a:pt x="2101" y="3002"/>
                  </a:cubicBezTo>
                  <a:cubicBezTo>
                    <a:pt x="2169" y="3002"/>
                    <a:pt x="2237" y="2974"/>
                    <a:pt x="2289" y="2930"/>
                  </a:cubicBezTo>
                  <a:lnTo>
                    <a:pt x="2317" y="2898"/>
                  </a:lnTo>
                  <a:lnTo>
                    <a:pt x="2349" y="2862"/>
                  </a:lnTo>
                  <a:cubicBezTo>
                    <a:pt x="2365" y="2838"/>
                    <a:pt x="2381" y="2814"/>
                    <a:pt x="2397" y="2794"/>
                  </a:cubicBezTo>
                  <a:lnTo>
                    <a:pt x="2493" y="2654"/>
                  </a:lnTo>
                  <a:cubicBezTo>
                    <a:pt x="2553" y="2566"/>
                    <a:pt x="2613" y="2474"/>
                    <a:pt x="2677" y="2386"/>
                  </a:cubicBezTo>
                  <a:cubicBezTo>
                    <a:pt x="2709" y="2342"/>
                    <a:pt x="2741" y="2298"/>
                    <a:pt x="2777" y="2254"/>
                  </a:cubicBezTo>
                  <a:cubicBezTo>
                    <a:pt x="2809" y="2214"/>
                    <a:pt x="2845" y="2170"/>
                    <a:pt x="2885" y="2134"/>
                  </a:cubicBezTo>
                  <a:cubicBezTo>
                    <a:pt x="2921" y="2094"/>
                    <a:pt x="2961" y="2058"/>
                    <a:pt x="3005" y="2026"/>
                  </a:cubicBezTo>
                  <a:lnTo>
                    <a:pt x="3073" y="1982"/>
                  </a:lnTo>
                  <a:lnTo>
                    <a:pt x="3141" y="1946"/>
                  </a:lnTo>
                  <a:lnTo>
                    <a:pt x="3173" y="1930"/>
                  </a:lnTo>
                  <a:lnTo>
                    <a:pt x="3149" y="1906"/>
                  </a:lnTo>
                  <a:cubicBezTo>
                    <a:pt x="3081" y="1846"/>
                    <a:pt x="3033" y="1766"/>
                    <a:pt x="3005" y="1682"/>
                  </a:cubicBezTo>
                  <a:cubicBezTo>
                    <a:pt x="2997" y="1662"/>
                    <a:pt x="2993" y="1638"/>
                    <a:pt x="2993" y="1618"/>
                  </a:cubicBezTo>
                  <a:lnTo>
                    <a:pt x="2993" y="1586"/>
                  </a:lnTo>
                  <a:lnTo>
                    <a:pt x="2993" y="1550"/>
                  </a:lnTo>
                  <a:cubicBezTo>
                    <a:pt x="2997" y="1502"/>
                    <a:pt x="2997" y="1450"/>
                    <a:pt x="2993" y="1402"/>
                  </a:cubicBezTo>
                  <a:cubicBezTo>
                    <a:pt x="2985" y="1310"/>
                    <a:pt x="2981" y="1214"/>
                    <a:pt x="2965" y="1118"/>
                  </a:cubicBezTo>
                  <a:cubicBezTo>
                    <a:pt x="2949" y="1026"/>
                    <a:pt x="2933" y="930"/>
                    <a:pt x="2913" y="838"/>
                  </a:cubicBezTo>
                  <a:cubicBezTo>
                    <a:pt x="2889" y="742"/>
                    <a:pt x="2861" y="650"/>
                    <a:pt x="2825" y="562"/>
                  </a:cubicBezTo>
                  <a:cubicBezTo>
                    <a:pt x="2789" y="466"/>
                    <a:pt x="2741" y="382"/>
                    <a:pt x="2681" y="302"/>
                  </a:cubicBezTo>
                  <a:cubicBezTo>
                    <a:pt x="2621" y="214"/>
                    <a:pt x="2541" y="142"/>
                    <a:pt x="2449" y="94"/>
                  </a:cubicBezTo>
                  <a:lnTo>
                    <a:pt x="2381" y="66"/>
                  </a:lnTo>
                  <a:lnTo>
                    <a:pt x="2305" y="42"/>
                  </a:lnTo>
                  <a:cubicBezTo>
                    <a:pt x="2281" y="30"/>
                    <a:pt x="2257" y="26"/>
                    <a:pt x="2229" y="22"/>
                  </a:cubicBezTo>
                  <a:cubicBezTo>
                    <a:pt x="2205" y="18"/>
                    <a:pt x="2181" y="10"/>
                    <a:pt x="2157" y="10"/>
                  </a:cubicBezTo>
                  <a:cubicBezTo>
                    <a:pt x="2102" y="3"/>
                    <a:pt x="2047" y="0"/>
                    <a:pt x="199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65"/>
            <p:cNvSpPr/>
            <p:nvPr/>
          </p:nvSpPr>
          <p:spPr>
            <a:xfrm flipH="1">
              <a:off x="7113678" y="1519992"/>
              <a:ext cx="577344" cy="537537"/>
            </a:xfrm>
            <a:custGeom>
              <a:avLst/>
              <a:gdLst/>
              <a:ahLst/>
              <a:cxnLst/>
              <a:rect l="l" t="t" r="r" b="b"/>
              <a:pathLst>
                <a:path w="4293" h="3997" extrusionOk="0">
                  <a:moveTo>
                    <a:pt x="3549" y="0"/>
                  </a:moveTo>
                  <a:lnTo>
                    <a:pt x="3517" y="4"/>
                  </a:lnTo>
                  <a:cubicBezTo>
                    <a:pt x="3377" y="16"/>
                    <a:pt x="3237" y="28"/>
                    <a:pt x="3097" y="36"/>
                  </a:cubicBezTo>
                  <a:cubicBezTo>
                    <a:pt x="3061" y="38"/>
                    <a:pt x="3027" y="39"/>
                    <a:pt x="2993" y="39"/>
                  </a:cubicBezTo>
                  <a:cubicBezTo>
                    <a:pt x="2959" y="39"/>
                    <a:pt x="2925" y="38"/>
                    <a:pt x="2889" y="36"/>
                  </a:cubicBezTo>
                  <a:cubicBezTo>
                    <a:pt x="2817" y="32"/>
                    <a:pt x="2749" y="32"/>
                    <a:pt x="2677" y="32"/>
                  </a:cubicBezTo>
                  <a:cubicBezTo>
                    <a:pt x="2628" y="31"/>
                    <a:pt x="2579" y="30"/>
                    <a:pt x="2530" y="30"/>
                  </a:cubicBezTo>
                  <a:cubicBezTo>
                    <a:pt x="2295" y="30"/>
                    <a:pt x="2060" y="46"/>
                    <a:pt x="1825" y="72"/>
                  </a:cubicBezTo>
                  <a:cubicBezTo>
                    <a:pt x="1680" y="88"/>
                    <a:pt x="1540" y="116"/>
                    <a:pt x="1400" y="160"/>
                  </a:cubicBezTo>
                  <a:cubicBezTo>
                    <a:pt x="1368" y="172"/>
                    <a:pt x="1328" y="184"/>
                    <a:pt x="1296" y="200"/>
                  </a:cubicBezTo>
                  <a:cubicBezTo>
                    <a:pt x="1264" y="212"/>
                    <a:pt x="1232" y="236"/>
                    <a:pt x="1196" y="252"/>
                  </a:cubicBezTo>
                  <a:cubicBezTo>
                    <a:pt x="1172" y="268"/>
                    <a:pt x="1136" y="288"/>
                    <a:pt x="1108" y="304"/>
                  </a:cubicBezTo>
                  <a:cubicBezTo>
                    <a:pt x="1080" y="316"/>
                    <a:pt x="1052" y="332"/>
                    <a:pt x="1020" y="344"/>
                  </a:cubicBezTo>
                  <a:cubicBezTo>
                    <a:pt x="888" y="388"/>
                    <a:pt x="756" y="428"/>
                    <a:pt x="620" y="456"/>
                  </a:cubicBezTo>
                  <a:cubicBezTo>
                    <a:pt x="544" y="476"/>
                    <a:pt x="472" y="508"/>
                    <a:pt x="408" y="548"/>
                  </a:cubicBezTo>
                  <a:cubicBezTo>
                    <a:pt x="340" y="592"/>
                    <a:pt x="284" y="648"/>
                    <a:pt x="240" y="720"/>
                  </a:cubicBezTo>
                  <a:cubicBezTo>
                    <a:pt x="220" y="748"/>
                    <a:pt x="200" y="780"/>
                    <a:pt x="184" y="816"/>
                  </a:cubicBezTo>
                  <a:cubicBezTo>
                    <a:pt x="168" y="848"/>
                    <a:pt x="148" y="884"/>
                    <a:pt x="136" y="920"/>
                  </a:cubicBezTo>
                  <a:cubicBezTo>
                    <a:pt x="112" y="988"/>
                    <a:pt x="88" y="1056"/>
                    <a:pt x="68" y="1128"/>
                  </a:cubicBezTo>
                  <a:cubicBezTo>
                    <a:pt x="36" y="1272"/>
                    <a:pt x="16" y="1416"/>
                    <a:pt x="12" y="1565"/>
                  </a:cubicBezTo>
                  <a:cubicBezTo>
                    <a:pt x="0" y="1857"/>
                    <a:pt x="60" y="2149"/>
                    <a:pt x="192" y="2409"/>
                  </a:cubicBezTo>
                  <a:cubicBezTo>
                    <a:pt x="252" y="2541"/>
                    <a:pt x="320" y="2665"/>
                    <a:pt x="376" y="2789"/>
                  </a:cubicBezTo>
                  <a:cubicBezTo>
                    <a:pt x="492" y="3041"/>
                    <a:pt x="532" y="3317"/>
                    <a:pt x="488" y="3589"/>
                  </a:cubicBezTo>
                  <a:cubicBezTo>
                    <a:pt x="472" y="3661"/>
                    <a:pt x="464" y="3733"/>
                    <a:pt x="464" y="3805"/>
                  </a:cubicBezTo>
                  <a:cubicBezTo>
                    <a:pt x="476" y="3877"/>
                    <a:pt x="508" y="3945"/>
                    <a:pt x="564" y="3997"/>
                  </a:cubicBezTo>
                  <a:lnTo>
                    <a:pt x="576" y="3985"/>
                  </a:lnTo>
                  <a:cubicBezTo>
                    <a:pt x="528" y="3933"/>
                    <a:pt x="504" y="3869"/>
                    <a:pt x="500" y="3801"/>
                  </a:cubicBezTo>
                  <a:cubicBezTo>
                    <a:pt x="504" y="3733"/>
                    <a:pt x="516" y="3665"/>
                    <a:pt x="536" y="3601"/>
                  </a:cubicBezTo>
                  <a:cubicBezTo>
                    <a:pt x="556" y="3533"/>
                    <a:pt x="568" y="3461"/>
                    <a:pt x="572" y="3389"/>
                  </a:cubicBezTo>
                  <a:lnTo>
                    <a:pt x="572" y="3281"/>
                  </a:lnTo>
                  <a:cubicBezTo>
                    <a:pt x="572" y="3245"/>
                    <a:pt x="568" y="3209"/>
                    <a:pt x="568" y="3173"/>
                  </a:cubicBezTo>
                  <a:cubicBezTo>
                    <a:pt x="556" y="3025"/>
                    <a:pt x="524" y="2885"/>
                    <a:pt x="468" y="2749"/>
                  </a:cubicBezTo>
                  <a:cubicBezTo>
                    <a:pt x="412" y="2617"/>
                    <a:pt x="352" y="2493"/>
                    <a:pt x="296" y="2361"/>
                  </a:cubicBezTo>
                  <a:cubicBezTo>
                    <a:pt x="240" y="2237"/>
                    <a:pt x="200" y="2109"/>
                    <a:pt x="176" y="1973"/>
                  </a:cubicBezTo>
                  <a:cubicBezTo>
                    <a:pt x="132" y="1705"/>
                    <a:pt x="144" y="1428"/>
                    <a:pt x="212" y="1164"/>
                  </a:cubicBezTo>
                  <a:cubicBezTo>
                    <a:pt x="228" y="1100"/>
                    <a:pt x="248" y="1036"/>
                    <a:pt x="272" y="972"/>
                  </a:cubicBezTo>
                  <a:cubicBezTo>
                    <a:pt x="284" y="940"/>
                    <a:pt x="296" y="912"/>
                    <a:pt x="312" y="884"/>
                  </a:cubicBezTo>
                  <a:cubicBezTo>
                    <a:pt x="324" y="856"/>
                    <a:pt x="344" y="824"/>
                    <a:pt x="360" y="800"/>
                  </a:cubicBezTo>
                  <a:cubicBezTo>
                    <a:pt x="432" y="692"/>
                    <a:pt x="540" y="620"/>
                    <a:pt x="660" y="592"/>
                  </a:cubicBezTo>
                  <a:cubicBezTo>
                    <a:pt x="800" y="556"/>
                    <a:pt x="936" y="516"/>
                    <a:pt x="1072" y="464"/>
                  </a:cubicBezTo>
                  <a:cubicBezTo>
                    <a:pt x="1108" y="448"/>
                    <a:pt x="1140" y="432"/>
                    <a:pt x="1172" y="416"/>
                  </a:cubicBezTo>
                  <a:cubicBezTo>
                    <a:pt x="1208" y="396"/>
                    <a:pt x="1240" y="372"/>
                    <a:pt x="1268" y="360"/>
                  </a:cubicBezTo>
                  <a:cubicBezTo>
                    <a:pt x="1296" y="344"/>
                    <a:pt x="1320" y="324"/>
                    <a:pt x="1352" y="312"/>
                  </a:cubicBezTo>
                  <a:cubicBezTo>
                    <a:pt x="1380" y="300"/>
                    <a:pt x="1412" y="284"/>
                    <a:pt x="1444" y="276"/>
                  </a:cubicBezTo>
                  <a:cubicBezTo>
                    <a:pt x="1572" y="232"/>
                    <a:pt x="1708" y="200"/>
                    <a:pt x="1845" y="180"/>
                  </a:cubicBezTo>
                  <a:cubicBezTo>
                    <a:pt x="2121" y="136"/>
                    <a:pt x="2401" y="108"/>
                    <a:pt x="2677" y="100"/>
                  </a:cubicBezTo>
                  <a:cubicBezTo>
                    <a:pt x="2749" y="96"/>
                    <a:pt x="2817" y="92"/>
                    <a:pt x="2889" y="92"/>
                  </a:cubicBezTo>
                  <a:cubicBezTo>
                    <a:pt x="2908" y="94"/>
                    <a:pt x="2929" y="94"/>
                    <a:pt x="2950" y="94"/>
                  </a:cubicBezTo>
                  <a:cubicBezTo>
                    <a:pt x="3000" y="94"/>
                    <a:pt x="3052" y="91"/>
                    <a:pt x="3101" y="88"/>
                  </a:cubicBezTo>
                  <a:cubicBezTo>
                    <a:pt x="3234" y="77"/>
                    <a:pt x="3364" y="66"/>
                    <a:pt x="3493" y="52"/>
                  </a:cubicBezTo>
                  <a:lnTo>
                    <a:pt x="3493" y="52"/>
                  </a:lnTo>
                  <a:cubicBezTo>
                    <a:pt x="3474" y="138"/>
                    <a:pt x="3464" y="228"/>
                    <a:pt x="3461" y="320"/>
                  </a:cubicBezTo>
                  <a:cubicBezTo>
                    <a:pt x="3457" y="420"/>
                    <a:pt x="3461" y="524"/>
                    <a:pt x="3481" y="624"/>
                  </a:cubicBezTo>
                  <a:cubicBezTo>
                    <a:pt x="3489" y="672"/>
                    <a:pt x="3501" y="724"/>
                    <a:pt x="3517" y="772"/>
                  </a:cubicBezTo>
                  <a:lnTo>
                    <a:pt x="3549" y="848"/>
                  </a:lnTo>
                  <a:lnTo>
                    <a:pt x="3581" y="912"/>
                  </a:lnTo>
                  <a:cubicBezTo>
                    <a:pt x="3633" y="1004"/>
                    <a:pt x="3677" y="1088"/>
                    <a:pt x="3717" y="1180"/>
                  </a:cubicBezTo>
                  <a:cubicBezTo>
                    <a:pt x="3761" y="1272"/>
                    <a:pt x="3801" y="1360"/>
                    <a:pt x="3837" y="1452"/>
                  </a:cubicBezTo>
                  <a:cubicBezTo>
                    <a:pt x="3877" y="1544"/>
                    <a:pt x="3913" y="1637"/>
                    <a:pt x="3949" y="1733"/>
                  </a:cubicBezTo>
                  <a:cubicBezTo>
                    <a:pt x="3981" y="1825"/>
                    <a:pt x="4017" y="1917"/>
                    <a:pt x="4049" y="2013"/>
                  </a:cubicBezTo>
                  <a:cubicBezTo>
                    <a:pt x="4077" y="2105"/>
                    <a:pt x="4109" y="2201"/>
                    <a:pt x="4133" y="2297"/>
                  </a:cubicBezTo>
                  <a:cubicBezTo>
                    <a:pt x="4157" y="2385"/>
                    <a:pt x="4169" y="2477"/>
                    <a:pt x="4177" y="2573"/>
                  </a:cubicBezTo>
                  <a:cubicBezTo>
                    <a:pt x="4177" y="2665"/>
                    <a:pt x="4157" y="2761"/>
                    <a:pt x="4121" y="2849"/>
                  </a:cubicBezTo>
                  <a:cubicBezTo>
                    <a:pt x="4057" y="3029"/>
                    <a:pt x="3945" y="3185"/>
                    <a:pt x="3797" y="3309"/>
                  </a:cubicBezTo>
                  <a:cubicBezTo>
                    <a:pt x="3725" y="3369"/>
                    <a:pt x="3641" y="3413"/>
                    <a:pt x="3553" y="3445"/>
                  </a:cubicBezTo>
                  <a:cubicBezTo>
                    <a:pt x="3533" y="3453"/>
                    <a:pt x="3505" y="3457"/>
                    <a:pt x="3481" y="3465"/>
                  </a:cubicBezTo>
                  <a:lnTo>
                    <a:pt x="3409" y="3481"/>
                  </a:lnTo>
                  <a:cubicBezTo>
                    <a:pt x="3357" y="3493"/>
                    <a:pt x="3309" y="3509"/>
                    <a:pt x="3257" y="3525"/>
                  </a:cubicBezTo>
                  <a:cubicBezTo>
                    <a:pt x="3161" y="3561"/>
                    <a:pt x="3073" y="3605"/>
                    <a:pt x="2985" y="3661"/>
                  </a:cubicBezTo>
                  <a:cubicBezTo>
                    <a:pt x="2897" y="3709"/>
                    <a:pt x="2813" y="3769"/>
                    <a:pt x="2737" y="3833"/>
                  </a:cubicBezTo>
                  <a:lnTo>
                    <a:pt x="2745" y="3849"/>
                  </a:lnTo>
                  <a:cubicBezTo>
                    <a:pt x="2825" y="3793"/>
                    <a:pt x="2913" y="3741"/>
                    <a:pt x="3001" y="3697"/>
                  </a:cubicBezTo>
                  <a:cubicBezTo>
                    <a:pt x="3089" y="3653"/>
                    <a:pt x="3181" y="3617"/>
                    <a:pt x="3277" y="3589"/>
                  </a:cubicBezTo>
                  <a:cubicBezTo>
                    <a:pt x="3325" y="3577"/>
                    <a:pt x="3373" y="3565"/>
                    <a:pt x="3417" y="3553"/>
                  </a:cubicBezTo>
                  <a:lnTo>
                    <a:pt x="3493" y="3541"/>
                  </a:lnTo>
                  <a:cubicBezTo>
                    <a:pt x="3517" y="3537"/>
                    <a:pt x="3541" y="3533"/>
                    <a:pt x="3569" y="3525"/>
                  </a:cubicBezTo>
                  <a:cubicBezTo>
                    <a:pt x="3669" y="3497"/>
                    <a:pt x="3769" y="3453"/>
                    <a:pt x="3853" y="3389"/>
                  </a:cubicBezTo>
                  <a:cubicBezTo>
                    <a:pt x="4021" y="3261"/>
                    <a:pt x="4153" y="3089"/>
                    <a:pt x="4229" y="2889"/>
                  </a:cubicBezTo>
                  <a:cubicBezTo>
                    <a:pt x="4269" y="2793"/>
                    <a:pt x="4289" y="2689"/>
                    <a:pt x="4293" y="2581"/>
                  </a:cubicBezTo>
                  <a:cubicBezTo>
                    <a:pt x="4289" y="2473"/>
                    <a:pt x="4273" y="2369"/>
                    <a:pt x="4245" y="2265"/>
                  </a:cubicBezTo>
                  <a:cubicBezTo>
                    <a:pt x="4221" y="2169"/>
                    <a:pt x="4193" y="2069"/>
                    <a:pt x="4157" y="1973"/>
                  </a:cubicBezTo>
                  <a:cubicBezTo>
                    <a:pt x="4121" y="1881"/>
                    <a:pt x="4085" y="1785"/>
                    <a:pt x="4045" y="1693"/>
                  </a:cubicBezTo>
                  <a:cubicBezTo>
                    <a:pt x="4005" y="1601"/>
                    <a:pt x="3965" y="1508"/>
                    <a:pt x="3921" y="1416"/>
                  </a:cubicBezTo>
                  <a:cubicBezTo>
                    <a:pt x="3877" y="1324"/>
                    <a:pt x="3829" y="1236"/>
                    <a:pt x="3781" y="1148"/>
                  </a:cubicBezTo>
                  <a:cubicBezTo>
                    <a:pt x="3737" y="1060"/>
                    <a:pt x="3685" y="968"/>
                    <a:pt x="3633" y="888"/>
                  </a:cubicBezTo>
                  <a:lnTo>
                    <a:pt x="3597" y="820"/>
                  </a:lnTo>
                  <a:cubicBezTo>
                    <a:pt x="3585" y="800"/>
                    <a:pt x="3577" y="780"/>
                    <a:pt x="3565" y="756"/>
                  </a:cubicBezTo>
                  <a:cubicBezTo>
                    <a:pt x="3549" y="712"/>
                    <a:pt x="3537" y="664"/>
                    <a:pt x="3525" y="616"/>
                  </a:cubicBezTo>
                  <a:cubicBezTo>
                    <a:pt x="3505" y="520"/>
                    <a:pt x="3497" y="420"/>
                    <a:pt x="3501" y="324"/>
                  </a:cubicBezTo>
                  <a:cubicBezTo>
                    <a:pt x="3505" y="224"/>
                    <a:pt x="3517" y="124"/>
                    <a:pt x="3541" y="32"/>
                  </a:cubicBezTo>
                  <a:lnTo>
                    <a:pt x="3549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65"/>
            <p:cNvSpPr/>
            <p:nvPr/>
          </p:nvSpPr>
          <p:spPr>
            <a:xfrm flipH="1">
              <a:off x="7618266" y="1694015"/>
              <a:ext cx="516557" cy="474732"/>
            </a:xfrm>
            <a:custGeom>
              <a:avLst/>
              <a:gdLst/>
              <a:ahLst/>
              <a:cxnLst/>
              <a:rect l="l" t="t" r="r" b="b"/>
              <a:pathLst>
                <a:path w="3841" h="3530" extrusionOk="0">
                  <a:moveTo>
                    <a:pt x="1903" y="1"/>
                  </a:moveTo>
                  <a:cubicBezTo>
                    <a:pt x="1876" y="1"/>
                    <a:pt x="1848" y="1"/>
                    <a:pt x="1820" y="2"/>
                  </a:cubicBezTo>
                  <a:cubicBezTo>
                    <a:pt x="1720" y="2"/>
                    <a:pt x="1620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2" y="126"/>
                    <a:pt x="828" y="142"/>
                    <a:pt x="776" y="158"/>
                  </a:cubicBezTo>
                  <a:lnTo>
                    <a:pt x="636" y="214"/>
                  </a:lnTo>
                  <a:cubicBezTo>
                    <a:pt x="544" y="255"/>
                    <a:pt x="452" y="283"/>
                    <a:pt x="352" y="299"/>
                  </a:cubicBezTo>
                  <a:cubicBezTo>
                    <a:pt x="299" y="310"/>
                    <a:pt x="244" y="316"/>
                    <a:pt x="188" y="316"/>
                  </a:cubicBezTo>
                  <a:cubicBezTo>
                    <a:pt x="148" y="316"/>
                    <a:pt x="108" y="313"/>
                    <a:pt x="68" y="307"/>
                  </a:cubicBezTo>
                  <a:lnTo>
                    <a:pt x="0" y="295"/>
                  </a:lnTo>
                  <a:lnTo>
                    <a:pt x="36" y="355"/>
                  </a:lnTo>
                  <a:cubicBezTo>
                    <a:pt x="96" y="447"/>
                    <a:pt x="132" y="551"/>
                    <a:pt x="140" y="659"/>
                  </a:cubicBezTo>
                  <a:cubicBezTo>
                    <a:pt x="152" y="771"/>
                    <a:pt x="144" y="879"/>
                    <a:pt x="116" y="987"/>
                  </a:cubicBezTo>
                  <a:lnTo>
                    <a:pt x="100" y="1071"/>
                  </a:lnTo>
                  <a:lnTo>
                    <a:pt x="84" y="1159"/>
                  </a:lnTo>
                  <a:cubicBezTo>
                    <a:pt x="76" y="1219"/>
                    <a:pt x="68" y="1275"/>
                    <a:pt x="68" y="1335"/>
                  </a:cubicBezTo>
                  <a:cubicBezTo>
                    <a:pt x="68" y="1455"/>
                    <a:pt x="76" y="1575"/>
                    <a:pt x="100" y="1691"/>
                  </a:cubicBezTo>
                  <a:cubicBezTo>
                    <a:pt x="128" y="1811"/>
                    <a:pt x="172" y="1923"/>
                    <a:pt x="232" y="2027"/>
                  </a:cubicBezTo>
                  <a:cubicBezTo>
                    <a:pt x="292" y="2135"/>
                    <a:pt x="372" y="2227"/>
                    <a:pt x="464" y="2307"/>
                  </a:cubicBezTo>
                  <a:lnTo>
                    <a:pt x="536" y="2363"/>
                  </a:lnTo>
                  <a:cubicBezTo>
                    <a:pt x="564" y="2383"/>
                    <a:pt x="588" y="2399"/>
                    <a:pt x="616" y="2415"/>
                  </a:cubicBezTo>
                  <a:cubicBezTo>
                    <a:pt x="668" y="2443"/>
                    <a:pt x="720" y="2471"/>
                    <a:pt x="776" y="2495"/>
                  </a:cubicBezTo>
                  <a:cubicBezTo>
                    <a:pt x="888" y="2543"/>
                    <a:pt x="992" y="2575"/>
                    <a:pt x="1104" y="2615"/>
                  </a:cubicBezTo>
                  <a:cubicBezTo>
                    <a:pt x="1320" y="2691"/>
                    <a:pt x="1540" y="2755"/>
                    <a:pt x="1752" y="2835"/>
                  </a:cubicBezTo>
                  <a:cubicBezTo>
                    <a:pt x="1860" y="2871"/>
                    <a:pt x="1960" y="2915"/>
                    <a:pt x="2060" y="2967"/>
                  </a:cubicBezTo>
                  <a:cubicBezTo>
                    <a:pt x="2160" y="3015"/>
                    <a:pt x="2252" y="3075"/>
                    <a:pt x="2336" y="3143"/>
                  </a:cubicBezTo>
                  <a:cubicBezTo>
                    <a:pt x="2380" y="3179"/>
                    <a:pt x="2416" y="3219"/>
                    <a:pt x="2452" y="3259"/>
                  </a:cubicBezTo>
                  <a:lnTo>
                    <a:pt x="2480" y="3291"/>
                  </a:lnTo>
                  <a:lnTo>
                    <a:pt x="2484" y="3299"/>
                  </a:lnTo>
                  <a:lnTo>
                    <a:pt x="2488" y="3303"/>
                  </a:lnTo>
                  <a:lnTo>
                    <a:pt x="2496" y="3307"/>
                  </a:lnTo>
                  <a:lnTo>
                    <a:pt x="2512" y="3323"/>
                  </a:lnTo>
                  <a:cubicBezTo>
                    <a:pt x="2532" y="3347"/>
                    <a:pt x="2552" y="3367"/>
                    <a:pt x="2576" y="3387"/>
                  </a:cubicBezTo>
                  <a:cubicBezTo>
                    <a:pt x="2672" y="3463"/>
                    <a:pt x="2792" y="3511"/>
                    <a:pt x="2912" y="3523"/>
                  </a:cubicBezTo>
                  <a:cubicBezTo>
                    <a:pt x="2955" y="3527"/>
                    <a:pt x="2998" y="3529"/>
                    <a:pt x="3040" y="3529"/>
                  </a:cubicBezTo>
                  <a:cubicBezTo>
                    <a:pt x="3116" y="3529"/>
                    <a:pt x="3190" y="3522"/>
                    <a:pt x="3264" y="3507"/>
                  </a:cubicBezTo>
                  <a:cubicBezTo>
                    <a:pt x="3376" y="3487"/>
                    <a:pt x="3488" y="3451"/>
                    <a:pt x="3596" y="3407"/>
                  </a:cubicBezTo>
                  <a:lnTo>
                    <a:pt x="3588" y="3395"/>
                  </a:lnTo>
                  <a:cubicBezTo>
                    <a:pt x="3480" y="3427"/>
                    <a:pt x="3368" y="3451"/>
                    <a:pt x="3256" y="3463"/>
                  </a:cubicBezTo>
                  <a:cubicBezTo>
                    <a:pt x="3216" y="3467"/>
                    <a:pt x="3174" y="3469"/>
                    <a:pt x="3132" y="3469"/>
                  </a:cubicBezTo>
                  <a:cubicBezTo>
                    <a:pt x="3063" y="3469"/>
                    <a:pt x="2992" y="3463"/>
                    <a:pt x="2924" y="3451"/>
                  </a:cubicBezTo>
                  <a:cubicBezTo>
                    <a:pt x="2820" y="3435"/>
                    <a:pt x="2720" y="3387"/>
                    <a:pt x="2640" y="3319"/>
                  </a:cubicBezTo>
                  <a:cubicBezTo>
                    <a:pt x="2620" y="3299"/>
                    <a:pt x="2600" y="3279"/>
                    <a:pt x="2584" y="3259"/>
                  </a:cubicBezTo>
                  <a:lnTo>
                    <a:pt x="2560" y="3227"/>
                  </a:lnTo>
                  <a:lnTo>
                    <a:pt x="2532" y="3195"/>
                  </a:lnTo>
                  <a:cubicBezTo>
                    <a:pt x="2496" y="3147"/>
                    <a:pt x="2456" y="3103"/>
                    <a:pt x="2412" y="3059"/>
                  </a:cubicBezTo>
                  <a:cubicBezTo>
                    <a:pt x="2324" y="2979"/>
                    <a:pt x="2224" y="2911"/>
                    <a:pt x="2120" y="2855"/>
                  </a:cubicBezTo>
                  <a:cubicBezTo>
                    <a:pt x="2016" y="2799"/>
                    <a:pt x="1912" y="2751"/>
                    <a:pt x="1800" y="2707"/>
                  </a:cubicBezTo>
                  <a:cubicBezTo>
                    <a:pt x="1584" y="2623"/>
                    <a:pt x="1368" y="2551"/>
                    <a:pt x="1152" y="2479"/>
                  </a:cubicBezTo>
                  <a:lnTo>
                    <a:pt x="992" y="2419"/>
                  </a:lnTo>
                  <a:cubicBezTo>
                    <a:pt x="936" y="2399"/>
                    <a:pt x="880" y="2383"/>
                    <a:pt x="832" y="2359"/>
                  </a:cubicBezTo>
                  <a:cubicBezTo>
                    <a:pt x="784" y="2339"/>
                    <a:pt x="732" y="2319"/>
                    <a:pt x="688" y="2291"/>
                  </a:cubicBezTo>
                  <a:cubicBezTo>
                    <a:pt x="548" y="2215"/>
                    <a:pt x="428" y="2099"/>
                    <a:pt x="344" y="1963"/>
                  </a:cubicBezTo>
                  <a:cubicBezTo>
                    <a:pt x="288" y="1871"/>
                    <a:pt x="248" y="1767"/>
                    <a:pt x="220" y="1663"/>
                  </a:cubicBezTo>
                  <a:cubicBezTo>
                    <a:pt x="196" y="1555"/>
                    <a:pt x="180" y="1447"/>
                    <a:pt x="180" y="1339"/>
                  </a:cubicBezTo>
                  <a:cubicBezTo>
                    <a:pt x="180" y="1283"/>
                    <a:pt x="184" y="1227"/>
                    <a:pt x="188" y="1171"/>
                  </a:cubicBezTo>
                  <a:lnTo>
                    <a:pt x="196" y="1091"/>
                  </a:lnTo>
                  <a:lnTo>
                    <a:pt x="212" y="1007"/>
                  </a:lnTo>
                  <a:cubicBezTo>
                    <a:pt x="236" y="887"/>
                    <a:pt x="236" y="767"/>
                    <a:pt x="216" y="651"/>
                  </a:cubicBezTo>
                  <a:cubicBezTo>
                    <a:pt x="199" y="550"/>
                    <a:pt x="166" y="455"/>
                    <a:pt x="115" y="368"/>
                  </a:cubicBezTo>
                  <a:lnTo>
                    <a:pt x="115" y="368"/>
                  </a:lnTo>
                  <a:cubicBezTo>
                    <a:pt x="132" y="369"/>
                    <a:pt x="148" y="369"/>
                    <a:pt x="164" y="369"/>
                  </a:cubicBezTo>
                  <a:cubicBezTo>
                    <a:pt x="231" y="369"/>
                    <a:pt x="298" y="362"/>
                    <a:pt x="364" y="347"/>
                  </a:cubicBezTo>
                  <a:cubicBezTo>
                    <a:pt x="464" y="323"/>
                    <a:pt x="560" y="295"/>
                    <a:pt x="652" y="255"/>
                  </a:cubicBezTo>
                  <a:cubicBezTo>
                    <a:pt x="700" y="234"/>
                    <a:pt x="744" y="210"/>
                    <a:pt x="792" y="198"/>
                  </a:cubicBezTo>
                  <a:cubicBezTo>
                    <a:pt x="836" y="182"/>
                    <a:pt x="884" y="166"/>
                    <a:pt x="932" y="158"/>
                  </a:cubicBezTo>
                  <a:cubicBezTo>
                    <a:pt x="1028" y="134"/>
                    <a:pt x="1128" y="118"/>
                    <a:pt x="1228" y="106"/>
                  </a:cubicBezTo>
                  <a:cubicBezTo>
                    <a:pt x="1324" y="98"/>
                    <a:pt x="1424" y="90"/>
                    <a:pt x="1524" y="86"/>
                  </a:cubicBezTo>
                  <a:cubicBezTo>
                    <a:pt x="1624" y="86"/>
                    <a:pt x="1720" y="86"/>
                    <a:pt x="1820" y="90"/>
                  </a:cubicBezTo>
                  <a:cubicBezTo>
                    <a:pt x="1920" y="98"/>
                    <a:pt x="2016" y="106"/>
                    <a:pt x="2112" y="118"/>
                  </a:cubicBezTo>
                  <a:cubicBezTo>
                    <a:pt x="2164" y="126"/>
                    <a:pt x="2212" y="134"/>
                    <a:pt x="2260" y="146"/>
                  </a:cubicBezTo>
                  <a:lnTo>
                    <a:pt x="2328" y="158"/>
                  </a:lnTo>
                  <a:lnTo>
                    <a:pt x="2400" y="178"/>
                  </a:lnTo>
                  <a:cubicBezTo>
                    <a:pt x="2448" y="190"/>
                    <a:pt x="2488" y="206"/>
                    <a:pt x="2532" y="222"/>
                  </a:cubicBezTo>
                  <a:cubicBezTo>
                    <a:pt x="2556" y="230"/>
                    <a:pt x="2576" y="242"/>
                    <a:pt x="2600" y="250"/>
                  </a:cubicBezTo>
                  <a:lnTo>
                    <a:pt x="2632" y="267"/>
                  </a:lnTo>
                  <a:lnTo>
                    <a:pt x="2660" y="283"/>
                  </a:lnTo>
                  <a:cubicBezTo>
                    <a:pt x="2736" y="335"/>
                    <a:pt x="2804" y="399"/>
                    <a:pt x="2860" y="475"/>
                  </a:cubicBezTo>
                  <a:cubicBezTo>
                    <a:pt x="2916" y="551"/>
                    <a:pt x="2968" y="635"/>
                    <a:pt x="3008" y="723"/>
                  </a:cubicBezTo>
                  <a:cubicBezTo>
                    <a:pt x="3052" y="807"/>
                    <a:pt x="3096" y="899"/>
                    <a:pt x="3132" y="991"/>
                  </a:cubicBezTo>
                  <a:lnTo>
                    <a:pt x="3252" y="1267"/>
                  </a:lnTo>
                  <a:cubicBezTo>
                    <a:pt x="3292" y="1363"/>
                    <a:pt x="3340" y="1455"/>
                    <a:pt x="3396" y="1539"/>
                  </a:cubicBezTo>
                  <a:lnTo>
                    <a:pt x="3424" y="1571"/>
                  </a:lnTo>
                  <a:lnTo>
                    <a:pt x="3448" y="1599"/>
                  </a:lnTo>
                  <a:lnTo>
                    <a:pt x="3464" y="1611"/>
                  </a:lnTo>
                  <a:cubicBezTo>
                    <a:pt x="3468" y="1615"/>
                    <a:pt x="3476" y="1619"/>
                    <a:pt x="3480" y="1623"/>
                  </a:cubicBezTo>
                  <a:lnTo>
                    <a:pt x="3508" y="1647"/>
                  </a:lnTo>
                  <a:cubicBezTo>
                    <a:pt x="3548" y="1675"/>
                    <a:pt x="3588" y="1707"/>
                    <a:pt x="3624" y="1743"/>
                  </a:cubicBezTo>
                  <a:cubicBezTo>
                    <a:pt x="3696" y="1807"/>
                    <a:pt x="3768" y="1879"/>
                    <a:pt x="3832" y="1955"/>
                  </a:cubicBezTo>
                  <a:lnTo>
                    <a:pt x="3840" y="1947"/>
                  </a:lnTo>
                  <a:cubicBezTo>
                    <a:pt x="3784" y="1863"/>
                    <a:pt x="3724" y="1783"/>
                    <a:pt x="3652" y="1707"/>
                  </a:cubicBezTo>
                  <a:cubicBezTo>
                    <a:pt x="3620" y="1671"/>
                    <a:pt x="3584" y="1635"/>
                    <a:pt x="3544" y="1603"/>
                  </a:cubicBezTo>
                  <a:lnTo>
                    <a:pt x="3516" y="1575"/>
                  </a:lnTo>
                  <a:cubicBezTo>
                    <a:pt x="3512" y="1571"/>
                    <a:pt x="3508" y="1567"/>
                    <a:pt x="3504" y="1567"/>
                  </a:cubicBezTo>
                  <a:lnTo>
                    <a:pt x="3492" y="1551"/>
                  </a:lnTo>
                  <a:lnTo>
                    <a:pt x="3468" y="1523"/>
                  </a:lnTo>
                  <a:lnTo>
                    <a:pt x="3452" y="1495"/>
                  </a:lnTo>
                  <a:cubicBezTo>
                    <a:pt x="3404" y="1411"/>
                    <a:pt x="3364" y="1323"/>
                    <a:pt x="3332" y="1231"/>
                  </a:cubicBezTo>
                  <a:lnTo>
                    <a:pt x="3228" y="951"/>
                  </a:lnTo>
                  <a:cubicBezTo>
                    <a:pt x="3192" y="855"/>
                    <a:pt x="3152" y="763"/>
                    <a:pt x="3108" y="671"/>
                  </a:cubicBezTo>
                  <a:cubicBezTo>
                    <a:pt x="3064" y="575"/>
                    <a:pt x="3012" y="487"/>
                    <a:pt x="2952" y="403"/>
                  </a:cubicBezTo>
                  <a:cubicBezTo>
                    <a:pt x="2892" y="311"/>
                    <a:pt x="2812" y="238"/>
                    <a:pt x="2724" y="178"/>
                  </a:cubicBezTo>
                  <a:lnTo>
                    <a:pt x="2688" y="154"/>
                  </a:lnTo>
                  <a:lnTo>
                    <a:pt x="2648" y="138"/>
                  </a:lnTo>
                  <a:cubicBezTo>
                    <a:pt x="2628" y="126"/>
                    <a:pt x="2604" y="118"/>
                    <a:pt x="2580" y="106"/>
                  </a:cubicBezTo>
                  <a:cubicBezTo>
                    <a:pt x="2532" y="86"/>
                    <a:pt x="2480" y="74"/>
                    <a:pt x="2428" y="58"/>
                  </a:cubicBezTo>
                  <a:lnTo>
                    <a:pt x="2352" y="42"/>
                  </a:lnTo>
                  <a:lnTo>
                    <a:pt x="2276" y="30"/>
                  </a:lnTo>
                  <a:cubicBezTo>
                    <a:pt x="2228" y="18"/>
                    <a:pt x="2176" y="14"/>
                    <a:pt x="2128" y="10"/>
                  </a:cubicBezTo>
                  <a:cubicBezTo>
                    <a:pt x="2052" y="5"/>
                    <a:pt x="1978" y="1"/>
                    <a:pt x="190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65"/>
            <p:cNvSpPr/>
            <p:nvPr/>
          </p:nvSpPr>
          <p:spPr>
            <a:xfrm flipH="1">
              <a:off x="7573079" y="1822852"/>
              <a:ext cx="138923" cy="257270"/>
            </a:xfrm>
            <a:custGeom>
              <a:avLst/>
              <a:gdLst/>
              <a:ahLst/>
              <a:cxnLst/>
              <a:rect l="l" t="t" r="r" b="b"/>
              <a:pathLst>
                <a:path w="1033" h="1913" extrusionOk="0">
                  <a:moveTo>
                    <a:pt x="548" y="1"/>
                  </a:moveTo>
                  <a:cubicBezTo>
                    <a:pt x="544" y="49"/>
                    <a:pt x="552" y="93"/>
                    <a:pt x="572" y="133"/>
                  </a:cubicBezTo>
                  <a:cubicBezTo>
                    <a:pt x="592" y="177"/>
                    <a:pt x="616" y="213"/>
                    <a:pt x="648" y="249"/>
                  </a:cubicBezTo>
                  <a:cubicBezTo>
                    <a:pt x="704" y="317"/>
                    <a:pt x="768" y="377"/>
                    <a:pt x="820" y="445"/>
                  </a:cubicBezTo>
                  <a:cubicBezTo>
                    <a:pt x="848" y="477"/>
                    <a:pt x="868" y="509"/>
                    <a:pt x="888" y="549"/>
                  </a:cubicBezTo>
                  <a:cubicBezTo>
                    <a:pt x="900" y="585"/>
                    <a:pt x="916" y="625"/>
                    <a:pt x="924" y="669"/>
                  </a:cubicBezTo>
                  <a:cubicBezTo>
                    <a:pt x="944" y="749"/>
                    <a:pt x="956" y="833"/>
                    <a:pt x="952" y="917"/>
                  </a:cubicBezTo>
                  <a:cubicBezTo>
                    <a:pt x="952" y="961"/>
                    <a:pt x="948" y="1001"/>
                    <a:pt x="940" y="1041"/>
                  </a:cubicBezTo>
                  <a:cubicBezTo>
                    <a:pt x="936" y="1061"/>
                    <a:pt x="932" y="1085"/>
                    <a:pt x="928" y="1105"/>
                  </a:cubicBezTo>
                  <a:cubicBezTo>
                    <a:pt x="920" y="1125"/>
                    <a:pt x="916" y="1145"/>
                    <a:pt x="908" y="1165"/>
                  </a:cubicBezTo>
                  <a:cubicBezTo>
                    <a:pt x="880" y="1249"/>
                    <a:pt x="848" y="1329"/>
                    <a:pt x="820" y="1417"/>
                  </a:cubicBezTo>
                  <a:cubicBezTo>
                    <a:pt x="808" y="1457"/>
                    <a:pt x="796" y="1501"/>
                    <a:pt x="788" y="1545"/>
                  </a:cubicBezTo>
                  <a:cubicBezTo>
                    <a:pt x="780" y="1589"/>
                    <a:pt x="772" y="1637"/>
                    <a:pt x="776" y="1681"/>
                  </a:cubicBezTo>
                  <a:cubicBezTo>
                    <a:pt x="772" y="1725"/>
                    <a:pt x="784" y="1773"/>
                    <a:pt x="804" y="1813"/>
                  </a:cubicBezTo>
                  <a:cubicBezTo>
                    <a:pt x="811" y="1827"/>
                    <a:pt x="819" y="1840"/>
                    <a:pt x="828" y="1852"/>
                  </a:cubicBezTo>
                  <a:lnTo>
                    <a:pt x="828" y="1852"/>
                  </a:lnTo>
                  <a:cubicBezTo>
                    <a:pt x="755" y="1815"/>
                    <a:pt x="682" y="1774"/>
                    <a:pt x="608" y="1733"/>
                  </a:cubicBezTo>
                  <a:cubicBezTo>
                    <a:pt x="584" y="1721"/>
                    <a:pt x="560" y="1705"/>
                    <a:pt x="540" y="1689"/>
                  </a:cubicBezTo>
                  <a:cubicBezTo>
                    <a:pt x="524" y="1673"/>
                    <a:pt x="508" y="1653"/>
                    <a:pt x="500" y="1629"/>
                  </a:cubicBezTo>
                  <a:cubicBezTo>
                    <a:pt x="480" y="1577"/>
                    <a:pt x="464" y="1525"/>
                    <a:pt x="452" y="1473"/>
                  </a:cubicBezTo>
                  <a:cubicBezTo>
                    <a:pt x="436" y="1417"/>
                    <a:pt x="420" y="1361"/>
                    <a:pt x="400" y="1305"/>
                  </a:cubicBezTo>
                  <a:cubicBezTo>
                    <a:pt x="388" y="1281"/>
                    <a:pt x="376" y="1253"/>
                    <a:pt x="360" y="1225"/>
                  </a:cubicBezTo>
                  <a:cubicBezTo>
                    <a:pt x="348" y="1201"/>
                    <a:pt x="328" y="1177"/>
                    <a:pt x="308" y="1153"/>
                  </a:cubicBezTo>
                  <a:cubicBezTo>
                    <a:pt x="224" y="1069"/>
                    <a:pt x="120" y="1013"/>
                    <a:pt x="4" y="993"/>
                  </a:cubicBezTo>
                  <a:lnTo>
                    <a:pt x="0" y="997"/>
                  </a:lnTo>
                  <a:cubicBezTo>
                    <a:pt x="104" y="1037"/>
                    <a:pt x="196" y="1101"/>
                    <a:pt x="272" y="1181"/>
                  </a:cubicBezTo>
                  <a:cubicBezTo>
                    <a:pt x="288" y="1205"/>
                    <a:pt x="304" y="1225"/>
                    <a:pt x="316" y="1249"/>
                  </a:cubicBezTo>
                  <a:cubicBezTo>
                    <a:pt x="328" y="1273"/>
                    <a:pt x="336" y="1297"/>
                    <a:pt x="348" y="1325"/>
                  </a:cubicBezTo>
                  <a:cubicBezTo>
                    <a:pt x="364" y="1377"/>
                    <a:pt x="376" y="1433"/>
                    <a:pt x="392" y="1485"/>
                  </a:cubicBezTo>
                  <a:cubicBezTo>
                    <a:pt x="404" y="1545"/>
                    <a:pt x="424" y="1601"/>
                    <a:pt x="448" y="1653"/>
                  </a:cubicBezTo>
                  <a:cubicBezTo>
                    <a:pt x="464" y="1681"/>
                    <a:pt x="484" y="1709"/>
                    <a:pt x="508" y="1729"/>
                  </a:cubicBezTo>
                  <a:cubicBezTo>
                    <a:pt x="532" y="1745"/>
                    <a:pt x="560" y="1761"/>
                    <a:pt x="588" y="1769"/>
                  </a:cubicBezTo>
                  <a:cubicBezTo>
                    <a:pt x="686" y="1814"/>
                    <a:pt x="786" y="1855"/>
                    <a:pt x="881" y="1903"/>
                  </a:cubicBezTo>
                  <a:lnTo>
                    <a:pt x="881" y="1903"/>
                  </a:lnTo>
                  <a:cubicBezTo>
                    <a:pt x="886" y="1906"/>
                    <a:pt x="891" y="1909"/>
                    <a:pt x="896" y="1913"/>
                  </a:cubicBezTo>
                  <a:lnTo>
                    <a:pt x="897" y="1911"/>
                  </a:lnTo>
                  <a:lnTo>
                    <a:pt x="897" y="1911"/>
                  </a:lnTo>
                  <a:cubicBezTo>
                    <a:pt x="898" y="1912"/>
                    <a:pt x="899" y="1912"/>
                    <a:pt x="900" y="1913"/>
                  </a:cubicBezTo>
                  <a:lnTo>
                    <a:pt x="908" y="1893"/>
                  </a:lnTo>
                  <a:cubicBezTo>
                    <a:pt x="872" y="1873"/>
                    <a:pt x="844" y="1841"/>
                    <a:pt x="824" y="1805"/>
                  </a:cubicBezTo>
                  <a:cubicBezTo>
                    <a:pt x="816" y="1785"/>
                    <a:pt x="812" y="1765"/>
                    <a:pt x="808" y="1745"/>
                  </a:cubicBezTo>
                  <a:cubicBezTo>
                    <a:pt x="804" y="1725"/>
                    <a:pt x="804" y="1701"/>
                    <a:pt x="808" y="1681"/>
                  </a:cubicBezTo>
                  <a:cubicBezTo>
                    <a:pt x="808" y="1637"/>
                    <a:pt x="816" y="1597"/>
                    <a:pt x="828" y="1553"/>
                  </a:cubicBezTo>
                  <a:cubicBezTo>
                    <a:pt x="840" y="1513"/>
                    <a:pt x="856" y="1473"/>
                    <a:pt x="872" y="1433"/>
                  </a:cubicBezTo>
                  <a:cubicBezTo>
                    <a:pt x="900" y="1349"/>
                    <a:pt x="940" y="1273"/>
                    <a:pt x="972" y="1189"/>
                  </a:cubicBezTo>
                  <a:cubicBezTo>
                    <a:pt x="980" y="1169"/>
                    <a:pt x="988" y="1145"/>
                    <a:pt x="992" y="1125"/>
                  </a:cubicBezTo>
                  <a:cubicBezTo>
                    <a:pt x="1000" y="1105"/>
                    <a:pt x="1004" y="1081"/>
                    <a:pt x="1012" y="1057"/>
                  </a:cubicBezTo>
                  <a:cubicBezTo>
                    <a:pt x="1020" y="1013"/>
                    <a:pt x="1024" y="969"/>
                    <a:pt x="1028" y="921"/>
                  </a:cubicBezTo>
                  <a:cubicBezTo>
                    <a:pt x="1032" y="829"/>
                    <a:pt x="1024" y="737"/>
                    <a:pt x="996" y="649"/>
                  </a:cubicBezTo>
                  <a:cubicBezTo>
                    <a:pt x="984" y="605"/>
                    <a:pt x="968" y="561"/>
                    <a:pt x="948" y="521"/>
                  </a:cubicBezTo>
                  <a:cubicBezTo>
                    <a:pt x="924" y="477"/>
                    <a:pt x="900" y="441"/>
                    <a:pt x="868" y="405"/>
                  </a:cubicBezTo>
                  <a:cubicBezTo>
                    <a:pt x="804" y="337"/>
                    <a:pt x="736" y="281"/>
                    <a:pt x="676" y="221"/>
                  </a:cubicBezTo>
                  <a:cubicBezTo>
                    <a:pt x="644" y="193"/>
                    <a:pt x="616" y="157"/>
                    <a:pt x="596" y="121"/>
                  </a:cubicBezTo>
                  <a:cubicBezTo>
                    <a:pt x="568" y="85"/>
                    <a:pt x="556" y="45"/>
                    <a:pt x="556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65"/>
            <p:cNvSpPr/>
            <p:nvPr/>
          </p:nvSpPr>
          <p:spPr>
            <a:xfrm flipH="1">
              <a:off x="7636018" y="2125174"/>
              <a:ext cx="237366" cy="206166"/>
            </a:xfrm>
            <a:custGeom>
              <a:avLst/>
              <a:gdLst/>
              <a:ahLst/>
              <a:cxnLst/>
              <a:rect l="l" t="t" r="r" b="b"/>
              <a:pathLst>
                <a:path w="1765" h="1533" extrusionOk="0">
                  <a:moveTo>
                    <a:pt x="1116" y="1"/>
                  </a:moveTo>
                  <a:cubicBezTo>
                    <a:pt x="1148" y="45"/>
                    <a:pt x="1192" y="81"/>
                    <a:pt x="1244" y="105"/>
                  </a:cubicBezTo>
                  <a:cubicBezTo>
                    <a:pt x="1296" y="133"/>
                    <a:pt x="1348" y="149"/>
                    <a:pt x="1404" y="157"/>
                  </a:cubicBezTo>
                  <a:cubicBezTo>
                    <a:pt x="1432" y="161"/>
                    <a:pt x="1460" y="161"/>
                    <a:pt x="1488" y="165"/>
                  </a:cubicBezTo>
                  <a:cubicBezTo>
                    <a:pt x="1516" y="165"/>
                    <a:pt x="1544" y="161"/>
                    <a:pt x="1572" y="161"/>
                  </a:cubicBezTo>
                  <a:lnTo>
                    <a:pt x="1652" y="149"/>
                  </a:lnTo>
                  <a:lnTo>
                    <a:pt x="1691" y="139"/>
                  </a:lnTo>
                  <a:lnTo>
                    <a:pt x="1691" y="139"/>
                  </a:lnTo>
                  <a:cubicBezTo>
                    <a:pt x="1685" y="170"/>
                    <a:pt x="1676" y="200"/>
                    <a:pt x="1664" y="229"/>
                  </a:cubicBezTo>
                  <a:cubicBezTo>
                    <a:pt x="1648" y="269"/>
                    <a:pt x="1624" y="309"/>
                    <a:pt x="1592" y="341"/>
                  </a:cubicBezTo>
                  <a:cubicBezTo>
                    <a:pt x="1560" y="373"/>
                    <a:pt x="1520" y="401"/>
                    <a:pt x="1476" y="421"/>
                  </a:cubicBezTo>
                  <a:cubicBezTo>
                    <a:pt x="1432" y="437"/>
                    <a:pt x="1388" y="457"/>
                    <a:pt x="1344" y="469"/>
                  </a:cubicBezTo>
                  <a:cubicBezTo>
                    <a:pt x="1252" y="501"/>
                    <a:pt x="1160" y="529"/>
                    <a:pt x="1068" y="565"/>
                  </a:cubicBezTo>
                  <a:cubicBezTo>
                    <a:pt x="976" y="597"/>
                    <a:pt x="888" y="641"/>
                    <a:pt x="804" y="693"/>
                  </a:cubicBezTo>
                  <a:cubicBezTo>
                    <a:pt x="764" y="717"/>
                    <a:pt x="720" y="745"/>
                    <a:pt x="684" y="777"/>
                  </a:cubicBezTo>
                  <a:cubicBezTo>
                    <a:pt x="644" y="809"/>
                    <a:pt x="608" y="841"/>
                    <a:pt x="572" y="873"/>
                  </a:cubicBezTo>
                  <a:cubicBezTo>
                    <a:pt x="504" y="941"/>
                    <a:pt x="436" y="1009"/>
                    <a:pt x="372" y="1081"/>
                  </a:cubicBezTo>
                  <a:cubicBezTo>
                    <a:pt x="308" y="1153"/>
                    <a:pt x="244" y="1225"/>
                    <a:pt x="180" y="1301"/>
                  </a:cubicBezTo>
                  <a:cubicBezTo>
                    <a:pt x="116" y="1373"/>
                    <a:pt x="56" y="1449"/>
                    <a:pt x="0" y="1529"/>
                  </a:cubicBezTo>
                  <a:lnTo>
                    <a:pt x="8" y="1533"/>
                  </a:lnTo>
                  <a:lnTo>
                    <a:pt x="212" y="1333"/>
                  </a:lnTo>
                  <a:lnTo>
                    <a:pt x="420" y="1133"/>
                  </a:lnTo>
                  <a:lnTo>
                    <a:pt x="624" y="929"/>
                  </a:lnTo>
                  <a:cubicBezTo>
                    <a:pt x="660" y="897"/>
                    <a:pt x="692" y="861"/>
                    <a:pt x="728" y="833"/>
                  </a:cubicBezTo>
                  <a:cubicBezTo>
                    <a:pt x="764" y="801"/>
                    <a:pt x="804" y="773"/>
                    <a:pt x="840" y="749"/>
                  </a:cubicBezTo>
                  <a:cubicBezTo>
                    <a:pt x="880" y="721"/>
                    <a:pt x="920" y="693"/>
                    <a:pt x="960" y="673"/>
                  </a:cubicBezTo>
                  <a:cubicBezTo>
                    <a:pt x="1004" y="649"/>
                    <a:pt x="1044" y="625"/>
                    <a:pt x="1088" y="605"/>
                  </a:cubicBezTo>
                  <a:cubicBezTo>
                    <a:pt x="1172" y="561"/>
                    <a:pt x="1260" y="525"/>
                    <a:pt x="1352" y="493"/>
                  </a:cubicBezTo>
                  <a:cubicBezTo>
                    <a:pt x="1396" y="477"/>
                    <a:pt x="1444" y="461"/>
                    <a:pt x="1488" y="441"/>
                  </a:cubicBezTo>
                  <a:cubicBezTo>
                    <a:pt x="1536" y="425"/>
                    <a:pt x="1580" y="401"/>
                    <a:pt x="1620" y="369"/>
                  </a:cubicBezTo>
                  <a:cubicBezTo>
                    <a:pt x="1660" y="337"/>
                    <a:pt x="1692" y="297"/>
                    <a:pt x="1716" y="253"/>
                  </a:cubicBezTo>
                  <a:cubicBezTo>
                    <a:pt x="1740" y="205"/>
                    <a:pt x="1756" y="153"/>
                    <a:pt x="1760" y="101"/>
                  </a:cubicBezTo>
                  <a:lnTo>
                    <a:pt x="1764" y="61"/>
                  </a:lnTo>
                  <a:lnTo>
                    <a:pt x="1720" y="73"/>
                  </a:lnTo>
                  <a:lnTo>
                    <a:pt x="1644" y="89"/>
                  </a:lnTo>
                  <a:cubicBezTo>
                    <a:pt x="1616" y="93"/>
                    <a:pt x="1596" y="101"/>
                    <a:pt x="1568" y="101"/>
                  </a:cubicBezTo>
                  <a:cubicBezTo>
                    <a:pt x="1540" y="101"/>
                    <a:pt x="1516" y="109"/>
                    <a:pt x="1488" y="109"/>
                  </a:cubicBezTo>
                  <a:lnTo>
                    <a:pt x="1412" y="109"/>
                  </a:lnTo>
                  <a:cubicBezTo>
                    <a:pt x="1360" y="105"/>
                    <a:pt x="1308" y="97"/>
                    <a:pt x="1260" y="77"/>
                  </a:cubicBezTo>
                  <a:cubicBezTo>
                    <a:pt x="1212" y="61"/>
                    <a:pt x="1164" y="37"/>
                    <a:pt x="112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65"/>
            <p:cNvSpPr/>
            <p:nvPr/>
          </p:nvSpPr>
          <p:spPr>
            <a:xfrm flipH="1">
              <a:off x="7702723" y="2162830"/>
              <a:ext cx="193793" cy="30797"/>
            </a:xfrm>
            <a:custGeom>
              <a:avLst/>
              <a:gdLst/>
              <a:ahLst/>
              <a:cxnLst/>
              <a:rect l="l" t="t" r="r" b="b"/>
              <a:pathLst>
                <a:path w="1441" h="229" extrusionOk="0">
                  <a:moveTo>
                    <a:pt x="1436" y="1"/>
                  </a:moveTo>
                  <a:cubicBezTo>
                    <a:pt x="1436" y="1"/>
                    <a:pt x="1416" y="9"/>
                    <a:pt x="1376" y="17"/>
                  </a:cubicBezTo>
                  <a:cubicBezTo>
                    <a:pt x="1336" y="29"/>
                    <a:pt x="1280" y="45"/>
                    <a:pt x="1212" y="69"/>
                  </a:cubicBezTo>
                  <a:cubicBezTo>
                    <a:pt x="1180" y="81"/>
                    <a:pt x="1144" y="89"/>
                    <a:pt x="1108" y="105"/>
                  </a:cubicBezTo>
                  <a:cubicBezTo>
                    <a:pt x="1072" y="121"/>
                    <a:pt x="1032" y="141"/>
                    <a:pt x="992" y="157"/>
                  </a:cubicBezTo>
                  <a:cubicBezTo>
                    <a:pt x="952" y="173"/>
                    <a:pt x="908" y="185"/>
                    <a:pt x="864" y="193"/>
                  </a:cubicBezTo>
                  <a:cubicBezTo>
                    <a:pt x="845" y="196"/>
                    <a:pt x="824" y="198"/>
                    <a:pt x="803" y="198"/>
                  </a:cubicBezTo>
                  <a:cubicBezTo>
                    <a:pt x="778" y="198"/>
                    <a:pt x="753" y="195"/>
                    <a:pt x="728" y="189"/>
                  </a:cubicBezTo>
                  <a:cubicBezTo>
                    <a:pt x="688" y="177"/>
                    <a:pt x="648" y="149"/>
                    <a:pt x="604" y="133"/>
                  </a:cubicBezTo>
                  <a:cubicBezTo>
                    <a:pt x="560" y="117"/>
                    <a:pt x="512" y="105"/>
                    <a:pt x="464" y="97"/>
                  </a:cubicBezTo>
                  <a:cubicBezTo>
                    <a:pt x="442" y="95"/>
                    <a:pt x="420" y="94"/>
                    <a:pt x="398" y="94"/>
                  </a:cubicBezTo>
                  <a:cubicBezTo>
                    <a:pt x="376" y="94"/>
                    <a:pt x="354" y="95"/>
                    <a:pt x="332" y="97"/>
                  </a:cubicBezTo>
                  <a:cubicBezTo>
                    <a:pt x="292" y="97"/>
                    <a:pt x="256" y="105"/>
                    <a:pt x="216" y="117"/>
                  </a:cubicBezTo>
                  <a:cubicBezTo>
                    <a:pt x="160" y="133"/>
                    <a:pt x="108" y="157"/>
                    <a:pt x="56" y="185"/>
                  </a:cubicBezTo>
                  <a:cubicBezTo>
                    <a:pt x="36" y="197"/>
                    <a:pt x="20" y="209"/>
                    <a:pt x="0" y="221"/>
                  </a:cubicBezTo>
                  <a:lnTo>
                    <a:pt x="4" y="229"/>
                  </a:lnTo>
                  <a:lnTo>
                    <a:pt x="64" y="209"/>
                  </a:lnTo>
                  <a:cubicBezTo>
                    <a:pt x="88" y="205"/>
                    <a:pt x="108" y="197"/>
                    <a:pt x="136" y="193"/>
                  </a:cubicBezTo>
                  <a:cubicBezTo>
                    <a:pt x="164" y="189"/>
                    <a:pt x="196" y="181"/>
                    <a:pt x="228" y="177"/>
                  </a:cubicBezTo>
                  <a:cubicBezTo>
                    <a:pt x="277" y="169"/>
                    <a:pt x="325" y="166"/>
                    <a:pt x="373" y="166"/>
                  </a:cubicBezTo>
                  <a:cubicBezTo>
                    <a:pt x="401" y="166"/>
                    <a:pt x="429" y="167"/>
                    <a:pt x="456" y="169"/>
                  </a:cubicBezTo>
                  <a:cubicBezTo>
                    <a:pt x="500" y="173"/>
                    <a:pt x="544" y="181"/>
                    <a:pt x="584" y="193"/>
                  </a:cubicBezTo>
                  <a:cubicBezTo>
                    <a:pt x="628" y="205"/>
                    <a:pt x="676" y="217"/>
                    <a:pt x="724" y="225"/>
                  </a:cubicBezTo>
                  <a:cubicBezTo>
                    <a:pt x="736" y="227"/>
                    <a:pt x="748" y="228"/>
                    <a:pt x="760" y="228"/>
                  </a:cubicBezTo>
                  <a:cubicBezTo>
                    <a:pt x="772" y="228"/>
                    <a:pt x="784" y="227"/>
                    <a:pt x="796" y="225"/>
                  </a:cubicBezTo>
                  <a:cubicBezTo>
                    <a:pt x="820" y="221"/>
                    <a:pt x="844" y="217"/>
                    <a:pt x="864" y="213"/>
                  </a:cubicBezTo>
                  <a:lnTo>
                    <a:pt x="1000" y="193"/>
                  </a:lnTo>
                  <a:cubicBezTo>
                    <a:pt x="1044" y="185"/>
                    <a:pt x="1088" y="177"/>
                    <a:pt x="1128" y="165"/>
                  </a:cubicBezTo>
                  <a:cubicBezTo>
                    <a:pt x="1168" y="153"/>
                    <a:pt x="1204" y="137"/>
                    <a:pt x="1236" y="125"/>
                  </a:cubicBezTo>
                  <a:cubicBezTo>
                    <a:pt x="1308" y="93"/>
                    <a:pt x="1376" y="57"/>
                    <a:pt x="1440" y="9"/>
                  </a:cubicBezTo>
                  <a:lnTo>
                    <a:pt x="1436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65"/>
            <p:cNvSpPr/>
            <p:nvPr/>
          </p:nvSpPr>
          <p:spPr>
            <a:xfrm flipH="1">
              <a:off x="7613424" y="1971861"/>
              <a:ext cx="143227" cy="129240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0" y="1"/>
                  </a:moveTo>
                  <a:lnTo>
                    <a:pt x="0" y="9"/>
                  </a:lnTo>
                  <a:lnTo>
                    <a:pt x="16" y="13"/>
                  </a:lnTo>
                  <a:cubicBezTo>
                    <a:pt x="28" y="17"/>
                    <a:pt x="44" y="25"/>
                    <a:pt x="56" y="37"/>
                  </a:cubicBezTo>
                  <a:cubicBezTo>
                    <a:pt x="76" y="49"/>
                    <a:pt x="92" y="65"/>
                    <a:pt x="104" y="85"/>
                  </a:cubicBezTo>
                  <a:cubicBezTo>
                    <a:pt x="120" y="113"/>
                    <a:pt x="132" y="141"/>
                    <a:pt x="140" y="169"/>
                  </a:cubicBezTo>
                  <a:cubicBezTo>
                    <a:pt x="164" y="237"/>
                    <a:pt x="184" y="317"/>
                    <a:pt x="212" y="405"/>
                  </a:cubicBezTo>
                  <a:cubicBezTo>
                    <a:pt x="228" y="449"/>
                    <a:pt x="248" y="493"/>
                    <a:pt x="268" y="541"/>
                  </a:cubicBezTo>
                  <a:cubicBezTo>
                    <a:pt x="276" y="561"/>
                    <a:pt x="292" y="585"/>
                    <a:pt x="304" y="605"/>
                  </a:cubicBezTo>
                  <a:cubicBezTo>
                    <a:pt x="320" y="625"/>
                    <a:pt x="332" y="645"/>
                    <a:pt x="352" y="665"/>
                  </a:cubicBezTo>
                  <a:cubicBezTo>
                    <a:pt x="384" y="701"/>
                    <a:pt x="420" y="737"/>
                    <a:pt x="464" y="765"/>
                  </a:cubicBezTo>
                  <a:cubicBezTo>
                    <a:pt x="504" y="797"/>
                    <a:pt x="544" y="821"/>
                    <a:pt x="580" y="845"/>
                  </a:cubicBezTo>
                  <a:cubicBezTo>
                    <a:pt x="620" y="869"/>
                    <a:pt x="660" y="889"/>
                    <a:pt x="700" y="909"/>
                  </a:cubicBezTo>
                  <a:cubicBezTo>
                    <a:pt x="740" y="921"/>
                    <a:pt x="776" y="933"/>
                    <a:pt x="816" y="941"/>
                  </a:cubicBezTo>
                  <a:cubicBezTo>
                    <a:pt x="876" y="953"/>
                    <a:pt x="936" y="961"/>
                    <a:pt x="996" y="961"/>
                  </a:cubicBezTo>
                  <a:cubicBezTo>
                    <a:pt x="1020" y="957"/>
                    <a:pt x="1040" y="957"/>
                    <a:pt x="1064" y="953"/>
                  </a:cubicBezTo>
                  <a:lnTo>
                    <a:pt x="1064" y="945"/>
                  </a:lnTo>
                  <a:cubicBezTo>
                    <a:pt x="1064" y="945"/>
                    <a:pt x="964" y="921"/>
                    <a:pt x="828" y="885"/>
                  </a:cubicBezTo>
                  <a:cubicBezTo>
                    <a:pt x="796" y="873"/>
                    <a:pt x="756" y="861"/>
                    <a:pt x="720" y="849"/>
                  </a:cubicBezTo>
                  <a:cubicBezTo>
                    <a:pt x="680" y="837"/>
                    <a:pt x="636" y="825"/>
                    <a:pt x="596" y="809"/>
                  </a:cubicBezTo>
                  <a:cubicBezTo>
                    <a:pt x="552" y="793"/>
                    <a:pt x="512" y="773"/>
                    <a:pt x="472" y="745"/>
                  </a:cubicBezTo>
                  <a:cubicBezTo>
                    <a:pt x="436" y="717"/>
                    <a:pt x="404" y="685"/>
                    <a:pt x="380" y="641"/>
                  </a:cubicBezTo>
                  <a:cubicBezTo>
                    <a:pt x="356" y="601"/>
                    <a:pt x="336" y="557"/>
                    <a:pt x="320" y="517"/>
                  </a:cubicBezTo>
                  <a:cubicBezTo>
                    <a:pt x="304" y="473"/>
                    <a:pt x="292" y="425"/>
                    <a:pt x="280" y="385"/>
                  </a:cubicBezTo>
                  <a:cubicBezTo>
                    <a:pt x="268" y="341"/>
                    <a:pt x="256" y="297"/>
                    <a:pt x="240" y="257"/>
                  </a:cubicBezTo>
                  <a:cubicBezTo>
                    <a:pt x="228" y="221"/>
                    <a:pt x="212" y="181"/>
                    <a:pt x="196" y="145"/>
                  </a:cubicBezTo>
                  <a:cubicBezTo>
                    <a:pt x="180" y="113"/>
                    <a:pt x="160" y="85"/>
                    <a:pt x="136" y="57"/>
                  </a:cubicBezTo>
                  <a:cubicBezTo>
                    <a:pt x="124" y="45"/>
                    <a:pt x="112" y="37"/>
                    <a:pt x="100" y="29"/>
                  </a:cubicBezTo>
                  <a:cubicBezTo>
                    <a:pt x="92" y="21"/>
                    <a:pt x="80" y="13"/>
                    <a:pt x="68" y="9"/>
                  </a:cubicBezTo>
                  <a:cubicBezTo>
                    <a:pt x="52" y="5"/>
                    <a:pt x="32" y="1"/>
                    <a:pt x="16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65"/>
            <p:cNvSpPr/>
            <p:nvPr/>
          </p:nvSpPr>
          <p:spPr>
            <a:xfrm flipH="1">
              <a:off x="7616114" y="2045021"/>
              <a:ext cx="183572" cy="78136"/>
            </a:xfrm>
            <a:custGeom>
              <a:avLst/>
              <a:gdLst/>
              <a:ahLst/>
              <a:cxnLst/>
              <a:rect l="l" t="t" r="r" b="b"/>
              <a:pathLst>
                <a:path w="1365" h="581" extrusionOk="0">
                  <a:moveTo>
                    <a:pt x="4" y="1"/>
                  </a:moveTo>
                  <a:lnTo>
                    <a:pt x="0" y="5"/>
                  </a:lnTo>
                  <a:cubicBezTo>
                    <a:pt x="8" y="25"/>
                    <a:pt x="20" y="41"/>
                    <a:pt x="36" y="61"/>
                  </a:cubicBezTo>
                  <a:cubicBezTo>
                    <a:pt x="68" y="109"/>
                    <a:pt x="108" y="153"/>
                    <a:pt x="152" y="193"/>
                  </a:cubicBezTo>
                  <a:cubicBezTo>
                    <a:pt x="180" y="221"/>
                    <a:pt x="208" y="245"/>
                    <a:pt x="240" y="269"/>
                  </a:cubicBezTo>
                  <a:cubicBezTo>
                    <a:pt x="280" y="293"/>
                    <a:pt x="316" y="313"/>
                    <a:pt x="356" y="333"/>
                  </a:cubicBezTo>
                  <a:cubicBezTo>
                    <a:pt x="396" y="353"/>
                    <a:pt x="436" y="381"/>
                    <a:pt x="480" y="397"/>
                  </a:cubicBezTo>
                  <a:cubicBezTo>
                    <a:pt x="524" y="417"/>
                    <a:pt x="564" y="445"/>
                    <a:pt x="608" y="465"/>
                  </a:cubicBezTo>
                  <a:lnTo>
                    <a:pt x="672" y="501"/>
                  </a:lnTo>
                  <a:cubicBezTo>
                    <a:pt x="696" y="509"/>
                    <a:pt x="720" y="517"/>
                    <a:pt x="740" y="525"/>
                  </a:cubicBezTo>
                  <a:cubicBezTo>
                    <a:pt x="788" y="541"/>
                    <a:pt x="832" y="553"/>
                    <a:pt x="880" y="565"/>
                  </a:cubicBezTo>
                  <a:cubicBezTo>
                    <a:pt x="920" y="573"/>
                    <a:pt x="964" y="577"/>
                    <a:pt x="1008" y="581"/>
                  </a:cubicBezTo>
                  <a:lnTo>
                    <a:pt x="1068" y="581"/>
                  </a:lnTo>
                  <a:lnTo>
                    <a:pt x="1128" y="577"/>
                  </a:lnTo>
                  <a:cubicBezTo>
                    <a:pt x="1160" y="577"/>
                    <a:pt x="1192" y="573"/>
                    <a:pt x="1228" y="565"/>
                  </a:cubicBezTo>
                  <a:cubicBezTo>
                    <a:pt x="1256" y="561"/>
                    <a:pt x="1280" y="553"/>
                    <a:pt x="1300" y="549"/>
                  </a:cubicBezTo>
                  <a:cubicBezTo>
                    <a:pt x="1344" y="537"/>
                    <a:pt x="1364" y="529"/>
                    <a:pt x="1364" y="529"/>
                  </a:cubicBezTo>
                  <a:lnTo>
                    <a:pt x="1364" y="521"/>
                  </a:lnTo>
                  <a:lnTo>
                    <a:pt x="1224" y="521"/>
                  </a:lnTo>
                  <a:cubicBezTo>
                    <a:pt x="1196" y="521"/>
                    <a:pt x="1164" y="517"/>
                    <a:pt x="1128" y="517"/>
                  </a:cubicBezTo>
                  <a:lnTo>
                    <a:pt x="1072" y="517"/>
                  </a:lnTo>
                  <a:lnTo>
                    <a:pt x="1016" y="509"/>
                  </a:lnTo>
                  <a:cubicBezTo>
                    <a:pt x="976" y="505"/>
                    <a:pt x="932" y="501"/>
                    <a:pt x="892" y="493"/>
                  </a:cubicBezTo>
                  <a:cubicBezTo>
                    <a:pt x="844" y="489"/>
                    <a:pt x="800" y="481"/>
                    <a:pt x="760" y="469"/>
                  </a:cubicBezTo>
                  <a:cubicBezTo>
                    <a:pt x="736" y="461"/>
                    <a:pt x="712" y="457"/>
                    <a:pt x="692" y="453"/>
                  </a:cubicBezTo>
                  <a:lnTo>
                    <a:pt x="624" y="433"/>
                  </a:lnTo>
                  <a:cubicBezTo>
                    <a:pt x="576" y="421"/>
                    <a:pt x="532" y="405"/>
                    <a:pt x="492" y="381"/>
                  </a:cubicBezTo>
                  <a:cubicBezTo>
                    <a:pt x="448" y="361"/>
                    <a:pt x="412" y="337"/>
                    <a:pt x="376" y="305"/>
                  </a:cubicBezTo>
                  <a:lnTo>
                    <a:pt x="276" y="225"/>
                  </a:lnTo>
                  <a:lnTo>
                    <a:pt x="188" y="153"/>
                  </a:lnTo>
                  <a:cubicBezTo>
                    <a:pt x="160" y="133"/>
                    <a:pt x="132" y="113"/>
                    <a:pt x="112" y="93"/>
                  </a:cubicBezTo>
                  <a:cubicBezTo>
                    <a:pt x="88" y="69"/>
                    <a:pt x="68" y="57"/>
                    <a:pt x="52" y="41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65"/>
            <p:cNvSpPr/>
            <p:nvPr/>
          </p:nvSpPr>
          <p:spPr>
            <a:xfrm flipH="1">
              <a:off x="7474636" y="1870191"/>
              <a:ext cx="84591" cy="221766"/>
            </a:xfrm>
            <a:custGeom>
              <a:avLst/>
              <a:gdLst/>
              <a:ahLst/>
              <a:cxnLst/>
              <a:rect l="l" t="t" r="r" b="b"/>
              <a:pathLst>
                <a:path w="629" h="1649" extrusionOk="0">
                  <a:moveTo>
                    <a:pt x="584" y="1"/>
                  </a:moveTo>
                  <a:cubicBezTo>
                    <a:pt x="588" y="29"/>
                    <a:pt x="592" y="53"/>
                    <a:pt x="592" y="81"/>
                  </a:cubicBezTo>
                  <a:cubicBezTo>
                    <a:pt x="592" y="113"/>
                    <a:pt x="588" y="141"/>
                    <a:pt x="584" y="173"/>
                  </a:cubicBezTo>
                  <a:cubicBezTo>
                    <a:pt x="580" y="209"/>
                    <a:pt x="564" y="241"/>
                    <a:pt x="544" y="273"/>
                  </a:cubicBezTo>
                  <a:cubicBezTo>
                    <a:pt x="532" y="285"/>
                    <a:pt x="516" y="297"/>
                    <a:pt x="500" y="305"/>
                  </a:cubicBezTo>
                  <a:cubicBezTo>
                    <a:pt x="480" y="313"/>
                    <a:pt x="456" y="321"/>
                    <a:pt x="436" y="329"/>
                  </a:cubicBezTo>
                  <a:cubicBezTo>
                    <a:pt x="408" y="337"/>
                    <a:pt x="380" y="353"/>
                    <a:pt x="356" y="373"/>
                  </a:cubicBezTo>
                  <a:cubicBezTo>
                    <a:pt x="336" y="393"/>
                    <a:pt x="316" y="413"/>
                    <a:pt x="296" y="433"/>
                  </a:cubicBezTo>
                  <a:cubicBezTo>
                    <a:pt x="260" y="477"/>
                    <a:pt x="220" y="521"/>
                    <a:pt x="188" y="569"/>
                  </a:cubicBezTo>
                  <a:cubicBezTo>
                    <a:pt x="152" y="617"/>
                    <a:pt x="120" y="669"/>
                    <a:pt x="92" y="721"/>
                  </a:cubicBezTo>
                  <a:cubicBezTo>
                    <a:pt x="64" y="777"/>
                    <a:pt x="40" y="833"/>
                    <a:pt x="24" y="889"/>
                  </a:cubicBezTo>
                  <a:cubicBezTo>
                    <a:pt x="8" y="945"/>
                    <a:pt x="0" y="1005"/>
                    <a:pt x="4" y="1065"/>
                  </a:cubicBezTo>
                  <a:cubicBezTo>
                    <a:pt x="4" y="1121"/>
                    <a:pt x="12" y="1173"/>
                    <a:pt x="24" y="1229"/>
                  </a:cubicBezTo>
                  <a:cubicBezTo>
                    <a:pt x="32" y="1277"/>
                    <a:pt x="48" y="1325"/>
                    <a:pt x="60" y="1365"/>
                  </a:cubicBezTo>
                  <a:cubicBezTo>
                    <a:pt x="80" y="1433"/>
                    <a:pt x="88" y="1501"/>
                    <a:pt x="88" y="1569"/>
                  </a:cubicBezTo>
                  <a:cubicBezTo>
                    <a:pt x="84" y="1581"/>
                    <a:pt x="84" y="1593"/>
                    <a:pt x="84" y="1601"/>
                  </a:cubicBezTo>
                  <a:lnTo>
                    <a:pt x="76" y="1625"/>
                  </a:lnTo>
                  <a:lnTo>
                    <a:pt x="68" y="1649"/>
                  </a:lnTo>
                  <a:lnTo>
                    <a:pt x="76" y="1649"/>
                  </a:lnTo>
                  <a:lnTo>
                    <a:pt x="88" y="1633"/>
                  </a:lnTo>
                  <a:lnTo>
                    <a:pt x="100" y="1609"/>
                  </a:lnTo>
                  <a:lnTo>
                    <a:pt x="116" y="1577"/>
                  </a:lnTo>
                  <a:cubicBezTo>
                    <a:pt x="124" y="1545"/>
                    <a:pt x="128" y="1509"/>
                    <a:pt x="128" y="1477"/>
                  </a:cubicBezTo>
                  <a:cubicBezTo>
                    <a:pt x="128" y="1433"/>
                    <a:pt x="124" y="1393"/>
                    <a:pt x="116" y="1353"/>
                  </a:cubicBezTo>
                  <a:cubicBezTo>
                    <a:pt x="108" y="1305"/>
                    <a:pt x="92" y="1257"/>
                    <a:pt x="80" y="1213"/>
                  </a:cubicBezTo>
                  <a:cubicBezTo>
                    <a:pt x="68" y="1165"/>
                    <a:pt x="48" y="1113"/>
                    <a:pt x="40" y="1061"/>
                  </a:cubicBezTo>
                  <a:cubicBezTo>
                    <a:pt x="28" y="1005"/>
                    <a:pt x="28" y="949"/>
                    <a:pt x="44" y="897"/>
                  </a:cubicBezTo>
                  <a:cubicBezTo>
                    <a:pt x="60" y="841"/>
                    <a:pt x="88" y="789"/>
                    <a:pt x="124" y="741"/>
                  </a:cubicBezTo>
                  <a:cubicBezTo>
                    <a:pt x="160" y="697"/>
                    <a:pt x="196" y="649"/>
                    <a:pt x="232" y="609"/>
                  </a:cubicBezTo>
                  <a:cubicBezTo>
                    <a:pt x="272" y="565"/>
                    <a:pt x="312" y="521"/>
                    <a:pt x="348" y="485"/>
                  </a:cubicBezTo>
                  <a:cubicBezTo>
                    <a:pt x="368" y="465"/>
                    <a:pt x="388" y="445"/>
                    <a:pt x="404" y="429"/>
                  </a:cubicBezTo>
                  <a:cubicBezTo>
                    <a:pt x="420" y="413"/>
                    <a:pt x="440" y="405"/>
                    <a:pt x="460" y="397"/>
                  </a:cubicBezTo>
                  <a:cubicBezTo>
                    <a:pt x="488" y="389"/>
                    <a:pt x="512" y="377"/>
                    <a:pt x="536" y="365"/>
                  </a:cubicBezTo>
                  <a:cubicBezTo>
                    <a:pt x="560" y="349"/>
                    <a:pt x="580" y="329"/>
                    <a:pt x="592" y="305"/>
                  </a:cubicBezTo>
                  <a:cubicBezTo>
                    <a:pt x="616" y="269"/>
                    <a:pt x="628" y="221"/>
                    <a:pt x="628" y="177"/>
                  </a:cubicBezTo>
                  <a:cubicBezTo>
                    <a:pt x="628" y="145"/>
                    <a:pt x="624" y="113"/>
                    <a:pt x="620" y="81"/>
                  </a:cubicBezTo>
                  <a:cubicBezTo>
                    <a:pt x="612" y="53"/>
                    <a:pt x="604" y="25"/>
                    <a:pt x="58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65"/>
            <p:cNvSpPr/>
            <p:nvPr/>
          </p:nvSpPr>
          <p:spPr>
            <a:xfrm flipH="1">
              <a:off x="7374041" y="1720643"/>
              <a:ext cx="133006" cy="377230"/>
            </a:xfrm>
            <a:custGeom>
              <a:avLst/>
              <a:gdLst/>
              <a:ahLst/>
              <a:cxnLst/>
              <a:rect l="l" t="t" r="r" b="b"/>
              <a:pathLst>
                <a:path w="989" h="2805" extrusionOk="0">
                  <a:moveTo>
                    <a:pt x="833" y="0"/>
                  </a:moveTo>
                  <a:cubicBezTo>
                    <a:pt x="849" y="40"/>
                    <a:pt x="861" y="85"/>
                    <a:pt x="873" y="125"/>
                  </a:cubicBezTo>
                  <a:cubicBezTo>
                    <a:pt x="885" y="169"/>
                    <a:pt x="897" y="221"/>
                    <a:pt x="909" y="277"/>
                  </a:cubicBezTo>
                  <a:cubicBezTo>
                    <a:pt x="917" y="341"/>
                    <a:pt x="925" y="405"/>
                    <a:pt x="929" y="469"/>
                  </a:cubicBezTo>
                  <a:cubicBezTo>
                    <a:pt x="929" y="545"/>
                    <a:pt x="925" y="621"/>
                    <a:pt x="913" y="697"/>
                  </a:cubicBezTo>
                  <a:cubicBezTo>
                    <a:pt x="901" y="781"/>
                    <a:pt x="873" y="865"/>
                    <a:pt x="837" y="941"/>
                  </a:cubicBezTo>
                  <a:cubicBezTo>
                    <a:pt x="793" y="1025"/>
                    <a:pt x="741" y="1101"/>
                    <a:pt x="681" y="1169"/>
                  </a:cubicBezTo>
                  <a:cubicBezTo>
                    <a:pt x="649" y="1209"/>
                    <a:pt x="617" y="1245"/>
                    <a:pt x="585" y="1281"/>
                  </a:cubicBezTo>
                  <a:lnTo>
                    <a:pt x="485" y="1385"/>
                  </a:lnTo>
                  <a:cubicBezTo>
                    <a:pt x="416" y="1457"/>
                    <a:pt x="348" y="1525"/>
                    <a:pt x="284" y="1597"/>
                  </a:cubicBezTo>
                  <a:cubicBezTo>
                    <a:pt x="220" y="1669"/>
                    <a:pt x="160" y="1745"/>
                    <a:pt x="108" y="1821"/>
                  </a:cubicBezTo>
                  <a:cubicBezTo>
                    <a:pt x="48" y="1901"/>
                    <a:pt x="20" y="1993"/>
                    <a:pt x="24" y="2093"/>
                  </a:cubicBezTo>
                  <a:cubicBezTo>
                    <a:pt x="28" y="2133"/>
                    <a:pt x="32" y="2173"/>
                    <a:pt x="32" y="2209"/>
                  </a:cubicBezTo>
                  <a:lnTo>
                    <a:pt x="32" y="2321"/>
                  </a:lnTo>
                  <a:cubicBezTo>
                    <a:pt x="32" y="2465"/>
                    <a:pt x="20" y="2589"/>
                    <a:pt x="12" y="2669"/>
                  </a:cubicBezTo>
                  <a:cubicBezTo>
                    <a:pt x="4" y="2753"/>
                    <a:pt x="0" y="2805"/>
                    <a:pt x="0" y="2805"/>
                  </a:cubicBezTo>
                  <a:lnTo>
                    <a:pt x="8" y="2805"/>
                  </a:lnTo>
                  <a:cubicBezTo>
                    <a:pt x="8" y="2805"/>
                    <a:pt x="24" y="2757"/>
                    <a:pt x="40" y="2673"/>
                  </a:cubicBezTo>
                  <a:cubicBezTo>
                    <a:pt x="52" y="2633"/>
                    <a:pt x="60" y="2581"/>
                    <a:pt x="68" y="2525"/>
                  </a:cubicBezTo>
                  <a:cubicBezTo>
                    <a:pt x="80" y="2457"/>
                    <a:pt x="88" y="2393"/>
                    <a:pt x="92" y="2325"/>
                  </a:cubicBezTo>
                  <a:cubicBezTo>
                    <a:pt x="96" y="2285"/>
                    <a:pt x="100" y="2249"/>
                    <a:pt x="100" y="2209"/>
                  </a:cubicBezTo>
                  <a:cubicBezTo>
                    <a:pt x="100" y="2165"/>
                    <a:pt x="96" y="2125"/>
                    <a:pt x="92" y="2081"/>
                  </a:cubicBezTo>
                  <a:cubicBezTo>
                    <a:pt x="96" y="2005"/>
                    <a:pt x="120" y="1925"/>
                    <a:pt x="164" y="1861"/>
                  </a:cubicBezTo>
                  <a:cubicBezTo>
                    <a:pt x="216" y="1781"/>
                    <a:pt x="272" y="1709"/>
                    <a:pt x="328" y="1637"/>
                  </a:cubicBezTo>
                  <a:lnTo>
                    <a:pt x="513" y="1413"/>
                  </a:lnTo>
                  <a:lnTo>
                    <a:pt x="693" y="1185"/>
                  </a:lnTo>
                  <a:cubicBezTo>
                    <a:pt x="757" y="1109"/>
                    <a:pt x="817" y="1037"/>
                    <a:pt x="869" y="961"/>
                  </a:cubicBezTo>
                  <a:cubicBezTo>
                    <a:pt x="917" y="881"/>
                    <a:pt x="949" y="797"/>
                    <a:pt x="969" y="709"/>
                  </a:cubicBezTo>
                  <a:cubicBezTo>
                    <a:pt x="985" y="629"/>
                    <a:pt x="989" y="549"/>
                    <a:pt x="981" y="469"/>
                  </a:cubicBezTo>
                  <a:cubicBezTo>
                    <a:pt x="977" y="401"/>
                    <a:pt x="965" y="333"/>
                    <a:pt x="949" y="269"/>
                  </a:cubicBezTo>
                  <a:cubicBezTo>
                    <a:pt x="933" y="217"/>
                    <a:pt x="917" y="169"/>
                    <a:pt x="897" y="121"/>
                  </a:cubicBezTo>
                  <a:cubicBezTo>
                    <a:pt x="881" y="77"/>
                    <a:pt x="861" y="36"/>
                    <a:pt x="83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65"/>
            <p:cNvSpPr/>
            <p:nvPr/>
          </p:nvSpPr>
          <p:spPr>
            <a:xfrm flipH="1">
              <a:off x="7196521" y="1861584"/>
              <a:ext cx="258346" cy="221766"/>
            </a:xfrm>
            <a:custGeom>
              <a:avLst/>
              <a:gdLst/>
              <a:ahLst/>
              <a:cxnLst/>
              <a:rect l="l" t="t" r="r" b="b"/>
              <a:pathLst>
                <a:path w="1921" h="1649" extrusionOk="0">
                  <a:moveTo>
                    <a:pt x="1921" y="1"/>
                  </a:moveTo>
                  <a:lnTo>
                    <a:pt x="1909" y="29"/>
                  </a:lnTo>
                  <a:cubicBezTo>
                    <a:pt x="1905" y="57"/>
                    <a:pt x="1897" y="85"/>
                    <a:pt x="1885" y="113"/>
                  </a:cubicBezTo>
                  <a:cubicBezTo>
                    <a:pt x="1873" y="145"/>
                    <a:pt x="1857" y="189"/>
                    <a:pt x="1837" y="233"/>
                  </a:cubicBezTo>
                  <a:cubicBezTo>
                    <a:pt x="1813" y="285"/>
                    <a:pt x="1785" y="337"/>
                    <a:pt x="1757" y="385"/>
                  </a:cubicBezTo>
                  <a:cubicBezTo>
                    <a:pt x="1721" y="441"/>
                    <a:pt x="1685" y="497"/>
                    <a:pt x="1645" y="549"/>
                  </a:cubicBezTo>
                  <a:cubicBezTo>
                    <a:pt x="1597" y="609"/>
                    <a:pt x="1549" y="665"/>
                    <a:pt x="1493" y="717"/>
                  </a:cubicBezTo>
                  <a:cubicBezTo>
                    <a:pt x="1465" y="745"/>
                    <a:pt x="1433" y="769"/>
                    <a:pt x="1401" y="793"/>
                  </a:cubicBezTo>
                  <a:cubicBezTo>
                    <a:pt x="1369" y="817"/>
                    <a:pt x="1333" y="837"/>
                    <a:pt x="1297" y="857"/>
                  </a:cubicBezTo>
                  <a:cubicBezTo>
                    <a:pt x="1221" y="893"/>
                    <a:pt x="1141" y="917"/>
                    <a:pt x="1057" y="929"/>
                  </a:cubicBezTo>
                  <a:cubicBezTo>
                    <a:pt x="1017" y="937"/>
                    <a:pt x="977" y="937"/>
                    <a:pt x="933" y="941"/>
                  </a:cubicBezTo>
                  <a:cubicBezTo>
                    <a:pt x="889" y="945"/>
                    <a:pt x="849" y="945"/>
                    <a:pt x="805" y="953"/>
                  </a:cubicBezTo>
                  <a:cubicBezTo>
                    <a:pt x="721" y="965"/>
                    <a:pt x="641" y="985"/>
                    <a:pt x="561" y="1017"/>
                  </a:cubicBezTo>
                  <a:cubicBezTo>
                    <a:pt x="421" y="1069"/>
                    <a:pt x="297" y="1157"/>
                    <a:pt x="197" y="1265"/>
                  </a:cubicBezTo>
                  <a:cubicBezTo>
                    <a:pt x="153" y="1309"/>
                    <a:pt x="117" y="1357"/>
                    <a:pt x="89" y="1409"/>
                  </a:cubicBezTo>
                  <a:cubicBezTo>
                    <a:pt x="64" y="1449"/>
                    <a:pt x="44" y="1489"/>
                    <a:pt x="28" y="1533"/>
                  </a:cubicBezTo>
                  <a:cubicBezTo>
                    <a:pt x="16" y="1561"/>
                    <a:pt x="8" y="1589"/>
                    <a:pt x="4" y="1617"/>
                  </a:cubicBezTo>
                  <a:lnTo>
                    <a:pt x="0" y="1649"/>
                  </a:lnTo>
                  <a:lnTo>
                    <a:pt x="8" y="1649"/>
                  </a:lnTo>
                  <a:lnTo>
                    <a:pt x="16" y="1621"/>
                  </a:lnTo>
                  <a:cubicBezTo>
                    <a:pt x="28" y="1593"/>
                    <a:pt x="40" y="1569"/>
                    <a:pt x="52" y="1541"/>
                  </a:cubicBezTo>
                  <a:cubicBezTo>
                    <a:pt x="73" y="1505"/>
                    <a:pt x="97" y="1469"/>
                    <a:pt x="125" y="1433"/>
                  </a:cubicBezTo>
                  <a:cubicBezTo>
                    <a:pt x="161" y="1389"/>
                    <a:pt x="197" y="1345"/>
                    <a:pt x="237" y="1309"/>
                  </a:cubicBezTo>
                  <a:cubicBezTo>
                    <a:pt x="285" y="1261"/>
                    <a:pt x="337" y="1221"/>
                    <a:pt x="393" y="1185"/>
                  </a:cubicBezTo>
                  <a:cubicBezTo>
                    <a:pt x="457" y="1141"/>
                    <a:pt x="521" y="1109"/>
                    <a:pt x="589" y="1077"/>
                  </a:cubicBezTo>
                  <a:cubicBezTo>
                    <a:pt x="661" y="1049"/>
                    <a:pt x="737" y="1025"/>
                    <a:pt x="813" y="1009"/>
                  </a:cubicBezTo>
                  <a:cubicBezTo>
                    <a:pt x="853" y="1001"/>
                    <a:pt x="893" y="997"/>
                    <a:pt x="937" y="989"/>
                  </a:cubicBezTo>
                  <a:cubicBezTo>
                    <a:pt x="981" y="981"/>
                    <a:pt x="1025" y="977"/>
                    <a:pt x="1065" y="961"/>
                  </a:cubicBezTo>
                  <a:cubicBezTo>
                    <a:pt x="1105" y="953"/>
                    <a:pt x="1149" y="937"/>
                    <a:pt x="1189" y="921"/>
                  </a:cubicBezTo>
                  <a:cubicBezTo>
                    <a:pt x="1209" y="917"/>
                    <a:pt x="1229" y="909"/>
                    <a:pt x="1249" y="901"/>
                  </a:cubicBezTo>
                  <a:lnTo>
                    <a:pt x="1305" y="873"/>
                  </a:lnTo>
                  <a:cubicBezTo>
                    <a:pt x="1345" y="857"/>
                    <a:pt x="1381" y="833"/>
                    <a:pt x="1413" y="813"/>
                  </a:cubicBezTo>
                  <a:cubicBezTo>
                    <a:pt x="1449" y="789"/>
                    <a:pt x="1485" y="769"/>
                    <a:pt x="1517" y="745"/>
                  </a:cubicBezTo>
                  <a:cubicBezTo>
                    <a:pt x="1549" y="721"/>
                    <a:pt x="1581" y="693"/>
                    <a:pt x="1609" y="669"/>
                  </a:cubicBezTo>
                  <a:lnTo>
                    <a:pt x="1653" y="629"/>
                  </a:lnTo>
                  <a:lnTo>
                    <a:pt x="1689" y="585"/>
                  </a:lnTo>
                  <a:cubicBezTo>
                    <a:pt x="1733" y="529"/>
                    <a:pt x="1773" y="473"/>
                    <a:pt x="1809" y="409"/>
                  </a:cubicBezTo>
                  <a:cubicBezTo>
                    <a:pt x="1833" y="357"/>
                    <a:pt x="1857" y="305"/>
                    <a:pt x="1877" y="249"/>
                  </a:cubicBezTo>
                  <a:cubicBezTo>
                    <a:pt x="1893" y="205"/>
                    <a:pt x="1905" y="161"/>
                    <a:pt x="1913" y="117"/>
                  </a:cubicBezTo>
                  <a:cubicBezTo>
                    <a:pt x="1917" y="85"/>
                    <a:pt x="1921" y="57"/>
                    <a:pt x="1921" y="29"/>
                  </a:cubicBezTo>
                  <a:lnTo>
                    <a:pt x="1921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65"/>
            <p:cNvSpPr/>
            <p:nvPr/>
          </p:nvSpPr>
          <p:spPr>
            <a:xfrm flipH="1">
              <a:off x="7196521" y="2074608"/>
              <a:ext cx="254580" cy="36176"/>
            </a:xfrm>
            <a:custGeom>
              <a:avLst/>
              <a:gdLst/>
              <a:ahLst/>
              <a:cxnLst/>
              <a:rect l="l" t="t" r="r" b="b"/>
              <a:pathLst>
                <a:path w="1893" h="269" extrusionOk="0">
                  <a:moveTo>
                    <a:pt x="965" y="1"/>
                  </a:moveTo>
                  <a:cubicBezTo>
                    <a:pt x="901" y="1"/>
                    <a:pt x="837" y="1"/>
                    <a:pt x="773" y="9"/>
                  </a:cubicBezTo>
                  <a:cubicBezTo>
                    <a:pt x="713" y="17"/>
                    <a:pt x="653" y="21"/>
                    <a:pt x="593" y="33"/>
                  </a:cubicBezTo>
                  <a:cubicBezTo>
                    <a:pt x="537" y="37"/>
                    <a:pt x="477" y="49"/>
                    <a:pt x="425" y="65"/>
                  </a:cubicBezTo>
                  <a:cubicBezTo>
                    <a:pt x="373" y="77"/>
                    <a:pt x="325" y="97"/>
                    <a:pt x="281" y="113"/>
                  </a:cubicBezTo>
                  <a:cubicBezTo>
                    <a:pt x="181" y="153"/>
                    <a:pt x="89" y="205"/>
                    <a:pt x="0" y="265"/>
                  </a:cubicBezTo>
                  <a:lnTo>
                    <a:pt x="4" y="269"/>
                  </a:lnTo>
                  <a:lnTo>
                    <a:pt x="89" y="245"/>
                  </a:lnTo>
                  <a:lnTo>
                    <a:pt x="301" y="169"/>
                  </a:lnTo>
                  <a:lnTo>
                    <a:pt x="441" y="121"/>
                  </a:lnTo>
                  <a:cubicBezTo>
                    <a:pt x="493" y="105"/>
                    <a:pt x="545" y="81"/>
                    <a:pt x="601" y="65"/>
                  </a:cubicBezTo>
                  <a:cubicBezTo>
                    <a:pt x="657" y="49"/>
                    <a:pt x="717" y="33"/>
                    <a:pt x="777" y="29"/>
                  </a:cubicBezTo>
                  <a:cubicBezTo>
                    <a:pt x="805" y="25"/>
                    <a:pt x="837" y="25"/>
                    <a:pt x="865" y="25"/>
                  </a:cubicBezTo>
                  <a:cubicBezTo>
                    <a:pt x="897" y="29"/>
                    <a:pt x="929" y="33"/>
                    <a:pt x="957" y="37"/>
                  </a:cubicBezTo>
                  <a:cubicBezTo>
                    <a:pt x="1017" y="53"/>
                    <a:pt x="1077" y="73"/>
                    <a:pt x="1133" y="89"/>
                  </a:cubicBezTo>
                  <a:lnTo>
                    <a:pt x="1309" y="141"/>
                  </a:lnTo>
                  <a:cubicBezTo>
                    <a:pt x="1365" y="157"/>
                    <a:pt x="1421" y="169"/>
                    <a:pt x="1477" y="177"/>
                  </a:cubicBezTo>
                  <a:cubicBezTo>
                    <a:pt x="1529" y="185"/>
                    <a:pt x="1581" y="189"/>
                    <a:pt x="1633" y="189"/>
                  </a:cubicBezTo>
                  <a:cubicBezTo>
                    <a:pt x="1640" y="189"/>
                    <a:pt x="1648" y="190"/>
                    <a:pt x="1656" y="190"/>
                  </a:cubicBezTo>
                  <a:cubicBezTo>
                    <a:pt x="1692" y="190"/>
                    <a:pt x="1728" y="182"/>
                    <a:pt x="1765" y="173"/>
                  </a:cubicBezTo>
                  <a:cubicBezTo>
                    <a:pt x="1801" y="165"/>
                    <a:pt x="1833" y="145"/>
                    <a:pt x="1857" y="117"/>
                  </a:cubicBezTo>
                  <a:cubicBezTo>
                    <a:pt x="1873" y="101"/>
                    <a:pt x="1881" y="81"/>
                    <a:pt x="1889" y="57"/>
                  </a:cubicBezTo>
                  <a:lnTo>
                    <a:pt x="1893" y="37"/>
                  </a:lnTo>
                  <a:lnTo>
                    <a:pt x="1885" y="37"/>
                  </a:lnTo>
                  <a:lnTo>
                    <a:pt x="1877" y="53"/>
                  </a:lnTo>
                  <a:cubicBezTo>
                    <a:pt x="1865" y="73"/>
                    <a:pt x="1853" y="89"/>
                    <a:pt x="1837" y="101"/>
                  </a:cubicBezTo>
                  <a:cubicBezTo>
                    <a:pt x="1813" y="117"/>
                    <a:pt x="1785" y="129"/>
                    <a:pt x="1757" y="133"/>
                  </a:cubicBezTo>
                  <a:cubicBezTo>
                    <a:pt x="1737" y="135"/>
                    <a:pt x="1717" y="136"/>
                    <a:pt x="1697" y="136"/>
                  </a:cubicBezTo>
                  <a:cubicBezTo>
                    <a:pt x="1677" y="136"/>
                    <a:pt x="1657" y="135"/>
                    <a:pt x="1637" y="133"/>
                  </a:cubicBezTo>
                  <a:cubicBezTo>
                    <a:pt x="1545" y="121"/>
                    <a:pt x="1441" y="97"/>
                    <a:pt x="1325" y="73"/>
                  </a:cubicBezTo>
                  <a:lnTo>
                    <a:pt x="1149" y="33"/>
                  </a:lnTo>
                  <a:cubicBezTo>
                    <a:pt x="1089" y="17"/>
                    <a:pt x="1025" y="5"/>
                    <a:pt x="96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65"/>
            <p:cNvSpPr/>
            <p:nvPr/>
          </p:nvSpPr>
          <p:spPr>
            <a:xfrm flipH="1">
              <a:off x="7205666" y="2126788"/>
              <a:ext cx="215848" cy="94812"/>
            </a:xfrm>
            <a:custGeom>
              <a:avLst/>
              <a:gdLst/>
              <a:ahLst/>
              <a:cxnLst/>
              <a:rect l="l" t="t" r="r" b="b"/>
              <a:pathLst>
                <a:path w="1605" h="705" extrusionOk="0">
                  <a:moveTo>
                    <a:pt x="285" y="1"/>
                  </a:moveTo>
                  <a:cubicBezTo>
                    <a:pt x="189" y="5"/>
                    <a:pt x="93" y="17"/>
                    <a:pt x="1" y="41"/>
                  </a:cubicBezTo>
                  <a:lnTo>
                    <a:pt x="5" y="45"/>
                  </a:lnTo>
                  <a:lnTo>
                    <a:pt x="85" y="53"/>
                  </a:lnTo>
                  <a:cubicBezTo>
                    <a:pt x="133" y="57"/>
                    <a:pt x="205" y="57"/>
                    <a:pt x="289" y="61"/>
                  </a:cubicBezTo>
                  <a:lnTo>
                    <a:pt x="425" y="65"/>
                  </a:lnTo>
                  <a:cubicBezTo>
                    <a:pt x="447" y="67"/>
                    <a:pt x="471" y="67"/>
                    <a:pt x="496" y="67"/>
                  </a:cubicBezTo>
                  <a:cubicBezTo>
                    <a:pt x="521" y="67"/>
                    <a:pt x="547" y="67"/>
                    <a:pt x="573" y="69"/>
                  </a:cubicBezTo>
                  <a:cubicBezTo>
                    <a:pt x="629" y="69"/>
                    <a:pt x="681" y="77"/>
                    <a:pt x="737" y="93"/>
                  </a:cubicBezTo>
                  <a:cubicBezTo>
                    <a:pt x="789" y="105"/>
                    <a:pt x="841" y="129"/>
                    <a:pt x="889" y="157"/>
                  </a:cubicBezTo>
                  <a:cubicBezTo>
                    <a:pt x="981" y="213"/>
                    <a:pt x="1069" y="277"/>
                    <a:pt x="1141" y="357"/>
                  </a:cubicBezTo>
                  <a:cubicBezTo>
                    <a:pt x="1177" y="393"/>
                    <a:pt x="1213" y="433"/>
                    <a:pt x="1249" y="469"/>
                  </a:cubicBezTo>
                  <a:cubicBezTo>
                    <a:pt x="1269" y="485"/>
                    <a:pt x="1289" y="501"/>
                    <a:pt x="1309" y="513"/>
                  </a:cubicBezTo>
                  <a:lnTo>
                    <a:pt x="1365" y="549"/>
                  </a:lnTo>
                  <a:lnTo>
                    <a:pt x="1601" y="705"/>
                  </a:lnTo>
                  <a:lnTo>
                    <a:pt x="1605" y="701"/>
                  </a:lnTo>
                  <a:cubicBezTo>
                    <a:pt x="1605" y="701"/>
                    <a:pt x="1589" y="677"/>
                    <a:pt x="1553" y="641"/>
                  </a:cubicBezTo>
                  <a:cubicBezTo>
                    <a:pt x="1505" y="593"/>
                    <a:pt x="1453" y="545"/>
                    <a:pt x="1401" y="501"/>
                  </a:cubicBezTo>
                  <a:lnTo>
                    <a:pt x="1349" y="461"/>
                  </a:lnTo>
                  <a:cubicBezTo>
                    <a:pt x="1329" y="445"/>
                    <a:pt x="1313" y="429"/>
                    <a:pt x="1297" y="417"/>
                  </a:cubicBezTo>
                  <a:cubicBezTo>
                    <a:pt x="1265" y="381"/>
                    <a:pt x="1229" y="345"/>
                    <a:pt x="1189" y="305"/>
                  </a:cubicBezTo>
                  <a:cubicBezTo>
                    <a:pt x="1149" y="269"/>
                    <a:pt x="1105" y="233"/>
                    <a:pt x="1061" y="201"/>
                  </a:cubicBezTo>
                  <a:cubicBezTo>
                    <a:pt x="1009" y="169"/>
                    <a:pt x="957" y="141"/>
                    <a:pt x="905" y="121"/>
                  </a:cubicBezTo>
                  <a:cubicBezTo>
                    <a:pt x="849" y="101"/>
                    <a:pt x="793" y="85"/>
                    <a:pt x="741" y="73"/>
                  </a:cubicBezTo>
                  <a:cubicBezTo>
                    <a:pt x="685" y="57"/>
                    <a:pt x="629" y="45"/>
                    <a:pt x="577" y="33"/>
                  </a:cubicBezTo>
                  <a:cubicBezTo>
                    <a:pt x="529" y="21"/>
                    <a:pt x="477" y="13"/>
                    <a:pt x="425" y="5"/>
                  </a:cubicBezTo>
                  <a:cubicBezTo>
                    <a:pt x="377" y="1"/>
                    <a:pt x="333" y="1"/>
                    <a:pt x="28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65"/>
            <p:cNvSpPr/>
            <p:nvPr/>
          </p:nvSpPr>
          <p:spPr>
            <a:xfrm flipH="1">
              <a:off x="7296040" y="2140775"/>
              <a:ext cx="161516" cy="112564"/>
            </a:xfrm>
            <a:custGeom>
              <a:avLst/>
              <a:gdLst/>
              <a:ahLst/>
              <a:cxnLst/>
              <a:rect l="l" t="t" r="r" b="b"/>
              <a:pathLst>
                <a:path w="1201" h="837" extrusionOk="0">
                  <a:moveTo>
                    <a:pt x="0" y="1"/>
                  </a:moveTo>
                  <a:lnTo>
                    <a:pt x="0" y="5"/>
                  </a:lnTo>
                  <a:cubicBezTo>
                    <a:pt x="0" y="5"/>
                    <a:pt x="80" y="53"/>
                    <a:pt x="209" y="109"/>
                  </a:cubicBezTo>
                  <a:cubicBezTo>
                    <a:pt x="241" y="125"/>
                    <a:pt x="277" y="137"/>
                    <a:pt x="313" y="153"/>
                  </a:cubicBezTo>
                  <a:cubicBezTo>
                    <a:pt x="349" y="169"/>
                    <a:pt x="389" y="181"/>
                    <a:pt x="429" y="197"/>
                  </a:cubicBezTo>
                  <a:cubicBezTo>
                    <a:pt x="473" y="213"/>
                    <a:pt x="513" y="229"/>
                    <a:pt x="553" y="253"/>
                  </a:cubicBezTo>
                  <a:cubicBezTo>
                    <a:pt x="593" y="273"/>
                    <a:pt x="633" y="301"/>
                    <a:pt x="669" y="329"/>
                  </a:cubicBezTo>
                  <a:cubicBezTo>
                    <a:pt x="705" y="357"/>
                    <a:pt x="741" y="385"/>
                    <a:pt x="777" y="413"/>
                  </a:cubicBezTo>
                  <a:cubicBezTo>
                    <a:pt x="809" y="441"/>
                    <a:pt x="845" y="469"/>
                    <a:pt x="877" y="501"/>
                  </a:cubicBezTo>
                  <a:cubicBezTo>
                    <a:pt x="909" y="529"/>
                    <a:pt x="941" y="553"/>
                    <a:pt x="969" y="581"/>
                  </a:cubicBezTo>
                  <a:cubicBezTo>
                    <a:pt x="997" y="609"/>
                    <a:pt x="1021" y="633"/>
                    <a:pt x="1045" y="661"/>
                  </a:cubicBezTo>
                  <a:cubicBezTo>
                    <a:pt x="1069" y="685"/>
                    <a:pt x="1089" y="709"/>
                    <a:pt x="1109" y="729"/>
                  </a:cubicBezTo>
                  <a:cubicBezTo>
                    <a:pt x="1125" y="745"/>
                    <a:pt x="1141" y="765"/>
                    <a:pt x="1153" y="785"/>
                  </a:cubicBezTo>
                  <a:cubicBezTo>
                    <a:pt x="1177" y="817"/>
                    <a:pt x="1193" y="837"/>
                    <a:pt x="1193" y="837"/>
                  </a:cubicBezTo>
                  <a:lnTo>
                    <a:pt x="1201" y="837"/>
                  </a:lnTo>
                  <a:cubicBezTo>
                    <a:pt x="1201" y="837"/>
                    <a:pt x="1193" y="813"/>
                    <a:pt x="1177" y="773"/>
                  </a:cubicBezTo>
                  <a:cubicBezTo>
                    <a:pt x="1169" y="749"/>
                    <a:pt x="1157" y="725"/>
                    <a:pt x="1145" y="705"/>
                  </a:cubicBezTo>
                  <a:cubicBezTo>
                    <a:pt x="1133" y="681"/>
                    <a:pt x="1121" y="649"/>
                    <a:pt x="1097" y="621"/>
                  </a:cubicBezTo>
                  <a:cubicBezTo>
                    <a:pt x="1069" y="593"/>
                    <a:pt x="1049" y="561"/>
                    <a:pt x="1021" y="533"/>
                  </a:cubicBezTo>
                  <a:cubicBezTo>
                    <a:pt x="989" y="505"/>
                    <a:pt x="961" y="473"/>
                    <a:pt x="925" y="445"/>
                  </a:cubicBezTo>
                  <a:cubicBezTo>
                    <a:pt x="889" y="421"/>
                    <a:pt x="853" y="393"/>
                    <a:pt x="813" y="369"/>
                  </a:cubicBezTo>
                  <a:cubicBezTo>
                    <a:pt x="773" y="341"/>
                    <a:pt x="733" y="317"/>
                    <a:pt x="689" y="297"/>
                  </a:cubicBezTo>
                  <a:cubicBezTo>
                    <a:pt x="605" y="261"/>
                    <a:pt x="525" y="217"/>
                    <a:pt x="449" y="165"/>
                  </a:cubicBezTo>
                  <a:cubicBezTo>
                    <a:pt x="409" y="141"/>
                    <a:pt x="373" y="121"/>
                    <a:pt x="337" y="101"/>
                  </a:cubicBezTo>
                  <a:cubicBezTo>
                    <a:pt x="301" y="85"/>
                    <a:pt x="265" y="69"/>
                    <a:pt x="233" y="57"/>
                  </a:cubicBezTo>
                  <a:cubicBezTo>
                    <a:pt x="177" y="37"/>
                    <a:pt x="121" y="21"/>
                    <a:pt x="68" y="9"/>
                  </a:cubicBezTo>
                  <a:cubicBezTo>
                    <a:pt x="44" y="5"/>
                    <a:pt x="24" y="1"/>
                    <a:pt x="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65"/>
            <p:cNvSpPr/>
            <p:nvPr/>
          </p:nvSpPr>
          <p:spPr>
            <a:xfrm flipH="1">
              <a:off x="7305185" y="2166058"/>
              <a:ext cx="198634" cy="264801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4" y="1"/>
                  </a:moveTo>
                  <a:lnTo>
                    <a:pt x="0" y="5"/>
                  </a:lnTo>
                  <a:cubicBezTo>
                    <a:pt x="20" y="37"/>
                    <a:pt x="40" y="65"/>
                    <a:pt x="64" y="93"/>
                  </a:cubicBezTo>
                  <a:cubicBezTo>
                    <a:pt x="128" y="169"/>
                    <a:pt x="196" y="237"/>
                    <a:pt x="272" y="297"/>
                  </a:cubicBezTo>
                  <a:cubicBezTo>
                    <a:pt x="324" y="337"/>
                    <a:pt x="376" y="373"/>
                    <a:pt x="433" y="405"/>
                  </a:cubicBezTo>
                  <a:cubicBezTo>
                    <a:pt x="497" y="441"/>
                    <a:pt x="553" y="481"/>
                    <a:pt x="605" y="525"/>
                  </a:cubicBezTo>
                  <a:cubicBezTo>
                    <a:pt x="665" y="573"/>
                    <a:pt x="721" y="625"/>
                    <a:pt x="765" y="685"/>
                  </a:cubicBezTo>
                  <a:cubicBezTo>
                    <a:pt x="789" y="713"/>
                    <a:pt x="813" y="745"/>
                    <a:pt x="833" y="781"/>
                  </a:cubicBezTo>
                  <a:cubicBezTo>
                    <a:pt x="853" y="813"/>
                    <a:pt x="877" y="845"/>
                    <a:pt x="893" y="881"/>
                  </a:cubicBezTo>
                  <a:cubicBezTo>
                    <a:pt x="933" y="949"/>
                    <a:pt x="965" y="1021"/>
                    <a:pt x="997" y="1089"/>
                  </a:cubicBezTo>
                  <a:cubicBezTo>
                    <a:pt x="1029" y="1157"/>
                    <a:pt x="1057" y="1229"/>
                    <a:pt x="1081" y="1297"/>
                  </a:cubicBezTo>
                  <a:cubicBezTo>
                    <a:pt x="1101" y="1365"/>
                    <a:pt x="1117" y="1433"/>
                    <a:pt x="1133" y="1501"/>
                  </a:cubicBezTo>
                  <a:cubicBezTo>
                    <a:pt x="1145" y="1565"/>
                    <a:pt x="1169" y="1629"/>
                    <a:pt x="1193" y="1689"/>
                  </a:cubicBezTo>
                  <a:cubicBezTo>
                    <a:pt x="1217" y="1741"/>
                    <a:pt x="1249" y="1789"/>
                    <a:pt x="1285" y="1829"/>
                  </a:cubicBezTo>
                  <a:cubicBezTo>
                    <a:pt x="1309" y="1865"/>
                    <a:pt x="1341" y="1893"/>
                    <a:pt x="1377" y="1917"/>
                  </a:cubicBezTo>
                  <a:cubicBezTo>
                    <a:pt x="1409" y="1941"/>
                    <a:pt x="1441" y="1957"/>
                    <a:pt x="1477" y="1969"/>
                  </a:cubicBezTo>
                  <a:lnTo>
                    <a:pt x="1477" y="1961"/>
                  </a:lnTo>
                  <a:cubicBezTo>
                    <a:pt x="1469" y="1957"/>
                    <a:pt x="1461" y="1953"/>
                    <a:pt x="1453" y="1949"/>
                  </a:cubicBezTo>
                  <a:cubicBezTo>
                    <a:pt x="1433" y="1933"/>
                    <a:pt x="1413" y="1917"/>
                    <a:pt x="1393" y="1897"/>
                  </a:cubicBezTo>
                  <a:cubicBezTo>
                    <a:pt x="1365" y="1869"/>
                    <a:pt x="1341" y="1837"/>
                    <a:pt x="1317" y="1805"/>
                  </a:cubicBezTo>
                  <a:cubicBezTo>
                    <a:pt x="1289" y="1761"/>
                    <a:pt x="1265" y="1713"/>
                    <a:pt x="1249" y="1665"/>
                  </a:cubicBezTo>
                  <a:cubicBezTo>
                    <a:pt x="1229" y="1605"/>
                    <a:pt x="1213" y="1545"/>
                    <a:pt x="1201" y="1485"/>
                  </a:cubicBezTo>
                  <a:cubicBezTo>
                    <a:pt x="1189" y="1413"/>
                    <a:pt x="1169" y="1345"/>
                    <a:pt x="1145" y="1277"/>
                  </a:cubicBezTo>
                  <a:cubicBezTo>
                    <a:pt x="1089" y="1129"/>
                    <a:pt x="1017" y="989"/>
                    <a:pt x="925" y="861"/>
                  </a:cubicBezTo>
                  <a:cubicBezTo>
                    <a:pt x="877" y="797"/>
                    <a:pt x="829" y="733"/>
                    <a:pt x="781" y="669"/>
                  </a:cubicBezTo>
                  <a:cubicBezTo>
                    <a:pt x="729" y="609"/>
                    <a:pt x="681" y="553"/>
                    <a:pt x="629" y="497"/>
                  </a:cubicBezTo>
                  <a:cubicBezTo>
                    <a:pt x="581" y="441"/>
                    <a:pt x="525" y="393"/>
                    <a:pt x="465" y="353"/>
                  </a:cubicBezTo>
                  <a:cubicBezTo>
                    <a:pt x="404" y="317"/>
                    <a:pt x="352" y="281"/>
                    <a:pt x="304" y="249"/>
                  </a:cubicBezTo>
                  <a:cubicBezTo>
                    <a:pt x="256" y="217"/>
                    <a:pt x="216" y="185"/>
                    <a:pt x="176" y="153"/>
                  </a:cubicBezTo>
                  <a:cubicBezTo>
                    <a:pt x="140" y="125"/>
                    <a:pt x="108" y="97"/>
                    <a:pt x="84" y="73"/>
                  </a:cubicBezTo>
                  <a:cubicBezTo>
                    <a:pt x="32" y="29"/>
                    <a:pt x="4" y="1"/>
                    <a:pt x="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65"/>
            <p:cNvSpPr/>
            <p:nvPr/>
          </p:nvSpPr>
          <p:spPr>
            <a:xfrm flipH="1">
              <a:off x="7503147" y="2174665"/>
              <a:ext cx="59846" cy="290084"/>
            </a:xfrm>
            <a:custGeom>
              <a:avLst/>
              <a:gdLst/>
              <a:ahLst/>
              <a:cxnLst/>
              <a:rect l="l" t="t" r="r" b="b"/>
              <a:pathLst>
                <a:path w="445" h="2157" extrusionOk="0">
                  <a:moveTo>
                    <a:pt x="268" y="1"/>
                  </a:moveTo>
                  <a:cubicBezTo>
                    <a:pt x="256" y="29"/>
                    <a:pt x="244" y="61"/>
                    <a:pt x="240" y="93"/>
                  </a:cubicBezTo>
                  <a:cubicBezTo>
                    <a:pt x="220" y="181"/>
                    <a:pt x="212" y="273"/>
                    <a:pt x="220" y="361"/>
                  </a:cubicBezTo>
                  <a:cubicBezTo>
                    <a:pt x="224" y="421"/>
                    <a:pt x="240" y="481"/>
                    <a:pt x="268" y="537"/>
                  </a:cubicBezTo>
                  <a:cubicBezTo>
                    <a:pt x="276" y="553"/>
                    <a:pt x="284" y="565"/>
                    <a:pt x="296" y="581"/>
                  </a:cubicBezTo>
                  <a:lnTo>
                    <a:pt x="328" y="617"/>
                  </a:lnTo>
                  <a:cubicBezTo>
                    <a:pt x="336" y="629"/>
                    <a:pt x="344" y="641"/>
                    <a:pt x="356" y="657"/>
                  </a:cubicBezTo>
                  <a:lnTo>
                    <a:pt x="376" y="697"/>
                  </a:lnTo>
                  <a:cubicBezTo>
                    <a:pt x="404" y="757"/>
                    <a:pt x="416" y="825"/>
                    <a:pt x="420" y="893"/>
                  </a:cubicBezTo>
                  <a:cubicBezTo>
                    <a:pt x="424" y="965"/>
                    <a:pt x="420" y="1033"/>
                    <a:pt x="408" y="1105"/>
                  </a:cubicBezTo>
                  <a:cubicBezTo>
                    <a:pt x="396" y="1173"/>
                    <a:pt x="376" y="1241"/>
                    <a:pt x="356" y="1309"/>
                  </a:cubicBezTo>
                  <a:cubicBezTo>
                    <a:pt x="340" y="1373"/>
                    <a:pt x="316" y="1433"/>
                    <a:pt x="280" y="1489"/>
                  </a:cubicBezTo>
                  <a:cubicBezTo>
                    <a:pt x="272" y="1501"/>
                    <a:pt x="264" y="1513"/>
                    <a:pt x="256" y="1525"/>
                  </a:cubicBezTo>
                  <a:lnTo>
                    <a:pt x="224" y="1561"/>
                  </a:lnTo>
                  <a:cubicBezTo>
                    <a:pt x="200" y="1589"/>
                    <a:pt x="180" y="1617"/>
                    <a:pt x="164" y="1645"/>
                  </a:cubicBezTo>
                  <a:cubicBezTo>
                    <a:pt x="132" y="1693"/>
                    <a:pt x="104" y="1745"/>
                    <a:pt x="80" y="1801"/>
                  </a:cubicBezTo>
                  <a:cubicBezTo>
                    <a:pt x="56" y="1845"/>
                    <a:pt x="40" y="1893"/>
                    <a:pt x="28" y="1941"/>
                  </a:cubicBezTo>
                  <a:cubicBezTo>
                    <a:pt x="16" y="1977"/>
                    <a:pt x="8" y="2017"/>
                    <a:pt x="4" y="2053"/>
                  </a:cubicBezTo>
                  <a:cubicBezTo>
                    <a:pt x="0" y="2081"/>
                    <a:pt x="4" y="2105"/>
                    <a:pt x="12" y="2129"/>
                  </a:cubicBezTo>
                  <a:cubicBezTo>
                    <a:pt x="12" y="2137"/>
                    <a:pt x="16" y="2145"/>
                    <a:pt x="20" y="2157"/>
                  </a:cubicBezTo>
                  <a:lnTo>
                    <a:pt x="28" y="2153"/>
                  </a:lnTo>
                  <a:cubicBezTo>
                    <a:pt x="28" y="2153"/>
                    <a:pt x="24" y="2145"/>
                    <a:pt x="24" y="2129"/>
                  </a:cubicBezTo>
                  <a:cubicBezTo>
                    <a:pt x="24" y="2105"/>
                    <a:pt x="24" y="2081"/>
                    <a:pt x="32" y="2057"/>
                  </a:cubicBezTo>
                  <a:cubicBezTo>
                    <a:pt x="56" y="1977"/>
                    <a:pt x="88" y="1901"/>
                    <a:pt x="132" y="1825"/>
                  </a:cubicBezTo>
                  <a:cubicBezTo>
                    <a:pt x="156" y="1781"/>
                    <a:pt x="188" y="1733"/>
                    <a:pt x="224" y="1685"/>
                  </a:cubicBezTo>
                  <a:cubicBezTo>
                    <a:pt x="240" y="1661"/>
                    <a:pt x="260" y="1637"/>
                    <a:pt x="276" y="1613"/>
                  </a:cubicBezTo>
                  <a:lnTo>
                    <a:pt x="308" y="1573"/>
                  </a:lnTo>
                  <a:cubicBezTo>
                    <a:pt x="320" y="1561"/>
                    <a:pt x="332" y="1545"/>
                    <a:pt x="340" y="1529"/>
                  </a:cubicBezTo>
                  <a:cubicBezTo>
                    <a:pt x="376" y="1465"/>
                    <a:pt x="400" y="1397"/>
                    <a:pt x="416" y="1325"/>
                  </a:cubicBezTo>
                  <a:cubicBezTo>
                    <a:pt x="432" y="1253"/>
                    <a:pt x="440" y="1181"/>
                    <a:pt x="444" y="1109"/>
                  </a:cubicBezTo>
                  <a:cubicBezTo>
                    <a:pt x="444" y="1037"/>
                    <a:pt x="444" y="965"/>
                    <a:pt x="440" y="893"/>
                  </a:cubicBezTo>
                  <a:cubicBezTo>
                    <a:pt x="436" y="821"/>
                    <a:pt x="424" y="753"/>
                    <a:pt x="408" y="685"/>
                  </a:cubicBezTo>
                  <a:cubicBezTo>
                    <a:pt x="388" y="609"/>
                    <a:pt x="340" y="561"/>
                    <a:pt x="320" y="509"/>
                  </a:cubicBezTo>
                  <a:cubicBezTo>
                    <a:pt x="300" y="461"/>
                    <a:pt x="284" y="405"/>
                    <a:pt x="276" y="353"/>
                  </a:cubicBezTo>
                  <a:cubicBezTo>
                    <a:pt x="268" y="305"/>
                    <a:pt x="264" y="257"/>
                    <a:pt x="264" y="213"/>
                  </a:cubicBezTo>
                  <a:lnTo>
                    <a:pt x="264" y="101"/>
                  </a:lnTo>
                  <a:cubicBezTo>
                    <a:pt x="268" y="37"/>
                    <a:pt x="272" y="1"/>
                    <a:pt x="272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65"/>
            <p:cNvSpPr/>
            <p:nvPr/>
          </p:nvSpPr>
          <p:spPr>
            <a:xfrm flipH="1">
              <a:off x="7583300" y="2194569"/>
              <a:ext cx="54466" cy="171737"/>
            </a:xfrm>
            <a:custGeom>
              <a:avLst/>
              <a:gdLst/>
              <a:ahLst/>
              <a:cxnLst/>
              <a:rect l="l" t="t" r="r" b="b"/>
              <a:pathLst>
                <a:path w="405" h="1277" extrusionOk="0">
                  <a:moveTo>
                    <a:pt x="400" y="1"/>
                  </a:moveTo>
                  <a:cubicBezTo>
                    <a:pt x="340" y="45"/>
                    <a:pt x="288" y="97"/>
                    <a:pt x="248" y="157"/>
                  </a:cubicBezTo>
                  <a:cubicBezTo>
                    <a:pt x="224" y="185"/>
                    <a:pt x="204" y="213"/>
                    <a:pt x="188" y="245"/>
                  </a:cubicBezTo>
                  <a:cubicBezTo>
                    <a:pt x="168" y="281"/>
                    <a:pt x="156" y="317"/>
                    <a:pt x="144" y="357"/>
                  </a:cubicBezTo>
                  <a:cubicBezTo>
                    <a:pt x="132" y="397"/>
                    <a:pt x="124" y="441"/>
                    <a:pt x="128" y="485"/>
                  </a:cubicBezTo>
                  <a:cubicBezTo>
                    <a:pt x="132" y="529"/>
                    <a:pt x="136" y="569"/>
                    <a:pt x="132" y="613"/>
                  </a:cubicBezTo>
                  <a:cubicBezTo>
                    <a:pt x="128" y="653"/>
                    <a:pt x="124" y="697"/>
                    <a:pt x="120" y="737"/>
                  </a:cubicBezTo>
                  <a:cubicBezTo>
                    <a:pt x="116" y="781"/>
                    <a:pt x="112" y="821"/>
                    <a:pt x="104" y="857"/>
                  </a:cubicBezTo>
                  <a:cubicBezTo>
                    <a:pt x="88" y="933"/>
                    <a:pt x="76" y="1005"/>
                    <a:pt x="60" y="1065"/>
                  </a:cubicBezTo>
                  <a:cubicBezTo>
                    <a:pt x="44" y="1129"/>
                    <a:pt x="28" y="1181"/>
                    <a:pt x="16" y="1217"/>
                  </a:cubicBezTo>
                  <a:cubicBezTo>
                    <a:pt x="4" y="1253"/>
                    <a:pt x="0" y="1273"/>
                    <a:pt x="0" y="1273"/>
                  </a:cubicBezTo>
                  <a:lnTo>
                    <a:pt x="4" y="1277"/>
                  </a:lnTo>
                  <a:cubicBezTo>
                    <a:pt x="4" y="1277"/>
                    <a:pt x="20" y="1257"/>
                    <a:pt x="40" y="1225"/>
                  </a:cubicBezTo>
                  <a:cubicBezTo>
                    <a:pt x="52" y="1213"/>
                    <a:pt x="64" y="1189"/>
                    <a:pt x="76" y="1169"/>
                  </a:cubicBezTo>
                  <a:cubicBezTo>
                    <a:pt x="92" y="1141"/>
                    <a:pt x="104" y="1113"/>
                    <a:pt x="116" y="1085"/>
                  </a:cubicBezTo>
                  <a:cubicBezTo>
                    <a:pt x="132" y="1053"/>
                    <a:pt x="140" y="1021"/>
                    <a:pt x="152" y="985"/>
                  </a:cubicBezTo>
                  <a:cubicBezTo>
                    <a:pt x="164" y="949"/>
                    <a:pt x="172" y="909"/>
                    <a:pt x="176" y="869"/>
                  </a:cubicBezTo>
                  <a:cubicBezTo>
                    <a:pt x="180" y="829"/>
                    <a:pt x="180" y="785"/>
                    <a:pt x="184" y="741"/>
                  </a:cubicBezTo>
                  <a:cubicBezTo>
                    <a:pt x="180" y="697"/>
                    <a:pt x="176" y="653"/>
                    <a:pt x="168" y="613"/>
                  </a:cubicBezTo>
                  <a:cubicBezTo>
                    <a:pt x="164" y="569"/>
                    <a:pt x="156" y="525"/>
                    <a:pt x="148" y="485"/>
                  </a:cubicBezTo>
                  <a:cubicBezTo>
                    <a:pt x="144" y="445"/>
                    <a:pt x="156" y="405"/>
                    <a:pt x="180" y="373"/>
                  </a:cubicBezTo>
                  <a:cubicBezTo>
                    <a:pt x="196" y="337"/>
                    <a:pt x="220" y="309"/>
                    <a:pt x="240" y="277"/>
                  </a:cubicBezTo>
                  <a:lnTo>
                    <a:pt x="292" y="193"/>
                  </a:lnTo>
                  <a:cubicBezTo>
                    <a:pt x="324" y="137"/>
                    <a:pt x="356" y="89"/>
                    <a:pt x="376" y="61"/>
                  </a:cubicBezTo>
                  <a:cubicBezTo>
                    <a:pt x="396" y="29"/>
                    <a:pt x="404" y="9"/>
                    <a:pt x="404" y="9"/>
                  </a:cubicBezTo>
                  <a:lnTo>
                    <a:pt x="400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65"/>
            <p:cNvSpPr/>
            <p:nvPr/>
          </p:nvSpPr>
          <p:spPr>
            <a:xfrm flipH="1">
              <a:off x="7545106" y="2210707"/>
              <a:ext cx="23804" cy="113640"/>
            </a:xfrm>
            <a:custGeom>
              <a:avLst/>
              <a:gdLst/>
              <a:ahLst/>
              <a:cxnLst/>
              <a:rect l="l" t="t" r="r" b="b"/>
              <a:pathLst>
                <a:path w="177" h="845" extrusionOk="0">
                  <a:moveTo>
                    <a:pt x="32" y="1"/>
                  </a:moveTo>
                  <a:cubicBezTo>
                    <a:pt x="28" y="13"/>
                    <a:pt x="24" y="25"/>
                    <a:pt x="20" y="37"/>
                  </a:cubicBezTo>
                  <a:cubicBezTo>
                    <a:pt x="12" y="73"/>
                    <a:pt x="4" y="105"/>
                    <a:pt x="4" y="137"/>
                  </a:cubicBezTo>
                  <a:cubicBezTo>
                    <a:pt x="0" y="161"/>
                    <a:pt x="0" y="185"/>
                    <a:pt x="4" y="205"/>
                  </a:cubicBezTo>
                  <a:cubicBezTo>
                    <a:pt x="4" y="229"/>
                    <a:pt x="12" y="253"/>
                    <a:pt x="16" y="277"/>
                  </a:cubicBezTo>
                  <a:cubicBezTo>
                    <a:pt x="28" y="329"/>
                    <a:pt x="32" y="385"/>
                    <a:pt x="28" y="437"/>
                  </a:cubicBezTo>
                  <a:cubicBezTo>
                    <a:pt x="24" y="489"/>
                    <a:pt x="28" y="545"/>
                    <a:pt x="40" y="597"/>
                  </a:cubicBezTo>
                  <a:cubicBezTo>
                    <a:pt x="48" y="645"/>
                    <a:pt x="60" y="689"/>
                    <a:pt x="84" y="733"/>
                  </a:cubicBezTo>
                  <a:cubicBezTo>
                    <a:pt x="92" y="749"/>
                    <a:pt x="100" y="769"/>
                    <a:pt x="112" y="785"/>
                  </a:cubicBezTo>
                  <a:cubicBezTo>
                    <a:pt x="120" y="797"/>
                    <a:pt x="128" y="809"/>
                    <a:pt x="140" y="817"/>
                  </a:cubicBezTo>
                  <a:cubicBezTo>
                    <a:pt x="156" y="837"/>
                    <a:pt x="168" y="845"/>
                    <a:pt x="168" y="845"/>
                  </a:cubicBezTo>
                  <a:lnTo>
                    <a:pt x="176" y="841"/>
                  </a:lnTo>
                  <a:cubicBezTo>
                    <a:pt x="176" y="841"/>
                    <a:pt x="172" y="825"/>
                    <a:pt x="164" y="805"/>
                  </a:cubicBezTo>
                  <a:cubicBezTo>
                    <a:pt x="160" y="793"/>
                    <a:pt x="156" y="777"/>
                    <a:pt x="152" y="765"/>
                  </a:cubicBezTo>
                  <a:cubicBezTo>
                    <a:pt x="152" y="749"/>
                    <a:pt x="144" y="733"/>
                    <a:pt x="140" y="713"/>
                  </a:cubicBezTo>
                  <a:cubicBezTo>
                    <a:pt x="136" y="693"/>
                    <a:pt x="128" y="673"/>
                    <a:pt x="124" y="653"/>
                  </a:cubicBezTo>
                  <a:cubicBezTo>
                    <a:pt x="120" y="629"/>
                    <a:pt x="112" y="609"/>
                    <a:pt x="108" y="585"/>
                  </a:cubicBezTo>
                  <a:cubicBezTo>
                    <a:pt x="104" y="561"/>
                    <a:pt x="96" y="537"/>
                    <a:pt x="88" y="509"/>
                  </a:cubicBezTo>
                  <a:cubicBezTo>
                    <a:pt x="84" y="485"/>
                    <a:pt x="72" y="461"/>
                    <a:pt x="68" y="433"/>
                  </a:cubicBezTo>
                  <a:cubicBezTo>
                    <a:pt x="60" y="409"/>
                    <a:pt x="52" y="381"/>
                    <a:pt x="52" y="357"/>
                  </a:cubicBezTo>
                  <a:cubicBezTo>
                    <a:pt x="48" y="329"/>
                    <a:pt x="48" y="305"/>
                    <a:pt x="52" y="277"/>
                  </a:cubicBezTo>
                  <a:cubicBezTo>
                    <a:pt x="56" y="253"/>
                    <a:pt x="60" y="229"/>
                    <a:pt x="64" y="205"/>
                  </a:cubicBezTo>
                  <a:cubicBezTo>
                    <a:pt x="64" y="181"/>
                    <a:pt x="64" y="161"/>
                    <a:pt x="64" y="141"/>
                  </a:cubicBezTo>
                  <a:cubicBezTo>
                    <a:pt x="60" y="97"/>
                    <a:pt x="52" y="49"/>
                    <a:pt x="40" y="9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65"/>
            <p:cNvSpPr/>
            <p:nvPr/>
          </p:nvSpPr>
          <p:spPr>
            <a:xfrm flipH="1">
              <a:off x="7592983" y="2163368"/>
              <a:ext cx="187338" cy="239518"/>
            </a:xfrm>
            <a:custGeom>
              <a:avLst/>
              <a:gdLst/>
              <a:ahLst/>
              <a:cxnLst/>
              <a:rect l="l" t="t" r="r" b="b"/>
              <a:pathLst>
                <a:path w="1393" h="1781" extrusionOk="0">
                  <a:moveTo>
                    <a:pt x="1388" y="1"/>
                  </a:moveTo>
                  <a:cubicBezTo>
                    <a:pt x="1280" y="53"/>
                    <a:pt x="1180" y="117"/>
                    <a:pt x="1084" y="189"/>
                  </a:cubicBezTo>
                  <a:cubicBezTo>
                    <a:pt x="1036" y="225"/>
                    <a:pt x="992" y="265"/>
                    <a:pt x="948" y="305"/>
                  </a:cubicBezTo>
                  <a:cubicBezTo>
                    <a:pt x="900" y="349"/>
                    <a:pt x="856" y="401"/>
                    <a:pt x="820" y="453"/>
                  </a:cubicBezTo>
                  <a:cubicBezTo>
                    <a:pt x="776" y="509"/>
                    <a:pt x="744" y="573"/>
                    <a:pt x="720" y="641"/>
                  </a:cubicBezTo>
                  <a:cubicBezTo>
                    <a:pt x="688" y="705"/>
                    <a:pt x="656" y="765"/>
                    <a:pt x="620" y="829"/>
                  </a:cubicBezTo>
                  <a:cubicBezTo>
                    <a:pt x="544" y="949"/>
                    <a:pt x="472" y="1073"/>
                    <a:pt x="400" y="1189"/>
                  </a:cubicBezTo>
                  <a:cubicBezTo>
                    <a:pt x="332" y="1301"/>
                    <a:pt x="268" y="1409"/>
                    <a:pt x="212" y="1501"/>
                  </a:cubicBezTo>
                  <a:cubicBezTo>
                    <a:pt x="168" y="1573"/>
                    <a:pt x="120" y="1645"/>
                    <a:pt x="68" y="1717"/>
                  </a:cubicBezTo>
                  <a:cubicBezTo>
                    <a:pt x="56" y="1733"/>
                    <a:pt x="40" y="1749"/>
                    <a:pt x="20" y="1765"/>
                  </a:cubicBezTo>
                  <a:cubicBezTo>
                    <a:pt x="12" y="1769"/>
                    <a:pt x="8" y="1773"/>
                    <a:pt x="0" y="1777"/>
                  </a:cubicBezTo>
                  <a:lnTo>
                    <a:pt x="0" y="1781"/>
                  </a:lnTo>
                  <a:cubicBezTo>
                    <a:pt x="8" y="1781"/>
                    <a:pt x="16" y="1781"/>
                    <a:pt x="24" y="1777"/>
                  </a:cubicBezTo>
                  <a:cubicBezTo>
                    <a:pt x="48" y="1765"/>
                    <a:pt x="68" y="1749"/>
                    <a:pt x="88" y="1733"/>
                  </a:cubicBezTo>
                  <a:cubicBezTo>
                    <a:pt x="152" y="1673"/>
                    <a:pt x="208" y="1605"/>
                    <a:pt x="260" y="1533"/>
                  </a:cubicBezTo>
                  <a:cubicBezTo>
                    <a:pt x="332" y="1433"/>
                    <a:pt x="400" y="1329"/>
                    <a:pt x="460" y="1221"/>
                  </a:cubicBezTo>
                  <a:cubicBezTo>
                    <a:pt x="492" y="1161"/>
                    <a:pt x="528" y="1101"/>
                    <a:pt x="560" y="1037"/>
                  </a:cubicBezTo>
                  <a:cubicBezTo>
                    <a:pt x="592" y="977"/>
                    <a:pt x="620" y="909"/>
                    <a:pt x="652" y="845"/>
                  </a:cubicBezTo>
                  <a:lnTo>
                    <a:pt x="736" y="645"/>
                  </a:lnTo>
                  <a:cubicBezTo>
                    <a:pt x="748" y="613"/>
                    <a:pt x="764" y="581"/>
                    <a:pt x="784" y="553"/>
                  </a:cubicBezTo>
                  <a:cubicBezTo>
                    <a:pt x="800" y="525"/>
                    <a:pt x="824" y="501"/>
                    <a:pt x="848" y="477"/>
                  </a:cubicBezTo>
                  <a:cubicBezTo>
                    <a:pt x="892" y="429"/>
                    <a:pt x="944" y="389"/>
                    <a:pt x="988" y="349"/>
                  </a:cubicBezTo>
                  <a:lnTo>
                    <a:pt x="1120" y="237"/>
                  </a:lnTo>
                  <a:lnTo>
                    <a:pt x="1320" y="69"/>
                  </a:lnTo>
                  <a:lnTo>
                    <a:pt x="1392" y="5"/>
                  </a:lnTo>
                  <a:lnTo>
                    <a:pt x="1388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65"/>
            <p:cNvSpPr/>
            <p:nvPr/>
          </p:nvSpPr>
          <p:spPr>
            <a:xfrm flipH="1">
              <a:off x="7448277" y="2072456"/>
              <a:ext cx="194869" cy="147127"/>
            </a:xfrm>
            <a:custGeom>
              <a:avLst/>
              <a:gdLst/>
              <a:ahLst/>
              <a:cxnLst/>
              <a:rect l="l" t="t" r="r" b="b"/>
              <a:pathLst>
                <a:path w="1449" h="1094" extrusionOk="0">
                  <a:moveTo>
                    <a:pt x="391" y="0"/>
                  </a:moveTo>
                  <a:cubicBezTo>
                    <a:pt x="382" y="0"/>
                    <a:pt x="374" y="5"/>
                    <a:pt x="368" y="13"/>
                  </a:cubicBezTo>
                  <a:cubicBezTo>
                    <a:pt x="324" y="73"/>
                    <a:pt x="264" y="121"/>
                    <a:pt x="192" y="149"/>
                  </a:cubicBezTo>
                  <a:cubicBezTo>
                    <a:pt x="188" y="153"/>
                    <a:pt x="184" y="153"/>
                    <a:pt x="184" y="157"/>
                  </a:cubicBezTo>
                  <a:cubicBezTo>
                    <a:pt x="176" y="165"/>
                    <a:pt x="176" y="181"/>
                    <a:pt x="184" y="189"/>
                  </a:cubicBezTo>
                  <a:cubicBezTo>
                    <a:pt x="196" y="197"/>
                    <a:pt x="204" y="209"/>
                    <a:pt x="204" y="225"/>
                  </a:cubicBezTo>
                  <a:cubicBezTo>
                    <a:pt x="208" y="241"/>
                    <a:pt x="208" y="257"/>
                    <a:pt x="204" y="273"/>
                  </a:cubicBezTo>
                  <a:cubicBezTo>
                    <a:pt x="196" y="305"/>
                    <a:pt x="180" y="337"/>
                    <a:pt x="160" y="369"/>
                  </a:cubicBezTo>
                  <a:cubicBezTo>
                    <a:pt x="136" y="405"/>
                    <a:pt x="104" y="437"/>
                    <a:pt x="60" y="453"/>
                  </a:cubicBezTo>
                  <a:cubicBezTo>
                    <a:pt x="28" y="465"/>
                    <a:pt x="40" y="501"/>
                    <a:pt x="4" y="505"/>
                  </a:cubicBezTo>
                  <a:cubicBezTo>
                    <a:pt x="0" y="505"/>
                    <a:pt x="0" y="509"/>
                    <a:pt x="0" y="509"/>
                  </a:cubicBezTo>
                  <a:cubicBezTo>
                    <a:pt x="0" y="513"/>
                    <a:pt x="0" y="513"/>
                    <a:pt x="4" y="513"/>
                  </a:cubicBezTo>
                  <a:lnTo>
                    <a:pt x="20" y="513"/>
                  </a:lnTo>
                  <a:cubicBezTo>
                    <a:pt x="16" y="521"/>
                    <a:pt x="12" y="529"/>
                    <a:pt x="12" y="529"/>
                  </a:cubicBezTo>
                  <a:cubicBezTo>
                    <a:pt x="12" y="533"/>
                    <a:pt x="12" y="533"/>
                    <a:pt x="12" y="533"/>
                  </a:cubicBezTo>
                  <a:cubicBezTo>
                    <a:pt x="114" y="581"/>
                    <a:pt x="225" y="609"/>
                    <a:pt x="341" y="609"/>
                  </a:cubicBezTo>
                  <a:cubicBezTo>
                    <a:pt x="349" y="609"/>
                    <a:pt x="357" y="609"/>
                    <a:pt x="364" y="609"/>
                  </a:cubicBezTo>
                  <a:lnTo>
                    <a:pt x="364" y="609"/>
                  </a:lnTo>
                  <a:lnTo>
                    <a:pt x="356" y="705"/>
                  </a:lnTo>
                  <a:cubicBezTo>
                    <a:pt x="352" y="709"/>
                    <a:pt x="352" y="709"/>
                    <a:pt x="356" y="713"/>
                  </a:cubicBezTo>
                  <a:cubicBezTo>
                    <a:pt x="360" y="723"/>
                    <a:pt x="368" y="730"/>
                    <a:pt x="378" y="730"/>
                  </a:cubicBezTo>
                  <a:cubicBezTo>
                    <a:pt x="380" y="730"/>
                    <a:pt x="382" y="729"/>
                    <a:pt x="384" y="729"/>
                  </a:cubicBezTo>
                  <a:lnTo>
                    <a:pt x="396" y="725"/>
                  </a:lnTo>
                  <a:lnTo>
                    <a:pt x="404" y="725"/>
                  </a:lnTo>
                  <a:cubicBezTo>
                    <a:pt x="408" y="729"/>
                    <a:pt x="416" y="733"/>
                    <a:pt x="420" y="737"/>
                  </a:cubicBezTo>
                  <a:cubicBezTo>
                    <a:pt x="420" y="741"/>
                    <a:pt x="420" y="741"/>
                    <a:pt x="420" y="745"/>
                  </a:cubicBezTo>
                  <a:cubicBezTo>
                    <a:pt x="420" y="749"/>
                    <a:pt x="420" y="753"/>
                    <a:pt x="420" y="757"/>
                  </a:cubicBezTo>
                  <a:cubicBezTo>
                    <a:pt x="420" y="765"/>
                    <a:pt x="416" y="777"/>
                    <a:pt x="416" y="785"/>
                  </a:cubicBezTo>
                  <a:cubicBezTo>
                    <a:pt x="408" y="805"/>
                    <a:pt x="392" y="825"/>
                    <a:pt x="384" y="853"/>
                  </a:cubicBezTo>
                  <a:cubicBezTo>
                    <a:pt x="380" y="869"/>
                    <a:pt x="376" y="885"/>
                    <a:pt x="376" y="897"/>
                  </a:cubicBezTo>
                  <a:cubicBezTo>
                    <a:pt x="376" y="917"/>
                    <a:pt x="384" y="933"/>
                    <a:pt x="392" y="949"/>
                  </a:cubicBezTo>
                  <a:cubicBezTo>
                    <a:pt x="396" y="953"/>
                    <a:pt x="396" y="953"/>
                    <a:pt x="400" y="957"/>
                  </a:cubicBezTo>
                  <a:cubicBezTo>
                    <a:pt x="405" y="960"/>
                    <a:pt x="412" y="962"/>
                    <a:pt x="418" y="962"/>
                  </a:cubicBezTo>
                  <a:cubicBezTo>
                    <a:pt x="428" y="962"/>
                    <a:pt x="437" y="958"/>
                    <a:pt x="444" y="949"/>
                  </a:cubicBezTo>
                  <a:lnTo>
                    <a:pt x="448" y="945"/>
                  </a:lnTo>
                  <a:lnTo>
                    <a:pt x="452" y="945"/>
                  </a:lnTo>
                  <a:cubicBezTo>
                    <a:pt x="454" y="943"/>
                    <a:pt x="456" y="942"/>
                    <a:pt x="458" y="942"/>
                  </a:cubicBezTo>
                  <a:cubicBezTo>
                    <a:pt x="460" y="942"/>
                    <a:pt x="462" y="943"/>
                    <a:pt x="464" y="945"/>
                  </a:cubicBezTo>
                  <a:cubicBezTo>
                    <a:pt x="472" y="945"/>
                    <a:pt x="476" y="949"/>
                    <a:pt x="484" y="953"/>
                  </a:cubicBezTo>
                  <a:cubicBezTo>
                    <a:pt x="484" y="957"/>
                    <a:pt x="488" y="957"/>
                    <a:pt x="488" y="961"/>
                  </a:cubicBezTo>
                  <a:lnTo>
                    <a:pt x="496" y="969"/>
                  </a:lnTo>
                  <a:cubicBezTo>
                    <a:pt x="504" y="981"/>
                    <a:pt x="512" y="1001"/>
                    <a:pt x="520" y="1021"/>
                  </a:cubicBezTo>
                  <a:cubicBezTo>
                    <a:pt x="532" y="1045"/>
                    <a:pt x="548" y="1069"/>
                    <a:pt x="568" y="1085"/>
                  </a:cubicBezTo>
                  <a:cubicBezTo>
                    <a:pt x="572" y="1089"/>
                    <a:pt x="576" y="1093"/>
                    <a:pt x="584" y="1093"/>
                  </a:cubicBezTo>
                  <a:cubicBezTo>
                    <a:pt x="587" y="1093"/>
                    <a:pt x="589" y="1093"/>
                    <a:pt x="591" y="1093"/>
                  </a:cubicBezTo>
                  <a:cubicBezTo>
                    <a:pt x="608" y="1093"/>
                    <a:pt x="621" y="1079"/>
                    <a:pt x="624" y="1065"/>
                  </a:cubicBezTo>
                  <a:cubicBezTo>
                    <a:pt x="628" y="1029"/>
                    <a:pt x="636" y="997"/>
                    <a:pt x="644" y="965"/>
                  </a:cubicBezTo>
                  <a:cubicBezTo>
                    <a:pt x="644" y="953"/>
                    <a:pt x="648" y="937"/>
                    <a:pt x="656" y="921"/>
                  </a:cubicBezTo>
                  <a:cubicBezTo>
                    <a:pt x="660" y="909"/>
                    <a:pt x="664" y="893"/>
                    <a:pt x="672" y="881"/>
                  </a:cubicBezTo>
                  <a:cubicBezTo>
                    <a:pt x="680" y="865"/>
                    <a:pt x="688" y="857"/>
                    <a:pt x="696" y="845"/>
                  </a:cubicBezTo>
                  <a:cubicBezTo>
                    <a:pt x="704" y="833"/>
                    <a:pt x="716" y="821"/>
                    <a:pt x="728" y="813"/>
                  </a:cubicBezTo>
                  <a:cubicBezTo>
                    <a:pt x="740" y="801"/>
                    <a:pt x="760" y="793"/>
                    <a:pt x="776" y="789"/>
                  </a:cubicBezTo>
                  <a:lnTo>
                    <a:pt x="816" y="869"/>
                  </a:lnTo>
                  <a:cubicBezTo>
                    <a:pt x="816" y="873"/>
                    <a:pt x="820" y="877"/>
                    <a:pt x="828" y="881"/>
                  </a:cubicBezTo>
                  <a:cubicBezTo>
                    <a:pt x="835" y="885"/>
                    <a:pt x="842" y="888"/>
                    <a:pt x="849" y="888"/>
                  </a:cubicBezTo>
                  <a:cubicBezTo>
                    <a:pt x="859" y="888"/>
                    <a:pt x="869" y="882"/>
                    <a:pt x="876" y="873"/>
                  </a:cubicBezTo>
                  <a:cubicBezTo>
                    <a:pt x="912" y="813"/>
                    <a:pt x="940" y="745"/>
                    <a:pt x="960" y="677"/>
                  </a:cubicBezTo>
                  <a:lnTo>
                    <a:pt x="1044" y="729"/>
                  </a:lnTo>
                  <a:cubicBezTo>
                    <a:pt x="1049" y="732"/>
                    <a:pt x="1054" y="733"/>
                    <a:pt x="1058" y="733"/>
                  </a:cubicBezTo>
                  <a:cubicBezTo>
                    <a:pt x="1066" y="733"/>
                    <a:pt x="1073" y="730"/>
                    <a:pt x="1080" y="725"/>
                  </a:cubicBezTo>
                  <a:cubicBezTo>
                    <a:pt x="1120" y="669"/>
                    <a:pt x="1168" y="621"/>
                    <a:pt x="1220" y="581"/>
                  </a:cubicBezTo>
                  <a:cubicBezTo>
                    <a:pt x="1244" y="561"/>
                    <a:pt x="1272" y="541"/>
                    <a:pt x="1304" y="529"/>
                  </a:cubicBezTo>
                  <a:cubicBezTo>
                    <a:pt x="1325" y="520"/>
                    <a:pt x="1349" y="515"/>
                    <a:pt x="1373" y="515"/>
                  </a:cubicBezTo>
                  <a:cubicBezTo>
                    <a:pt x="1380" y="515"/>
                    <a:pt x="1388" y="516"/>
                    <a:pt x="1396" y="517"/>
                  </a:cubicBezTo>
                  <a:lnTo>
                    <a:pt x="1404" y="517"/>
                  </a:lnTo>
                  <a:cubicBezTo>
                    <a:pt x="1412" y="513"/>
                    <a:pt x="1416" y="505"/>
                    <a:pt x="1416" y="497"/>
                  </a:cubicBezTo>
                  <a:cubicBezTo>
                    <a:pt x="1396" y="453"/>
                    <a:pt x="1384" y="405"/>
                    <a:pt x="1380" y="357"/>
                  </a:cubicBezTo>
                  <a:cubicBezTo>
                    <a:pt x="1380" y="313"/>
                    <a:pt x="1408" y="269"/>
                    <a:pt x="1448" y="249"/>
                  </a:cubicBezTo>
                  <a:cubicBezTo>
                    <a:pt x="1448" y="245"/>
                    <a:pt x="1448" y="245"/>
                    <a:pt x="1448" y="241"/>
                  </a:cubicBezTo>
                  <a:cubicBezTo>
                    <a:pt x="1448" y="238"/>
                    <a:pt x="1444" y="235"/>
                    <a:pt x="1441" y="235"/>
                  </a:cubicBezTo>
                  <a:cubicBezTo>
                    <a:pt x="1439" y="235"/>
                    <a:pt x="1438" y="235"/>
                    <a:pt x="1436" y="237"/>
                  </a:cubicBezTo>
                  <a:cubicBezTo>
                    <a:pt x="1376" y="269"/>
                    <a:pt x="1304" y="289"/>
                    <a:pt x="1236" y="289"/>
                  </a:cubicBezTo>
                  <a:cubicBezTo>
                    <a:pt x="1200" y="289"/>
                    <a:pt x="1168" y="277"/>
                    <a:pt x="1140" y="257"/>
                  </a:cubicBezTo>
                  <a:cubicBezTo>
                    <a:pt x="1128" y="249"/>
                    <a:pt x="1116" y="237"/>
                    <a:pt x="1108" y="225"/>
                  </a:cubicBezTo>
                  <a:cubicBezTo>
                    <a:pt x="1100" y="201"/>
                    <a:pt x="1088" y="185"/>
                    <a:pt x="1068" y="173"/>
                  </a:cubicBezTo>
                  <a:cubicBezTo>
                    <a:pt x="1058" y="169"/>
                    <a:pt x="1047" y="167"/>
                    <a:pt x="1036" y="167"/>
                  </a:cubicBezTo>
                  <a:cubicBezTo>
                    <a:pt x="1025" y="167"/>
                    <a:pt x="1014" y="169"/>
                    <a:pt x="1004" y="173"/>
                  </a:cubicBezTo>
                  <a:cubicBezTo>
                    <a:pt x="984" y="181"/>
                    <a:pt x="968" y="189"/>
                    <a:pt x="952" y="193"/>
                  </a:cubicBezTo>
                  <a:cubicBezTo>
                    <a:pt x="924" y="205"/>
                    <a:pt x="888" y="209"/>
                    <a:pt x="856" y="209"/>
                  </a:cubicBezTo>
                  <a:lnTo>
                    <a:pt x="836" y="205"/>
                  </a:lnTo>
                  <a:lnTo>
                    <a:pt x="824" y="201"/>
                  </a:lnTo>
                  <a:lnTo>
                    <a:pt x="812" y="197"/>
                  </a:lnTo>
                  <a:cubicBezTo>
                    <a:pt x="800" y="193"/>
                    <a:pt x="788" y="185"/>
                    <a:pt x="776" y="173"/>
                  </a:cubicBezTo>
                  <a:cubicBezTo>
                    <a:pt x="756" y="157"/>
                    <a:pt x="744" y="129"/>
                    <a:pt x="748" y="101"/>
                  </a:cubicBezTo>
                  <a:cubicBezTo>
                    <a:pt x="748" y="101"/>
                    <a:pt x="748" y="97"/>
                    <a:pt x="748" y="93"/>
                  </a:cubicBezTo>
                  <a:cubicBezTo>
                    <a:pt x="748" y="79"/>
                    <a:pt x="736" y="68"/>
                    <a:pt x="723" y="68"/>
                  </a:cubicBezTo>
                  <a:cubicBezTo>
                    <a:pt x="721" y="68"/>
                    <a:pt x="719" y="68"/>
                    <a:pt x="716" y="69"/>
                  </a:cubicBezTo>
                  <a:cubicBezTo>
                    <a:pt x="696" y="70"/>
                    <a:pt x="676" y="71"/>
                    <a:pt x="656" y="71"/>
                  </a:cubicBezTo>
                  <a:cubicBezTo>
                    <a:pt x="622" y="71"/>
                    <a:pt x="588" y="68"/>
                    <a:pt x="552" y="61"/>
                  </a:cubicBezTo>
                  <a:cubicBezTo>
                    <a:pt x="500" y="49"/>
                    <a:pt x="448" y="33"/>
                    <a:pt x="404" y="5"/>
                  </a:cubicBezTo>
                  <a:cubicBezTo>
                    <a:pt x="400" y="2"/>
                    <a:pt x="395" y="0"/>
                    <a:pt x="39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65"/>
            <p:cNvSpPr/>
            <p:nvPr/>
          </p:nvSpPr>
          <p:spPr>
            <a:xfrm flipH="1">
              <a:off x="7463877" y="1912150"/>
              <a:ext cx="144302" cy="215310"/>
            </a:xfrm>
            <a:custGeom>
              <a:avLst/>
              <a:gdLst/>
              <a:ahLst/>
              <a:cxnLst/>
              <a:rect l="l" t="t" r="r" b="b"/>
              <a:pathLst>
                <a:path w="1073" h="1601" extrusionOk="0">
                  <a:moveTo>
                    <a:pt x="952" y="1"/>
                  </a:moveTo>
                  <a:cubicBezTo>
                    <a:pt x="940" y="5"/>
                    <a:pt x="932" y="9"/>
                    <a:pt x="920" y="17"/>
                  </a:cubicBezTo>
                  <a:cubicBezTo>
                    <a:pt x="908" y="25"/>
                    <a:pt x="892" y="37"/>
                    <a:pt x="880" y="53"/>
                  </a:cubicBezTo>
                  <a:cubicBezTo>
                    <a:pt x="856" y="77"/>
                    <a:pt x="836" y="105"/>
                    <a:pt x="816" y="137"/>
                  </a:cubicBezTo>
                  <a:cubicBezTo>
                    <a:pt x="780" y="197"/>
                    <a:pt x="764" y="269"/>
                    <a:pt x="764" y="345"/>
                  </a:cubicBezTo>
                  <a:cubicBezTo>
                    <a:pt x="764" y="417"/>
                    <a:pt x="772" y="485"/>
                    <a:pt x="768" y="553"/>
                  </a:cubicBezTo>
                  <a:cubicBezTo>
                    <a:pt x="768" y="585"/>
                    <a:pt x="760" y="617"/>
                    <a:pt x="748" y="649"/>
                  </a:cubicBezTo>
                  <a:cubicBezTo>
                    <a:pt x="736" y="677"/>
                    <a:pt x="716" y="705"/>
                    <a:pt x="692" y="729"/>
                  </a:cubicBezTo>
                  <a:cubicBezTo>
                    <a:pt x="640" y="773"/>
                    <a:pt x="588" y="817"/>
                    <a:pt x="536" y="853"/>
                  </a:cubicBezTo>
                  <a:cubicBezTo>
                    <a:pt x="484" y="893"/>
                    <a:pt x="428" y="929"/>
                    <a:pt x="384" y="973"/>
                  </a:cubicBezTo>
                  <a:cubicBezTo>
                    <a:pt x="340" y="1009"/>
                    <a:pt x="300" y="1057"/>
                    <a:pt x="272" y="1109"/>
                  </a:cubicBezTo>
                  <a:cubicBezTo>
                    <a:pt x="252" y="1153"/>
                    <a:pt x="240" y="1201"/>
                    <a:pt x="240" y="1253"/>
                  </a:cubicBezTo>
                  <a:cubicBezTo>
                    <a:pt x="204" y="1221"/>
                    <a:pt x="172" y="1189"/>
                    <a:pt x="144" y="1153"/>
                  </a:cubicBezTo>
                  <a:cubicBezTo>
                    <a:pt x="104" y="1113"/>
                    <a:pt x="76" y="1061"/>
                    <a:pt x="60" y="1005"/>
                  </a:cubicBezTo>
                  <a:cubicBezTo>
                    <a:pt x="48" y="981"/>
                    <a:pt x="44" y="953"/>
                    <a:pt x="40" y="925"/>
                  </a:cubicBezTo>
                  <a:cubicBezTo>
                    <a:pt x="36" y="897"/>
                    <a:pt x="40" y="869"/>
                    <a:pt x="44" y="841"/>
                  </a:cubicBezTo>
                  <a:cubicBezTo>
                    <a:pt x="60" y="789"/>
                    <a:pt x="84" y="741"/>
                    <a:pt x="112" y="693"/>
                  </a:cubicBezTo>
                  <a:cubicBezTo>
                    <a:pt x="144" y="641"/>
                    <a:pt x="168" y="585"/>
                    <a:pt x="188" y="529"/>
                  </a:cubicBezTo>
                  <a:cubicBezTo>
                    <a:pt x="196" y="493"/>
                    <a:pt x="196" y="453"/>
                    <a:pt x="180" y="417"/>
                  </a:cubicBezTo>
                  <a:cubicBezTo>
                    <a:pt x="166" y="379"/>
                    <a:pt x="127" y="356"/>
                    <a:pt x="86" y="356"/>
                  </a:cubicBezTo>
                  <a:cubicBezTo>
                    <a:pt x="83" y="356"/>
                    <a:pt x="80" y="356"/>
                    <a:pt x="76" y="357"/>
                  </a:cubicBezTo>
                  <a:lnTo>
                    <a:pt x="68" y="361"/>
                  </a:lnTo>
                  <a:cubicBezTo>
                    <a:pt x="36" y="377"/>
                    <a:pt x="12" y="405"/>
                    <a:pt x="4" y="437"/>
                  </a:cubicBezTo>
                  <a:cubicBezTo>
                    <a:pt x="0" y="465"/>
                    <a:pt x="4" y="497"/>
                    <a:pt x="16" y="521"/>
                  </a:cubicBezTo>
                  <a:cubicBezTo>
                    <a:pt x="32" y="561"/>
                    <a:pt x="52" y="593"/>
                    <a:pt x="68" y="629"/>
                  </a:cubicBezTo>
                  <a:lnTo>
                    <a:pt x="52" y="661"/>
                  </a:lnTo>
                  <a:cubicBezTo>
                    <a:pt x="24" y="717"/>
                    <a:pt x="8" y="777"/>
                    <a:pt x="0" y="837"/>
                  </a:cubicBezTo>
                  <a:cubicBezTo>
                    <a:pt x="0" y="869"/>
                    <a:pt x="4" y="901"/>
                    <a:pt x="12" y="929"/>
                  </a:cubicBezTo>
                  <a:cubicBezTo>
                    <a:pt x="20" y="957"/>
                    <a:pt x="28" y="985"/>
                    <a:pt x="40" y="1013"/>
                  </a:cubicBezTo>
                  <a:cubicBezTo>
                    <a:pt x="60" y="1069"/>
                    <a:pt x="84" y="1125"/>
                    <a:pt x="112" y="1177"/>
                  </a:cubicBezTo>
                  <a:cubicBezTo>
                    <a:pt x="140" y="1229"/>
                    <a:pt x="176" y="1277"/>
                    <a:pt x="220" y="1317"/>
                  </a:cubicBezTo>
                  <a:cubicBezTo>
                    <a:pt x="236" y="1337"/>
                    <a:pt x="256" y="1353"/>
                    <a:pt x="268" y="1369"/>
                  </a:cubicBezTo>
                  <a:lnTo>
                    <a:pt x="268" y="1373"/>
                  </a:lnTo>
                  <a:cubicBezTo>
                    <a:pt x="280" y="1389"/>
                    <a:pt x="288" y="1401"/>
                    <a:pt x="300" y="1413"/>
                  </a:cubicBezTo>
                  <a:cubicBezTo>
                    <a:pt x="308" y="1421"/>
                    <a:pt x="316" y="1433"/>
                    <a:pt x="320" y="1441"/>
                  </a:cubicBezTo>
                  <a:cubicBezTo>
                    <a:pt x="348" y="1489"/>
                    <a:pt x="348" y="1549"/>
                    <a:pt x="324" y="1597"/>
                  </a:cubicBezTo>
                  <a:lnTo>
                    <a:pt x="324" y="1601"/>
                  </a:lnTo>
                  <a:lnTo>
                    <a:pt x="332" y="1601"/>
                  </a:lnTo>
                  <a:cubicBezTo>
                    <a:pt x="352" y="1577"/>
                    <a:pt x="368" y="1549"/>
                    <a:pt x="372" y="1517"/>
                  </a:cubicBezTo>
                  <a:cubicBezTo>
                    <a:pt x="376" y="1489"/>
                    <a:pt x="376" y="1453"/>
                    <a:pt x="364" y="1425"/>
                  </a:cubicBezTo>
                  <a:cubicBezTo>
                    <a:pt x="356" y="1393"/>
                    <a:pt x="340" y="1365"/>
                    <a:pt x="320" y="1341"/>
                  </a:cubicBezTo>
                  <a:cubicBezTo>
                    <a:pt x="308" y="1325"/>
                    <a:pt x="296" y="1313"/>
                    <a:pt x="284" y="1301"/>
                  </a:cubicBezTo>
                  <a:cubicBezTo>
                    <a:pt x="280" y="1285"/>
                    <a:pt x="280" y="1273"/>
                    <a:pt x="284" y="1261"/>
                  </a:cubicBezTo>
                  <a:cubicBezTo>
                    <a:pt x="288" y="1217"/>
                    <a:pt x="300" y="1173"/>
                    <a:pt x="324" y="1137"/>
                  </a:cubicBezTo>
                  <a:cubicBezTo>
                    <a:pt x="352" y="1093"/>
                    <a:pt x="388" y="1053"/>
                    <a:pt x="424" y="1017"/>
                  </a:cubicBezTo>
                  <a:lnTo>
                    <a:pt x="560" y="885"/>
                  </a:lnTo>
                  <a:cubicBezTo>
                    <a:pt x="604" y="837"/>
                    <a:pt x="652" y="793"/>
                    <a:pt x="704" y="745"/>
                  </a:cubicBezTo>
                  <a:cubicBezTo>
                    <a:pt x="760" y="697"/>
                    <a:pt x="796" y="629"/>
                    <a:pt x="804" y="557"/>
                  </a:cubicBezTo>
                  <a:cubicBezTo>
                    <a:pt x="812" y="509"/>
                    <a:pt x="816" y="461"/>
                    <a:pt x="820" y="413"/>
                  </a:cubicBezTo>
                  <a:cubicBezTo>
                    <a:pt x="832" y="405"/>
                    <a:pt x="852" y="393"/>
                    <a:pt x="876" y="377"/>
                  </a:cubicBezTo>
                  <a:cubicBezTo>
                    <a:pt x="908" y="357"/>
                    <a:pt x="936" y="333"/>
                    <a:pt x="964" y="305"/>
                  </a:cubicBezTo>
                  <a:cubicBezTo>
                    <a:pt x="1000" y="273"/>
                    <a:pt x="1032" y="229"/>
                    <a:pt x="1052" y="185"/>
                  </a:cubicBezTo>
                  <a:cubicBezTo>
                    <a:pt x="1068" y="153"/>
                    <a:pt x="1072" y="121"/>
                    <a:pt x="1072" y="89"/>
                  </a:cubicBezTo>
                  <a:cubicBezTo>
                    <a:pt x="1072" y="69"/>
                    <a:pt x="1064" y="45"/>
                    <a:pt x="1052" y="29"/>
                  </a:cubicBezTo>
                  <a:cubicBezTo>
                    <a:pt x="1032" y="9"/>
                    <a:pt x="1008" y="1"/>
                    <a:pt x="9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65"/>
            <p:cNvSpPr/>
            <p:nvPr/>
          </p:nvSpPr>
          <p:spPr>
            <a:xfrm flipH="1">
              <a:off x="7420842" y="1972399"/>
              <a:ext cx="109874" cy="141613"/>
            </a:xfrm>
            <a:custGeom>
              <a:avLst/>
              <a:gdLst/>
              <a:ahLst/>
              <a:cxnLst/>
              <a:rect l="l" t="t" r="r" b="b"/>
              <a:pathLst>
                <a:path w="817" h="1053" extrusionOk="0">
                  <a:moveTo>
                    <a:pt x="737" y="1"/>
                  </a:moveTo>
                  <a:cubicBezTo>
                    <a:pt x="701" y="1"/>
                    <a:pt x="669" y="25"/>
                    <a:pt x="653" y="57"/>
                  </a:cubicBezTo>
                  <a:cubicBezTo>
                    <a:pt x="645" y="81"/>
                    <a:pt x="637" y="105"/>
                    <a:pt x="637" y="129"/>
                  </a:cubicBezTo>
                  <a:cubicBezTo>
                    <a:pt x="620" y="213"/>
                    <a:pt x="616" y="281"/>
                    <a:pt x="612" y="329"/>
                  </a:cubicBezTo>
                  <a:cubicBezTo>
                    <a:pt x="612" y="353"/>
                    <a:pt x="608" y="369"/>
                    <a:pt x="608" y="385"/>
                  </a:cubicBezTo>
                  <a:cubicBezTo>
                    <a:pt x="600" y="401"/>
                    <a:pt x="592" y="421"/>
                    <a:pt x="584" y="437"/>
                  </a:cubicBezTo>
                  <a:cubicBezTo>
                    <a:pt x="564" y="489"/>
                    <a:pt x="540" y="541"/>
                    <a:pt x="512" y="589"/>
                  </a:cubicBezTo>
                  <a:cubicBezTo>
                    <a:pt x="492" y="633"/>
                    <a:pt x="456" y="669"/>
                    <a:pt x="412" y="697"/>
                  </a:cubicBezTo>
                  <a:cubicBezTo>
                    <a:pt x="372" y="721"/>
                    <a:pt x="328" y="741"/>
                    <a:pt x="280" y="757"/>
                  </a:cubicBezTo>
                  <a:cubicBezTo>
                    <a:pt x="236" y="773"/>
                    <a:pt x="196" y="793"/>
                    <a:pt x="156" y="817"/>
                  </a:cubicBezTo>
                  <a:cubicBezTo>
                    <a:pt x="92" y="849"/>
                    <a:pt x="44" y="905"/>
                    <a:pt x="16" y="973"/>
                  </a:cubicBezTo>
                  <a:cubicBezTo>
                    <a:pt x="8" y="989"/>
                    <a:pt x="4" y="1009"/>
                    <a:pt x="4" y="1029"/>
                  </a:cubicBezTo>
                  <a:lnTo>
                    <a:pt x="4" y="1049"/>
                  </a:lnTo>
                  <a:cubicBezTo>
                    <a:pt x="0" y="1053"/>
                    <a:pt x="0" y="1053"/>
                    <a:pt x="4" y="1053"/>
                  </a:cubicBezTo>
                  <a:lnTo>
                    <a:pt x="8" y="1053"/>
                  </a:lnTo>
                  <a:lnTo>
                    <a:pt x="12" y="1033"/>
                  </a:lnTo>
                  <a:cubicBezTo>
                    <a:pt x="20" y="1017"/>
                    <a:pt x="28" y="1001"/>
                    <a:pt x="36" y="989"/>
                  </a:cubicBezTo>
                  <a:cubicBezTo>
                    <a:pt x="76" y="937"/>
                    <a:pt x="124" y="897"/>
                    <a:pt x="180" y="869"/>
                  </a:cubicBezTo>
                  <a:cubicBezTo>
                    <a:pt x="216" y="849"/>
                    <a:pt x="260" y="837"/>
                    <a:pt x="300" y="813"/>
                  </a:cubicBezTo>
                  <a:cubicBezTo>
                    <a:pt x="348" y="793"/>
                    <a:pt x="392" y="765"/>
                    <a:pt x="432" y="729"/>
                  </a:cubicBezTo>
                  <a:cubicBezTo>
                    <a:pt x="472" y="693"/>
                    <a:pt x="504" y="649"/>
                    <a:pt x="532" y="601"/>
                  </a:cubicBezTo>
                  <a:cubicBezTo>
                    <a:pt x="560" y="549"/>
                    <a:pt x="588" y="505"/>
                    <a:pt x="616" y="457"/>
                  </a:cubicBezTo>
                  <a:cubicBezTo>
                    <a:pt x="649" y="409"/>
                    <a:pt x="677" y="361"/>
                    <a:pt x="705" y="313"/>
                  </a:cubicBezTo>
                  <a:cubicBezTo>
                    <a:pt x="729" y="265"/>
                    <a:pt x="757" y="221"/>
                    <a:pt x="781" y="173"/>
                  </a:cubicBezTo>
                  <a:cubicBezTo>
                    <a:pt x="797" y="149"/>
                    <a:pt x="809" y="121"/>
                    <a:pt x="813" y="89"/>
                  </a:cubicBezTo>
                  <a:cubicBezTo>
                    <a:pt x="817" y="69"/>
                    <a:pt x="809" y="45"/>
                    <a:pt x="797" y="29"/>
                  </a:cubicBezTo>
                  <a:cubicBezTo>
                    <a:pt x="781" y="9"/>
                    <a:pt x="761" y="1"/>
                    <a:pt x="7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65"/>
            <p:cNvSpPr/>
            <p:nvPr/>
          </p:nvSpPr>
          <p:spPr>
            <a:xfrm flipH="1">
              <a:off x="7364896" y="2048114"/>
              <a:ext cx="145378" cy="90105"/>
            </a:xfrm>
            <a:custGeom>
              <a:avLst/>
              <a:gdLst/>
              <a:ahLst/>
              <a:cxnLst/>
              <a:rect l="l" t="t" r="r" b="b"/>
              <a:pathLst>
                <a:path w="1081" h="670" extrusionOk="0">
                  <a:moveTo>
                    <a:pt x="973" y="1"/>
                  </a:moveTo>
                  <a:cubicBezTo>
                    <a:pt x="969" y="1"/>
                    <a:pt x="965" y="1"/>
                    <a:pt x="961" y="2"/>
                  </a:cubicBezTo>
                  <a:cubicBezTo>
                    <a:pt x="929" y="2"/>
                    <a:pt x="897" y="18"/>
                    <a:pt x="877" y="42"/>
                  </a:cubicBezTo>
                  <a:cubicBezTo>
                    <a:pt x="853" y="62"/>
                    <a:pt x="837" y="90"/>
                    <a:pt x="829" y="118"/>
                  </a:cubicBezTo>
                  <a:cubicBezTo>
                    <a:pt x="817" y="170"/>
                    <a:pt x="813" y="226"/>
                    <a:pt x="817" y="282"/>
                  </a:cubicBezTo>
                  <a:cubicBezTo>
                    <a:pt x="821" y="326"/>
                    <a:pt x="805" y="374"/>
                    <a:pt x="777" y="414"/>
                  </a:cubicBezTo>
                  <a:cubicBezTo>
                    <a:pt x="737" y="446"/>
                    <a:pt x="693" y="470"/>
                    <a:pt x="641" y="482"/>
                  </a:cubicBezTo>
                  <a:cubicBezTo>
                    <a:pt x="593" y="494"/>
                    <a:pt x="541" y="502"/>
                    <a:pt x="493" y="506"/>
                  </a:cubicBezTo>
                  <a:cubicBezTo>
                    <a:pt x="440" y="510"/>
                    <a:pt x="392" y="510"/>
                    <a:pt x="348" y="514"/>
                  </a:cubicBezTo>
                  <a:lnTo>
                    <a:pt x="220" y="526"/>
                  </a:lnTo>
                  <a:cubicBezTo>
                    <a:pt x="184" y="526"/>
                    <a:pt x="144" y="534"/>
                    <a:pt x="108" y="546"/>
                  </a:cubicBezTo>
                  <a:cubicBezTo>
                    <a:pt x="76" y="554"/>
                    <a:pt x="52" y="570"/>
                    <a:pt x="32" y="594"/>
                  </a:cubicBezTo>
                  <a:cubicBezTo>
                    <a:pt x="12" y="614"/>
                    <a:pt x="0" y="638"/>
                    <a:pt x="0" y="666"/>
                  </a:cubicBezTo>
                  <a:cubicBezTo>
                    <a:pt x="0" y="666"/>
                    <a:pt x="0" y="670"/>
                    <a:pt x="0" y="670"/>
                  </a:cubicBezTo>
                  <a:lnTo>
                    <a:pt x="4" y="670"/>
                  </a:lnTo>
                  <a:cubicBezTo>
                    <a:pt x="4" y="666"/>
                    <a:pt x="8" y="658"/>
                    <a:pt x="12" y="654"/>
                  </a:cubicBezTo>
                  <a:cubicBezTo>
                    <a:pt x="20" y="638"/>
                    <a:pt x="32" y="626"/>
                    <a:pt x="48" y="618"/>
                  </a:cubicBezTo>
                  <a:cubicBezTo>
                    <a:pt x="68" y="606"/>
                    <a:pt x="92" y="594"/>
                    <a:pt x="116" y="590"/>
                  </a:cubicBezTo>
                  <a:cubicBezTo>
                    <a:pt x="152" y="586"/>
                    <a:pt x="188" y="582"/>
                    <a:pt x="220" y="582"/>
                  </a:cubicBezTo>
                  <a:cubicBezTo>
                    <a:pt x="264" y="582"/>
                    <a:pt x="308" y="582"/>
                    <a:pt x="352" y="574"/>
                  </a:cubicBezTo>
                  <a:cubicBezTo>
                    <a:pt x="400" y="566"/>
                    <a:pt x="448" y="558"/>
                    <a:pt x="497" y="542"/>
                  </a:cubicBezTo>
                  <a:cubicBezTo>
                    <a:pt x="545" y="530"/>
                    <a:pt x="597" y="514"/>
                    <a:pt x="645" y="502"/>
                  </a:cubicBezTo>
                  <a:cubicBezTo>
                    <a:pt x="701" y="490"/>
                    <a:pt x="753" y="470"/>
                    <a:pt x="801" y="442"/>
                  </a:cubicBezTo>
                  <a:cubicBezTo>
                    <a:pt x="845" y="402"/>
                    <a:pt x="873" y="346"/>
                    <a:pt x="877" y="286"/>
                  </a:cubicBezTo>
                  <a:cubicBezTo>
                    <a:pt x="877" y="270"/>
                    <a:pt x="877" y="254"/>
                    <a:pt x="881" y="234"/>
                  </a:cubicBezTo>
                  <a:cubicBezTo>
                    <a:pt x="885" y="234"/>
                    <a:pt x="889" y="230"/>
                    <a:pt x="897" y="226"/>
                  </a:cubicBezTo>
                  <a:cubicBezTo>
                    <a:pt x="917" y="218"/>
                    <a:pt x="941" y="214"/>
                    <a:pt x="977" y="206"/>
                  </a:cubicBezTo>
                  <a:cubicBezTo>
                    <a:pt x="997" y="202"/>
                    <a:pt x="1013" y="194"/>
                    <a:pt x="1029" y="182"/>
                  </a:cubicBezTo>
                  <a:cubicBezTo>
                    <a:pt x="1053" y="166"/>
                    <a:pt x="1069" y="146"/>
                    <a:pt x="1073" y="118"/>
                  </a:cubicBezTo>
                  <a:cubicBezTo>
                    <a:pt x="1081" y="86"/>
                    <a:pt x="1069" y="54"/>
                    <a:pt x="1049" y="34"/>
                  </a:cubicBezTo>
                  <a:cubicBezTo>
                    <a:pt x="1028" y="13"/>
                    <a:pt x="1001" y="1"/>
                    <a:pt x="9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65"/>
            <p:cNvSpPr/>
            <p:nvPr/>
          </p:nvSpPr>
          <p:spPr>
            <a:xfrm flipH="1">
              <a:off x="7446125" y="2145616"/>
              <a:ext cx="98578" cy="102612"/>
            </a:xfrm>
            <a:custGeom>
              <a:avLst/>
              <a:gdLst/>
              <a:ahLst/>
              <a:cxnLst/>
              <a:rect l="l" t="t" r="r" b="b"/>
              <a:pathLst>
                <a:path w="733" h="763" extrusionOk="0">
                  <a:moveTo>
                    <a:pt x="53" y="1"/>
                  </a:moveTo>
                  <a:cubicBezTo>
                    <a:pt x="35" y="1"/>
                    <a:pt x="18" y="6"/>
                    <a:pt x="4" y="17"/>
                  </a:cubicBezTo>
                  <a:cubicBezTo>
                    <a:pt x="0" y="17"/>
                    <a:pt x="4" y="21"/>
                    <a:pt x="8" y="21"/>
                  </a:cubicBezTo>
                  <a:cubicBezTo>
                    <a:pt x="14" y="20"/>
                    <a:pt x="19" y="19"/>
                    <a:pt x="24" y="19"/>
                  </a:cubicBezTo>
                  <a:cubicBezTo>
                    <a:pt x="58" y="19"/>
                    <a:pt x="91" y="42"/>
                    <a:pt x="104" y="77"/>
                  </a:cubicBezTo>
                  <a:cubicBezTo>
                    <a:pt x="116" y="117"/>
                    <a:pt x="128" y="161"/>
                    <a:pt x="132" y="205"/>
                  </a:cubicBezTo>
                  <a:cubicBezTo>
                    <a:pt x="140" y="225"/>
                    <a:pt x="148" y="249"/>
                    <a:pt x="156" y="273"/>
                  </a:cubicBezTo>
                  <a:cubicBezTo>
                    <a:pt x="168" y="293"/>
                    <a:pt x="180" y="313"/>
                    <a:pt x="192" y="333"/>
                  </a:cubicBezTo>
                  <a:cubicBezTo>
                    <a:pt x="216" y="377"/>
                    <a:pt x="248" y="413"/>
                    <a:pt x="276" y="449"/>
                  </a:cubicBezTo>
                  <a:cubicBezTo>
                    <a:pt x="300" y="489"/>
                    <a:pt x="328" y="525"/>
                    <a:pt x="356" y="565"/>
                  </a:cubicBezTo>
                  <a:cubicBezTo>
                    <a:pt x="380" y="605"/>
                    <a:pt x="408" y="641"/>
                    <a:pt x="436" y="677"/>
                  </a:cubicBezTo>
                  <a:cubicBezTo>
                    <a:pt x="472" y="721"/>
                    <a:pt x="520" y="749"/>
                    <a:pt x="572" y="761"/>
                  </a:cubicBezTo>
                  <a:cubicBezTo>
                    <a:pt x="580" y="762"/>
                    <a:pt x="588" y="762"/>
                    <a:pt x="596" y="762"/>
                  </a:cubicBezTo>
                  <a:cubicBezTo>
                    <a:pt x="617" y="762"/>
                    <a:pt x="639" y="759"/>
                    <a:pt x="656" y="753"/>
                  </a:cubicBezTo>
                  <a:cubicBezTo>
                    <a:pt x="688" y="741"/>
                    <a:pt x="712" y="721"/>
                    <a:pt x="728" y="689"/>
                  </a:cubicBezTo>
                  <a:cubicBezTo>
                    <a:pt x="732" y="677"/>
                    <a:pt x="732" y="665"/>
                    <a:pt x="724" y="653"/>
                  </a:cubicBezTo>
                  <a:cubicBezTo>
                    <a:pt x="712" y="641"/>
                    <a:pt x="696" y="629"/>
                    <a:pt x="684" y="621"/>
                  </a:cubicBezTo>
                  <a:cubicBezTo>
                    <a:pt x="668" y="613"/>
                    <a:pt x="652" y="609"/>
                    <a:pt x="636" y="605"/>
                  </a:cubicBezTo>
                  <a:cubicBezTo>
                    <a:pt x="617" y="602"/>
                    <a:pt x="597" y="599"/>
                    <a:pt x="577" y="599"/>
                  </a:cubicBezTo>
                  <a:cubicBezTo>
                    <a:pt x="569" y="599"/>
                    <a:pt x="561" y="599"/>
                    <a:pt x="552" y="601"/>
                  </a:cubicBezTo>
                  <a:lnTo>
                    <a:pt x="472" y="601"/>
                  </a:lnTo>
                  <a:cubicBezTo>
                    <a:pt x="460" y="597"/>
                    <a:pt x="448" y="597"/>
                    <a:pt x="436" y="593"/>
                  </a:cubicBezTo>
                  <a:lnTo>
                    <a:pt x="432" y="593"/>
                  </a:lnTo>
                  <a:lnTo>
                    <a:pt x="380" y="545"/>
                  </a:lnTo>
                  <a:cubicBezTo>
                    <a:pt x="348" y="513"/>
                    <a:pt x="320" y="477"/>
                    <a:pt x="292" y="437"/>
                  </a:cubicBezTo>
                  <a:cubicBezTo>
                    <a:pt x="268" y="401"/>
                    <a:pt x="248" y="357"/>
                    <a:pt x="232" y="317"/>
                  </a:cubicBezTo>
                  <a:cubicBezTo>
                    <a:pt x="224" y="293"/>
                    <a:pt x="220" y="273"/>
                    <a:pt x="212" y="253"/>
                  </a:cubicBezTo>
                  <a:lnTo>
                    <a:pt x="192" y="189"/>
                  </a:lnTo>
                  <a:cubicBezTo>
                    <a:pt x="184" y="141"/>
                    <a:pt x="168" y="93"/>
                    <a:pt x="144" y="53"/>
                  </a:cubicBezTo>
                  <a:cubicBezTo>
                    <a:pt x="128" y="29"/>
                    <a:pt x="104" y="13"/>
                    <a:pt x="80" y="5"/>
                  </a:cubicBezTo>
                  <a:cubicBezTo>
                    <a:pt x="71" y="2"/>
                    <a:pt x="62" y="1"/>
                    <a:pt x="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65"/>
            <p:cNvSpPr/>
            <p:nvPr/>
          </p:nvSpPr>
          <p:spPr>
            <a:xfrm flipH="1">
              <a:off x="7570389" y="2146154"/>
              <a:ext cx="100729" cy="100326"/>
            </a:xfrm>
            <a:custGeom>
              <a:avLst/>
              <a:gdLst/>
              <a:ahLst/>
              <a:cxnLst/>
              <a:rect l="l" t="t" r="r" b="b"/>
              <a:pathLst>
                <a:path w="749" h="746" extrusionOk="0">
                  <a:moveTo>
                    <a:pt x="740" y="1"/>
                  </a:moveTo>
                  <a:cubicBezTo>
                    <a:pt x="676" y="5"/>
                    <a:pt x="608" y="21"/>
                    <a:pt x="548" y="53"/>
                  </a:cubicBezTo>
                  <a:cubicBezTo>
                    <a:pt x="540" y="61"/>
                    <a:pt x="536" y="69"/>
                    <a:pt x="536" y="77"/>
                  </a:cubicBezTo>
                  <a:lnTo>
                    <a:pt x="536" y="81"/>
                  </a:lnTo>
                  <a:cubicBezTo>
                    <a:pt x="536" y="129"/>
                    <a:pt x="532" y="173"/>
                    <a:pt x="516" y="213"/>
                  </a:cubicBezTo>
                  <a:cubicBezTo>
                    <a:pt x="504" y="261"/>
                    <a:pt x="484" y="309"/>
                    <a:pt x="468" y="353"/>
                  </a:cubicBezTo>
                  <a:cubicBezTo>
                    <a:pt x="424" y="441"/>
                    <a:pt x="364" y="521"/>
                    <a:pt x="284" y="585"/>
                  </a:cubicBezTo>
                  <a:cubicBezTo>
                    <a:pt x="268" y="597"/>
                    <a:pt x="252" y="609"/>
                    <a:pt x="236" y="621"/>
                  </a:cubicBezTo>
                  <a:cubicBezTo>
                    <a:pt x="224" y="617"/>
                    <a:pt x="216" y="617"/>
                    <a:pt x="208" y="613"/>
                  </a:cubicBezTo>
                  <a:cubicBezTo>
                    <a:pt x="188" y="605"/>
                    <a:pt x="168" y="593"/>
                    <a:pt x="140" y="585"/>
                  </a:cubicBezTo>
                  <a:cubicBezTo>
                    <a:pt x="126" y="579"/>
                    <a:pt x="110" y="576"/>
                    <a:pt x="94" y="576"/>
                  </a:cubicBezTo>
                  <a:cubicBezTo>
                    <a:pt x="77" y="576"/>
                    <a:pt x="59" y="580"/>
                    <a:pt x="44" y="589"/>
                  </a:cubicBezTo>
                  <a:cubicBezTo>
                    <a:pt x="28" y="601"/>
                    <a:pt x="12" y="617"/>
                    <a:pt x="4" y="633"/>
                  </a:cubicBezTo>
                  <a:cubicBezTo>
                    <a:pt x="0" y="657"/>
                    <a:pt x="0" y="681"/>
                    <a:pt x="12" y="701"/>
                  </a:cubicBezTo>
                  <a:cubicBezTo>
                    <a:pt x="34" y="729"/>
                    <a:pt x="69" y="745"/>
                    <a:pt x="101" y="745"/>
                  </a:cubicBezTo>
                  <a:cubicBezTo>
                    <a:pt x="105" y="745"/>
                    <a:pt x="109" y="745"/>
                    <a:pt x="112" y="745"/>
                  </a:cubicBezTo>
                  <a:cubicBezTo>
                    <a:pt x="144" y="741"/>
                    <a:pt x="172" y="733"/>
                    <a:pt x="196" y="721"/>
                  </a:cubicBezTo>
                  <a:cubicBezTo>
                    <a:pt x="244" y="697"/>
                    <a:pt x="288" y="665"/>
                    <a:pt x="324" y="625"/>
                  </a:cubicBezTo>
                  <a:cubicBezTo>
                    <a:pt x="360" y="585"/>
                    <a:pt x="388" y="541"/>
                    <a:pt x="412" y="497"/>
                  </a:cubicBezTo>
                  <a:cubicBezTo>
                    <a:pt x="436" y="453"/>
                    <a:pt x="464" y="409"/>
                    <a:pt x="492" y="365"/>
                  </a:cubicBezTo>
                  <a:cubicBezTo>
                    <a:pt x="520" y="325"/>
                    <a:pt x="548" y="281"/>
                    <a:pt x="572" y="237"/>
                  </a:cubicBezTo>
                  <a:cubicBezTo>
                    <a:pt x="592" y="189"/>
                    <a:pt x="600" y="141"/>
                    <a:pt x="596" y="93"/>
                  </a:cubicBezTo>
                  <a:cubicBezTo>
                    <a:pt x="644" y="61"/>
                    <a:pt x="692" y="33"/>
                    <a:pt x="744" y="9"/>
                  </a:cubicBezTo>
                  <a:cubicBezTo>
                    <a:pt x="748" y="9"/>
                    <a:pt x="748" y="9"/>
                    <a:pt x="744" y="5"/>
                  </a:cubicBezTo>
                  <a:cubicBezTo>
                    <a:pt x="744" y="5"/>
                    <a:pt x="744" y="1"/>
                    <a:pt x="7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65"/>
            <p:cNvSpPr/>
            <p:nvPr/>
          </p:nvSpPr>
          <p:spPr>
            <a:xfrm flipH="1">
              <a:off x="7584376" y="2121812"/>
              <a:ext cx="156675" cy="50701"/>
            </a:xfrm>
            <a:custGeom>
              <a:avLst/>
              <a:gdLst/>
              <a:ahLst/>
              <a:cxnLst/>
              <a:rect l="l" t="t" r="r" b="b"/>
              <a:pathLst>
                <a:path w="1165" h="377" extrusionOk="0">
                  <a:moveTo>
                    <a:pt x="977" y="1"/>
                  </a:moveTo>
                  <a:cubicBezTo>
                    <a:pt x="929" y="1"/>
                    <a:pt x="880" y="10"/>
                    <a:pt x="836" y="30"/>
                  </a:cubicBezTo>
                  <a:cubicBezTo>
                    <a:pt x="812" y="42"/>
                    <a:pt x="788" y="58"/>
                    <a:pt x="764" y="78"/>
                  </a:cubicBezTo>
                  <a:cubicBezTo>
                    <a:pt x="744" y="94"/>
                    <a:pt x="724" y="114"/>
                    <a:pt x="708" y="134"/>
                  </a:cubicBezTo>
                  <a:cubicBezTo>
                    <a:pt x="672" y="174"/>
                    <a:pt x="632" y="206"/>
                    <a:pt x="584" y="230"/>
                  </a:cubicBezTo>
                  <a:cubicBezTo>
                    <a:pt x="555" y="239"/>
                    <a:pt x="525" y="245"/>
                    <a:pt x="495" y="245"/>
                  </a:cubicBezTo>
                  <a:cubicBezTo>
                    <a:pt x="475" y="245"/>
                    <a:pt x="455" y="242"/>
                    <a:pt x="436" y="238"/>
                  </a:cubicBezTo>
                  <a:cubicBezTo>
                    <a:pt x="384" y="226"/>
                    <a:pt x="336" y="210"/>
                    <a:pt x="284" y="194"/>
                  </a:cubicBezTo>
                  <a:cubicBezTo>
                    <a:pt x="249" y="181"/>
                    <a:pt x="213" y="175"/>
                    <a:pt x="176" y="175"/>
                  </a:cubicBezTo>
                  <a:cubicBezTo>
                    <a:pt x="153" y="175"/>
                    <a:pt x="131" y="177"/>
                    <a:pt x="108" y="182"/>
                  </a:cubicBezTo>
                  <a:cubicBezTo>
                    <a:pt x="76" y="194"/>
                    <a:pt x="44" y="214"/>
                    <a:pt x="28" y="242"/>
                  </a:cubicBezTo>
                  <a:cubicBezTo>
                    <a:pt x="4" y="274"/>
                    <a:pt x="0" y="314"/>
                    <a:pt x="12" y="350"/>
                  </a:cubicBezTo>
                  <a:lnTo>
                    <a:pt x="12" y="354"/>
                  </a:lnTo>
                  <a:cubicBezTo>
                    <a:pt x="16" y="362"/>
                    <a:pt x="24" y="366"/>
                    <a:pt x="32" y="370"/>
                  </a:cubicBezTo>
                  <a:cubicBezTo>
                    <a:pt x="48" y="374"/>
                    <a:pt x="64" y="377"/>
                    <a:pt x="80" y="377"/>
                  </a:cubicBezTo>
                  <a:cubicBezTo>
                    <a:pt x="117" y="377"/>
                    <a:pt x="154" y="364"/>
                    <a:pt x="184" y="342"/>
                  </a:cubicBezTo>
                  <a:cubicBezTo>
                    <a:pt x="196" y="334"/>
                    <a:pt x="204" y="322"/>
                    <a:pt x="212" y="314"/>
                  </a:cubicBezTo>
                  <a:lnTo>
                    <a:pt x="232" y="286"/>
                  </a:lnTo>
                  <a:cubicBezTo>
                    <a:pt x="246" y="272"/>
                    <a:pt x="257" y="261"/>
                    <a:pt x="276" y="261"/>
                  </a:cubicBezTo>
                  <a:cubicBezTo>
                    <a:pt x="278" y="261"/>
                    <a:pt x="281" y="261"/>
                    <a:pt x="284" y="262"/>
                  </a:cubicBezTo>
                  <a:cubicBezTo>
                    <a:pt x="332" y="274"/>
                    <a:pt x="380" y="282"/>
                    <a:pt x="428" y="282"/>
                  </a:cubicBezTo>
                  <a:cubicBezTo>
                    <a:pt x="484" y="282"/>
                    <a:pt x="540" y="270"/>
                    <a:pt x="592" y="246"/>
                  </a:cubicBezTo>
                  <a:cubicBezTo>
                    <a:pt x="640" y="222"/>
                    <a:pt x="688" y="194"/>
                    <a:pt x="732" y="162"/>
                  </a:cubicBezTo>
                  <a:cubicBezTo>
                    <a:pt x="772" y="134"/>
                    <a:pt x="816" y="106"/>
                    <a:pt x="864" y="86"/>
                  </a:cubicBezTo>
                  <a:cubicBezTo>
                    <a:pt x="908" y="66"/>
                    <a:pt x="956" y="50"/>
                    <a:pt x="1004" y="46"/>
                  </a:cubicBezTo>
                  <a:cubicBezTo>
                    <a:pt x="1018" y="45"/>
                    <a:pt x="1032" y="44"/>
                    <a:pt x="1046" y="44"/>
                  </a:cubicBezTo>
                  <a:cubicBezTo>
                    <a:pt x="1084" y="44"/>
                    <a:pt x="1122" y="48"/>
                    <a:pt x="1160" y="54"/>
                  </a:cubicBezTo>
                  <a:cubicBezTo>
                    <a:pt x="1164" y="54"/>
                    <a:pt x="1164" y="50"/>
                    <a:pt x="1160" y="50"/>
                  </a:cubicBezTo>
                  <a:cubicBezTo>
                    <a:pt x="1116" y="18"/>
                    <a:pt x="1060" y="2"/>
                    <a:pt x="1004" y="2"/>
                  </a:cubicBezTo>
                  <a:cubicBezTo>
                    <a:pt x="995" y="1"/>
                    <a:pt x="986" y="1"/>
                    <a:pt x="9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65"/>
            <p:cNvSpPr/>
            <p:nvPr/>
          </p:nvSpPr>
          <p:spPr>
            <a:xfrm flipH="1">
              <a:off x="7582224" y="1992976"/>
              <a:ext cx="129240" cy="120499"/>
            </a:xfrm>
            <a:custGeom>
              <a:avLst/>
              <a:gdLst/>
              <a:ahLst/>
              <a:cxnLst/>
              <a:rect l="l" t="t" r="r" b="b"/>
              <a:pathLst>
                <a:path w="961" h="896" extrusionOk="0">
                  <a:moveTo>
                    <a:pt x="94" y="1"/>
                  </a:moveTo>
                  <a:cubicBezTo>
                    <a:pt x="84" y="1"/>
                    <a:pt x="74" y="2"/>
                    <a:pt x="64" y="4"/>
                  </a:cubicBezTo>
                  <a:lnTo>
                    <a:pt x="60" y="4"/>
                  </a:lnTo>
                  <a:cubicBezTo>
                    <a:pt x="40" y="12"/>
                    <a:pt x="28" y="24"/>
                    <a:pt x="16" y="40"/>
                  </a:cubicBezTo>
                  <a:cubicBezTo>
                    <a:pt x="4" y="60"/>
                    <a:pt x="0" y="80"/>
                    <a:pt x="0" y="100"/>
                  </a:cubicBezTo>
                  <a:cubicBezTo>
                    <a:pt x="4" y="136"/>
                    <a:pt x="16" y="168"/>
                    <a:pt x="40" y="196"/>
                  </a:cubicBezTo>
                  <a:cubicBezTo>
                    <a:pt x="52" y="220"/>
                    <a:pt x="72" y="244"/>
                    <a:pt x="88" y="268"/>
                  </a:cubicBezTo>
                  <a:cubicBezTo>
                    <a:pt x="100" y="276"/>
                    <a:pt x="112" y="288"/>
                    <a:pt x="124" y="296"/>
                  </a:cubicBezTo>
                  <a:cubicBezTo>
                    <a:pt x="136" y="308"/>
                    <a:pt x="148" y="316"/>
                    <a:pt x="160" y="324"/>
                  </a:cubicBezTo>
                  <a:cubicBezTo>
                    <a:pt x="216" y="352"/>
                    <a:pt x="264" y="372"/>
                    <a:pt x="316" y="396"/>
                  </a:cubicBezTo>
                  <a:cubicBezTo>
                    <a:pt x="368" y="416"/>
                    <a:pt x="420" y="436"/>
                    <a:pt x="472" y="456"/>
                  </a:cubicBezTo>
                  <a:cubicBezTo>
                    <a:pt x="524" y="472"/>
                    <a:pt x="572" y="504"/>
                    <a:pt x="604" y="548"/>
                  </a:cubicBezTo>
                  <a:cubicBezTo>
                    <a:pt x="636" y="592"/>
                    <a:pt x="648" y="648"/>
                    <a:pt x="676" y="696"/>
                  </a:cubicBezTo>
                  <a:cubicBezTo>
                    <a:pt x="740" y="800"/>
                    <a:pt x="840" y="872"/>
                    <a:pt x="956" y="896"/>
                  </a:cubicBezTo>
                  <a:cubicBezTo>
                    <a:pt x="960" y="896"/>
                    <a:pt x="960" y="892"/>
                    <a:pt x="956" y="892"/>
                  </a:cubicBezTo>
                  <a:cubicBezTo>
                    <a:pt x="912" y="860"/>
                    <a:pt x="872" y="828"/>
                    <a:pt x="832" y="788"/>
                  </a:cubicBezTo>
                  <a:cubicBezTo>
                    <a:pt x="792" y="752"/>
                    <a:pt x="760" y="708"/>
                    <a:pt x="732" y="664"/>
                  </a:cubicBezTo>
                  <a:cubicBezTo>
                    <a:pt x="700" y="620"/>
                    <a:pt x="668" y="572"/>
                    <a:pt x="632" y="528"/>
                  </a:cubicBezTo>
                  <a:cubicBezTo>
                    <a:pt x="588" y="488"/>
                    <a:pt x="544" y="456"/>
                    <a:pt x="492" y="428"/>
                  </a:cubicBezTo>
                  <a:cubicBezTo>
                    <a:pt x="440" y="400"/>
                    <a:pt x="396" y="368"/>
                    <a:pt x="348" y="340"/>
                  </a:cubicBezTo>
                  <a:cubicBezTo>
                    <a:pt x="296" y="316"/>
                    <a:pt x="252" y="292"/>
                    <a:pt x="212" y="264"/>
                  </a:cubicBezTo>
                  <a:lnTo>
                    <a:pt x="212" y="228"/>
                  </a:lnTo>
                  <a:cubicBezTo>
                    <a:pt x="212" y="196"/>
                    <a:pt x="208" y="164"/>
                    <a:pt x="208" y="136"/>
                  </a:cubicBezTo>
                  <a:cubicBezTo>
                    <a:pt x="204" y="100"/>
                    <a:pt x="192" y="68"/>
                    <a:pt x="176" y="36"/>
                  </a:cubicBezTo>
                  <a:cubicBezTo>
                    <a:pt x="160" y="20"/>
                    <a:pt x="144" y="8"/>
                    <a:pt x="120" y="4"/>
                  </a:cubicBezTo>
                  <a:cubicBezTo>
                    <a:pt x="112" y="2"/>
                    <a:pt x="103" y="1"/>
                    <a:pt x="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65"/>
            <p:cNvSpPr/>
            <p:nvPr/>
          </p:nvSpPr>
          <p:spPr>
            <a:xfrm flipH="1">
              <a:off x="7463339" y="1912688"/>
              <a:ext cx="112564" cy="193927"/>
            </a:xfrm>
            <a:custGeom>
              <a:avLst/>
              <a:gdLst/>
              <a:ahLst/>
              <a:cxnLst/>
              <a:rect l="l" t="t" r="r" b="b"/>
              <a:pathLst>
                <a:path w="837" h="1442" extrusionOk="0">
                  <a:moveTo>
                    <a:pt x="748" y="73"/>
                  </a:moveTo>
                  <a:cubicBezTo>
                    <a:pt x="760" y="77"/>
                    <a:pt x="764" y="73"/>
                    <a:pt x="768" y="97"/>
                  </a:cubicBezTo>
                  <a:cubicBezTo>
                    <a:pt x="768" y="117"/>
                    <a:pt x="768" y="141"/>
                    <a:pt x="760" y="161"/>
                  </a:cubicBezTo>
                  <a:cubicBezTo>
                    <a:pt x="744" y="201"/>
                    <a:pt x="720" y="241"/>
                    <a:pt x="692" y="277"/>
                  </a:cubicBezTo>
                  <a:cubicBezTo>
                    <a:pt x="668" y="305"/>
                    <a:pt x="644" y="329"/>
                    <a:pt x="620" y="357"/>
                  </a:cubicBezTo>
                  <a:cubicBezTo>
                    <a:pt x="605" y="370"/>
                    <a:pt x="593" y="382"/>
                    <a:pt x="582" y="392"/>
                  </a:cubicBezTo>
                  <a:lnTo>
                    <a:pt x="582" y="392"/>
                  </a:lnTo>
                  <a:cubicBezTo>
                    <a:pt x="583" y="377"/>
                    <a:pt x="584" y="363"/>
                    <a:pt x="584" y="349"/>
                  </a:cubicBezTo>
                  <a:cubicBezTo>
                    <a:pt x="588" y="285"/>
                    <a:pt x="608" y="225"/>
                    <a:pt x="640" y="173"/>
                  </a:cubicBezTo>
                  <a:cubicBezTo>
                    <a:pt x="656" y="149"/>
                    <a:pt x="672" y="125"/>
                    <a:pt x="696" y="105"/>
                  </a:cubicBezTo>
                  <a:cubicBezTo>
                    <a:pt x="704" y="97"/>
                    <a:pt x="712" y="85"/>
                    <a:pt x="724" y="81"/>
                  </a:cubicBezTo>
                  <a:cubicBezTo>
                    <a:pt x="728" y="77"/>
                    <a:pt x="728" y="73"/>
                    <a:pt x="732" y="73"/>
                  </a:cubicBezTo>
                  <a:close/>
                  <a:moveTo>
                    <a:pt x="716" y="1"/>
                  </a:moveTo>
                  <a:cubicBezTo>
                    <a:pt x="704" y="5"/>
                    <a:pt x="692" y="9"/>
                    <a:pt x="684" y="13"/>
                  </a:cubicBezTo>
                  <a:cubicBezTo>
                    <a:pt x="668" y="25"/>
                    <a:pt x="656" y="37"/>
                    <a:pt x="644" y="49"/>
                  </a:cubicBezTo>
                  <a:cubicBezTo>
                    <a:pt x="616" y="77"/>
                    <a:pt x="596" y="105"/>
                    <a:pt x="580" y="133"/>
                  </a:cubicBezTo>
                  <a:cubicBezTo>
                    <a:pt x="544" y="197"/>
                    <a:pt x="524" y="269"/>
                    <a:pt x="524" y="341"/>
                  </a:cubicBezTo>
                  <a:cubicBezTo>
                    <a:pt x="524" y="413"/>
                    <a:pt x="532" y="481"/>
                    <a:pt x="528" y="549"/>
                  </a:cubicBezTo>
                  <a:cubicBezTo>
                    <a:pt x="528" y="585"/>
                    <a:pt x="520" y="617"/>
                    <a:pt x="512" y="645"/>
                  </a:cubicBezTo>
                  <a:cubicBezTo>
                    <a:pt x="496" y="677"/>
                    <a:pt x="476" y="705"/>
                    <a:pt x="452" y="729"/>
                  </a:cubicBezTo>
                  <a:cubicBezTo>
                    <a:pt x="404" y="773"/>
                    <a:pt x="352" y="813"/>
                    <a:pt x="296" y="853"/>
                  </a:cubicBezTo>
                  <a:cubicBezTo>
                    <a:pt x="248" y="893"/>
                    <a:pt x="192" y="929"/>
                    <a:pt x="148" y="969"/>
                  </a:cubicBezTo>
                  <a:cubicBezTo>
                    <a:pt x="100" y="1009"/>
                    <a:pt x="64" y="1057"/>
                    <a:pt x="36" y="1109"/>
                  </a:cubicBezTo>
                  <a:cubicBezTo>
                    <a:pt x="12" y="1157"/>
                    <a:pt x="0" y="1205"/>
                    <a:pt x="0" y="1261"/>
                  </a:cubicBezTo>
                  <a:cubicBezTo>
                    <a:pt x="0" y="1301"/>
                    <a:pt x="12" y="1337"/>
                    <a:pt x="36" y="1373"/>
                  </a:cubicBezTo>
                  <a:cubicBezTo>
                    <a:pt x="48" y="1393"/>
                    <a:pt x="64" y="1413"/>
                    <a:pt x="84" y="1425"/>
                  </a:cubicBezTo>
                  <a:cubicBezTo>
                    <a:pt x="92" y="1433"/>
                    <a:pt x="100" y="1437"/>
                    <a:pt x="108" y="1437"/>
                  </a:cubicBezTo>
                  <a:lnTo>
                    <a:pt x="108" y="1441"/>
                  </a:lnTo>
                  <a:cubicBezTo>
                    <a:pt x="109" y="1441"/>
                    <a:pt x="110" y="1442"/>
                    <a:pt x="111" y="1442"/>
                  </a:cubicBezTo>
                  <a:cubicBezTo>
                    <a:pt x="114" y="1442"/>
                    <a:pt x="116" y="1437"/>
                    <a:pt x="112" y="1437"/>
                  </a:cubicBezTo>
                  <a:cubicBezTo>
                    <a:pt x="88" y="1417"/>
                    <a:pt x="72" y="1389"/>
                    <a:pt x="60" y="1361"/>
                  </a:cubicBezTo>
                  <a:cubicBezTo>
                    <a:pt x="48" y="1329"/>
                    <a:pt x="44" y="1297"/>
                    <a:pt x="48" y="1261"/>
                  </a:cubicBezTo>
                  <a:cubicBezTo>
                    <a:pt x="52" y="1217"/>
                    <a:pt x="64" y="1177"/>
                    <a:pt x="88" y="1141"/>
                  </a:cubicBezTo>
                  <a:cubicBezTo>
                    <a:pt x="116" y="1093"/>
                    <a:pt x="148" y="1053"/>
                    <a:pt x="188" y="1017"/>
                  </a:cubicBezTo>
                  <a:lnTo>
                    <a:pt x="320" y="885"/>
                  </a:lnTo>
                  <a:cubicBezTo>
                    <a:pt x="368" y="837"/>
                    <a:pt x="416" y="793"/>
                    <a:pt x="468" y="745"/>
                  </a:cubicBezTo>
                  <a:cubicBezTo>
                    <a:pt x="520" y="697"/>
                    <a:pt x="556" y="629"/>
                    <a:pt x="568" y="557"/>
                  </a:cubicBezTo>
                  <a:cubicBezTo>
                    <a:pt x="577" y="507"/>
                    <a:pt x="579" y="457"/>
                    <a:pt x="581" y="410"/>
                  </a:cubicBezTo>
                  <a:lnTo>
                    <a:pt x="581" y="410"/>
                  </a:lnTo>
                  <a:cubicBezTo>
                    <a:pt x="601" y="399"/>
                    <a:pt x="620" y="388"/>
                    <a:pt x="636" y="377"/>
                  </a:cubicBezTo>
                  <a:cubicBezTo>
                    <a:pt x="668" y="353"/>
                    <a:pt x="700" y="329"/>
                    <a:pt x="728" y="305"/>
                  </a:cubicBezTo>
                  <a:cubicBezTo>
                    <a:pt x="764" y="269"/>
                    <a:pt x="796" y="229"/>
                    <a:pt x="816" y="181"/>
                  </a:cubicBezTo>
                  <a:cubicBezTo>
                    <a:pt x="828" y="153"/>
                    <a:pt x="836" y="121"/>
                    <a:pt x="836" y="89"/>
                  </a:cubicBezTo>
                  <a:cubicBezTo>
                    <a:pt x="836" y="65"/>
                    <a:pt x="828" y="45"/>
                    <a:pt x="812" y="29"/>
                  </a:cubicBezTo>
                  <a:cubicBezTo>
                    <a:pt x="796" y="9"/>
                    <a:pt x="772" y="1"/>
                    <a:pt x="74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65"/>
            <p:cNvSpPr/>
            <p:nvPr/>
          </p:nvSpPr>
          <p:spPr>
            <a:xfrm flipH="1">
              <a:off x="7420842" y="1971861"/>
              <a:ext cx="109874" cy="142151"/>
            </a:xfrm>
            <a:custGeom>
              <a:avLst/>
              <a:gdLst/>
              <a:ahLst/>
              <a:cxnLst/>
              <a:rect l="l" t="t" r="r" b="b"/>
              <a:pathLst>
                <a:path w="817" h="1057" extrusionOk="0">
                  <a:moveTo>
                    <a:pt x="743" y="73"/>
                  </a:moveTo>
                  <a:cubicBezTo>
                    <a:pt x="742" y="73"/>
                    <a:pt x="745" y="74"/>
                    <a:pt x="745" y="81"/>
                  </a:cubicBezTo>
                  <a:cubicBezTo>
                    <a:pt x="745" y="101"/>
                    <a:pt x="757" y="133"/>
                    <a:pt x="745" y="157"/>
                  </a:cubicBezTo>
                  <a:cubicBezTo>
                    <a:pt x="729" y="197"/>
                    <a:pt x="685" y="225"/>
                    <a:pt x="665" y="265"/>
                  </a:cubicBezTo>
                  <a:cubicBezTo>
                    <a:pt x="677" y="229"/>
                    <a:pt x="689" y="189"/>
                    <a:pt x="701" y="145"/>
                  </a:cubicBezTo>
                  <a:cubicBezTo>
                    <a:pt x="705" y="125"/>
                    <a:pt x="709" y="109"/>
                    <a:pt x="717" y="89"/>
                  </a:cubicBezTo>
                  <a:cubicBezTo>
                    <a:pt x="720" y="81"/>
                    <a:pt x="732" y="73"/>
                    <a:pt x="743" y="73"/>
                  </a:cubicBezTo>
                  <a:close/>
                  <a:moveTo>
                    <a:pt x="741" y="1"/>
                  </a:moveTo>
                  <a:cubicBezTo>
                    <a:pt x="705" y="5"/>
                    <a:pt x="673" y="25"/>
                    <a:pt x="657" y="61"/>
                  </a:cubicBezTo>
                  <a:cubicBezTo>
                    <a:pt x="649" y="81"/>
                    <a:pt x="645" y="105"/>
                    <a:pt x="641" y="133"/>
                  </a:cubicBezTo>
                  <a:cubicBezTo>
                    <a:pt x="628" y="213"/>
                    <a:pt x="620" y="281"/>
                    <a:pt x="616" y="333"/>
                  </a:cubicBezTo>
                  <a:cubicBezTo>
                    <a:pt x="616" y="353"/>
                    <a:pt x="612" y="373"/>
                    <a:pt x="612" y="385"/>
                  </a:cubicBezTo>
                  <a:cubicBezTo>
                    <a:pt x="604" y="405"/>
                    <a:pt x="596" y="421"/>
                    <a:pt x="588" y="441"/>
                  </a:cubicBezTo>
                  <a:cubicBezTo>
                    <a:pt x="568" y="493"/>
                    <a:pt x="544" y="541"/>
                    <a:pt x="520" y="589"/>
                  </a:cubicBezTo>
                  <a:cubicBezTo>
                    <a:pt x="496" y="637"/>
                    <a:pt x="460" y="673"/>
                    <a:pt x="412" y="701"/>
                  </a:cubicBezTo>
                  <a:cubicBezTo>
                    <a:pt x="372" y="725"/>
                    <a:pt x="328" y="741"/>
                    <a:pt x="280" y="757"/>
                  </a:cubicBezTo>
                  <a:cubicBezTo>
                    <a:pt x="236" y="777"/>
                    <a:pt x="196" y="797"/>
                    <a:pt x="156" y="817"/>
                  </a:cubicBezTo>
                  <a:cubicBezTo>
                    <a:pt x="92" y="853"/>
                    <a:pt x="44" y="909"/>
                    <a:pt x="16" y="973"/>
                  </a:cubicBezTo>
                  <a:cubicBezTo>
                    <a:pt x="8" y="993"/>
                    <a:pt x="4" y="1013"/>
                    <a:pt x="4" y="1033"/>
                  </a:cubicBezTo>
                  <a:lnTo>
                    <a:pt x="4" y="1053"/>
                  </a:lnTo>
                  <a:cubicBezTo>
                    <a:pt x="0" y="1053"/>
                    <a:pt x="0" y="1057"/>
                    <a:pt x="4" y="1057"/>
                  </a:cubicBezTo>
                  <a:lnTo>
                    <a:pt x="8" y="1057"/>
                  </a:lnTo>
                  <a:lnTo>
                    <a:pt x="12" y="1037"/>
                  </a:lnTo>
                  <a:cubicBezTo>
                    <a:pt x="20" y="1021"/>
                    <a:pt x="28" y="1005"/>
                    <a:pt x="36" y="989"/>
                  </a:cubicBezTo>
                  <a:cubicBezTo>
                    <a:pt x="76" y="941"/>
                    <a:pt x="124" y="897"/>
                    <a:pt x="180" y="873"/>
                  </a:cubicBezTo>
                  <a:cubicBezTo>
                    <a:pt x="216" y="853"/>
                    <a:pt x="260" y="837"/>
                    <a:pt x="300" y="817"/>
                  </a:cubicBezTo>
                  <a:cubicBezTo>
                    <a:pt x="348" y="793"/>
                    <a:pt x="392" y="765"/>
                    <a:pt x="432" y="733"/>
                  </a:cubicBezTo>
                  <a:cubicBezTo>
                    <a:pt x="472" y="697"/>
                    <a:pt x="504" y="653"/>
                    <a:pt x="532" y="601"/>
                  </a:cubicBezTo>
                  <a:cubicBezTo>
                    <a:pt x="560" y="553"/>
                    <a:pt x="588" y="505"/>
                    <a:pt x="616" y="461"/>
                  </a:cubicBezTo>
                  <a:cubicBezTo>
                    <a:pt x="649" y="413"/>
                    <a:pt x="677" y="365"/>
                    <a:pt x="705" y="317"/>
                  </a:cubicBezTo>
                  <a:cubicBezTo>
                    <a:pt x="729" y="269"/>
                    <a:pt x="757" y="221"/>
                    <a:pt x="781" y="177"/>
                  </a:cubicBezTo>
                  <a:cubicBezTo>
                    <a:pt x="797" y="153"/>
                    <a:pt x="809" y="121"/>
                    <a:pt x="813" y="93"/>
                  </a:cubicBezTo>
                  <a:cubicBezTo>
                    <a:pt x="817" y="69"/>
                    <a:pt x="817" y="49"/>
                    <a:pt x="805" y="29"/>
                  </a:cubicBezTo>
                  <a:cubicBezTo>
                    <a:pt x="789" y="13"/>
                    <a:pt x="765" y="1"/>
                    <a:pt x="741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65"/>
            <p:cNvSpPr/>
            <p:nvPr/>
          </p:nvSpPr>
          <p:spPr>
            <a:xfrm flipH="1">
              <a:off x="7364358" y="2048114"/>
              <a:ext cx="145916" cy="89970"/>
            </a:xfrm>
            <a:custGeom>
              <a:avLst/>
              <a:gdLst/>
              <a:ahLst/>
              <a:cxnLst/>
              <a:rect l="l" t="t" r="r" b="b"/>
              <a:pathLst>
                <a:path w="1085" h="669" extrusionOk="0">
                  <a:moveTo>
                    <a:pt x="969" y="70"/>
                  </a:moveTo>
                  <a:cubicBezTo>
                    <a:pt x="981" y="70"/>
                    <a:pt x="993" y="74"/>
                    <a:pt x="1005" y="82"/>
                  </a:cubicBezTo>
                  <a:cubicBezTo>
                    <a:pt x="1013" y="86"/>
                    <a:pt x="1017" y="98"/>
                    <a:pt x="1017" y="110"/>
                  </a:cubicBezTo>
                  <a:cubicBezTo>
                    <a:pt x="1017" y="126"/>
                    <a:pt x="989" y="150"/>
                    <a:pt x="961" y="162"/>
                  </a:cubicBezTo>
                  <a:cubicBezTo>
                    <a:pt x="937" y="173"/>
                    <a:pt x="909" y="185"/>
                    <a:pt x="886" y="201"/>
                  </a:cubicBezTo>
                  <a:lnTo>
                    <a:pt x="886" y="201"/>
                  </a:lnTo>
                  <a:cubicBezTo>
                    <a:pt x="889" y="180"/>
                    <a:pt x="893" y="159"/>
                    <a:pt x="901" y="138"/>
                  </a:cubicBezTo>
                  <a:cubicBezTo>
                    <a:pt x="909" y="106"/>
                    <a:pt x="933" y="78"/>
                    <a:pt x="969" y="70"/>
                  </a:cubicBezTo>
                  <a:close/>
                  <a:moveTo>
                    <a:pt x="973" y="1"/>
                  </a:moveTo>
                  <a:cubicBezTo>
                    <a:pt x="969" y="1"/>
                    <a:pt x="965" y="1"/>
                    <a:pt x="961" y="2"/>
                  </a:cubicBezTo>
                  <a:cubicBezTo>
                    <a:pt x="929" y="2"/>
                    <a:pt x="901" y="18"/>
                    <a:pt x="877" y="42"/>
                  </a:cubicBezTo>
                  <a:cubicBezTo>
                    <a:pt x="853" y="62"/>
                    <a:pt x="837" y="90"/>
                    <a:pt x="829" y="118"/>
                  </a:cubicBezTo>
                  <a:cubicBezTo>
                    <a:pt x="817" y="174"/>
                    <a:pt x="813" y="226"/>
                    <a:pt x="813" y="282"/>
                  </a:cubicBezTo>
                  <a:cubicBezTo>
                    <a:pt x="817" y="330"/>
                    <a:pt x="805" y="374"/>
                    <a:pt x="773" y="414"/>
                  </a:cubicBezTo>
                  <a:cubicBezTo>
                    <a:pt x="737" y="446"/>
                    <a:pt x="689" y="470"/>
                    <a:pt x="641" y="482"/>
                  </a:cubicBezTo>
                  <a:cubicBezTo>
                    <a:pt x="589" y="494"/>
                    <a:pt x="541" y="502"/>
                    <a:pt x="489" y="506"/>
                  </a:cubicBezTo>
                  <a:cubicBezTo>
                    <a:pt x="440" y="510"/>
                    <a:pt x="392" y="510"/>
                    <a:pt x="348" y="514"/>
                  </a:cubicBezTo>
                  <a:lnTo>
                    <a:pt x="220" y="526"/>
                  </a:lnTo>
                  <a:cubicBezTo>
                    <a:pt x="180" y="526"/>
                    <a:pt x="144" y="534"/>
                    <a:pt x="108" y="546"/>
                  </a:cubicBezTo>
                  <a:cubicBezTo>
                    <a:pt x="76" y="554"/>
                    <a:pt x="48" y="574"/>
                    <a:pt x="28" y="598"/>
                  </a:cubicBezTo>
                  <a:cubicBezTo>
                    <a:pt x="12" y="614"/>
                    <a:pt x="0" y="642"/>
                    <a:pt x="0" y="666"/>
                  </a:cubicBezTo>
                  <a:cubicBezTo>
                    <a:pt x="0" y="668"/>
                    <a:pt x="0" y="669"/>
                    <a:pt x="1" y="669"/>
                  </a:cubicBezTo>
                  <a:cubicBezTo>
                    <a:pt x="1" y="669"/>
                    <a:pt x="2" y="668"/>
                    <a:pt x="4" y="666"/>
                  </a:cubicBezTo>
                  <a:cubicBezTo>
                    <a:pt x="4" y="668"/>
                    <a:pt x="4" y="669"/>
                    <a:pt x="5" y="669"/>
                  </a:cubicBezTo>
                  <a:cubicBezTo>
                    <a:pt x="5" y="669"/>
                    <a:pt x="6" y="668"/>
                    <a:pt x="8" y="666"/>
                  </a:cubicBezTo>
                  <a:cubicBezTo>
                    <a:pt x="8" y="662"/>
                    <a:pt x="12" y="658"/>
                    <a:pt x="16" y="650"/>
                  </a:cubicBezTo>
                  <a:cubicBezTo>
                    <a:pt x="24" y="638"/>
                    <a:pt x="36" y="626"/>
                    <a:pt x="52" y="614"/>
                  </a:cubicBezTo>
                  <a:cubicBezTo>
                    <a:pt x="72" y="602"/>
                    <a:pt x="96" y="590"/>
                    <a:pt x="120" y="586"/>
                  </a:cubicBezTo>
                  <a:cubicBezTo>
                    <a:pt x="146" y="583"/>
                    <a:pt x="169" y="580"/>
                    <a:pt x="194" y="580"/>
                  </a:cubicBezTo>
                  <a:cubicBezTo>
                    <a:pt x="204" y="580"/>
                    <a:pt x="214" y="580"/>
                    <a:pt x="224" y="582"/>
                  </a:cubicBezTo>
                  <a:cubicBezTo>
                    <a:pt x="268" y="582"/>
                    <a:pt x="312" y="578"/>
                    <a:pt x="356" y="574"/>
                  </a:cubicBezTo>
                  <a:cubicBezTo>
                    <a:pt x="404" y="562"/>
                    <a:pt x="452" y="554"/>
                    <a:pt x="501" y="538"/>
                  </a:cubicBezTo>
                  <a:cubicBezTo>
                    <a:pt x="549" y="526"/>
                    <a:pt x="601" y="510"/>
                    <a:pt x="649" y="498"/>
                  </a:cubicBezTo>
                  <a:cubicBezTo>
                    <a:pt x="705" y="490"/>
                    <a:pt x="757" y="470"/>
                    <a:pt x="805" y="438"/>
                  </a:cubicBezTo>
                  <a:cubicBezTo>
                    <a:pt x="849" y="398"/>
                    <a:pt x="877" y="342"/>
                    <a:pt x="881" y="282"/>
                  </a:cubicBezTo>
                  <a:cubicBezTo>
                    <a:pt x="881" y="266"/>
                    <a:pt x="881" y="251"/>
                    <a:pt x="882" y="236"/>
                  </a:cubicBezTo>
                  <a:lnTo>
                    <a:pt x="882" y="236"/>
                  </a:lnTo>
                  <a:cubicBezTo>
                    <a:pt x="888" y="233"/>
                    <a:pt x="894" y="231"/>
                    <a:pt x="901" y="230"/>
                  </a:cubicBezTo>
                  <a:cubicBezTo>
                    <a:pt x="921" y="218"/>
                    <a:pt x="945" y="214"/>
                    <a:pt x="981" y="206"/>
                  </a:cubicBezTo>
                  <a:cubicBezTo>
                    <a:pt x="997" y="202"/>
                    <a:pt x="1017" y="194"/>
                    <a:pt x="1033" y="182"/>
                  </a:cubicBezTo>
                  <a:cubicBezTo>
                    <a:pt x="1057" y="166"/>
                    <a:pt x="1073" y="146"/>
                    <a:pt x="1077" y="118"/>
                  </a:cubicBezTo>
                  <a:cubicBezTo>
                    <a:pt x="1085" y="86"/>
                    <a:pt x="1073" y="54"/>
                    <a:pt x="1049" y="34"/>
                  </a:cubicBezTo>
                  <a:cubicBezTo>
                    <a:pt x="1028" y="13"/>
                    <a:pt x="1001" y="1"/>
                    <a:pt x="97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65"/>
            <p:cNvSpPr/>
            <p:nvPr/>
          </p:nvSpPr>
          <p:spPr>
            <a:xfrm flipH="1">
              <a:off x="7446125" y="2145347"/>
              <a:ext cx="98578" cy="102612"/>
            </a:xfrm>
            <a:custGeom>
              <a:avLst/>
              <a:gdLst/>
              <a:ahLst/>
              <a:cxnLst/>
              <a:rect l="l" t="t" r="r" b="b"/>
              <a:pathLst>
                <a:path w="733" h="763" extrusionOk="0">
                  <a:moveTo>
                    <a:pt x="481" y="639"/>
                  </a:moveTo>
                  <a:lnTo>
                    <a:pt x="481" y="639"/>
                  </a:lnTo>
                  <a:cubicBezTo>
                    <a:pt x="503" y="644"/>
                    <a:pt x="525" y="647"/>
                    <a:pt x="544" y="651"/>
                  </a:cubicBezTo>
                  <a:cubicBezTo>
                    <a:pt x="572" y="655"/>
                    <a:pt x="596" y="659"/>
                    <a:pt x="620" y="667"/>
                  </a:cubicBezTo>
                  <a:cubicBezTo>
                    <a:pt x="628" y="670"/>
                    <a:pt x="638" y="674"/>
                    <a:pt x="646" y="678"/>
                  </a:cubicBezTo>
                  <a:lnTo>
                    <a:pt x="646" y="678"/>
                  </a:lnTo>
                  <a:cubicBezTo>
                    <a:pt x="633" y="688"/>
                    <a:pt x="617" y="693"/>
                    <a:pt x="600" y="693"/>
                  </a:cubicBezTo>
                  <a:cubicBezTo>
                    <a:pt x="594" y="693"/>
                    <a:pt x="587" y="692"/>
                    <a:pt x="580" y="691"/>
                  </a:cubicBezTo>
                  <a:cubicBezTo>
                    <a:pt x="560" y="691"/>
                    <a:pt x="544" y="683"/>
                    <a:pt x="528" y="675"/>
                  </a:cubicBezTo>
                  <a:cubicBezTo>
                    <a:pt x="513" y="667"/>
                    <a:pt x="497" y="651"/>
                    <a:pt x="481" y="639"/>
                  </a:cubicBezTo>
                  <a:close/>
                  <a:moveTo>
                    <a:pt x="51" y="1"/>
                  </a:moveTo>
                  <a:cubicBezTo>
                    <a:pt x="34" y="1"/>
                    <a:pt x="17" y="8"/>
                    <a:pt x="1" y="19"/>
                  </a:cubicBezTo>
                  <a:lnTo>
                    <a:pt x="1" y="19"/>
                  </a:lnTo>
                  <a:cubicBezTo>
                    <a:pt x="0" y="17"/>
                    <a:pt x="0" y="16"/>
                    <a:pt x="0" y="15"/>
                  </a:cubicBezTo>
                  <a:lnTo>
                    <a:pt x="0" y="19"/>
                  </a:lnTo>
                  <a:cubicBezTo>
                    <a:pt x="1" y="19"/>
                    <a:pt x="1" y="19"/>
                    <a:pt x="1" y="19"/>
                  </a:cubicBezTo>
                  <a:lnTo>
                    <a:pt x="1" y="19"/>
                  </a:lnTo>
                  <a:cubicBezTo>
                    <a:pt x="1" y="20"/>
                    <a:pt x="1" y="20"/>
                    <a:pt x="2" y="20"/>
                  </a:cubicBezTo>
                  <a:cubicBezTo>
                    <a:pt x="2" y="20"/>
                    <a:pt x="3" y="20"/>
                    <a:pt x="4" y="19"/>
                  </a:cubicBezTo>
                  <a:cubicBezTo>
                    <a:pt x="8" y="18"/>
                    <a:pt x="11" y="18"/>
                    <a:pt x="15" y="18"/>
                  </a:cubicBezTo>
                  <a:cubicBezTo>
                    <a:pt x="51" y="18"/>
                    <a:pt x="86" y="38"/>
                    <a:pt x="100" y="75"/>
                  </a:cubicBezTo>
                  <a:cubicBezTo>
                    <a:pt x="116" y="115"/>
                    <a:pt x="128" y="159"/>
                    <a:pt x="132" y="203"/>
                  </a:cubicBezTo>
                  <a:cubicBezTo>
                    <a:pt x="136" y="227"/>
                    <a:pt x="144" y="247"/>
                    <a:pt x="156" y="271"/>
                  </a:cubicBezTo>
                  <a:cubicBezTo>
                    <a:pt x="164" y="291"/>
                    <a:pt x="176" y="315"/>
                    <a:pt x="192" y="335"/>
                  </a:cubicBezTo>
                  <a:cubicBezTo>
                    <a:pt x="216" y="375"/>
                    <a:pt x="244" y="411"/>
                    <a:pt x="272" y="447"/>
                  </a:cubicBezTo>
                  <a:cubicBezTo>
                    <a:pt x="304" y="487"/>
                    <a:pt x="328" y="523"/>
                    <a:pt x="352" y="563"/>
                  </a:cubicBezTo>
                  <a:cubicBezTo>
                    <a:pt x="380" y="603"/>
                    <a:pt x="408" y="643"/>
                    <a:pt x="436" y="679"/>
                  </a:cubicBezTo>
                  <a:cubicBezTo>
                    <a:pt x="472" y="719"/>
                    <a:pt x="516" y="747"/>
                    <a:pt x="572" y="759"/>
                  </a:cubicBezTo>
                  <a:cubicBezTo>
                    <a:pt x="582" y="762"/>
                    <a:pt x="592" y="763"/>
                    <a:pt x="602" y="763"/>
                  </a:cubicBezTo>
                  <a:cubicBezTo>
                    <a:pt x="620" y="763"/>
                    <a:pt x="638" y="758"/>
                    <a:pt x="656" y="751"/>
                  </a:cubicBezTo>
                  <a:cubicBezTo>
                    <a:pt x="688" y="743"/>
                    <a:pt x="712" y="719"/>
                    <a:pt x="724" y="691"/>
                  </a:cubicBezTo>
                  <a:cubicBezTo>
                    <a:pt x="732" y="679"/>
                    <a:pt x="728" y="663"/>
                    <a:pt x="720" y="655"/>
                  </a:cubicBezTo>
                  <a:cubicBezTo>
                    <a:pt x="708" y="639"/>
                    <a:pt x="696" y="631"/>
                    <a:pt x="680" y="619"/>
                  </a:cubicBezTo>
                  <a:cubicBezTo>
                    <a:pt x="664" y="615"/>
                    <a:pt x="648" y="607"/>
                    <a:pt x="632" y="607"/>
                  </a:cubicBezTo>
                  <a:cubicBezTo>
                    <a:pt x="613" y="604"/>
                    <a:pt x="593" y="601"/>
                    <a:pt x="573" y="601"/>
                  </a:cubicBezTo>
                  <a:cubicBezTo>
                    <a:pt x="565" y="601"/>
                    <a:pt x="557" y="601"/>
                    <a:pt x="548" y="603"/>
                  </a:cubicBezTo>
                  <a:lnTo>
                    <a:pt x="472" y="603"/>
                  </a:lnTo>
                  <a:cubicBezTo>
                    <a:pt x="460" y="599"/>
                    <a:pt x="448" y="599"/>
                    <a:pt x="436" y="595"/>
                  </a:cubicBezTo>
                  <a:cubicBezTo>
                    <a:pt x="435" y="594"/>
                    <a:pt x="433" y="594"/>
                    <a:pt x="432" y="593"/>
                  </a:cubicBezTo>
                  <a:lnTo>
                    <a:pt x="432" y="593"/>
                  </a:lnTo>
                  <a:cubicBezTo>
                    <a:pt x="414" y="577"/>
                    <a:pt x="397" y="559"/>
                    <a:pt x="380" y="543"/>
                  </a:cubicBezTo>
                  <a:cubicBezTo>
                    <a:pt x="348" y="511"/>
                    <a:pt x="316" y="475"/>
                    <a:pt x="292" y="439"/>
                  </a:cubicBezTo>
                  <a:cubicBezTo>
                    <a:pt x="264" y="399"/>
                    <a:pt x="244" y="359"/>
                    <a:pt x="232" y="315"/>
                  </a:cubicBezTo>
                  <a:cubicBezTo>
                    <a:pt x="224" y="295"/>
                    <a:pt x="216" y="275"/>
                    <a:pt x="212" y="251"/>
                  </a:cubicBezTo>
                  <a:lnTo>
                    <a:pt x="192" y="191"/>
                  </a:lnTo>
                  <a:cubicBezTo>
                    <a:pt x="184" y="143"/>
                    <a:pt x="168" y="95"/>
                    <a:pt x="140" y="51"/>
                  </a:cubicBezTo>
                  <a:cubicBezTo>
                    <a:pt x="124" y="31"/>
                    <a:pt x="104" y="15"/>
                    <a:pt x="76" y="7"/>
                  </a:cubicBezTo>
                  <a:cubicBezTo>
                    <a:pt x="68" y="3"/>
                    <a:pt x="60" y="1"/>
                    <a:pt x="51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65"/>
            <p:cNvSpPr/>
            <p:nvPr/>
          </p:nvSpPr>
          <p:spPr>
            <a:xfrm flipH="1">
              <a:off x="7570927" y="2146154"/>
              <a:ext cx="100191" cy="100326"/>
            </a:xfrm>
            <a:custGeom>
              <a:avLst/>
              <a:gdLst/>
              <a:ahLst/>
              <a:cxnLst/>
              <a:rect l="l" t="t" r="r" b="b"/>
              <a:pathLst>
                <a:path w="745" h="746" extrusionOk="0">
                  <a:moveTo>
                    <a:pt x="112" y="631"/>
                  </a:moveTo>
                  <a:cubicBezTo>
                    <a:pt x="119" y="631"/>
                    <a:pt x="125" y="632"/>
                    <a:pt x="128" y="633"/>
                  </a:cubicBezTo>
                  <a:cubicBezTo>
                    <a:pt x="140" y="633"/>
                    <a:pt x="168" y="641"/>
                    <a:pt x="192" y="641"/>
                  </a:cubicBezTo>
                  <a:cubicBezTo>
                    <a:pt x="184" y="645"/>
                    <a:pt x="176" y="653"/>
                    <a:pt x="168" y="653"/>
                  </a:cubicBezTo>
                  <a:cubicBezTo>
                    <a:pt x="152" y="661"/>
                    <a:pt x="144" y="677"/>
                    <a:pt x="128" y="681"/>
                  </a:cubicBezTo>
                  <a:lnTo>
                    <a:pt x="120" y="681"/>
                  </a:lnTo>
                  <a:cubicBezTo>
                    <a:pt x="117" y="681"/>
                    <a:pt x="114" y="682"/>
                    <a:pt x="110" y="682"/>
                  </a:cubicBezTo>
                  <a:cubicBezTo>
                    <a:pt x="95" y="682"/>
                    <a:pt x="82" y="674"/>
                    <a:pt x="72" y="661"/>
                  </a:cubicBezTo>
                  <a:cubicBezTo>
                    <a:pt x="72" y="661"/>
                    <a:pt x="72" y="657"/>
                    <a:pt x="72" y="657"/>
                  </a:cubicBezTo>
                  <a:cubicBezTo>
                    <a:pt x="70" y="636"/>
                    <a:pt x="94" y="631"/>
                    <a:pt x="112" y="631"/>
                  </a:cubicBezTo>
                  <a:close/>
                  <a:moveTo>
                    <a:pt x="740" y="1"/>
                  </a:moveTo>
                  <a:cubicBezTo>
                    <a:pt x="672" y="1"/>
                    <a:pt x="608" y="21"/>
                    <a:pt x="548" y="53"/>
                  </a:cubicBezTo>
                  <a:cubicBezTo>
                    <a:pt x="540" y="57"/>
                    <a:pt x="536" y="65"/>
                    <a:pt x="536" y="77"/>
                  </a:cubicBezTo>
                  <a:lnTo>
                    <a:pt x="536" y="81"/>
                  </a:lnTo>
                  <a:cubicBezTo>
                    <a:pt x="536" y="125"/>
                    <a:pt x="532" y="169"/>
                    <a:pt x="516" y="213"/>
                  </a:cubicBezTo>
                  <a:cubicBezTo>
                    <a:pt x="504" y="261"/>
                    <a:pt x="484" y="305"/>
                    <a:pt x="464" y="349"/>
                  </a:cubicBezTo>
                  <a:cubicBezTo>
                    <a:pt x="424" y="441"/>
                    <a:pt x="364" y="521"/>
                    <a:pt x="284" y="581"/>
                  </a:cubicBezTo>
                  <a:cubicBezTo>
                    <a:pt x="268" y="593"/>
                    <a:pt x="252" y="605"/>
                    <a:pt x="236" y="617"/>
                  </a:cubicBezTo>
                  <a:cubicBezTo>
                    <a:pt x="224" y="617"/>
                    <a:pt x="216" y="613"/>
                    <a:pt x="208" y="613"/>
                  </a:cubicBezTo>
                  <a:cubicBezTo>
                    <a:pt x="188" y="605"/>
                    <a:pt x="164" y="593"/>
                    <a:pt x="140" y="581"/>
                  </a:cubicBezTo>
                  <a:cubicBezTo>
                    <a:pt x="128" y="576"/>
                    <a:pt x="115" y="574"/>
                    <a:pt x="101" y="574"/>
                  </a:cubicBezTo>
                  <a:cubicBezTo>
                    <a:pt x="81" y="574"/>
                    <a:pt x="61" y="579"/>
                    <a:pt x="44" y="589"/>
                  </a:cubicBezTo>
                  <a:cubicBezTo>
                    <a:pt x="28" y="597"/>
                    <a:pt x="12" y="613"/>
                    <a:pt x="4" y="633"/>
                  </a:cubicBezTo>
                  <a:cubicBezTo>
                    <a:pt x="0" y="653"/>
                    <a:pt x="0" y="677"/>
                    <a:pt x="12" y="697"/>
                  </a:cubicBezTo>
                  <a:cubicBezTo>
                    <a:pt x="34" y="726"/>
                    <a:pt x="70" y="745"/>
                    <a:pt x="103" y="745"/>
                  </a:cubicBezTo>
                  <a:cubicBezTo>
                    <a:pt x="106" y="745"/>
                    <a:pt x="109" y="745"/>
                    <a:pt x="112" y="745"/>
                  </a:cubicBezTo>
                  <a:cubicBezTo>
                    <a:pt x="144" y="741"/>
                    <a:pt x="172" y="729"/>
                    <a:pt x="196" y="717"/>
                  </a:cubicBezTo>
                  <a:cubicBezTo>
                    <a:pt x="244" y="693"/>
                    <a:pt x="288" y="661"/>
                    <a:pt x="324" y="621"/>
                  </a:cubicBezTo>
                  <a:cubicBezTo>
                    <a:pt x="360" y="581"/>
                    <a:pt x="388" y="537"/>
                    <a:pt x="412" y="493"/>
                  </a:cubicBezTo>
                  <a:cubicBezTo>
                    <a:pt x="436" y="449"/>
                    <a:pt x="464" y="405"/>
                    <a:pt x="492" y="365"/>
                  </a:cubicBezTo>
                  <a:cubicBezTo>
                    <a:pt x="520" y="321"/>
                    <a:pt x="548" y="277"/>
                    <a:pt x="572" y="233"/>
                  </a:cubicBezTo>
                  <a:cubicBezTo>
                    <a:pt x="592" y="189"/>
                    <a:pt x="600" y="137"/>
                    <a:pt x="596" y="89"/>
                  </a:cubicBezTo>
                  <a:cubicBezTo>
                    <a:pt x="644" y="57"/>
                    <a:pt x="692" y="29"/>
                    <a:pt x="744" y="9"/>
                  </a:cubicBezTo>
                  <a:cubicBezTo>
                    <a:pt x="744" y="5"/>
                    <a:pt x="744" y="5"/>
                    <a:pt x="744" y="5"/>
                  </a:cubicBezTo>
                  <a:cubicBezTo>
                    <a:pt x="744" y="5"/>
                    <a:pt x="740" y="1"/>
                    <a:pt x="74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65"/>
            <p:cNvSpPr/>
            <p:nvPr/>
          </p:nvSpPr>
          <p:spPr>
            <a:xfrm flipH="1">
              <a:off x="7584376" y="2121274"/>
              <a:ext cx="156675" cy="50835"/>
            </a:xfrm>
            <a:custGeom>
              <a:avLst/>
              <a:gdLst/>
              <a:ahLst/>
              <a:cxnLst/>
              <a:rect l="l" t="t" r="r" b="b"/>
              <a:pathLst>
                <a:path w="1165" h="378" extrusionOk="0">
                  <a:moveTo>
                    <a:pt x="192" y="246"/>
                  </a:moveTo>
                  <a:cubicBezTo>
                    <a:pt x="208" y="248"/>
                    <a:pt x="224" y="251"/>
                    <a:pt x="239" y="253"/>
                  </a:cubicBezTo>
                  <a:lnTo>
                    <a:pt x="239" y="253"/>
                  </a:lnTo>
                  <a:cubicBezTo>
                    <a:pt x="230" y="258"/>
                    <a:pt x="221" y="263"/>
                    <a:pt x="212" y="266"/>
                  </a:cubicBezTo>
                  <a:cubicBezTo>
                    <a:pt x="204" y="274"/>
                    <a:pt x="192" y="282"/>
                    <a:pt x="184" y="290"/>
                  </a:cubicBezTo>
                  <a:cubicBezTo>
                    <a:pt x="176" y="294"/>
                    <a:pt x="168" y="302"/>
                    <a:pt x="160" y="306"/>
                  </a:cubicBezTo>
                  <a:cubicBezTo>
                    <a:pt x="142" y="315"/>
                    <a:pt x="122" y="320"/>
                    <a:pt x="101" y="320"/>
                  </a:cubicBezTo>
                  <a:cubicBezTo>
                    <a:pt x="91" y="320"/>
                    <a:pt x="81" y="319"/>
                    <a:pt x="71" y="316"/>
                  </a:cubicBezTo>
                  <a:lnTo>
                    <a:pt x="71" y="316"/>
                  </a:lnTo>
                  <a:cubicBezTo>
                    <a:pt x="73" y="291"/>
                    <a:pt x="98" y="264"/>
                    <a:pt x="128" y="254"/>
                  </a:cubicBezTo>
                  <a:cubicBezTo>
                    <a:pt x="148" y="246"/>
                    <a:pt x="172" y="246"/>
                    <a:pt x="192" y="246"/>
                  </a:cubicBezTo>
                  <a:close/>
                  <a:moveTo>
                    <a:pt x="983" y="1"/>
                  </a:moveTo>
                  <a:cubicBezTo>
                    <a:pt x="933" y="1"/>
                    <a:pt x="882" y="13"/>
                    <a:pt x="836" y="34"/>
                  </a:cubicBezTo>
                  <a:cubicBezTo>
                    <a:pt x="812" y="46"/>
                    <a:pt x="788" y="58"/>
                    <a:pt x="764" y="78"/>
                  </a:cubicBezTo>
                  <a:cubicBezTo>
                    <a:pt x="744" y="98"/>
                    <a:pt x="724" y="118"/>
                    <a:pt x="708" y="134"/>
                  </a:cubicBezTo>
                  <a:cubicBezTo>
                    <a:pt x="672" y="174"/>
                    <a:pt x="632" y="210"/>
                    <a:pt x="584" y="230"/>
                  </a:cubicBezTo>
                  <a:cubicBezTo>
                    <a:pt x="556" y="241"/>
                    <a:pt x="527" y="248"/>
                    <a:pt x="498" y="248"/>
                  </a:cubicBezTo>
                  <a:cubicBezTo>
                    <a:pt x="477" y="248"/>
                    <a:pt x="456" y="244"/>
                    <a:pt x="436" y="238"/>
                  </a:cubicBezTo>
                  <a:cubicBezTo>
                    <a:pt x="384" y="230"/>
                    <a:pt x="336" y="210"/>
                    <a:pt x="284" y="198"/>
                  </a:cubicBezTo>
                  <a:cubicBezTo>
                    <a:pt x="249" y="182"/>
                    <a:pt x="211" y="175"/>
                    <a:pt x="173" y="175"/>
                  </a:cubicBezTo>
                  <a:cubicBezTo>
                    <a:pt x="151" y="175"/>
                    <a:pt x="130" y="177"/>
                    <a:pt x="108" y="182"/>
                  </a:cubicBezTo>
                  <a:cubicBezTo>
                    <a:pt x="72" y="194"/>
                    <a:pt x="44" y="214"/>
                    <a:pt x="28" y="246"/>
                  </a:cubicBezTo>
                  <a:cubicBezTo>
                    <a:pt x="4" y="274"/>
                    <a:pt x="0" y="314"/>
                    <a:pt x="12" y="350"/>
                  </a:cubicBezTo>
                  <a:lnTo>
                    <a:pt x="12" y="354"/>
                  </a:lnTo>
                  <a:cubicBezTo>
                    <a:pt x="16" y="362"/>
                    <a:pt x="24" y="370"/>
                    <a:pt x="32" y="370"/>
                  </a:cubicBezTo>
                  <a:cubicBezTo>
                    <a:pt x="49" y="375"/>
                    <a:pt x="67" y="378"/>
                    <a:pt x="84" y="378"/>
                  </a:cubicBezTo>
                  <a:cubicBezTo>
                    <a:pt x="119" y="378"/>
                    <a:pt x="155" y="366"/>
                    <a:pt x="184" y="342"/>
                  </a:cubicBezTo>
                  <a:cubicBezTo>
                    <a:pt x="196" y="334"/>
                    <a:pt x="204" y="326"/>
                    <a:pt x="212" y="314"/>
                  </a:cubicBezTo>
                  <a:lnTo>
                    <a:pt x="232" y="290"/>
                  </a:lnTo>
                  <a:cubicBezTo>
                    <a:pt x="242" y="277"/>
                    <a:pt x="255" y="264"/>
                    <a:pt x="270" y="264"/>
                  </a:cubicBezTo>
                  <a:cubicBezTo>
                    <a:pt x="273" y="264"/>
                    <a:pt x="277" y="264"/>
                    <a:pt x="280" y="266"/>
                  </a:cubicBezTo>
                  <a:cubicBezTo>
                    <a:pt x="282" y="266"/>
                    <a:pt x="284" y="265"/>
                    <a:pt x="285" y="263"/>
                  </a:cubicBezTo>
                  <a:lnTo>
                    <a:pt x="285" y="263"/>
                  </a:lnTo>
                  <a:cubicBezTo>
                    <a:pt x="334" y="276"/>
                    <a:pt x="379" y="282"/>
                    <a:pt x="428" y="282"/>
                  </a:cubicBezTo>
                  <a:cubicBezTo>
                    <a:pt x="484" y="282"/>
                    <a:pt x="540" y="274"/>
                    <a:pt x="588" y="250"/>
                  </a:cubicBezTo>
                  <a:cubicBezTo>
                    <a:pt x="640" y="226"/>
                    <a:pt x="684" y="198"/>
                    <a:pt x="728" y="166"/>
                  </a:cubicBezTo>
                  <a:cubicBezTo>
                    <a:pt x="772" y="138"/>
                    <a:pt x="812" y="110"/>
                    <a:pt x="860" y="90"/>
                  </a:cubicBezTo>
                  <a:cubicBezTo>
                    <a:pt x="904" y="70"/>
                    <a:pt x="952" y="54"/>
                    <a:pt x="1000" y="50"/>
                  </a:cubicBezTo>
                  <a:cubicBezTo>
                    <a:pt x="1014" y="49"/>
                    <a:pt x="1028" y="48"/>
                    <a:pt x="1042" y="48"/>
                  </a:cubicBezTo>
                  <a:cubicBezTo>
                    <a:pt x="1080" y="48"/>
                    <a:pt x="1118" y="52"/>
                    <a:pt x="1156" y="58"/>
                  </a:cubicBezTo>
                  <a:cubicBezTo>
                    <a:pt x="1156" y="59"/>
                    <a:pt x="1157" y="59"/>
                    <a:pt x="1158" y="59"/>
                  </a:cubicBezTo>
                  <a:cubicBezTo>
                    <a:pt x="1160" y="59"/>
                    <a:pt x="1163" y="58"/>
                    <a:pt x="1160" y="58"/>
                  </a:cubicBezTo>
                  <a:cubicBezTo>
                    <a:pt x="1164" y="54"/>
                    <a:pt x="1164" y="54"/>
                    <a:pt x="1160" y="50"/>
                  </a:cubicBezTo>
                  <a:cubicBezTo>
                    <a:pt x="1112" y="22"/>
                    <a:pt x="1060" y="2"/>
                    <a:pt x="1004" y="2"/>
                  </a:cubicBezTo>
                  <a:cubicBezTo>
                    <a:pt x="997" y="1"/>
                    <a:pt x="990" y="1"/>
                    <a:pt x="98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65"/>
            <p:cNvSpPr/>
            <p:nvPr/>
          </p:nvSpPr>
          <p:spPr>
            <a:xfrm flipH="1">
              <a:off x="7582762" y="1994051"/>
              <a:ext cx="130316" cy="120499"/>
            </a:xfrm>
            <a:custGeom>
              <a:avLst/>
              <a:gdLst/>
              <a:ahLst/>
              <a:cxnLst/>
              <a:rect l="l" t="t" r="r" b="b"/>
              <a:pathLst>
                <a:path w="969" h="896" extrusionOk="0">
                  <a:moveTo>
                    <a:pt x="109" y="58"/>
                  </a:moveTo>
                  <a:cubicBezTo>
                    <a:pt x="120" y="58"/>
                    <a:pt x="131" y="62"/>
                    <a:pt x="140" y="72"/>
                  </a:cubicBezTo>
                  <a:cubicBezTo>
                    <a:pt x="156" y="92"/>
                    <a:pt x="168" y="116"/>
                    <a:pt x="172" y="140"/>
                  </a:cubicBezTo>
                  <a:cubicBezTo>
                    <a:pt x="180" y="168"/>
                    <a:pt x="184" y="196"/>
                    <a:pt x="192" y="228"/>
                  </a:cubicBezTo>
                  <a:cubicBezTo>
                    <a:pt x="192" y="235"/>
                    <a:pt x="193" y="242"/>
                    <a:pt x="194" y="249"/>
                  </a:cubicBezTo>
                  <a:lnTo>
                    <a:pt x="194" y="249"/>
                  </a:lnTo>
                  <a:cubicBezTo>
                    <a:pt x="189" y="246"/>
                    <a:pt x="184" y="243"/>
                    <a:pt x="180" y="240"/>
                  </a:cubicBezTo>
                  <a:cubicBezTo>
                    <a:pt x="172" y="232"/>
                    <a:pt x="164" y="224"/>
                    <a:pt x="152" y="212"/>
                  </a:cubicBezTo>
                  <a:cubicBezTo>
                    <a:pt x="132" y="196"/>
                    <a:pt x="112" y="176"/>
                    <a:pt x="96" y="156"/>
                  </a:cubicBezTo>
                  <a:cubicBezTo>
                    <a:pt x="84" y="140"/>
                    <a:pt x="72" y="120"/>
                    <a:pt x="68" y="100"/>
                  </a:cubicBezTo>
                  <a:cubicBezTo>
                    <a:pt x="65" y="85"/>
                    <a:pt x="71" y="73"/>
                    <a:pt x="88" y="62"/>
                  </a:cubicBezTo>
                  <a:lnTo>
                    <a:pt x="88" y="62"/>
                  </a:lnTo>
                  <a:cubicBezTo>
                    <a:pt x="95" y="60"/>
                    <a:pt x="102" y="58"/>
                    <a:pt x="109" y="58"/>
                  </a:cubicBezTo>
                  <a:close/>
                  <a:moveTo>
                    <a:pt x="96" y="1"/>
                  </a:moveTo>
                  <a:cubicBezTo>
                    <a:pt x="87" y="1"/>
                    <a:pt x="78" y="2"/>
                    <a:pt x="68" y="4"/>
                  </a:cubicBezTo>
                  <a:lnTo>
                    <a:pt x="64" y="4"/>
                  </a:lnTo>
                  <a:cubicBezTo>
                    <a:pt x="44" y="12"/>
                    <a:pt x="32" y="24"/>
                    <a:pt x="20" y="40"/>
                  </a:cubicBezTo>
                  <a:cubicBezTo>
                    <a:pt x="8" y="56"/>
                    <a:pt x="0" y="76"/>
                    <a:pt x="4" y="100"/>
                  </a:cubicBezTo>
                  <a:cubicBezTo>
                    <a:pt x="8" y="132"/>
                    <a:pt x="20" y="168"/>
                    <a:pt x="40" y="192"/>
                  </a:cubicBezTo>
                  <a:cubicBezTo>
                    <a:pt x="60" y="216"/>
                    <a:pt x="80" y="240"/>
                    <a:pt x="100" y="260"/>
                  </a:cubicBezTo>
                  <a:cubicBezTo>
                    <a:pt x="112" y="272"/>
                    <a:pt x="124" y="280"/>
                    <a:pt x="136" y="292"/>
                  </a:cubicBezTo>
                  <a:cubicBezTo>
                    <a:pt x="148" y="300"/>
                    <a:pt x="160" y="312"/>
                    <a:pt x="172" y="320"/>
                  </a:cubicBezTo>
                  <a:cubicBezTo>
                    <a:pt x="228" y="348"/>
                    <a:pt x="276" y="368"/>
                    <a:pt x="328" y="388"/>
                  </a:cubicBezTo>
                  <a:cubicBezTo>
                    <a:pt x="380" y="412"/>
                    <a:pt x="436" y="428"/>
                    <a:pt x="484" y="452"/>
                  </a:cubicBezTo>
                  <a:cubicBezTo>
                    <a:pt x="536" y="468"/>
                    <a:pt x="584" y="500"/>
                    <a:pt x="616" y="544"/>
                  </a:cubicBezTo>
                  <a:cubicBezTo>
                    <a:pt x="648" y="584"/>
                    <a:pt x="660" y="644"/>
                    <a:pt x="688" y="692"/>
                  </a:cubicBezTo>
                  <a:cubicBezTo>
                    <a:pt x="751" y="790"/>
                    <a:pt x="849" y="861"/>
                    <a:pt x="962" y="890"/>
                  </a:cubicBezTo>
                  <a:lnTo>
                    <a:pt x="962" y="890"/>
                  </a:lnTo>
                  <a:cubicBezTo>
                    <a:pt x="919" y="858"/>
                    <a:pt x="876" y="823"/>
                    <a:pt x="836" y="788"/>
                  </a:cubicBezTo>
                  <a:cubicBezTo>
                    <a:pt x="800" y="748"/>
                    <a:pt x="768" y="708"/>
                    <a:pt x="736" y="664"/>
                  </a:cubicBezTo>
                  <a:cubicBezTo>
                    <a:pt x="708" y="616"/>
                    <a:pt x="672" y="572"/>
                    <a:pt x="636" y="528"/>
                  </a:cubicBezTo>
                  <a:cubicBezTo>
                    <a:pt x="596" y="488"/>
                    <a:pt x="548" y="456"/>
                    <a:pt x="496" y="428"/>
                  </a:cubicBezTo>
                  <a:cubicBezTo>
                    <a:pt x="448" y="400"/>
                    <a:pt x="400" y="368"/>
                    <a:pt x="352" y="340"/>
                  </a:cubicBezTo>
                  <a:cubicBezTo>
                    <a:pt x="309" y="312"/>
                    <a:pt x="255" y="289"/>
                    <a:pt x="215" y="261"/>
                  </a:cubicBezTo>
                  <a:lnTo>
                    <a:pt x="215" y="261"/>
                  </a:lnTo>
                  <a:cubicBezTo>
                    <a:pt x="213" y="249"/>
                    <a:pt x="212" y="237"/>
                    <a:pt x="212" y="224"/>
                  </a:cubicBezTo>
                  <a:cubicBezTo>
                    <a:pt x="212" y="196"/>
                    <a:pt x="212" y="164"/>
                    <a:pt x="208" y="132"/>
                  </a:cubicBezTo>
                  <a:cubicBezTo>
                    <a:pt x="208" y="100"/>
                    <a:pt x="196" y="64"/>
                    <a:pt x="176" y="36"/>
                  </a:cubicBezTo>
                  <a:cubicBezTo>
                    <a:pt x="164" y="20"/>
                    <a:pt x="144" y="8"/>
                    <a:pt x="124" y="4"/>
                  </a:cubicBezTo>
                  <a:cubicBezTo>
                    <a:pt x="114" y="2"/>
                    <a:pt x="105" y="1"/>
                    <a:pt x="96" y="1"/>
                  </a:cubicBezTo>
                  <a:close/>
                  <a:moveTo>
                    <a:pt x="962" y="890"/>
                  </a:moveTo>
                  <a:cubicBezTo>
                    <a:pt x="963" y="891"/>
                    <a:pt x="964" y="891"/>
                    <a:pt x="964" y="892"/>
                  </a:cubicBezTo>
                  <a:cubicBezTo>
                    <a:pt x="964" y="892"/>
                    <a:pt x="964" y="896"/>
                    <a:pt x="964" y="896"/>
                  </a:cubicBezTo>
                  <a:cubicBezTo>
                    <a:pt x="964" y="896"/>
                    <a:pt x="964" y="892"/>
                    <a:pt x="968" y="892"/>
                  </a:cubicBezTo>
                  <a:cubicBezTo>
                    <a:pt x="966" y="891"/>
                    <a:pt x="964" y="891"/>
                    <a:pt x="962" y="89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65"/>
            <p:cNvSpPr/>
            <p:nvPr/>
          </p:nvSpPr>
          <p:spPr>
            <a:xfrm flipH="1">
              <a:off x="7556941" y="1960565"/>
              <a:ext cx="51239" cy="167434"/>
            </a:xfrm>
            <a:custGeom>
              <a:avLst/>
              <a:gdLst/>
              <a:ahLst/>
              <a:cxnLst/>
              <a:rect l="l" t="t" r="r" b="b"/>
              <a:pathLst>
                <a:path w="381" h="1245" extrusionOk="0">
                  <a:moveTo>
                    <a:pt x="92" y="61"/>
                  </a:moveTo>
                  <a:lnTo>
                    <a:pt x="84" y="65"/>
                  </a:lnTo>
                  <a:cubicBezTo>
                    <a:pt x="96" y="69"/>
                    <a:pt x="112" y="77"/>
                    <a:pt x="116" y="93"/>
                  </a:cubicBezTo>
                  <a:cubicBezTo>
                    <a:pt x="120" y="113"/>
                    <a:pt x="120" y="133"/>
                    <a:pt x="116" y="153"/>
                  </a:cubicBezTo>
                  <a:cubicBezTo>
                    <a:pt x="106" y="188"/>
                    <a:pt x="95" y="219"/>
                    <a:pt x="81" y="251"/>
                  </a:cubicBezTo>
                  <a:lnTo>
                    <a:pt x="81" y="251"/>
                  </a:lnTo>
                  <a:cubicBezTo>
                    <a:pt x="74" y="219"/>
                    <a:pt x="67" y="188"/>
                    <a:pt x="56" y="157"/>
                  </a:cubicBezTo>
                  <a:cubicBezTo>
                    <a:pt x="52" y="137"/>
                    <a:pt x="52" y="113"/>
                    <a:pt x="56" y="93"/>
                  </a:cubicBezTo>
                  <a:cubicBezTo>
                    <a:pt x="64" y="77"/>
                    <a:pt x="76" y="65"/>
                    <a:pt x="92" y="61"/>
                  </a:cubicBezTo>
                  <a:close/>
                  <a:moveTo>
                    <a:pt x="86" y="0"/>
                  </a:moveTo>
                  <a:cubicBezTo>
                    <a:pt x="83" y="0"/>
                    <a:pt x="80" y="0"/>
                    <a:pt x="76" y="1"/>
                  </a:cubicBezTo>
                  <a:lnTo>
                    <a:pt x="68" y="5"/>
                  </a:lnTo>
                  <a:cubicBezTo>
                    <a:pt x="36" y="21"/>
                    <a:pt x="12" y="49"/>
                    <a:pt x="4" y="81"/>
                  </a:cubicBezTo>
                  <a:cubicBezTo>
                    <a:pt x="0" y="109"/>
                    <a:pt x="4" y="141"/>
                    <a:pt x="16" y="169"/>
                  </a:cubicBezTo>
                  <a:cubicBezTo>
                    <a:pt x="32" y="206"/>
                    <a:pt x="52" y="239"/>
                    <a:pt x="70" y="274"/>
                  </a:cubicBezTo>
                  <a:lnTo>
                    <a:pt x="70" y="274"/>
                  </a:lnTo>
                  <a:cubicBezTo>
                    <a:pt x="65" y="285"/>
                    <a:pt x="59" y="297"/>
                    <a:pt x="52" y="309"/>
                  </a:cubicBezTo>
                  <a:cubicBezTo>
                    <a:pt x="24" y="361"/>
                    <a:pt x="8" y="421"/>
                    <a:pt x="0" y="481"/>
                  </a:cubicBezTo>
                  <a:cubicBezTo>
                    <a:pt x="0" y="513"/>
                    <a:pt x="4" y="545"/>
                    <a:pt x="12" y="573"/>
                  </a:cubicBezTo>
                  <a:cubicBezTo>
                    <a:pt x="20" y="605"/>
                    <a:pt x="28" y="633"/>
                    <a:pt x="40" y="657"/>
                  </a:cubicBezTo>
                  <a:cubicBezTo>
                    <a:pt x="60" y="713"/>
                    <a:pt x="84" y="769"/>
                    <a:pt x="112" y="821"/>
                  </a:cubicBezTo>
                  <a:cubicBezTo>
                    <a:pt x="140" y="873"/>
                    <a:pt x="176" y="921"/>
                    <a:pt x="220" y="961"/>
                  </a:cubicBezTo>
                  <a:cubicBezTo>
                    <a:pt x="260" y="997"/>
                    <a:pt x="296" y="1041"/>
                    <a:pt x="320" y="1089"/>
                  </a:cubicBezTo>
                  <a:cubicBezTo>
                    <a:pt x="348" y="1133"/>
                    <a:pt x="352" y="1193"/>
                    <a:pt x="328" y="1241"/>
                  </a:cubicBezTo>
                  <a:lnTo>
                    <a:pt x="328" y="1245"/>
                  </a:lnTo>
                  <a:lnTo>
                    <a:pt x="332" y="1245"/>
                  </a:lnTo>
                  <a:cubicBezTo>
                    <a:pt x="356" y="1225"/>
                    <a:pt x="372" y="1197"/>
                    <a:pt x="376" y="1165"/>
                  </a:cubicBezTo>
                  <a:cubicBezTo>
                    <a:pt x="380" y="1133"/>
                    <a:pt x="376" y="1101"/>
                    <a:pt x="368" y="1069"/>
                  </a:cubicBezTo>
                  <a:cubicBezTo>
                    <a:pt x="356" y="1037"/>
                    <a:pt x="340" y="1009"/>
                    <a:pt x="320" y="985"/>
                  </a:cubicBezTo>
                  <a:cubicBezTo>
                    <a:pt x="304" y="961"/>
                    <a:pt x="284" y="941"/>
                    <a:pt x="260" y="917"/>
                  </a:cubicBezTo>
                  <a:cubicBezTo>
                    <a:pt x="220" y="881"/>
                    <a:pt x="180" y="841"/>
                    <a:pt x="140" y="801"/>
                  </a:cubicBezTo>
                  <a:cubicBezTo>
                    <a:pt x="104" y="757"/>
                    <a:pt x="76" y="705"/>
                    <a:pt x="56" y="653"/>
                  </a:cubicBezTo>
                  <a:cubicBezTo>
                    <a:pt x="48" y="625"/>
                    <a:pt x="44" y="597"/>
                    <a:pt x="40" y="569"/>
                  </a:cubicBezTo>
                  <a:cubicBezTo>
                    <a:pt x="36" y="541"/>
                    <a:pt x="40" y="513"/>
                    <a:pt x="44" y="489"/>
                  </a:cubicBezTo>
                  <a:cubicBezTo>
                    <a:pt x="60" y="433"/>
                    <a:pt x="84" y="385"/>
                    <a:pt x="112" y="337"/>
                  </a:cubicBezTo>
                  <a:cubicBezTo>
                    <a:pt x="144" y="285"/>
                    <a:pt x="168" y="229"/>
                    <a:pt x="188" y="173"/>
                  </a:cubicBezTo>
                  <a:cubicBezTo>
                    <a:pt x="196" y="137"/>
                    <a:pt x="196" y="97"/>
                    <a:pt x="180" y="65"/>
                  </a:cubicBezTo>
                  <a:cubicBezTo>
                    <a:pt x="166" y="24"/>
                    <a:pt x="127" y="0"/>
                    <a:pt x="8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65"/>
            <p:cNvSpPr/>
            <p:nvPr/>
          </p:nvSpPr>
          <p:spPr>
            <a:xfrm flipH="1">
              <a:off x="7733385" y="1980468"/>
              <a:ext cx="1398375" cy="998013"/>
            </a:xfrm>
            <a:custGeom>
              <a:avLst/>
              <a:gdLst/>
              <a:ahLst/>
              <a:cxnLst/>
              <a:rect l="l" t="t" r="r" b="b"/>
              <a:pathLst>
                <a:path w="10398" h="7421" extrusionOk="0">
                  <a:moveTo>
                    <a:pt x="4805" y="1"/>
                  </a:moveTo>
                  <a:cubicBezTo>
                    <a:pt x="4717" y="1"/>
                    <a:pt x="4625" y="13"/>
                    <a:pt x="4537" y="37"/>
                  </a:cubicBezTo>
                  <a:cubicBezTo>
                    <a:pt x="4449" y="61"/>
                    <a:pt x="4365" y="93"/>
                    <a:pt x="4281" y="129"/>
                  </a:cubicBezTo>
                  <a:lnTo>
                    <a:pt x="4245" y="145"/>
                  </a:lnTo>
                  <a:lnTo>
                    <a:pt x="4269" y="185"/>
                  </a:lnTo>
                  <a:cubicBezTo>
                    <a:pt x="4277" y="197"/>
                    <a:pt x="4277" y="213"/>
                    <a:pt x="4277" y="229"/>
                  </a:cubicBezTo>
                  <a:cubicBezTo>
                    <a:pt x="4277" y="245"/>
                    <a:pt x="4273" y="261"/>
                    <a:pt x="4265" y="277"/>
                  </a:cubicBezTo>
                  <a:cubicBezTo>
                    <a:pt x="4249" y="313"/>
                    <a:pt x="4225" y="345"/>
                    <a:pt x="4193" y="369"/>
                  </a:cubicBezTo>
                  <a:cubicBezTo>
                    <a:pt x="4161" y="397"/>
                    <a:pt x="4125" y="421"/>
                    <a:pt x="4089" y="441"/>
                  </a:cubicBezTo>
                  <a:cubicBezTo>
                    <a:pt x="4053" y="461"/>
                    <a:pt x="4013" y="481"/>
                    <a:pt x="3973" y="505"/>
                  </a:cubicBezTo>
                  <a:cubicBezTo>
                    <a:pt x="3889" y="553"/>
                    <a:pt x="3813" y="609"/>
                    <a:pt x="3745" y="673"/>
                  </a:cubicBezTo>
                  <a:cubicBezTo>
                    <a:pt x="3677" y="737"/>
                    <a:pt x="3609" y="805"/>
                    <a:pt x="3553" y="877"/>
                  </a:cubicBezTo>
                  <a:cubicBezTo>
                    <a:pt x="3493" y="949"/>
                    <a:pt x="3437" y="1025"/>
                    <a:pt x="3389" y="1105"/>
                  </a:cubicBezTo>
                  <a:cubicBezTo>
                    <a:pt x="3337" y="1189"/>
                    <a:pt x="3297" y="1277"/>
                    <a:pt x="3269" y="1373"/>
                  </a:cubicBezTo>
                  <a:cubicBezTo>
                    <a:pt x="3257" y="1425"/>
                    <a:pt x="3253" y="1485"/>
                    <a:pt x="3265" y="1541"/>
                  </a:cubicBezTo>
                  <a:cubicBezTo>
                    <a:pt x="3273" y="1573"/>
                    <a:pt x="3285" y="1601"/>
                    <a:pt x="3305" y="1629"/>
                  </a:cubicBezTo>
                  <a:lnTo>
                    <a:pt x="3349" y="1681"/>
                  </a:lnTo>
                  <a:cubicBezTo>
                    <a:pt x="3409" y="1753"/>
                    <a:pt x="3469" y="1821"/>
                    <a:pt x="3529" y="1889"/>
                  </a:cubicBezTo>
                  <a:lnTo>
                    <a:pt x="3897" y="2289"/>
                  </a:lnTo>
                  <a:cubicBezTo>
                    <a:pt x="3957" y="2353"/>
                    <a:pt x="4021" y="2421"/>
                    <a:pt x="4073" y="2489"/>
                  </a:cubicBezTo>
                  <a:cubicBezTo>
                    <a:pt x="4085" y="2505"/>
                    <a:pt x="4097" y="2521"/>
                    <a:pt x="4109" y="2541"/>
                  </a:cubicBezTo>
                  <a:cubicBezTo>
                    <a:pt x="4117" y="2557"/>
                    <a:pt x="4129" y="2577"/>
                    <a:pt x="4137" y="2597"/>
                  </a:cubicBezTo>
                  <a:lnTo>
                    <a:pt x="4145" y="2609"/>
                  </a:lnTo>
                  <a:cubicBezTo>
                    <a:pt x="3989" y="2553"/>
                    <a:pt x="3841" y="2473"/>
                    <a:pt x="3705" y="2373"/>
                  </a:cubicBezTo>
                  <a:cubicBezTo>
                    <a:pt x="3625" y="2317"/>
                    <a:pt x="3553" y="2253"/>
                    <a:pt x="3485" y="2181"/>
                  </a:cubicBezTo>
                  <a:lnTo>
                    <a:pt x="3281" y="1965"/>
                  </a:lnTo>
                  <a:cubicBezTo>
                    <a:pt x="3213" y="1889"/>
                    <a:pt x="3137" y="1821"/>
                    <a:pt x="3057" y="1757"/>
                  </a:cubicBezTo>
                  <a:cubicBezTo>
                    <a:pt x="2977" y="1689"/>
                    <a:pt x="2889" y="1633"/>
                    <a:pt x="2793" y="1589"/>
                  </a:cubicBezTo>
                  <a:cubicBezTo>
                    <a:pt x="2697" y="1549"/>
                    <a:pt x="2593" y="1521"/>
                    <a:pt x="2489" y="1509"/>
                  </a:cubicBezTo>
                  <a:cubicBezTo>
                    <a:pt x="2437" y="1503"/>
                    <a:pt x="2385" y="1500"/>
                    <a:pt x="2333" y="1500"/>
                  </a:cubicBezTo>
                  <a:cubicBezTo>
                    <a:pt x="2281" y="1500"/>
                    <a:pt x="2229" y="1503"/>
                    <a:pt x="2177" y="1509"/>
                  </a:cubicBezTo>
                  <a:cubicBezTo>
                    <a:pt x="2153" y="1509"/>
                    <a:pt x="2129" y="1513"/>
                    <a:pt x="2101" y="1517"/>
                  </a:cubicBezTo>
                  <a:cubicBezTo>
                    <a:pt x="2073" y="1525"/>
                    <a:pt x="2049" y="1529"/>
                    <a:pt x="2025" y="1533"/>
                  </a:cubicBezTo>
                  <a:cubicBezTo>
                    <a:pt x="1977" y="1545"/>
                    <a:pt x="1925" y="1561"/>
                    <a:pt x="1877" y="1577"/>
                  </a:cubicBezTo>
                  <a:cubicBezTo>
                    <a:pt x="1781" y="1609"/>
                    <a:pt x="1689" y="1649"/>
                    <a:pt x="1597" y="1693"/>
                  </a:cubicBezTo>
                  <a:cubicBezTo>
                    <a:pt x="1417" y="1781"/>
                    <a:pt x="1241" y="1885"/>
                    <a:pt x="1073" y="1989"/>
                  </a:cubicBezTo>
                  <a:cubicBezTo>
                    <a:pt x="901" y="2093"/>
                    <a:pt x="733" y="2201"/>
                    <a:pt x="569" y="2313"/>
                  </a:cubicBezTo>
                  <a:cubicBezTo>
                    <a:pt x="405" y="2421"/>
                    <a:pt x="237" y="2537"/>
                    <a:pt x="77" y="2653"/>
                  </a:cubicBezTo>
                  <a:lnTo>
                    <a:pt x="1" y="2713"/>
                  </a:lnTo>
                  <a:lnTo>
                    <a:pt x="101" y="2721"/>
                  </a:lnTo>
                  <a:cubicBezTo>
                    <a:pt x="193" y="2729"/>
                    <a:pt x="293" y="2769"/>
                    <a:pt x="325" y="2841"/>
                  </a:cubicBezTo>
                  <a:cubicBezTo>
                    <a:pt x="341" y="2881"/>
                    <a:pt x="345" y="2921"/>
                    <a:pt x="333" y="2961"/>
                  </a:cubicBezTo>
                  <a:lnTo>
                    <a:pt x="333" y="2969"/>
                  </a:lnTo>
                  <a:lnTo>
                    <a:pt x="333" y="2985"/>
                  </a:lnTo>
                  <a:lnTo>
                    <a:pt x="333" y="3001"/>
                  </a:lnTo>
                  <a:cubicBezTo>
                    <a:pt x="333" y="3021"/>
                    <a:pt x="333" y="3037"/>
                    <a:pt x="333" y="3053"/>
                  </a:cubicBezTo>
                  <a:cubicBezTo>
                    <a:pt x="337" y="3081"/>
                    <a:pt x="345" y="3109"/>
                    <a:pt x="349" y="3137"/>
                  </a:cubicBezTo>
                  <a:cubicBezTo>
                    <a:pt x="381" y="3241"/>
                    <a:pt x="425" y="3337"/>
                    <a:pt x="477" y="3429"/>
                  </a:cubicBezTo>
                  <a:cubicBezTo>
                    <a:pt x="529" y="3521"/>
                    <a:pt x="589" y="3609"/>
                    <a:pt x="649" y="3697"/>
                  </a:cubicBezTo>
                  <a:cubicBezTo>
                    <a:pt x="773" y="3865"/>
                    <a:pt x="913" y="4025"/>
                    <a:pt x="1073" y="4161"/>
                  </a:cubicBezTo>
                  <a:cubicBezTo>
                    <a:pt x="1153" y="4233"/>
                    <a:pt x="1237" y="4293"/>
                    <a:pt x="1333" y="4345"/>
                  </a:cubicBezTo>
                  <a:cubicBezTo>
                    <a:pt x="1361" y="4357"/>
                    <a:pt x="1385" y="4365"/>
                    <a:pt x="1413" y="4377"/>
                  </a:cubicBezTo>
                  <a:cubicBezTo>
                    <a:pt x="1441" y="4385"/>
                    <a:pt x="1473" y="4389"/>
                    <a:pt x="1497" y="4397"/>
                  </a:cubicBezTo>
                  <a:cubicBezTo>
                    <a:pt x="1549" y="4405"/>
                    <a:pt x="1601" y="4413"/>
                    <a:pt x="1653" y="4421"/>
                  </a:cubicBezTo>
                  <a:cubicBezTo>
                    <a:pt x="1831" y="4445"/>
                    <a:pt x="2016" y="4458"/>
                    <a:pt x="2199" y="4458"/>
                  </a:cubicBezTo>
                  <a:cubicBezTo>
                    <a:pt x="2225" y="4458"/>
                    <a:pt x="2251" y="4457"/>
                    <a:pt x="2277" y="4457"/>
                  </a:cubicBezTo>
                  <a:cubicBezTo>
                    <a:pt x="2489" y="4457"/>
                    <a:pt x="2701" y="4425"/>
                    <a:pt x="2901" y="4361"/>
                  </a:cubicBezTo>
                  <a:cubicBezTo>
                    <a:pt x="2953" y="4341"/>
                    <a:pt x="3001" y="4317"/>
                    <a:pt x="3049" y="4289"/>
                  </a:cubicBezTo>
                  <a:cubicBezTo>
                    <a:pt x="3093" y="4261"/>
                    <a:pt x="3133" y="4237"/>
                    <a:pt x="3181" y="4213"/>
                  </a:cubicBezTo>
                  <a:cubicBezTo>
                    <a:pt x="3269" y="4169"/>
                    <a:pt x="3361" y="4133"/>
                    <a:pt x="3461" y="4113"/>
                  </a:cubicBezTo>
                  <a:cubicBezTo>
                    <a:pt x="3545" y="4092"/>
                    <a:pt x="3632" y="4080"/>
                    <a:pt x="3722" y="4080"/>
                  </a:cubicBezTo>
                  <a:cubicBezTo>
                    <a:pt x="3735" y="4080"/>
                    <a:pt x="3748" y="4080"/>
                    <a:pt x="3761" y="4081"/>
                  </a:cubicBezTo>
                  <a:cubicBezTo>
                    <a:pt x="3833" y="4081"/>
                    <a:pt x="3905" y="4093"/>
                    <a:pt x="3977" y="4109"/>
                  </a:cubicBezTo>
                  <a:cubicBezTo>
                    <a:pt x="3825" y="4241"/>
                    <a:pt x="3705" y="4389"/>
                    <a:pt x="3561" y="4509"/>
                  </a:cubicBezTo>
                  <a:cubicBezTo>
                    <a:pt x="3521" y="4541"/>
                    <a:pt x="3477" y="4573"/>
                    <a:pt x="3437" y="4605"/>
                  </a:cubicBezTo>
                  <a:lnTo>
                    <a:pt x="3373" y="4645"/>
                  </a:lnTo>
                  <a:lnTo>
                    <a:pt x="3301" y="4685"/>
                  </a:lnTo>
                  <a:cubicBezTo>
                    <a:pt x="3205" y="4733"/>
                    <a:pt x="3105" y="4781"/>
                    <a:pt x="3009" y="4833"/>
                  </a:cubicBezTo>
                  <a:cubicBezTo>
                    <a:pt x="2809" y="4933"/>
                    <a:pt x="2625" y="5057"/>
                    <a:pt x="2461" y="5201"/>
                  </a:cubicBezTo>
                  <a:cubicBezTo>
                    <a:pt x="2377" y="5277"/>
                    <a:pt x="2305" y="5365"/>
                    <a:pt x="2257" y="5465"/>
                  </a:cubicBezTo>
                  <a:cubicBezTo>
                    <a:pt x="2205" y="5565"/>
                    <a:pt x="2181" y="5677"/>
                    <a:pt x="2189" y="5789"/>
                  </a:cubicBezTo>
                  <a:lnTo>
                    <a:pt x="2189" y="5793"/>
                  </a:lnTo>
                  <a:cubicBezTo>
                    <a:pt x="2269" y="5933"/>
                    <a:pt x="2357" y="6069"/>
                    <a:pt x="2449" y="6201"/>
                  </a:cubicBezTo>
                  <a:cubicBezTo>
                    <a:pt x="2497" y="6269"/>
                    <a:pt x="2545" y="6333"/>
                    <a:pt x="2601" y="6393"/>
                  </a:cubicBezTo>
                  <a:cubicBezTo>
                    <a:pt x="2625" y="6425"/>
                    <a:pt x="2653" y="6457"/>
                    <a:pt x="2681" y="6485"/>
                  </a:cubicBezTo>
                  <a:cubicBezTo>
                    <a:pt x="2709" y="6517"/>
                    <a:pt x="2737" y="6545"/>
                    <a:pt x="2773" y="6573"/>
                  </a:cubicBezTo>
                  <a:cubicBezTo>
                    <a:pt x="2789" y="6585"/>
                    <a:pt x="2805" y="6601"/>
                    <a:pt x="2821" y="6613"/>
                  </a:cubicBezTo>
                  <a:lnTo>
                    <a:pt x="2873" y="6645"/>
                  </a:lnTo>
                  <a:lnTo>
                    <a:pt x="2917" y="6677"/>
                  </a:lnTo>
                  <a:cubicBezTo>
                    <a:pt x="2933" y="6689"/>
                    <a:pt x="2945" y="6705"/>
                    <a:pt x="2957" y="6717"/>
                  </a:cubicBezTo>
                  <a:cubicBezTo>
                    <a:pt x="2985" y="6741"/>
                    <a:pt x="3009" y="6769"/>
                    <a:pt x="3033" y="6801"/>
                  </a:cubicBezTo>
                  <a:cubicBezTo>
                    <a:pt x="3053" y="6833"/>
                    <a:pt x="3077" y="6861"/>
                    <a:pt x="3093" y="6897"/>
                  </a:cubicBezTo>
                  <a:cubicBezTo>
                    <a:pt x="3133" y="6965"/>
                    <a:pt x="3169" y="7033"/>
                    <a:pt x="3193" y="7105"/>
                  </a:cubicBezTo>
                  <a:cubicBezTo>
                    <a:pt x="3209" y="7141"/>
                    <a:pt x="3221" y="7181"/>
                    <a:pt x="3233" y="7217"/>
                  </a:cubicBezTo>
                  <a:cubicBezTo>
                    <a:pt x="3241" y="7253"/>
                    <a:pt x="3253" y="7293"/>
                    <a:pt x="3261" y="7329"/>
                  </a:cubicBezTo>
                  <a:lnTo>
                    <a:pt x="3281" y="7421"/>
                  </a:lnTo>
                  <a:lnTo>
                    <a:pt x="3357" y="7361"/>
                  </a:lnTo>
                  <a:cubicBezTo>
                    <a:pt x="3521" y="7237"/>
                    <a:pt x="3717" y="7165"/>
                    <a:pt x="3921" y="7153"/>
                  </a:cubicBezTo>
                  <a:lnTo>
                    <a:pt x="3993" y="7153"/>
                  </a:lnTo>
                  <a:cubicBezTo>
                    <a:pt x="4017" y="7153"/>
                    <a:pt x="4049" y="7161"/>
                    <a:pt x="4073" y="7161"/>
                  </a:cubicBezTo>
                  <a:lnTo>
                    <a:pt x="4121" y="7161"/>
                  </a:lnTo>
                  <a:cubicBezTo>
                    <a:pt x="4129" y="7163"/>
                    <a:pt x="4137" y="7164"/>
                    <a:pt x="4145" y="7164"/>
                  </a:cubicBezTo>
                  <a:cubicBezTo>
                    <a:pt x="4153" y="7164"/>
                    <a:pt x="4161" y="7163"/>
                    <a:pt x="4169" y="7161"/>
                  </a:cubicBezTo>
                  <a:cubicBezTo>
                    <a:pt x="4201" y="7161"/>
                    <a:pt x="4229" y="7157"/>
                    <a:pt x="4261" y="7153"/>
                  </a:cubicBezTo>
                  <a:cubicBezTo>
                    <a:pt x="4369" y="7129"/>
                    <a:pt x="4481" y="7101"/>
                    <a:pt x="4585" y="7061"/>
                  </a:cubicBezTo>
                  <a:cubicBezTo>
                    <a:pt x="4793" y="6985"/>
                    <a:pt x="4997" y="6897"/>
                    <a:pt x="5197" y="6805"/>
                  </a:cubicBezTo>
                  <a:cubicBezTo>
                    <a:pt x="5393" y="6709"/>
                    <a:pt x="5589" y="6613"/>
                    <a:pt x="5781" y="6509"/>
                  </a:cubicBezTo>
                  <a:cubicBezTo>
                    <a:pt x="5977" y="6405"/>
                    <a:pt x="6165" y="6297"/>
                    <a:pt x="6353" y="6177"/>
                  </a:cubicBezTo>
                  <a:cubicBezTo>
                    <a:pt x="6541" y="6065"/>
                    <a:pt x="6721" y="5937"/>
                    <a:pt x="6893" y="5797"/>
                  </a:cubicBezTo>
                  <a:cubicBezTo>
                    <a:pt x="6937" y="5757"/>
                    <a:pt x="6977" y="5717"/>
                    <a:pt x="7013" y="5669"/>
                  </a:cubicBezTo>
                  <a:cubicBezTo>
                    <a:pt x="7021" y="5657"/>
                    <a:pt x="7029" y="5645"/>
                    <a:pt x="7037" y="5633"/>
                  </a:cubicBezTo>
                  <a:lnTo>
                    <a:pt x="7041" y="5621"/>
                  </a:lnTo>
                  <a:cubicBezTo>
                    <a:pt x="7041" y="5621"/>
                    <a:pt x="7045" y="5613"/>
                    <a:pt x="7045" y="5613"/>
                  </a:cubicBezTo>
                  <a:lnTo>
                    <a:pt x="7045" y="5609"/>
                  </a:lnTo>
                  <a:lnTo>
                    <a:pt x="7053" y="5585"/>
                  </a:lnTo>
                  <a:cubicBezTo>
                    <a:pt x="7057" y="5573"/>
                    <a:pt x="7061" y="5557"/>
                    <a:pt x="7065" y="5541"/>
                  </a:cubicBezTo>
                  <a:lnTo>
                    <a:pt x="7065" y="5497"/>
                  </a:lnTo>
                  <a:cubicBezTo>
                    <a:pt x="7069" y="5433"/>
                    <a:pt x="7053" y="5373"/>
                    <a:pt x="7021" y="5321"/>
                  </a:cubicBezTo>
                  <a:cubicBezTo>
                    <a:pt x="7005" y="5297"/>
                    <a:pt x="6989" y="5273"/>
                    <a:pt x="6973" y="5253"/>
                  </a:cubicBezTo>
                  <a:lnTo>
                    <a:pt x="6973" y="5253"/>
                  </a:lnTo>
                  <a:lnTo>
                    <a:pt x="7041" y="5257"/>
                  </a:lnTo>
                  <a:cubicBezTo>
                    <a:pt x="7149" y="5265"/>
                    <a:pt x="7257" y="5289"/>
                    <a:pt x="7361" y="5317"/>
                  </a:cubicBezTo>
                  <a:cubicBezTo>
                    <a:pt x="7393" y="5329"/>
                    <a:pt x="7429" y="5345"/>
                    <a:pt x="7461" y="5357"/>
                  </a:cubicBezTo>
                  <a:cubicBezTo>
                    <a:pt x="7477" y="5365"/>
                    <a:pt x="7497" y="5377"/>
                    <a:pt x="7513" y="5381"/>
                  </a:cubicBezTo>
                  <a:cubicBezTo>
                    <a:pt x="7529" y="5393"/>
                    <a:pt x="7545" y="5401"/>
                    <a:pt x="7561" y="5417"/>
                  </a:cubicBezTo>
                  <a:cubicBezTo>
                    <a:pt x="7625" y="5477"/>
                    <a:pt x="7685" y="5545"/>
                    <a:pt x="7733" y="5621"/>
                  </a:cubicBezTo>
                  <a:cubicBezTo>
                    <a:pt x="7793" y="5713"/>
                    <a:pt x="7861" y="5797"/>
                    <a:pt x="7937" y="5873"/>
                  </a:cubicBezTo>
                  <a:cubicBezTo>
                    <a:pt x="7985" y="5921"/>
                    <a:pt x="8037" y="5957"/>
                    <a:pt x="8097" y="5981"/>
                  </a:cubicBezTo>
                  <a:cubicBezTo>
                    <a:pt x="8133" y="5993"/>
                    <a:pt x="8171" y="5999"/>
                    <a:pt x="8208" y="5999"/>
                  </a:cubicBezTo>
                  <a:cubicBezTo>
                    <a:pt x="8243" y="5999"/>
                    <a:pt x="8277" y="5994"/>
                    <a:pt x="8309" y="5985"/>
                  </a:cubicBezTo>
                  <a:cubicBezTo>
                    <a:pt x="8433" y="5945"/>
                    <a:pt x="8549" y="5893"/>
                    <a:pt x="8673" y="5845"/>
                  </a:cubicBezTo>
                  <a:cubicBezTo>
                    <a:pt x="8797" y="5793"/>
                    <a:pt x="8921" y="5741"/>
                    <a:pt x="9049" y="5689"/>
                  </a:cubicBezTo>
                  <a:cubicBezTo>
                    <a:pt x="9181" y="5637"/>
                    <a:pt x="9313" y="5585"/>
                    <a:pt x="9449" y="5541"/>
                  </a:cubicBezTo>
                  <a:cubicBezTo>
                    <a:pt x="9589" y="5497"/>
                    <a:pt x="9733" y="5469"/>
                    <a:pt x="9881" y="5461"/>
                  </a:cubicBezTo>
                  <a:cubicBezTo>
                    <a:pt x="9953" y="5461"/>
                    <a:pt x="10025" y="5473"/>
                    <a:pt x="10097" y="5497"/>
                  </a:cubicBezTo>
                  <a:cubicBezTo>
                    <a:pt x="10133" y="5509"/>
                    <a:pt x="10173" y="5521"/>
                    <a:pt x="10209" y="5533"/>
                  </a:cubicBezTo>
                  <a:cubicBezTo>
                    <a:pt x="10231" y="5539"/>
                    <a:pt x="10254" y="5542"/>
                    <a:pt x="10277" y="5542"/>
                  </a:cubicBezTo>
                  <a:cubicBezTo>
                    <a:pt x="10300" y="5542"/>
                    <a:pt x="10323" y="5539"/>
                    <a:pt x="10345" y="5533"/>
                  </a:cubicBezTo>
                  <a:cubicBezTo>
                    <a:pt x="10369" y="5521"/>
                    <a:pt x="10385" y="5501"/>
                    <a:pt x="10393" y="5473"/>
                  </a:cubicBezTo>
                  <a:cubicBezTo>
                    <a:pt x="10397" y="5449"/>
                    <a:pt x="10397" y="5425"/>
                    <a:pt x="10393" y="5405"/>
                  </a:cubicBezTo>
                  <a:cubicBezTo>
                    <a:pt x="10385" y="5365"/>
                    <a:pt x="10373" y="5325"/>
                    <a:pt x="10357" y="5285"/>
                  </a:cubicBezTo>
                  <a:cubicBezTo>
                    <a:pt x="10325" y="5209"/>
                    <a:pt x="10289" y="5137"/>
                    <a:pt x="10249" y="5065"/>
                  </a:cubicBezTo>
                  <a:cubicBezTo>
                    <a:pt x="10213" y="4997"/>
                    <a:pt x="10173" y="4925"/>
                    <a:pt x="10129" y="4857"/>
                  </a:cubicBezTo>
                  <a:cubicBezTo>
                    <a:pt x="10109" y="4821"/>
                    <a:pt x="10089" y="4785"/>
                    <a:pt x="10069" y="4749"/>
                  </a:cubicBezTo>
                  <a:cubicBezTo>
                    <a:pt x="10053" y="4713"/>
                    <a:pt x="10037" y="4681"/>
                    <a:pt x="10021" y="4641"/>
                  </a:cubicBezTo>
                  <a:cubicBezTo>
                    <a:pt x="9969" y="4489"/>
                    <a:pt x="9929" y="4333"/>
                    <a:pt x="9901" y="4173"/>
                  </a:cubicBezTo>
                  <a:cubicBezTo>
                    <a:pt x="9869" y="4005"/>
                    <a:pt x="9813" y="3845"/>
                    <a:pt x="9733" y="3697"/>
                  </a:cubicBezTo>
                  <a:cubicBezTo>
                    <a:pt x="9645" y="3549"/>
                    <a:pt x="9513" y="3429"/>
                    <a:pt x="9357" y="3353"/>
                  </a:cubicBezTo>
                  <a:cubicBezTo>
                    <a:pt x="9213" y="3293"/>
                    <a:pt x="9065" y="3253"/>
                    <a:pt x="8913" y="3237"/>
                  </a:cubicBezTo>
                  <a:cubicBezTo>
                    <a:pt x="8965" y="3213"/>
                    <a:pt x="9017" y="3185"/>
                    <a:pt x="9069" y="3161"/>
                  </a:cubicBezTo>
                  <a:cubicBezTo>
                    <a:pt x="9101" y="3145"/>
                    <a:pt x="9129" y="3125"/>
                    <a:pt x="9161" y="3101"/>
                  </a:cubicBezTo>
                  <a:cubicBezTo>
                    <a:pt x="9173" y="3089"/>
                    <a:pt x="9189" y="3077"/>
                    <a:pt x="9205" y="3065"/>
                  </a:cubicBezTo>
                  <a:cubicBezTo>
                    <a:pt x="9217" y="3053"/>
                    <a:pt x="9233" y="3041"/>
                    <a:pt x="9245" y="3025"/>
                  </a:cubicBezTo>
                  <a:cubicBezTo>
                    <a:pt x="9289" y="2965"/>
                    <a:pt x="9329" y="2901"/>
                    <a:pt x="9361" y="2837"/>
                  </a:cubicBezTo>
                  <a:cubicBezTo>
                    <a:pt x="9433" y="2713"/>
                    <a:pt x="9497" y="2585"/>
                    <a:pt x="9561" y="2457"/>
                  </a:cubicBezTo>
                  <a:lnTo>
                    <a:pt x="9749" y="2073"/>
                  </a:lnTo>
                  <a:cubicBezTo>
                    <a:pt x="9809" y="1945"/>
                    <a:pt x="9873" y="1817"/>
                    <a:pt x="9937" y="1689"/>
                  </a:cubicBezTo>
                  <a:cubicBezTo>
                    <a:pt x="9969" y="1629"/>
                    <a:pt x="10001" y="1565"/>
                    <a:pt x="10037" y="1505"/>
                  </a:cubicBezTo>
                  <a:cubicBezTo>
                    <a:pt x="10053" y="1477"/>
                    <a:pt x="10065" y="1449"/>
                    <a:pt x="10085" y="1417"/>
                  </a:cubicBezTo>
                  <a:lnTo>
                    <a:pt x="10145" y="1325"/>
                  </a:lnTo>
                  <a:cubicBezTo>
                    <a:pt x="10221" y="1197"/>
                    <a:pt x="10277" y="1057"/>
                    <a:pt x="10309" y="909"/>
                  </a:cubicBezTo>
                  <a:cubicBezTo>
                    <a:pt x="10325" y="841"/>
                    <a:pt x="10341" y="769"/>
                    <a:pt x="10353" y="697"/>
                  </a:cubicBezTo>
                  <a:cubicBezTo>
                    <a:pt x="10365" y="625"/>
                    <a:pt x="10373" y="553"/>
                    <a:pt x="10377" y="477"/>
                  </a:cubicBezTo>
                  <a:lnTo>
                    <a:pt x="10385" y="401"/>
                  </a:lnTo>
                  <a:lnTo>
                    <a:pt x="10305" y="405"/>
                  </a:lnTo>
                  <a:cubicBezTo>
                    <a:pt x="10207" y="414"/>
                    <a:pt x="10108" y="422"/>
                    <a:pt x="10009" y="422"/>
                  </a:cubicBezTo>
                  <a:cubicBezTo>
                    <a:pt x="9988" y="422"/>
                    <a:pt x="9967" y="421"/>
                    <a:pt x="9945" y="421"/>
                  </a:cubicBezTo>
                  <a:cubicBezTo>
                    <a:pt x="9825" y="417"/>
                    <a:pt x="9701" y="409"/>
                    <a:pt x="9581" y="393"/>
                  </a:cubicBezTo>
                  <a:cubicBezTo>
                    <a:pt x="9461" y="377"/>
                    <a:pt x="9341" y="353"/>
                    <a:pt x="9221" y="321"/>
                  </a:cubicBezTo>
                  <a:cubicBezTo>
                    <a:pt x="9165" y="309"/>
                    <a:pt x="9101" y="289"/>
                    <a:pt x="9045" y="273"/>
                  </a:cubicBezTo>
                  <a:lnTo>
                    <a:pt x="8953" y="245"/>
                  </a:lnTo>
                  <a:lnTo>
                    <a:pt x="8861" y="225"/>
                  </a:lnTo>
                  <a:cubicBezTo>
                    <a:pt x="8797" y="213"/>
                    <a:pt x="8733" y="207"/>
                    <a:pt x="8669" y="207"/>
                  </a:cubicBezTo>
                  <a:cubicBezTo>
                    <a:pt x="8605" y="207"/>
                    <a:pt x="8541" y="213"/>
                    <a:pt x="8477" y="225"/>
                  </a:cubicBezTo>
                  <a:cubicBezTo>
                    <a:pt x="8353" y="253"/>
                    <a:pt x="8237" y="301"/>
                    <a:pt x="8133" y="377"/>
                  </a:cubicBezTo>
                  <a:cubicBezTo>
                    <a:pt x="8029" y="449"/>
                    <a:pt x="7937" y="533"/>
                    <a:pt x="7853" y="625"/>
                  </a:cubicBezTo>
                  <a:cubicBezTo>
                    <a:pt x="7769" y="721"/>
                    <a:pt x="7689" y="821"/>
                    <a:pt x="7617" y="921"/>
                  </a:cubicBezTo>
                  <a:cubicBezTo>
                    <a:pt x="7545" y="1021"/>
                    <a:pt x="7473" y="1121"/>
                    <a:pt x="7397" y="1217"/>
                  </a:cubicBezTo>
                  <a:cubicBezTo>
                    <a:pt x="7325" y="1309"/>
                    <a:pt x="7237" y="1393"/>
                    <a:pt x="7141" y="1461"/>
                  </a:cubicBezTo>
                  <a:cubicBezTo>
                    <a:pt x="7041" y="1529"/>
                    <a:pt x="6933" y="1577"/>
                    <a:pt x="6821" y="1613"/>
                  </a:cubicBezTo>
                  <a:cubicBezTo>
                    <a:pt x="6705" y="1653"/>
                    <a:pt x="6585" y="1685"/>
                    <a:pt x="6469" y="1721"/>
                  </a:cubicBezTo>
                  <a:cubicBezTo>
                    <a:pt x="6457" y="1721"/>
                    <a:pt x="6445" y="1725"/>
                    <a:pt x="6437" y="1729"/>
                  </a:cubicBezTo>
                  <a:cubicBezTo>
                    <a:pt x="6473" y="1585"/>
                    <a:pt x="6537" y="1445"/>
                    <a:pt x="6617" y="1317"/>
                  </a:cubicBezTo>
                  <a:cubicBezTo>
                    <a:pt x="6665" y="1249"/>
                    <a:pt x="6725" y="1189"/>
                    <a:pt x="6793" y="1141"/>
                  </a:cubicBezTo>
                  <a:lnTo>
                    <a:pt x="6845" y="1097"/>
                  </a:lnTo>
                  <a:cubicBezTo>
                    <a:pt x="6865" y="1085"/>
                    <a:pt x="6885" y="1065"/>
                    <a:pt x="6901" y="1049"/>
                  </a:cubicBezTo>
                  <a:cubicBezTo>
                    <a:pt x="6921" y="1033"/>
                    <a:pt x="6933" y="1013"/>
                    <a:pt x="6953" y="993"/>
                  </a:cubicBezTo>
                  <a:cubicBezTo>
                    <a:pt x="6969" y="977"/>
                    <a:pt x="6981" y="953"/>
                    <a:pt x="6993" y="933"/>
                  </a:cubicBezTo>
                  <a:cubicBezTo>
                    <a:pt x="7045" y="845"/>
                    <a:pt x="7065" y="745"/>
                    <a:pt x="7053" y="641"/>
                  </a:cubicBezTo>
                  <a:cubicBezTo>
                    <a:pt x="7037" y="541"/>
                    <a:pt x="6981" y="449"/>
                    <a:pt x="6901" y="381"/>
                  </a:cubicBezTo>
                  <a:cubicBezTo>
                    <a:pt x="6885" y="365"/>
                    <a:pt x="6861" y="349"/>
                    <a:pt x="6841" y="337"/>
                  </a:cubicBezTo>
                  <a:cubicBezTo>
                    <a:pt x="6821" y="321"/>
                    <a:pt x="6801" y="313"/>
                    <a:pt x="6777" y="301"/>
                  </a:cubicBezTo>
                  <a:lnTo>
                    <a:pt x="6765" y="293"/>
                  </a:lnTo>
                  <a:lnTo>
                    <a:pt x="6757" y="293"/>
                  </a:lnTo>
                  <a:lnTo>
                    <a:pt x="6745" y="285"/>
                  </a:lnTo>
                  <a:lnTo>
                    <a:pt x="6713" y="273"/>
                  </a:lnTo>
                  <a:cubicBezTo>
                    <a:pt x="6689" y="265"/>
                    <a:pt x="6665" y="261"/>
                    <a:pt x="6645" y="253"/>
                  </a:cubicBezTo>
                  <a:cubicBezTo>
                    <a:pt x="6553" y="233"/>
                    <a:pt x="6461" y="221"/>
                    <a:pt x="6369" y="217"/>
                  </a:cubicBezTo>
                  <a:cubicBezTo>
                    <a:pt x="6323" y="215"/>
                    <a:pt x="6278" y="214"/>
                    <a:pt x="6233" y="214"/>
                  </a:cubicBezTo>
                  <a:cubicBezTo>
                    <a:pt x="6097" y="214"/>
                    <a:pt x="5965" y="221"/>
                    <a:pt x="5833" y="221"/>
                  </a:cubicBezTo>
                  <a:cubicBezTo>
                    <a:pt x="5745" y="221"/>
                    <a:pt x="5661" y="217"/>
                    <a:pt x="5573" y="209"/>
                  </a:cubicBezTo>
                  <a:lnTo>
                    <a:pt x="5509" y="197"/>
                  </a:lnTo>
                  <a:cubicBezTo>
                    <a:pt x="5489" y="189"/>
                    <a:pt x="5469" y="185"/>
                    <a:pt x="5449" y="177"/>
                  </a:cubicBezTo>
                  <a:lnTo>
                    <a:pt x="5329" y="125"/>
                  </a:lnTo>
                  <a:cubicBezTo>
                    <a:pt x="5245" y="89"/>
                    <a:pt x="5161" y="57"/>
                    <a:pt x="5073" y="37"/>
                  </a:cubicBezTo>
                  <a:cubicBezTo>
                    <a:pt x="4989" y="13"/>
                    <a:pt x="4897" y="1"/>
                    <a:pt x="4805" y="1"/>
                  </a:cubicBezTo>
                  <a:close/>
                </a:path>
              </a:pathLst>
            </a:custGeom>
            <a:solidFill>
              <a:srgbClr val="FF6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65"/>
            <p:cNvSpPr/>
            <p:nvPr/>
          </p:nvSpPr>
          <p:spPr>
            <a:xfrm flipH="1">
              <a:off x="8256801" y="2587803"/>
              <a:ext cx="552061" cy="328278"/>
            </a:xfrm>
            <a:custGeom>
              <a:avLst/>
              <a:gdLst/>
              <a:ahLst/>
              <a:cxnLst/>
              <a:rect l="l" t="t" r="r" b="b"/>
              <a:pathLst>
                <a:path w="4105" h="2441" extrusionOk="0">
                  <a:moveTo>
                    <a:pt x="531" y="1909"/>
                  </a:moveTo>
                  <a:cubicBezTo>
                    <a:pt x="539" y="1943"/>
                    <a:pt x="555" y="1975"/>
                    <a:pt x="580" y="2001"/>
                  </a:cubicBezTo>
                  <a:cubicBezTo>
                    <a:pt x="566" y="1969"/>
                    <a:pt x="549" y="1939"/>
                    <a:pt x="531" y="1909"/>
                  </a:cubicBezTo>
                  <a:close/>
                  <a:moveTo>
                    <a:pt x="2708" y="1"/>
                  </a:moveTo>
                  <a:lnTo>
                    <a:pt x="2708" y="1"/>
                  </a:lnTo>
                  <a:cubicBezTo>
                    <a:pt x="2292" y="461"/>
                    <a:pt x="1836" y="873"/>
                    <a:pt x="1336" y="1237"/>
                  </a:cubicBezTo>
                  <a:cubicBezTo>
                    <a:pt x="1224" y="1129"/>
                    <a:pt x="1244" y="933"/>
                    <a:pt x="1328" y="801"/>
                  </a:cubicBezTo>
                  <a:cubicBezTo>
                    <a:pt x="1412" y="669"/>
                    <a:pt x="1548" y="577"/>
                    <a:pt x="1664" y="473"/>
                  </a:cubicBezTo>
                  <a:cubicBezTo>
                    <a:pt x="1780" y="365"/>
                    <a:pt x="1888" y="229"/>
                    <a:pt x="1888" y="73"/>
                  </a:cubicBezTo>
                  <a:lnTo>
                    <a:pt x="1888" y="73"/>
                  </a:lnTo>
                  <a:cubicBezTo>
                    <a:pt x="1780" y="177"/>
                    <a:pt x="1660" y="273"/>
                    <a:pt x="1528" y="357"/>
                  </a:cubicBezTo>
                  <a:cubicBezTo>
                    <a:pt x="1468" y="397"/>
                    <a:pt x="1385" y="430"/>
                    <a:pt x="1313" y="430"/>
                  </a:cubicBezTo>
                  <a:cubicBezTo>
                    <a:pt x="1257" y="430"/>
                    <a:pt x="1209" y="410"/>
                    <a:pt x="1184" y="357"/>
                  </a:cubicBezTo>
                  <a:lnTo>
                    <a:pt x="516" y="645"/>
                  </a:lnTo>
                  <a:cubicBezTo>
                    <a:pt x="316" y="729"/>
                    <a:pt x="96" y="841"/>
                    <a:pt x="44" y="1053"/>
                  </a:cubicBezTo>
                  <a:cubicBezTo>
                    <a:pt x="0" y="1237"/>
                    <a:pt x="104" y="1421"/>
                    <a:pt x="228" y="1561"/>
                  </a:cubicBezTo>
                  <a:cubicBezTo>
                    <a:pt x="332" y="1675"/>
                    <a:pt x="450" y="1781"/>
                    <a:pt x="531" y="1909"/>
                  </a:cubicBezTo>
                  <a:lnTo>
                    <a:pt x="531" y="1909"/>
                  </a:lnTo>
                  <a:cubicBezTo>
                    <a:pt x="520" y="1861"/>
                    <a:pt x="526" y="1810"/>
                    <a:pt x="552" y="1765"/>
                  </a:cubicBezTo>
                  <a:lnTo>
                    <a:pt x="552" y="1765"/>
                  </a:lnTo>
                  <a:cubicBezTo>
                    <a:pt x="660" y="1833"/>
                    <a:pt x="688" y="1977"/>
                    <a:pt x="724" y="2101"/>
                  </a:cubicBezTo>
                  <a:cubicBezTo>
                    <a:pt x="760" y="2225"/>
                    <a:pt x="840" y="2365"/>
                    <a:pt x="968" y="2373"/>
                  </a:cubicBezTo>
                  <a:lnTo>
                    <a:pt x="984" y="2389"/>
                  </a:lnTo>
                  <a:cubicBezTo>
                    <a:pt x="900" y="2149"/>
                    <a:pt x="952" y="1881"/>
                    <a:pt x="1116" y="1685"/>
                  </a:cubicBezTo>
                  <a:cubicBezTo>
                    <a:pt x="1216" y="1925"/>
                    <a:pt x="1240" y="2185"/>
                    <a:pt x="1184" y="2441"/>
                  </a:cubicBezTo>
                  <a:lnTo>
                    <a:pt x="1964" y="1949"/>
                  </a:lnTo>
                  <a:cubicBezTo>
                    <a:pt x="2124" y="1849"/>
                    <a:pt x="2292" y="1741"/>
                    <a:pt x="2356" y="1565"/>
                  </a:cubicBezTo>
                  <a:lnTo>
                    <a:pt x="2356" y="1565"/>
                  </a:lnTo>
                  <a:cubicBezTo>
                    <a:pt x="2348" y="1789"/>
                    <a:pt x="2244" y="2001"/>
                    <a:pt x="2072" y="2145"/>
                  </a:cubicBezTo>
                  <a:lnTo>
                    <a:pt x="3916" y="1281"/>
                  </a:lnTo>
                  <a:cubicBezTo>
                    <a:pt x="3968" y="1261"/>
                    <a:pt x="4012" y="1229"/>
                    <a:pt x="4052" y="1185"/>
                  </a:cubicBezTo>
                  <a:cubicBezTo>
                    <a:pt x="4104" y="1109"/>
                    <a:pt x="4084" y="1005"/>
                    <a:pt x="4064" y="913"/>
                  </a:cubicBezTo>
                  <a:lnTo>
                    <a:pt x="3996" y="645"/>
                  </a:lnTo>
                  <a:lnTo>
                    <a:pt x="3912" y="877"/>
                  </a:lnTo>
                  <a:cubicBezTo>
                    <a:pt x="3920" y="785"/>
                    <a:pt x="3820" y="725"/>
                    <a:pt x="3728" y="717"/>
                  </a:cubicBezTo>
                  <a:cubicBezTo>
                    <a:pt x="3640" y="705"/>
                    <a:pt x="3544" y="725"/>
                    <a:pt x="3460" y="689"/>
                  </a:cubicBezTo>
                  <a:cubicBezTo>
                    <a:pt x="3352" y="641"/>
                    <a:pt x="3300" y="521"/>
                    <a:pt x="3232" y="421"/>
                  </a:cubicBezTo>
                  <a:cubicBezTo>
                    <a:pt x="3144" y="289"/>
                    <a:pt x="3016" y="181"/>
                    <a:pt x="2864" y="117"/>
                  </a:cubicBezTo>
                  <a:lnTo>
                    <a:pt x="2864" y="117"/>
                  </a:lnTo>
                  <a:cubicBezTo>
                    <a:pt x="2936" y="237"/>
                    <a:pt x="2880" y="393"/>
                    <a:pt x="2748" y="437"/>
                  </a:cubicBezTo>
                  <a:cubicBezTo>
                    <a:pt x="2708" y="293"/>
                    <a:pt x="2696" y="149"/>
                    <a:pt x="270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65"/>
            <p:cNvSpPr/>
            <p:nvPr/>
          </p:nvSpPr>
          <p:spPr>
            <a:xfrm flipH="1">
              <a:off x="7782338" y="2439600"/>
              <a:ext cx="507412" cy="290488"/>
            </a:xfrm>
            <a:custGeom>
              <a:avLst/>
              <a:gdLst/>
              <a:ahLst/>
              <a:cxnLst/>
              <a:rect l="l" t="t" r="r" b="b"/>
              <a:pathLst>
                <a:path w="3773" h="2160" extrusionOk="0">
                  <a:moveTo>
                    <a:pt x="2160" y="0"/>
                  </a:moveTo>
                  <a:cubicBezTo>
                    <a:pt x="2073" y="0"/>
                    <a:pt x="1986" y="6"/>
                    <a:pt x="1900" y="15"/>
                  </a:cubicBezTo>
                  <a:cubicBezTo>
                    <a:pt x="1636" y="47"/>
                    <a:pt x="1380" y="111"/>
                    <a:pt x="1136" y="211"/>
                  </a:cubicBezTo>
                  <a:cubicBezTo>
                    <a:pt x="1184" y="311"/>
                    <a:pt x="1308" y="355"/>
                    <a:pt x="1416" y="359"/>
                  </a:cubicBezTo>
                  <a:cubicBezTo>
                    <a:pt x="1425" y="359"/>
                    <a:pt x="1434" y="359"/>
                    <a:pt x="1443" y="359"/>
                  </a:cubicBezTo>
                  <a:cubicBezTo>
                    <a:pt x="1517" y="359"/>
                    <a:pt x="1592" y="349"/>
                    <a:pt x="1665" y="349"/>
                  </a:cubicBezTo>
                  <a:cubicBezTo>
                    <a:pt x="1693" y="349"/>
                    <a:pt x="1721" y="351"/>
                    <a:pt x="1748" y="355"/>
                  </a:cubicBezTo>
                  <a:cubicBezTo>
                    <a:pt x="2028" y="399"/>
                    <a:pt x="2192" y="679"/>
                    <a:pt x="2320" y="931"/>
                  </a:cubicBezTo>
                  <a:cubicBezTo>
                    <a:pt x="2004" y="639"/>
                    <a:pt x="1508" y="755"/>
                    <a:pt x="1084" y="667"/>
                  </a:cubicBezTo>
                  <a:cubicBezTo>
                    <a:pt x="895" y="630"/>
                    <a:pt x="695" y="547"/>
                    <a:pt x="508" y="547"/>
                  </a:cubicBezTo>
                  <a:cubicBezTo>
                    <a:pt x="431" y="547"/>
                    <a:pt x="356" y="561"/>
                    <a:pt x="284" y="599"/>
                  </a:cubicBezTo>
                  <a:cubicBezTo>
                    <a:pt x="264" y="607"/>
                    <a:pt x="248" y="623"/>
                    <a:pt x="236" y="643"/>
                  </a:cubicBezTo>
                  <a:cubicBezTo>
                    <a:pt x="224" y="675"/>
                    <a:pt x="232" y="715"/>
                    <a:pt x="256" y="743"/>
                  </a:cubicBezTo>
                  <a:cubicBezTo>
                    <a:pt x="352" y="899"/>
                    <a:pt x="512" y="1011"/>
                    <a:pt x="692" y="1047"/>
                  </a:cubicBezTo>
                  <a:cubicBezTo>
                    <a:pt x="840" y="1079"/>
                    <a:pt x="992" y="1055"/>
                    <a:pt x="1140" y="1079"/>
                  </a:cubicBezTo>
                  <a:cubicBezTo>
                    <a:pt x="1284" y="1103"/>
                    <a:pt x="1444" y="1187"/>
                    <a:pt x="1476" y="1335"/>
                  </a:cubicBezTo>
                  <a:cubicBezTo>
                    <a:pt x="1369" y="1265"/>
                    <a:pt x="1246" y="1249"/>
                    <a:pt x="1116" y="1249"/>
                  </a:cubicBezTo>
                  <a:cubicBezTo>
                    <a:pt x="1005" y="1249"/>
                    <a:pt x="889" y="1261"/>
                    <a:pt x="777" y="1261"/>
                  </a:cubicBezTo>
                  <a:cubicBezTo>
                    <a:pt x="660" y="1261"/>
                    <a:pt x="546" y="1248"/>
                    <a:pt x="444" y="1195"/>
                  </a:cubicBezTo>
                  <a:cubicBezTo>
                    <a:pt x="340" y="1140"/>
                    <a:pt x="224" y="1044"/>
                    <a:pt x="120" y="1044"/>
                  </a:cubicBezTo>
                  <a:cubicBezTo>
                    <a:pt x="91" y="1044"/>
                    <a:pt x="64" y="1051"/>
                    <a:pt x="38" y="1068"/>
                  </a:cubicBezTo>
                  <a:lnTo>
                    <a:pt x="38" y="1068"/>
                  </a:lnTo>
                  <a:cubicBezTo>
                    <a:pt x="25" y="1053"/>
                    <a:pt x="13" y="1038"/>
                    <a:pt x="0" y="1023"/>
                  </a:cubicBezTo>
                  <a:lnTo>
                    <a:pt x="0" y="1023"/>
                  </a:lnTo>
                  <a:lnTo>
                    <a:pt x="28" y="1075"/>
                  </a:lnTo>
                  <a:cubicBezTo>
                    <a:pt x="31" y="1072"/>
                    <a:pt x="35" y="1070"/>
                    <a:pt x="38" y="1068"/>
                  </a:cubicBezTo>
                  <a:lnTo>
                    <a:pt x="38" y="1068"/>
                  </a:lnTo>
                  <a:cubicBezTo>
                    <a:pt x="187" y="1246"/>
                    <a:pt x="345" y="1424"/>
                    <a:pt x="548" y="1535"/>
                  </a:cubicBezTo>
                  <a:cubicBezTo>
                    <a:pt x="852" y="1707"/>
                    <a:pt x="1232" y="1711"/>
                    <a:pt x="1536" y="1887"/>
                  </a:cubicBezTo>
                  <a:cubicBezTo>
                    <a:pt x="1716" y="1987"/>
                    <a:pt x="1880" y="2151"/>
                    <a:pt x="2088" y="2159"/>
                  </a:cubicBezTo>
                  <a:cubicBezTo>
                    <a:pt x="2093" y="2159"/>
                    <a:pt x="2098" y="2159"/>
                    <a:pt x="2103" y="2159"/>
                  </a:cubicBezTo>
                  <a:cubicBezTo>
                    <a:pt x="2324" y="2159"/>
                    <a:pt x="2505" y="1984"/>
                    <a:pt x="2696" y="1871"/>
                  </a:cubicBezTo>
                  <a:cubicBezTo>
                    <a:pt x="2897" y="1750"/>
                    <a:pt x="3125" y="1688"/>
                    <a:pt x="3354" y="1688"/>
                  </a:cubicBezTo>
                  <a:cubicBezTo>
                    <a:pt x="3495" y="1688"/>
                    <a:pt x="3637" y="1711"/>
                    <a:pt x="3772" y="1759"/>
                  </a:cubicBezTo>
                  <a:cubicBezTo>
                    <a:pt x="3688" y="1599"/>
                    <a:pt x="3540" y="1479"/>
                    <a:pt x="3360" y="1431"/>
                  </a:cubicBezTo>
                  <a:cubicBezTo>
                    <a:pt x="3240" y="1403"/>
                    <a:pt x="3112" y="1407"/>
                    <a:pt x="2992" y="1375"/>
                  </a:cubicBezTo>
                  <a:cubicBezTo>
                    <a:pt x="2868" y="1343"/>
                    <a:pt x="2748" y="1255"/>
                    <a:pt x="2740" y="1131"/>
                  </a:cubicBezTo>
                  <a:lnTo>
                    <a:pt x="2740" y="1131"/>
                  </a:lnTo>
                  <a:cubicBezTo>
                    <a:pt x="2941" y="1254"/>
                    <a:pt x="3173" y="1318"/>
                    <a:pt x="3408" y="1318"/>
                  </a:cubicBezTo>
                  <a:cubicBezTo>
                    <a:pt x="3440" y="1318"/>
                    <a:pt x="3472" y="1317"/>
                    <a:pt x="3504" y="1315"/>
                  </a:cubicBezTo>
                  <a:cubicBezTo>
                    <a:pt x="3444" y="1207"/>
                    <a:pt x="3444" y="1075"/>
                    <a:pt x="3424" y="955"/>
                  </a:cubicBezTo>
                  <a:cubicBezTo>
                    <a:pt x="3372" y="627"/>
                    <a:pt x="3176" y="339"/>
                    <a:pt x="2888" y="171"/>
                  </a:cubicBezTo>
                  <a:cubicBezTo>
                    <a:pt x="2668" y="46"/>
                    <a:pt x="2414" y="0"/>
                    <a:pt x="21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65"/>
            <p:cNvSpPr/>
            <p:nvPr/>
          </p:nvSpPr>
          <p:spPr>
            <a:xfrm flipH="1">
              <a:off x="7804931" y="2034666"/>
              <a:ext cx="428873" cy="356116"/>
            </a:xfrm>
            <a:custGeom>
              <a:avLst/>
              <a:gdLst/>
              <a:ahLst/>
              <a:cxnLst/>
              <a:rect l="l" t="t" r="r" b="b"/>
              <a:pathLst>
                <a:path w="3189" h="2648" extrusionOk="0">
                  <a:moveTo>
                    <a:pt x="2999" y="368"/>
                  </a:moveTo>
                  <a:cubicBezTo>
                    <a:pt x="3027" y="373"/>
                    <a:pt x="3055" y="376"/>
                    <a:pt x="3084" y="378"/>
                  </a:cubicBezTo>
                  <a:cubicBezTo>
                    <a:pt x="3056" y="372"/>
                    <a:pt x="3028" y="369"/>
                    <a:pt x="2999" y="368"/>
                  </a:cubicBezTo>
                  <a:close/>
                  <a:moveTo>
                    <a:pt x="2009" y="0"/>
                  </a:moveTo>
                  <a:cubicBezTo>
                    <a:pt x="1830" y="0"/>
                    <a:pt x="1652" y="58"/>
                    <a:pt x="1504" y="166"/>
                  </a:cubicBezTo>
                  <a:cubicBezTo>
                    <a:pt x="1464" y="198"/>
                    <a:pt x="1432" y="234"/>
                    <a:pt x="1404" y="274"/>
                  </a:cubicBezTo>
                  <a:cubicBezTo>
                    <a:pt x="1376" y="342"/>
                    <a:pt x="1360" y="414"/>
                    <a:pt x="1356" y="486"/>
                  </a:cubicBezTo>
                  <a:cubicBezTo>
                    <a:pt x="1256" y="1162"/>
                    <a:pt x="652" y="1670"/>
                    <a:pt x="0" y="1866"/>
                  </a:cubicBezTo>
                  <a:cubicBezTo>
                    <a:pt x="85" y="1879"/>
                    <a:pt x="171" y="1886"/>
                    <a:pt x="255" y="1886"/>
                  </a:cubicBezTo>
                  <a:cubicBezTo>
                    <a:pt x="594" y="1886"/>
                    <a:pt x="926" y="1779"/>
                    <a:pt x="1204" y="1578"/>
                  </a:cubicBezTo>
                  <a:lnTo>
                    <a:pt x="1204" y="1578"/>
                  </a:lnTo>
                  <a:cubicBezTo>
                    <a:pt x="1116" y="1726"/>
                    <a:pt x="988" y="1850"/>
                    <a:pt x="836" y="1930"/>
                  </a:cubicBezTo>
                  <a:cubicBezTo>
                    <a:pt x="907" y="1943"/>
                    <a:pt x="978" y="1949"/>
                    <a:pt x="1049" y="1949"/>
                  </a:cubicBezTo>
                  <a:cubicBezTo>
                    <a:pt x="1279" y="1949"/>
                    <a:pt x="1504" y="1881"/>
                    <a:pt x="1696" y="1750"/>
                  </a:cubicBezTo>
                  <a:lnTo>
                    <a:pt x="1696" y="1750"/>
                  </a:lnTo>
                  <a:cubicBezTo>
                    <a:pt x="1560" y="1906"/>
                    <a:pt x="1540" y="2162"/>
                    <a:pt x="1360" y="2266"/>
                  </a:cubicBezTo>
                  <a:cubicBezTo>
                    <a:pt x="1288" y="2298"/>
                    <a:pt x="1208" y="2314"/>
                    <a:pt x="1128" y="2314"/>
                  </a:cubicBezTo>
                  <a:lnTo>
                    <a:pt x="440" y="2366"/>
                  </a:lnTo>
                  <a:lnTo>
                    <a:pt x="312" y="2462"/>
                  </a:lnTo>
                  <a:cubicBezTo>
                    <a:pt x="375" y="2432"/>
                    <a:pt x="441" y="2420"/>
                    <a:pt x="509" y="2420"/>
                  </a:cubicBezTo>
                  <a:cubicBezTo>
                    <a:pt x="633" y="2420"/>
                    <a:pt x="761" y="2459"/>
                    <a:pt x="880" y="2498"/>
                  </a:cubicBezTo>
                  <a:cubicBezTo>
                    <a:pt x="1133" y="2577"/>
                    <a:pt x="1409" y="2648"/>
                    <a:pt x="1672" y="2648"/>
                  </a:cubicBezTo>
                  <a:cubicBezTo>
                    <a:pt x="1875" y="2648"/>
                    <a:pt x="2071" y="2605"/>
                    <a:pt x="2240" y="2490"/>
                  </a:cubicBezTo>
                  <a:cubicBezTo>
                    <a:pt x="2264" y="2474"/>
                    <a:pt x="2288" y="2450"/>
                    <a:pt x="2304" y="2426"/>
                  </a:cubicBezTo>
                  <a:cubicBezTo>
                    <a:pt x="2324" y="2378"/>
                    <a:pt x="2336" y="2326"/>
                    <a:pt x="2332" y="2274"/>
                  </a:cubicBezTo>
                  <a:cubicBezTo>
                    <a:pt x="2348" y="1942"/>
                    <a:pt x="2616" y="1686"/>
                    <a:pt x="2812" y="1414"/>
                  </a:cubicBezTo>
                  <a:cubicBezTo>
                    <a:pt x="2992" y="1166"/>
                    <a:pt x="3120" y="882"/>
                    <a:pt x="3188" y="582"/>
                  </a:cubicBezTo>
                  <a:lnTo>
                    <a:pt x="3188" y="582"/>
                  </a:lnTo>
                  <a:cubicBezTo>
                    <a:pt x="3084" y="662"/>
                    <a:pt x="2964" y="718"/>
                    <a:pt x="2836" y="746"/>
                  </a:cubicBezTo>
                  <a:cubicBezTo>
                    <a:pt x="2814" y="749"/>
                    <a:pt x="2791" y="751"/>
                    <a:pt x="2768" y="751"/>
                  </a:cubicBezTo>
                  <a:cubicBezTo>
                    <a:pt x="2660" y="751"/>
                    <a:pt x="2551" y="711"/>
                    <a:pt x="2488" y="622"/>
                  </a:cubicBezTo>
                  <a:lnTo>
                    <a:pt x="3108" y="554"/>
                  </a:lnTo>
                  <a:cubicBezTo>
                    <a:pt x="2992" y="522"/>
                    <a:pt x="2880" y="470"/>
                    <a:pt x="2776" y="406"/>
                  </a:cubicBezTo>
                  <a:cubicBezTo>
                    <a:pt x="2844" y="381"/>
                    <a:pt x="2915" y="368"/>
                    <a:pt x="2985" y="368"/>
                  </a:cubicBezTo>
                  <a:cubicBezTo>
                    <a:pt x="2989" y="368"/>
                    <a:pt x="2994" y="368"/>
                    <a:pt x="2999" y="368"/>
                  </a:cubicBezTo>
                  <a:lnTo>
                    <a:pt x="2999" y="368"/>
                  </a:lnTo>
                  <a:cubicBezTo>
                    <a:pt x="2729" y="320"/>
                    <a:pt x="2500" y="106"/>
                    <a:pt x="2228" y="30"/>
                  </a:cubicBezTo>
                  <a:cubicBezTo>
                    <a:pt x="2156" y="10"/>
                    <a:pt x="2083" y="0"/>
                    <a:pt x="2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65"/>
            <p:cNvSpPr/>
            <p:nvPr/>
          </p:nvSpPr>
          <p:spPr>
            <a:xfrm flipH="1">
              <a:off x="8225062" y="2006290"/>
              <a:ext cx="420804" cy="344416"/>
            </a:xfrm>
            <a:custGeom>
              <a:avLst/>
              <a:gdLst/>
              <a:ahLst/>
              <a:cxnLst/>
              <a:rect l="l" t="t" r="r" b="b"/>
              <a:pathLst>
                <a:path w="3129" h="2561" extrusionOk="0">
                  <a:moveTo>
                    <a:pt x="2680" y="1469"/>
                  </a:moveTo>
                  <a:lnTo>
                    <a:pt x="2680" y="1469"/>
                  </a:lnTo>
                  <a:cubicBezTo>
                    <a:pt x="2680" y="1469"/>
                    <a:pt x="2679" y="1469"/>
                    <a:pt x="2678" y="1469"/>
                  </a:cubicBezTo>
                  <a:lnTo>
                    <a:pt x="2678" y="1469"/>
                  </a:lnTo>
                  <a:cubicBezTo>
                    <a:pt x="2676" y="1476"/>
                    <a:pt x="2674" y="1482"/>
                    <a:pt x="2672" y="1489"/>
                  </a:cubicBezTo>
                  <a:lnTo>
                    <a:pt x="2680" y="1469"/>
                  </a:lnTo>
                  <a:close/>
                  <a:moveTo>
                    <a:pt x="1163" y="0"/>
                  </a:moveTo>
                  <a:cubicBezTo>
                    <a:pt x="1019" y="0"/>
                    <a:pt x="872" y="65"/>
                    <a:pt x="832" y="201"/>
                  </a:cubicBezTo>
                  <a:cubicBezTo>
                    <a:pt x="816" y="265"/>
                    <a:pt x="828" y="337"/>
                    <a:pt x="816" y="401"/>
                  </a:cubicBezTo>
                  <a:cubicBezTo>
                    <a:pt x="804" y="469"/>
                    <a:pt x="760" y="541"/>
                    <a:pt x="692" y="541"/>
                  </a:cubicBezTo>
                  <a:cubicBezTo>
                    <a:pt x="684" y="477"/>
                    <a:pt x="688" y="409"/>
                    <a:pt x="704" y="345"/>
                  </a:cubicBezTo>
                  <a:lnTo>
                    <a:pt x="704" y="345"/>
                  </a:lnTo>
                  <a:cubicBezTo>
                    <a:pt x="428" y="525"/>
                    <a:pt x="208" y="773"/>
                    <a:pt x="56" y="1065"/>
                  </a:cubicBezTo>
                  <a:cubicBezTo>
                    <a:pt x="20" y="1125"/>
                    <a:pt x="0" y="1189"/>
                    <a:pt x="0" y="1257"/>
                  </a:cubicBezTo>
                  <a:cubicBezTo>
                    <a:pt x="0" y="1421"/>
                    <a:pt x="156" y="1529"/>
                    <a:pt x="272" y="1645"/>
                  </a:cubicBezTo>
                  <a:cubicBezTo>
                    <a:pt x="416" y="1793"/>
                    <a:pt x="504" y="1985"/>
                    <a:pt x="612" y="2161"/>
                  </a:cubicBezTo>
                  <a:cubicBezTo>
                    <a:pt x="720" y="2337"/>
                    <a:pt x="864" y="2505"/>
                    <a:pt x="1060" y="2561"/>
                  </a:cubicBezTo>
                  <a:cubicBezTo>
                    <a:pt x="900" y="2317"/>
                    <a:pt x="736" y="2077"/>
                    <a:pt x="572" y="1833"/>
                  </a:cubicBezTo>
                  <a:cubicBezTo>
                    <a:pt x="484" y="1705"/>
                    <a:pt x="392" y="1569"/>
                    <a:pt x="352" y="1417"/>
                  </a:cubicBezTo>
                  <a:cubicBezTo>
                    <a:pt x="308" y="1265"/>
                    <a:pt x="320" y="1089"/>
                    <a:pt x="420" y="969"/>
                  </a:cubicBezTo>
                  <a:cubicBezTo>
                    <a:pt x="482" y="894"/>
                    <a:pt x="579" y="852"/>
                    <a:pt x="671" y="852"/>
                  </a:cubicBezTo>
                  <a:cubicBezTo>
                    <a:pt x="733" y="852"/>
                    <a:pt x="794" y="871"/>
                    <a:pt x="840" y="913"/>
                  </a:cubicBezTo>
                  <a:cubicBezTo>
                    <a:pt x="648" y="1001"/>
                    <a:pt x="580" y="1261"/>
                    <a:pt x="636" y="1465"/>
                  </a:cubicBezTo>
                  <a:cubicBezTo>
                    <a:pt x="696" y="1669"/>
                    <a:pt x="844" y="1837"/>
                    <a:pt x="992" y="1993"/>
                  </a:cubicBezTo>
                  <a:cubicBezTo>
                    <a:pt x="1004" y="2009"/>
                    <a:pt x="1024" y="2025"/>
                    <a:pt x="1048" y="2029"/>
                  </a:cubicBezTo>
                  <a:cubicBezTo>
                    <a:pt x="1080" y="2029"/>
                    <a:pt x="1104" y="1993"/>
                    <a:pt x="1116" y="1961"/>
                  </a:cubicBezTo>
                  <a:lnTo>
                    <a:pt x="1296" y="1573"/>
                  </a:lnTo>
                  <a:cubicBezTo>
                    <a:pt x="1352" y="1453"/>
                    <a:pt x="1380" y="1265"/>
                    <a:pt x="1256" y="1221"/>
                  </a:cubicBezTo>
                  <a:cubicBezTo>
                    <a:pt x="1277" y="1182"/>
                    <a:pt x="1318" y="1161"/>
                    <a:pt x="1359" y="1161"/>
                  </a:cubicBezTo>
                  <a:cubicBezTo>
                    <a:pt x="1373" y="1161"/>
                    <a:pt x="1387" y="1164"/>
                    <a:pt x="1400" y="1169"/>
                  </a:cubicBezTo>
                  <a:cubicBezTo>
                    <a:pt x="1452" y="1193"/>
                    <a:pt x="1496" y="1237"/>
                    <a:pt x="1516" y="1289"/>
                  </a:cubicBezTo>
                  <a:cubicBezTo>
                    <a:pt x="1584" y="1445"/>
                    <a:pt x="1536" y="1625"/>
                    <a:pt x="1504" y="1793"/>
                  </a:cubicBezTo>
                  <a:cubicBezTo>
                    <a:pt x="1468" y="1961"/>
                    <a:pt x="1456" y="2153"/>
                    <a:pt x="1572" y="2281"/>
                  </a:cubicBezTo>
                  <a:cubicBezTo>
                    <a:pt x="1577" y="2281"/>
                    <a:pt x="1582" y="2281"/>
                    <a:pt x="1586" y="2281"/>
                  </a:cubicBezTo>
                  <a:cubicBezTo>
                    <a:pt x="1690" y="2281"/>
                    <a:pt x="1760" y="2156"/>
                    <a:pt x="1756" y="2049"/>
                  </a:cubicBezTo>
                  <a:cubicBezTo>
                    <a:pt x="1752" y="1937"/>
                    <a:pt x="1700" y="1833"/>
                    <a:pt x="1700" y="1721"/>
                  </a:cubicBezTo>
                  <a:cubicBezTo>
                    <a:pt x="1700" y="1597"/>
                    <a:pt x="1756" y="1485"/>
                    <a:pt x="1812" y="1373"/>
                  </a:cubicBezTo>
                  <a:cubicBezTo>
                    <a:pt x="1912" y="1185"/>
                    <a:pt x="2020" y="989"/>
                    <a:pt x="2192" y="861"/>
                  </a:cubicBezTo>
                  <a:cubicBezTo>
                    <a:pt x="2250" y="820"/>
                    <a:pt x="2328" y="792"/>
                    <a:pt x="2397" y="792"/>
                  </a:cubicBezTo>
                  <a:cubicBezTo>
                    <a:pt x="2457" y="792"/>
                    <a:pt x="2511" y="813"/>
                    <a:pt x="2540" y="865"/>
                  </a:cubicBezTo>
                  <a:cubicBezTo>
                    <a:pt x="2596" y="965"/>
                    <a:pt x="2512" y="1093"/>
                    <a:pt x="2412" y="1149"/>
                  </a:cubicBezTo>
                  <a:cubicBezTo>
                    <a:pt x="2312" y="1205"/>
                    <a:pt x="2192" y="1225"/>
                    <a:pt x="2104" y="1301"/>
                  </a:cubicBezTo>
                  <a:cubicBezTo>
                    <a:pt x="2012" y="1397"/>
                    <a:pt x="1968" y="1533"/>
                    <a:pt x="1988" y="1665"/>
                  </a:cubicBezTo>
                  <a:cubicBezTo>
                    <a:pt x="2012" y="1793"/>
                    <a:pt x="2056" y="1921"/>
                    <a:pt x="2116" y="2037"/>
                  </a:cubicBezTo>
                  <a:cubicBezTo>
                    <a:pt x="2224" y="1781"/>
                    <a:pt x="2423" y="1578"/>
                    <a:pt x="2678" y="1469"/>
                  </a:cubicBezTo>
                  <a:lnTo>
                    <a:pt x="2678" y="1469"/>
                  </a:lnTo>
                  <a:cubicBezTo>
                    <a:pt x="2734" y="1300"/>
                    <a:pt x="2812" y="1135"/>
                    <a:pt x="2912" y="989"/>
                  </a:cubicBezTo>
                  <a:cubicBezTo>
                    <a:pt x="3012" y="841"/>
                    <a:pt x="3128" y="653"/>
                    <a:pt x="3028" y="509"/>
                  </a:cubicBezTo>
                  <a:cubicBezTo>
                    <a:pt x="3000" y="469"/>
                    <a:pt x="2960" y="441"/>
                    <a:pt x="2916" y="417"/>
                  </a:cubicBezTo>
                  <a:cubicBezTo>
                    <a:pt x="2556" y="229"/>
                    <a:pt x="2104" y="345"/>
                    <a:pt x="1720" y="205"/>
                  </a:cubicBezTo>
                  <a:cubicBezTo>
                    <a:pt x="1560" y="149"/>
                    <a:pt x="1420" y="45"/>
                    <a:pt x="1252" y="9"/>
                  </a:cubicBezTo>
                  <a:cubicBezTo>
                    <a:pt x="1223" y="3"/>
                    <a:pt x="1193" y="0"/>
                    <a:pt x="11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65"/>
            <p:cNvSpPr/>
            <p:nvPr/>
          </p:nvSpPr>
          <p:spPr>
            <a:xfrm flipH="1">
              <a:off x="8641966" y="2223079"/>
              <a:ext cx="439631" cy="325723"/>
            </a:xfrm>
            <a:custGeom>
              <a:avLst/>
              <a:gdLst/>
              <a:ahLst/>
              <a:cxnLst/>
              <a:rect l="l" t="t" r="r" b="b"/>
              <a:pathLst>
                <a:path w="3269" h="2422" extrusionOk="0">
                  <a:moveTo>
                    <a:pt x="1683" y="0"/>
                  </a:moveTo>
                  <a:cubicBezTo>
                    <a:pt x="1674" y="0"/>
                    <a:pt x="1665" y="1"/>
                    <a:pt x="1656" y="1"/>
                  </a:cubicBezTo>
                  <a:cubicBezTo>
                    <a:pt x="1472" y="5"/>
                    <a:pt x="1288" y="37"/>
                    <a:pt x="1112" y="101"/>
                  </a:cubicBezTo>
                  <a:cubicBezTo>
                    <a:pt x="708" y="257"/>
                    <a:pt x="404" y="601"/>
                    <a:pt x="16" y="801"/>
                  </a:cubicBezTo>
                  <a:lnTo>
                    <a:pt x="12" y="801"/>
                  </a:lnTo>
                  <a:cubicBezTo>
                    <a:pt x="1" y="878"/>
                    <a:pt x="88" y="938"/>
                    <a:pt x="167" y="938"/>
                  </a:cubicBezTo>
                  <a:cubicBezTo>
                    <a:pt x="174" y="938"/>
                    <a:pt x="181" y="938"/>
                    <a:pt x="188" y="937"/>
                  </a:cubicBezTo>
                  <a:cubicBezTo>
                    <a:pt x="272" y="925"/>
                    <a:pt x="340" y="865"/>
                    <a:pt x="416" y="829"/>
                  </a:cubicBezTo>
                  <a:cubicBezTo>
                    <a:pt x="486" y="797"/>
                    <a:pt x="559" y="781"/>
                    <a:pt x="632" y="781"/>
                  </a:cubicBezTo>
                  <a:cubicBezTo>
                    <a:pt x="777" y="781"/>
                    <a:pt x="919" y="842"/>
                    <a:pt x="1020" y="957"/>
                  </a:cubicBezTo>
                  <a:cubicBezTo>
                    <a:pt x="923" y="923"/>
                    <a:pt x="821" y="908"/>
                    <a:pt x="720" y="908"/>
                  </a:cubicBezTo>
                  <a:cubicBezTo>
                    <a:pt x="688" y="908"/>
                    <a:pt x="656" y="910"/>
                    <a:pt x="624" y="913"/>
                  </a:cubicBezTo>
                  <a:cubicBezTo>
                    <a:pt x="488" y="925"/>
                    <a:pt x="364" y="993"/>
                    <a:pt x="284" y="1101"/>
                  </a:cubicBezTo>
                  <a:cubicBezTo>
                    <a:pt x="252" y="1141"/>
                    <a:pt x="240" y="1189"/>
                    <a:pt x="240" y="1237"/>
                  </a:cubicBezTo>
                  <a:cubicBezTo>
                    <a:pt x="248" y="1281"/>
                    <a:pt x="264" y="1325"/>
                    <a:pt x="292" y="1365"/>
                  </a:cubicBezTo>
                  <a:cubicBezTo>
                    <a:pt x="536" y="1757"/>
                    <a:pt x="812" y="2165"/>
                    <a:pt x="1244" y="2329"/>
                  </a:cubicBezTo>
                  <a:cubicBezTo>
                    <a:pt x="1440" y="2405"/>
                    <a:pt x="1652" y="2421"/>
                    <a:pt x="1862" y="2421"/>
                  </a:cubicBezTo>
                  <a:cubicBezTo>
                    <a:pt x="1939" y="2421"/>
                    <a:pt x="2016" y="2419"/>
                    <a:pt x="2092" y="2417"/>
                  </a:cubicBezTo>
                  <a:cubicBezTo>
                    <a:pt x="1780" y="2337"/>
                    <a:pt x="1596" y="2017"/>
                    <a:pt x="1452" y="1729"/>
                  </a:cubicBezTo>
                  <a:lnTo>
                    <a:pt x="1452" y="1729"/>
                  </a:lnTo>
                  <a:cubicBezTo>
                    <a:pt x="1636" y="1773"/>
                    <a:pt x="1776" y="1917"/>
                    <a:pt x="1944" y="2005"/>
                  </a:cubicBezTo>
                  <a:cubicBezTo>
                    <a:pt x="2094" y="2077"/>
                    <a:pt x="2258" y="2114"/>
                    <a:pt x="2423" y="2114"/>
                  </a:cubicBezTo>
                  <a:cubicBezTo>
                    <a:pt x="2488" y="2114"/>
                    <a:pt x="2552" y="2108"/>
                    <a:pt x="2616" y="2097"/>
                  </a:cubicBezTo>
                  <a:cubicBezTo>
                    <a:pt x="2840" y="2061"/>
                    <a:pt x="3060" y="1989"/>
                    <a:pt x="3268" y="1889"/>
                  </a:cubicBezTo>
                  <a:lnTo>
                    <a:pt x="3268" y="1889"/>
                  </a:lnTo>
                  <a:cubicBezTo>
                    <a:pt x="3235" y="1893"/>
                    <a:pt x="3201" y="1895"/>
                    <a:pt x="3168" y="1895"/>
                  </a:cubicBezTo>
                  <a:cubicBezTo>
                    <a:pt x="2954" y="1895"/>
                    <a:pt x="2749" y="1808"/>
                    <a:pt x="2600" y="1649"/>
                  </a:cubicBezTo>
                  <a:lnTo>
                    <a:pt x="2600" y="1649"/>
                  </a:lnTo>
                  <a:cubicBezTo>
                    <a:pt x="2687" y="1686"/>
                    <a:pt x="2779" y="1704"/>
                    <a:pt x="2873" y="1704"/>
                  </a:cubicBezTo>
                  <a:cubicBezTo>
                    <a:pt x="2960" y="1704"/>
                    <a:pt x="3049" y="1688"/>
                    <a:pt x="3132" y="1657"/>
                  </a:cubicBezTo>
                  <a:cubicBezTo>
                    <a:pt x="3012" y="1605"/>
                    <a:pt x="2940" y="1481"/>
                    <a:pt x="2848" y="1389"/>
                  </a:cubicBezTo>
                  <a:cubicBezTo>
                    <a:pt x="2704" y="1241"/>
                    <a:pt x="2504" y="1161"/>
                    <a:pt x="2304" y="1121"/>
                  </a:cubicBezTo>
                  <a:cubicBezTo>
                    <a:pt x="2144" y="1085"/>
                    <a:pt x="1972" y="1065"/>
                    <a:pt x="1844" y="961"/>
                  </a:cubicBezTo>
                  <a:cubicBezTo>
                    <a:pt x="1948" y="882"/>
                    <a:pt x="2077" y="849"/>
                    <a:pt x="2208" y="849"/>
                  </a:cubicBezTo>
                  <a:cubicBezTo>
                    <a:pt x="2285" y="849"/>
                    <a:pt x="2362" y="860"/>
                    <a:pt x="2436" y="881"/>
                  </a:cubicBezTo>
                  <a:cubicBezTo>
                    <a:pt x="2632" y="937"/>
                    <a:pt x="2808" y="1049"/>
                    <a:pt x="2976" y="1161"/>
                  </a:cubicBezTo>
                  <a:cubicBezTo>
                    <a:pt x="2928" y="1045"/>
                    <a:pt x="2852" y="941"/>
                    <a:pt x="2752" y="861"/>
                  </a:cubicBezTo>
                  <a:cubicBezTo>
                    <a:pt x="2708" y="829"/>
                    <a:pt x="2660" y="801"/>
                    <a:pt x="2620" y="761"/>
                  </a:cubicBezTo>
                  <a:cubicBezTo>
                    <a:pt x="2452" y="613"/>
                    <a:pt x="2412" y="357"/>
                    <a:pt x="2264" y="201"/>
                  </a:cubicBezTo>
                  <a:cubicBezTo>
                    <a:pt x="2118" y="47"/>
                    <a:pt x="1895" y="0"/>
                    <a:pt x="16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65"/>
            <p:cNvSpPr/>
            <p:nvPr/>
          </p:nvSpPr>
          <p:spPr>
            <a:xfrm flipH="1">
              <a:off x="8151364" y="2291398"/>
              <a:ext cx="503646" cy="361630"/>
            </a:xfrm>
            <a:custGeom>
              <a:avLst/>
              <a:gdLst/>
              <a:ahLst/>
              <a:cxnLst/>
              <a:rect l="l" t="t" r="r" b="b"/>
              <a:pathLst>
                <a:path w="3745" h="2689" extrusionOk="0">
                  <a:moveTo>
                    <a:pt x="1196" y="521"/>
                  </a:moveTo>
                  <a:cubicBezTo>
                    <a:pt x="1206" y="552"/>
                    <a:pt x="1222" y="580"/>
                    <a:pt x="1242" y="604"/>
                  </a:cubicBezTo>
                  <a:lnTo>
                    <a:pt x="1242" y="604"/>
                  </a:lnTo>
                  <a:lnTo>
                    <a:pt x="1196" y="521"/>
                  </a:lnTo>
                  <a:close/>
                  <a:moveTo>
                    <a:pt x="882" y="2561"/>
                  </a:moveTo>
                  <a:cubicBezTo>
                    <a:pt x="850" y="2587"/>
                    <a:pt x="821" y="2616"/>
                    <a:pt x="800" y="2653"/>
                  </a:cubicBezTo>
                  <a:cubicBezTo>
                    <a:pt x="834" y="2628"/>
                    <a:pt x="861" y="2596"/>
                    <a:pt x="882" y="2561"/>
                  </a:cubicBezTo>
                  <a:close/>
                  <a:moveTo>
                    <a:pt x="2816" y="1"/>
                  </a:moveTo>
                  <a:lnTo>
                    <a:pt x="2484" y="341"/>
                  </a:lnTo>
                  <a:cubicBezTo>
                    <a:pt x="2467" y="361"/>
                    <a:pt x="2444" y="382"/>
                    <a:pt x="2417" y="382"/>
                  </a:cubicBezTo>
                  <a:cubicBezTo>
                    <a:pt x="2413" y="382"/>
                    <a:pt x="2408" y="382"/>
                    <a:pt x="2404" y="381"/>
                  </a:cubicBezTo>
                  <a:cubicBezTo>
                    <a:pt x="2388" y="373"/>
                    <a:pt x="2372" y="361"/>
                    <a:pt x="2364" y="345"/>
                  </a:cubicBezTo>
                  <a:cubicBezTo>
                    <a:pt x="2304" y="245"/>
                    <a:pt x="2304" y="121"/>
                    <a:pt x="2364" y="25"/>
                  </a:cubicBezTo>
                  <a:lnTo>
                    <a:pt x="2364" y="25"/>
                  </a:lnTo>
                  <a:cubicBezTo>
                    <a:pt x="2244" y="113"/>
                    <a:pt x="2180" y="257"/>
                    <a:pt x="2184" y="405"/>
                  </a:cubicBezTo>
                  <a:cubicBezTo>
                    <a:pt x="2188" y="450"/>
                    <a:pt x="2181" y="521"/>
                    <a:pt x="2136" y="521"/>
                  </a:cubicBezTo>
                  <a:cubicBezTo>
                    <a:pt x="2133" y="521"/>
                    <a:pt x="2131" y="521"/>
                    <a:pt x="2128" y="521"/>
                  </a:cubicBezTo>
                  <a:cubicBezTo>
                    <a:pt x="2096" y="517"/>
                    <a:pt x="2084" y="477"/>
                    <a:pt x="2076" y="445"/>
                  </a:cubicBezTo>
                  <a:lnTo>
                    <a:pt x="1984" y="5"/>
                  </a:lnTo>
                  <a:lnTo>
                    <a:pt x="1984" y="5"/>
                  </a:lnTo>
                  <a:cubicBezTo>
                    <a:pt x="2008" y="165"/>
                    <a:pt x="1980" y="329"/>
                    <a:pt x="1912" y="477"/>
                  </a:cubicBezTo>
                  <a:cubicBezTo>
                    <a:pt x="1892" y="521"/>
                    <a:pt x="1860" y="565"/>
                    <a:pt x="1812" y="573"/>
                  </a:cubicBezTo>
                  <a:cubicBezTo>
                    <a:pt x="1808" y="573"/>
                    <a:pt x="1803" y="574"/>
                    <a:pt x="1799" y="574"/>
                  </a:cubicBezTo>
                  <a:cubicBezTo>
                    <a:pt x="1778" y="574"/>
                    <a:pt x="1756" y="567"/>
                    <a:pt x="1736" y="561"/>
                  </a:cubicBezTo>
                  <a:cubicBezTo>
                    <a:pt x="1628" y="521"/>
                    <a:pt x="1520" y="473"/>
                    <a:pt x="1420" y="409"/>
                  </a:cubicBezTo>
                  <a:lnTo>
                    <a:pt x="1420" y="409"/>
                  </a:lnTo>
                  <a:cubicBezTo>
                    <a:pt x="1448" y="473"/>
                    <a:pt x="1476" y="537"/>
                    <a:pt x="1504" y="597"/>
                  </a:cubicBezTo>
                  <a:cubicBezTo>
                    <a:pt x="1512" y="613"/>
                    <a:pt x="1516" y="629"/>
                    <a:pt x="1516" y="649"/>
                  </a:cubicBezTo>
                  <a:cubicBezTo>
                    <a:pt x="1509" y="681"/>
                    <a:pt x="1473" y="697"/>
                    <a:pt x="1436" y="697"/>
                  </a:cubicBezTo>
                  <a:cubicBezTo>
                    <a:pt x="1432" y="697"/>
                    <a:pt x="1428" y="697"/>
                    <a:pt x="1424" y="697"/>
                  </a:cubicBezTo>
                  <a:cubicBezTo>
                    <a:pt x="1352" y="691"/>
                    <a:pt x="1286" y="657"/>
                    <a:pt x="1242" y="604"/>
                  </a:cubicBezTo>
                  <a:lnTo>
                    <a:pt x="1242" y="604"/>
                  </a:lnTo>
                  <a:lnTo>
                    <a:pt x="1348" y="797"/>
                  </a:lnTo>
                  <a:cubicBezTo>
                    <a:pt x="1360" y="813"/>
                    <a:pt x="1364" y="825"/>
                    <a:pt x="1360" y="841"/>
                  </a:cubicBezTo>
                  <a:cubicBezTo>
                    <a:pt x="1356" y="857"/>
                    <a:pt x="1344" y="865"/>
                    <a:pt x="1332" y="873"/>
                  </a:cubicBezTo>
                  <a:cubicBezTo>
                    <a:pt x="1296" y="888"/>
                    <a:pt x="1259" y="895"/>
                    <a:pt x="1222" y="895"/>
                  </a:cubicBezTo>
                  <a:cubicBezTo>
                    <a:pt x="1160" y="895"/>
                    <a:pt x="1098" y="874"/>
                    <a:pt x="1048" y="837"/>
                  </a:cubicBezTo>
                  <a:cubicBezTo>
                    <a:pt x="968" y="777"/>
                    <a:pt x="900" y="701"/>
                    <a:pt x="848" y="613"/>
                  </a:cubicBezTo>
                  <a:cubicBezTo>
                    <a:pt x="776" y="513"/>
                    <a:pt x="704" y="413"/>
                    <a:pt x="636" y="313"/>
                  </a:cubicBezTo>
                  <a:lnTo>
                    <a:pt x="636" y="313"/>
                  </a:lnTo>
                  <a:cubicBezTo>
                    <a:pt x="516" y="381"/>
                    <a:pt x="528" y="589"/>
                    <a:pt x="648" y="645"/>
                  </a:cubicBezTo>
                  <a:cubicBezTo>
                    <a:pt x="580" y="665"/>
                    <a:pt x="509" y="674"/>
                    <a:pt x="439" y="674"/>
                  </a:cubicBezTo>
                  <a:cubicBezTo>
                    <a:pt x="284" y="674"/>
                    <a:pt x="130" y="626"/>
                    <a:pt x="0" y="533"/>
                  </a:cubicBezTo>
                  <a:lnTo>
                    <a:pt x="0" y="533"/>
                  </a:lnTo>
                  <a:cubicBezTo>
                    <a:pt x="40" y="673"/>
                    <a:pt x="140" y="789"/>
                    <a:pt x="276" y="849"/>
                  </a:cubicBezTo>
                  <a:cubicBezTo>
                    <a:pt x="412" y="905"/>
                    <a:pt x="552" y="941"/>
                    <a:pt x="696" y="957"/>
                  </a:cubicBezTo>
                  <a:lnTo>
                    <a:pt x="340" y="921"/>
                  </a:lnTo>
                  <a:lnTo>
                    <a:pt x="556" y="1153"/>
                  </a:lnTo>
                  <a:cubicBezTo>
                    <a:pt x="513" y="1161"/>
                    <a:pt x="469" y="1165"/>
                    <a:pt x="426" y="1165"/>
                  </a:cubicBezTo>
                  <a:cubicBezTo>
                    <a:pt x="321" y="1165"/>
                    <a:pt x="218" y="1141"/>
                    <a:pt x="124" y="1093"/>
                  </a:cubicBezTo>
                  <a:lnTo>
                    <a:pt x="124" y="1093"/>
                  </a:lnTo>
                  <a:cubicBezTo>
                    <a:pt x="260" y="1245"/>
                    <a:pt x="408" y="1389"/>
                    <a:pt x="568" y="1521"/>
                  </a:cubicBezTo>
                  <a:cubicBezTo>
                    <a:pt x="447" y="1610"/>
                    <a:pt x="301" y="1658"/>
                    <a:pt x="153" y="1658"/>
                  </a:cubicBezTo>
                  <a:cubicBezTo>
                    <a:pt x="116" y="1658"/>
                    <a:pt x="78" y="1655"/>
                    <a:pt x="40" y="1649"/>
                  </a:cubicBezTo>
                  <a:lnTo>
                    <a:pt x="40" y="1649"/>
                  </a:lnTo>
                  <a:lnTo>
                    <a:pt x="200" y="1745"/>
                  </a:lnTo>
                  <a:lnTo>
                    <a:pt x="232" y="1701"/>
                  </a:lnTo>
                  <a:cubicBezTo>
                    <a:pt x="325" y="1739"/>
                    <a:pt x="424" y="1760"/>
                    <a:pt x="524" y="1760"/>
                  </a:cubicBezTo>
                  <a:cubicBezTo>
                    <a:pt x="579" y="1760"/>
                    <a:pt x="634" y="1754"/>
                    <a:pt x="688" y="1741"/>
                  </a:cubicBezTo>
                  <a:lnTo>
                    <a:pt x="688" y="1741"/>
                  </a:lnTo>
                  <a:lnTo>
                    <a:pt x="184" y="2353"/>
                  </a:lnTo>
                  <a:cubicBezTo>
                    <a:pt x="332" y="2325"/>
                    <a:pt x="460" y="2241"/>
                    <a:pt x="548" y="2121"/>
                  </a:cubicBezTo>
                  <a:cubicBezTo>
                    <a:pt x="596" y="2057"/>
                    <a:pt x="648" y="1969"/>
                    <a:pt x="732" y="1969"/>
                  </a:cubicBezTo>
                  <a:cubicBezTo>
                    <a:pt x="720" y="2013"/>
                    <a:pt x="700" y="2053"/>
                    <a:pt x="668" y="2085"/>
                  </a:cubicBezTo>
                  <a:cubicBezTo>
                    <a:pt x="768" y="2053"/>
                    <a:pt x="840" y="1973"/>
                    <a:pt x="928" y="1925"/>
                  </a:cubicBezTo>
                  <a:cubicBezTo>
                    <a:pt x="960" y="1910"/>
                    <a:pt x="997" y="1902"/>
                    <a:pt x="1034" y="1902"/>
                  </a:cubicBezTo>
                  <a:cubicBezTo>
                    <a:pt x="1104" y="1902"/>
                    <a:pt x="1171" y="1931"/>
                    <a:pt x="1184" y="1997"/>
                  </a:cubicBezTo>
                  <a:cubicBezTo>
                    <a:pt x="1064" y="2045"/>
                    <a:pt x="1008" y="2185"/>
                    <a:pt x="972" y="2313"/>
                  </a:cubicBezTo>
                  <a:cubicBezTo>
                    <a:pt x="951" y="2396"/>
                    <a:pt x="927" y="2487"/>
                    <a:pt x="882" y="2561"/>
                  </a:cubicBezTo>
                  <a:lnTo>
                    <a:pt x="882" y="2561"/>
                  </a:lnTo>
                  <a:cubicBezTo>
                    <a:pt x="975" y="2488"/>
                    <a:pt x="1099" y="2444"/>
                    <a:pt x="1176" y="2353"/>
                  </a:cubicBezTo>
                  <a:cubicBezTo>
                    <a:pt x="1288" y="2225"/>
                    <a:pt x="1312" y="1997"/>
                    <a:pt x="1476" y="1949"/>
                  </a:cubicBezTo>
                  <a:lnTo>
                    <a:pt x="1680" y="2077"/>
                  </a:lnTo>
                  <a:cubicBezTo>
                    <a:pt x="1684" y="2037"/>
                    <a:pt x="1716" y="2005"/>
                    <a:pt x="1756" y="2005"/>
                  </a:cubicBezTo>
                  <a:cubicBezTo>
                    <a:pt x="1760" y="2004"/>
                    <a:pt x="1764" y="2004"/>
                    <a:pt x="1767" y="2004"/>
                  </a:cubicBezTo>
                  <a:cubicBezTo>
                    <a:pt x="1800" y="2004"/>
                    <a:pt x="1831" y="2019"/>
                    <a:pt x="1860" y="2041"/>
                  </a:cubicBezTo>
                  <a:cubicBezTo>
                    <a:pt x="1960" y="2113"/>
                    <a:pt x="2008" y="2241"/>
                    <a:pt x="2084" y="2341"/>
                  </a:cubicBezTo>
                  <a:cubicBezTo>
                    <a:pt x="2204" y="2501"/>
                    <a:pt x="2392" y="2597"/>
                    <a:pt x="2576" y="2689"/>
                  </a:cubicBezTo>
                  <a:cubicBezTo>
                    <a:pt x="2543" y="2596"/>
                    <a:pt x="2495" y="2510"/>
                    <a:pt x="2434" y="2435"/>
                  </a:cubicBezTo>
                  <a:lnTo>
                    <a:pt x="2434" y="2435"/>
                  </a:lnTo>
                  <a:cubicBezTo>
                    <a:pt x="2479" y="2471"/>
                    <a:pt x="2530" y="2499"/>
                    <a:pt x="2584" y="2517"/>
                  </a:cubicBezTo>
                  <a:cubicBezTo>
                    <a:pt x="2604" y="2405"/>
                    <a:pt x="2576" y="2289"/>
                    <a:pt x="2516" y="2193"/>
                  </a:cubicBezTo>
                  <a:cubicBezTo>
                    <a:pt x="2460" y="2097"/>
                    <a:pt x="2384" y="2009"/>
                    <a:pt x="2332" y="1909"/>
                  </a:cubicBezTo>
                  <a:cubicBezTo>
                    <a:pt x="2320" y="1897"/>
                    <a:pt x="2316" y="1877"/>
                    <a:pt x="2320" y="1861"/>
                  </a:cubicBezTo>
                  <a:cubicBezTo>
                    <a:pt x="2324" y="1845"/>
                    <a:pt x="2336" y="1833"/>
                    <a:pt x="2352" y="1825"/>
                  </a:cubicBezTo>
                  <a:cubicBezTo>
                    <a:pt x="2406" y="1794"/>
                    <a:pt x="2466" y="1780"/>
                    <a:pt x="2524" y="1780"/>
                  </a:cubicBezTo>
                  <a:cubicBezTo>
                    <a:pt x="2634" y="1780"/>
                    <a:pt x="2742" y="1831"/>
                    <a:pt x="2812" y="1925"/>
                  </a:cubicBezTo>
                  <a:lnTo>
                    <a:pt x="2656" y="1701"/>
                  </a:lnTo>
                  <a:cubicBezTo>
                    <a:pt x="2644" y="1685"/>
                    <a:pt x="2636" y="1665"/>
                    <a:pt x="2632" y="1649"/>
                  </a:cubicBezTo>
                  <a:cubicBezTo>
                    <a:pt x="2636" y="1617"/>
                    <a:pt x="2656" y="1589"/>
                    <a:pt x="2684" y="1573"/>
                  </a:cubicBezTo>
                  <a:cubicBezTo>
                    <a:pt x="2838" y="1454"/>
                    <a:pt x="3023" y="1391"/>
                    <a:pt x="3211" y="1391"/>
                  </a:cubicBezTo>
                  <a:cubicBezTo>
                    <a:pt x="3306" y="1391"/>
                    <a:pt x="3403" y="1407"/>
                    <a:pt x="3496" y="1441"/>
                  </a:cubicBezTo>
                  <a:cubicBezTo>
                    <a:pt x="3428" y="1361"/>
                    <a:pt x="3344" y="1301"/>
                    <a:pt x="3248" y="1261"/>
                  </a:cubicBezTo>
                  <a:cubicBezTo>
                    <a:pt x="3188" y="1237"/>
                    <a:pt x="3108" y="1201"/>
                    <a:pt x="3116" y="1133"/>
                  </a:cubicBezTo>
                  <a:cubicBezTo>
                    <a:pt x="3124" y="1089"/>
                    <a:pt x="3172" y="1061"/>
                    <a:pt x="3216" y="1045"/>
                  </a:cubicBezTo>
                  <a:cubicBezTo>
                    <a:pt x="3293" y="1020"/>
                    <a:pt x="3372" y="1008"/>
                    <a:pt x="3451" y="1008"/>
                  </a:cubicBezTo>
                  <a:cubicBezTo>
                    <a:pt x="3551" y="1008"/>
                    <a:pt x="3651" y="1027"/>
                    <a:pt x="3744" y="1065"/>
                  </a:cubicBezTo>
                  <a:cubicBezTo>
                    <a:pt x="3656" y="993"/>
                    <a:pt x="3556" y="937"/>
                    <a:pt x="3448" y="897"/>
                  </a:cubicBezTo>
                  <a:cubicBezTo>
                    <a:pt x="3413" y="885"/>
                    <a:pt x="3375" y="879"/>
                    <a:pt x="3338" y="879"/>
                  </a:cubicBezTo>
                  <a:cubicBezTo>
                    <a:pt x="3262" y="879"/>
                    <a:pt x="3186" y="903"/>
                    <a:pt x="3124" y="949"/>
                  </a:cubicBezTo>
                  <a:cubicBezTo>
                    <a:pt x="3088" y="977"/>
                    <a:pt x="3060" y="1017"/>
                    <a:pt x="3016" y="1025"/>
                  </a:cubicBezTo>
                  <a:cubicBezTo>
                    <a:pt x="3011" y="1026"/>
                    <a:pt x="3007" y="1026"/>
                    <a:pt x="3002" y="1026"/>
                  </a:cubicBezTo>
                  <a:cubicBezTo>
                    <a:pt x="2944" y="1026"/>
                    <a:pt x="2892" y="960"/>
                    <a:pt x="2896" y="897"/>
                  </a:cubicBezTo>
                  <a:cubicBezTo>
                    <a:pt x="2908" y="829"/>
                    <a:pt x="2944" y="773"/>
                    <a:pt x="3004" y="737"/>
                  </a:cubicBezTo>
                  <a:cubicBezTo>
                    <a:pt x="3060" y="701"/>
                    <a:pt x="3112" y="661"/>
                    <a:pt x="3164" y="621"/>
                  </a:cubicBezTo>
                  <a:lnTo>
                    <a:pt x="3148" y="533"/>
                  </a:lnTo>
                  <a:cubicBezTo>
                    <a:pt x="3104" y="685"/>
                    <a:pt x="2964" y="793"/>
                    <a:pt x="2804" y="797"/>
                  </a:cubicBezTo>
                  <a:cubicBezTo>
                    <a:pt x="2732" y="721"/>
                    <a:pt x="2744" y="589"/>
                    <a:pt x="2808" y="505"/>
                  </a:cubicBezTo>
                  <a:cubicBezTo>
                    <a:pt x="2880" y="425"/>
                    <a:pt x="2972" y="369"/>
                    <a:pt x="3076" y="341"/>
                  </a:cubicBezTo>
                  <a:cubicBezTo>
                    <a:pt x="3180" y="313"/>
                    <a:pt x="3276" y="273"/>
                    <a:pt x="3368" y="217"/>
                  </a:cubicBezTo>
                  <a:cubicBezTo>
                    <a:pt x="3335" y="204"/>
                    <a:pt x="3301" y="199"/>
                    <a:pt x="3267" y="199"/>
                  </a:cubicBezTo>
                  <a:cubicBezTo>
                    <a:pt x="3126" y="199"/>
                    <a:pt x="2984" y="294"/>
                    <a:pt x="2864" y="385"/>
                  </a:cubicBezTo>
                  <a:lnTo>
                    <a:pt x="2544" y="629"/>
                  </a:lnTo>
                  <a:cubicBezTo>
                    <a:pt x="2492" y="581"/>
                    <a:pt x="2512" y="489"/>
                    <a:pt x="2540" y="417"/>
                  </a:cubicBezTo>
                  <a:cubicBezTo>
                    <a:pt x="2608" y="265"/>
                    <a:pt x="2700" y="125"/>
                    <a:pt x="2816" y="1"/>
                  </a:cubicBezTo>
                  <a:close/>
                </a:path>
              </a:pathLst>
            </a:custGeom>
            <a:solidFill>
              <a:srgbClr val="FF57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65"/>
            <p:cNvSpPr/>
            <p:nvPr/>
          </p:nvSpPr>
          <p:spPr>
            <a:xfrm flipH="1">
              <a:off x="8182027" y="2505901"/>
              <a:ext cx="656556" cy="473656"/>
            </a:xfrm>
            <a:custGeom>
              <a:avLst/>
              <a:gdLst/>
              <a:ahLst/>
              <a:cxnLst/>
              <a:rect l="l" t="t" r="r" b="b"/>
              <a:pathLst>
                <a:path w="4882" h="3522" extrusionOk="0">
                  <a:moveTo>
                    <a:pt x="2238" y="114"/>
                  </a:moveTo>
                  <a:cubicBezTo>
                    <a:pt x="2314" y="114"/>
                    <a:pt x="2392" y="149"/>
                    <a:pt x="2477" y="186"/>
                  </a:cubicBezTo>
                  <a:cubicBezTo>
                    <a:pt x="2529" y="210"/>
                    <a:pt x="2581" y="230"/>
                    <a:pt x="2637" y="246"/>
                  </a:cubicBezTo>
                  <a:cubicBezTo>
                    <a:pt x="2683" y="258"/>
                    <a:pt x="2729" y="263"/>
                    <a:pt x="2773" y="263"/>
                  </a:cubicBezTo>
                  <a:cubicBezTo>
                    <a:pt x="2786" y="263"/>
                    <a:pt x="2800" y="263"/>
                    <a:pt x="2813" y="262"/>
                  </a:cubicBezTo>
                  <a:cubicBezTo>
                    <a:pt x="2845" y="262"/>
                    <a:pt x="2873" y="258"/>
                    <a:pt x="2901" y="254"/>
                  </a:cubicBezTo>
                  <a:cubicBezTo>
                    <a:pt x="2929" y="246"/>
                    <a:pt x="2957" y="238"/>
                    <a:pt x="2985" y="230"/>
                  </a:cubicBezTo>
                  <a:lnTo>
                    <a:pt x="3021" y="218"/>
                  </a:lnTo>
                  <a:cubicBezTo>
                    <a:pt x="3033" y="218"/>
                    <a:pt x="3045" y="214"/>
                    <a:pt x="3057" y="214"/>
                  </a:cubicBezTo>
                  <a:cubicBezTo>
                    <a:pt x="3069" y="212"/>
                    <a:pt x="3081" y="211"/>
                    <a:pt x="3093" y="211"/>
                  </a:cubicBezTo>
                  <a:cubicBezTo>
                    <a:pt x="3105" y="211"/>
                    <a:pt x="3117" y="212"/>
                    <a:pt x="3129" y="214"/>
                  </a:cubicBezTo>
                  <a:cubicBezTo>
                    <a:pt x="3233" y="234"/>
                    <a:pt x="3325" y="278"/>
                    <a:pt x="3405" y="346"/>
                  </a:cubicBezTo>
                  <a:cubicBezTo>
                    <a:pt x="3489" y="414"/>
                    <a:pt x="3569" y="486"/>
                    <a:pt x="3645" y="566"/>
                  </a:cubicBezTo>
                  <a:cubicBezTo>
                    <a:pt x="3721" y="642"/>
                    <a:pt x="3793" y="726"/>
                    <a:pt x="3869" y="802"/>
                  </a:cubicBezTo>
                  <a:cubicBezTo>
                    <a:pt x="3945" y="886"/>
                    <a:pt x="4037" y="954"/>
                    <a:pt x="4137" y="1002"/>
                  </a:cubicBezTo>
                  <a:cubicBezTo>
                    <a:pt x="4337" y="1082"/>
                    <a:pt x="4537" y="1174"/>
                    <a:pt x="4689" y="1326"/>
                  </a:cubicBezTo>
                  <a:cubicBezTo>
                    <a:pt x="4757" y="1402"/>
                    <a:pt x="4817" y="1494"/>
                    <a:pt x="4809" y="1590"/>
                  </a:cubicBezTo>
                  <a:lnTo>
                    <a:pt x="4805" y="1622"/>
                  </a:lnTo>
                  <a:cubicBezTo>
                    <a:pt x="4801" y="1634"/>
                    <a:pt x="4797" y="1646"/>
                    <a:pt x="4793" y="1658"/>
                  </a:cubicBezTo>
                  <a:lnTo>
                    <a:pt x="4789" y="1674"/>
                  </a:lnTo>
                  <a:lnTo>
                    <a:pt x="4789" y="1678"/>
                  </a:lnTo>
                  <a:lnTo>
                    <a:pt x="4789" y="1682"/>
                  </a:lnTo>
                  <a:lnTo>
                    <a:pt x="4781" y="1690"/>
                  </a:lnTo>
                  <a:cubicBezTo>
                    <a:pt x="4777" y="1702"/>
                    <a:pt x="4769" y="1710"/>
                    <a:pt x="4761" y="1718"/>
                  </a:cubicBezTo>
                  <a:cubicBezTo>
                    <a:pt x="4725" y="1758"/>
                    <a:pt x="4689" y="1790"/>
                    <a:pt x="4649" y="1822"/>
                  </a:cubicBezTo>
                  <a:cubicBezTo>
                    <a:pt x="4477" y="1950"/>
                    <a:pt x="4297" y="2070"/>
                    <a:pt x="4109" y="2174"/>
                  </a:cubicBezTo>
                  <a:cubicBezTo>
                    <a:pt x="3921" y="2286"/>
                    <a:pt x="3733" y="2390"/>
                    <a:pt x="3537" y="2490"/>
                  </a:cubicBezTo>
                  <a:cubicBezTo>
                    <a:pt x="3345" y="2586"/>
                    <a:pt x="3153" y="2686"/>
                    <a:pt x="2953" y="2774"/>
                  </a:cubicBezTo>
                  <a:cubicBezTo>
                    <a:pt x="2753" y="2858"/>
                    <a:pt x="2553" y="2946"/>
                    <a:pt x="2353" y="3018"/>
                  </a:cubicBezTo>
                  <a:cubicBezTo>
                    <a:pt x="2253" y="3054"/>
                    <a:pt x="2153" y="3086"/>
                    <a:pt x="2049" y="3106"/>
                  </a:cubicBezTo>
                  <a:cubicBezTo>
                    <a:pt x="2025" y="3110"/>
                    <a:pt x="2001" y="3114"/>
                    <a:pt x="1977" y="3118"/>
                  </a:cubicBezTo>
                  <a:lnTo>
                    <a:pt x="1909" y="3118"/>
                  </a:lnTo>
                  <a:cubicBezTo>
                    <a:pt x="1881" y="3114"/>
                    <a:pt x="1857" y="3106"/>
                    <a:pt x="1825" y="3106"/>
                  </a:cubicBezTo>
                  <a:lnTo>
                    <a:pt x="1733" y="3106"/>
                  </a:lnTo>
                  <a:cubicBezTo>
                    <a:pt x="1617" y="3114"/>
                    <a:pt x="1501" y="3142"/>
                    <a:pt x="1397" y="3186"/>
                  </a:cubicBezTo>
                  <a:cubicBezTo>
                    <a:pt x="1317" y="3218"/>
                    <a:pt x="1242" y="3259"/>
                    <a:pt x="1171" y="3308"/>
                  </a:cubicBezTo>
                  <a:lnTo>
                    <a:pt x="1171" y="3308"/>
                  </a:lnTo>
                  <a:cubicBezTo>
                    <a:pt x="1168" y="3296"/>
                    <a:pt x="1164" y="3285"/>
                    <a:pt x="1161" y="3274"/>
                  </a:cubicBezTo>
                  <a:cubicBezTo>
                    <a:pt x="1145" y="3238"/>
                    <a:pt x="1133" y="3198"/>
                    <a:pt x="1117" y="3158"/>
                  </a:cubicBezTo>
                  <a:cubicBezTo>
                    <a:pt x="1085" y="3082"/>
                    <a:pt x="1045" y="3006"/>
                    <a:pt x="1005" y="2938"/>
                  </a:cubicBezTo>
                  <a:cubicBezTo>
                    <a:pt x="981" y="2902"/>
                    <a:pt x="957" y="2866"/>
                    <a:pt x="929" y="2834"/>
                  </a:cubicBezTo>
                  <a:cubicBezTo>
                    <a:pt x="901" y="2802"/>
                    <a:pt x="873" y="2770"/>
                    <a:pt x="841" y="2742"/>
                  </a:cubicBezTo>
                  <a:cubicBezTo>
                    <a:pt x="825" y="2730"/>
                    <a:pt x="809" y="2714"/>
                    <a:pt x="789" y="2702"/>
                  </a:cubicBezTo>
                  <a:lnTo>
                    <a:pt x="737" y="2666"/>
                  </a:lnTo>
                  <a:lnTo>
                    <a:pt x="685" y="2638"/>
                  </a:lnTo>
                  <a:cubicBezTo>
                    <a:pt x="669" y="2626"/>
                    <a:pt x="653" y="2614"/>
                    <a:pt x="641" y="2602"/>
                  </a:cubicBezTo>
                  <a:cubicBezTo>
                    <a:pt x="609" y="2582"/>
                    <a:pt x="577" y="2554"/>
                    <a:pt x="549" y="2530"/>
                  </a:cubicBezTo>
                  <a:cubicBezTo>
                    <a:pt x="521" y="2502"/>
                    <a:pt x="493" y="2474"/>
                    <a:pt x="469" y="2446"/>
                  </a:cubicBezTo>
                  <a:cubicBezTo>
                    <a:pt x="413" y="2386"/>
                    <a:pt x="357" y="2326"/>
                    <a:pt x="309" y="2266"/>
                  </a:cubicBezTo>
                  <a:cubicBezTo>
                    <a:pt x="209" y="2142"/>
                    <a:pt x="113" y="2014"/>
                    <a:pt x="21" y="1882"/>
                  </a:cubicBezTo>
                  <a:cubicBezTo>
                    <a:pt x="29" y="1662"/>
                    <a:pt x="153" y="1474"/>
                    <a:pt x="325" y="1342"/>
                  </a:cubicBezTo>
                  <a:cubicBezTo>
                    <a:pt x="493" y="1210"/>
                    <a:pt x="677" y="1098"/>
                    <a:pt x="873" y="1010"/>
                  </a:cubicBezTo>
                  <a:lnTo>
                    <a:pt x="1173" y="874"/>
                  </a:lnTo>
                  <a:lnTo>
                    <a:pt x="1245" y="834"/>
                  </a:lnTo>
                  <a:lnTo>
                    <a:pt x="1317" y="790"/>
                  </a:lnTo>
                  <a:cubicBezTo>
                    <a:pt x="1365" y="758"/>
                    <a:pt x="1413" y="726"/>
                    <a:pt x="1457" y="690"/>
                  </a:cubicBezTo>
                  <a:cubicBezTo>
                    <a:pt x="1633" y="546"/>
                    <a:pt x="1769" y="374"/>
                    <a:pt x="1933" y="246"/>
                  </a:cubicBezTo>
                  <a:cubicBezTo>
                    <a:pt x="2009" y="182"/>
                    <a:pt x="2101" y="138"/>
                    <a:pt x="2197" y="118"/>
                  </a:cubicBezTo>
                  <a:cubicBezTo>
                    <a:pt x="2211" y="115"/>
                    <a:pt x="2224" y="114"/>
                    <a:pt x="2238" y="114"/>
                  </a:cubicBezTo>
                  <a:close/>
                  <a:moveTo>
                    <a:pt x="2220" y="0"/>
                  </a:moveTo>
                  <a:cubicBezTo>
                    <a:pt x="2206" y="0"/>
                    <a:pt x="2191" y="1"/>
                    <a:pt x="2177" y="2"/>
                  </a:cubicBezTo>
                  <a:lnTo>
                    <a:pt x="2125" y="14"/>
                  </a:lnTo>
                  <a:lnTo>
                    <a:pt x="2089" y="26"/>
                  </a:lnTo>
                  <a:lnTo>
                    <a:pt x="2069" y="30"/>
                  </a:lnTo>
                  <a:cubicBezTo>
                    <a:pt x="2061" y="34"/>
                    <a:pt x="2053" y="38"/>
                    <a:pt x="2045" y="42"/>
                  </a:cubicBezTo>
                  <a:lnTo>
                    <a:pt x="2005" y="58"/>
                  </a:lnTo>
                  <a:cubicBezTo>
                    <a:pt x="1977" y="70"/>
                    <a:pt x="1949" y="86"/>
                    <a:pt x="1925" y="102"/>
                  </a:cubicBezTo>
                  <a:cubicBezTo>
                    <a:pt x="1901" y="118"/>
                    <a:pt x="1877" y="134"/>
                    <a:pt x="1857" y="154"/>
                  </a:cubicBezTo>
                  <a:cubicBezTo>
                    <a:pt x="1673" y="294"/>
                    <a:pt x="1541" y="470"/>
                    <a:pt x="1377" y="602"/>
                  </a:cubicBezTo>
                  <a:cubicBezTo>
                    <a:pt x="1337" y="634"/>
                    <a:pt x="1297" y="666"/>
                    <a:pt x="1253" y="698"/>
                  </a:cubicBezTo>
                  <a:lnTo>
                    <a:pt x="1189" y="738"/>
                  </a:lnTo>
                  <a:lnTo>
                    <a:pt x="1117" y="778"/>
                  </a:lnTo>
                  <a:cubicBezTo>
                    <a:pt x="1025" y="826"/>
                    <a:pt x="925" y="878"/>
                    <a:pt x="829" y="926"/>
                  </a:cubicBezTo>
                  <a:cubicBezTo>
                    <a:pt x="629" y="1026"/>
                    <a:pt x="445" y="1150"/>
                    <a:pt x="277" y="1294"/>
                  </a:cubicBezTo>
                  <a:cubicBezTo>
                    <a:pt x="193" y="1370"/>
                    <a:pt x="125" y="1458"/>
                    <a:pt x="73" y="1558"/>
                  </a:cubicBezTo>
                  <a:cubicBezTo>
                    <a:pt x="21" y="1658"/>
                    <a:pt x="1" y="1770"/>
                    <a:pt x="9" y="1882"/>
                  </a:cubicBezTo>
                  <a:lnTo>
                    <a:pt x="5" y="1894"/>
                  </a:lnTo>
                  <a:cubicBezTo>
                    <a:pt x="85" y="2034"/>
                    <a:pt x="169" y="2170"/>
                    <a:pt x="265" y="2302"/>
                  </a:cubicBezTo>
                  <a:cubicBezTo>
                    <a:pt x="313" y="2370"/>
                    <a:pt x="361" y="2434"/>
                    <a:pt x="413" y="2494"/>
                  </a:cubicBezTo>
                  <a:cubicBezTo>
                    <a:pt x="441" y="2526"/>
                    <a:pt x="465" y="2558"/>
                    <a:pt x="497" y="2586"/>
                  </a:cubicBezTo>
                  <a:cubicBezTo>
                    <a:pt x="525" y="2614"/>
                    <a:pt x="553" y="2646"/>
                    <a:pt x="589" y="2674"/>
                  </a:cubicBezTo>
                  <a:cubicBezTo>
                    <a:pt x="605" y="2686"/>
                    <a:pt x="621" y="2702"/>
                    <a:pt x="637" y="2714"/>
                  </a:cubicBezTo>
                  <a:lnTo>
                    <a:pt x="689" y="2746"/>
                  </a:lnTo>
                  <a:lnTo>
                    <a:pt x="733" y="2778"/>
                  </a:lnTo>
                  <a:cubicBezTo>
                    <a:pt x="749" y="2790"/>
                    <a:pt x="761" y="2806"/>
                    <a:pt x="773" y="2818"/>
                  </a:cubicBezTo>
                  <a:cubicBezTo>
                    <a:pt x="801" y="2842"/>
                    <a:pt x="825" y="2870"/>
                    <a:pt x="849" y="2902"/>
                  </a:cubicBezTo>
                  <a:cubicBezTo>
                    <a:pt x="869" y="2934"/>
                    <a:pt x="893" y="2962"/>
                    <a:pt x="909" y="2998"/>
                  </a:cubicBezTo>
                  <a:cubicBezTo>
                    <a:pt x="949" y="3066"/>
                    <a:pt x="981" y="3134"/>
                    <a:pt x="1009" y="3206"/>
                  </a:cubicBezTo>
                  <a:cubicBezTo>
                    <a:pt x="1025" y="3242"/>
                    <a:pt x="1037" y="3282"/>
                    <a:pt x="1049" y="3318"/>
                  </a:cubicBezTo>
                  <a:cubicBezTo>
                    <a:pt x="1057" y="3354"/>
                    <a:pt x="1069" y="3394"/>
                    <a:pt x="1077" y="3430"/>
                  </a:cubicBezTo>
                  <a:lnTo>
                    <a:pt x="1097" y="3522"/>
                  </a:lnTo>
                  <a:lnTo>
                    <a:pt x="1173" y="3462"/>
                  </a:lnTo>
                  <a:cubicBezTo>
                    <a:pt x="1337" y="3338"/>
                    <a:pt x="1533" y="3266"/>
                    <a:pt x="1737" y="3254"/>
                  </a:cubicBezTo>
                  <a:lnTo>
                    <a:pt x="1809" y="3254"/>
                  </a:lnTo>
                  <a:cubicBezTo>
                    <a:pt x="1833" y="3254"/>
                    <a:pt x="1861" y="3262"/>
                    <a:pt x="1889" y="3262"/>
                  </a:cubicBezTo>
                  <a:lnTo>
                    <a:pt x="1937" y="3262"/>
                  </a:lnTo>
                  <a:cubicBezTo>
                    <a:pt x="1945" y="3264"/>
                    <a:pt x="1953" y="3265"/>
                    <a:pt x="1961" y="3265"/>
                  </a:cubicBezTo>
                  <a:cubicBezTo>
                    <a:pt x="1969" y="3265"/>
                    <a:pt x="1977" y="3264"/>
                    <a:pt x="1985" y="3262"/>
                  </a:cubicBezTo>
                  <a:cubicBezTo>
                    <a:pt x="2017" y="3262"/>
                    <a:pt x="2045" y="3258"/>
                    <a:pt x="2077" y="3254"/>
                  </a:cubicBezTo>
                  <a:cubicBezTo>
                    <a:pt x="2185" y="3230"/>
                    <a:pt x="2293" y="3202"/>
                    <a:pt x="2401" y="3162"/>
                  </a:cubicBezTo>
                  <a:cubicBezTo>
                    <a:pt x="2613" y="3086"/>
                    <a:pt x="2813" y="2998"/>
                    <a:pt x="3013" y="2906"/>
                  </a:cubicBezTo>
                  <a:cubicBezTo>
                    <a:pt x="3209" y="2810"/>
                    <a:pt x="3405" y="2714"/>
                    <a:pt x="3597" y="2610"/>
                  </a:cubicBezTo>
                  <a:cubicBezTo>
                    <a:pt x="3793" y="2506"/>
                    <a:pt x="3981" y="2398"/>
                    <a:pt x="4169" y="2278"/>
                  </a:cubicBezTo>
                  <a:cubicBezTo>
                    <a:pt x="4357" y="2166"/>
                    <a:pt x="4537" y="2038"/>
                    <a:pt x="4709" y="1898"/>
                  </a:cubicBezTo>
                  <a:cubicBezTo>
                    <a:pt x="4753" y="1858"/>
                    <a:pt x="4793" y="1818"/>
                    <a:pt x="4829" y="1770"/>
                  </a:cubicBezTo>
                  <a:cubicBezTo>
                    <a:pt x="4837" y="1758"/>
                    <a:pt x="4845" y="1746"/>
                    <a:pt x="4853" y="1734"/>
                  </a:cubicBezTo>
                  <a:lnTo>
                    <a:pt x="4857" y="1722"/>
                  </a:lnTo>
                  <a:cubicBezTo>
                    <a:pt x="4857" y="1722"/>
                    <a:pt x="4861" y="1714"/>
                    <a:pt x="4861" y="1714"/>
                  </a:cubicBezTo>
                  <a:lnTo>
                    <a:pt x="4861" y="1710"/>
                  </a:lnTo>
                  <a:lnTo>
                    <a:pt x="4865" y="1686"/>
                  </a:lnTo>
                  <a:cubicBezTo>
                    <a:pt x="4869" y="1674"/>
                    <a:pt x="4877" y="1658"/>
                    <a:pt x="4877" y="1642"/>
                  </a:cubicBezTo>
                  <a:lnTo>
                    <a:pt x="4881" y="1598"/>
                  </a:lnTo>
                  <a:cubicBezTo>
                    <a:pt x="4881" y="1534"/>
                    <a:pt x="4865" y="1474"/>
                    <a:pt x="4837" y="1422"/>
                  </a:cubicBezTo>
                  <a:cubicBezTo>
                    <a:pt x="4805" y="1374"/>
                    <a:pt x="4769" y="1326"/>
                    <a:pt x="4729" y="1286"/>
                  </a:cubicBezTo>
                  <a:cubicBezTo>
                    <a:pt x="4645" y="1214"/>
                    <a:pt x="4549" y="1150"/>
                    <a:pt x="4453" y="1098"/>
                  </a:cubicBezTo>
                  <a:cubicBezTo>
                    <a:pt x="4353" y="1046"/>
                    <a:pt x="4253" y="1002"/>
                    <a:pt x="4153" y="966"/>
                  </a:cubicBezTo>
                  <a:cubicBezTo>
                    <a:pt x="4053" y="922"/>
                    <a:pt x="3969" y="858"/>
                    <a:pt x="3897" y="778"/>
                  </a:cubicBezTo>
                  <a:cubicBezTo>
                    <a:pt x="3821" y="702"/>
                    <a:pt x="3749" y="618"/>
                    <a:pt x="3677" y="538"/>
                  </a:cubicBezTo>
                  <a:cubicBezTo>
                    <a:pt x="3601" y="454"/>
                    <a:pt x="3525" y="378"/>
                    <a:pt x="3441" y="306"/>
                  </a:cubicBezTo>
                  <a:cubicBezTo>
                    <a:pt x="3353" y="230"/>
                    <a:pt x="3253" y="174"/>
                    <a:pt x="3141" y="146"/>
                  </a:cubicBezTo>
                  <a:cubicBezTo>
                    <a:pt x="3109" y="142"/>
                    <a:pt x="3077" y="138"/>
                    <a:pt x="3049" y="138"/>
                  </a:cubicBezTo>
                  <a:cubicBezTo>
                    <a:pt x="3033" y="142"/>
                    <a:pt x="3017" y="142"/>
                    <a:pt x="3001" y="146"/>
                  </a:cubicBezTo>
                  <a:lnTo>
                    <a:pt x="2961" y="154"/>
                  </a:lnTo>
                  <a:cubicBezTo>
                    <a:pt x="2933" y="162"/>
                    <a:pt x="2909" y="170"/>
                    <a:pt x="2885" y="170"/>
                  </a:cubicBezTo>
                  <a:cubicBezTo>
                    <a:pt x="2861" y="174"/>
                    <a:pt x="2833" y="178"/>
                    <a:pt x="2809" y="178"/>
                  </a:cubicBezTo>
                  <a:cubicBezTo>
                    <a:pt x="2761" y="178"/>
                    <a:pt x="2709" y="170"/>
                    <a:pt x="2661" y="154"/>
                  </a:cubicBezTo>
                  <a:cubicBezTo>
                    <a:pt x="2613" y="138"/>
                    <a:pt x="2565" y="118"/>
                    <a:pt x="2521" y="94"/>
                  </a:cubicBezTo>
                  <a:cubicBezTo>
                    <a:pt x="2469" y="66"/>
                    <a:pt x="2417" y="42"/>
                    <a:pt x="2365" y="22"/>
                  </a:cubicBezTo>
                  <a:cubicBezTo>
                    <a:pt x="2319" y="6"/>
                    <a:pt x="2270" y="0"/>
                    <a:pt x="222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65"/>
            <p:cNvSpPr/>
            <p:nvPr/>
          </p:nvSpPr>
          <p:spPr>
            <a:xfrm flipH="1">
              <a:off x="7732847" y="2381234"/>
              <a:ext cx="642435" cy="406817"/>
            </a:xfrm>
            <a:custGeom>
              <a:avLst/>
              <a:gdLst/>
              <a:ahLst/>
              <a:cxnLst/>
              <a:rect l="l" t="t" r="r" b="b"/>
              <a:pathLst>
                <a:path w="4777" h="3025" extrusionOk="0">
                  <a:moveTo>
                    <a:pt x="1500" y="0"/>
                  </a:moveTo>
                  <a:cubicBezTo>
                    <a:pt x="1361" y="0"/>
                    <a:pt x="1228" y="48"/>
                    <a:pt x="1120" y="137"/>
                  </a:cubicBezTo>
                  <a:cubicBezTo>
                    <a:pt x="1024" y="217"/>
                    <a:pt x="948" y="317"/>
                    <a:pt x="888" y="429"/>
                  </a:cubicBezTo>
                  <a:cubicBezTo>
                    <a:pt x="860" y="481"/>
                    <a:pt x="836" y="529"/>
                    <a:pt x="816" y="577"/>
                  </a:cubicBezTo>
                  <a:cubicBezTo>
                    <a:pt x="804" y="601"/>
                    <a:pt x="792" y="629"/>
                    <a:pt x="784" y="641"/>
                  </a:cubicBezTo>
                  <a:cubicBezTo>
                    <a:pt x="776" y="649"/>
                    <a:pt x="772" y="657"/>
                    <a:pt x="764" y="665"/>
                  </a:cubicBezTo>
                  <a:cubicBezTo>
                    <a:pt x="760" y="673"/>
                    <a:pt x="752" y="677"/>
                    <a:pt x="744" y="685"/>
                  </a:cubicBezTo>
                  <a:cubicBezTo>
                    <a:pt x="664" y="733"/>
                    <a:pt x="584" y="773"/>
                    <a:pt x="500" y="805"/>
                  </a:cubicBezTo>
                  <a:cubicBezTo>
                    <a:pt x="428" y="837"/>
                    <a:pt x="356" y="877"/>
                    <a:pt x="292" y="925"/>
                  </a:cubicBezTo>
                  <a:cubicBezTo>
                    <a:pt x="196" y="989"/>
                    <a:pt x="116" y="1069"/>
                    <a:pt x="56" y="1165"/>
                  </a:cubicBezTo>
                  <a:cubicBezTo>
                    <a:pt x="40" y="1193"/>
                    <a:pt x="24" y="1217"/>
                    <a:pt x="12" y="1245"/>
                  </a:cubicBezTo>
                  <a:lnTo>
                    <a:pt x="0" y="1273"/>
                  </a:lnTo>
                  <a:lnTo>
                    <a:pt x="12" y="1277"/>
                  </a:lnTo>
                  <a:lnTo>
                    <a:pt x="28" y="1253"/>
                  </a:lnTo>
                  <a:cubicBezTo>
                    <a:pt x="44" y="1229"/>
                    <a:pt x="60" y="1205"/>
                    <a:pt x="76" y="1181"/>
                  </a:cubicBezTo>
                  <a:cubicBezTo>
                    <a:pt x="144" y="1097"/>
                    <a:pt x="228" y="1025"/>
                    <a:pt x="320" y="973"/>
                  </a:cubicBezTo>
                  <a:cubicBezTo>
                    <a:pt x="388" y="933"/>
                    <a:pt x="460" y="901"/>
                    <a:pt x="532" y="873"/>
                  </a:cubicBezTo>
                  <a:cubicBezTo>
                    <a:pt x="624" y="845"/>
                    <a:pt x="712" y="805"/>
                    <a:pt x="796" y="761"/>
                  </a:cubicBezTo>
                  <a:cubicBezTo>
                    <a:pt x="808" y="753"/>
                    <a:pt x="820" y="745"/>
                    <a:pt x="832" y="733"/>
                  </a:cubicBezTo>
                  <a:cubicBezTo>
                    <a:pt x="844" y="721"/>
                    <a:pt x="856" y="709"/>
                    <a:pt x="864" y="697"/>
                  </a:cubicBezTo>
                  <a:cubicBezTo>
                    <a:pt x="884" y="669"/>
                    <a:pt x="892" y="649"/>
                    <a:pt x="908" y="625"/>
                  </a:cubicBezTo>
                  <a:cubicBezTo>
                    <a:pt x="932" y="577"/>
                    <a:pt x="956" y="529"/>
                    <a:pt x="984" y="485"/>
                  </a:cubicBezTo>
                  <a:cubicBezTo>
                    <a:pt x="1040" y="389"/>
                    <a:pt x="1112" y="305"/>
                    <a:pt x="1196" y="233"/>
                  </a:cubicBezTo>
                  <a:cubicBezTo>
                    <a:pt x="1283" y="169"/>
                    <a:pt x="1388" y="136"/>
                    <a:pt x="1497" y="136"/>
                  </a:cubicBezTo>
                  <a:cubicBezTo>
                    <a:pt x="1503" y="136"/>
                    <a:pt x="1510" y="136"/>
                    <a:pt x="1516" y="137"/>
                  </a:cubicBezTo>
                  <a:cubicBezTo>
                    <a:pt x="1576" y="141"/>
                    <a:pt x="1636" y="153"/>
                    <a:pt x="1692" y="173"/>
                  </a:cubicBezTo>
                  <a:cubicBezTo>
                    <a:pt x="1720" y="181"/>
                    <a:pt x="1752" y="193"/>
                    <a:pt x="1784" y="205"/>
                  </a:cubicBezTo>
                  <a:cubicBezTo>
                    <a:pt x="1820" y="217"/>
                    <a:pt x="1852" y="233"/>
                    <a:pt x="1888" y="241"/>
                  </a:cubicBezTo>
                  <a:cubicBezTo>
                    <a:pt x="2032" y="285"/>
                    <a:pt x="2176" y="317"/>
                    <a:pt x="2324" y="333"/>
                  </a:cubicBezTo>
                  <a:cubicBezTo>
                    <a:pt x="2472" y="349"/>
                    <a:pt x="2624" y="357"/>
                    <a:pt x="2780" y="361"/>
                  </a:cubicBezTo>
                  <a:cubicBezTo>
                    <a:pt x="2932" y="369"/>
                    <a:pt x="3088" y="373"/>
                    <a:pt x="3240" y="389"/>
                  </a:cubicBezTo>
                  <a:cubicBezTo>
                    <a:pt x="3396" y="401"/>
                    <a:pt x="3544" y="433"/>
                    <a:pt x="3688" y="489"/>
                  </a:cubicBezTo>
                  <a:cubicBezTo>
                    <a:pt x="3828" y="549"/>
                    <a:pt x="3948" y="649"/>
                    <a:pt x="4028" y="777"/>
                  </a:cubicBezTo>
                  <a:cubicBezTo>
                    <a:pt x="4108" y="913"/>
                    <a:pt x="4172" y="1061"/>
                    <a:pt x="4208" y="1217"/>
                  </a:cubicBezTo>
                  <a:cubicBezTo>
                    <a:pt x="4248" y="1377"/>
                    <a:pt x="4296" y="1533"/>
                    <a:pt x="4352" y="1689"/>
                  </a:cubicBezTo>
                  <a:cubicBezTo>
                    <a:pt x="4368" y="1725"/>
                    <a:pt x="4388" y="1765"/>
                    <a:pt x="4408" y="1801"/>
                  </a:cubicBezTo>
                  <a:cubicBezTo>
                    <a:pt x="4428" y="1837"/>
                    <a:pt x="4448" y="1873"/>
                    <a:pt x="4472" y="1905"/>
                  </a:cubicBezTo>
                  <a:cubicBezTo>
                    <a:pt x="4512" y="1973"/>
                    <a:pt x="4556" y="2045"/>
                    <a:pt x="4592" y="2113"/>
                  </a:cubicBezTo>
                  <a:cubicBezTo>
                    <a:pt x="4632" y="2181"/>
                    <a:pt x="4668" y="2253"/>
                    <a:pt x="4696" y="2325"/>
                  </a:cubicBezTo>
                  <a:cubicBezTo>
                    <a:pt x="4712" y="2361"/>
                    <a:pt x="4720" y="2397"/>
                    <a:pt x="4728" y="2437"/>
                  </a:cubicBezTo>
                  <a:cubicBezTo>
                    <a:pt x="4732" y="2473"/>
                    <a:pt x="4724" y="2505"/>
                    <a:pt x="4700" y="2513"/>
                  </a:cubicBezTo>
                  <a:cubicBezTo>
                    <a:pt x="4689" y="2514"/>
                    <a:pt x="4676" y="2515"/>
                    <a:pt x="4664" y="2515"/>
                  </a:cubicBezTo>
                  <a:cubicBezTo>
                    <a:pt x="4643" y="2515"/>
                    <a:pt x="4621" y="2512"/>
                    <a:pt x="4600" y="2505"/>
                  </a:cubicBezTo>
                  <a:cubicBezTo>
                    <a:pt x="4564" y="2493"/>
                    <a:pt x="4528" y="2481"/>
                    <a:pt x="4496" y="2465"/>
                  </a:cubicBezTo>
                  <a:cubicBezTo>
                    <a:pt x="4420" y="2433"/>
                    <a:pt x="4340" y="2413"/>
                    <a:pt x="4260" y="2413"/>
                  </a:cubicBezTo>
                  <a:cubicBezTo>
                    <a:pt x="4247" y="2412"/>
                    <a:pt x="4234" y="2412"/>
                    <a:pt x="4221" y="2412"/>
                  </a:cubicBezTo>
                  <a:cubicBezTo>
                    <a:pt x="4078" y="2412"/>
                    <a:pt x="3936" y="2432"/>
                    <a:pt x="3800" y="2469"/>
                  </a:cubicBezTo>
                  <a:cubicBezTo>
                    <a:pt x="3660" y="2505"/>
                    <a:pt x="3520" y="2549"/>
                    <a:pt x="3384" y="2601"/>
                  </a:cubicBezTo>
                  <a:cubicBezTo>
                    <a:pt x="3252" y="2653"/>
                    <a:pt x="3124" y="2705"/>
                    <a:pt x="3004" y="2757"/>
                  </a:cubicBezTo>
                  <a:cubicBezTo>
                    <a:pt x="2880" y="2809"/>
                    <a:pt x="2760" y="2865"/>
                    <a:pt x="2652" y="2897"/>
                  </a:cubicBezTo>
                  <a:cubicBezTo>
                    <a:pt x="2629" y="2907"/>
                    <a:pt x="2604" y="2912"/>
                    <a:pt x="2578" y="2912"/>
                  </a:cubicBezTo>
                  <a:cubicBezTo>
                    <a:pt x="2556" y="2912"/>
                    <a:pt x="2533" y="2908"/>
                    <a:pt x="2512" y="2901"/>
                  </a:cubicBezTo>
                  <a:cubicBezTo>
                    <a:pt x="2464" y="2885"/>
                    <a:pt x="2420" y="2857"/>
                    <a:pt x="2384" y="2825"/>
                  </a:cubicBezTo>
                  <a:cubicBezTo>
                    <a:pt x="2312" y="2753"/>
                    <a:pt x="2244" y="2673"/>
                    <a:pt x="2180" y="2593"/>
                  </a:cubicBezTo>
                  <a:cubicBezTo>
                    <a:pt x="2124" y="2517"/>
                    <a:pt x="2056" y="2445"/>
                    <a:pt x="1980" y="2385"/>
                  </a:cubicBezTo>
                  <a:cubicBezTo>
                    <a:pt x="1964" y="2369"/>
                    <a:pt x="1944" y="2357"/>
                    <a:pt x="1924" y="2349"/>
                  </a:cubicBezTo>
                  <a:cubicBezTo>
                    <a:pt x="1900" y="2337"/>
                    <a:pt x="1884" y="2329"/>
                    <a:pt x="1864" y="2321"/>
                  </a:cubicBezTo>
                  <a:cubicBezTo>
                    <a:pt x="1828" y="2309"/>
                    <a:pt x="1788" y="2297"/>
                    <a:pt x="1752" y="2289"/>
                  </a:cubicBezTo>
                  <a:cubicBezTo>
                    <a:pt x="1640" y="2265"/>
                    <a:pt x="1528" y="2257"/>
                    <a:pt x="1416" y="2257"/>
                  </a:cubicBezTo>
                  <a:cubicBezTo>
                    <a:pt x="1340" y="2257"/>
                    <a:pt x="1296" y="2265"/>
                    <a:pt x="1296" y="2265"/>
                  </a:cubicBezTo>
                  <a:lnTo>
                    <a:pt x="1300" y="2277"/>
                  </a:lnTo>
                  <a:cubicBezTo>
                    <a:pt x="1300" y="2277"/>
                    <a:pt x="1340" y="2277"/>
                    <a:pt x="1416" y="2281"/>
                  </a:cubicBezTo>
                  <a:cubicBezTo>
                    <a:pt x="1528" y="2293"/>
                    <a:pt x="1636" y="2313"/>
                    <a:pt x="1740" y="2345"/>
                  </a:cubicBezTo>
                  <a:cubicBezTo>
                    <a:pt x="1772" y="2353"/>
                    <a:pt x="1808" y="2369"/>
                    <a:pt x="1840" y="2381"/>
                  </a:cubicBezTo>
                  <a:cubicBezTo>
                    <a:pt x="1856" y="2389"/>
                    <a:pt x="1872" y="2401"/>
                    <a:pt x="1888" y="2409"/>
                  </a:cubicBezTo>
                  <a:cubicBezTo>
                    <a:pt x="1908" y="2417"/>
                    <a:pt x="1924" y="2429"/>
                    <a:pt x="1940" y="2441"/>
                  </a:cubicBezTo>
                  <a:cubicBezTo>
                    <a:pt x="2004" y="2501"/>
                    <a:pt x="2064" y="2569"/>
                    <a:pt x="2112" y="2645"/>
                  </a:cubicBezTo>
                  <a:cubicBezTo>
                    <a:pt x="2172" y="2737"/>
                    <a:pt x="2240" y="2821"/>
                    <a:pt x="2316" y="2901"/>
                  </a:cubicBezTo>
                  <a:cubicBezTo>
                    <a:pt x="2360" y="2945"/>
                    <a:pt x="2416" y="2981"/>
                    <a:pt x="2476" y="3005"/>
                  </a:cubicBezTo>
                  <a:cubicBezTo>
                    <a:pt x="2513" y="3018"/>
                    <a:pt x="2552" y="3025"/>
                    <a:pt x="2591" y="3025"/>
                  </a:cubicBezTo>
                  <a:cubicBezTo>
                    <a:pt x="2624" y="3025"/>
                    <a:pt x="2657" y="3020"/>
                    <a:pt x="2688" y="3009"/>
                  </a:cubicBezTo>
                  <a:cubicBezTo>
                    <a:pt x="2812" y="2969"/>
                    <a:pt x="2928" y="2921"/>
                    <a:pt x="3052" y="2869"/>
                  </a:cubicBezTo>
                  <a:cubicBezTo>
                    <a:pt x="3172" y="2817"/>
                    <a:pt x="3300" y="2765"/>
                    <a:pt x="3428" y="2713"/>
                  </a:cubicBezTo>
                  <a:cubicBezTo>
                    <a:pt x="3556" y="2661"/>
                    <a:pt x="3688" y="2609"/>
                    <a:pt x="3828" y="2569"/>
                  </a:cubicBezTo>
                  <a:cubicBezTo>
                    <a:pt x="3968" y="2521"/>
                    <a:pt x="4112" y="2493"/>
                    <a:pt x="4256" y="2489"/>
                  </a:cubicBezTo>
                  <a:cubicBezTo>
                    <a:pt x="4266" y="2488"/>
                    <a:pt x="4276" y="2488"/>
                    <a:pt x="4285" y="2488"/>
                  </a:cubicBezTo>
                  <a:cubicBezTo>
                    <a:pt x="4351" y="2488"/>
                    <a:pt x="4413" y="2500"/>
                    <a:pt x="4472" y="2521"/>
                  </a:cubicBezTo>
                  <a:cubicBezTo>
                    <a:pt x="4512" y="2533"/>
                    <a:pt x="4548" y="2549"/>
                    <a:pt x="4588" y="2557"/>
                  </a:cubicBezTo>
                  <a:cubicBezTo>
                    <a:pt x="4610" y="2563"/>
                    <a:pt x="4632" y="2566"/>
                    <a:pt x="4654" y="2566"/>
                  </a:cubicBezTo>
                  <a:cubicBezTo>
                    <a:pt x="4676" y="2566"/>
                    <a:pt x="4698" y="2563"/>
                    <a:pt x="4720" y="2557"/>
                  </a:cubicBezTo>
                  <a:cubicBezTo>
                    <a:pt x="4748" y="2545"/>
                    <a:pt x="4764" y="2525"/>
                    <a:pt x="4772" y="2497"/>
                  </a:cubicBezTo>
                  <a:cubicBezTo>
                    <a:pt x="4776" y="2473"/>
                    <a:pt x="4776" y="2453"/>
                    <a:pt x="4772" y="2429"/>
                  </a:cubicBezTo>
                  <a:cubicBezTo>
                    <a:pt x="4764" y="2389"/>
                    <a:pt x="4752" y="2349"/>
                    <a:pt x="4736" y="2309"/>
                  </a:cubicBezTo>
                  <a:cubicBezTo>
                    <a:pt x="4704" y="2233"/>
                    <a:pt x="4668" y="2161"/>
                    <a:pt x="4628" y="2093"/>
                  </a:cubicBezTo>
                  <a:cubicBezTo>
                    <a:pt x="4588" y="2021"/>
                    <a:pt x="4548" y="1949"/>
                    <a:pt x="4508" y="1881"/>
                  </a:cubicBezTo>
                  <a:cubicBezTo>
                    <a:pt x="4488" y="1845"/>
                    <a:pt x="4468" y="1809"/>
                    <a:pt x="4448" y="1777"/>
                  </a:cubicBezTo>
                  <a:cubicBezTo>
                    <a:pt x="4428" y="1741"/>
                    <a:pt x="4412" y="1705"/>
                    <a:pt x="4396" y="1669"/>
                  </a:cubicBezTo>
                  <a:cubicBezTo>
                    <a:pt x="4348" y="1513"/>
                    <a:pt x="4308" y="1357"/>
                    <a:pt x="4276" y="1197"/>
                  </a:cubicBezTo>
                  <a:cubicBezTo>
                    <a:pt x="4248" y="1033"/>
                    <a:pt x="4192" y="873"/>
                    <a:pt x="4112" y="721"/>
                  </a:cubicBezTo>
                  <a:cubicBezTo>
                    <a:pt x="4024" y="573"/>
                    <a:pt x="3892" y="453"/>
                    <a:pt x="3732" y="377"/>
                  </a:cubicBezTo>
                  <a:cubicBezTo>
                    <a:pt x="3580" y="313"/>
                    <a:pt x="3420" y="273"/>
                    <a:pt x="3252" y="257"/>
                  </a:cubicBezTo>
                  <a:cubicBezTo>
                    <a:pt x="3092" y="237"/>
                    <a:pt x="2936" y="229"/>
                    <a:pt x="2784" y="217"/>
                  </a:cubicBezTo>
                  <a:cubicBezTo>
                    <a:pt x="2632" y="209"/>
                    <a:pt x="2480" y="201"/>
                    <a:pt x="2340" y="185"/>
                  </a:cubicBezTo>
                  <a:cubicBezTo>
                    <a:pt x="2200" y="169"/>
                    <a:pt x="2064" y="141"/>
                    <a:pt x="1928" y="101"/>
                  </a:cubicBezTo>
                  <a:cubicBezTo>
                    <a:pt x="1896" y="93"/>
                    <a:pt x="1868" y="81"/>
                    <a:pt x="1832" y="69"/>
                  </a:cubicBezTo>
                  <a:cubicBezTo>
                    <a:pt x="1800" y="57"/>
                    <a:pt x="1772" y="45"/>
                    <a:pt x="1732" y="37"/>
                  </a:cubicBezTo>
                  <a:cubicBezTo>
                    <a:pt x="1664" y="13"/>
                    <a:pt x="1592" y="1"/>
                    <a:pt x="1516" y="1"/>
                  </a:cubicBezTo>
                  <a:cubicBezTo>
                    <a:pt x="1511" y="1"/>
                    <a:pt x="1505" y="0"/>
                    <a:pt x="150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65"/>
            <p:cNvSpPr/>
            <p:nvPr/>
          </p:nvSpPr>
          <p:spPr>
            <a:xfrm flipH="1">
              <a:off x="7734461" y="2008172"/>
              <a:ext cx="612848" cy="421073"/>
            </a:xfrm>
            <a:custGeom>
              <a:avLst/>
              <a:gdLst/>
              <a:ahLst/>
              <a:cxnLst/>
              <a:rect l="l" t="t" r="r" b="b"/>
              <a:pathLst>
                <a:path w="4557" h="3131" extrusionOk="0">
                  <a:moveTo>
                    <a:pt x="2838" y="1"/>
                  </a:moveTo>
                  <a:cubicBezTo>
                    <a:pt x="2774" y="1"/>
                    <a:pt x="2710" y="7"/>
                    <a:pt x="2648" y="19"/>
                  </a:cubicBezTo>
                  <a:cubicBezTo>
                    <a:pt x="2524" y="43"/>
                    <a:pt x="2404" y="95"/>
                    <a:pt x="2300" y="167"/>
                  </a:cubicBezTo>
                  <a:cubicBezTo>
                    <a:pt x="2200" y="243"/>
                    <a:pt x="2104" y="327"/>
                    <a:pt x="2020" y="419"/>
                  </a:cubicBezTo>
                  <a:cubicBezTo>
                    <a:pt x="1936" y="511"/>
                    <a:pt x="1860" y="611"/>
                    <a:pt x="1788" y="711"/>
                  </a:cubicBezTo>
                  <a:cubicBezTo>
                    <a:pt x="1716" y="815"/>
                    <a:pt x="1644" y="915"/>
                    <a:pt x="1564" y="1011"/>
                  </a:cubicBezTo>
                  <a:cubicBezTo>
                    <a:pt x="1492" y="1103"/>
                    <a:pt x="1408" y="1187"/>
                    <a:pt x="1312" y="1255"/>
                  </a:cubicBezTo>
                  <a:cubicBezTo>
                    <a:pt x="1212" y="1319"/>
                    <a:pt x="1104" y="1371"/>
                    <a:pt x="992" y="1407"/>
                  </a:cubicBezTo>
                  <a:cubicBezTo>
                    <a:pt x="876" y="1443"/>
                    <a:pt x="756" y="1479"/>
                    <a:pt x="636" y="1511"/>
                  </a:cubicBezTo>
                  <a:cubicBezTo>
                    <a:pt x="576" y="1531"/>
                    <a:pt x="512" y="1551"/>
                    <a:pt x="456" y="1575"/>
                  </a:cubicBezTo>
                  <a:cubicBezTo>
                    <a:pt x="424" y="1591"/>
                    <a:pt x="392" y="1607"/>
                    <a:pt x="368" y="1627"/>
                  </a:cubicBezTo>
                  <a:lnTo>
                    <a:pt x="324" y="1651"/>
                  </a:lnTo>
                  <a:cubicBezTo>
                    <a:pt x="308" y="1663"/>
                    <a:pt x="296" y="1671"/>
                    <a:pt x="284" y="1683"/>
                  </a:cubicBezTo>
                  <a:cubicBezTo>
                    <a:pt x="260" y="1707"/>
                    <a:pt x="232" y="1727"/>
                    <a:pt x="212" y="1751"/>
                  </a:cubicBezTo>
                  <a:lnTo>
                    <a:pt x="152" y="1831"/>
                  </a:lnTo>
                  <a:lnTo>
                    <a:pt x="100" y="1919"/>
                  </a:lnTo>
                  <a:cubicBezTo>
                    <a:pt x="84" y="1947"/>
                    <a:pt x="76" y="1979"/>
                    <a:pt x="60" y="2007"/>
                  </a:cubicBezTo>
                  <a:cubicBezTo>
                    <a:pt x="20" y="2131"/>
                    <a:pt x="0" y="2259"/>
                    <a:pt x="4" y="2387"/>
                  </a:cubicBezTo>
                  <a:cubicBezTo>
                    <a:pt x="4" y="2511"/>
                    <a:pt x="20" y="2639"/>
                    <a:pt x="52" y="2759"/>
                  </a:cubicBezTo>
                  <a:lnTo>
                    <a:pt x="64" y="2759"/>
                  </a:lnTo>
                  <a:cubicBezTo>
                    <a:pt x="48" y="2635"/>
                    <a:pt x="48" y="2515"/>
                    <a:pt x="60" y="2391"/>
                  </a:cubicBezTo>
                  <a:cubicBezTo>
                    <a:pt x="68" y="2271"/>
                    <a:pt x="96" y="2151"/>
                    <a:pt x="144" y="2039"/>
                  </a:cubicBezTo>
                  <a:cubicBezTo>
                    <a:pt x="156" y="2015"/>
                    <a:pt x="164" y="1987"/>
                    <a:pt x="180" y="1963"/>
                  </a:cubicBezTo>
                  <a:lnTo>
                    <a:pt x="228" y="1887"/>
                  </a:lnTo>
                  <a:lnTo>
                    <a:pt x="284" y="1823"/>
                  </a:lnTo>
                  <a:cubicBezTo>
                    <a:pt x="304" y="1803"/>
                    <a:pt x="328" y="1783"/>
                    <a:pt x="348" y="1767"/>
                  </a:cubicBezTo>
                  <a:cubicBezTo>
                    <a:pt x="360" y="1759"/>
                    <a:pt x="372" y="1747"/>
                    <a:pt x="384" y="1739"/>
                  </a:cubicBezTo>
                  <a:lnTo>
                    <a:pt x="420" y="1719"/>
                  </a:lnTo>
                  <a:cubicBezTo>
                    <a:pt x="444" y="1703"/>
                    <a:pt x="472" y="1691"/>
                    <a:pt x="496" y="1683"/>
                  </a:cubicBezTo>
                  <a:lnTo>
                    <a:pt x="580" y="1655"/>
                  </a:lnTo>
                  <a:cubicBezTo>
                    <a:pt x="608" y="1643"/>
                    <a:pt x="640" y="1639"/>
                    <a:pt x="668" y="1631"/>
                  </a:cubicBezTo>
                  <a:cubicBezTo>
                    <a:pt x="788" y="1595"/>
                    <a:pt x="908" y="1567"/>
                    <a:pt x="1028" y="1527"/>
                  </a:cubicBezTo>
                  <a:cubicBezTo>
                    <a:pt x="1156" y="1487"/>
                    <a:pt x="1272" y="1431"/>
                    <a:pt x="1380" y="1355"/>
                  </a:cubicBezTo>
                  <a:cubicBezTo>
                    <a:pt x="1480" y="1275"/>
                    <a:pt x="1572" y="1179"/>
                    <a:pt x="1644" y="1071"/>
                  </a:cubicBezTo>
                  <a:cubicBezTo>
                    <a:pt x="1716" y="971"/>
                    <a:pt x="1784" y="863"/>
                    <a:pt x="1848" y="759"/>
                  </a:cubicBezTo>
                  <a:cubicBezTo>
                    <a:pt x="1912" y="651"/>
                    <a:pt x="1980" y="551"/>
                    <a:pt x="2060" y="455"/>
                  </a:cubicBezTo>
                  <a:cubicBezTo>
                    <a:pt x="2136" y="359"/>
                    <a:pt x="2224" y="275"/>
                    <a:pt x="2324" y="207"/>
                  </a:cubicBezTo>
                  <a:cubicBezTo>
                    <a:pt x="2424" y="135"/>
                    <a:pt x="2536" y="87"/>
                    <a:pt x="2656" y="63"/>
                  </a:cubicBezTo>
                  <a:cubicBezTo>
                    <a:pt x="2701" y="57"/>
                    <a:pt x="2746" y="53"/>
                    <a:pt x="2791" y="53"/>
                  </a:cubicBezTo>
                  <a:cubicBezTo>
                    <a:pt x="2868" y="53"/>
                    <a:pt x="2944" y="63"/>
                    <a:pt x="3016" y="83"/>
                  </a:cubicBezTo>
                  <a:lnTo>
                    <a:pt x="3104" y="107"/>
                  </a:lnTo>
                  <a:lnTo>
                    <a:pt x="3188" y="135"/>
                  </a:lnTo>
                  <a:cubicBezTo>
                    <a:pt x="3248" y="155"/>
                    <a:pt x="3304" y="179"/>
                    <a:pt x="3364" y="199"/>
                  </a:cubicBezTo>
                  <a:cubicBezTo>
                    <a:pt x="3484" y="239"/>
                    <a:pt x="3608" y="271"/>
                    <a:pt x="3732" y="291"/>
                  </a:cubicBezTo>
                  <a:cubicBezTo>
                    <a:pt x="3856" y="315"/>
                    <a:pt x="3984" y="331"/>
                    <a:pt x="4108" y="339"/>
                  </a:cubicBezTo>
                  <a:cubicBezTo>
                    <a:pt x="4187" y="344"/>
                    <a:pt x="4267" y="347"/>
                    <a:pt x="4345" y="347"/>
                  </a:cubicBezTo>
                  <a:cubicBezTo>
                    <a:pt x="4366" y="347"/>
                    <a:pt x="4388" y="347"/>
                    <a:pt x="4409" y="346"/>
                  </a:cubicBezTo>
                  <a:lnTo>
                    <a:pt x="4409" y="346"/>
                  </a:lnTo>
                  <a:cubicBezTo>
                    <a:pt x="4403" y="389"/>
                    <a:pt x="4396" y="432"/>
                    <a:pt x="4388" y="475"/>
                  </a:cubicBezTo>
                  <a:cubicBezTo>
                    <a:pt x="4376" y="547"/>
                    <a:pt x="4360" y="615"/>
                    <a:pt x="4344" y="679"/>
                  </a:cubicBezTo>
                  <a:cubicBezTo>
                    <a:pt x="4308" y="811"/>
                    <a:pt x="4260" y="935"/>
                    <a:pt x="4192" y="1055"/>
                  </a:cubicBezTo>
                  <a:lnTo>
                    <a:pt x="4136" y="1143"/>
                  </a:lnTo>
                  <a:cubicBezTo>
                    <a:pt x="4116" y="1171"/>
                    <a:pt x="4096" y="1207"/>
                    <a:pt x="4080" y="1239"/>
                  </a:cubicBezTo>
                  <a:cubicBezTo>
                    <a:pt x="4040" y="1303"/>
                    <a:pt x="4008" y="1367"/>
                    <a:pt x="3980" y="1431"/>
                  </a:cubicBezTo>
                  <a:cubicBezTo>
                    <a:pt x="3916" y="1559"/>
                    <a:pt x="3856" y="1691"/>
                    <a:pt x="3800" y="1823"/>
                  </a:cubicBezTo>
                  <a:cubicBezTo>
                    <a:pt x="3684" y="2083"/>
                    <a:pt x="3576" y="2347"/>
                    <a:pt x="3456" y="2603"/>
                  </a:cubicBezTo>
                  <a:cubicBezTo>
                    <a:pt x="3428" y="2663"/>
                    <a:pt x="3396" y="2723"/>
                    <a:pt x="3356" y="2783"/>
                  </a:cubicBezTo>
                  <a:cubicBezTo>
                    <a:pt x="3348" y="2795"/>
                    <a:pt x="3340" y="2807"/>
                    <a:pt x="3328" y="2819"/>
                  </a:cubicBezTo>
                  <a:cubicBezTo>
                    <a:pt x="3316" y="2831"/>
                    <a:pt x="3304" y="2843"/>
                    <a:pt x="3288" y="2855"/>
                  </a:cubicBezTo>
                  <a:cubicBezTo>
                    <a:pt x="3264" y="2875"/>
                    <a:pt x="3236" y="2895"/>
                    <a:pt x="3208" y="2915"/>
                  </a:cubicBezTo>
                  <a:cubicBezTo>
                    <a:pt x="3092" y="2995"/>
                    <a:pt x="2968" y="3063"/>
                    <a:pt x="2836" y="3119"/>
                  </a:cubicBezTo>
                  <a:lnTo>
                    <a:pt x="2844" y="3131"/>
                  </a:lnTo>
                  <a:cubicBezTo>
                    <a:pt x="2980" y="3091"/>
                    <a:pt x="3112" y="3035"/>
                    <a:pt x="3240" y="2967"/>
                  </a:cubicBezTo>
                  <a:cubicBezTo>
                    <a:pt x="3272" y="2947"/>
                    <a:pt x="3304" y="2927"/>
                    <a:pt x="3332" y="2907"/>
                  </a:cubicBezTo>
                  <a:cubicBezTo>
                    <a:pt x="3348" y="2895"/>
                    <a:pt x="3360" y="2883"/>
                    <a:pt x="3376" y="2871"/>
                  </a:cubicBezTo>
                  <a:cubicBezTo>
                    <a:pt x="3388" y="2859"/>
                    <a:pt x="3404" y="2843"/>
                    <a:pt x="3416" y="2827"/>
                  </a:cubicBezTo>
                  <a:cubicBezTo>
                    <a:pt x="3460" y="2767"/>
                    <a:pt x="3500" y="2707"/>
                    <a:pt x="3536" y="2643"/>
                  </a:cubicBezTo>
                  <a:cubicBezTo>
                    <a:pt x="3608" y="2519"/>
                    <a:pt x="3672" y="2391"/>
                    <a:pt x="3736" y="2263"/>
                  </a:cubicBezTo>
                  <a:lnTo>
                    <a:pt x="3920" y="1875"/>
                  </a:lnTo>
                  <a:cubicBezTo>
                    <a:pt x="3984" y="1747"/>
                    <a:pt x="4044" y="1619"/>
                    <a:pt x="4108" y="1495"/>
                  </a:cubicBezTo>
                  <a:cubicBezTo>
                    <a:pt x="4140" y="1431"/>
                    <a:pt x="4172" y="1371"/>
                    <a:pt x="4208" y="1311"/>
                  </a:cubicBezTo>
                  <a:cubicBezTo>
                    <a:pt x="4224" y="1279"/>
                    <a:pt x="4236" y="1251"/>
                    <a:pt x="4256" y="1223"/>
                  </a:cubicBezTo>
                  <a:lnTo>
                    <a:pt x="4316" y="1131"/>
                  </a:lnTo>
                  <a:cubicBezTo>
                    <a:pt x="4392" y="1003"/>
                    <a:pt x="4448" y="863"/>
                    <a:pt x="4480" y="715"/>
                  </a:cubicBezTo>
                  <a:cubicBezTo>
                    <a:pt x="4500" y="643"/>
                    <a:pt x="4512" y="571"/>
                    <a:pt x="4524" y="499"/>
                  </a:cubicBezTo>
                  <a:cubicBezTo>
                    <a:pt x="4536" y="427"/>
                    <a:pt x="4544" y="355"/>
                    <a:pt x="4548" y="283"/>
                  </a:cubicBezTo>
                  <a:lnTo>
                    <a:pt x="4556" y="203"/>
                  </a:lnTo>
                  <a:lnTo>
                    <a:pt x="4556" y="203"/>
                  </a:lnTo>
                  <a:lnTo>
                    <a:pt x="4480" y="211"/>
                  </a:lnTo>
                  <a:cubicBezTo>
                    <a:pt x="4390" y="216"/>
                    <a:pt x="4301" y="220"/>
                    <a:pt x="4213" y="220"/>
                  </a:cubicBezTo>
                  <a:cubicBezTo>
                    <a:pt x="4181" y="220"/>
                    <a:pt x="4149" y="220"/>
                    <a:pt x="4116" y="219"/>
                  </a:cubicBezTo>
                  <a:cubicBezTo>
                    <a:pt x="3992" y="215"/>
                    <a:pt x="3872" y="203"/>
                    <a:pt x="3752" y="187"/>
                  </a:cubicBezTo>
                  <a:cubicBezTo>
                    <a:pt x="3628" y="171"/>
                    <a:pt x="3508" y="147"/>
                    <a:pt x="3392" y="115"/>
                  </a:cubicBezTo>
                  <a:cubicBezTo>
                    <a:pt x="3332" y="103"/>
                    <a:pt x="3272" y="83"/>
                    <a:pt x="3212" y="67"/>
                  </a:cubicBezTo>
                  <a:lnTo>
                    <a:pt x="3120" y="39"/>
                  </a:lnTo>
                  <a:lnTo>
                    <a:pt x="3028" y="19"/>
                  </a:lnTo>
                  <a:cubicBezTo>
                    <a:pt x="2966" y="7"/>
                    <a:pt x="2902" y="1"/>
                    <a:pt x="283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65"/>
            <p:cNvSpPr/>
            <p:nvPr/>
          </p:nvSpPr>
          <p:spPr>
            <a:xfrm flipH="1">
              <a:off x="8182027" y="1980468"/>
              <a:ext cx="512791" cy="442859"/>
            </a:xfrm>
            <a:custGeom>
              <a:avLst/>
              <a:gdLst/>
              <a:ahLst/>
              <a:cxnLst/>
              <a:rect l="l" t="t" r="r" b="b"/>
              <a:pathLst>
                <a:path w="3813" h="3293" extrusionOk="0">
                  <a:moveTo>
                    <a:pt x="1552" y="1"/>
                  </a:moveTo>
                  <a:cubicBezTo>
                    <a:pt x="1460" y="1"/>
                    <a:pt x="1372" y="13"/>
                    <a:pt x="1284" y="37"/>
                  </a:cubicBezTo>
                  <a:cubicBezTo>
                    <a:pt x="1196" y="61"/>
                    <a:pt x="1112" y="89"/>
                    <a:pt x="1028" y="129"/>
                  </a:cubicBezTo>
                  <a:lnTo>
                    <a:pt x="992" y="145"/>
                  </a:lnTo>
                  <a:lnTo>
                    <a:pt x="1016" y="185"/>
                  </a:lnTo>
                  <a:cubicBezTo>
                    <a:pt x="1020" y="197"/>
                    <a:pt x="1024" y="213"/>
                    <a:pt x="1024" y="229"/>
                  </a:cubicBezTo>
                  <a:cubicBezTo>
                    <a:pt x="1024" y="245"/>
                    <a:pt x="1020" y="261"/>
                    <a:pt x="1012" y="277"/>
                  </a:cubicBezTo>
                  <a:cubicBezTo>
                    <a:pt x="996" y="313"/>
                    <a:pt x="972" y="345"/>
                    <a:pt x="940" y="369"/>
                  </a:cubicBezTo>
                  <a:cubicBezTo>
                    <a:pt x="908" y="397"/>
                    <a:pt x="872" y="421"/>
                    <a:pt x="836" y="441"/>
                  </a:cubicBezTo>
                  <a:cubicBezTo>
                    <a:pt x="800" y="461"/>
                    <a:pt x="760" y="481"/>
                    <a:pt x="716" y="505"/>
                  </a:cubicBezTo>
                  <a:cubicBezTo>
                    <a:pt x="636" y="553"/>
                    <a:pt x="560" y="609"/>
                    <a:pt x="492" y="673"/>
                  </a:cubicBezTo>
                  <a:cubicBezTo>
                    <a:pt x="424" y="737"/>
                    <a:pt x="356" y="805"/>
                    <a:pt x="300" y="877"/>
                  </a:cubicBezTo>
                  <a:cubicBezTo>
                    <a:pt x="240" y="949"/>
                    <a:pt x="184" y="1025"/>
                    <a:pt x="136" y="1105"/>
                  </a:cubicBezTo>
                  <a:cubicBezTo>
                    <a:pt x="84" y="1189"/>
                    <a:pt x="44" y="1277"/>
                    <a:pt x="16" y="1373"/>
                  </a:cubicBezTo>
                  <a:cubicBezTo>
                    <a:pt x="4" y="1425"/>
                    <a:pt x="0" y="1485"/>
                    <a:pt x="12" y="1541"/>
                  </a:cubicBezTo>
                  <a:cubicBezTo>
                    <a:pt x="20" y="1573"/>
                    <a:pt x="32" y="1601"/>
                    <a:pt x="52" y="1629"/>
                  </a:cubicBezTo>
                  <a:lnTo>
                    <a:pt x="96" y="1681"/>
                  </a:lnTo>
                  <a:cubicBezTo>
                    <a:pt x="156" y="1753"/>
                    <a:pt x="216" y="1821"/>
                    <a:pt x="276" y="1889"/>
                  </a:cubicBezTo>
                  <a:lnTo>
                    <a:pt x="644" y="2289"/>
                  </a:lnTo>
                  <a:cubicBezTo>
                    <a:pt x="704" y="2353"/>
                    <a:pt x="768" y="2421"/>
                    <a:pt x="820" y="2489"/>
                  </a:cubicBezTo>
                  <a:cubicBezTo>
                    <a:pt x="832" y="2505"/>
                    <a:pt x="844" y="2521"/>
                    <a:pt x="856" y="2541"/>
                  </a:cubicBezTo>
                  <a:cubicBezTo>
                    <a:pt x="864" y="2557"/>
                    <a:pt x="876" y="2577"/>
                    <a:pt x="884" y="2597"/>
                  </a:cubicBezTo>
                  <a:cubicBezTo>
                    <a:pt x="904" y="2633"/>
                    <a:pt x="924" y="2673"/>
                    <a:pt x="944" y="2717"/>
                  </a:cubicBezTo>
                  <a:cubicBezTo>
                    <a:pt x="984" y="2797"/>
                    <a:pt x="1032" y="2881"/>
                    <a:pt x="1084" y="2957"/>
                  </a:cubicBezTo>
                  <a:cubicBezTo>
                    <a:pt x="1136" y="3037"/>
                    <a:pt x="1200" y="3105"/>
                    <a:pt x="1276" y="3165"/>
                  </a:cubicBezTo>
                  <a:cubicBezTo>
                    <a:pt x="1352" y="3221"/>
                    <a:pt x="1440" y="3261"/>
                    <a:pt x="1532" y="3277"/>
                  </a:cubicBezTo>
                  <a:cubicBezTo>
                    <a:pt x="1576" y="3289"/>
                    <a:pt x="1624" y="3293"/>
                    <a:pt x="1668" y="3293"/>
                  </a:cubicBezTo>
                  <a:cubicBezTo>
                    <a:pt x="1716" y="3293"/>
                    <a:pt x="1764" y="3289"/>
                    <a:pt x="1808" y="3285"/>
                  </a:cubicBezTo>
                  <a:lnTo>
                    <a:pt x="1808" y="3269"/>
                  </a:lnTo>
                  <a:cubicBezTo>
                    <a:pt x="1764" y="3269"/>
                    <a:pt x="1716" y="3269"/>
                    <a:pt x="1672" y="3265"/>
                  </a:cubicBezTo>
                  <a:cubicBezTo>
                    <a:pt x="1628" y="3257"/>
                    <a:pt x="1588" y="3249"/>
                    <a:pt x="1544" y="3237"/>
                  </a:cubicBezTo>
                  <a:cubicBezTo>
                    <a:pt x="1460" y="3209"/>
                    <a:pt x="1384" y="3169"/>
                    <a:pt x="1320" y="3109"/>
                  </a:cubicBezTo>
                  <a:cubicBezTo>
                    <a:pt x="1256" y="3053"/>
                    <a:pt x="1204" y="2985"/>
                    <a:pt x="1160" y="2909"/>
                  </a:cubicBezTo>
                  <a:cubicBezTo>
                    <a:pt x="1116" y="2833"/>
                    <a:pt x="1080" y="2753"/>
                    <a:pt x="1048" y="2669"/>
                  </a:cubicBezTo>
                  <a:cubicBezTo>
                    <a:pt x="1028" y="2629"/>
                    <a:pt x="1012" y="2589"/>
                    <a:pt x="992" y="2545"/>
                  </a:cubicBezTo>
                  <a:cubicBezTo>
                    <a:pt x="972" y="2501"/>
                    <a:pt x="948" y="2457"/>
                    <a:pt x="920" y="2417"/>
                  </a:cubicBezTo>
                  <a:cubicBezTo>
                    <a:pt x="864" y="2337"/>
                    <a:pt x="808" y="2273"/>
                    <a:pt x="748" y="2201"/>
                  </a:cubicBezTo>
                  <a:cubicBezTo>
                    <a:pt x="628" y="2061"/>
                    <a:pt x="508" y="1929"/>
                    <a:pt x="388" y="1793"/>
                  </a:cubicBezTo>
                  <a:cubicBezTo>
                    <a:pt x="328" y="1729"/>
                    <a:pt x="268" y="1661"/>
                    <a:pt x="212" y="1593"/>
                  </a:cubicBezTo>
                  <a:lnTo>
                    <a:pt x="172" y="1541"/>
                  </a:lnTo>
                  <a:cubicBezTo>
                    <a:pt x="164" y="1533"/>
                    <a:pt x="156" y="1521"/>
                    <a:pt x="156" y="1509"/>
                  </a:cubicBezTo>
                  <a:cubicBezTo>
                    <a:pt x="148" y="1477"/>
                    <a:pt x="148" y="1441"/>
                    <a:pt x="160" y="1409"/>
                  </a:cubicBezTo>
                  <a:cubicBezTo>
                    <a:pt x="180" y="1329"/>
                    <a:pt x="212" y="1249"/>
                    <a:pt x="256" y="1177"/>
                  </a:cubicBezTo>
                  <a:cubicBezTo>
                    <a:pt x="296" y="1101"/>
                    <a:pt x="348" y="1029"/>
                    <a:pt x="400" y="961"/>
                  </a:cubicBezTo>
                  <a:cubicBezTo>
                    <a:pt x="456" y="893"/>
                    <a:pt x="512" y="829"/>
                    <a:pt x="576" y="765"/>
                  </a:cubicBezTo>
                  <a:cubicBezTo>
                    <a:pt x="636" y="705"/>
                    <a:pt x="704" y="649"/>
                    <a:pt x="776" y="601"/>
                  </a:cubicBezTo>
                  <a:cubicBezTo>
                    <a:pt x="812" y="581"/>
                    <a:pt x="852" y="557"/>
                    <a:pt x="892" y="529"/>
                  </a:cubicBezTo>
                  <a:cubicBezTo>
                    <a:pt x="932" y="505"/>
                    <a:pt x="968" y="473"/>
                    <a:pt x="1004" y="441"/>
                  </a:cubicBezTo>
                  <a:cubicBezTo>
                    <a:pt x="1044" y="405"/>
                    <a:pt x="1072" y="361"/>
                    <a:pt x="1092" y="313"/>
                  </a:cubicBezTo>
                  <a:cubicBezTo>
                    <a:pt x="1107" y="270"/>
                    <a:pt x="1109" y="225"/>
                    <a:pt x="1095" y="184"/>
                  </a:cubicBezTo>
                  <a:lnTo>
                    <a:pt x="1095" y="184"/>
                  </a:lnTo>
                  <a:cubicBezTo>
                    <a:pt x="1161" y="148"/>
                    <a:pt x="1231" y="121"/>
                    <a:pt x="1300" y="97"/>
                  </a:cubicBezTo>
                  <a:cubicBezTo>
                    <a:pt x="1384" y="69"/>
                    <a:pt x="1468" y="53"/>
                    <a:pt x="1556" y="49"/>
                  </a:cubicBezTo>
                  <a:cubicBezTo>
                    <a:pt x="1644" y="49"/>
                    <a:pt x="1728" y="57"/>
                    <a:pt x="1812" y="81"/>
                  </a:cubicBezTo>
                  <a:cubicBezTo>
                    <a:pt x="1896" y="105"/>
                    <a:pt x="1980" y="133"/>
                    <a:pt x="2060" y="173"/>
                  </a:cubicBezTo>
                  <a:lnTo>
                    <a:pt x="2180" y="229"/>
                  </a:lnTo>
                  <a:cubicBezTo>
                    <a:pt x="2200" y="237"/>
                    <a:pt x="2220" y="245"/>
                    <a:pt x="2244" y="253"/>
                  </a:cubicBezTo>
                  <a:lnTo>
                    <a:pt x="2312" y="273"/>
                  </a:lnTo>
                  <a:cubicBezTo>
                    <a:pt x="2400" y="289"/>
                    <a:pt x="2488" y="301"/>
                    <a:pt x="2580" y="305"/>
                  </a:cubicBezTo>
                  <a:cubicBezTo>
                    <a:pt x="2668" y="313"/>
                    <a:pt x="2756" y="317"/>
                    <a:pt x="2844" y="321"/>
                  </a:cubicBezTo>
                  <a:cubicBezTo>
                    <a:pt x="2936" y="321"/>
                    <a:pt x="3020" y="329"/>
                    <a:pt x="3108" y="337"/>
                  </a:cubicBezTo>
                  <a:cubicBezTo>
                    <a:pt x="3192" y="345"/>
                    <a:pt x="3276" y="357"/>
                    <a:pt x="3360" y="377"/>
                  </a:cubicBezTo>
                  <a:cubicBezTo>
                    <a:pt x="3376" y="385"/>
                    <a:pt x="3396" y="389"/>
                    <a:pt x="3416" y="397"/>
                  </a:cubicBezTo>
                  <a:lnTo>
                    <a:pt x="3448" y="409"/>
                  </a:lnTo>
                  <a:lnTo>
                    <a:pt x="3464" y="413"/>
                  </a:lnTo>
                  <a:lnTo>
                    <a:pt x="3472" y="417"/>
                  </a:lnTo>
                  <a:cubicBezTo>
                    <a:pt x="3488" y="429"/>
                    <a:pt x="3504" y="433"/>
                    <a:pt x="3524" y="445"/>
                  </a:cubicBezTo>
                  <a:cubicBezTo>
                    <a:pt x="3544" y="457"/>
                    <a:pt x="3560" y="465"/>
                    <a:pt x="3572" y="477"/>
                  </a:cubicBezTo>
                  <a:cubicBezTo>
                    <a:pt x="3632" y="525"/>
                    <a:pt x="3672" y="593"/>
                    <a:pt x="3688" y="665"/>
                  </a:cubicBezTo>
                  <a:cubicBezTo>
                    <a:pt x="3700" y="741"/>
                    <a:pt x="3684" y="817"/>
                    <a:pt x="3648" y="885"/>
                  </a:cubicBezTo>
                  <a:cubicBezTo>
                    <a:pt x="3640" y="905"/>
                    <a:pt x="3628" y="921"/>
                    <a:pt x="3616" y="937"/>
                  </a:cubicBezTo>
                  <a:lnTo>
                    <a:pt x="3580" y="985"/>
                  </a:lnTo>
                  <a:cubicBezTo>
                    <a:pt x="3568" y="997"/>
                    <a:pt x="3556" y="1013"/>
                    <a:pt x="3540" y="1025"/>
                  </a:cubicBezTo>
                  <a:lnTo>
                    <a:pt x="3488" y="1069"/>
                  </a:lnTo>
                  <a:cubicBezTo>
                    <a:pt x="3416" y="1125"/>
                    <a:pt x="3352" y="1201"/>
                    <a:pt x="3308" y="1281"/>
                  </a:cubicBezTo>
                  <a:cubicBezTo>
                    <a:pt x="3264" y="1361"/>
                    <a:pt x="3228" y="1445"/>
                    <a:pt x="3204" y="1533"/>
                  </a:cubicBezTo>
                  <a:cubicBezTo>
                    <a:pt x="3180" y="1617"/>
                    <a:pt x="3164" y="1705"/>
                    <a:pt x="3156" y="1797"/>
                  </a:cubicBezTo>
                  <a:lnTo>
                    <a:pt x="3164" y="1797"/>
                  </a:lnTo>
                  <a:cubicBezTo>
                    <a:pt x="3204" y="1625"/>
                    <a:pt x="3272" y="1465"/>
                    <a:pt x="3364" y="1317"/>
                  </a:cubicBezTo>
                  <a:cubicBezTo>
                    <a:pt x="3412" y="1249"/>
                    <a:pt x="3472" y="1189"/>
                    <a:pt x="3540" y="1141"/>
                  </a:cubicBezTo>
                  <a:lnTo>
                    <a:pt x="3592" y="1097"/>
                  </a:lnTo>
                  <a:cubicBezTo>
                    <a:pt x="3612" y="1085"/>
                    <a:pt x="3628" y="1065"/>
                    <a:pt x="3648" y="1049"/>
                  </a:cubicBezTo>
                  <a:cubicBezTo>
                    <a:pt x="3668" y="1033"/>
                    <a:pt x="3684" y="1013"/>
                    <a:pt x="3700" y="993"/>
                  </a:cubicBezTo>
                  <a:cubicBezTo>
                    <a:pt x="3712" y="973"/>
                    <a:pt x="3728" y="953"/>
                    <a:pt x="3740" y="933"/>
                  </a:cubicBezTo>
                  <a:cubicBezTo>
                    <a:pt x="3792" y="845"/>
                    <a:pt x="3812" y="741"/>
                    <a:pt x="3800" y="641"/>
                  </a:cubicBezTo>
                  <a:cubicBezTo>
                    <a:pt x="3784" y="541"/>
                    <a:pt x="3728" y="445"/>
                    <a:pt x="3648" y="381"/>
                  </a:cubicBezTo>
                  <a:cubicBezTo>
                    <a:pt x="3632" y="365"/>
                    <a:pt x="3612" y="349"/>
                    <a:pt x="3588" y="337"/>
                  </a:cubicBezTo>
                  <a:cubicBezTo>
                    <a:pt x="3568" y="325"/>
                    <a:pt x="3548" y="313"/>
                    <a:pt x="3524" y="301"/>
                  </a:cubicBezTo>
                  <a:lnTo>
                    <a:pt x="3512" y="293"/>
                  </a:lnTo>
                  <a:lnTo>
                    <a:pt x="3504" y="293"/>
                  </a:lnTo>
                  <a:lnTo>
                    <a:pt x="3488" y="285"/>
                  </a:lnTo>
                  <a:lnTo>
                    <a:pt x="3460" y="273"/>
                  </a:lnTo>
                  <a:cubicBezTo>
                    <a:pt x="3436" y="265"/>
                    <a:pt x="3412" y="257"/>
                    <a:pt x="3388" y="253"/>
                  </a:cubicBezTo>
                  <a:cubicBezTo>
                    <a:pt x="3300" y="233"/>
                    <a:pt x="3208" y="217"/>
                    <a:pt x="3116" y="217"/>
                  </a:cubicBezTo>
                  <a:cubicBezTo>
                    <a:pt x="3070" y="215"/>
                    <a:pt x="3025" y="214"/>
                    <a:pt x="2980" y="214"/>
                  </a:cubicBezTo>
                  <a:cubicBezTo>
                    <a:pt x="2844" y="214"/>
                    <a:pt x="2712" y="221"/>
                    <a:pt x="2580" y="221"/>
                  </a:cubicBezTo>
                  <a:cubicBezTo>
                    <a:pt x="2492" y="221"/>
                    <a:pt x="2404" y="217"/>
                    <a:pt x="2320" y="209"/>
                  </a:cubicBezTo>
                  <a:lnTo>
                    <a:pt x="2256" y="197"/>
                  </a:lnTo>
                  <a:cubicBezTo>
                    <a:pt x="2236" y="189"/>
                    <a:pt x="2216" y="185"/>
                    <a:pt x="2196" y="177"/>
                  </a:cubicBezTo>
                  <a:lnTo>
                    <a:pt x="2076" y="125"/>
                  </a:lnTo>
                  <a:cubicBezTo>
                    <a:pt x="1992" y="89"/>
                    <a:pt x="1908" y="57"/>
                    <a:pt x="1820" y="37"/>
                  </a:cubicBezTo>
                  <a:cubicBezTo>
                    <a:pt x="1732" y="13"/>
                    <a:pt x="1644" y="1"/>
                    <a:pt x="1552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65"/>
            <p:cNvSpPr/>
            <p:nvPr/>
          </p:nvSpPr>
          <p:spPr>
            <a:xfrm flipH="1">
              <a:off x="8563964" y="2181524"/>
              <a:ext cx="568872" cy="398479"/>
            </a:xfrm>
            <a:custGeom>
              <a:avLst/>
              <a:gdLst/>
              <a:ahLst/>
              <a:cxnLst/>
              <a:rect l="l" t="t" r="r" b="b"/>
              <a:pathLst>
                <a:path w="4230" h="2963" extrusionOk="0">
                  <a:moveTo>
                    <a:pt x="2333" y="1"/>
                  </a:moveTo>
                  <a:cubicBezTo>
                    <a:pt x="2281" y="1"/>
                    <a:pt x="2229" y="4"/>
                    <a:pt x="2177" y="10"/>
                  </a:cubicBezTo>
                  <a:cubicBezTo>
                    <a:pt x="2149" y="14"/>
                    <a:pt x="2121" y="18"/>
                    <a:pt x="2097" y="22"/>
                  </a:cubicBezTo>
                  <a:cubicBezTo>
                    <a:pt x="2077" y="26"/>
                    <a:pt x="2049" y="30"/>
                    <a:pt x="2025" y="38"/>
                  </a:cubicBezTo>
                  <a:cubicBezTo>
                    <a:pt x="1973" y="50"/>
                    <a:pt x="1925" y="62"/>
                    <a:pt x="1877" y="82"/>
                  </a:cubicBezTo>
                  <a:cubicBezTo>
                    <a:pt x="1781" y="114"/>
                    <a:pt x="1685" y="154"/>
                    <a:pt x="1593" y="198"/>
                  </a:cubicBezTo>
                  <a:cubicBezTo>
                    <a:pt x="1413" y="286"/>
                    <a:pt x="1241" y="386"/>
                    <a:pt x="1069" y="490"/>
                  </a:cubicBezTo>
                  <a:cubicBezTo>
                    <a:pt x="901" y="594"/>
                    <a:pt x="733" y="702"/>
                    <a:pt x="569" y="814"/>
                  </a:cubicBezTo>
                  <a:cubicBezTo>
                    <a:pt x="401" y="926"/>
                    <a:pt x="237" y="1038"/>
                    <a:pt x="77" y="1158"/>
                  </a:cubicBezTo>
                  <a:lnTo>
                    <a:pt x="1" y="1214"/>
                  </a:lnTo>
                  <a:lnTo>
                    <a:pt x="101" y="1222"/>
                  </a:lnTo>
                  <a:cubicBezTo>
                    <a:pt x="189" y="1230"/>
                    <a:pt x="289" y="1270"/>
                    <a:pt x="321" y="1342"/>
                  </a:cubicBezTo>
                  <a:cubicBezTo>
                    <a:pt x="337" y="1382"/>
                    <a:pt x="341" y="1426"/>
                    <a:pt x="333" y="1466"/>
                  </a:cubicBezTo>
                  <a:lnTo>
                    <a:pt x="333" y="1474"/>
                  </a:lnTo>
                  <a:lnTo>
                    <a:pt x="333" y="1486"/>
                  </a:lnTo>
                  <a:lnTo>
                    <a:pt x="333" y="1506"/>
                  </a:lnTo>
                  <a:cubicBezTo>
                    <a:pt x="333" y="1522"/>
                    <a:pt x="333" y="1538"/>
                    <a:pt x="333" y="1554"/>
                  </a:cubicBezTo>
                  <a:cubicBezTo>
                    <a:pt x="337" y="1582"/>
                    <a:pt x="341" y="1610"/>
                    <a:pt x="349" y="1638"/>
                  </a:cubicBezTo>
                  <a:cubicBezTo>
                    <a:pt x="381" y="1742"/>
                    <a:pt x="421" y="1842"/>
                    <a:pt x="477" y="1934"/>
                  </a:cubicBezTo>
                  <a:cubicBezTo>
                    <a:pt x="529" y="2026"/>
                    <a:pt x="585" y="2114"/>
                    <a:pt x="649" y="2198"/>
                  </a:cubicBezTo>
                  <a:cubicBezTo>
                    <a:pt x="769" y="2370"/>
                    <a:pt x="913" y="2526"/>
                    <a:pt x="1069" y="2666"/>
                  </a:cubicBezTo>
                  <a:cubicBezTo>
                    <a:pt x="1153" y="2738"/>
                    <a:pt x="1241" y="2798"/>
                    <a:pt x="1341" y="2850"/>
                  </a:cubicBezTo>
                  <a:cubicBezTo>
                    <a:pt x="1369" y="2862"/>
                    <a:pt x="1393" y="2874"/>
                    <a:pt x="1421" y="2882"/>
                  </a:cubicBezTo>
                  <a:cubicBezTo>
                    <a:pt x="1453" y="2890"/>
                    <a:pt x="1481" y="2898"/>
                    <a:pt x="1505" y="2902"/>
                  </a:cubicBezTo>
                  <a:cubicBezTo>
                    <a:pt x="1557" y="2914"/>
                    <a:pt x="1609" y="2922"/>
                    <a:pt x="1661" y="2930"/>
                  </a:cubicBezTo>
                  <a:cubicBezTo>
                    <a:pt x="1836" y="2953"/>
                    <a:pt x="2011" y="2963"/>
                    <a:pt x="2186" y="2963"/>
                  </a:cubicBezTo>
                  <a:cubicBezTo>
                    <a:pt x="2219" y="2963"/>
                    <a:pt x="2252" y="2962"/>
                    <a:pt x="2285" y="2962"/>
                  </a:cubicBezTo>
                  <a:cubicBezTo>
                    <a:pt x="2497" y="2962"/>
                    <a:pt x="2709" y="2930"/>
                    <a:pt x="2913" y="2866"/>
                  </a:cubicBezTo>
                  <a:cubicBezTo>
                    <a:pt x="2961" y="2850"/>
                    <a:pt x="3013" y="2822"/>
                    <a:pt x="3057" y="2794"/>
                  </a:cubicBezTo>
                  <a:cubicBezTo>
                    <a:pt x="3101" y="2766"/>
                    <a:pt x="3145" y="2742"/>
                    <a:pt x="3189" y="2722"/>
                  </a:cubicBezTo>
                  <a:cubicBezTo>
                    <a:pt x="3277" y="2678"/>
                    <a:pt x="3373" y="2642"/>
                    <a:pt x="3469" y="2618"/>
                  </a:cubicBezTo>
                  <a:cubicBezTo>
                    <a:pt x="3565" y="2594"/>
                    <a:pt x="3669" y="2586"/>
                    <a:pt x="3769" y="2586"/>
                  </a:cubicBezTo>
                  <a:cubicBezTo>
                    <a:pt x="3869" y="2590"/>
                    <a:pt x="3969" y="2606"/>
                    <a:pt x="4069" y="2638"/>
                  </a:cubicBezTo>
                  <a:lnTo>
                    <a:pt x="4073" y="2622"/>
                  </a:lnTo>
                  <a:cubicBezTo>
                    <a:pt x="3939" y="2563"/>
                    <a:pt x="3793" y="2534"/>
                    <a:pt x="3646" y="2534"/>
                  </a:cubicBezTo>
                  <a:cubicBezTo>
                    <a:pt x="3583" y="2534"/>
                    <a:pt x="3519" y="2539"/>
                    <a:pt x="3457" y="2550"/>
                  </a:cubicBezTo>
                  <a:cubicBezTo>
                    <a:pt x="3353" y="2566"/>
                    <a:pt x="3249" y="2598"/>
                    <a:pt x="3153" y="2638"/>
                  </a:cubicBezTo>
                  <a:cubicBezTo>
                    <a:pt x="3105" y="2658"/>
                    <a:pt x="3057" y="2682"/>
                    <a:pt x="3013" y="2706"/>
                  </a:cubicBezTo>
                  <a:cubicBezTo>
                    <a:pt x="2969" y="2730"/>
                    <a:pt x="2925" y="2750"/>
                    <a:pt x="2877" y="2762"/>
                  </a:cubicBezTo>
                  <a:cubicBezTo>
                    <a:pt x="2785" y="2790"/>
                    <a:pt x="2685" y="2806"/>
                    <a:pt x="2589" y="2814"/>
                  </a:cubicBezTo>
                  <a:cubicBezTo>
                    <a:pt x="2514" y="2823"/>
                    <a:pt x="2439" y="2827"/>
                    <a:pt x="2364" y="2827"/>
                  </a:cubicBezTo>
                  <a:cubicBezTo>
                    <a:pt x="2339" y="2827"/>
                    <a:pt x="2314" y="2827"/>
                    <a:pt x="2289" y="2826"/>
                  </a:cubicBezTo>
                  <a:cubicBezTo>
                    <a:pt x="2085" y="2826"/>
                    <a:pt x="1885" y="2810"/>
                    <a:pt x="1685" y="2782"/>
                  </a:cubicBezTo>
                  <a:cubicBezTo>
                    <a:pt x="1637" y="2774"/>
                    <a:pt x="1589" y="2766"/>
                    <a:pt x="1537" y="2758"/>
                  </a:cubicBezTo>
                  <a:cubicBezTo>
                    <a:pt x="1513" y="2754"/>
                    <a:pt x="1489" y="2746"/>
                    <a:pt x="1469" y="2742"/>
                  </a:cubicBezTo>
                  <a:cubicBezTo>
                    <a:pt x="1449" y="2734"/>
                    <a:pt x="1429" y="2726"/>
                    <a:pt x="1409" y="2718"/>
                  </a:cubicBezTo>
                  <a:cubicBezTo>
                    <a:pt x="1321" y="2674"/>
                    <a:pt x="1241" y="2618"/>
                    <a:pt x="1169" y="2558"/>
                  </a:cubicBezTo>
                  <a:cubicBezTo>
                    <a:pt x="1013" y="2430"/>
                    <a:pt x="877" y="2282"/>
                    <a:pt x="757" y="2122"/>
                  </a:cubicBezTo>
                  <a:cubicBezTo>
                    <a:pt x="697" y="2042"/>
                    <a:pt x="637" y="1962"/>
                    <a:pt x="585" y="1874"/>
                  </a:cubicBezTo>
                  <a:cubicBezTo>
                    <a:pt x="533" y="1794"/>
                    <a:pt x="489" y="1702"/>
                    <a:pt x="457" y="1610"/>
                  </a:cubicBezTo>
                  <a:cubicBezTo>
                    <a:pt x="449" y="1590"/>
                    <a:pt x="445" y="1566"/>
                    <a:pt x="441" y="1546"/>
                  </a:cubicBezTo>
                  <a:cubicBezTo>
                    <a:pt x="441" y="1534"/>
                    <a:pt x="441" y="1526"/>
                    <a:pt x="441" y="1518"/>
                  </a:cubicBezTo>
                  <a:lnTo>
                    <a:pt x="441" y="1498"/>
                  </a:lnTo>
                  <a:lnTo>
                    <a:pt x="441" y="1494"/>
                  </a:lnTo>
                  <a:lnTo>
                    <a:pt x="441" y="1490"/>
                  </a:lnTo>
                  <a:lnTo>
                    <a:pt x="441" y="1478"/>
                  </a:lnTo>
                  <a:cubicBezTo>
                    <a:pt x="449" y="1418"/>
                    <a:pt x="437" y="1358"/>
                    <a:pt x="409" y="1302"/>
                  </a:cubicBezTo>
                  <a:cubicBezTo>
                    <a:pt x="377" y="1250"/>
                    <a:pt x="329" y="1206"/>
                    <a:pt x="273" y="1186"/>
                  </a:cubicBezTo>
                  <a:cubicBezTo>
                    <a:pt x="248" y="1174"/>
                    <a:pt x="222" y="1165"/>
                    <a:pt x="196" y="1159"/>
                  </a:cubicBezTo>
                  <a:lnTo>
                    <a:pt x="196" y="1159"/>
                  </a:lnTo>
                  <a:cubicBezTo>
                    <a:pt x="328" y="1054"/>
                    <a:pt x="464" y="949"/>
                    <a:pt x="601" y="854"/>
                  </a:cubicBezTo>
                  <a:cubicBezTo>
                    <a:pt x="765" y="738"/>
                    <a:pt x="929" y="630"/>
                    <a:pt x="1101" y="530"/>
                  </a:cubicBezTo>
                  <a:cubicBezTo>
                    <a:pt x="1273" y="430"/>
                    <a:pt x="1449" y="342"/>
                    <a:pt x="1633" y="266"/>
                  </a:cubicBezTo>
                  <a:cubicBezTo>
                    <a:pt x="1725" y="230"/>
                    <a:pt x="1817" y="198"/>
                    <a:pt x="1909" y="174"/>
                  </a:cubicBezTo>
                  <a:cubicBezTo>
                    <a:pt x="1957" y="158"/>
                    <a:pt x="2005" y="150"/>
                    <a:pt x="2049" y="142"/>
                  </a:cubicBezTo>
                  <a:cubicBezTo>
                    <a:pt x="2073" y="138"/>
                    <a:pt x="2101" y="134"/>
                    <a:pt x="2125" y="130"/>
                  </a:cubicBezTo>
                  <a:lnTo>
                    <a:pt x="2193" y="126"/>
                  </a:lnTo>
                  <a:cubicBezTo>
                    <a:pt x="2227" y="123"/>
                    <a:pt x="2261" y="121"/>
                    <a:pt x="2295" y="121"/>
                  </a:cubicBezTo>
                  <a:cubicBezTo>
                    <a:pt x="2357" y="121"/>
                    <a:pt x="2418" y="126"/>
                    <a:pt x="2477" y="134"/>
                  </a:cubicBezTo>
                  <a:cubicBezTo>
                    <a:pt x="2573" y="146"/>
                    <a:pt x="2661" y="170"/>
                    <a:pt x="2749" y="206"/>
                  </a:cubicBezTo>
                  <a:cubicBezTo>
                    <a:pt x="2921" y="282"/>
                    <a:pt x="3069" y="410"/>
                    <a:pt x="3209" y="546"/>
                  </a:cubicBezTo>
                  <a:cubicBezTo>
                    <a:pt x="3281" y="614"/>
                    <a:pt x="3349" y="686"/>
                    <a:pt x="3425" y="754"/>
                  </a:cubicBezTo>
                  <a:cubicBezTo>
                    <a:pt x="3501" y="822"/>
                    <a:pt x="3581" y="886"/>
                    <a:pt x="3665" y="942"/>
                  </a:cubicBezTo>
                  <a:cubicBezTo>
                    <a:pt x="3753" y="994"/>
                    <a:pt x="3845" y="1042"/>
                    <a:pt x="3937" y="1078"/>
                  </a:cubicBezTo>
                  <a:cubicBezTo>
                    <a:pt x="4033" y="1114"/>
                    <a:pt x="4129" y="1138"/>
                    <a:pt x="4229" y="1154"/>
                  </a:cubicBezTo>
                  <a:lnTo>
                    <a:pt x="4225" y="1138"/>
                  </a:lnTo>
                  <a:cubicBezTo>
                    <a:pt x="4037" y="1082"/>
                    <a:pt x="3861" y="994"/>
                    <a:pt x="3701" y="878"/>
                  </a:cubicBezTo>
                  <a:cubicBezTo>
                    <a:pt x="3625" y="818"/>
                    <a:pt x="3553" y="754"/>
                    <a:pt x="3485" y="686"/>
                  </a:cubicBezTo>
                  <a:lnTo>
                    <a:pt x="3281" y="466"/>
                  </a:lnTo>
                  <a:cubicBezTo>
                    <a:pt x="3209" y="394"/>
                    <a:pt x="3137" y="322"/>
                    <a:pt x="3057" y="258"/>
                  </a:cubicBezTo>
                  <a:cubicBezTo>
                    <a:pt x="2977" y="194"/>
                    <a:pt x="2885" y="138"/>
                    <a:pt x="2793" y="94"/>
                  </a:cubicBezTo>
                  <a:cubicBezTo>
                    <a:pt x="2693" y="50"/>
                    <a:pt x="2593" y="22"/>
                    <a:pt x="2489" y="10"/>
                  </a:cubicBezTo>
                  <a:cubicBezTo>
                    <a:pt x="2437" y="4"/>
                    <a:pt x="2385" y="1"/>
                    <a:pt x="233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65"/>
            <p:cNvSpPr/>
            <p:nvPr/>
          </p:nvSpPr>
          <p:spPr>
            <a:xfrm flipH="1">
              <a:off x="8001817" y="2475104"/>
              <a:ext cx="273946" cy="56887"/>
            </a:xfrm>
            <a:custGeom>
              <a:avLst/>
              <a:gdLst/>
              <a:ahLst/>
              <a:cxnLst/>
              <a:rect l="l" t="t" r="r" b="b"/>
              <a:pathLst>
                <a:path w="2037" h="423" extrusionOk="0">
                  <a:moveTo>
                    <a:pt x="384" y="1"/>
                  </a:moveTo>
                  <a:cubicBezTo>
                    <a:pt x="282" y="1"/>
                    <a:pt x="180" y="18"/>
                    <a:pt x="84" y="51"/>
                  </a:cubicBezTo>
                  <a:cubicBezTo>
                    <a:pt x="56" y="63"/>
                    <a:pt x="36" y="71"/>
                    <a:pt x="20" y="79"/>
                  </a:cubicBezTo>
                  <a:lnTo>
                    <a:pt x="0" y="87"/>
                  </a:lnTo>
                  <a:lnTo>
                    <a:pt x="0" y="95"/>
                  </a:lnTo>
                  <a:lnTo>
                    <a:pt x="24" y="91"/>
                  </a:lnTo>
                  <a:cubicBezTo>
                    <a:pt x="40" y="87"/>
                    <a:pt x="64" y="83"/>
                    <a:pt x="92" y="79"/>
                  </a:cubicBezTo>
                  <a:cubicBezTo>
                    <a:pt x="168" y="67"/>
                    <a:pt x="248" y="63"/>
                    <a:pt x="328" y="63"/>
                  </a:cubicBezTo>
                  <a:cubicBezTo>
                    <a:pt x="342" y="62"/>
                    <a:pt x="357" y="61"/>
                    <a:pt x="371" y="61"/>
                  </a:cubicBezTo>
                  <a:cubicBezTo>
                    <a:pt x="407" y="61"/>
                    <a:pt x="445" y="64"/>
                    <a:pt x="484" y="67"/>
                  </a:cubicBezTo>
                  <a:cubicBezTo>
                    <a:pt x="540" y="71"/>
                    <a:pt x="600" y="79"/>
                    <a:pt x="656" y="87"/>
                  </a:cubicBezTo>
                  <a:cubicBezTo>
                    <a:pt x="720" y="99"/>
                    <a:pt x="780" y="115"/>
                    <a:pt x="840" y="143"/>
                  </a:cubicBezTo>
                  <a:cubicBezTo>
                    <a:pt x="896" y="171"/>
                    <a:pt x="956" y="207"/>
                    <a:pt x="1016" y="235"/>
                  </a:cubicBezTo>
                  <a:cubicBezTo>
                    <a:pt x="1076" y="271"/>
                    <a:pt x="1140" y="291"/>
                    <a:pt x="1212" y="299"/>
                  </a:cubicBezTo>
                  <a:cubicBezTo>
                    <a:pt x="1229" y="300"/>
                    <a:pt x="1247" y="300"/>
                    <a:pt x="1264" y="300"/>
                  </a:cubicBezTo>
                  <a:cubicBezTo>
                    <a:pt x="1313" y="300"/>
                    <a:pt x="1362" y="297"/>
                    <a:pt x="1412" y="291"/>
                  </a:cubicBezTo>
                  <a:cubicBezTo>
                    <a:pt x="1468" y="283"/>
                    <a:pt x="1524" y="283"/>
                    <a:pt x="1584" y="283"/>
                  </a:cubicBezTo>
                  <a:cubicBezTo>
                    <a:pt x="1632" y="283"/>
                    <a:pt x="1684" y="291"/>
                    <a:pt x="1732" y="299"/>
                  </a:cubicBezTo>
                  <a:cubicBezTo>
                    <a:pt x="1808" y="319"/>
                    <a:pt x="1884" y="343"/>
                    <a:pt x="1952" y="379"/>
                  </a:cubicBezTo>
                  <a:cubicBezTo>
                    <a:pt x="1972" y="391"/>
                    <a:pt x="1992" y="399"/>
                    <a:pt x="2012" y="411"/>
                  </a:cubicBezTo>
                  <a:lnTo>
                    <a:pt x="2032" y="423"/>
                  </a:lnTo>
                  <a:lnTo>
                    <a:pt x="2036" y="419"/>
                  </a:lnTo>
                  <a:cubicBezTo>
                    <a:pt x="2016" y="395"/>
                    <a:pt x="1992" y="375"/>
                    <a:pt x="1968" y="355"/>
                  </a:cubicBezTo>
                  <a:cubicBezTo>
                    <a:pt x="1904" y="307"/>
                    <a:pt x="1828" y="267"/>
                    <a:pt x="1748" y="243"/>
                  </a:cubicBezTo>
                  <a:cubicBezTo>
                    <a:pt x="1696" y="227"/>
                    <a:pt x="1640" y="215"/>
                    <a:pt x="1584" y="211"/>
                  </a:cubicBezTo>
                  <a:cubicBezTo>
                    <a:pt x="1568" y="210"/>
                    <a:pt x="1552" y="209"/>
                    <a:pt x="1535" y="209"/>
                  </a:cubicBezTo>
                  <a:cubicBezTo>
                    <a:pt x="1490" y="209"/>
                    <a:pt x="1444" y="213"/>
                    <a:pt x="1400" y="219"/>
                  </a:cubicBezTo>
                  <a:cubicBezTo>
                    <a:pt x="1340" y="231"/>
                    <a:pt x="1276" y="239"/>
                    <a:pt x="1216" y="239"/>
                  </a:cubicBezTo>
                  <a:cubicBezTo>
                    <a:pt x="1152" y="235"/>
                    <a:pt x="1088" y="223"/>
                    <a:pt x="1028" y="203"/>
                  </a:cubicBezTo>
                  <a:cubicBezTo>
                    <a:pt x="968" y="179"/>
                    <a:pt x="908" y="151"/>
                    <a:pt x="848" y="123"/>
                  </a:cubicBezTo>
                  <a:cubicBezTo>
                    <a:pt x="788" y="99"/>
                    <a:pt x="728" y="71"/>
                    <a:pt x="668" y="51"/>
                  </a:cubicBezTo>
                  <a:cubicBezTo>
                    <a:pt x="608" y="31"/>
                    <a:pt x="548" y="15"/>
                    <a:pt x="488" y="7"/>
                  </a:cubicBezTo>
                  <a:cubicBezTo>
                    <a:pt x="454" y="3"/>
                    <a:pt x="419" y="1"/>
                    <a:pt x="38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65"/>
            <p:cNvSpPr/>
            <p:nvPr/>
          </p:nvSpPr>
          <p:spPr>
            <a:xfrm flipH="1">
              <a:off x="8084660" y="2429110"/>
              <a:ext cx="174965" cy="34025"/>
            </a:xfrm>
            <a:custGeom>
              <a:avLst/>
              <a:gdLst/>
              <a:ahLst/>
              <a:cxnLst/>
              <a:rect l="l" t="t" r="r" b="b"/>
              <a:pathLst>
                <a:path w="1301" h="253" extrusionOk="0">
                  <a:moveTo>
                    <a:pt x="624" y="1"/>
                  </a:moveTo>
                  <a:cubicBezTo>
                    <a:pt x="536" y="1"/>
                    <a:pt x="448" y="9"/>
                    <a:pt x="368" y="17"/>
                  </a:cubicBezTo>
                  <a:cubicBezTo>
                    <a:pt x="328" y="21"/>
                    <a:pt x="288" y="29"/>
                    <a:pt x="252" y="41"/>
                  </a:cubicBezTo>
                  <a:cubicBezTo>
                    <a:pt x="216" y="57"/>
                    <a:pt x="184" y="73"/>
                    <a:pt x="156" y="93"/>
                  </a:cubicBezTo>
                  <a:cubicBezTo>
                    <a:pt x="128" y="109"/>
                    <a:pt x="104" y="129"/>
                    <a:pt x="84" y="149"/>
                  </a:cubicBezTo>
                  <a:cubicBezTo>
                    <a:pt x="64" y="161"/>
                    <a:pt x="48" y="181"/>
                    <a:pt x="32" y="197"/>
                  </a:cubicBezTo>
                  <a:cubicBezTo>
                    <a:pt x="20" y="213"/>
                    <a:pt x="8" y="229"/>
                    <a:pt x="0" y="249"/>
                  </a:cubicBezTo>
                  <a:lnTo>
                    <a:pt x="4" y="253"/>
                  </a:lnTo>
                  <a:lnTo>
                    <a:pt x="16" y="245"/>
                  </a:lnTo>
                  <a:cubicBezTo>
                    <a:pt x="24" y="237"/>
                    <a:pt x="36" y="229"/>
                    <a:pt x="52" y="217"/>
                  </a:cubicBezTo>
                  <a:cubicBezTo>
                    <a:pt x="84" y="197"/>
                    <a:pt x="128" y="169"/>
                    <a:pt x="184" y="141"/>
                  </a:cubicBezTo>
                  <a:cubicBezTo>
                    <a:pt x="208" y="125"/>
                    <a:pt x="240" y="113"/>
                    <a:pt x="272" y="97"/>
                  </a:cubicBezTo>
                  <a:cubicBezTo>
                    <a:pt x="304" y="85"/>
                    <a:pt x="336" y="65"/>
                    <a:pt x="376" y="53"/>
                  </a:cubicBezTo>
                  <a:cubicBezTo>
                    <a:pt x="412" y="37"/>
                    <a:pt x="452" y="29"/>
                    <a:pt x="492" y="25"/>
                  </a:cubicBezTo>
                  <a:cubicBezTo>
                    <a:pt x="532" y="25"/>
                    <a:pt x="576" y="29"/>
                    <a:pt x="616" y="37"/>
                  </a:cubicBezTo>
                  <a:cubicBezTo>
                    <a:pt x="660" y="45"/>
                    <a:pt x="700" y="57"/>
                    <a:pt x="740" y="65"/>
                  </a:cubicBezTo>
                  <a:lnTo>
                    <a:pt x="864" y="89"/>
                  </a:lnTo>
                  <a:cubicBezTo>
                    <a:pt x="936" y="101"/>
                    <a:pt x="1008" y="109"/>
                    <a:pt x="1084" y="113"/>
                  </a:cubicBezTo>
                  <a:cubicBezTo>
                    <a:pt x="1136" y="113"/>
                    <a:pt x="1188" y="109"/>
                    <a:pt x="1240" y="97"/>
                  </a:cubicBezTo>
                  <a:cubicBezTo>
                    <a:pt x="1260" y="93"/>
                    <a:pt x="1280" y="85"/>
                    <a:pt x="1300" y="81"/>
                  </a:cubicBezTo>
                  <a:lnTo>
                    <a:pt x="1300" y="73"/>
                  </a:lnTo>
                  <a:cubicBezTo>
                    <a:pt x="1300" y="73"/>
                    <a:pt x="1276" y="73"/>
                    <a:pt x="1240" y="69"/>
                  </a:cubicBezTo>
                  <a:cubicBezTo>
                    <a:pt x="1204" y="65"/>
                    <a:pt x="1152" y="61"/>
                    <a:pt x="1088" y="49"/>
                  </a:cubicBezTo>
                  <a:cubicBezTo>
                    <a:pt x="1028" y="41"/>
                    <a:pt x="956" y="25"/>
                    <a:pt x="876" y="17"/>
                  </a:cubicBezTo>
                  <a:cubicBezTo>
                    <a:pt x="792" y="5"/>
                    <a:pt x="708" y="1"/>
                    <a:pt x="62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65"/>
            <p:cNvSpPr/>
            <p:nvPr/>
          </p:nvSpPr>
          <p:spPr>
            <a:xfrm flipH="1">
              <a:off x="8153516" y="2514508"/>
              <a:ext cx="191641" cy="83112"/>
            </a:xfrm>
            <a:custGeom>
              <a:avLst/>
              <a:gdLst/>
              <a:ahLst/>
              <a:cxnLst/>
              <a:rect l="l" t="t" r="r" b="b"/>
              <a:pathLst>
                <a:path w="1425" h="618" extrusionOk="0">
                  <a:moveTo>
                    <a:pt x="152" y="1"/>
                  </a:moveTo>
                  <a:cubicBezTo>
                    <a:pt x="145" y="1"/>
                    <a:pt x="139" y="1"/>
                    <a:pt x="132" y="2"/>
                  </a:cubicBezTo>
                  <a:cubicBezTo>
                    <a:pt x="104" y="6"/>
                    <a:pt x="76" y="14"/>
                    <a:pt x="48" y="30"/>
                  </a:cubicBezTo>
                  <a:cubicBezTo>
                    <a:pt x="32" y="38"/>
                    <a:pt x="20" y="50"/>
                    <a:pt x="8" y="62"/>
                  </a:cubicBezTo>
                  <a:cubicBezTo>
                    <a:pt x="4" y="70"/>
                    <a:pt x="0" y="74"/>
                    <a:pt x="0" y="78"/>
                  </a:cubicBezTo>
                  <a:lnTo>
                    <a:pt x="4" y="86"/>
                  </a:lnTo>
                  <a:cubicBezTo>
                    <a:pt x="8" y="82"/>
                    <a:pt x="12" y="78"/>
                    <a:pt x="20" y="74"/>
                  </a:cubicBezTo>
                  <a:cubicBezTo>
                    <a:pt x="32" y="66"/>
                    <a:pt x="48" y="58"/>
                    <a:pt x="64" y="54"/>
                  </a:cubicBezTo>
                  <a:cubicBezTo>
                    <a:pt x="78" y="51"/>
                    <a:pt x="94" y="48"/>
                    <a:pt x="113" y="48"/>
                  </a:cubicBezTo>
                  <a:cubicBezTo>
                    <a:pt x="120" y="48"/>
                    <a:pt x="128" y="49"/>
                    <a:pt x="136" y="50"/>
                  </a:cubicBezTo>
                  <a:cubicBezTo>
                    <a:pt x="164" y="50"/>
                    <a:pt x="196" y="58"/>
                    <a:pt x="224" y="74"/>
                  </a:cubicBezTo>
                  <a:cubicBezTo>
                    <a:pt x="256" y="90"/>
                    <a:pt x="292" y="106"/>
                    <a:pt x="324" y="130"/>
                  </a:cubicBezTo>
                  <a:cubicBezTo>
                    <a:pt x="360" y="154"/>
                    <a:pt x="400" y="174"/>
                    <a:pt x="440" y="198"/>
                  </a:cubicBezTo>
                  <a:cubicBezTo>
                    <a:pt x="480" y="222"/>
                    <a:pt x="520" y="250"/>
                    <a:pt x="560" y="278"/>
                  </a:cubicBezTo>
                  <a:cubicBezTo>
                    <a:pt x="600" y="306"/>
                    <a:pt x="640" y="338"/>
                    <a:pt x="676" y="370"/>
                  </a:cubicBezTo>
                  <a:cubicBezTo>
                    <a:pt x="716" y="406"/>
                    <a:pt x="752" y="438"/>
                    <a:pt x="792" y="470"/>
                  </a:cubicBezTo>
                  <a:cubicBezTo>
                    <a:pt x="832" y="498"/>
                    <a:pt x="872" y="526"/>
                    <a:pt x="916" y="554"/>
                  </a:cubicBezTo>
                  <a:cubicBezTo>
                    <a:pt x="956" y="578"/>
                    <a:pt x="1000" y="594"/>
                    <a:pt x="1048" y="606"/>
                  </a:cubicBezTo>
                  <a:cubicBezTo>
                    <a:pt x="1092" y="614"/>
                    <a:pt x="1132" y="618"/>
                    <a:pt x="1176" y="618"/>
                  </a:cubicBezTo>
                  <a:cubicBezTo>
                    <a:pt x="1216" y="618"/>
                    <a:pt x="1248" y="614"/>
                    <a:pt x="1280" y="610"/>
                  </a:cubicBezTo>
                  <a:lnTo>
                    <a:pt x="1356" y="610"/>
                  </a:lnTo>
                  <a:cubicBezTo>
                    <a:pt x="1363" y="609"/>
                    <a:pt x="1370" y="608"/>
                    <a:pt x="1377" y="608"/>
                  </a:cubicBezTo>
                  <a:cubicBezTo>
                    <a:pt x="1394" y="608"/>
                    <a:pt x="1410" y="611"/>
                    <a:pt x="1424" y="614"/>
                  </a:cubicBezTo>
                  <a:lnTo>
                    <a:pt x="1424" y="606"/>
                  </a:lnTo>
                  <a:cubicBezTo>
                    <a:pt x="1404" y="594"/>
                    <a:pt x="1384" y="586"/>
                    <a:pt x="1360" y="582"/>
                  </a:cubicBezTo>
                  <a:cubicBezTo>
                    <a:pt x="1300" y="570"/>
                    <a:pt x="1240" y="558"/>
                    <a:pt x="1176" y="558"/>
                  </a:cubicBezTo>
                  <a:cubicBezTo>
                    <a:pt x="1140" y="554"/>
                    <a:pt x="1100" y="546"/>
                    <a:pt x="1064" y="538"/>
                  </a:cubicBezTo>
                  <a:cubicBezTo>
                    <a:pt x="1024" y="522"/>
                    <a:pt x="984" y="506"/>
                    <a:pt x="948" y="490"/>
                  </a:cubicBezTo>
                  <a:cubicBezTo>
                    <a:pt x="904" y="470"/>
                    <a:pt x="864" y="446"/>
                    <a:pt x="824" y="418"/>
                  </a:cubicBezTo>
                  <a:cubicBezTo>
                    <a:pt x="784" y="390"/>
                    <a:pt x="740" y="366"/>
                    <a:pt x="696" y="342"/>
                  </a:cubicBezTo>
                  <a:cubicBezTo>
                    <a:pt x="656" y="314"/>
                    <a:pt x="612" y="290"/>
                    <a:pt x="572" y="262"/>
                  </a:cubicBezTo>
                  <a:cubicBezTo>
                    <a:pt x="532" y="230"/>
                    <a:pt x="496" y="202"/>
                    <a:pt x="460" y="170"/>
                  </a:cubicBezTo>
                  <a:cubicBezTo>
                    <a:pt x="424" y="138"/>
                    <a:pt x="392" y="106"/>
                    <a:pt x="356" y="78"/>
                  </a:cubicBezTo>
                  <a:cubicBezTo>
                    <a:pt x="320" y="54"/>
                    <a:pt x="284" y="34"/>
                    <a:pt x="244" y="18"/>
                  </a:cubicBezTo>
                  <a:cubicBezTo>
                    <a:pt x="215" y="8"/>
                    <a:pt x="182" y="1"/>
                    <a:pt x="152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65"/>
            <p:cNvSpPr/>
            <p:nvPr/>
          </p:nvSpPr>
          <p:spPr>
            <a:xfrm flipH="1">
              <a:off x="8468211" y="2536160"/>
              <a:ext cx="139999" cy="173889"/>
            </a:xfrm>
            <a:custGeom>
              <a:avLst/>
              <a:gdLst/>
              <a:ahLst/>
              <a:cxnLst/>
              <a:rect l="l" t="t" r="r" b="b"/>
              <a:pathLst>
                <a:path w="1041" h="1293" extrusionOk="0">
                  <a:moveTo>
                    <a:pt x="1032" y="1"/>
                  </a:moveTo>
                  <a:lnTo>
                    <a:pt x="1024" y="17"/>
                  </a:lnTo>
                  <a:cubicBezTo>
                    <a:pt x="1020" y="29"/>
                    <a:pt x="1012" y="49"/>
                    <a:pt x="1004" y="69"/>
                  </a:cubicBezTo>
                  <a:cubicBezTo>
                    <a:pt x="984" y="109"/>
                    <a:pt x="960" y="169"/>
                    <a:pt x="924" y="241"/>
                  </a:cubicBezTo>
                  <a:cubicBezTo>
                    <a:pt x="908" y="277"/>
                    <a:pt x="884" y="313"/>
                    <a:pt x="864" y="349"/>
                  </a:cubicBezTo>
                  <a:cubicBezTo>
                    <a:pt x="844" y="389"/>
                    <a:pt x="824" y="433"/>
                    <a:pt x="800" y="477"/>
                  </a:cubicBezTo>
                  <a:cubicBezTo>
                    <a:pt x="772" y="521"/>
                    <a:pt x="744" y="561"/>
                    <a:pt x="712" y="597"/>
                  </a:cubicBezTo>
                  <a:cubicBezTo>
                    <a:pt x="676" y="637"/>
                    <a:pt x="636" y="669"/>
                    <a:pt x="592" y="701"/>
                  </a:cubicBezTo>
                  <a:cubicBezTo>
                    <a:pt x="552" y="733"/>
                    <a:pt x="504" y="761"/>
                    <a:pt x="464" y="789"/>
                  </a:cubicBezTo>
                  <a:lnTo>
                    <a:pt x="336" y="877"/>
                  </a:lnTo>
                  <a:cubicBezTo>
                    <a:pt x="260" y="925"/>
                    <a:pt x="192" y="985"/>
                    <a:pt x="128" y="1057"/>
                  </a:cubicBezTo>
                  <a:cubicBezTo>
                    <a:pt x="84" y="1105"/>
                    <a:pt x="48" y="1161"/>
                    <a:pt x="24" y="1225"/>
                  </a:cubicBezTo>
                  <a:cubicBezTo>
                    <a:pt x="16" y="1241"/>
                    <a:pt x="12" y="1257"/>
                    <a:pt x="8" y="1273"/>
                  </a:cubicBezTo>
                  <a:lnTo>
                    <a:pt x="0" y="1293"/>
                  </a:lnTo>
                  <a:lnTo>
                    <a:pt x="8" y="1293"/>
                  </a:lnTo>
                  <a:lnTo>
                    <a:pt x="20" y="1277"/>
                  </a:lnTo>
                  <a:cubicBezTo>
                    <a:pt x="28" y="1261"/>
                    <a:pt x="36" y="1249"/>
                    <a:pt x="48" y="1233"/>
                  </a:cubicBezTo>
                  <a:cubicBezTo>
                    <a:pt x="84" y="1185"/>
                    <a:pt x="124" y="1137"/>
                    <a:pt x="172" y="1097"/>
                  </a:cubicBezTo>
                  <a:cubicBezTo>
                    <a:pt x="200" y="1069"/>
                    <a:pt x="232" y="1045"/>
                    <a:pt x="268" y="1017"/>
                  </a:cubicBezTo>
                  <a:lnTo>
                    <a:pt x="380" y="929"/>
                  </a:lnTo>
                  <a:lnTo>
                    <a:pt x="500" y="837"/>
                  </a:lnTo>
                  <a:cubicBezTo>
                    <a:pt x="540" y="801"/>
                    <a:pt x="580" y="765"/>
                    <a:pt x="616" y="729"/>
                  </a:cubicBezTo>
                  <a:cubicBezTo>
                    <a:pt x="656" y="689"/>
                    <a:pt x="688" y="649"/>
                    <a:pt x="724" y="609"/>
                  </a:cubicBezTo>
                  <a:lnTo>
                    <a:pt x="828" y="493"/>
                  </a:lnTo>
                  <a:cubicBezTo>
                    <a:pt x="860" y="457"/>
                    <a:pt x="892" y="421"/>
                    <a:pt x="916" y="377"/>
                  </a:cubicBezTo>
                  <a:cubicBezTo>
                    <a:pt x="976" y="285"/>
                    <a:pt x="1012" y="181"/>
                    <a:pt x="1032" y="77"/>
                  </a:cubicBezTo>
                  <a:cubicBezTo>
                    <a:pt x="1036" y="49"/>
                    <a:pt x="1040" y="25"/>
                    <a:pt x="104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65"/>
            <p:cNvSpPr/>
            <p:nvPr/>
          </p:nvSpPr>
          <p:spPr>
            <a:xfrm flipH="1">
              <a:off x="8294994" y="2531857"/>
              <a:ext cx="133544" cy="141613"/>
            </a:xfrm>
            <a:custGeom>
              <a:avLst/>
              <a:gdLst/>
              <a:ahLst/>
              <a:cxnLst/>
              <a:rect l="l" t="t" r="r" b="b"/>
              <a:pathLst>
                <a:path w="993" h="1053" extrusionOk="0">
                  <a:moveTo>
                    <a:pt x="4" y="1"/>
                  </a:moveTo>
                  <a:lnTo>
                    <a:pt x="0" y="9"/>
                  </a:lnTo>
                  <a:cubicBezTo>
                    <a:pt x="0" y="9"/>
                    <a:pt x="20" y="21"/>
                    <a:pt x="56" y="45"/>
                  </a:cubicBezTo>
                  <a:cubicBezTo>
                    <a:pt x="100" y="73"/>
                    <a:pt x="140" y="105"/>
                    <a:pt x="180" y="145"/>
                  </a:cubicBezTo>
                  <a:cubicBezTo>
                    <a:pt x="204" y="165"/>
                    <a:pt x="228" y="193"/>
                    <a:pt x="252" y="221"/>
                  </a:cubicBezTo>
                  <a:cubicBezTo>
                    <a:pt x="276" y="253"/>
                    <a:pt x="308" y="281"/>
                    <a:pt x="332" y="313"/>
                  </a:cubicBezTo>
                  <a:cubicBezTo>
                    <a:pt x="364" y="349"/>
                    <a:pt x="388" y="385"/>
                    <a:pt x="408" y="425"/>
                  </a:cubicBezTo>
                  <a:cubicBezTo>
                    <a:pt x="432" y="465"/>
                    <a:pt x="452" y="505"/>
                    <a:pt x="468" y="549"/>
                  </a:cubicBezTo>
                  <a:cubicBezTo>
                    <a:pt x="488" y="593"/>
                    <a:pt x="508" y="637"/>
                    <a:pt x="536" y="673"/>
                  </a:cubicBezTo>
                  <a:cubicBezTo>
                    <a:pt x="564" y="713"/>
                    <a:pt x="604" y="745"/>
                    <a:pt x="648" y="769"/>
                  </a:cubicBezTo>
                  <a:cubicBezTo>
                    <a:pt x="688" y="793"/>
                    <a:pt x="728" y="809"/>
                    <a:pt x="760" y="825"/>
                  </a:cubicBezTo>
                  <a:cubicBezTo>
                    <a:pt x="840" y="861"/>
                    <a:pt x="908" y="921"/>
                    <a:pt x="952" y="997"/>
                  </a:cubicBezTo>
                  <a:cubicBezTo>
                    <a:pt x="964" y="1013"/>
                    <a:pt x="976" y="1033"/>
                    <a:pt x="984" y="1053"/>
                  </a:cubicBezTo>
                  <a:lnTo>
                    <a:pt x="992" y="1053"/>
                  </a:lnTo>
                  <a:cubicBezTo>
                    <a:pt x="988" y="1029"/>
                    <a:pt x="984" y="1009"/>
                    <a:pt x="980" y="985"/>
                  </a:cubicBezTo>
                  <a:cubicBezTo>
                    <a:pt x="960" y="929"/>
                    <a:pt x="932" y="877"/>
                    <a:pt x="888" y="837"/>
                  </a:cubicBezTo>
                  <a:cubicBezTo>
                    <a:pt x="860" y="809"/>
                    <a:pt x="828" y="781"/>
                    <a:pt x="792" y="765"/>
                  </a:cubicBezTo>
                  <a:cubicBezTo>
                    <a:pt x="756" y="741"/>
                    <a:pt x="716" y="729"/>
                    <a:pt x="680" y="709"/>
                  </a:cubicBezTo>
                  <a:cubicBezTo>
                    <a:pt x="644" y="693"/>
                    <a:pt x="612" y="669"/>
                    <a:pt x="584" y="641"/>
                  </a:cubicBezTo>
                  <a:cubicBezTo>
                    <a:pt x="556" y="605"/>
                    <a:pt x="528" y="569"/>
                    <a:pt x="504" y="533"/>
                  </a:cubicBezTo>
                  <a:cubicBezTo>
                    <a:pt x="476" y="497"/>
                    <a:pt x="448" y="457"/>
                    <a:pt x="428" y="417"/>
                  </a:cubicBezTo>
                  <a:cubicBezTo>
                    <a:pt x="404" y="377"/>
                    <a:pt x="384" y="337"/>
                    <a:pt x="364" y="297"/>
                  </a:cubicBezTo>
                  <a:cubicBezTo>
                    <a:pt x="344" y="261"/>
                    <a:pt x="324" y="221"/>
                    <a:pt x="300" y="189"/>
                  </a:cubicBezTo>
                  <a:cubicBezTo>
                    <a:pt x="276" y="157"/>
                    <a:pt x="248" y="129"/>
                    <a:pt x="220" y="105"/>
                  </a:cubicBezTo>
                  <a:cubicBezTo>
                    <a:pt x="176" y="65"/>
                    <a:pt x="124" y="37"/>
                    <a:pt x="68" y="17"/>
                  </a:cubicBezTo>
                  <a:cubicBezTo>
                    <a:pt x="48" y="9"/>
                    <a:pt x="24" y="5"/>
                    <a:pt x="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65"/>
            <p:cNvSpPr/>
            <p:nvPr/>
          </p:nvSpPr>
          <p:spPr>
            <a:xfrm flipH="1">
              <a:off x="8504253" y="2519215"/>
              <a:ext cx="131930" cy="94005"/>
            </a:xfrm>
            <a:custGeom>
              <a:avLst/>
              <a:gdLst/>
              <a:ahLst/>
              <a:cxnLst/>
              <a:rect l="l" t="t" r="r" b="b"/>
              <a:pathLst>
                <a:path w="981" h="699" extrusionOk="0">
                  <a:moveTo>
                    <a:pt x="826" y="0"/>
                  </a:moveTo>
                  <a:cubicBezTo>
                    <a:pt x="809" y="0"/>
                    <a:pt x="793" y="2"/>
                    <a:pt x="776" y="7"/>
                  </a:cubicBezTo>
                  <a:cubicBezTo>
                    <a:pt x="744" y="11"/>
                    <a:pt x="712" y="23"/>
                    <a:pt x="680" y="35"/>
                  </a:cubicBezTo>
                  <a:cubicBezTo>
                    <a:pt x="648" y="51"/>
                    <a:pt x="616" y="75"/>
                    <a:pt x="588" y="103"/>
                  </a:cubicBezTo>
                  <a:cubicBezTo>
                    <a:pt x="532" y="159"/>
                    <a:pt x="484" y="219"/>
                    <a:pt x="440" y="287"/>
                  </a:cubicBezTo>
                  <a:cubicBezTo>
                    <a:pt x="416" y="319"/>
                    <a:pt x="392" y="355"/>
                    <a:pt x="372" y="387"/>
                  </a:cubicBezTo>
                  <a:cubicBezTo>
                    <a:pt x="364" y="403"/>
                    <a:pt x="352" y="419"/>
                    <a:pt x="344" y="431"/>
                  </a:cubicBezTo>
                  <a:cubicBezTo>
                    <a:pt x="332" y="447"/>
                    <a:pt x="320" y="459"/>
                    <a:pt x="308" y="471"/>
                  </a:cubicBezTo>
                  <a:cubicBezTo>
                    <a:pt x="264" y="519"/>
                    <a:pt x="220" y="563"/>
                    <a:pt x="168" y="599"/>
                  </a:cubicBezTo>
                  <a:cubicBezTo>
                    <a:pt x="144" y="615"/>
                    <a:pt x="124" y="631"/>
                    <a:pt x="104" y="643"/>
                  </a:cubicBezTo>
                  <a:cubicBezTo>
                    <a:pt x="80" y="655"/>
                    <a:pt x="64" y="663"/>
                    <a:pt x="48" y="671"/>
                  </a:cubicBezTo>
                  <a:lnTo>
                    <a:pt x="12" y="687"/>
                  </a:lnTo>
                  <a:lnTo>
                    <a:pt x="0" y="695"/>
                  </a:lnTo>
                  <a:lnTo>
                    <a:pt x="0" y="699"/>
                  </a:lnTo>
                  <a:cubicBezTo>
                    <a:pt x="16" y="699"/>
                    <a:pt x="36" y="699"/>
                    <a:pt x="56" y="695"/>
                  </a:cubicBezTo>
                  <a:cubicBezTo>
                    <a:pt x="104" y="691"/>
                    <a:pt x="152" y="675"/>
                    <a:pt x="196" y="651"/>
                  </a:cubicBezTo>
                  <a:cubicBezTo>
                    <a:pt x="228" y="635"/>
                    <a:pt x="256" y="619"/>
                    <a:pt x="280" y="599"/>
                  </a:cubicBezTo>
                  <a:cubicBezTo>
                    <a:pt x="312" y="575"/>
                    <a:pt x="340" y="547"/>
                    <a:pt x="360" y="519"/>
                  </a:cubicBezTo>
                  <a:cubicBezTo>
                    <a:pt x="372" y="503"/>
                    <a:pt x="384" y="483"/>
                    <a:pt x="396" y="467"/>
                  </a:cubicBezTo>
                  <a:cubicBezTo>
                    <a:pt x="408" y="451"/>
                    <a:pt x="416" y="431"/>
                    <a:pt x="424" y="415"/>
                  </a:cubicBezTo>
                  <a:cubicBezTo>
                    <a:pt x="444" y="379"/>
                    <a:pt x="456" y="339"/>
                    <a:pt x="472" y="303"/>
                  </a:cubicBezTo>
                  <a:cubicBezTo>
                    <a:pt x="484" y="267"/>
                    <a:pt x="504" y="235"/>
                    <a:pt x="524" y="203"/>
                  </a:cubicBezTo>
                  <a:cubicBezTo>
                    <a:pt x="548" y="175"/>
                    <a:pt x="576" y="151"/>
                    <a:pt x="612" y="135"/>
                  </a:cubicBezTo>
                  <a:cubicBezTo>
                    <a:pt x="640" y="119"/>
                    <a:pt x="672" y="107"/>
                    <a:pt x="704" y="95"/>
                  </a:cubicBezTo>
                  <a:cubicBezTo>
                    <a:pt x="732" y="83"/>
                    <a:pt x="760" y="71"/>
                    <a:pt x="788" y="67"/>
                  </a:cubicBezTo>
                  <a:cubicBezTo>
                    <a:pt x="832" y="55"/>
                    <a:pt x="876" y="47"/>
                    <a:pt x="924" y="43"/>
                  </a:cubicBezTo>
                  <a:lnTo>
                    <a:pt x="976" y="43"/>
                  </a:lnTo>
                  <a:lnTo>
                    <a:pt x="980" y="31"/>
                  </a:lnTo>
                  <a:lnTo>
                    <a:pt x="968" y="27"/>
                  </a:lnTo>
                  <a:cubicBezTo>
                    <a:pt x="952" y="19"/>
                    <a:pt x="940" y="15"/>
                    <a:pt x="928" y="11"/>
                  </a:cubicBezTo>
                  <a:cubicBezTo>
                    <a:pt x="904" y="7"/>
                    <a:pt x="884" y="3"/>
                    <a:pt x="864" y="3"/>
                  </a:cubicBezTo>
                  <a:cubicBezTo>
                    <a:pt x="851" y="1"/>
                    <a:pt x="838" y="0"/>
                    <a:pt x="82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65"/>
            <p:cNvSpPr/>
            <p:nvPr/>
          </p:nvSpPr>
          <p:spPr>
            <a:xfrm flipH="1">
              <a:off x="8579565" y="2481829"/>
              <a:ext cx="273005" cy="45859"/>
            </a:xfrm>
            <a:custGeom>
              <a:avLst/>
              <a:gdLst/>
              <a:ahLst/>
              <a:cxnLst/>
              <a:rect l="l" t="t" r="r" b="b"/>
              <a:pathLst>
                <a:path w="2030" h="341" extrusionOk="0">
                  <a:moveTo>
                    <a:pt x="9" y="1"/>
                  </a:moveTo>
                  <a:lnTo>
                    <a:pt x="1" y="5"/>
                  </a:lnTo>
                  <a:lnTo>
                    <a:pt x="13" y="25"/>
                  </a:lnTo>
                  <a:cubicBezTo>
                    <a:pt x="25" y="45"/>
                    <a:pt x="37" y="61"/>
                    <a:pt x="53" y="81"/>
                  </a:cubicBezTo>
                  <a:cubicBezTo>
                    <a:pt x="109" y="145"/>
                    <a:pt x="173" y="193"/>
                    <a:pt x="249" y="229"/>
                  </a:cubicBezTo>
                  <a:cubicBezTo>
                    <a:pt x="301" y="253"/>
                    <a:pt x="353" y="273"/>
                    <a:pt x="405" y="285"/>
                  </a:cubicBezTo>
                  <a:cubicBezTo>
                    <a:pt x="465" y="301"/>
                    <a:pt x="525" y="305"/>
                    <a:pt x="589" y="305"/>
                  </a:cubicBezTo>
                  <a:cubicBezTo>
                    <a:pt x="609" y="306"/>
                    <a:pt x="630" y="307"/>
                    <a:pt x="651" y="307"/>
                  </a:cubicBezTo>
                  <a:cubicBezTo>
                    <a:pt x="694" y="307"/>
                    <a:pt x="738" y="305"/>
                    <a:pt x="781" y="305"/>
                  </a:cubicBezTo>
                  <a:lnTo>
                    <a:pt x="981" y="305"/>
                  </a:lnTo>
                  <a:cubicBezTo>
                    <a:pt x="1049" y="301"/>
                    <a:pt x="1117" y="301"/>
                    <a:pt x="1181" y="297"/>
                  </a:cubicBezTo>
                  <a:cubicBezTo>
                    <a:pt x="1245" y="293"/>
                    <a:pt x="1309" y="289"/>
                    <a:pt x="1369" y="289"/>
                  </a:cubicBezTo>
                  <a:cubicBezTo>
                    <a:pt x="1415" y="287"/>
                    <a:pt x="1462" y="286"/>
                    <a:pt x="1508" y="286"/>
                  </a:cubicBezTo>
                  <a:cubicBezTo>
                    <a:pt x="1574" y="286"/>
                    <a:pt x="1639" y="288"/>
                    <a:pt x="1705" y="293"/>
                  </a:cubicBezTo>
                  <a:cubicBezTo>
                    <a:pt x="1801" y="305"/>
                    <a:pt x="1881" y="317"/>
                    <a:pt x="1941" y="325"/>
                  </a:cubicBezTo>
                  <a:lnTo>
                    <a:pt x="2029" y="341"/>
                  </a:lnTo>
                  <a:lnTo>
                    <a:pt x="2029" y="337"/>
                  </a:lnTo>
                  <a:cubicBezTo>
                    <a:pt x="2029" y="337"/>
                    <a:pt x="2001" y="321"/>
                    <a:pt x="1945" y="301"/>
                  </a:cubicBezTo>
                  <a:cubicBezTo>
                    <a:pt x="1869" y="269"/>
                    <a:pt x="1789" y="249"/>
                    <a:pt x="1709" y="233"/>
                  </a:cubicBezTo>
                  <a:cubicBezTo>
                    <a:pt x="1657" y="225"/>
                    <a:pt x="1601" y="217"/>
                    <a:pt x="1549" y="213"/>
                  </a:cubicBezTo>
                  <a:cubicBezTo>
                    <a:pt x="1517" y="211"/>
                    <a:pt x="1486" y="210"/>
                    <a:pt x="1456" y="210"/>
                  </a:cubicBezTo>
                  <a:cubicBezTo>
                    <a:pt x="1425" y="210"/>
                    <a:pt x="1395" y="211"/>
                    <a:pt x="1365" y="213"/>
                  </a:cubicBezTo>
                  <a:cubicBezTo>
                    <a:pt x="1301" y="221"/>
                    <a:pt x="1237" y="225"/>
                    <a:pt x="1173" y="233"/>
                  </a:cubicBezTo>
                  <a:cubicBezTo>
                    <a:pt x="1109" y="245"/>
                    <a:pt x="1041" y="253"/>
                    <a:pt x="977" y="265"/>
                  </a:cubicBezTo>
                  <a:cubicBezTo>
                    <a:pt x="913" y="277"/>
                    <a:pt x="849" y="281"/>
                    <a:pt x="781" y="285"/>
                  </a:cubicBezTo>
                  <a:cubicBezTo>
                    <a:pt x="717" y="285"/>
                    <a:pt x="653" y="281"/>
                    <a:pt x="593" y="269"/>
                  </a:cubicBezTo>
                  <a:cubicBezTo>
                    <a:pt x="533" y="261"/>
                    <a:pt x="477" y="245"/>
                    <a:pt x="421" y="229"/>
                  </a:cubicBezTo>
                  <a:cubicBezTo>
                    <a:pt x="373" y="213"/>
                    <a:pt x="321" y="197"/>
                    <a:pt x="273" y="177"/>
                  </a:cubicBezTo>
                  <a:cubicBezTo>
                    <a:pt x="201" y="149"/>
                    <a:pt x="137" y="109"/>
                    <a:pt x="73" y="61"/>
                  </a:cubicBezTo>
                  <a:cubicBezTo>
                    <a:pt x="57" y="49"/>
                    <a:pt x="41" y="33"/>
                    <a:pt x="25" y="17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65"/>
            <p:cNvSpPr/>
            <p:nvPr/>
          </p:nvSpPr>
          <p:spPr>
            <a:xfrm flipH="1">
              <a:off x="8544061" y="2248901"/>
              <a:ext cx="224993" cy="135561"/>
            </a:xfrm>
            <a:custGeom>
              <a:avLst/>
              <a:gdLst/>
              <a:ahLst/>
              <a:cxnLst/>
              <a:rect l="l" t="t" r="r" b="b"/>
              <a:pathLst>
                <a:path w="1673" h="1008" extrusionOk="0">
                  <a:moveTo>
                    <a:pt x="0" y="1"/>
                  </a:moveTo>
                  <a:lnTo>
                    <a:pt x="0" y="13"/>
                  </a:lnTo>
                  <a:lnTo>
                    <a:pt x="20" y="25"/>
                  </a:lnTo>
                  <a:cubicBezTo>
                    <a:pt x="40" y="37"/>
                    <a:pt x="56" y="49"/>
                    <a:pt x="72" y="61"/>
                  </a:cubicBezTo>
                  <a:cubicBezTo>
                    <a:pt x="136" y="105"/>
                    <a:pt x="188" y="157"/>
                    <a:pt x="236" y="213"/>
                  </a:cubicBezTo>
                  <a:cubicBezTo>
                    <a:pt x="292" y="285"/>
                    <a:pt x="348" y="381"/>
                    <a:pt x="428" y="473"/>
                  </a:cubicBezTo>
                  <a:cubicBezTo>
                    <a:pt x="468" y="517"/>
                    <a:pt x="512" y="565"/>
                    <a:pt x="556" y="609"/>
                  </a:cubicBezTo>
                  <a:cubicBezTo>
                    <a:pt x="580" y="633"/>
                    <a:pt x="604" y="653"/>
                    <a:pt x="624" y="677"/>
                  </a:cubicBezTo>
                  <a:cubicBezTo>
                    <a:pt x="648" y="697"/>
                    <a:pt x="672" y="721"/>
                    <a:pt x="696" y="741"/>
                  </a:cubicBezTo>
                  <a:cubicBezTo>
                    <a:pt x="796" y="825"/>
                    <a:pt x="904" y="889"/>
                    <a:pt x="1024" y="937"/>
                  </a:cubicBezTo>
                  <a:cubicBezTo>
                    <a:pt x="1080" y="957"/>
                    <a:pt x="1136" y="977"/>
                    <a:pt x="1196" y="985"/>
                  </a:cubicBezTo>
                  <a:cubicBezTo>
                    <a:pt x="1244" y="997"/>
                    <a:pt x="1300" y="1005"/>
                    <a:pt x="1352" y="1005"/>
                  </a:cubicBezTo>
                  <a:cubicBezTo>
                    <a:pt x="1374" y="1007"/>
                    <a:pt x="1396" y="1008"/>
                    <a:pt x="1418" y="1008"/>
                  </a:cubicBezTo>
                  <a:cubicBezTo>
                    <a:pt x="1475" y="1008"/>
                    <a:pt x="1530" y="1001"/>
                    <a:pt x="1588" y="993"/>
                  </a:cubicBezTo>
                  <a:cubicBezTo>
                    <a:pt x="1640" y="977"/>
                    <a:pt x="1672" y="969"/>
                    <a:pt x="1672" y="969"/>
                  </a:cubicBezTo>
                  <a:lnTo>
                    <a:pt x="1672" y="961"/>
                  </a:lnTo>
                  <a:lnTo>
                    <a:pt x="1584" y="961"/>
                  </a:lnTo>
                  <a:cubicBezTo>
                    <a:pt x="1578" y="960"/>
                    <a:pt x="1571" y="960"/>
                    <a:pt x="1564" y="960"/>
                  </a:cubicBezTo>
                  <a:cubicBezTo>
                    <a:pt x="1552" y="960"/>
                    <a:pt x="1539" y="960"/>
                    <a:pt x="1525" y="960"/>
                  </a:cubicBezTo>
                  <a:cubicBezTo>
                    <a:pt x="1513" y="960"/>
                    <a:pt x="1499" y="960"/>
                    <a:pt x="1484" y="957"/>
                  </a:cubicBezTo>
                  <a:cubicBezTo>
                    <a:pt x="1448" y="953"/>
                    <a:pt x="1404" y="953"/>
                    <a:pt x="1356" y="945"/>
                  </a:cubicBezTo>
                  <a:cubicBezTo>
                    <a:pt x="1332" y="941"/>
                    <a:pt x="1312" y="937"/>
                    <a:pt x="1288" y="933"/>
                  </a:cubicBezTo>
                  <a:cubicBezTo>
                    <a:pt x="1260" y="925"/>
                    <a:pt x="1236" y="925"/>
                    <a:pt x="1212" y="917"/>
                  </a:cubicBezTo>
                  <a:cubicBezTo>
                    <a:pt x="1160" y="901"/>
                    <a:pt x="1104" y="885"/>
                    <a:pt x="1048" y="869"/>
                  </a:cubicBezTo>
                  <a:cubicBezTo>
                    <a:pt x="992" y="849"/>
                    <a:pt x="936" y="825"/>
                    <a:pt x="884" y="797"/>
                  </a:cubicBezTo>
                  <a:cubicBezTo>
                    <a:pt x="856" y="785"/>
                    <a:pt x="828" y="773"/>
                    <a:pt x="800" y="757"/>
                  </a:cubicBezTo>
                  <a:cubicBezTo>
                    <a:pt x="776" y="741"/>
                    <a:pt x="748" y="725"/>
                    <a:pt x="720" y="709"/>
                  </a:cubicBezTo>
                  <a:cubicBezTo>
                    <a:pt x="664" y="677"/>
                    <a:pt x="616" y="637"/>
                    <a:pt x="572" y="593"/>
                  </a:cubicBezTo>
                  <a:cubicBezTo>
                    <a:pt x="528" y="549"/>
                    <a:pt x="488" y="501"/>
                    <a:pt x="456" y="449"/>
                  </a:cubicBezTo>
                  <a:cubicBezTo>
                    <a:pt x="424" y="401"/>
                    <a:pt x="400" y="345"/>
                    <a:pt x="372" y="301"/>
                  </a:cubicBezTo>
                  <a:cubicBezTo>
                    <a:pt x="344" y="253"/>
                    <a:pt x="312" y="213"/>
                    <a:pt x="276" y="173"/>
                  </a:cubicBezTo>
                  <a:cubicBezTo>
                    <a:pt x="224" y="113"/>
                    <a:pt x="160" y="65"/>
                    <a:pt x="88" y="33"/>
                  </a:cubicBezTo>
                  <a:cubicBezTo>
                    <a:pt x="60" y="17"/>
                    <a:pt x="32" y="9"/>
                    <a:pt x="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65"/>
            <p:cNvSpPr/>
            <p:nvPr/>
          </p:nvSpPr>
          <p:spPr>
            <a:xfrm flipH="1">
              <a:off x="8519315" y="2354337"/>
              <a:ext cx="249739" cy="109874"/>
            </a:xfrm>
            <a:custGeom>
              <a:avLst/>
              <a:gdLst/>
              <a:ahLst/>
              <a:cxnLst/>
              <a:rect l="l" t="t" r="r" b="b"/>
              <a:pathLst>
                <a:path w="1857" h="817" extrusionOk="0">
                  <a:moveTo>
                    <a:pt x="8" y="1"/>
                  </a:moveTo>
                  <a:lnTo>
                    <a:pt x="0" y="5"/>
                  </a:lnTo>
                  <a:lnTo>
                    <a:pt x="24" y="13"/>
                  </a:lnTo>
                  <a:cubicBezTo>
                    <a:pt x="44" y="21"/>
                    <a:pt x="64" y="29"/>
                    <a:pt x="84" y="37"/>
                  </a:cubicBezTo>
                  <a:cubicBezTo>
                    <a:pt x="112" y="45"/>
                    <a:pt x="140" y="61"/>
                    <a:pt x="176" y="77"/>
                  </a:cubicBezTo>
                  <a:cubicBezTo>
                    <a:pt x="208" y="97"/>
                    <a:pt x="248" y="117"/>
                    <a:pt x="288" y="145"/>
                  </a:cubicBezTo>
                  <a:cubicBezTo>
                    <a:pt x="328" y="169"/>
                    <a:pt x="368" y="201"/>
                    <a:pt x="412" y="233"/>
                  </a:cubicBezTo>
                  <a:lnTo>
                    <a:pt x="556" y="333"/>
                  </a:lnTo>
                  <a:cubicBezTo>
                    <a:pt x="608" y="365"/>
                    <a:pt x="656" y="405"/>
                    <a:pt x="708" y="445"/>
                  </a:cubicBezTo>
                  <a:cubicBezTo>
                    <a:pt x="756" y="485"/>
                    <a:pt x="808" y="529"/>
                    <a:pt x="856" y="569"/>
                  </a:cubicBezTo>
                  <a:cubicBezTo>
                    <a:pt x="908" y="609"/>
                    <a:pt x="964" y="645"/>
                    <a:pt x="1020" y="677"/>
                  </a:cubicBezTo>
                  <a:cubicBezTo>
                    <a:pt x="1080" y="705"/>
                    <a:pt x="1136" y="733"/>
                    <a:pt x="1196" y="753"/>
                  </a:cubicBezTo>
                  <a:cubicBezTo>
                    <a:pt x="1252" y="773"/>
                    <a:pt x="1312" y="789"/>
                    <a:pt x="1372" y="797"/>
                  </a:cubicBezTo>
                  <a:cubicBezTo>
                    <a:pt x="1424" y="809"/>
                    <a:pt x="1476" y="813"/>
                    <a:pt x="1532" y="817"/>
                  </a:cubicBezTo>
                  <a:cubicBezTo>
                    <a:pt x="1576" y="817"/>
                    <a:pt x="1620" y="817"/>
                    <a:pt x="1668" y="813"/>
                  </a:cubicBezTo>
                  <a:cubicBezTo>
                    <a:pt x="1700" y="809"/>
                    <a:pt x="1736" y="805"/>
                    <a:pt x="1768" y="797"/>
                  </a:cubicBezTo>
                  <a:cubicBezTo>
                    <a:pt x="1800" y="793"/>
                    <a:pt x="1828" y="785"/>
                    <a:pt x="1856" y="777"/>
                  </a:cubicBezTo>
                  <a:lnTo>
                    <a:pt x="1856" y="773"/>
                  </a:lnTo>
                  <a:lnTo>
                    <a:pt x="1768" y="773"/>
                  </a:lnTo>
                  <a:cubicBezTo>
                    <a:pt x="1740" y="773"/>
                    <a:pt x="1708" y="773"/>
                    <a:pt x="1668" y="769"/>
                  </a:cubicBezTo>
                  <a:cubicBezTo>
                    <a:pt x="1628" y="765"/>
                    <a:pt x="1588" y="761"/>
                    <a:pt x="1536" y="757"/>
                  </a:cubicBezTo>
                  <a:cubicBezTo>
                    <a:pt x="1432" y="741"/>
                    <a:pt x="1324" y="717"/>
                    <a:pt x="1220" y="685"/>
                  </a:cubicBezTo>
                  <a:cubicBezTo>
                    <a:pt x="1164" y="669"/>
                    <a:pt x="1104" y="645"/>
                    <a:pt x="1048" y="621"/>
                  </a:cubicBezTo>
                  <a:cubicBezTo>
                    <a:pt x="992" y="597"/>
                    <a:pt x="936" y="569"/>
                    <a:pt x="880" y="537"/>
                  </a:cubicBezTo>
                  <a:cubicBezTo>
                    <a:pt x="824" y="505"/>
                    <a:pt x="772" y="469"/>
                    <a:pt x="720" y="429"/>
                  </a:cubicBezTo>
                  <a:cubicBezTo>
                    <a:pt x="672" y="389"/>
                    <a:pt x="628" y="349"/>
                    <a:pt x="580" y="305"/>
                  </a:cubicBezTo>
                  <a:cubicBezTo>
                    <a:pt x="536" y="261"/>
                    <a:pt x="496" y="217"/>
                    <a:pt x="452" y="185"/>
                  </a:cubicBezTo>
                  <a:cubicBezTo>
                    <a:pt x="412" y="149"/>
                    <a:pt x="368" y="121"/>
                    <a:pt x="320" y="93"/>
                  </a:cubicBezTo>
                  <a:cubicBezTo>
                    <a:pt x="280" y="73"/>
                    <a:pt x="240" y="53"/>
                    <a:pt x="196" y="37"/>
                  </a:cubicBezTo>
                  <a:cubicBezTo>
                    <a:pt x="164" y="25"/>
                    <a:pt x="132" y="13"/>
                    <a:pt x="96" y="9"/>
                  </a:cubicBezTo>
                  <a:cubicBezTo>
                    <a:pt x="76" y="5"/>
                    <a:pt x="52" y="1"/>
                    <a:pt x="2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65"/>
            <p:cNvSpPr/>
            <p:nvPr/>
          </p:nvSpPr>
          <p:spPr>
            <a:xfrm flipH="1">
              <a:off x="8436473" y="2133781"/>
              <a:ext cx="156675" cy="269373"/>
            </a:xfrm>
            <a:custGeom>
              <a:avLst/>
              <a:gdLst/>
              <a:ahLst/>
              <a:cxnLst/>
              <a:rect l="l" t="t" r="r" b="b"/>
              <a:pathLst>
                <a:path w="1165" h="2003" extrusionOk="0">
                  <a:moveTo>
                    <a:pt x="228" y="1"/>
                  </a:moveTo>
                  <a:lnTo>
                    <a:pt x="200" y="9"/>
                  </a:lnTo>
                  <a:cubicBezTo>
                    <a:pt x="176" y="17"/>
                    <a:pt x="148" y="29"/>
                    <a:pt x="124" y="45"/>
                  </a:cubicBezTo>
                  <a:cubicBezTo>
                    <a:pt x="84" y="65"/>
                    <a:pt x="52" y="93"/>
                    <a:pt x="24" y="129"/>
                  </a:cubicBezTo>
                  <a:cubicBezTo>
                    <a:pt x="8" y="157"/>
                    <a:pt x="0" y="185"/>
                    <a:pt x="0" y="213"/>
                  </a:cubicBezTo>
                  <a:cubicBezTo>
                    <a:pt x="0" y="245"/>
                    <a:pt x="4" y="277"/>
                    <a:pt x="16" y="305"/>
                  </a:cubicBezTo>
                  <a:cubicBezTo>
                    <a:pt x="36" y="361"/>
                    <a:pt x="56" y="425"/>
                    <a:pt x="80" y="485"/>
                  </a:cubicBezTo>
                  <a:cubicBezTo>
                    <a:pt x="104" y="549"/>
                    <a:pt x="136" y="617"/>
                    <a:pt x="168" y="681"/>
                  </a:cubicBezTo>
                  <a:cubicBezTo>
                    <a:pt x="204" y="745"/>
                    <a:pt x="240" y="813"/>
                    <a:pt x="280" y="881"/>
                  </a:cubicBezTo>
                  <a:cubicBezTo>
                    <a:pt x="316" y="949"/>
                    <a:pt x="360" y="1017"/>
                    <a:pt x="404" y="1081"/>
                  </a:cubicBezTo>
                  <a:cubicBezTo>
                    <a:pt x="496" y="1209"/>
                    <a:pt x="604" y="1325"/>
                    <a:pt x="672" y="1449"/>
                  </a:cubicBezTo>
                  <a:cubicBezTo>
                    <a:pt x="704" y="1509"/>
                    <a:pt x="728" y="1573"/>
                    <a:pt x="748" y="1641"/>
                  </a:cubicBezTo>
                  <a:cubicBezTo>
                    <a:pt x="768" y="1701"/>
                    <a:pt x="792" y="1761"/>
                    <a:pt x="824" y="1821"/>
                  </a:cubicBezTo>
                  <a:cubicBezTo>
                    <a:pt x="848" y="1873"/>
                    <a:pt x="888" y="1917"/>
                    <a:pt x="936" y="1949"/>
                  </a:cubicBezTo>
                  <a:cubicBezTo>
                    <a:pt x="968" y="1977"/>
                    <a:pt x="1012" y="1993"/>
                    <a:pt x="1056" y="2001"/>
                  </a:cubicBezTo>
                  <a:cubicBezTo>
                    <a:pt x="1064" y="2002"/>
                    <a:pt x="1071" y="2002"/>
                    <a:pt x="1079" y="2002"/>
                  </a:cubicBezTo>
                  <a:cubicBezTo>
                    <a:pt x="1099" y="2002"/>
                    <a:pt x="1120" y="1999"/>
                    <a:pt x="1140" y="1993"/>
                  </a:cubicBezTo>
                  <a:cubicBezTo>
                    <a:pt x="1148" y="1989"/>
                    <a:pt x="1156" y="1985"/>
                    <a:pt x="1164" y="1981"/>
                  </a:cubicBezTo>
                  <a:lnTo>
                    <a:pt x="1164" y="1973"/>
                  </a:lnTo>
                  <a:cubicBezTo>
                    <a:pt x="1156" y="1977"/>
                    <a:pt x="1144" y="1977"/>
                    <a:pt x="1136" y="1981"/>
                  </a:cubicBezTo>
                  <a:cubicBezTo>
                    <a:pt x="1112" y="1981"/>
                    <a:pt x="1084" y="1981"/>
                    <a:pt x="1060" y="1973"/>
                  </a:cubicBezTo>
                  <a:cubicBezTo>
                    <a:pt x="1024" y="1961"/>
                    <a:pt x="988" y="1941"/>
                    <a:pt x="960" y="1917"/>
                  </a:cubicBezTo>
                  <a:cubicBezTo>
                    <a:pt x="924" y="1881"/>
                    <a:pt x="896" y="1841"/>
                    <a:pt x="876" y="1793"/>
                  </a:cubicBezTo>
                  <a:cubicBezTo>
                    <a:pt x="852" y="1737"/>
                    <a:pt x="832" y="1677"/>
                    <a:pt x="816" y="1617"/>
                  </a:cubicBezTo>
                  <a:cubicBezTo>
                    <a:pt x="796" y="1549"/>
                    <a:pt x="768" y="1481"/>
                    <a:pt x="732" y="1417"/>
                  </a:cubicBezTo>
                  <a:cubicBezTo>
                    <a:pt x="692" y="1353"/>
                    <a:pt x="644" y="1289"/>
                    <a:pt x="592" y="1233"/>
                  </a:cubicBezTo>
                  <a:cubicBezTo>
                    <a:pt x="540" y="1173"/>
                    <a:pt x="488" y="1117"/>
                    <a:pt x="436" y="1057"/>
                  </a:cubicBezTo>
                  <a:cubicBezTo>
                    <a:pt x="380" y="1001"/>
                    <a:pt x="336" y="937"/>
                    <a:pt x="296" y="873"/>
                  </a:cubicBezTo>
                  <a:cubicBezTo>
                    <a:pt x="260" y="805"/>
                    <a:pt x="228" y="737"/>
                    <a:pt x="204" y="665"/>
                  </a:cubicBezTo>
                  <a:cubicBezTo>
                    <a:pt x="176" y="597"/>
                    <a:pt x="156" y="529"/>
                    <a:pt x="136" y="465"/>
                  </a:cubicBezTo>
                  <a:cubicBezTo>
                    <a:pt x="112" y="405"/>
                    <a:pt x="92" y="345"/>
                    <a:pt x="72" y="289"/>
                  </a:cubicBezTo>
                  <a:cubicBezTo>
                    <a:pt x="48" y="249"/>
                    <a:pt x="44" y="197"/>
                    <a:pt x="64" y="153"/>
                  </a:cubicBezTo>
                  <a:cubicBezTo>
                    <a:pt x="84" y="121"/>
                    <a:pt x="108" y="93"/>
                    <a:pt x="140" y="69"/>
                  </a:cubicBezTo>
                  <a:cubicBezTo>
                    <a:pt x="160" y="53"/>
                    <a:pt x="180" y="37"/>
                    <a:pt x="204" y="25"/>
                  </a:cubicBezTo>
                  <a:lnTo>
                    <a:pt x="228" y="9"/>
                  </a:lnTo>
                  <a:lnTo>
                    <a:pt x="228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65"/>
            <p:cNvSpPr/>
            <p:nvPr/>
          </p:nvSpPr>
          <p:spPr>
            <a:xfrm flipH="1">
              <a:off x="8318664" y="2124098"/>
              <a:ext cx="88357" cy="256194"/>
            </a:xfrm>
            <a:custGeom>
              <a:avLst/>
              <a:gdLst/>
              <a:ahLst/>
              <a:cxnLst/>
              <a:rect l="l" t="t" r="r" b="b"/>
              <a:pathLst>
                <a:path w="657" h="1905" extrusionOk="0">
                  <a:moveTo>
                    <a:pt x="652" y="1"/>
                  </a:moveTo>
                  <a:lnTo>
                    <a:pt x="628" y="9"/>
                  </a:lnTo>
                  <a:cubicBezTo>
                    <a:pt x="604" y="13"/>
                    <a:pt x="584" y="21"/>
                    <a:pt x="560" y="33"/>
                  </a:cubicBezTo>
                  <a:cubicBezTo>
                    <a:pt x="548" y="37"/>
                    <a:pt x="532" y="45"/>
                    <a:pt x="516" y="57"/>
                  </a:cubicBezTo>
                  <a:cubicBezTo>
                    <a:pt x="500" y="65"/>
                    <a:pt x="484" y="73"/>
                    <a:pt x="468" y="85"/>
                  </a:cubicBezTo>
                  <a:cubicBezTo>
                    <a:pt x="428" y="113"/>
                    <a:pt x="392" y="145"/>
                    <a:pt x="356" y="177"/>
                  </a:cubicBezTo>
                  <a:cubicBezTo>
                    <a:pt x="316" y="217"/>
                    <a:pt x="284" y="261"/>
                    <a:pt x="252" y="309"/>
                  </a:cubicBezTo>
                  <a:cubicBezTo>
                    <a:pt x="216" y="357"/>
                    <a:pt x="184" y="413"/>
                    <a:pt x="160" y="469"/>
                  </a:cubicBezTo>
                  <a:cubicBezTo>
                    <a:pt x="132" y="529"/>
                    <a:pt x="104" y="585"/>
                    <a:pt x="72" y="645"/>
                  </a:cubicBezTo>
                  <a:cubicBezTo>
                    <a:pt x="56" y="677"/>
                    <a:pt x="40" y="705"/>
                    <a:pt x="28" y="737"/>
                  </a:cubicBezTo>
                  <a:cubicBezTo>
                    <a:pt x="8" y="769"/>
                    <a:pt x="0" y="805"/>
                    <a:pt x="0" y="841"/>
                  </a:cubicBezTo>
                  <a:cubicBezTo>
                    <a:pt x="8" y="909"/>
                    <a:pt x="20" y="977"/>
                    <a:pt x="40" y="1041"/>
                  </a:cubicBezTo>
                  <a:cubicBezTo>
                    <a:pt x="56" y="1101"/>
                    <a:pt x="68" y="1165"/>
                    <a:pt x="80" y="1229"/>
                  </a:cubicBezTo>
                  <a:cubicBezTo>
                    <a:pt x="100" y="1353"/>
                    <a:pt x="112" y="1469"/>
                    <a:pt x="116" y="1569"/>
                  </a:cubicBezTo>
                  <a:cubicBezTo>
                    <a:pt x="120" y="1669"/>
                    <a:pt x="120" y="1753"/>
                    <a:pt x="120" y="1813"/>
                  </a:cubicBezTo>
                  <a:lnTo>
                    <a:pt x="120" y="1905"/>
                  </a:lnTo>
                  <a:lnTo>
                    <a:pt x="124" y="1905"/>
                  </a:lnTo>
                  <a:cubicBezTo>
                    <a:pt x="124" y="1905"/>
                    <a:pt x="136" y="1873"/>
                    <a:pt x="148" y="1813"/>
                  </a:cubicBezTo>
                  <a:cubicBezTo>
                    <a:pt x="156" y="1785"/>
                    <a:pt x="160" y="1749"/>
                    <a:pt x="168" y="1705"/>
                  </a:cubicBezTo>
                  <a:cubicBezTo>
                    <a:pt x="172" y="1661"/>
                    <a:pt x="176" y="1613"/>
                    <a:pt x="176" y="1565"/>
                  </a:cubicBezTo>
                  <a:cubicBezTo>
                    <a:pt x="180" y="1509"/>
                    <a:pt x="180" y="1453"/>
                    <a:pt x="176" y="1401"/>
                  </a:cubicBezTo>
                  <a:cubicBezTo>
                    <a:pt x="172" y="1337"/>
                    <a:pt x="164" y="1277"/>
                    <a:pt x="152" y="1217"/>
                  </a:cubicBezTo>
                  <a:cubicBezTo>
                    <a:pt x="140" y="1149"/>
                    <a:pt x="124" y="1085"/>
                    <a:pt x="104" y="1021"/>
                  </a:cubicBezTo>
                  <a:cubicBezTo>
                    <a:pt x="92" y="989"/>
                    <a:pt x="80" y="957"/>
                    <a:pt x="68" y="925"/>
                  </a:cubicBezTo>
                  <a:cubicBezTo>
                    <a:pt x="56" y="897"/>
                    <a:pt x="48" y="865"/>
                    <a:pt x="40" y="833"/>
                  </a:cubicBezTo>
                  <a:cubicBezTo>
                    <a:pt x="32" y="773"/>
                    <a:pt x="68" y="709"/>
                    <a:pt x="96" y="653"/>
                  </a:cubicBezTo>
                  <a:cubicBezTo>
                    <a:pt x="124" y="593"/>
                    <a:pt x="156" y="537"/>
                    <a:pt x="196" y="485"/>
                  </a:cubicBezTo>
                  <a:cubicBezTo>
                    <a:pt x="232" y="433"/>
                    <a:pt x="268" y="385"/>
                    <a:pt x="304" y="337"/>
                  </a:cubicBezTo>
                  <a:cubicBezTo>
                    <a:pt x="336" y="293"/>
                    <a:pt x="372" y="253"/>
                    <a:pt x="404" y="213"/>
                  </a:cubicBezTo>
                  <a:cubicBezTo>
                    <a:pt x="456" y="153"/>
                    <a:pt x="516" y="101"/>
                    <a:pt x="580" y="53"/>
                  </a:cubicBezTo>
                  <a:cubicBezTo>
                    <a:pt x="596" y="41"/>
                    <a:pt x="616" y="29"/>
                    <a:pt x="636" y="17"/>
                  </a:cubicBezTo>
                  <a:lnTo>
                    <a:pt x="656" y="5"/>
                  </a:lnTo>
                  <a:lnTo>
                    <a:pt x="652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65"/>
            <p:cNvSpPr/>
            <p:nvPr/>
          </p:nvSpPr>
          <p:spPr>
            <a:xfrm flipH="1">
              <a:off x="8410114" y="2234914"/>
              <a:ext cx="68453" cy="170661"/>
            </a:xfrm>
            <a:custGeom>
              <a:avLst/>
              <a:gdLst/>
              <a:ahLst/>
              <a:cxnLst/>
              <a:rect l="l" t="t" r="r" b="b"/>
              <a:pathLst>
                <a:path w="509" h="1269" extrusionOk="0">
                  <a:moveTo>
                    <a:pt x="164" y="1"/>
                  </a:moveTo>
                  <a:cubicBezTo>
                    <a:pt x="144" y="9"/>
                    <a:pt x="132" y="21"/>
                    <a:pt x="120" y="37"/>
                  </a:cubicBezTo>
                  <a:cubicBezTo>
                    <a:pt x="108" y="57"/>
                    <a:pt x="96" y="81"/>
                    <a:pt x="88" y="101"/>
                  </a:cubicBezTo>
                  <a:cubicBezTo>
                    <a:pt x="76" y="129"/>
                    <a:pt x="64" y="157"/>
                    <a:pt x="52" y="189"/>
                  </a:cubicBezTo>
                  <a:cubicBezTo>
                    <a:pt x="36" y="225"/>
                    <a:pt x="28" y="261"/>
                    <a:pt x="20" y="301"/>
                  </a:cubicBezTo>
                  <a:cubicBezTo>
                    <a:pt x="12" y="341"/>
                    <a:pt x="8" y="385"/>
                    <a:pt x="4" y="425"/>
                  </a:cubicBezTo>
                  <a:cubicBezTo>
                    <a:pt x="0" y="517"/>
                    <a:pt x="16" y="613"/>
                    <a:pt x="48" y="697"/>
                  </a:cubicBezTo>
                  <a:cubicBezTo>
                    <a:pt x="84" y="781"/>
                    <a:pt x="128" y="861"/>
                    <a:pt x="176" y="937"/>
                  </a:cubicBezTo>
                  <a:cubicBezTo>
                    <a:pt x="216" y="1009"/>
                    <a:pt x="260" y="1073"/>
                    <a:pt x="308" y="1137"/>
                  </a:cubicBezTo>
                  <a:cubicBezTo>
                    <a:pt x="344" y="1181"/>
                    <a:pt x="392" y="1217"/>
                    <a:pt x="444" y="1245"/>
                  </a:cubicBezTo>
                  <a:cubicBezTo>
                    <a:pt x="460" y="1257"/>
                    <a:pt x="484" y="1265"/>
                    <a:pt x="504" y="1269"/>
                  </a:cubicBezTo>
                  <a:lnTo>
                    <a:pt x="508" y="1261"/>
                  </a:lnTo>
                  <a:cubicBezTo>
                    <a:pt x="488" y="1253"/>
                    <a:pt x="472" y="1237"/>
                    <a:pt x="456" y="1225"/>
                  </a:cubicBezTo>
                  <a:cubicBezTo>
                    <a:pt x="440" y="1209"/>
                    <a:pt x="424" y="1193"/>
                    <a:pt x="408" y="1173"/>
                  </a:cubicBezTo>
                  <a:cubicBezTo>
                    <a:pt x="392" y="1149"/>
                    <a:pt x="376" y="1125"/>
                    <a:pt x="360" y="1101"/>
                  </a:cubicBezTo>
                  <a:cubicBezTo>
                    <a:pt x="324" y="1041"/>
                    <a:pt x="288" y="969"/>
                    <a:pt x="236" y="901"/>
                  </a:cubicBezTo>
                  <a:cubicBezTo>
                    <a:pt x="212" y="865"/>
                    <a:pt x="188" y="829"/>
                    <a:pt x="160" y="789"/>
                  </a:cubicBezTo>
                  <a:cubicBezTo>
                    <a:pt x="136" y="753"/>
                    <a:pt x="108" y="717"/>
                    <a:pt x="80" y="681"/>
                  </a:cubicBezTo>
                  <a:cubicBezTo>
                    <a:pt x="56" y="645"/>
                    <a:pt x="36" y="605"/>
                    <a:pt x="32" y="557"/>
                  </a:cubicBezTo>
                  <a:cubicBezTo>
                    <a:pt x="24" y="517"/>
                    <a:pt x="28" y="473"/>
                    <a:pt x="40" y="429"/>
                  </a:cubicBezTo>
                  <a:cubicBezTo>
                    <a:pt x="52" y="389"/>
                    <a:pt x="64" y="353"/>
                    <a:pt x="76" y="313"/>
                  </a:cubicBezTo>
                  <a:lnTo>
                    <a:pt x="104" y="209"/>
                  </a:lnTo>
                  <a:cubicBezTo>
                    <a:pt x="120" y="141"/>
                    <a:pt x="136" y="85"/>
                    <a:pt x="144" y="49"/>
                  </a:cubicBezTo>
                  <a:cubicBezTo>
                    <a:pt x="148" y="37"/>
                    <a:pt x="156" y="25"/>
                    <a:pt x="164" y="17"/>
                  </a:cubicBezTo>
                  <a:cubicBezTo>
                    <a:pt x="168" y="15"/>
                    <a:pt x="171" y="14"/>
                    <a:pt x="174" y="14"/>
                  </a:cubicBezTo>
                  <a:cubicBezTo>
                    <a:pt x="176" y="14"/>
                    <a:pt x="178" y="15"/>
                    <a:pt x="180" y="17"/>
                  </a:cubicBezTo>
                  <a:lnTo>
                    <a:pt x="184" y="9"/>
                  </a:lnTo>
                  <a:cubicBezTo>
                    <a:pt x="176" y="5"/>
                    <a:pt x="172" y="1"/>
                    <a:pt x="16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65"/>
            <p:cNvSpPr/>
            <p:nvPr/>
          </p:nvSpPr>
          <p:spPr>
            <a:xfrm flipH="1">
              <a:off x="8071749" y="2118181"/>
              <a:ext cx="272332" cy="291698"/>
            </a:xfrm>
            <a:custGeom>
              <a:avLst/>
              <a:gdLst/>
              <a:ahLst/>
              <a:cxnLst/>
              <a:rect l="l" t="t" r="r" b="b"/>
              <a:pathLst>
                <a:path w="2025" h="2169" extrusionOk="0">
                  <a:moveTo>
                    <a:pt x="2020" y="1"/>
                  </a:moveTo>
                  <a:lnTo>
                    <a:pt x="1952" y="117"/>
                  </a:lnTo>
                  <a:cubicBezTo>
                    <a:pt x="1896" y="217"/>
                    <a:pt x="1836" y="317"/>
                    <a:pt x="1772" y="409"/>
                  </a:cubicBezTo>
                  <a:cubicBezTo>
                    <a:pt x="1728" y="473"/>
                    <a:pt x="1680" y="533"/>
                    <a:pt x="1628" y="585"/>
                  </a:cubicBezTo>
                  <a:cubicBezTo>
                    <a:pt x="1568" y="649"/>
                    <a:pt x="1504" y="701"/>
                    <a:pt x="1432" y="745"/>
                  </a:cubicBezTo>
                  <a:cubicBezTo>
                    <a:pt x="1352" y="793"/>
                    <a:pt x="1268" y="833"/>
                    <a:pt x="1180" y="865"/>
                  </a:cubicBezTo>
                  <a:cubicBezTo>
                    <a:pt x="1092" y="901"/>
                    <a:pt x="1004" y="941"/>
                    <a:pt x="916" y="985"/>
                  </a:cubicBezTo>
                  <a:cubicBezTo>
                    <a:pt x="828" y="1029"/>
                    <a:pt x="744" y="1077"/>
                    <a:pt x="668" y="1133"/>
                  </a:cubicBezTo>
                  <a:cubicBezTo>
                    <a:pt x="588" y="1189"/>
                    <a:pt x="516" y="1249"/>
                    <a:pt x="448" y="1313"/>
                  </a:cubicBezTo>
                  <a:cubicBezTo>
                    <a:pt x="384" y="1373"/>
                    <a:pt x="324" y="1437"/>
                    <a:pt x="268" y="1509"/>
                  </a:cubicBezTo>
                  <a:cubicBezTo>
                    <a:pt x="220" y="1569"/>
                    <a:pt x="172" y="1633"/>
                    <a:pt x="132" y="1701"/>
                  </a:cubicBezTo>
                  <a:cubicBezTo>
                    <a:pt x="100" y="1757"/>
                    <a:pt x="68" y="1821"/>
                    <a:pt x="44" y="1881"/>
                  </a:cubicBezTo>
                  <a:cubicBezTo>
                    <a:pt x="28" y="1929"/>
                    <a:pt x="12" y="1981"/>
                    <a:pt x="8" y="2033"/>
                  </a:cubicBezTo>
                  <a:cubicBezTo>
                    <a:pt x="0" y="2065"/>
                    <a:pt x="0" y="2101"/>
                    <a:pt x="0" y="2133"/>
                  </a:cubicBezTo>
                  <a:cubicBezTo>
                    <a:pt x="4" y="2157"/>
                    <a:pt x="4" y="2169"/>
                    <a:pt x="4" y="2169"/>
                  </a:cubicBezTo>
                  <a:lnTo>
                    <a:pt x="8" y="2169"/>
                  </a:lnTo>
                  <a:cubicBezTo>
                    <a:pt x="8" y="2169"/>
                    <a:pt x="12" y="2157"/>
                    <a:pt x="12" y="2133"/>
                  </a:cubicBezTo>
                  <a:cubicBezTo>
                    <a:pt x="16" y="2101"/>
                    <a:pt x="24" y="2069"/>
                    <a:pt x="32" y="2037"/>
                  </a:cubicBezTo>
                  <a:cubicBezTo>
                    <a:pt x="48" y="1989"/>
                    <a:pt x="64" y="1945"/>
                    <a:pt x="88" y="1901"/>
                  </a:cubicBezTo>
                  <a:cubicBezTo>
                    <a:pt x="116" y="1841"/>
                    <a:pt x="148" y="1789"/>
                    <a:pt x="184" y="1733"/>
                  </a:cubicBezTo>
                  <a:cubicBezTo>
                    <a:pt x="224" y="1677"/>
                    <a:pt x="272" y="1617"/>
                    <a:pt x="324" y="1553"/>
                  </a:cubicBezTo>
                  <a:cubicBezTo>
                    <a:pt x="376" y="1489"/>
                    <a:pt x="436" y="1429"/>
                    <a:pt x="496" y="1365"/>
                  </a:cubicBezTo>
                  <a:cubicBezTo>
                    <a:pt x="560" y="1301"/>
                    <a:pt x="632" y="1241"/>
                    <a:pt x="704" y="1185"/>
                  </a:cubicBezTo>
                  <a:cubicBezTo>
                    <a:pt x="776" y="1125"/>
                    <a:pt x="856" y="1069"/>
                    <a:pt x="936" y="1017"/>
                  </a:cubicBezTo>
                  <a:cubicBezTo>
                    <a:pt x="1016" y="969"/>
                    <a:pt x="1100" y="925"/>
                    <a:pt x="1188" y="889"/>
                  </a:cubicBezTo>
                  <a:cubicBezTo>
                    <a:pt x="1276" y="849"/>
                    <a:pt x="1364" y="821"/>
                    <a:pt x="1448" y="781"/>
                  </a:cubicBezTo>
                  <a:cubicBezTo>
                    <a:pt x="1528" y="741"/>
                    <a:pt x="1604" y="693"/>
                    <a:pt x="1668" y="629"/>
                  </a:cubicBezTo>
                  <a:cubicBezTo>
                    <a:pt x="1724" y="573"/>
                    <a:pt x="1776" y="513"/>
                    <a:pt x="1816" y="445"/>
                  </a:cubicBezTo>
                  <a:cubicBezTo>
                    <a:pt x="1852" y="389"/>
                    <a:pt x="1884" y="329"/>
                    <a:pt x="1916" y="269"/>
                  </a:cubicBezTo>
                  <a:cubicBezTo>
                    <a:pt x="1940" y="217"/>
                    <a:pt x="1960" y="169"/>
                    <a:pt x="1976" y="129"/>
                  </a:cubicBezTo>
                  <a:cubicBezTo>
                    <a:pt x="2008" y="53"/>
                    <a:pt x="2024" y="5"/>
                    <a:pt x="2024" y="5"/>
                  </a:cubicBezTo>
                  <a:lnTo>
                    <a:pt x="2020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65"/>
            <p:cNvSpPr/>
            <p:nvPr/>
          </p:nvSpPr>
          <p:spPr>
            <a:xfrm flipH="1">
              <a:off x="8036783" y="2309688"/>
              <a:ext cx="245435" cy="130854"/>
            </a:xfrm>
            <a:custGeom>
              <a:avLst/>
              <a:gdLst/>
              <a:ahLst/>
              <a:cxnLst/>
              <a:rect l="l" t="t" r="r" b="b"/>
              <a:pathLst>
                <a:path w="1825" h="973" extrusionOk="0">
                  <a:moveTo>
                    <a:pt x="1820" y="1"/>
                  </a:moveTo>
                  <a:lnTo>
                    <a:pt x="1800" y="13"/>
                  </a:lnTo>
                  <a:cubicBezTo>
                    <a:pt x="1780" y="21"/>
                    <a:pt x="1756" y="29"/>
                    <a:pt x="1736" y="37"/>
                  </a:cubicBezTo>
                  <a:cubicBezTo>
                    <a:pt x="1680" y="52"/>
                    <a:pt x="1619" y="60"/>
                    <a:pt x="1559" y="60"/>
                  </a:cubicBezTo>
                  <a:cubicBezTo>
                    <a:pt x="1538" y="60"/>
                    <a:pt x="1517" y="59"/>
                    <a:pt x="1496" y="57"/>
                  </a:cubicBezTo>
                  <a:cubicBezTo>
                    <a:pt x="1448" y="53"/>
                    <a:pt x="1392" y="45"/>
                    <a:pt x="1332" y="41"/>
                  </a:cubicBezTo>
                  <a:cubicBezTo>
                    <a:pt x="1306" y="39"/>
                    <a:pt x="1279" y="38"/>
                    <a:pt x="1253" y="38"/>
                  </a:cubicBezTo>
                  <a:cubicBezTo>
                    <a:pt x="1215" y="38"/>
                    <a:pt x="1178" y="40"/>
                    <a:pt x="1140" y="45"/>
                  </a:cubicBezTo>
                  <a:cubicBezTo>
                    <a:pt x="1072" y="53"/>
                    <a:pt x="1008" y="73"/>
                    <a:pt x="944" y="93"/>
                  </a:cubicBezTo>
                  <a:cubicBezTo>
                    <a:pt x="880" y="117"/>
                    <a:pt x="816" y="145"/>
                    <a:pt x="752" y="177"/>
                  </a:cubicBezTo>
                  <a:cubicBezTo>
                    <a:pt x="688" y="205"/>
                    <a:pt x="628" y="237"/>
                    <a:pt x="572" y="277"/>
                  </a:cubicBezTo>
                  <a:cubicBezTo>
                    <a:pt x="512" y="313"/>
                    <a:pt x="460" y="353"/>
                    <a:pt x="408" y="397"/>
                  </a:cubicBezTo>
                  <a:cubicBezTo>
                    <a:pt x="360" y="437"/>
                    <a:pt x="312" y="481"/>
                    <a:pt x="272" y="529"/>
                  </a:cubicBezTo>
                  <a:cubicBezTo>
                    <a:pt x="232" y="573"/>
                    <a:pt x="196" y="617"/>
                    <a:pt x="164" y="665"/>
                  </a:cubicBezTo>
                  <a:cubicBezTo>
                    <a:pt x="116" y="733"/>
                    <a:pt x="72" y="805"/>
                    <a:pt x="36" y="881"/>
                  </a:cubicBezTo>
                  <a:cubicBezTo>
                    <a:pt x="12" y="937"/>
                    <a:pt x="0" y="969"/>
                    <a:pt x="0" y="969"/>
                  </a:cubicBezTo>
                  <a:lnTo>
                    <a:pt x="4" y="973"/>
                  </a:lnTo>
                  <a:lnTo>
                    <a:pt x="20" y="953"/>
                  </a:lnTo>
                  <a:cubicBezTo>
                    <a:pt x="28" y="941"/>
                    <a:pt x="44" y="921"/>
                    <a:pt x="60" y="897"/>
                  </a:cubicBezTo>
                  <a:cubicBezTo>
                    <a:pt x="76" y="873"/>
                    <a:pt x="100" y="841"/>
                    <a:pt x="124" y="809"/>
                  </a:cubicBezTo>
                  <a:cubicBezTo>
                    <a:pt x="152" y="777"/>
                    <a:pt x="180" y="741"/>
                    <a:pt x="212" y="701"/>
                  </a:cubicBezTo>
                  <a:cubicBezTo>
                    <a:pt x="244" y="661"/>
                    <a:pt x="280" y="621"/>
                    <a:pt x="324" y="577"/>
                  </a:cubicBezTo>
                  <a:cubicBezTo>
                    <a:pt x="364" y="537"/>
                    <a:pt x="404" y="493"/>
                    <a:pt x="456" y="453"/>
                  </a:cubicBezTo>
                  <a:cubicBezTo>
                    <a:pt x="504" y="405"/>
                    <a:pt x="552" y="365"/>
                    <a:pt x="604" y="325"/>
                  </a:cubicBezTo>
                  <a:cubicBezTo>
                    <a:pt x="656" y="285"/>
                    <a:pt x="712" y="245"/>
                    <a:pt x="772" y="205"/>
                  </a:cubicBezTo>
                  <a:cubicBezTo>
                    <a:pt x="828" y="169"/>
                    <a:pt x="888" y="137"/>
                    <a:pt x="952" y="113"/>
                  </a:cubicBezTo>
                  <a:cubicBezTo>
                    <a:pt x="1012" y="89"/>
                    <a:pt x="1076" y="77"/>
                    <a:pt x="1144" y="77"/>
                  </a:cubicBezTo>
                  <a:cubicBezTo>
                    <a:pt x="1204" y="81"/>
                    <a:pt x="1264" y="85"/>
                    <a:pt x="1324" y="97"/>
                  </a:cubicBezTo>
                  <a:cubicBezTo>
                    <a:pt x="1384" y="105"/>
                    <a:pt x="1440" y="113"/>
                    <a:pt x="1496" y="113"/>
                  </a:cubicBezTo>
                  <a:cubicBezTo>
                    <a:pt x="1505" y="113"/>
                    <a:pt x="1513" y="113"/>
                    <a:pt x="1521" y="113"/>
                  </a:cubicBezTo>
                  <a:cubicBezTo>
                    <a:pt x="1598" y="113"/>
                    <a:pt x="1676" y="97"/>
                    <a:pt x="1748" y="61"/>
                  </a:cubicBezTo>
                  <a:cubicBezTo>
                    <a:pt x="1768" y="49"/>
                    <a:pt x="1788" y="37"/>
                    <a:pt x="1808" y="21"/>
                  </a:cubicBezTo>
                  <a:lnTo>
                    <a:pt x="1824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65"/>
            <p:cNvSpPr/>
            <p:nvPr/>
          </p:nvSpPr>
          <p:spPr>
            <a:xfrm flipH="1">
              <a:off x="8182027" y="2307401"/>
              <a:ext cx="143227" cy="129375"/>
            </a:xfrm>
            <a:custGeom>
              <a:avLst/>
              <a:gdLst/>
              <a:ahLst/>
              <a:cxnLst/>
              <a:rect l="l" t="t" r="r" b="b"/>
              <a:pathLst>
                <a:path w="1065" h="962" extrusionOk="0">
                  <a:moveTo>
                    <a:pt x="844" y="0"/>
                  </a:moveTo>
                  <a:cubicBezTo>
                    <a:pt x="833" y="0"/>
                    <a:pt x="823" y="1"/>
                    <a:pt x="812" y="2"/>
                  </a:cubicBezTo>
                  <a:cubicBezTo>
                    <a:pt x="772" y="2"/>
                    <a:pt x="732" y="14"/>
                    <a:pt x="692" y="30"/>
                  </a:cubicBezTo>
                  <a:cubicBezTo>
                    <a:pt x="652" y="46"/>
                    <a:pt x="612" y="70"/>
                    <a:pt x="576" y="98"/>
                  </a:cubicBezTo>
                  <a:cubicBezTo>
                    <a:pt x="536" y="126"/>
                    <a:pt x="500" y="154"/>
                    <a:pt x="460" y="182"/>
                  </a:cubicBezTo>
                  <a:cubicBezTo>
                    <a:pt x="420" y="214"/>
                    <a:pt x="376" y="234"/>
                    <a:pt x="336" y="262"/>
                  </a:cubicBezTo>
                  <a:cubicBezTo>
                    <a:pt x="292" y="290"/>
                    <a:pt x="256" y="318"/>
                    <a:pt x="220" y="358"/>
                  </a:cubicBezTo>
                  <a:cubicBezTo>
                    <a:pt x="188" y="394"/>
                    <a:pt x="160" y="434"/>
                    <a:pt x="136" y="478"/>
                  </a:cubicBezTo>
                  <a:cubicBezTo>
                    <a:pt x="116" y="522"/>
                    <a:pt x="100" y="562"/>
                    <a:pt x="88" y="606"/>
                  </a:cubicBezTo>
                  <a:cubicBezTo>
                    <a:pt x="76" y="646"/>
                    <a:pt x="64" y="686"/>
                    <a:pt x="56" y="718"/>
                  </a:cubicBezTo>
                  <a:cubicBezTo>
                    <a:pt x="36" y="790"/>
                    <a:pt x="20" y="850"/>
                    <a:pt x="12" y="894"/>
                  </a:cubicBezTo>
                  <a:cubicBezTo>
                    <a:pt x="4" y="934"/>
                    <a:pt x="0" y="958"/>
                    <a:pt x="0" y="958"/>
                  </a:cubicBezTo>
                  <a:lnTo>
                    <a:pt x="8" y="962"/>
                  </a:lnTo>
                  <a:cubicBezTo>
                    <a:pt x="8" y="962"/>
                    <a:pt x="20" y="942"/>
                    <a:pt x="40" y="902"/>
                  </a:cubicBezTo>
                  <a:cubicBezTo>
                    <a:pt x="56" y="862"/>
                    <a:pt x="84" y="806"/>
                    <a:pt x="112" y="738"/>
                  </a:cubicBezTo>
                  <a:cubicBezTo>
                    <a:pt x="144" y="674"/>
                    <a:pt x="168" y="590"/>
                    <a:pt x="200" y="510"/>
                  </a:cubicBezTo>
                  <a:cubicBezTo>
                    <a:pt x="220" y="470"/>
                    <a:pt x="240" y="430"/>
                    <a:pt x="268" y="394"/>
                  </a:cubicBezTo>
                  <a:cubicBezTo>
                    <a:pt x="296" y="358"/>
                    <a:pt x="328" y="322"/>
                    <a:pt x="360" y="290"/>
                  </a:cubicBezTo>
                  <a:cubicBezTo>
                    <a:pt x="432" y="222"/>
                    <a:pt x="508" y="170"/>
                    <a:pt x="596" y="130"/>
                  </a:cubicBezTo>
                  <a:cubicBezTo>
                    <a:pt x="636" y="110"/>
                    <a:pt x="676" y="98"/>
                    <a:pt x="716" y="82"/>
                  </a:cubicBezTo>
                  <a:cubicBezTo>
                    <a:pt x="748" y="70"/>
                    <a:pt x="784" y="62"/>
                    <a:pt x="824" y="58"/>
                  </a:cubicBezTo>
                  <a:cubicBezTo>
                    <a:pt x="856" y="54"/>
                    <a:pt x="888" y="50"/>
                    <a:pt x="920" y="50"/>
                  </a:cubicBezTo>
                  <a:cubicBezTo>
                    <a:pt x="944" y="50"/>
                    <a:pt x="972" y="46"/>
                    <a:pt x="996" y="42"/>
                  </a:cubicBezTo>
                  <a:cubicBezTo>
                    <a:pt x="1020" y="34"/>
                    <a:pt x="1040" y="26"/>
                    <a:pt x="1064" y="14"/>
                  </a:cubicBezTo>
                  <a:lnTo>
                    <a:pt x="992" y="14"/>
                  </a:lnTo>
                  <a:cubicBezTo>
                    <a:pt x="972" y="10"/>
                    <a:pt x="948" y="10"/>
                    <a:pt x="916" y="6"/>
                  </a:cubicBezTo>
                  <a:cubicBezTo>
                    <a:pt x="894" y="3"/>
                    <a:pt x="869" y="0"/>
                    <a:pt x="84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65"/>
            <p:cNvSpPr/>
            <p:nvPr/>
          </p:nvSpPr>
          <p:spPr>
            <a:xfrm flipH="1">
              <a:off x="8296070" y="2388765"/>
              <a:ext cx="233063" cy="163130"/>
            </a:xfrm>
            <a:custGeom>
              <a:avLst/>
              <a:gdLst/>
              <a:ahLst/>
              <a:cxnLst/>
              <a:rect l="l" t="t" r="r" b="b"/>
              <a:pathLst>
                <a:path w="1733" h="1213" extrusionOk="0">
                  <a:moveTo>
                    <a:pt x="1032" y="1"/>
                  </a:moveTo>
                  <a:cubicBezTo>
                    <a:pt x="1008" y="1"/>
                    <a:pt x="988" y="13"/>
                    <a:pt x="972" y="29"/>
                  </a:cubicBezTo>
                  <a:cubicBezTo>
                    <a:pt x="944" y="57"/>
                    <a:pt x="936" y="81"/>
                    <a:pt x="912" y="93"/>
                  </a:cubicBezTo>
                  <a:cubicBezTo>
                    <a:pt x="895" y="98"/>
                    <a:pt x="878" y="101"/>
                    <a:pt x="861" y="101"/>
                  </a:cubicBezTo>
                  <a:cubicBezTo>
                    <a:pt x="851" y="101"/>
                    <a:pt x="841" y="100"/>
                    <a:pt x="832" y="97"/>
                  </a:cubicBezTo>
                  <a:cubicBezTo>
                    <a:pt x="800" y="89"/>
                    <a:pt x="764" y="85"/>
                    <a:pt x="732" y="85"/>
                  </a:cubicBezTo>
                  <a:cubicBezTo>
                    <a:pt x="728" y="84"/>
                    <a:pt x="725" y="84"/>
                    <a:pt x="721" y="84"/>
                  </a:cubicBezTo>
                  <a:cubicBezTo>
                    <a:pt x="689" y="84"/>
                    <a:pt x="658" y="100"/>
                    <a:pt x="640" y="125"/>
                  </a:cubicBezTo>
                  <a:cubicBezTo>
                    <a:pt x="620" y="157"/>
                    <a:pt x="624" y="193"/>
                    <a:pt x="608" y="213"/>
                  </a:cubicBezTo>
                  <a:cubicBezTo>
                    <a:pt x="585" y="226"/>
                    <a:pt x="562" y="234"/>
                    <a:pt x="539" y="234"/>
                  </a:cubicBezTo>
                  <a:cubicBezTo>
                    <a:pt x="534" y="234"/>
                    <a:pt x="529" y="233"/>
                    <a:pt x="524" y="233"/>
                  </a:cubicBezTo>
                  <a:cubicBezTo>
                    <a:pt x="460" y="237"/>
                    <a:pt x="396" y="237"/>
                    <a:pt x="332" y="241"/>
                  </a:cubicBezTo>
                  <a:lnTo>
                    <a:pt x="308" y="241"/>
                  </a:lnTo>
                  <a:lnTo>
                    <a:pt x="312" y="269"/>
                  </a:lnTo>
                  <a:lnTo>
                    <a:pt x="328" y="329"/>
                  </a:lnTo>
                  <a:cubicBezTo>
                    <a:pt x="300" y="337"/>
                    <a:pt x="272" y="345"/>
                    <a:pt x="248" y="357"/>
                  </a:cubicBezTo>
                  <a:cubicBezTo>
                    <a:pt x="228" y="361"/>
                    <a:pt x="212" y="373"/>
                    <a:pt x="196" y="381"/>
                  </a:cubicBezTo>
                  <a:cubicBezTo>
                    <a:pt x="180" y="393"/>
                    <a:pt x="164" y="405"/>
                    <a:pt x="152" y="421"/>
                  </a:cubicBezTo>
                  <a:cubicBezTo>
                    <a:pt x="120" y="449"/>
                    <a:pt x="100" y="489"/>
                    <a:pt x="96" y="533"/>
                  </a:cubicBezTo>
                  <a:cubicBezTo>
                    <a:pt x="92" y="541"/>
                    <a:pt x="92" y="553"/>
                    <a:pt x="96" y="565"/>
                  </a:cubicBezTo>
                  <a:lnTo>
                    <a:pt x="96" y="581"/>
                  </a:lnTo>
                  <a:lnTo>
                    <a:pt x="100" y="597"/>
                  </a:lnTo>
                  <a:cubicBezTo>
                    <a:pt x="104" y="617"/>
                    <a:pt x="112" y="633"/>
                    <a:pt x="124" y="653"/>
                  </a:cubicBezTo>
                  <a:cubicBezTo>
                    <a:pt x="144" y="681"/>
                    <a:pt x="164" y="709"/>
                    <a:pt x="184" y="737"/>
                  </a:cubicBezTo>
                  <a:cubicBezTo>
                    <a:pt x="184" y="745"/>
                    <a:pt x="188" y="749"/>
                    <a:pt x="188" y="757"/>
                  </a:cubicBezTo>
                  <a:cubicBezTo>
                    <a:pt x="188" y="765"/>
                    <a:pt x="188" y="773"/>
                    <a:pt x="188" y="777"/>
                  </a:cubicBezTo>
                  <a:cubicBezTo>
                    <a:pt x="188" y="793"/>
                    <a:pt x="184" y="805"/>
                    <a:pt x="176" y="817"/>
                  </a:cubicBezTo>
                  <a:cubicBezTo>
                    <a:pt x="156" y="845"/>
                    <a:pt x="128" y="865"/>
                    <a:pt x="96" y="877"/>
                  </a:cubicBezTo>
                  <a:cubicBezTo>
                    <a:pt x="72" y="889"/>
                    <a:pt x="20" y="893"/>
                    <a:pt x="8" y="913"/>
                  </a:cubicBezTo>
                  <a:cubicBezTo>
                    <a:pt x="4" y="917"/>
                    <a:pt x="0" y="925"/>
                    <a:pt x="4" y="929"/>
                  </a:cubicBezTo>
                  <a:cubicBezTo>
                    <a:pt x="8" y="961"/>
                    <a:pt x="84" y="985"/>
                    <a:pt x="104" y="997"/>
                  </a:cubicBezTo>
                  <a:cubicBezTo>
                    <a:pt x="216" y="1049"/>
                    <a:pt x="332" y="1085"/>
                    <a:pt x="452" y="1097"/>
                  </a:cubicBezTo>
                  <a:cubicBezTo>
                    <a:pt x="457" y="1097"/>
                    <a:pt x="462" y="1097"/>
                    <a:pt x="467" y="1097"/>
                  </a:cubicBezTo>
                  <a:cubicBezTo>
                    <a:pt x="580" y="1097"/>
                    <a:pt x="693" y="1062"/>
                    <a:pt x="805" y="1062"/>
                  </a:cubicBezTo>
                  <a:cubicBezTo>
                    <a:pt x="824" y="1062"/>
                    <a:pt x="842" y="1063"/>
                    <a:pt x="860" y="1065"/>
                  </a:cubicBezTo>
                  <a:cubicBezTo>
                    <a:pt x="972" y="1077"/>
                    <a:pt x="1072" y="1129"/>
                    <a:pt x="1144" y="1213"/>
                  </a:cubicBezTo>
                  <a:cubicBezTo>
                    <a:pt x="1240" y="1049"/>
                    <a:pt x="1384" y="921"/>
                    <a:pt x="1556" y="841"/>
                  </a:cubicBezTo>
                  <a:cubicBezTo>
                    <a:pt x="1552" y="825"/>
                    <a:pt x="1544" y="813"/>
                    <a:pt x="1536" y="801"/>
                  </a:cubicBezTo>
                  <a:cubicBezTo>
                    <a:pt x="1536" y="781"/>
                    <a:pt x="1536" y="765"/>
                    <a:pt x="1540" y="749"/>
                  </a:cubicBezTo>
                  <a:cubicBezTo>
                    <a:pt x="1548" y="725"/>
                    <a:pt x="1560" y="701"/>
                    <a:pt x="1576" y="681"/>
                  </a:cubicBezTo>
                  <a:cubicBezTo>
                    <a:pt x="1608" y="641"/>
                    <a:pt x="1648" y="605"/>
                    <a:pt x="1692" y="577"/>
                  </a:cubicBezTo>
                  <a:lnTo>
                    <a:pt x="1732" y="549"/>
                  </a:lnTo>
                  <a:lnTo>
                    <a:pt x="1684" y="533"/>
                  </a:lnTo>
                  <a:cubicBezTo>
                    <a:pt x="1648" y="521"/>
                    <a:pt x="1612" y="501"/>
                    <a:pt x="1584" y="473"/>
                  </a:cubicBezTo>
                  <a:cubicBezTo>
                    <a:pt x="1568" y="449"/>
                    <a:pt x="1552" y="425"/>
                    <a:pt x="1540" y="397"/>
                  </a:cubicBezTo>
                  <a:lnTo>
                    <a:pt x="1604" y="357"/>
                  </a:lnTo>
                  <a:lnTo>
                    <a:pt x="1684" y="297"/>
                  </a:lnTo>
                  <a:lnTo>
                    <a:pt x="1584" y="297"/>
                  </a:lnTo>
                  <a:cubicBezTo>
                    <a:pt x="1532" y="293"/>
                    <a:pt x="1484" y="265"/>
                    <a:pt x="1460" y="217"/>
                  </a:cubicBezTo>
                  <a:cubicBezTo>
                    <a:pt x="1456" y="213"/>
                    <a:pt x="1456" y="205"/>
                    <a:pt x="1452" y="201"/>
                  </a:cubicBezTo>
                  <a:lnTo>
                    <a:pt x="1448" y="181"/>
                  </a:lnTo>
                  <a:cubicBezTo>
                    <a:pt x="1444" y="165"/>
                    <a:pt x="1440" y="145"/>
                    <a:pt x="1432" y="129"/>
                  </a:cubicBezTo>
                  <a:cubicBezTo>
                    <a:pt x="1424" y="109"/>
                    <a:pt x="1408" y="89"/>
                    <a:pt x="1388" y="77"/>
                  </a:cubicBezTo>
                  <a:cubicBezTo>
                    <a:pt x="1373" y="68"/>
                    <a:pt x="1354" y="63"/>
                    <a:pt x="1335" y="63"/>
                  </a:cubicBezTo>
                  <a:cubicBezTo>
                    <a:pt x="1328" y="63"/>
                    <a:pt x="1322" y="64"/>
                    <a:pt x="1316" y="65"/>
                  </a:cubicBezTo>
                  <a:cubicBezTo>
                    <a:pt x="1284" y="73"/>
                    <a:pt x="1252" y="85"/>
                    <a:pt x="1224" y="101"/>
                  </a:cubicBezTo>
                  <a:cubicBezTo>
                    <a:pt x="1216" y="101"/>
                    <a:pt x="1212" y="101"/>
                    <a:pt x="1204" y="105"/>
                  </a:cubicBezTo>
                  <a:lnTo>
                    <a:pt x="1192" y="105"/>
                  </a:lnTo>
                  <a:cubicBezTo>
                    <a:pt x="1180" y="101"/>
                    <a:pt x="1172" y="97"/>
                    <a:pt x="1164" y="89"/>
                  </a:cubicBezTo>
                  <a:cubicBezTo>
                    <a:pt x="1144" y="73"/>
                    <a:pt x="1124" y="49"/>
                    <a:pt x="1092" y="25"/>
                  </a:cubicBezTo>
                  <a:cubicBezTo>
                    <a:pt x="1076" y="9"/>
                    <a:pt x="1052" y="1"/>
                    <a:pt x="1032" y="1"/>
                  </a:cubicBezTo>
                  <a:close/>
                </a:path>
              </a:pathLst>
            </a:custGeom>
            <a:solidFill>
              <a:srgbClr val="A51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65"/>
            <p:cNvSpPr/>
            <p:nvPr/>
          </p:nvSpPr>
          <p:spPr>
            <a:xfrm flipH="1">
              <a:off x="8405810" y="2190400"/>
              <a:ext cx="49625" cy="241535"/>
            </a:xfrm>
            <a:custGeom>
              <a:avLst/>
              <a:gdLst/>
              <a:ahLst/>
              <a:cxnLst/>
              <a:rect l="l" t="t" r="r" b="b"/>
              <a:pathLst>
                <a:path w="369" h="1796" extrusionOk="0">
                  <a:moveTo>
                    <a:pt x="109" y="1"/>
                  </a:moveTo>
                  <a:cubicBezTo>
                    <a:pt x="69" y="1"/>
                    <a:pt x="30" y="27"/>
                    <a:pt x="16" y="64"/>
                  </a:cubicBezTo>
                  <a:cubicBezTo>
                    <a:pt x="0" y="104"/>
                    <a:pt x="4" y="144"/>
                    <a:pt x="20" y="180"/>
                  </a:cubicBezTo>
                  <a:cubicBezTo>
                    <a:pt x="52" y="224"/>
                    <a:pt x="84" y="268"/>
                    <a:pt x="116" y="308"/>
                  </a:cubicBezTo>
                  <a:cubicBezTo>
                    <a:pt x="140" y="340"/>
                    <a:pt x="156" y="376"/>
                    <a:pt x="168" y="412"/>
                  </a:cubicBezTo>
                  <a:cubicBezTo>
                    <a:pt x="176" y="436"/>
                    <a:pt x="180" y="456"/>
                    <a:pt x="180" y="480"/>
                  </a:cubicBezTo>
                  <a:cubicBezTo>
                    <a:pt x="168" y="532"/>
                    <a:pt x="152" y="580"/>
                    <a:pt x="136" y="632"/>
                  </a:cubicBezTo>
                  <a:cubicBezTo>
                    <a:pt x="116" y="704"/>
                    <a:pt x="96" y="780"/>
                    <a:pt x="80" y="856"/>
                  </a:cubicBezTo>
                  <a:cubicBezTo>
                    <a:pt x="68" y="932"/>
                    <a:pt x="68" y="1008"/>
                    <a:pt x="84" y="1084"/>
                  </a:cubicBezTo>
                  <a:cubicBezTo>
                    <a:pt x="120" y="1228"/>
                    <a:pt x="208" y="1340"/>
                    <a:pt x="260" y="1440"/>
                  </a:cubicBezTo>
                  <a:cubicBezTo>
                    <a:pt x="280" y="1484"/>
                    <a:pt x="300" y="1528"/>
                    <a:pt x="316" y="1576"/>
                  </a:cubicBezTo>
                  <a:cubicBezTo>
                    <a:pt x="324" y="1616"/>
                    <a:pt x="328" y="1652"/>
                    <a:pt x="328" y="1692"/>
                  </a:cubicBezTo>
                  <a:cubicBezTo>
                    <a:pt x="328" y="1716"/>
                    <a:pt x="324" y="1740"/>
                    <a:pt x="316" y="1764"/>
                  </a:cubicBezTo>
                  <a:cubicBezTo>
                    <a:pt x="312" y="1784"/>
                    <a:pt x="308" y="1792"/>
                    <a:pt x="308" y="1792"/>
                  </a:cubicBezTo>
                  <a:cubicBezTo>
                    <a:pt x="304" y="1792"/>
                    <a:pt x="304" y="1796"/>
                    <a:pt x="308" y="1796"/>
                  </a:cubicBezTo>
                  <a:lnTo>
                    <a:pt x="312" y="1796"/>
                  </a:lnTo>
                  <a:lnTo>
                    <a:pt x="328" y="1772"/>
                  </a:lnTo>
                  <a:cubicBezTo>
                    <a:pt x="340" y="1748"/>
                    <a:pt x="348" y="1720"/>
                    <a:pt x="356" y="1696"/>
                  </a:cubicBezTo>
                  <a:cubicBezTo>
                    <a:pt x="368" y="1600"/>
                    <a:pt x="352" y="1500"/>
                    <a:pt x="308" y="1412"/>
                  </a:cubicBezTo>
                  <a:cubicBezTo>
                    <a:pt x="280" y="1356"/>
                    <a:pt x="252" y="1300"/>
                    <a:pt x="216" y="1248"/>
                  </a:cubicBezTo>
                  <a:cubicBezTo>
                    <a:pt x="180" y="1192"/>
                    <a:pt x="144" y="1132"/>
                    <a:pt x="120" y="1072"/>
                  </a:cubicBezTo>
                  <a:cubicBezTo>
                    <a:pt x="92" y="1004"/>
                    <a:pt x="88" y="932"/>
                    <a:pt x="100" y="860"/>
                  </a:cubicBezTo>
                  <a:cubicBezTo>
                    <a:pt x="116" y="784"/>
                    <a:pt x="140" y="712"/>
                    <a:pt x="172" y="644"/>
                  </a:cubicBezTo>
                  <a:cubicBezTo>
                    <a:pt x="204" y="576"/>
                    <a:pt x="232" y="500"/>
                    <a:pt x="256" y="428"/>
                  </a:cubicBezTo>
                  <a:cubicBezTo>
                    <a:pt x="276" y="352"/>
                    <a:pt x="284" y="272"/>
                    <a:pt x="272" y="192"/>
                  </a:cubicBezTo>
                  <a:cubicBezTo>
                    <a:pt x="264" y="120"/>
                    <a:pt x="224" y="28"/>
                    <a:pt x="132" y="4"/>
                  </a:cubicBezTo>
                  <a:cubicBezTo>
                    <a:pt x="125" y="2"/>
                    <a:pt x="117" y="1"/>
                    <a:pt x="10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65"/>
            <p:cNvSpPr/>
            <p:nvPr/>
          </p:nvSpPr>
          <p:spPr>
            <a:xfrm flipH="1">
              <a:off x="8309519" y="2232897"/>
              <a:ext cx="60922" cy="208048"/>
            </a:xfrm>
            <a:custGeom>
              <a:avLst/>
              <a:gdLst/>
              <a:ahLst/>
              <a:cxnLst/>
              <a:rect l="l" t="t" r="r" b="b"/>
              <a:pathLst>
                <a:path w="453" h="1547" extrusionOk="0">
                  <a:moveTo>
                    <a:pt x="355" y="1"/>
                  </a:moveTo>
                  <a:cubicBezTo>
                    <a:pt x="347" y="1"/>
                    <a:pt x="340" y="2"/>
                    <a:pt x="332" y="4"/>
                  </a:cubicBezTo>
                  <a:cubicBezTo>
                    <a:pt x="300" y="16"/>
                    <a:pt x="276" y="44"/>
                    <a:pt x="264" y="80"/>
                  </a:cubicBezTo>
                  <a:cubicBezTo>
                    <a:pt x="256" y="104"/>
                    <a:pt x="248" y="128"/>
                    <a:pt x="244" y="152"/>
                  </a:cubicBezTo>
                  <a:cubicBezTo>
                    <a:pt x="244" y="164"/>
                    <a:pt x="244" y="180"/>
                    <a:pt x="244" y="192"/>
                  </a:cubicBezTo>
                  <a:cubicBezTo>
                    <a:pt x="248" y="200"/>
                    <a:pt x="248" y="212"/>
                    <a:pt x="252" y="224"/>
                  </a:cubicBezTo>
                  <a:cubicBezTo>
                    <a:pt x="260" y="264"/>
                    <a:pt x="268" y="296"/>
                    <a:pt x="276" y="324"/>
                  </a:cubicBezTo>
                  <a:cubicBezTo>
                    <a:pt x="276" y="332"/>
                    <a:pt x="276" y="344"/>
                    <a:pt x="276" y="352"/>
                  </a:cubicBezTo>
                  <a:cubicBezTo>
                    <a:pt x="268" y="364"/>
                    <a:pt x="260" y="372"/>
                    <a:pt x="252" y="380"/>
                  </a:cubicBezTo>
                  <a:cubicBezTo>
                    <a:pt x="208" y="428"/>
                    <a:pt x="160" y="472"/>
                    <a:pt x="120" y="524"/>
                  </a:cubicBezTo>
                  <a:cubicBezTo>
                    <a:pt x="76" y="576"/>
                    <a:pt x="44" y="640"/>
                    <a:pt x="28" y="704"/>
                  </a:cubicBezTo>
                  <a:cubicBezTo>
                    <a:pt x="20" y="768"/>
                    <a:pt x="16" y="832"/>
                    <a:pt x="16" y="900"/>
                  </a:cubicBezTo>
                  <a:cubicBezTo>
                    <a:pt x="16" y="960"/>
                    <a:pt x="16" y="1020"/>
                    <a:pt x="24" y="1076"/>
                  </a:cubicBezTo>
                  <a:cubicBezTo>
                    <a:pt x="28" y="1132"/>
                    <a:pt x="36" y="1184"/>
                    <a:pt x="40" y="1232"/>
                  </a:cubicBezTo>
                  <a:cubicBezTo>
                    <a:pt x="52" y="1308"/>
                    <a:pt x="48" y="1384"/>
                    <a:pt x="36" y="1460"/>
                  </a:cubicBezTo>
                  <a:cubicBezTo>
                    <a:pt x="28" y="1480"/>
                    <a:pt x="20" y="1500"/>
                    <a:pt x="12" y="1520"/>
                  </a:cubicBezTo>
                  <a:lnTo>
                    <a:pt x="0" y="1540"/>
                  </a:lnTo>
                  <a:cubicBezTo>
                    <a:pt x="0" y="1540"/>
                    <a:pt x="0" y="1544"/>
                    <a:pt x="0" y="1544"/>
                  </a:cubicBezTo>
                  <a:cubicBezTo>
                    <a:pt x="2" y="1546"/>
                    <a:pt x="3" y="1547"/>
                    <a:pt x="4" y="1547"/>
                  </a:cubicBezTo>
                  <a:cubicBezTo>
                    <a:pt x="4" y="1547"/>
                    <a:pt x="4" y="1546"/>
                    <a:pt x="4" y="1544"/>
                  </a:cubicBezTo>
                  <a:lnTo>
                    <a:pt x="24" y="1528"/>
                  </a:lnTo>
                  <a:cubicBezTo>
                    <a:pt x="36" y="1512"/>
                    <a:pt x="52" y="1492"/>
                    <a:pt x="60" y="1472"/>
                  </a:cubicBezTo>
                  <a:cubicBezTo>
                    <a:pt x="92" y="1392"/>
                    <a:pt x="104" y="1312"/>
                    <a:pt x="96" y="1228"/>
                  </a:cubicBezTo>
                  <a:cubicBezTo>
                    <a:pt x="92" y="1180"/>
                    <a:pt x="88" y="1124"/>
                    <a:pt x="84" y="1068"/>
                  </a:cubicBezTo>
                  <a:cubicBezTo>
                    <a:pt x="76" y="1012"/>
                    <a:pt x="64" y="956"/>
                    <a:pt x="52" y="896"/>
                  </a:cubicBezTo>
                  <a:cubicBezTo>
                    <a:pt x="40" y="832"/>
                    <a:pt x="40" y="772"/>
                    <a:pt x="48" y="712"/>
                  </a:cubicBezTo>
                  <a:cubicBezTo>
                    <a:pt x="64" y="648"/>
                    <a:pt x="100" y="592"/>
                    <a:pt x="148" y="552"/>
                  </a:cubicBezTo>
                  <a:cubicBezTo>
                    <a:pt x="192" y="508"/>
                    <a:pt x="248" y="468"/>
                    <a:pt x="296" y="424"/>
                  </a:cubicBezTo>
                  <a:cubicBezTo>
                    <a:pt x="348" y="380"/>
                    <a:pt x="392" y="324"/>
                    <a:pt x="420" y="264"/>
                  </a:cubicBezTo>
                  <a:cubicBezTo>
                    <a:pt x="432" y="232"/>
                    <a:pt x="440" y="200"/>
                    <a:pt x="444" y="168"/>
                  </a:cubicBezTo>
                  <a:cubicBezTo>
                    <a:pt x="452" y="136"/>
                    <a:pt x="448" y="100"/>
                    <a:pt x="440" y="68"/>
                  </a:cubicBezTo>
                  <a:cubicBezTo>
                    <a:pt x="433" y="27"/>
                    <a:pt x="395" y="1"/>
                    <a:pt x="35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65"/>
            <p:cNvSpPr/>
            <p:nvPr/>
          </p:nvSpPr>
          <p:spPr>
            <a:xfrm flipH="1">
              <a:off x="8263256" y="2320581"/>
              <a:ext cx="99115" cy="158154"/>
            </a:xfrm>
            <a:custGeom>
              <a:avLst/>
              <a:gdLst/>
              <a:ahLst/>
              <a:cxnLst/>
              <a:rect l="l" t="t" r="r" b="b"/>
              <a:pathLst>
                <a:path w="737" h="1176" extrusionOk="0">
                  <a:moveTo>
                    <a:pt x="611" y="1"/>
                  </a:moveTo>
                  <a:cubicBezTo>
                    <a:pt x="598" y="1"/>
                    <a:pt x="585" y="3"/>
                    <a:pt x="572" y="8"/>
                  </a:cubicBezTo>
                  <a:cubicBezTo>
                    <a:pt x="544" y="16"/>
                    <a:pt x="516" y="28"/>
                    <a:pt x="492" y="48"/>
                  </a:cubicBezTo>
                  <a:cubicBezTo>
                    <a:pt x="444" y="88"/>
                    <a:pt x="408" y="132"/>
                    <a:pt x="376" y="184"/>
                  </a:cubicBezTo>
                  <a:cubicBezTo>
                    <a:pt x="348" y="236"/>
                    <a:pt x="324" y="284"/>
                    <a:pt x="296" y="340"/>
                  </a:cubicBezTo>
                  <a:cubicBezTo>
                    <a:pt x="272" y="392"/>
                    <a:pt x="252" y="448"/>
                    <a:pt x="236" y="504"/>
                  </a:cubicBezTo>
                  <a:cubicBezTo>
                    <a:pt x="220" y="556"/>
                    <a:pt x="208" y="612"/>
                    <a:pt x="208" y="672"/>
                  </a:cubicBezTo>
                  <a:cubicBezTo>
                    <a:pt x="208" y="720"/>
                    <a:pt x="200" y="772"/>
                    <a:pt x="192" y="820"/>
                  </a:cubicBezTo>
                  <a:cubicBezTo>
                    <a:pt x="188" y="864"/>
                    <a:pt x="176" y="904"/>
                    <a:pt x="160" y="944"/>
                  </a:cubicBezTo>
                  <a:cubicBezTo>
                    <a:pt x="136" y="1008"/>
                    <a:pt x="100" y="1064"/>
                    <a:pt x="56" y="1116"/>
                  </a:cubicBezTo>
                  <a:cubicBezTo>
                    <a:pt x="44" y="1128"/>
                    <a:pt x="28" y="1144"/>
                    <a:pt x="16" y="1156"/>
                  </a:cubicBezTo>
                  <a:lnTo>
                    <a:pt x="0" y="1172"/>
                  </a:lnTo>
                  <a:cubicBezTo>
                    <a:pt x="0" y="1172"/>
                    <a:pt x="0" y="1172"/>
                    <a:pt x="0" y="1176"/>
                  </a:cubicBezTo>
                  <a:lnTo>
                    <a:pt x="4" y="1176"/>
                  </a:lnTo>
                  <a:cubicBezTo>
                    <a:pt x="32" y="1164"/>
                    <a:pt x="52" y="1148"/>
                    <a:pt x="76" y="1132"/>
                  </a:cubicBezTo>
                  <a:cubicBezTo>
                    <a:pt x="136" y="1092"/>
                    <a:pt x="180" y="1032"/>
                    <a:pt x="212" y="968"/>
                  </a:cubicBezTo>
                  <a:cubicBezTo>
                    <a:pt x="236" y="924"/>
                    <a:pt x="248" y="876"/>
                    <a:pt x="256" y="828"/>
                  </a:cubicBezTo>
                  <a:cubicBezTo>
                    <a:pt x="256" y="772"/>
                    <a:pt x="256" y="720"/>
                    <a:pt x="244" y="668"/>
                  </a:cubicBezTo>
                  <a:cubicBezTo>
                    <a:pt x="236" y="612"/>
                    <a:pt x="240" y="560"/>
                    <a:pt x="256" y="508"/>
                  </a:cubicBezTo>
                  <a:cubicBezTo>
                    <a:pt x="272" y="452"/>
                    <a:pt x="300" y="404"/>
                    <a:pt x="332" y="356"/>
                  </a:cubicBezTo>
                  <a:lnTo>
                    <a:pt x="428" y="216"/>
                  </a:lnTo>
                  <a:lnTo>
                    <a:pt x="452" y="188"/>
                  </a:lnTo>
                  <a:cubicBezTo>
                    <a:pt x="458" y="186"/>
                    <a:pt x="464" y="185"/>
                    <a:pt x="470" y="185"/>
                  </a:cubicBezTo>
                  <a:cubicBezTo>
                    <a:pt x="475" y="185"/>
                    <a:pt x="480" y="186"/>
                    <a:pt x="484" y="188"/>
                  </a:cubicBezTo>
                  <a:cubicBezTo>
                    <a:pt x="508" y="192"/>
                    <a:pt x="532" y="208"/>
                    <a:pt x="572" y="220"/>
                  </a:cubicBezTo>
                  <a:cubicBezTo>
                    <a:pt x="583" y="222"/>
                    <a:pt x="594" y="224"/>
                    <a:pt x="604" y="224"/>
                  </a:cubicBezTo>
                  <a:cubicBezTo>
                    <a:pt x="641" y="224"/>
                    <a:pt x="676" y="208"/>
                    <a:pt x="704" y="184"/>
                  </a:cubicBezTo>
                  <a:cubicBezTo>
                    <a:pt x="716" y="172"/>
                    <a:pt x="724" y="160"/>
                    <a:pt x="728" y="144"/>
                  </a:cubicBezTo>
                  <a:cubicBezTo>
                    <a:pt x="732" y="136"/>
                    <a:pt x="732" y="128"/>
                    <a:pt x="736" y="120"/>
                  </a:cubicBezTo>
                  <a:lnTo>
                    <a:pt x="736" y="108"/>
                  </a:lnTo>
                  <a:cubicBezTo>
                    <a:pt x="736" y="68"/>
                    <a:pt x="708" y="28"/>
                    <a:pt x="672" y="16"/>
                  </a:cubicBezTo>
                  <a:cubicBezTo>
                    <a:pt x="653" y="6"/>
                    <a:pt x="632" y="1"/>
                    <a:pt x="611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65"/>
            <p:cNvSpPr/>
            <p:nvPr/>
          </p:nvSpPr>
          <p:spPr>
            <a:xfrm flipH="1">
              <a:off x="8392900" y="2297719"/>
              <a:ext cx="31873" cy="214369"/>
            </a:xfrm>
            <a:custGeom>
              <a:avLst/>
              <a:gdLst/>
              <a:ahLst/>
              <a:cxnLst/>
              <a:rect l="l" t="t" r="r" b="b"/>
              <a:pathLst>
                <a:path w="237" h="1594" extrusionOk="0">
                  <a:moveTo>
                    <a:pt x="125" y="0"/>
                  </a:moveTo>
                  <a:cubicBezTo>
                    <a:pt x="111" y="0"/>
                    <a:pt x="97" y="3"/>
                    <a:pt x="84" y="10"/>
                  </a:cubicBezTo>
                  <a:cubicBezTo>
                    <a:pt x="52" y="26"/>
                    <a:pt x="28" y="54"/>
                    <a:pt x="16" y="86"/>
                  </a:cubicBezTo>
                  <a:cubicBezTo>
                    <a:pt x="0" y="150"/>
                    <a:pt x="12" y="218"/>
                    <a:pt x="48" y="274"/>
                  </a:cubicBezTo>
                  <a:cubicBezTo>
                    <a:pt x="100" y="382"/>
                    <a:pt x="140" y="494"/>
                    <a:pt x="164" y="614"/>
                  </a:cubicBezTo>
                  <a:cubicBezTo>
                    <a:pt x="176" y="674"/>
                    <a:pt x="188" y="734"/>
                    <a:pt x="196" y="794"/>
                  </a:cubicBezTo>
                  <a:cubicBezTo>
                    <a:pt x="204" y="854"/>
                    <a:pt x="204" y="914"/>
                    <a:pt x="200" y="974"/>
                  </a:cubicBezTo>
                  <a:cubicBezTo>
                    <a:pt x="192" y="1030"/>
                    <a:pt x="180" y="1082"/>
                    <a:pt x="172" y="1134"/>
                  </a:cubicBezTo>
                  <a:lnTo>
                    <a:pt x="140" y="1282"/>
                  </a:lnTo>
                  <a:cubicBezTo>
                    <a:pt x="120" y="1374"/>
                    <a:pt x="108" y="1450"/>
                    <a:pt x="100" y="1502"/>
                  </a:cubicBezTo>
                  <a:cubicBezTo>
                    <a:pt x="92" y="1558"/>
                    <a:pt x="88" y="1590"/>
                    <a:pt x="88" y="1590"/>
                  </a:cubicBezTo>
                  <a:cubicBezTo>
                    <a:pt x="88" y="1590"/>
                    <a:pt x="88" y="1590"/>
                    <a:pt x="92" y="1594"/>
                  </a:cubicBezTo>
                  <a:lnTo>
                    <a:pt x="96" y="1594"/>
                  </a:lnTo>
                  <a:cubicBezTo>
                    <a:pt x="136" y="1498"/>
                    <a:pt x="168" y="1398"/>
                    <a:pt x="196" y="1298"/>
                  </a:cubicBezTo>
                  <a:cubicBezTo>
                    <a:pt x="208" y="1246"/>
                    <a:pt x="220" y="1198"/>
                    <a:pt x="228" y="1146"/>
                  </a:cubicBezTo>
                  <a:cubicBezTo>
                    <a:pt x="236" y="1090"/>
                    <a:pt x="236" y="1034"/>
                    <a:pt x="236" y="974"/>
                  </a:cubicBezTo>
                  <a:cubicBezTo>
                    <a:pt x="232" y="914"/>
                    <a:pt x="220" y="854"/>
                    <a:pt x="216" y="794"/>
                  </a:cubicBezTo>
                  <a:cubicBezTo>
                    <a:pt x="208" y="730"/>
                    <a:pt x="204" y="670"/>
                    <a:pt x="200" y="606"/>
                  </a:cubicBezTo>
                  <a:cubicBezTo>
                    <a:pt x="196" y="542"/>
                    <a:pt x="184" y="482"/>
                    <a:pt x="172" y="418"/>
                  </a:cubicBezTo>
                  <a:cubicBezTo>
                    <a:pt x="164" y="390"/>
                    <a:pt x="156" y="358"/>
                    <a:pt x="144" y="326"/>
                  </a:cubicBezTo>
                  <a:lnTo>
                    <a:pt x="144" y="318"/>
                  </a:lnTo>
                  <a:cubicBezTo>
                    <a:pt x="148" y="298"/>
                    <a:pt x="152" y="278"/>
                    <a:pt x="160" y="262"/>
                  </a:cubicBezTo>
                  <a:cubicBezTo>
                    <a:pt x="172" y="234"/>
                    <a:pt x="188" y="210"/>
                    <a:pt x="208" y="170"/>
                  </a:cubicBezTo>
                  <a:cubicBezTo>
                    <a:pt x="216" y="150"/>
                    <a:pt x="220" y="126"/>
                    <a:pt x="220" y="102"/>
                  </a:cubicBezTo>
                  <a:cubicBezTo>
                    <a:pt x="220" y="74"/>
                    <a:pt x="208" y="42"/>
                    <a:pt x="184" y="22"/>
                  </a:cubicBezTo>
                  <a:cubicBezTo>
                    <a:pt x="167" y="7"/>
                    <a:pt x="146" y="0"/>
                    <a:pt x="12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65"/>
            <p:cNvSpPr/>
            <p:nvPr/>
          </p:nvSpPr>
          <p:spPr>
            <a:xfrm flipH="1">
              <a:off x="8437549" y="2281984"/>
              <a:ext cx="113640" cy="171468"/>
            </a:xfrm>
            <a:custGeom>
              <a:avLst/>
              <a:gdLst/>
              <a:ahLst/>
              <a:cxnLst/>
              <a:rect l="l" t="t" r="r" b="b"/>
              <a:pathLst>
                <a:path w="845" h="1275" extrusionOk="0">
                  <a:moveTo>
                    <a:pt x="96" y="0"/>
                  </a:moveTo>
                  <a:cubicBezTo>
                    <a:pt x="89" y="0"/>
                    <a:pt x="83" y="1"/>
                    <a:pt x="76" y="3"/>
                  </a:cubicBezTo>
                  <a:cubicBezTo>
                    <a:pt x="60" y="7"/>
                    <a:pt x="48" y="15"/>
                    <a:pt x="36" y="27"/>
                  </a:cubicBezTo>
                  <a:cubicBezTo>
                    <a:pt x="16" y="47"/>
                    <a:pt x="4" y="71"/>
                    <a:pt x="4" y="99"/>
                  </a:cubicBezTo>
                  <a:cubicBezTo>
                    <a:pt x="0" y="111"/>
                    <a:pt x="4" y="127"/>
                    <a:pt x="8" y="139"/>
                  </a:cubicBezTo>
                  <a:cubicBezTo>
                    <a:pt x="8" y="143"/>
                    <a:pt x="8" y="147"/>
                    <a:pt x="12" y="151"/>
                  </a:cubicBezTo>
                  <a:lnTo>
                    <a:pt x="12" y="155"/>
                  </a:lnTo>
                  <a:cubicBezTo>
                    <a:pt x="28" y="183"/>
                    <a:pt x="48" y="203"/>
                    <a:pt x="72" y="219"/>
                  </a:cubicBezTo>
                  <a:cubicBezTo>
                    <a:pt x="108" y="243"/>
                    <a:pt x="148" y="255"/>
                    <a:pt x="180" y="271"/>
                  </a:cubicBezTo>
                  <a:cubicBezTo>
                    <a:pt x="196" y="283"/>
                    <a:pt x="216" y="295"/>
                    <a:pt x="228" y="311"/>
                  </a:cubicBezTo>
                  <a:cubicBezTo>
                    <a:pt x="236" y="335"/>
                    <a:pt x="240" y="359"/>
                    <a:pt x="248" y="383"/>
                  </a:cubicBezTo>
                  <a:cubicBezTo>
                    <a:pt x="276" y="503"/>
                    <a:pt x="300" y="631"/>
                    <a:pt x="336" y="755"/>
                  </a:cubicBezTo>
                  <a:cubicBezTo>
                    <a:pt x="352" y="815"/>
                    <a:pt x="372" y="875"/>
                    <a:pt x="396" y="935"/>
                  </a:cubicBezTo>
                  <a:cubicBezTo>
                    <a:pt x="420" y="999"/>
                    <a:pt x="456" y="1055"/>
                    <a:pt x="496" y="1103"/>
                  </a:cubicBezTo>
                  <a:cubicBezTo>
                    <a:pt x="520" y="1127"/>
                    <a:pt x="544" y="1151"/>
                    <a:pt x="568" y="1175"/>
                  </a:cubicBezTo>
                  <a:cubicBezTo>
                    <a:pt x="592" y="1195"/>
                    <a:pt x="620" y="1215"/>
                    <a:pt x="648" y="1231"/>
                  </a:cubicBezTo>
                  <a:cubicBezTo>
                    <a:pt x="680" y="1247"/>
                    <a:pt x="708" y="1259"/>
                    <a:pt x="740" y="1271"/>
                  </a:cubicBezTo>
                  <a:cubicBezTo>
                    <a:pt x="753" y="1274"/>
                    <a:pt x="765" y="1275"/>
                    <a:pt x="777" y="1275"/>
                  </a:cubicBezTo>
                  <a:cubicBezTo>
                    <a:pt x="799" y="1275"/>
                    <a:pt x="819" y="1270"/>
                    <a:pt x="840" y="1263"/>
                  </a:cubicBezTo>
                  <a:lnTo>
                    <a:pt x="844" y="1263"/>
                  </a:lnTo>
                  <a:cubicBezTo>
                    <a:pt x="840" y="1259"/>
                    <a:pt x="840" y="1259"/>
                    <a:pt x="840" y="1259"/>
                  </a:cubicBezTo>
                  <a:cubicBezTo>
                    <a:pt x="808" y="1259"/>
                    <a:pt x="776" y="1255"/>
                    <a:pt x="752" y="1239"/>
                  </a:cubicBezTo>
                  <a:cubicBezTo>
                    <a:pt x="724" y="1227"/>
                    <a:pt x="696" y="1211"/>
                    <a:pt x="676" y="1191"/>
                  </a:cubicBezTo>
                  <a:cubicBezTo>
                    <a:pt x="648" y="1171"/>
                    <a:pt x="628" y="1151"/>
                    <a:pt x="604" y="1131"/>
                  </a:cubicBezTo>
                  <a:cubicBezTo>
                    <a:pt x="584" y="1111"/>
                    <a:pt x="564" y="1087"/>
                    <a:pt x="544" y="1063"/>
                  </a:cubicBezTo>
                  <a:cubicBezTo>
                    <a:pt x="504" y="1015"/>
                    <a:pt x="468" y="967"/>
                    <a:pt x="436" y="915"/>
                  </a:cubicBezTo>
                  <a:cubicBezTo>
                    <a:pt x="400" y="863"/>
                    <a:pt x="372" y="807"/>
                    <a:pt x="352" y="747"/>
                  </a:cubicBezTo>
                  <a:cubicBezTo>
                    <a:pt x="332" y="687"/>
                    <a:pt x="324" y="623"/>
                    <a:pt x="320" y="559"/>
                  </a:cubicBezTo>
                  <a:cubicBezTo>
                    <a:pt x="312" y="499"/>
                    <a:pt x="312" y="435"/>
                    <a:pt x="300" y="371"/>
                  </a:cubicBezTo>
                  <a:cubicBezTo>
                    <a:pt x="292" y="303"/>
                    <a:pt x="276" y="239"/>
                    <a:pt x="248" y="179"/>
                  </a:cubicBezTo>
                  <a:cubicBezTo>
                    <a:pt x="224" y="115"/>
                    <a:pt x="184" y="59"/>
                    <a:pt x="132" y="11"/>
                  </a:cubicBezTo>
                  <a:cubicBezTo>
                    <a:pt x="132" y="11"/>
                    <a:pt x="128" y="7"/>
                    <a:pt x="124" y="7"/>
                  </a:cubicBezTo>
                  <a:cubicBezTo>
                    <a:pt x="115" y="2"/>
                    <a:pt x="105" y="0"/>
                    <a:pt x="9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65"/>
            <p:cNvSpPr/>
            <p:nvPr/>
          </p:nvSpPr>
          <p:spPr>
            <a:xfrm flipH="1">
              <a:off x="8431631" y="2357968"/>
              <a:ext cx="156675" cy="157213"/>
            </a:xfrm>
            <a:custGeom>
              <a:avLst/>
              <a:gdLst/>
              <a:ahLst/>
              <a:cxnLst/>
              <a:rect l="l" t="t" r="r" b="b"/>
              <a:pathLst>
                <a:path w="1165" h="1169" extrusionOk="0">
                  <a:moveTo>
                    <a:pt x="114" y="1"/>
                  </a:moveTo>
                  <a:cubicBezTo>
                    <a:pt x="109" y="1"/>
                    <a:pt x="105" y="1"/>
                    <a:pt x="100" y="2"/>
                  </a:cubicBezTo>
                  <a:cubicBezTo>
                    <a:pt x="64" y="2"/>
                    <a:pt x="32" y="18"/>
                    <a:pt x="16" y="50"/>
                  </a:cubicBezTo>
                  <a:cubicBezTo>
                    <a:pt x="12" y="54"/>
                    <a:pt x="8" y="62"/>
                    <a:pt x="8" y="66"/>
                  </a:cubicBezTo>
                  <a:cubicBezTo>
                    <a:pt x="4" y="78"/>
                    <a:pt x="0" y="86"/>
                    <a:pt x="0" y="94"/>
                  </a:cubicBezTo>
                  <a:cubicBezTo>
                    <a:pt x="0" y="110"/>
                    <a:pt x="4" y="126"/>
                    <a:pt x="8" y="142"/>
                  </a:cubicBezTo>
                  <a:cubicBezTo>
                    <a:pt x="28" y="182"/>
                    <a:pt x="60" y="214"/>
                    <a:pt x="100" y="230"/>
                  </a:cubicBezTo>
                  <a:cubicBezTo>
                    <a:pt x="128" y="246"/>
                    <a:pt x="156" y="258"/>
                    <a:pt x="188" y="270"/>
                  </a:cubicBezTo>
                  <a:cubicBezTo>
                    <a:pt x="208" y="274"/>
                    <a:pt x="232" y="278"/>
                    <a:pt x="256" y="282"/>
                  </a:cubicBezTo>
                  <a:cubicBezTo>
                    <a:pt x="280" y="330"/>
                    <a:pt x="308" y="382"/>
                    <a:pt x="336" y="430"/>
                  </a:cubicBezTo>
                  <a:cubicBezTo>
                    <a:pt x="364" y="482"/>
                    <a:pt x="392" y="530"/>
                    <a:pt x="416" y="582"/>
                  </a:cubicBezTo>
                  <a:cubicBezTo>
                    <a:pt x="440" y="630"/>
                    <a:pt x="468" y="678"/>
                    <a:pt x="500" y="726"/>
                  </a:cubicBezTo>
                  <a:cubicBezTo>
                    <a:pt x="532" y="766"/>
                    <a:pt x="568" y="806"/>
                    <a:pt x="608" y="842"/>
                  </a:cubicBezTo>
                  <a:cubicBezTo>
                    <a:pt x="640" y="870"/>
                    <a:pt x="680" y="894"/>
                    <a:pt x="720" y="914"/>
                  </a:cubicBezTo>
                  <a:lnTo>
                    <a:pt x="728" y="926"/>
                  </a:lnTo>
                  <a:cubicBezTo>
                    <a:pt x="748" y="974"/>
                    <a:pt x="768" y="1018"/>
                    <a:pt x="792" y="1058"/>
                  </a:cubicBezTo>
                  <a:cubicBezTo>
                    <a:pt x="812" y="1102"/>
                    <a:pt x="848" y="1138"/>
                    <a:pt x="892" y="1162"/>
                  </a:cubicBezTo>
                  <a:cubicBezTo>
                    <a:pt x="907" y="1166"/>
                    <a:pt x="923" y="1169"/>
                    <a:pt x="938" y="1169"/>
                  </a:cubicBezTo>
                  <a:cubicBezTo>
                    <a:pt x="965" y="1169"/>
                    <a:pt x="991" y="1162"/>
                    <a:pt x="1016" y="1150"/>
                  </a:cubicBezTo>
                  <a:cubicBezTo>
                    <a:pt x="1048" y="1138"/>
                    <a:pt x="1076" y="1130"/>
                    <a:pt x="1096" y="1118"/>
                  </a:cubicBezTo>
                  <a:cubicBezTo>
                    <a:pt x="1140" y="1102"/>
                    <a:pt x="1164" y="1090"/>
                    <a:pt x="1164" y="1090"/>
                  </a:cubicBezTo>
                  <a:cubicBezTo>
                    <a:pt x="1164" y="1086"/>
                    <a:pt x="1164" y="1086"/>
                    <a:pt x="1164" y="1086"/>
                  </a:cubicBezTo>
                  <a:cubicBezTo>
                    <a:pt x="1164" y="1086"/>
                    <a:pt x="1164" y="1082"/>
                    <a:pt x="1160" y="1082"/>
                  </a:cubicBezTo>
                  <a:cubicBezTo>
                    <a:pt x="1157" y="1082"/>
                    <a:pt x="1144" y="1080"/>
                    <a:pt x="1121" y="1080"/>
                  </a:cubicBezTo>
                  <a:cubicBezTo>
                    <a:pt x="1110" y="1080"/>
                    <a:pt x="1096" y="1080"/>
                    <a:pt x="1080" y="1082"/>
                  </a:cubicBezTo>
                  <a:cubicBezTo>
                    <a:pt x="1060" y="1086"/>
                    <a:pt x="1032" y="1090"/>
                    <a:pt x="1000" y="1098"/>
                  </a:cubicBezTo>
                  <a:cubicBezTo>
                    <a:pt x="984" y="1102"/>
                    <a:pt x="968" y="1104"/>
                    <a:pt x="953" y="1104"/>
                  </a:cubicBezTo>
                  <a:cubicBezTo>
                    <a:pt x="937" y="1104"/>
                    <a:pt x="922" y="1102"/>
                    <a:pt x="908" y="1098"/>
                  </a:cubicBezTo>
                  <a:cubicBezTo>
                    <a:pt x="880" y="1078"/>
                    <a:pt x="852" y="1050"/>
                    <a:pt x="836" y="1018"/>
                  </a:cubicBezTo>
                  <a:cubicBezTo>
                    <a:pt x="820" y="990"/>
                    <a:pt x="796" y="962"/>
                    <a:pt x="776" y="938"/>
                  </a:cubicBezTo>
                  <a:lnTo>
                    <a:pt x="776" y="938"/>
                  </a:lnTo>
                  <a:cubicBezTo>
                    <a:pt x="824" y="954"/>
                    <a:pt x="872" y="966"/>
                    <a:pt x="920" y="970"/>
                  </a:cubicBezTo>
                  <a:cubicBezTo>
                    <a:pt x="936" y="974"/>
                    <a:pt x="956" y="974"/>
                    <a:pt x="976" y="974"/>
                  </a:cubicBezTo>
                  <a:lnTo>
                    <a:pt x="1000" y="974"/>
                  </a:lnTo>
                  <a:cubicBezTo>
                    <a:pt x="1004" y="974"/>
                    <a:pt x="1004" y="970"/>
                    <a:pt x="1000" y="970"/>
                  </a:cubicBezTo>
                  <a:lnTo>
                    <a:pt x="980" y="962"/>
                  </a:lnTo>
                  <a:cubicBezTo>
                    <a:pt x="968" y="958"/>
                    <a:pt x="952" y="954"/>
                    <a:pt x="928" y="946"/>
                  </a:cubicBezTo>
                  <a:cubicBezTo>
                    <a:pt x="864" y="922"/>
                    <a:pt x="804" y="894"/>
                    <a:pt x="748" y="862"/>
                  </a:cubicBezTo>
                  <a:cubicBezTo>
                    <a:pt x="736" y="854"/>
                    <a:pt x="724" y="846"/>
                    <a:pt x="712" y="838"/>
                  </a:cubicBezTo>
                  <a:cubicBezTo>
                    <a:pt x="696" y="818"/>
                    <a:pt x="688" y="794"/>
                    <a:pt x="676" y="770"/>
                  </a:cubicBezTo>
                  <a:cubicBezTo>
                    <a:pt x="656" y="722"/>
                    <a:pt x="644" y="674"/>
                    <a:pt x="636" y="622"/>
                  </a:cubicBezTo>
                  <a:cubicBezTo>
                    <a:pt x="632" y="570"/>
                    <a:pt x="628" y="518"/>
                    <a:pt x="620" y="466"/>
                  </a:cubicBezTo>
                  <a:cubicBezTo>
                    <a:pt x="616" y="414"/>
                    <a:pt x="608" y="362"/>
                    <a:pt x="604" y="310"/>
                  </a:cubicBezTo>
                  <a:lnTo>
                    <a:pt x="600" y="290"/>
                  </a:lnTo>
                  <a:lnTo>
                    <a:pt x="600" y="282"/>
                  </a:lnTo>
                  <a:lnTo>
                    <a:pt x="600" y="278"/>
                  </a:lnTo>
                  <a:lnTo>
                    <a:pt x="600" y="270"/>
                  </a:lnTo>
                  <a:cubicBezTo>
                    <a:pt x="600" y="262"/>
                    <a:pt x="596" y="254"/>
                    <a:pt x="592" y="250"/>
                  </a:cubicBezTo>
                  <a:cubicBezTo>
                    <a:pt x="588" y="238"/>
                    <a:pt x="580" y="230"/>
                    <a:pt x="568" y="222"/>
                  </a:cubicBezTo>
                  <a:cubicBezTo>
                    <a:pt x="555" y="212"/>
                    <a:pt x="539" y="205"/>
                    <a:pt x="520" y="205"/>
                  </a:cubicBezTo>
                  <a:cubicBezTo>
                    <a:pt x="516" y="205"/>
                    <a:pt x="512" y="205"/>
                    <a:pt x="508" y="206"/>
                  </a:cubicBezTo>
                  <a:cubicBezTo>
                    <a:pt x="492" y="210"/>
                    <a:pt x="476" y="214"/>
                    <a:pt x="464" y="226"/>
                  </a:cubicBezTo>
                  <a:cubicBezTo>
                    <a:pt x="436" y="238"/>
                    <a:pt x="416" y="262"/>
                    <a:pt x="408" y="290"/>
                  </a:cubicBezTo>
                  <a:cubicBezTo>
                    <a:pt x="396" y="318"/>
                    <a:pt x="396" y="350"/>
                    <a:pt x="408" y="374"/>
                  </a:cubicBezTo>
                  <a:cubicBezTo>
                    <a:pt x="424" y="414"/>
                    <a:pt x="448" y="446"/>
                    <a:pt x="480" y="470"/>
                  </a:cubicBezTo>
                  <a:cubicBezTo>
                    <a:pt x="504" y="486"/>
                    <a:pt x="524" y="502"/>
                    <a:pt x="548" y="518"/>
                  </a:cubicBezTo>
                  <a:lnTo>
                    <a:pt x="580" y="542"/>
                  </a:lnTo>
                  <a:cubicBezTo>
                    <a:pt x="588" y="570"/>
                    <a:pt x="596" y="602"/>
                    <a:pt x="604" y="630"/>
                  </a:cubicBezTo>
                  <a:cubicBezTo>
                    <a:pt x="624" y="694"/>
                    <a:pt x="648" y="754"/>
                    <a:pt x="676" y="814"/>
                  </a:cubicBezTo>
                  <a:cubicBezTo>
                    <a:pt x="668" y="806"/>
                    <a:pt x="656" y="798"/>
                    <a:pt x="644" y="790"/>
                  </a:cubicBezTo>
                  <a:cubicBezTo>
                    <a:pt x="604" y="762"/>
                    <a:pt x="564" y="730"/>
                    <a:pt x="528" y="698"/>
                  </a:cubicBezTo>
                  <a:cubicBezTo>
                    <a:pt x="492" y="662"/>
                    <a:pt x="460" y="618"/>
                    <a:pt x="436" y="566"/>
                  </a:cubicBezTo>
                  <a:cubicBezTo>
                    <a:pt x="412" y="518"/>
                    <a:pt x="388" y="466"/>
                    <a:pt x="368" y="414"/>
                  </a:cubicBezTo>
                  <a:cubicBezTo>
                    <a:pt x="352" y="362"/>
                    <a:pt x="332" y="306"/>
                    <a:pt x="312" y="254"/>
                  </a:cubicBezTo>
                  <a:cubicBezTo>
                    <a:pt x="292" y="202"/>
                    <a:pt x="268" y="154"/>
                    <a:pt x="248" y="106"/>
                  </a:cubicBezTo>
                  <a:cubicBezTo>
                    <a:pt x="236" y="78"/>
                    <a:pt x="220" y="50"/>
                    <a:pt x="196" y="30"/>
                  </a:cubicBezTo>
                  <a:cubicBezTo>
                    <a:pt x="172" y="12"/>
                    <a:pt x="144" y="1"/>
                    <a:pt x="11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65"/>
            <p:cNvSpPr/>
            <p:nvPr/>
          </p:nvSpPr>
          <p:spPr>
            <a:xfrm flipH="1">
              <a:off x="6229305" y="1523488"/>
              <a:ext cx="1128195" cy="648621"/>
            </a:xfrm>
            <a:custGeom>
              <a:avLst/>
              <a:gdLst/>
              <a:ahLst/>
              <a:cxnLst/>
              <a:rect l="l" t="t" r="r" b="b"/>
              <a:pathLst>
                <a:path w="8389" h="4823" extrusionOk="0">
                  <a:moveTo>
                    <a:pt x="2911" y="0"/>
                  </a:moveTo>
                  <a:cubicBezTo>
                    <a:pt x="2897" y="0"/>
                    <a:pt x="2883" y="1"/>
                    <a:pt x="2869" y="2"/>
                  </a:cubicBezTo>
                  <a:cubicBezTo>
                    <a:pt x="2853" y="10"/>
                    <a:pt x="2841" y="18"/>
                    <a:pt x="2833" y="30"/>
                  </a:cubicBezTo>
                  <a:cubicBezTo>
                    <a:pt x="2825" y="38"/>
                    <a:pt x="2821" y="50"/>
                    <a:pt x="2821" y="62"/>
                  </a:cubicBezTo>
                  <a:cubicBezTo>
                    <a:pt x="2817" y="66"/>
                    <a:pt x="2817" y="74"/>
                    <a:pt x="2821" y="78"/>
                  </a:cubicBezTo>
                  <a:lnTo>
                    <a:pt x="2821" y="86"/>
                  </a:lnTo>
                  <a:lnTo>
                    <a:pt x="2821" y="90"/>
                  </a:lnTo>
                  <a:cubicBezTo>
                    <a:pt x="2821" y="90"/>
                    <a:pt x="2821" y="94"/>
                    <a:pt x="2821" y="94"/>
                  </a:cubicBezTo>
                  <a:cubicBezTo>
                    <a:pt x="2817" y="98"/>
                    <a:pt x="2817" y="106"/>
                    <a:pt x="2813" y="110"/>
                  </a:cubicBezTo>
                  <a:cubicBezTo>
                    <a:pt x="2805" y="130"/>
                    <a:pt x="2789" y="150"/>
                    <a:pt x="2773" y="170"/>
                  </a:cubicBezTo>
                  <a:cubicBezTo>
                    <a:pt x="2733" y="206"/>
                    <a:pt x="2689" y="242"/>
                    <a:pt x="2645" y="274"/>
                  </a:cubicBezTo>
                  <a:cubicBezTo>
                    <a:pt x="2561" y="334"/>
                    <a:pt x="2469" y="386"/>
                    <a:pt x="2373" y="430"/>
                  </a:cubicBezTo>
                  <a:cubicBezTo>
                    <a:pt x="2329" y="450"/>
                    <a:pt x="2285" y="466"/>
                    <a:pt x="2241" y="482"/>
                  </a:cubicBezTo>
                  <a:cubicBezTo>
                    <a:pt x="2221" y="490"/>
                    <a:pt x="2197" y="502"/>
                    <a:pt x="2177" y="514"/>
                  </a:cubicBezTo>
                  <a:cubicBezTo>
                    <a:pt x="2157" y="526"/>
                    <a:pt x="2133" y="538"/>
                    <a:pt x="2117" y="550"/>
                  </a:cubicBezTo>
                  <a:cubicBezTo>
                    <a:pt x="2049" y="598"/>
                    <a:pt x="2005" y="670"/>
                    <a:pt x="1993" y="750"/>
                  </a:cubicBezTo>
                  <a:cubicBezTo>
                    <a:pt x="1985" y="798"/>
                    <a:pt x="1989" y="850"/>
                    <a:pt x="2005" y="894"/>
                  </a:cubicBezTo>
                  <a:cubicBezTo>
                    <a:pt x="2009" y="906"/>
                    <a:pt x="2013" y="914"/>
                    <a:pt x="2013" y="922"/>
                  </a:cubicBezTo>
                  <a:cubicBezTo>
                    <a:pt x="1913" y="946"/>
                    <a:pt x="1817" y="982"/>
                    <a:pt x="1721" y="1026"/>
                  </a:cubicBezTo>
                  <a:cubicBezTo>
                    <a:pt x="1637" y="1066"/>
                    <a:pt x="1553" y="1118"/>
                    <a:pt x="1481" y="1178"/>
                  </a:cubicBezTo>
                  <a:cubicBezTo>
                    <a:pt x="1457" y="1126"/>
                    <a:pt x="1433" y="1070"/>
                    <a:pt x="1409" y="1018"/>
                  </a:cubicBezTo>
                  <a:cubicBezTo>
                    <a:pt x="1373" y="950"/>
                    <a:pt x="1333" y="886"/>
                    <a:pt x="1289" y="826"/>
                  </a:cubicBezTo>
                  <a:cubicBezTo>
                    <a:pt x="1277" y="810"/>
                    <a:pt x="1261" y="794"/>
                    <a:pt x="1245" y="782"/>
                  </a:cubicBezTo>
                  <a:cubicBezTo>
                    <a:pt x="1233" y="770"/>
                    <a:pt x="1217" y="754"/>
                    <a:pt x="1209" y="746"/>
                  </a:cubicBezTo>
                  <a:cubicBezTo>
                    <a:pt x="1185" y="722"/>
                    <a:pt x="1157" y="694"/>
                    <a:pt x="1133" y="666"/>
                  </a:cubicBezTo>
                  <a:cubicBezTo>
                    <a:pt x="1085" y="614"/>
                    <a:pt x="1041" y="562"/>
                    <a:pt x="989" y="506"/>
                  </a:cubicBezTo>
                  <a:lnTo>
                    <a:pt x="845" y="342"/>
                  </a:lnTo>
                  <a:lnTo>
                    <a:pt x="825" y="322"/>
                  </a:lnTo>
                  <a:lnTo>
                    <a:pt x="817" y="310"/>
                  </a:lnTo>
                  <a:lnTo>
                    <a:pt x="809" y="306"/>
                  </a:lnTo>
                  <a:lnTo>
                    <a:pt x="805" y="298"/>
                  </a:lnTo>
                  <a:lnTo>
                    <a:pt x="801" y="298"/>
                  </a:lnTo>
                  <a:lnTo>
                    <a:pt x="781" y="278"/>
                  </a:lnTo>
                  <a:cubicBezTo>
                    <a:pt x="769" y="274"/>
                    <a:pt x="761" y="266"/>
                    <a:pt x="749" y="262"/>
                  </a:cubicBezTo>
                  <a:cubicBezTo>
                    <a:pt x="713" y="238"/>
                    <a:pt x="669" y="226"/>
                    <a:pt x="629" y="214"/>
                  </a:cubicBezTo>
                  <a:cubicBezTo>
                    <a:pt x="566" y="205"/>
                    <a:pt x="503" y="197"/>
                    <a:pt x="441" y="197"/>
                  </a:cubicBezTo>
                  <a:cubicBezTo>
                    <a:pt x="427" y="197"/>
                    <a:pt x="414" y="198"/>
                    <a:pt x="401" y="198"/>
                  </a:cubicBezTo>
                  <a:cubicBezTo>
                    <a:pt x="325" y="198"/>
                    <a:pt x="249" y="202"/>
                    <a:pt x="177" y="210"/>
                  </a:cubicBezTo>
                  <a:lnTo>
                    <a:pt x="1" y="234"/>
                  </a:lnTo>
                  <a:lnTo>
                    <a:pt x="169" y="282"/>
                  </a:lnTo>
                  <a:cubicBezTo>
                    <a:pt x="237" y="302"/>
                    <a:pt x="297" y="350"/>
                    <a:pt x="333" y="410"/>
                  </a:cubicBezTo>
                  <a:cubicBezTo>
                    <a:pt x="349" y="442"/>
                    <a:pt x="361" y="478"/>
                    <a:pt x="365" y="514"/>
                  </a:cubicBezTo>
                  <a:cubicBezTo>
                    <a:pt x="365" y="554"/>
                    <a:pt x="365" y="590"/>
                    <a:pt x="361" y="630"/>
                  </a:cubicBezTo>
                  <a:cubicBezTo>
                    <a:pt x="353" y="706"/>
                    <a:pt x="345" y="786"/>
                    <a:pt x="333" y="862"/>
                  </a:cubicBezTo>
                  <a:lnTo>
                    <a:pt x="297" y="1098"/>
                  </a:lnTo>
                  <a:cubicBezTo>
                    <a:pt x="273" y="1258"/>
                    <a:pt x="265" y="1422"/>
                    <a:pt x="277" y="1583"/>
                  </a:cubicBezTo>
                  <a:cubicBezTo>
                    <a:pt x="281" y="1671"/>
                    <a:pt x="305" y="1755"/>
                    <a:pt x="341" y="1835"/>
                  </a:cubicBezTo>
                  <a:cubicBezTo>
                    <a:pt x="353" y="1855"/>
                    <a:pt x="369" y="1875"/>
                    <a:pt x="385" y="1891"/>
                  </a:cubicBezTo>
                  <a:cubicBezTo>
                    <a:pt x="393" y="1903"/>
                    <a:pt x="401" y="1911"/>
                    <a:pt x="413" y="1919"/>
                  </a:cubicBezTo>
                  <a:lnTo>
                    <a:pt x="433" y="1939"/>
                  </a:lnTo>
                  <a:cubicBezTo>
                    <a:pt x="461" y="1967"/>
                    <a:pt x="485" y="1991"/>
                    <a:pt x="509" y="2019"/>
                  </a:cubicBezTo>
                  <a:cubicBezTo>
                    <a:pt x="557" y="2075"/>
                    <a:pt x="605" y="2139"/>
                    <a:pt x="649" y="2203"/>
                  </a:cubicBezTo>
                  <a:cubicBezTo>
                    <a:pt x="697" y="2263"/>
                    <a:pt x="741" y="2327"/>
                    <a:pt x="785" y="2395"/>
                  </a:cubicBezTo>
                  <a:cubicBezTo>
                    <a:pt x="873" y="2523"/>
                    <a:pt x="961" y="2655"/>
                    <a:pt x="1057" y="2783"/>
                  </a:cubicBezTo>
                  <a:cubicBezTo>
                    <a:pt x="1105" y="2851"/>
                    <a:pt x="1157" y="2911"/>
                    <a:pt x="1213" y="2971"/>
                  </a:cubicBezTo>
                  <a:cubicBezTo>
                    <a:pt x="1273" y="3035"/>
                    <a:pt x="1349" y="3079"/>
                    <a:pt x="1433" y="3099"/>
                  </a:cubicBezTo>
                  <a:cubicBezTo>
                    <a:pt x="1513" y="3123"/>
                    <a:pt x="1589" y="3143"/>
                    <a:pt x="1669" y="3159"/>
                  </a:cubicBezTo>
                  <a:cubicBezTo>
                    <a:pt x="1709" y="3167"/>
                    <a:pt x="1749" y="3171"/>
                    <a:pt x="1793" y="3179"/>
                  </a:cubicBezTo>
                  <a:cubicBezTo>
                    <a:pt x="1821" y="3211"/>
                    <a:pt x="1857" y="3239"/>
                    <a:pt x="1893" y="3263"/>
                  </a:cubicBezTo>
                  <a:cubicBezTo>
                    <a:pt x="1913" y="3279"/>
                    <a:pt x="1937" y="3299"/>
                    <a:pt x="1957" y="3307"/>
                  </a:cubicBezTo>
                  <a:cubicBezTo>
                    <a:pt x="1981" y="3319"/>
                    <a:pt x="1993" y="3327"/>
                    <a:pt x="2009" y="3331"/>
                  </a:cubicBezTo>
                  <a:lnTo>
                    <a:pt x="2025" y="3343"/>
                  </a:lnTo>
                  <a:lnTo>
                    <a:pt x="2157" y="3407"/>
                  </a:lnTo>
                  <a:lnTo>
                    <a:pt x="2165" y="3411"/>
                  </a:lnTo>
                  <a:cubicBezTo>
                    <a:pt x="2141" y="3415"/>
                    <a:pt x="2113" y="3423"/>
                    <a:pt x="2089" y="3431"/>
                  </a:cubicBezTo>
                  <a:cubicBezTo>
                    <a:pt x="2049" y="3443"/>
                    <a:pt x="2013" y="3459"/>
                    <a:pt x="1981" y="3487"/>
                  </a:cubicBezTo>
                  <a:cubicBezTo>
                    <a:pt x="1965" y="3499"/>
                    <a:pt x="1949" y="3511"/>
                    <a:pt x="1937" y="3527"/>
                  </a:cubicBezTo>
                  <a:cubicBezTo>
                    <a:pt x="1921" y="3543"/>
                    <a:pt x="1909" y="3559"/>
                    <a:pt x="1897" y="3579"/>
                  </a:cubicBezTo>
                  <a:lnTo>
                    <a:pt x="1881" y="3599"/>
                  </a:lnTo>
                  <a:lnTo>
                    <a:pt x="1901" y="3623"/>
                  </a:lnTo>
                  <a:cubicBezTo>
                    <a:pt x="1925" y="3659"/>
                    <a:pt x="1953" y="3691"/>
                    <a:pt x="1981" y="3719"/>
                  </a:cubicBezTo>
                  <a:cubicBezTo>
                    <a:pt x="2009" y="3747"/>
                    <a:pt x="2037" y="3779"/>
                    <a:pt x="2065" y="3807"/>
                  </a:cubicBezTo>
                  <a:cubicBezTo>
                    <a:pt x="2097" y="3835"/>
                    <a:pt x="2129" y="3859"/>
                    <a:pt x="2165" y="3883"/>
                  </a:cubicBezTo>
                  <a:cubicBezTo>
                    <a:pt x="2181" y="3899"/>
                    <a:pt x="2201" y="3911"/>
                    <a:pt x="2217" y="3919"/>
                  </a:cubicBezTo>
                  <a:lnTo>
                    <a:pt x="2245" y="3935"/>
                  </a:lnTo>
                  <a:lnTo>
                    <a:pt x="2277" y="3947"/>
                  </a:lnTo>
                  <a:cubicBezTo>
                    <a:pt x="2301" y="3955"/>
                    <a:pt x="2321" y="3963"/>
                    <a:pt x="2345" y="3967"/>
                  </a:cubicBezTo>
                  <a:cubicBezTo>
                    <a:pt x="2365" y="3971"/>
                    <a:pt x="2385" y="3975"/>
                    <a:pt x="2409" y="3979"/>
                  </a:cubicBezTo>
                  <a:cubicBezTo>
                    <a:pt x="2449" y="3983"/>
                    <a:pt x="2493" y="3983"/>
                    <a:pt x="2533" y="3983"/>
                  </a:cubicBezTo>
                  <a:cubicBezTo>
                    <a:pt x="2573" y="3983"/>
                    <a:pt x="2617" y="3979"/>
                    <a:pt x="2653" y="3979"/>
                  </a:cubicBezTo>
                  <a:cubicBezTo>
                    <a:pt x="2645" y="3999"/>
                    <a:pt x="2633" y="4019"/>
                    <a:pt x="2621" y="4043"/>
                  </a:cubicBezTo>
                  <a:cubicBezTo>
                    <a:pt x="2605" y="4075"/>
                    <a:pt x="2593" y="4103"/>
                    <a:pt x="2585" y="4135"/>
                  </a:cubicBezTo>
                  <a:cubicBezTo>
                    <a:pt x="2581" y="4151"/>
                    <a:pt x="2577" y="4167"/>
                    <a:pt x="2573" y="4187"/>
                  </a:cubicBezTo>
                  <a:lnTo>
                    <a:pt x="2573" y="4211"/>
                  </a:lnTo>
                  <a:lnTo>
                    <a:pt x="2573" y="4243"/>
                  </a:lnTo>
                  <a:cubicBezTo>
                    <a:pt x="2577" y="4275"/>
                    <a:pt x="2585" y="4311"/>
                    <a:pt x="2601" y="4343"/>
                  </a:cubicBezTo>
                  <a:cubicBezTo>
                    <a:pt x="2617" y="4371"/>
                    <a:pt x="2633" y="4399"/>
                    <a:pt x="2649" y="4427"/>
                  </a:cubicBezTo>
                  <a:cubicBezTo>
                    <a:pt x="2685" y="4479"/>
                    <a:pt x="2725" y="4531"/>
                    <a:pt x="2769" y="4575"/>
                  </a:cubicBezTo>
                  <a:lnTo>
                    <a:pt x="2773" y="4583"/>
                  </a:lnTo>
                  <a:lnTo>
                    <a:pt x="2777" y="4583"/>
                  </a:lnTo>
                  <a:cubicBezTo>
                    <a:pt x="2817" y="4595"/>
                    <a:pt x="2857" y="4603"/>
                    <a:pt x="2897" y="4611"/>
                  </a:cubicBezTo>
                  <a:cubicBezTo>
                    <a:pt x="2941" y="4619"/>
                    <a:pt x="2981" y="4619"/>
                    <a:pt x="3025" y="4619"/>
                  </a:cubicBezTo>
                  <a:cubicBezTo>
                    <a:pt x="3065" y="4619"/>
                    <a:pt x="3109" y="4615"/>
                    <a:pt x="3149" y="4603"/>
                  </a:cubicBezTo>
                  <a:cubicBezTo>
                    <a:pt x="3169" y="4599"/>
                    <a:pt x="3189" y="4591"/>
                    <a:pt x="3209" y="4583"/>
                  </a:cubicBezTo>
                  <a:cubicBezTo>
                    <a:pt x="3229" y="4575"/>
                    <a:pt x="3249" y="4563"/>
                    <a:pt x="3265" y="4551"/>
                  </a:cubicBezTo>
                  <a:cubicBezTo>
                    <a:pt x="3301" y="4523"/>
                    <a:pt x="3333" y="4495"/>
                    <a:pt x="3361" y="4459"/>
                  </a:cubicBezTo>
                  <a:cubicBezTo>
                    <a:pt x="3385" y="4431"/>
                    <a:pt x="3409" y="4395"/>
                    <a:pt x="3433" y="4359"/>
                  </a:cubicBezTo>
                  <a:cubicBezTo>
                    <a:pt x="3453" y="4327"/>
                    <a:pt x="3477" y="4295"/>
                    <a:pt x="3501" y="4263"/>
                  </a:cubicBezTo>
                  <a:cubicBezTo>
                    <a:pt x="3509" y="4251"/>
                    <a:pt x="3521" y="4239"/>
                    <a:pt x="3537" y="4231"/>
                  </a:cubicBezTo>
                  <a:cubicBezTo>
                    <a:pt x="3541" y="4223"/>
                    <a:pt x="3549" y="4223"/>
                    <a:pt x="3557" y="4219"/>
                  </a:cubicBezTo>
                  <a:cubicBezTo>
                    <a:pt x="3581" y="4231"/>
                    <a:pt x="3605" y="4247"/>
                    <a:pt x="3629" y="4263"/>
                  </a:cubicBezTo>
                  <a:cubicBezTo>
                    <a:pt x="3657" y="4283"/>
                    <a:pt x="3681" y="4307"/>
                    <a:pt x="3705" y="4331"/>
                  </a:cubicBezTo>
                  <a:cubicBezTo>
                    <a:pt x="3717" y="4343"/>
                    <a:pt x="3725" y="4355"/>
                    <a:pt x="3737" y="4367"/>
                  </a:cubicBezTo>
                  <a:cubicBezTo>
                    <a:pt x="3745" y="4375"/>
                    <a:pt x="3757" y="4395"/>
                    <a:pt x="3765" y="4407"/>
                  </a:cubicBezTo>
                  <a:lnTo>
                    <a:pt x="3821" y="4499"/>
                  </a:lnTo>
                  <a:cubicBezTo>
                    <a:pt x="3861" y="4567"/>
                    <a:pt x="3913" y="4631"/>
                    <a:pt x="3969" y="4687"/>
                  </a:cubicBezTo>
                  <a:cubicBezTo>
                    <a:pt x="3997" y="4715"/>
                    <a:pt x="4029" y="4739"/>
                    <a:pt x="4065" y="4763"/>
                  </a:cubicBezTo>
                  <a:cubicBezTo>
                    <a:pt x="4101" y="4787"/>
                    <a:pt x="4137" y="4807"/>
                    <a:pt x="4177" y="4819"/>
                  </a:cubicBezTo>
                  <a:lnTo>
                    <a:pt x="4189" y="4823"/>
                  </a:lnTo>
                  <a:lnTo>
                    <a:pt x="4201" y="4823"/>
                  </a:lnTo>
                  <a:cubicBezTo>
                    <a:pt x="4221" y="4823"/>
                    <a:pt x="4233" y="4823"/>
                    <a:pt x="4253" y="4819"/>
                  </a:cubicBezTo>
                  <a:cubicBezTo>
                    <a:pt x="4269" y="4819"/>
                    <a:pt x="4285" y="4815"/>
                    <a:pt x="4301" y="4811"/>
                  </a:cubicBezTo>
                  <a:cubicBezTo>
                    <a:pt x="4337" y="4799"/>
                    <a:pt x="4369" y="4783"/>
                    <a:pt x="4397" y="4759"/>
                  </a:cubicBezTo>
                  <a:cubicBezTo>
                    <a:pt x="4413" y="4747"/>
                    <a:pt x="4429" y="4731"/>
                    <a:pt x="4441" y="4711"/>
                  </a:cubicBezTo>
                  <a:cubicBezTo>
                    <a:pt x="4445" y="4699"/>
                    <a:pt x="4449" y="4691"/>
                    <a:pt x="4453" y="4679"/>
                  </a:cubicBezTo>
                  <a:lnTo>
                    <a:pt x="4457" y="4663"/>
                  </a:lnTo>
                  <a:lnTo>
                    <a:pt x="4457" y="4655"/>
                  </a:lnTo>
                  <a:lnTo>
                    <a:pt x="4457" y="4647"/>
                  </a:lnTo>
                  <a:lnTo>
                    <a:pt x="4457" y="4627"/>
                  </a:lnTo>
                  <a:lnTo>
                    <a:pt x="4457" y="4595"/>
                  </a:lnTo>
                  <a:cubicBezTo>
                    <a:pt x="4457" y="4579"/>
                    <a:pt x="4453" y="4563"/>
                    <a:pt x="4449" y="4543"/>
                  </a:cubicBezTo>
                  <a:cubicBezTo>
                    <a:pt x="4437" y="4491"/>
                    <a:pt x="4421" y="4435"/>
                    <a:pt x="4397" y="4383"/>
                  </a:cubicBezTo>
                  <a:cubicBezTo>
                    <a:pt x="4389" y="4371"/>
                    <a:pt x="4385" y="4359"/>
                    <a:pt x="4381" y="4347"/>
                  </a:cubicBezTo>
                  <a:lnTo>
                    <a:pt x="4381" y="4347"/>
                  </a:lnTo>
                  <a:cubicBezTo>
                    <a:pt x="4409" y="4351"/>
                    <a:pt x="4437" y="4359"/>
                    <a:pt x="4469" y="4367"/>
                  </a:cubicBezTo>
                  <a:cubicBezTo>
                    <a:pt x="4481" y="4371"/>
                    <a:pt x="4497" y="4379"/>
                    <a:pt x="4509" y="4383"/>
                  </a:cubicBezTo>
                  <a:cubicBezTo>
                    <a:pt x="4521" y="4391"/>
                    <a:pt x="4533" y="4395"/>
                    <a:pt x="4541" y="4403"/>
                  </a:cubicBezTo>
                  <a:lnTo>
                    <a:pt x="4545" y="4407"/>
                  </a:lnTo>
                  <a:lnTo>
                    <a:pt x="4553" y="4415"/>
                  </a:lnTo>
                  <a:lnTo>
                    <a:pt x="4565" y="4423"/>
                  </a:lnTo>
                  <a:lnTo>
                    <a:pt x="4573" y="4427"/>
                  </a:lnTo>
                  <a:lnTo>
                    <a:pt x="4581" y="4435"/>
                  </a:lnTo>
                  <a:cubicBezTo>
                    <a:pt x="4593" y="4439"/>
                    <a:pt x="4601" y="4443"/>
                    <a:pt x="4609" y="4443"/>
                  </a:cubicBezTo>
                  <a:cubicBezTo>
                    <a:pt x="4613" y="4447"/>
                    <a:pt x="4621" y="4451"/>
                    <a:pt x="4629" y="4451"/>
                  </a:cubicBezTo>
                  <a:lnTo>
                    <a:pt x="4645" y="4451"/>
                  </a:lnTo>
                  <a:cubicBezTo>
                    <a:pt x="4657" y="4455"/>
                    <a:pt x="4669" y="4455"/>
                    <a:pt x="4681" y="4455"/>
                  </a:cubicBezTo>
                  <a:cubicBezTo>
                    <a:pt x="4692" y="4456"/>
                    <a:pt x="4704" y="4456"/>
                    <a:pt x="4716" y="4456"/>
                  </a:cubicBezTo>
                  <a:cubicBezTo>
                    <a:pt x="4744" y="4456"/>
                    <a:pt x="4772" y="4453"/>
                    <a:pt x="4801" y="4451"/>
                  </a:cubicBezTo>
                  <a:cubicBezTo>
                    <a:pt x="4841" y="4443"/>
                    <a:pt x="4881" y="4439"/>
                    <a:pt x="4921" y="4427"/>
                  </a:cubicBezTo>
                  <a:cubicBezTo>
                    <a:pt x="4993" y="4411"/>
                    <a:pt x="5069" y="4391"/>
                    <a:pt x="5145" y="4367"/>
                  </a:cubicBezTo>
                  <a:lnTo>
                    <a:pt x="5189" y="4355"/>
                  </a:lnTo>
                  <a:lnTo>
                    <a:pt x="5161" y="4319"/>
                  </a:lnTo>
                  <a:cubicBezTo>
                    <a:pt x="5133" y="4291"/>
                    <a:pt x="5105" y="4267"/>
                    <a:pt x="5077" y="4243"/>
                  </a:cubicBezTo>
                  <a:lnTo>
                    <a:pt x="5049" y="4223"/>
                  </a:lnTo>
                  <a:lnTo>
                    <a:pt x="5017" y="4199"/>
                  </a:lnTo>
                  <a:lnTo>
                    <a:pt x="5017" y="4199"/>
                  </a:lnTo>
                  <a:cubicBezTo>
                    <a:pt x="5169" y="4203"/>
                    <a:pt x="5321" y="4203"/>
                    <a:pt x="5473" y="4203"/>
                  </a:cubicBezTo>
                  <a:cubicBezTo>
                    <a:pt x="5649" y="4203"/>
                    <a:pt x="5821" y="4199"/>
                    <a:pt x="5993" y="4187"/>
                  </a:cubicBezTo>
                  <a:cubicBezTo>
                    <a:pt x="6169" y="4179"/>
                    <a:pt x="6345" y="4159"/>
                    <a:pt x="6517" y="4131"/>
                  </a:cubicBezTo>
                  <a:cubicBezTo>
                    <a:pt x="6605" y="4115"/>
                    <a:pt x="6693" y="4095"/>
                    <a:pt x="6781" y="4063"/>
                  </a:cubicBezTo>
                  <a:cubicBezTo>
                    <a:pt x="6801" y="4051"/>
                    <a:pt x="6825" y="4043"/>
                    <a:pt x="6845" y="4027"/>
                  </a:cubicBezTo>
                  <a:lnTo>
                    <a:pt x="6865" y="4019"/>
                  </a:lnTo>
                  <a:lnTo>
                    <a:pt x="6877" y="4011"/>
                  </a:lnTo>
                  <a:lnTo>
                    <a:pt x="6905" y="3991"/>
                  </a:lnTo>
                  <a:lnTo>
                    <a:pt x="7013" y="3923"/>
                  </a:lnTo>
                  <a:cubicBezTo>
                    <a:pt x="7301" y="3739"/>
                    <a:pt x="7601" y="3567"/>
                    <a:pt x="7889" y="3379"/>
                  </a:cubicBezTo>
                  <a:lnTo>
                    <a:pt x="7997" y="3307"/>
                  </a:lnTo>
                  <a:cubicBezTo>
                    <a:pt x="8033" y="3283"/>
                    <a:pt x="8073" y="3255"/>
                    <a:pt x="8109" y="3227"/>
                  </a:cubicBezTo>
                  <a:cubicBezTo>
                    <a:pt x="8181" y="3167"/>
                    <a:pt x="8241" y="3095"/>
                    <a:pt x="8285" y="3011"/>
                  </a:cubicBezTo>
                  <a:cubicBezTo>
                    <a:pt x="8329" y="2931"/>
                    <a:pt x="8357" y="2843"/>
                    <a:pt x="8373" y="2755"/>
                  </a:cubicBezTo>
                  <a:cubicBezTo>
                    <a:pt x="8389" y="2663"/>
                    <a:pt x="8389" y="2575"/>
                    <a:pt x="8381" y="2483"/>
                  </a:cubicBezTo>
                  <a:lnTo>
                    <a:pt x="8369" y="2399"/>
                  </a:lnTo>
                  <a:lnTo>
                    <a:pt x="8313" y="2463"/>
                  </a:lnTo>
                  <a:cubicBezTo>
                    <a:pt x="8237" y="2539"/>
                    <a:pt x="8153" y="2607"/>
                    <a:pt x="8057" y="2659"/>
                  </a:cubicBezTo>
                  <a:cubicBezTo>
                    <a:pt x="7961" y="2719"/>
                    <a:pt x="7861" y="2767"/>
                    <a:pt x="7757" y="2803"/>
                  </a:cubicBezTo>
                  <a:cubicBezTo>
                    <a:pt x="7653" y="2843"/>
                    <a:pt x="7549" y="2875"/>
                    <a:pt x="7441" y="2903"/>
                  </a:cubicBezTo>
                  <a:cubicBezTo>
                    <a:pt x="7397" y="2915"/>
                    <a:pt x="7349" y="2923"/>
                    <a:pt x="7305" y="2935"/>
                  </a:cubicBezTo>
                  <a:lnTo>
                    <a:pt x="7377" y="2891"/>
                  </a:lnTo>
                  <a:cubicBezTo>
                    <a:pt x="7405" y="2867"/>
                    <a:pt x="7433" y="2847"/>
                    <a:pt x="7461" y="2823"/>
                  </a:cubicBezTo>
                  <a:cubicBezTo>
                    <a:pt x="7485" y="2799"/>
                    <a:pt x="7509" y="2775"/>
                    <a:pt x="7533" y="2747"/>
                  </a:cubicBezTo>
                  <a:cubicBezTo>
                    <a:pt x="7557" y="2719"/>
                    <a:pt x="7577" y="2691"/>
                    <a:pt x="7597" y="2659"/>
                  </a:cubicBezTo>
                  <a:cubicBezTo>
                    <a:pt x="7617" y="2631"/>
                    <a:pt x="7633" y="2599"/>
                    <a:pt x="7649" y="2567"/>
                  </a:cubicBezTo>
                  <a:cubicBezTo>
                    <a:pt x="7665" y="2539"/>
                    <a:pt x="7681" y="2503"/>
                    <a:pt x="7693" y="2471"/>
                  </a:cubicBezTo>
                  <a:cubicBezTo>
                    <a:pt x="7709" y="2439"/>
                    <a:pt x="7721" y="2407"/>
                    <a:pt x="7733" y="2371"/>
                  </a:cubicBezTo>
                  <a:cubicBezTo>
                    <a:pt x="7753" y="2307"/>
                    <a:pt x="7769" y="2239"/>
                    <a:pt x="7785" y="2171"/>
                  </a:cubicBezTo>
                  <a:lnTo>
                    <a:pt x="7805" y="2071"/>
                  </a:lnTo>
                  <a:lnTo>
                    <a:pt x="7813" y="2031"/>
                  </a:lnTo>
                  <a:lnTo>
                    <a:pt x="7821" y="2007"/>
                  </a:lnTo>
                  <a:lnTo>
                    <a:pt x="7825" y="1999"/>
                  </a:lnTo>
                  <a:cubicBezTo>
                    <a:pt x="7841" y="1979"/>
                    <a:pt x="7861" y="1963"/>
                    <a:pt x="7881" y="1947"/>
                  </a:cubicBezTo>
                  <a:cubicBezTo>
                    <a:pt x="7905" y="1927"/>
                    <a:pt x="7929" y="1911"/>
                    <a:pt x="7957" y="1895"/>
                  </a:cubicBezTo>
                  <a:cubicBezTo>
                    <a:pt x="7985" y="1879"/>
                    <a:pt x="8013" y="1867"/>
                    <a:pt x="8045" y="1851"/>
                  </a:cubicBezTo>
                  <a:cubicBezTo>
                    <a:pt x="8073" y="1839"/>
                    <a:pt x="8101" y="1827"/>
                    <a:pt x="8129" y="1815"/>
                  </a:cubicBezTo>
                  <a:lnTo>
                    <a:pt x="8313" y="1747"/>
                  </a:lnTo>
                  <a:lnTo>
                    <a:pt x="8133" y="1679"/>
                  </a:lnTo>
                  <a:cubicBezTo>
                    <a:pt x="8053" y="1651"/>
                    <a:pt x="7973" y="1627"/>
                    <a:pt x="7893" y="1607"/>
                  </a:cubicBezTo>
                  <a:cubicBezTo>
                    <a:pt x="7809" y="1591"/>
                    <a:pt x="7725" y="1579"/>
                    <a:pt x="7641" y="1579"/>
                  </a:cubicBezTo>
                  <a:cubicBezTo>
                    <a:pt x="7593" y="1579"/>
                    <a:pt x="7545" y="1583"/>
                    <a:pt x="7501" y="1595"/>
                  </a:cubicBezTo>
                  <a:cubicBezTo>
                    <a:pt x="7481" y="1603"/>
                    <a:pt x="7457" y="1611"/>
                    <a:pt x="7437" y="1619"/>
                  </a:cubicBezTo>
                  <a:lnTo>
                    <a:pt x="7389" y="1643"/>
                  </a:lnTo>
                  <a:cubicBezTo>
                    <a:pt x="7317" y="1671"/>
                    <a:pt x="7241" y="1695"/>
                    <a:pt x="7165" y="1719"/>
                  </a:cubicBezTo>
                  <a:cubicBezTo>
                    <a:pt x="7013" y="1767"/>
                    <a:pt x="6857" y="1803"/>
                    <a:pt x="6701" y="1835"/>
                  </a:cubicBezTo>
                  <a:cubicBezTo>
                    <a:pt x="6625" y="1851"/>
                    <a:pt x="6545" y="1859"/>
                    <a:pt x="6465" y="1871"/>
                  </a:cubicBezTo>
                  <a:cubicBezTo>
                    <a:pt x="6385" y="1883"/>
                    <a:pt x="6305" y="1891"/>
                    <a:pt x="6225" y="1895"/>
                  </a:cubicBezTo>
                  <a:cubicBezTo>
                    <a:pt x="6065" y="1903"/>
                    <a:pt x="5905" y="1907"/>
                    <a:pt x="5749" y="1907"/>
                  </a:cubicBezTo>
                  <a:cubicBezTo>
                    <a:pt x="5589" y="1911"/>
                    <a:pt x="5429" y="1915"/>
                    <a:pt x="5265" y="1931"/>
                  </a:cubicBezTo>
                  <a:lnTo>
                    <a:pt x="5145" y="1947"/>
                  </a:lnTo>
                  <a:lnTo>
                    <a:pt x="5025" y="1967"/>
                  </a:lnTo>
                  <a:cubicBezTo>
                    <a:pt x="4941" y="1983"/>
                    <a:pt x="4861" y="2007"/>
                    <a:pt x="4785" y="2031"/>
                  </a:cubicBezTo>
                  <a:cubicBezTo>
                    <a:pt x="4730" y="2050"/>
                    <a:pt x="4675" y="2074"/>
                    <a:pt x="4624" y="2101"/>
                  </a:cubicBezTo>
                  <a:lnTo>
                    <a:pt x="4624" y="2101"/>
                  </a:lnTo>
                  <a:cubicBezTo>
                    <a:pt x="4625" y="2099"/>
                    <a:pt x="4625" y="2097"/>
                    <a:pt x="4625" y="2095"/>
                  </a:cubicBezTo>
                  <a:cubicBezTo>
                    <a:pt x="4645" y="2051"/>
                    <a:pt x="4657" y="2007"/>
                    <a:pt x="4669" y="1959"/>
                  </a:cubicBezTo>
                  <a:cubicBezTo>
                    <a:pt x="4673" y="1931"/>
                    <a:pt x="4681" y="1899"/>
                    <a:pt x="4681" y="1859"/>
                  </a:cubicBezTo>
                  <a:cubicBezTo>
                    <a:pt x="4681" y="1819"/>
                    <a:pt x="4681" y="1779"/>
                    <a:pt x="4677" y="1739"/>
                  </a:cubicBezTo>
                  <a:cubicBezTo>
                    <a:pt x="4665" y="1643"/>
                    <a:pt x="4645" y="1551"/>
                    <a:pt x="4613" y="1458"/>
                  </a:cubicBezTo>
                  <a:cubicBezTo>
                    <a:pt x="4573" y="1350"/>
                    <a:pt x="4521" y="1246"/>
                    <a:pt x="4457" y="1150"/>
                  </a:cubicBezTo>
                  <a:cubicBezTo>
                    <a:pt x="4441" y="1126"/>
                    <a:pt x="4425" y="1098"/>
                    <a:pt x="4405" y="1074"/>
                  </a:cubicBezTo>
                  <a:cubicBezTo>
                    <a:pt x="4393" y="1062"/>
                    <a:pt x="4385" y="1050"/>
                    <a:pt x="4373" y="1038"/>
                  </a:cubicBezTo>
                  <a:cubicBezTo>
                    <a:pt x="4361" y="1022"/>
                    <a:pt x="4345" y="1010"/>
                    <a:pt x="4333" y="998"/>
                  </a:cubicBezTo>
                  <a:cubicBezTo>
                    <a:pt x="4317" y="986"/>
                    <a:pt x="4301" y="974"/>
                    <a:pt x="4281" y="962"/>
                  </a:cubicBezTo>
                  <a:lnTo>
                    <a:pt x="4273" y="958"/>
                  </a:lnTo>
                  <a:lnTo>
                    <a:pt x="4253" y="950"/>
                  </a:lnTo>
                  <a:cubicBezTo>
                    <a:pt x="4249" y="946"/>
                    <a:pt x="4245" y="946"/>
                    <a:pt x="4237" y="942"/>
                  </a:cubicBezTo>
                  <a:cubicBezTo>
                    <a:pt x="4213" y="930"/>
                    <a:pt x="4189" y="914"/>
                    <a:pt x="4165" y="898"/>
                  </a:cubicBezTo>
                  <a:cubicBezTo>
                    <a:pt x="4057" y="830"/>
                    <a:pt x="3953" y="754"/>
                    <a:pt x="3857" y="670"/>
                  </a:cubicBezTo>
                  <a:cubicBezTo>
                    <a:pt x="3757" y="586"/>
                    <a:pt x="3665" y="494"/>
                    <a:pt x="3577" y="398"/>
                  </a:cubicBezTo>
                  <a:cubicBezTo>
                    <a:pt x="3489" y="290"/>
                    <a:pt x="3381" y="198"/>
                    <a:pt x="3261" y="130"/>
                  </a:cubicBezTo>
                  <a:cubicBezTo>
                    <a:pt x="3201" y="98"/>
                    <a:pt x="3141" y="66"/>
                    <a:pt x="3081" y="42"/>
                  </a:cubicBezTo>
                  <a:cubicBezTo>
                    <a:pt x="3049" y="30"/>
                    <a:pt x="3017" y="18"/>
                    <a:pt x="2981" y="10"/>
                  </a:cubicBezTo>
                  <a:cubicBezTo>
                    <a:pt x="2958" y="3"/>
                    <a:pt x="2935" y="0"/>
                    <a:pt x="2911" y="0"/>
                  </a:cubicBezTo>
                  <a:close/>
                </a:path>
              </a:pathLst>
            </a:custGeom>
            <a:solidFill>
              <a:srgbClr val="FF6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65"/>
            <p:cNvSpPr/>
            <p:nvPr/>
          </p:nvSpPr>
          <p:spPr>
            <a:xfrm flipH="1">
              <a:off x="6659119" y="1969844"/>
              <a:ext cx="445549" cy="202265"/>
            </a:xfrm>
            <a:custGeom>
              <a:avLst/>
              <a:gdLst/>
              <a:ahLst/>
              <a:cxnLst/>
              <a:rect l="l" t="t" r="r" b="b"/>
              <a:pathLst>
                <a:path w="3313" h="1504" extrusionOk="0">
                  <a:moveTo>
                    <a:pt x="215" y="0"/>
                  </a:moveTo>
                  <a:cubicBezTo>
                    <a:pt x="186" y="0"/>
                    <a:pt x="157" y="5"/>
                    <a:pt x="129" y="12"/>
                  </a:cubicBezTo>
                  <a:lnTo>
                    <a:pt x="145" y="24"/>
                  </a:lnTo>
                  <a:lnTo>
                    <a:pt x="281" y="88"/>
                  </a:lnTo>
                  <a:lnTo>
                    <a:pt x="289" y="92"/>
                  </a:lnTo>
                  <a:cubicBezTo>
                    <a:pt x="261" y="96"/>
                    <a:pt x="233" y="104"/>
                    <a:pt x="209" y="112"/>
                  </a:cubicBezTo>
                  <a:cubicBezTo>
                    <a:pt x="169" y="124"/>
                    <a:pt x="133" y="140"/>
                    <a:pt x="101" y="168"/>
                  </a:cubicBezTo>
                  <a:cubicBezTo>
                    <a:pt x="85" y="180"/>
                    <a:pt x="69" y="192"/>
                    <a:pt x="57" y="208"/>
                  </a:cubicBezTo>
                  <a:cubicBezTo>
                    <a:pt x="41" y="224"/>
                    <a:pt x="29" y="240"/>
                    <a:pt x="17" y="260"/>
                  </a:cubicBezTo>
                  <a:lnTo>
                    <a:pt x="1" y="280"/>
                  </a:lnTo>
                  <a:lnTo>
                    <a:pt x="21" y="304"/>
                  </a:lnTo>
                  <a:cubicBezTo>
                    <a:pt x="45" y="340"/>
                    <a:pt x="73" y="372"/>
                    <a:pt x="101" y="400"/>
                  </a:cubicBezTo>
                  <a:cubicBezTo>
                    <a:pt x="129" y="428"/>
                    <a:pt x="157" y="460"/>
                    <a:pt x="189" y="488"/>
                  </a:cubicBezTo>
                  <a:cubicBezTo>
                    <a:pt x="217" y="516"/>
                    <a:pt x="249" y="540"/>
                    <a:pt x="285" y="564"/>
                  </a:cubicBezTo>
                  <a:cubicBezTo>
                    <a:pt x="301" y="580"/>
                    <a:pt x="321" y="592"/>
                    <a:pt x="341" y="600"/>
                  </a:cubicBezTo>
                  <a:lnTo>
                    <a:pt x="365" y="616"/>
                  </a:lnTo>
                  <a:lnTo>
                    <a:pt x="397" y="628"/>
                  </a:lnTo>
                  <a:cubicBezTo>
                    <a:pt x="421" y="636"/>
                    <a:pt x="441" y="644"/>
                    <a:pt x="465" y="648"/>
                  </a:cubicBezTo>
                  <a:cubicBezTo>
                    <a:pt x="485" y="652"/>
                    <a:pt x="509" y="656"/>
                    <a:pt x="529" y="660"/>
                  </a:cubicBezTo>
                  <a:cubicBezTo>
                    <a:pt x="569" y="664"/>
                    <a:pt x="613" y="664"/>
                    <a:pt x="653" y="664"/>
                  </a:cubicBezTo>
                  <a:cubicBezTo>
                    <a:pt x="697" y="664"/>
                    <a:pt x="737" y="660"/>
                    <a:pt x="777" y="660"/>
                  </a:cubicBezTo>
                  <a:cubicBezTo>
                    <a:pt x="765" y="680"/>
                    <a:pt x="753" y="700"/>
                    <a:pt x="741" y="724"/>
                  </a:cubicBezTo>
                  <a:cubicBezTo>
                    <a:pt x="729" y="756"/>
                    <a:pt x="717" y="784"/>
                    <a:pt x="705" y="816"/>
                  </a:cubicBezTo>
                  <a:cubicBezTo>
                    <a:pt x="701" y="832"/>
                    <a:pt x="697" y="848"/>
                    <a:pt x="693" y="868"/>
                  </a:cubicBezTo>
                  <a:lnTo>
                    <a:pt x="693" y="892"/>
                  </a:lnTo>
                  <a:lnTo>
                    <a:pt x="693" y="924"/>
                  </a:lnTo>
                  <a:cubicBezTo>
                    <a:pt x="697" y="956"/>
                    <a:pt x="709" y="992"/>
                    <a:pt x="725" y="1024"/>
                  </a:cubicBezTo>
                  <a:cubicBezTo>
                    <a:pt x="737" y="1052"/>
                    <a:pt x="753" y="1080"/>
                    <a:pt x="769" y="1108"/>
                  </a:cubicBezTo>
                  <a:cubicBezTo>
                    <a:pt x="805" y="1160"/>
                    <a:pt x="845" y="1212"/>
                    <a:pt x="889" y="1256"/>
                  </a:cubicBezTo>
                  <a:lnTo>
                    <a:pt x="893" y="1264"/>
                  </a:lnTo>
                  <a:lnTo>
                    <a:pt x="897" y="1264"/>
                  </a:lnTo>
                  <a:cubicBezTo>
                    <a:pt x="937" y="1276"/>
                    <a:pt x="977" y="1284"/>
                    <a:pt x="1021" y="1292"/>
                  </a:cubicBezTo>
                  <a:cubicBezTo>
                    <a:pt x="1061" y="1300"/>
                    <a:pt x="1101" y="1300"/>
                    <a:pt x="1145" y="1300"/>
                  </a:cubicBezTo>
                  <a:cubicBezTo>
                    <a:pt x="1185" y="1300"/>
                    <a:pt x="1229" y="1296"/>
                    <a:pt x="1269" y="1284"/>
                  </a:cubicBezTo>
                  <a:cubicBezTo>
                    <a:pt x="1289" y="1280"/>
                    <a:pt x="1309" y="1272"/>
                    <a:pt x="1329" y="1264"/>
                  </a:cubicBezTo>
                  <a:cubicBezTo>
                    <a:pt x="1349" y="1256"/>
                    <a:pt x="1369" y="1244"/>
                    <a:pt x="1385" y="1232"/>
                  </a:cubicBezTo>
                  <a:cubicBezTo>
                    <a:pt x="1421" y="1204"/>
                    <a:pt x="1453" y="1176"/>
                    <a:pt x="1481" y="1140"/>
                  </a:cubicBezTo>
                  <a:cubicBezTo>
                    <a:pt x="1509" y="1112"/>
                    <a:pt x="1533" y="1076"/>
                    <a:pt x="1553" y="1040"/>
                  </a:cubicBezTo>
                  <a:cubicBezTo>
                    <a:pt x="1573" y="1008"/>
                    <a:pt x="1597" y="976"/>
                    <a:pt x="1621" y="944"/>
                  </a:cubicBezTo>
                  <a:cubicBezTo>
                    <a:pt x="1633" y="932"/>
                    <a:pt x="1645" y="920"/>
                    <a:pt x="1657" y="912"/>
                  </a:cubicBezTo>
                  <a:cubicBezTo>
                    <a:pt x="1661" y="904"/>
                    <a:pt x="1669" y="904"/>
                    <a:pt x="1677" y="900"/>
                  </a:cubicBezTo>
                  <a:cubicBezTo>
                    <a:pt x="1701" y="912"/>
                    <a:pt x="1725" y="928"/>
                    <a:pt x="1749" y="944"/>
                  </a:cubicBezTo>
                  <a:cubicBezTo>
                    <a:pt x="1777" y="964"/>
                    <a:pt x="1801" y="988"/>
                    <a:pt x="1825" y="1012"/>
                  </a:cubicBezTo>
                  <a:cubicBezTo>
                    <a:pt x="1837" y="1024"/>
                    <a:pt x="1849" y="1036"/>
                    <a:pt x="1857" y="1048"/>
                  </a:cubicBezTo>
                  <a:cubicBezTo>
                    <a:pt x="1865" y="1056"/>
                    <a:pt x="1877" y="1076"/>
                    <a:pt x="1885" y="1088"/>
                  </a:cubicBezTo>
                  <a:lnTo>
                    <a:pt x="1941" y="1184"/>
                  </a:lnTo>
                  <a:cubicBezTo>
                    <a:pt x="1985" y="1248"/>
                    <a:pt x="2033" y="1312"/>
                    <a:pt x="2089" y="1368"/>
                  </a:cubicBezTo>
                  <a:cubicBezTo>
                    <a:pt x="2117" y="1396"/>
                    <a:pt x="2149" y="1420"/>
                    <a:pt x="2185" y="1444"/>
                  </a:cubicBezTo>
                  <a:cubicBezTo>
                    <a:pt x="2221" y="1468"/>
                    <a:pt x="2257" y="1488"/>
                    <a:pt x="2297" y="1500"/>
                  </a:cubicBezTo>
                  <a:lnTo>
                    <a:pt x="2309" y="1504"/>
                  </a:lnTo>
                  <a:lnTo>
                    <a:pt x="2321" y="1504"/>
                  </a:lnTo>
                  <a:cubicBezTo>
                    <a:pt x="2341" y="1504"/>
                    <a:pt x="2353" y="1504"/>
                    <a:pt x="2373" y="1500"/>
                  </a:cubicBezTo>
                  <a:cubicBezTo>
                    <a:pt x="2389" y="1500"/>
                    <a:pt x="2405" y="1496"/>
                    <a:pt x="2421" y="1492"/>
                  </a:cubicBezTo>
                  <a:cubicBezTo>
                    <a:pt x="2457" y="1480"/>
                    <a:pt x="2489" y="1464"/>
                    <a:pt x="2517" y="1440"/>
                  </a:cubicBezTo>
                  <a:cubicBezTo>
                    <a:pt x="2537" y="1428"/>
                    <a:pt x="2549" y="1412"/>
                    <a:pt x="2561" y="1392"/>
                  </a:cubicBezTo>
                  <a:cubicBezTo>
                    <a:pt x="2565" y="1380"/>
                    <a:pt x="2569" y="1372"/>
                    <a:pt x="2573" y="1360"/>
                  </a:cubicBezTo>
                  <a:lnTo>
                    <a:pt x="2577" y="1344"/>
                  </a:lnTo>
                  <a:lnTo>
                    <a:pt x="2577" y="1336"/>
                  </a:lnTo>
                  <a:lnTo>
                    <a:pt x="2577" y="1328"/>
                  </a:lnTo>
                  <a:lnTo>
                    <a:pt x="2577" y="1308"/>
                  </a:lnTo>
                  <a:lnTo>
                    <a:pt x="2577" y="1276"/>
                  </a:lnTo>
                  <a:cubicBezTo>
                    <a:pt x="2577" y="1260"/>
                    <a:pt x="2573" y="1244"/>
                    <a:pt x="2573" y="1228"/>
                  </a:cubicBezTo>
                  <a:cubicBezTo>
                    <a:pt x="2557" y="1172"/>
                    <a:pt x="2541" y="1116"/>
                    <a:pt x="2517" y="1064"/>
                  </a:cubicBezTo>
                  <a:cubicBezTo>
                    <a:pt x="2513" y="1052"/>
                    <a:pt x="2505" y="1040"/>
                    <a:pt x="2501" y="1028"/>
                  </a:cubicBezTo>
                  <a:lnTo>
                    <a:pt x="2501" y="1028"/>
                  </a:lnTo>
                  <a:cubicBezTo>
                    <a:pt x="2529" y="1032"/>
                    <a:pt x="2561" y="1040"/>
                    <a:pt x="2589" y="1048"/>
                  </a:cubicBezTo>
                  <a:cubicBezTo>
                    <a:pt x="2601" y="1052"/>
                    <a:pt x="2617" y="1060"/>
                    <a:pt x="2633" y="1064"/>
                  </a:cubicBezTo>
                  <a:cubicBezTo>
                    <a:pt x="2641" y="1072"/>
                    <a:pt x="2653" y="1076"/>
                    <a:pt x="2665" y="1084"/>
                  </a:cubicBezTo>
                  <a:lnTo>
                    <a:pt x="2665" y="1088"/>
                  </a:lnTo>
                  <a:lnTo>
                    <a:pt x="2677" y="1096"/>
                  </a:lnTo>
                  <a:lnTo>
                    <a:pt x="2685" y="1104"/>
                  </a:lnTo>
                  <a:lnTo>
                    <a:pt x="2693" y="1108"/>
                  </a:lnTo>
                  <a:lnTo>
                    <a:pt x="2705" y="1116"/>
                  </a:lnTo>
                  <a:cubicBezTo>
                    <a:pt x="2713" y="1120"/>
                    <a:pt x="2721" y="1124"/>
                    <a:pt x="2729" y="1124"/>
                  </a:cubicBezTo>
                  <a:cubicBezTo>
                    <a:pt x="2733" y="1128"/>
                    <a:pt x="2741" y="1132"/>
                    <a:pt x="2749" y="1132"/>
                  </a:cubicBezTo>
                  <a:lnTo>
                    <a:pt x="2769" y="1136"/>
                  </a:lnTo>
                  <a:cubicBezTo>
                    <a:pt x="2777" y="1136"/>
                    <a:pt x="2789" y="1136"/>
                    <a:pt x="2801" y="1140"/>
                  </a:cubicBezTo>
                  <a:cubicBezTo>
                    <a:pt x="2841" y="1140"/>
                    <a:pt x="2881" y="1136"/>
                    <a:pt x="2925" y="1132"/>
                  </a:cubicBezTo>
                  <a:cubicBezTo>
                    <a:pt x="2965" y="1124"/>
                    <a:pt x="3001" y="1120"/>
                    <a:pt x="3041" y="1112"/>
                  </a:cubicBezTo>
                  <a:cubicBezTo>
                    <a:pt x="3113" y="1092"/>
                    <a:pt x="3189" y="1076"/>
                    <a:pt x="3265" y="1052"/>
                  </a:cubicBezTo>
                  <a:lnTo>
                    <a:pt x="3313" y="1036"/>
                  </a:lnTo>
                  <a:lnTo>
                    <a:pt x="3281" y="1000"/>
                  </a:lnTo>
                  <a:cubicBezTo>
                    <a:pt x="3253" y="972"/>
                    <a:pt x="3225" y="944"/>
                    <a:pt x="3197" y="920"/>
                  </a:cubicBezTo>
                  <a:lnTo>
                    <a:pt x="3077" y="880"/>
                  </a:lnTo>
                  <a:cubicBezTo>
                    <a:pt x="2988" y="900"/>
                    <a:pt x="2901" y="908"/>
                    <a:pt x="2816" y="908"/>
                  </a:cubicBezTo>
                  <a:cubicBezTo>
                    <a:pt x="2408" y="908"/>
                    <a:pt x="2073" y="716"/>
                    <a:pt x="2073" y="716"/>
                  </a:cubicBezTo>
                  <a:cubicBezTo>
                    <a:pt x="1845" y="700"/>
                    <a:pt x="1625" y="660"/>
                    <a:pt x="1405" y="604"/>
                  </a:cubicBezTo>
                  <a:cubicBezTo>
                    <a:pt x="1081" y="508"/>
                    <a:pt x="537" y="64"/>
                    <a:pt x="277" y="8"/>
                  </a:cubicBezTo>
                  <a:cubicBezTo>
                    <a:pt x="257" y="3"/>
                    <a:pt x="236" y="0"/>
                    <a:pt x="215" y="0"/>
                  </a:cubicBezTo>
                  <a:close/>
                </a:path>
              </a:pathLst>
            </a:custGeom>
            <a:solidFill>
              <a:srgbClr val="A29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65"/>
            <p:cNvSpPr/>
            <p:nvPr/>
          </p:nvSpPr>
          <p:spPr>
            <a:xfrm flipH="1">
              <a:off x="6839329" y="1645870"/>
              <a:ext cx="325050" cy="376961"/>
            </a:xfrm>
            <a:custGeom>
              <a:avLst/>
              <a:gdLst/>
              <a:ahLst/>
              <a:cxnLst/>
              <a:rect l="l" t="t" r="r" b="b"/>
              <a:pathLst>
                <a:path w="2417" h="2803" extrusionOk="0">
                  <a:moveTo>
                    <a:pt x="1297" y="0"/>
                  </a:moveTo>
                  <a:cubicBezTo>
                    <a:pt x="1257" y="140"/>
                    <a:pt x="1181" y="268"/>
                    <a:pt x="1077" y="372"/>
                  </a:cubicBezTo>
                  <a:cubicBezTo>
                    <a:pt x="1073" y="272"/>
                    <a:pt x="1073" y="172"/>
                    <a:pt x="1073" y="72"/>
                  </a:cubicBezTo>
                  <a:cubicBezTo>
                    <a:pt x="941" y="216"/>
                    <a:pt x="729" y="260"/>
                    <a:pt x="541" y="308"/>
                  </a:cubicBezTo>
                  <a:cubicBezTo>
                    <a:pt x="349" y="360"/>
                    <a:pt x="141" y="440"/>
                    <a:pt x="57" y="617"/>
                  </a:cubicBezTo>
                  <a:cubicBezTo>
                    <a:pt x="1" y="741"/>
                    <a:pt x="13" y="885"/>
                    <a:pt x="29" y="1021"/>
                  </a:cubicBezTo>
                  <a:cubicBezTo>
                    <a:pt x="45" y="1157"/>
                    <a:pt x="61" y="1293"/>
                    <a:pt x="77" y="1425"/>
                  </a:cubicBezTo>
                  <a:lnTo>
                    <a:pt x="97" y="1421"/>
                  </a:lnTo>
                  <a:cubicBezTo>
                    <a:pt x="37" y="1225"/>
                    <a:pt x="85" y="1013"/>
                    <a:pt x="229" y="869"/>
                  </a:cubicBezTo>
                  <a:cubicBezTo>
                    <a:pt x="249" y="1397"/>
                    <a:pt x="489" y="1893"/>
                    <a:pt x="893" y="2233"/>
                  </a:cubicBezTo>
                  <a:cubicBezTo>
                    <a:pt x="677" y="1913"/>
                    <a:pt x="629" y="1509"/>
                    <a:pt x="765" y="1145"/>
                  </a:cubicBezTo>
                  <a:lnTo>
                    <a:pt x="765" y="1145"/>
                  </a:lnTo>
                  <a:lnTo>
                    <a:pt x="1381" y="2709"/>
                  </a:lnTo>
                  <a:cubicBezTo>
                    <a:pt x="1357" y="2441"/>
                    <a:pt x="1385" y="2169"/>
                    <a:pt x="1465" y="1909"/>
                  </a:cubicBezTo>
                  <a:cubicBezTo>
                    <a:pt x="1469" y="2173"/>
                    <a:pt x="1533" y="2433"/>
                    <a:pt x="1653" y="2673"/>
                  </a:cubicBezTo>
                  <a:cubicBezTo>
                    <a:pt x="1669" y="2717"/>
                    <a:pt x="1701" y="2757"/>
                    <a:pt x="1741" y="2785"/>
                  </a:cubicBezTo>
                  <a:cubicBezTo>
                    <a:pt x="1758" y="2797"/>
                    <a:pt x="1778" y="2803"/>
                    <a:pt x="1799" y="2803"/>
                  </a:cubicBezTo>
                  <a:cubicBezTo>
                    <a:pt x="1827" y="2803"/>
                    <a:pt x="1854" y="2792"/>
                    <a:pt x="1873" y="2769"/>
                  </a:cubicBezTo>
                  <a:cubicBezTo>
                    <a:pt x="1821" y="2709"/>
                    <a:pt x="1837" y="2609"/>
                    <a:pt x="1885" y="2545"/>
                  </a:cubicBezTo>
                  <a:cubicBezTo>
                    <a:pt x="1937" y="2485"/>
                    <a:pt x="1993" y="2429"/>
                    <a:pt x="2061" y="2385"/>
                  </a:cubicBezTo>
                  <a:cubicBezTo>
                    <a:pt x="2257" y="2221"/>
                    <a:pt x="2377" y="1981"/>
                    <a:pt x="2393" y="1729"/>
                  </a:cubicBezTo>
                  <a:cubicBezTo>
                    <a:pt x="2417" y="1321"/>
                    <a:pt x="2173" y="945"/>
                    <a:pt x="1873" y="673"/>
                  </a:cubicBezTo>
                  <a:cubicBezTo>
                    <a:pt x="1653" y="472"/>
                    <a:pt x="1381" y="288"/>
                    <a:pt x="12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65"/>
            <p:cNvSpPr/>
            <p:nvPr/>
          </p:nvSpPr>
          <p:spPr>
            <a:xfrm flipH="1">
              <a:off x="6382080" y="1939854"/>
              <a:ext cx="449852" cy="99384"/>
            </a:xfrm>
            <a:custGeom>
              <a:avLst/>
              <a:gdLst/>
              <a:ahLst/>
              <a:cxnLst/>
              <a:rect l="l" t="t" r="r" b="b"/>
              <a:pathLst>
                <a:path w="3345" h="739" extrusionOk="0">
                  <a:moveTo>
                    <a:pt x="1337" y="1"/>
                  </a:moveTo>
                  <a:cubicBezTo>
                    <a:pt x="1244" y="1"/>
                    <a:pt x="1152" y="19"/>
                    <a:pt x="1069" y="63"/>
                  </a:cubicBezTo>
                  <a:cubicBezTo>
                    <a:pt x="1165" y="131"/>
                    <a:pt x="1273" y="183"/>
                    <a:pt x="1389" y="219"/>
                  </a:cubicBezTo>
                  <a:cubicBezTo>
                    <a:pt x="1243" y="205"/>
                    <a:pt x="1092" y="194"/>
                    <a:pt x="942" y="194"/>
                  </a:cubicBezTo>
                  <a:cubicBezTo>
                    <a:pt x="637" y="194"/>
                    <a:pt x="338" y="241"/>
                    <a:pt x="97" y="419"/>
                  </a:cubicBezTo>
                  <a:cubicBezTo>
                    <a:pt x="49" y="447"/>
                    <a:pt x="17" y="495"/>
                    <a:pt x="5" y="551"/>
                  </a:cubicBezTo>
                  <a:cubicBezTo>
                    <a:pt x="1" y="619"/>
                    <a:pt x="45" y="683"/>
                    <a:pt x="109" y="707"/>
                  </a:cubicBezTo>
                  <a:cubicBezTo>
                    <a:pt x="156" y="721"/>
                    <a:pt x="206" y="730"/>
                    <a:pt x="256" y="730"/>
                  </a:cubicBezTo>
                  <a:cubicBezTo>
                    <a:pt x="274" y="730"/>
                    <a:pt x="291" y="729"/>
                    <a:pt x="309" y="727"/>
                  </a:cubicBezTo>
                  <a:lnTo>
                    <a:pt x="313" y="739"/>
                  </a:lnTo>
                  <a:cubicBezTo>
                    <a:pt x="661" y="623"/>
                    <a:pt x="1009" y="523"/>
                    <a:pt x="1365" y="439"/>
                  </a:cubicBezTo>
                  <a:cubicBezTo>
                    <a:pt x="1597" y="375"/>
                    <a:pt x="1837" y="343"/>
                    <a:pt x="2077" y="343"/>
                  </a:cubicBezTo>
                  <a:cubicBezTo>
                    <a:pt x="2209" y="347"/>
                    <a:pt x="2337" y="367"/>
                    <a:pt x="2465" y="367"/>
                  </a:cubicBezTo>
                  <a:cubicBezTo>
                    <a:pt x="2785" y="359"/>
                    <a:pt x="3085" y="211"/>
                    <a:pt x="3345" y="27"/>
                  </a:cubicBezTo>
                  <a:lnTo>
                    <a:pt x="3345" y="27"/>
                  </a:lnTo>
                  <a:cubicBezTo>
                    <a:pt x="3097" y="183"/>
                    <a:pt x="2810" y="263"/>
                    <a:pt x="2521" y="263"/>
                  </a:cubicBezTo>
                  <a:cubicBezTo>
                    <a:pt x="2382" y="263"/>
                    <a:pt x="2242" y="244"/>
                    <a:pt x="2105" y="207"/>
                  </a:cubicBezTo>
                  <a:cubicBezTo>
                    <a:pt x="1933" y="163"/>
                    <a:pt x="1769" y="83"/>
                    <a:pt x="1593" y="39"/>
                  </a:cubicBezTo>
                  <a:cubicBezTo>
                    <a:pt x="1509" y="16"/>
                    <a:pt x="1422" y="1"/>
                    <a:pt x="1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65"/>
            <p:cNvSpPr/>
            <p:nvPr/>
          </p:nvSpPr>
          <p:spPr>
            <a:xfrm flipH="1">
              <a:off x="6375087" y="1996069"/>
              <a:ext cx="355175" cy="83515"/>
            </a:xfrm>
            <a:custGeom>
              <a:avLst/>
              <a:gdLst/>
              <a:ahLst/>
              <a:cxnLst/>
              <a:rect l="l" t="t" r="r" b="b"/>
              <a:pathLst>
                <a:path w="2641" h="621" extrusionOk="0">
                  <a:moveTo>
                    <a:pt x="2641" y="1"/>
                  </a:moveTo>
                  <a:lnTo>
                    <a:pt x="2641" y="1"/>
                  </a:lnTo>
                  <a:cubicBezTo>
                    <a:pt x="2402" y="146"/>
                    <a:pt x="2138" y="299"/>
                    <a:pt x="1857" y="299"/>
                  </a:cubicBezTo>
                  <a:cubicBezTo>
                    <a:pt x="1837" y="299"/>
                    <a:pt x="1817" y="298"/>
                    <a:pt x="1797" y="297"/>
                  </a:cubicBezTo>
                  <a:cubicBezTo>
                    <a:pt x="1561" y="277"/>
                    <a:pt x="1345" y="145"/>
                    <a:pt x="1105" y="125"/>
                  </a:cubicBezTo>
                  <a:cubicBezTo>
                    <a:pt x="1083" y="123"/>
                    <a:pt x="1061" y="122"/>
                    <a:pt x="1039" y="122"/>
                  </a:cubicBezTo>
                  <a:cubicBezTo>
                    <a:pt x="693" y="122"/>
                    <a:pt x="375" y="351"/>
                    <a:pt x="33" y="445"/>
                  </a:cubicBezTo>
                  <a:lnTo>
                    <a:pt x="97" y="477"/>
                  </a:lnTo>
                  <a:cubicBezTo>
                    <a:pt x="86" y="472"/>
                    <a:pt x="75" y="470"/>
                    <a:pt x="64" y="470"/>
                  </a:cubicBezTo>
                  <a:cubicBezTo>
                    <a:pt x="39" y="470"/>
                    <a:pt x="15" y="482"/>
                    <a:pt x="1" y="505"/>
                  </a:cubicBezTo>
                  <a:cubicBezTo>
                    <a:pt x="66" y="536"/>
                    <a:pt x="134" y="549"/>
                    <a:pt x="204" y="549"/>
                  </a:cubicBezTo>
                  <a:cubicBezTo>
                    <a:pt x="381" y="549"/>
                    <a:pt x="569" y="469"/>
                    <a:pt x="741" y="409"/>
                  </a:cubicBezTo>
                  <a:cubicBezTo>
                    <a:pt x="922" y="342"/>
                    <a:pt x="1115" y="298"/>
                    <a:pt x="1305" y="298"/>
                  </a:cubicBezTo>
                  <a:cubicBezTo>
                    <a:pt x="1422" y="298"/>
                    <a:pt x="1538" y="315"/>
                    <a:pt x="1649" y="353"/>
                  </a:cubicBezTo>
                  <a:cubicBezTo>
                    <a:pt x="1417" y="397"/>
                    <a:pt x="1193" y="473"/>
                    <a:pt x="981" y="577"/>
                  </a:cubicBezTo>
                  <a:cubicBezTo>
                    <a:pt x="1134" y="606"/>
                    <a:pt x="1291" y="621"/>
                    <a:pt x="1449" y="621"/>
                  </a:cubicBezTo>
                  <a:cubicBezTo>
                    <a:pt x="1546" y="621"/>
                    <a:pt x="1643" y="615"/>
                    <a:pt x="1741" y="605"/>
                  </a:cubicBezTo>
                  <a:cubicBezTo>
                    <a:pt x="1825" y="597"/>
                    <a:pt x="1913" y="577"/>
                    <a:pt x="1993" y="545"/>
                  </a:cubicBezTo>
                  <a:cubicBezTo>
                    <a:pt x="2101" y="489"/>
                    <a:pt x="2201" y="413"/>
                    <a:pt x="2289" y="325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65"/>
            <p:cNvSpPr/>
            <p:nvPr/>
          </p:nvSpPr>
          <p:spPr>
            <a:xfrm flipH="1">
              <a:off x="7171238" y="1593152"/>
              <a:ext cx="132468" cy="302457"/>
            </a:xfrm>
            <a:custGeom>
              <a:avLst/>
              <a:gdLst/>
              <a:ahLst/>
              <a:cxnLst/>
              <a:rect l="l" t="t" r="r" b="b"/>
              <a:pathLst>
                <a:path w="985" h="2249" extrusionOk="0">
                  <a:moveTo>
                    <a:pt x="45" y="0"/>
                  </a:moveTo>
                  <a:lnTo>
                    <a:pt x="13" y="720"/>
                  </a:lnTo>
                  <a:cubicBezTo>
                    <a:pt x="5" y="912"/>
                    <a:pt x="1" y="1121"/>
                    <a:pt x="121" y="1269"/>
                  </a:cubicBezTo>
                  <a:cubicBezTo>
                    <a:pt x="153" y="1161"/>
                    <a:pt x="157" y="1049"/>
                    <a:pt x="133" y="936"/>
                  </a:cubicBezTo>
                  <a:lnTo>
                    <a:pt x="133" y="936"/>
                  </a:lnTo>
                  <a:cubicBezTo>
                    <a:pt x="333" y="1425"/>
                    <a:pt x="621" y="1869"/>
                    <a:pt x="985" y="2249"/>
                  </a:cubicBezTo>
                  <a:lnTo>
                    <a:pt x="785" y="1745"/>
                  </a:lnTo>
                  <a:cubicBezTo>
                    <a:pt x="741" y="1617"/>
                    <a:pt x="685" y="1493"/>
                    <a:pt x="617" y="1377"/>
                  </a:cubicBezTo>
                  <a:cubicBezTo>
                    <a:pt x="513" y="1213"/>
                    <a:pt x="365" y="1069"/>
                    <a:pt x="301" y="888"/>
                  </a:cubicBezTo>
                  <a:cubicBezTo>
                    <a:pt x="201" y="624"/>
                    <a:pt x="281" y="296"/>
                    <a:pt x="109" y="76"/>
                  </a:cubicBezTo>
                  <a:lnTo>
                    <a:pt x="109" y="76"/>
                  </a:lnTo>
                  <a:lnTo>
                    <a:pt x="129" y="156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65"/>
            <p:cNvSpPr/>
            <p:nvPr/>
          </p:nvSpPr>
          <p:spPr>
            <a:xfrm flipH="1">
              <a:off x="6745727" y="1546889"/>
              <a:ext cx="306760" cy="272736"/>
            </a:xfrm>
            <a:custGeom>
              <a:avLst/>
              <a:gdLst/>
              <a:ahLst/>
              <a:cxnLst/>
              <a:rect l="l" t="t" r="r" b="b"/>
              <a:pathLst>
                <a:path w="2281" h="2028" extrusionOk="0">
                  <a:moveTo>
                    <a:pt x="757" y="0"/>
                  </a:moveTo>
                  <a:lnTo>
                    <a:pt x="757" y="0"/>
                  </a:lnTo>
                  <a:cubicBezTo>
                    <a:pt x="769" y="104"/>
                    <a:pt x="717" y="204"/>
                    <a:pt x="625" y="252"/>
                  </a:cubicBezTo>
                  <a:cubicBezTo>
                    <a:pt x="657" y="172"/>
                    <a:pt x="677" y="88"/>
                    <a:pt x="673" y="0"/>
                  </a:cubicBezTo>
                  <a:lnTo>
                    <a:pt x="673" y="0"/>
                  </a:lnTo>
                  <a:cubicBezTo>
                    <a:pt x="577" y="164"/>
                    <a:pt x="441" y="304"/>
                    <a:pt x="277" y="400"/>
                  </a:cubicBezTo>
                  <a:cubicBezTo>
                    <a:pt x="217" y="432"/>
                    <a:pt x="157" y="472"/>
                    <a:pt x="101" y="512"/>
                  </a:cubicBezTo>
                  <a:cubicBezTo>
                    <a:pt x="45" y="556"/>
                    <a:pt x="9" y="620"/>
                    <a:pt x="1" y="692"/>
                  </a:cubicBezTo>
                  <a:cubicBezTo>
                    <a:pt x="13" y="688"/>
                    <a:pt x="21" y="688"/>
                    <a:pt x="33" y="688"/>
                  </a:cubicBezTo>
                  <a:lnTo>
                    <a:pt x="13" y="696"/>
                  </a:lnTo>
                  <a:lnTo>
                    <a:pt x="121" y="696"/>
                  </a:lnTo>
                  <a:cubicBezTo>
                    <a:pt x="139" y="698"/>
                    <a:pt x="156" y="699"/>
                    <a:pt x="172" y="699"/>
                  </a:cubicBezTo>
                  <a:cubicBezTo>
                    <a:pt x="189" y="699"/>
                    <a:pt x="205" y="698"/>
                    <a:pt x="221" y="696"/>
                  </a:cubicBezTo>
                  <a:cubicBezTo>
                    <a:pt x="237" y="688"/>
                    <a:pt x="257" y="684"/>
                    <a:pt x="273" y="684"/>
                  </a:cubicBezTo>
                  <a:cubicBezTo>
                    <a:pt x="289" y="684"/>
                    <a:pt x="305" y="688"/>
                    <a:pt x="321" y="688"/>
                  </a:cubicBezTo>
                  <a:cubicBezTo>
                    <a:pt x="361" y="684"/>
                    <a:pt x="381" y="644"/>
                    <a:pt x="397" y="608"/>
                  </a:cubicBezTo>
                  <a:cubicBezTo>
                    <a:pt x="401" y="600"/>
                    <a:pt x="405" y="596"/>
                    <a:pt x="409" y="588"/>
                  </a:cubicBezTo>
                  <a:cubicBezTo>
                    <a:pt x="429" y="572"/>
                    <a:pt x="449" y="556"/>
                    <a:pt x="465" y="536"/>
                  </a:cubicBezTo>
                  <a:cubicBezTo>
                    <a:pt x="545" y="692"/>
                    <a:pt x="701" y="788"/>
                    <a:pt x="841" y="888"/>
                  </a:cubicBezTo>
                  <a:cubicBezTo>
                    <a:pt x="1265" y="1192"/>
                    <a:pt x="1585" y="1621"/>
                    <a:pt x="1961" y="1981"/>
                  </a:cubicBezTo>
                  <a:cubicBezTo>
                    <a:pt x="1981" y="2004"/>
                    <a:pt x="2009" y="2027"/>
                    <a:pt x="2041" y="2027"/>
                  </a:cubicBezTo>
                  <a:cubicBezTo>
                    <a:pt x="2048" y="2027"/>
                    <a:pt x="2054" y="2026"/>
                    <a:pt x="2061" y="2025"/>
                  </a:cubicBezTo>
                  <a:cubicBezTo>
                    <a:pt x="2105" y="2013"/>
                    <a:pt x="2113" y="1949"/>
                    <a:pt x="2109" y="1901"/>
                  </a:cubicBezTo>
                  <a:cubicBezTo>
                    <a:pt x="2097" y="1693"/>
                    <a:pt x="2049" y="1489"/>
                    <a:pt x="1973" y="1296"/>
                  </a:cubicBezTo>
                  <a:cubicBezTo>
                    <a:pt x="1977" y="1294"/>
                    <a:pt x="1981" y="1293"/>
                    <a:pt x="1985" y="1293"/>
                  </a:cubicBezTo>
                  <a:cubicBezTo>
                    <a:pt x="2006" y="1293"/>
                    <a:pt x="2027" y="1321"/>
                    <a:pt x="2037" y="1344"/>
                  </a:cubicBezTo>
                  <a:cubicBezTo>
                    <a:pt x="2113" y="1525"/>
                    <a:pt x="2165" y="1717"/>
                    <a:pt x="2193" y="1913"/>
                  </a:cubicBezTo>
                  <a:cubicBezTo>
                    <a:pt x="2281" y="1697"/>
                    <a:pt x="2233" y="1445"/>
                    <a:pt x="2125" y="1240"/>
                  </a:cubicBezTo>
                  <a:cubicBezTo>
                    <a:pt x="2009" y="1036"/>
                    <a:pt x="1837" y="872"/>
                    <a:pt x="1657" y="724"/>
                  </a:cubicBezTo>
                  <a:cubicBezTo>
                    <a:pt x="1477" y="576"/>
                    <a:pt x="1289" y="440"/>
                    <a:pt x="1129" y="268"/>
                  </a:cubicBezTo>
                  <a:cubicBezTo>
                    <a:pt x="1105" y="240"/>
                    <a:pt x="1081" y="212"/>
                    <a:pt x="1057" y="184"/>
                  </a:cubicBezTo>
                  <a:lnTo>
                    <a:pt x="1057" y="184"/>
                  </a:lnTo>
                  <a:cubicBezTo>
                    <a:pt x="1037" y="252"/>
                    <a:pt x="1049" y="320"/>
                    <a:pt x="1081" y="384"/>
                  </a:cubicBezTo>
                  <a:cubicBezTo>
                    <a:pt x="981" y="244"/>
                    <a:pt x="913" y="64"/>
                    <a:pt x="757" y="0"/>
                  </a:cubicBezTo>
                  <a:close/>
                </a:path>
              </a:pathLst>
            </a:custGeom>
            <a:solidFill>
              <a:srgbClr val="D33F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65"/>
            <p:cNvSpPr/>
            <p:nvPr/>
          </p:nvSpPr>
          <p:spPr>
            <a:xfrm flipH="1">
              <a:off x="6342272" y="1763679"/>
              <a:ext cx="426183" cy="175099"/>
            </a:xfrm>
            <a:custGeom>
              <a:avLst/>
              <a:gdLst/>
              <a:ahLst/>
              <a:cxnLst/>
              <a:rect l="l" t="t" r="r" b="b"/>
              <a:pathLst>
                <a:path w="3169" h="1302" extrusionOk="0">
                  <a:moveTo>
                    <a:pt x="3129" y="1"/>
                  </a:moveTo>
                  <a:cubicBezTo>
                    <a:pt x="3053" y="33"/>
                    <a:pt x="3009" y="113"/>
                    <a:pt x="2965" y="181"/>
                  </a:cubicBezTo>
                  <a:cubicBezTo>
                    <a:pt x="2922" y="247"/>
                    <a:pt x="2856" y="317"/>
                    <a:pt x="2776" y="317"/>
                  </a:cubicBezTo>
                  <a:cubicBezTo>
                    <a:pt x="2773" y="317"/>
                    <a:pt x="2771" y="317"/>
                    <a:pt x="2769" y="317"/>
                  </a:cubicBezTo>
                  <a:cubicBezTo>
                    <a:pt x="2797" y="269"/>
                    <a:pt x="2821" y="217"/>
                    <a:pt x="2837" y="165"/>
                  </a:cubicBezTo>
                  <a:lnTo>
                    <a:pt x="2837" y="165"/>
                  </a:lnTo>
                  <a:cubicBezTo>
                    <a:pt x="2677" y="225"/>
                    <a:pt x="2513" y="285"/>
                    <a:pt x="2345" y="337"/>
                  </a:cubicBezTo>
                  <a:cubicBezTo>
                    <a:pt x="2169" y="405"/>
                    <a:pt x="1985" y="453"/>
                    <a:pt x="1801" y="477"/>
                  </a:cubicBezTo>
                  <a:cubicBezTo>
                    <a:pt x="1723" y="484"/>
                    <a:pt x="1645" y="487"/>
                    <a:pt x="1568" y="487"/>
                  </a:cubicBezTo>
                  <a:cubicBezTo>
                    <a:pt x="1433" y="487"/>
                    <a:pt x="1299" y="477"/>
                    <a:pt x="1165" y="457"/>
                  </a:cubicBezTo>
                  <a:lnTo>
                    <a:pt x="1165" y="457"/>
                  </a:lnTo>
                  <a:cubicBezTo>
                    <a:pt x="1189" y="457"/>
                    <a:pt x="1212" y="458"/>
                    <a:pt x="1236" y="458"/>
                  </a:cubicBezTo>
                  <a:cubicBezTo>
                    <a:pt x="1607" y="458"/>
                    <a:pt x="1970" y="370"/>
                    <a:pt x="2301" y="201"/>
                  </a:cubicBezTo>
                  <a:lnTo>
                    <a:pt x="2301" y="201"/>
                  </a:lnTo>
                  <a:cubicBezTo>
                    <a:pt x="1953" y="209"/>
                    <a:pt x="1617" y="353"/>
                    <a:pt x="1269" y="373"/>
                  </a:cubicBezTo>
                  <a:cubicBezTo>
                    <a:pt x="1235" y="375"/>
                    <a:pt x="1200" y="375"/>
                    <a:pt x="1166" y="375"/>
                  </a:cubicBezTo>
                  <a:cubicBezTo>
                    <a:pt x="1035" y="375"/>
                    <a:pt x="902" y="364"/>
                    <a:pt x="771" y="364"/>
                  </a:cubicBezTo>
                  <a:cubicBezTo>
                    <a:pt x="728" y="364"/>
                    <a:pt x="684" y="365"/>
                    <a:pt x="641" y="369"/>
                  </a:cubicBezTo>
                  <a:cubicBezTo>
                    <a:pt x="433" y="389"/>
                    <a:pt x="213" y="469"/>
                    <a:pt x="105" y="649"/>
                  </a:cubicBezTo>
                  <a:lnTo>
                    <a:pt x="85" y="657"/>
                  </a:lnTo>
                  <a:cubicBezTo>
                    <a:pt x="117" y="765"/>
                    <a:pt x="129" y="877"/>
                    <a:pt x="129" y="993"/>
                  </a:cubicBezTo>
                  <a:cubicBezTo>
                    <a:pt x="129" y="1105"/>
                    <a:pt x="81" y="1217"/>
                    <a:pt x="1" y="1297"/>
                  </a:cubicBezTo>
                  <a:cubicBezTo>
                    <a:pt x="23" y="1300"/>
                    <a:pt x="44" y="1302"/>
                    <a:pt x="66" y="1302"/>
                  </a:cubicBezTo>
                  <a:cubicBezTo>
                    <a:pt x="338" y="1302"/>
                    <a:pt x="575" y="1039"/>
                    <a:pt x="857" y="1021"/>
                  </a:cubicBezTo>
                  <a:cubicBezTo>
                    <a:pt x="873" y="1020"/>
                    <a:pt x="889" y="1019"/>
                    <a:pt x="905" y="1019"/>
                  </a:cubicBezTo>
                  <a:cubicBezTo>
                    <a:pt x="953" y="1019"/>
                    <a:pt x="1001" y="1024"/>
                    <a:pt x="1049" y="1033"/>
                  </a:cubicBezTo>
                  <a:lnTo>
                    <a:pt x="2065" y="1169"/>
                  </a:lnTo>
                  <a:cubicBezTo>
                    <a:pt x="2134" y="1182"/>
                    <a:pt x="2207" y="1190"/>
                    <a:pt x="2277" y="1190"/>
                  </a:cubicBezTo>
                  <a:cubicBezTo>
                    <a:pt x="2292" y="1190"/>
                    <a:pt x="2306" y="1189"/>
                    <a:pt x="2321" y="1189"/>
                  </a:cubicBezTo>
                  <a:cubicBezTo>
                    <a:pt x="2517" y="1173"/>
                    <a:pt x="2701" y="1085"/>
                    <a:pt x="2837" y="941"/>
                  </a:cubicBezTo>
                  <a:cubicBezTo>
                    <a:pt x="2973" y="801"/>
                    <a:pt x="3077" y="633"/>
                    <a:pt x="3145" y="453"/>
                  </a:cubicBezTo>
                  <a:lnTo>
                    <a:pt x="3145" y="453"/>
                  </a:lnTo>
                  <a:cubicBezTo>
                    <a:pt x="3125" y="481"/>
                    <a:pt x="3089" y="501"/>
                    <a:pt x="3049" y="501"/>
                  </a:cubicBezTo>
                  <a:cubicBezTo>
                    <a:pt x="3137" y="349"/>
                    <a:pt x="3169" y="173"/>
                    <a:pt x="3129" y="1"/>
                  </a:cubicBezTo>
                  <a:close/>
                </a:path>
              </a:pathLst>
            </a:custGeom>
            <a:solidFill>
              <a:srgbClr val="D33F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65"/>
            <p:cNvSpPr/>
            <p:nvPr/>
          </p:nvSpPr>
          <p:spPr>
            <a:xfrm flipH="1">
              <a:off x="6898502" y="2046232"/>
              <a:ext cx="92122" cy="81767"/>
            </a:xfrm>
            <a:custGeom>
              <a:avLst/>
              <a:gdLst/>
              <a:ahLst/>
              <a:cxnLst/>
              <a:rect l="l" t="t" r="r" b="b"/>
              <a:pathLst>
                <a:path w="685" h="608" extrusionOk="0">
                  <a:moveTo>
                    <a:pt x="671" y="127"/>
                  </a:moveTo>
                  <a:cubicBezTo>
                    <a:pt x="654" y="127"/>
                    <a:pt x="637" y="130"/>
                    <a:pt x="621" y="136"/>
                  </a:cubicBezTo>
                  <a:lnTo>
                    <a:pt x="621" y="136"/>
                  </a:lnTo>
                  <a:cubicBezTo>
                    <a:pt x="625" y="138"/>
                    <a:pt x="629" y="141"/>
                    <a:pt x="633" y="144"/>
                  </a:cubicBezTo>
                  <a:lnTo>
                    <a:pt x="685" y="128"/>
                  </a:lnTo>
                  <a:cubicBezTo>
                    <a:pt x="680" y="127"/>
                    <a:pt x="676" y="127"/>
                    <a:pt x="671" y="127"/>
                  </a:cubicBezTo>
                  <a:close/>
                  <a:moveTo>
                    <a:pt x="284" y="0"/>
                  </a:moveTo>
                  <a:cubicBezTo>
                    <a:pt x="193" y="0"/>
                    <a:pt x="108" y="54"/>
                    <a:pt x="73" y="144"/>
                  </a:cubicBezTo>
                  <a:cubicBezTo>
                    <a:pt x="41" y="192"/>
                    <a:pt x="21" y="248"/>
                    <a:pt x="9" y="304"/>
                  </a:cubicBezTo>
                  <a:cubicBezTo>
                    <a:pt x="1" y="360"/>
                    <a:pt x="13" y="416"/>
                    <a:pt x="45" y="464"/>
                  </a:cubicBezTo>
                  <a:cubicBezTo>
                    <a:pt x="57" y="486"/>
                    <a:pt x="83" y="498"/>
                    <a:pt x="107" y="498"/>
                  </a:cubicBezTo>
                  <a:cubicBezTo>
                    <a:pt x="113" y="498"/>
                    <a:pt x="119" y="497"/>
                    <a:pt x="125" y="496"/>
                  </a:cubicBezTo>
                  <a:cubicBezTo>
                    <a:pt x="137" y="488"/>
                    <a:pt x="149" y="476"/>
                    <a:pt x="153" y="468"/>
                  </a:cubicBezTo>
                  <a:lnTo>
                    <a:pt x="233" y="360"/>
                  </a:lnTo>
                  <a:cubicBezTo>
                    <a:pt x="242" y="350"/>
                    <a:pt x="255" y="337"/>
                    <a:pt x="268" y="337"/>
                  </a:cubicBezTo>
                  <a:cubicBezTo>
                    <a:pt x="271" y="337"/>
                    <a:pt x="274" y="338"/>
                    <a:pt x="277" y="340"/>
                  </a:cubicBezTo>
                  <a:cubicBezTo>
                    <a:pt x="229" y="424"/>
                    <a:pt x="221" y="520"/>
                    <a:pt x="253" y="608"/>
                  </a:cubicBezTo>
                  <a:cubicBezTo>
                    <a:pt x="269" y="544"/>
                    <a:pt x="297" y="488"/>
                    <a:pt x="337" y="436"/>
                  </a:cubicBezTo>
                  <a:cubicBezTo>
                    <a:pt x="381" y="376"/>
                    <a:pt x="425" y="320"/>
                    <a:pt x="469" y="260"/>
                  </a:cubicBezTo>
                  <a:cubicBezTo>
                    <a:pt x="511" y="209"/>
                    <a:pt x="561" y="156"/>
                    <a:pt x="621" y="136"/>
                  </a:cubicBezTo>
                  <a:lnTo>
                    <a:pt x="621" y="136"/>
                  </a:lnTo>
                  <a:cubicBezTo>
                    <a:pt x="544" y="84"/>
                    <a:pt x="464" y="46"/>
                    <a:pt x="377" y="20"/>
                  </a:cubicBezTo>
                  <a:cubicBezTo>
                    <a:pt x="346" y="6"/>
                    <a:pt x="315" y="0"/>
                    <a:pt x="284" y="0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65"/>
            <p:cNvSpPr/>
            <p:nvPr/>
          </p:nvSpPr>
          <p:spPr>
            <a:xfrm flipH="1">
              <a:off x="6993718" y="2001852"/>
              <a:ext cx="79750" cy="26090"/>
            </a:xfrm>
            <a:custGeom>
              <a:avLst/>
              <a:gdLst/>
              <a:ahLst/>
              <a:cxnLst/>
              <a:rect l="l" t="t" r="r" b="b"/>
              <a:pathLst>
                <a:path w="593" h="194" extrusionOk="0">
                  <a:moveTo>
                    <a:pt x="74" y="0"/>
                  </a:moveTo>
                  <a:cubicBezTo>
                    <a:pt x="50" y="0"/>
                    <a:pt x="25" y="2"/>
                    <a:pt x="1" y="6"/>
                  </a:cubicBezTo>
                  <a:cubicBezTo>
                    <a:pt x="93" y="38"/>
                    <a:pt x="185" y="74"/>
                    <a:pt x="277" y="114"/>
                  </a:cubicBezTo>
                  <a:cubicBezTo>
                    <a:pt x="354" y="151"/>
                    <a:pt x="439" y="193"/>
                    <a:pt x="522" y="193"/>
                  </a:cubicBezTo>
                  <a:cubicBezTo>
                    <a:pt x="536" y="193"/>
                    <a:pt x="549" y="192"/>
                    <a:pt x="562" y="190"/>
                  </a:cubicBezTo>
                  <a:lnTo>
                    <a:pt x="562" y="190"/>
                  </a:lnTo>
                  <a:cubicBezTo>
                    <a:pt x="564" y="191"/>
                    <a:pt x="566" y="192"/>
                    <a:pt x="569" y="194"/>
                  </a:cubicBezTo>
                  <a:lnTo>
                    <a:pt x="593" y="182"/>
                  </a:lnTo>
                  <a:lnTo>
                    <a:pt x="593" y="182"/>
                  </a:lnTo>
                  <a:cubicBezTo>
                    <a:pt x="583" y="185"/>
                    <a:pt x="572" y="188"/>
                    <a:pt x="562" y="190"/>
                  </a:cubicBezTo>
                  <a:lnTo>
                    <a:pt x="562" y="190"/>
                  </a:lnTo>
                  <a:cubicBezTo>
                    <a:pt x="512" y="159"/>
                    <a:pt x="458" y="129"/>
                    <a:pt x="405" y="106"/>
                  </a:cubicBezTo>
                  <a:lnTo>
                    <a:pt x="333" y="70"/>
                  </a:lnTo>
                  <a:cubicBezTo>
                    <a:pt x="309" y="58"/>
                    <a:pt x="277" y="42"/>
                    <a:pt x="249" y="34"/>
                  </a:cubicBezTo>
                  <a:cubicBezTo>
                    <a:pt x="192" y="11"/>
                    <a:pt x="133" y="0"/>
                    <a:pt x="74" y="0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65"/>
            <p:cNvSpPr/>
            <p:nvPr/>
          </p:nvSpPr>
          <p:spPr>
            <a:xfrm flipH="1">
              <a:off x="6797907" y="2083349"/>
              <a:ext cx="54466" cy="56484"/>
            </a:xfrm>
            <a:custGeom>
              <a:avLst/>
              <a:gdLst/>
              <a:ahLst/>
              <a:cxnLst/>
              <a:rect l="l" t="t" r="r" b="b"/>
              <a:pathLst>
                <a:path w="405" h="420" extrusionOk="0">
                  <a:moveTo>
                    <a:pt x="30" y="0"/>
                  </a:moveTo>
                  <a:cubicBezTo>
                    <a:pt x="20" y="0"/>
                    <a:pt x="10" y="1"/>
                    <a:pt x="1" y="4"/>
                  </a:cubicBezTo>
                  <a:cubicBezTo>
                    <a:pt x="29" y="72"/>
                    <a:pt x="77" y="136"/>
                    <a:pt x="133" y="184"/>
                  </a:cubicBezTo>
                  <a:lnTo>
                    <a:pt x="353" y="400"/>
                  </a:lnTo>
                  <a:cubicBezTo>
                    <a:pt x="356" y="405"/>
                    <a:pt x="362" y="411"/>
                    <a:pt x="369" y="411"/>
                  </a:cubicBezTo>
                  <a:cubicBezTo>
                    <a:pt x="372" y="411"/>
                    <a:pt x="374" y="410"/>
                    <a:pt x="377" y="408"/>
                  </a:cubicBezTo>
                  <a:lnTo>
                    <a:pt x="405" y="420"/>
                  </a:lnTo>
                  <a:cubicBezTo>
                    <a:pt x="377" y="244"/>
                    <a:pt x="265" y="96"/>
                    <a:pt x="105" y="20"/>
                  </a:cubicBezTo>
                  <a:cubicBezTo>
                    <a:pt x="81" y="8"/>
                    <a:pt x="56" y="0"/>
                    <a:pt x="30" y="0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65"/>
            <p:cNvSpPr/>
            <p:nvPr/>
          </p:nvSpPr>
          <p:spPr>
            <a:xfrm flipH="1">
              <a:off x="6228767" y="1846521"/>
              <a:ext cx="627373" cy="249335"/>
            </a:xfrm>
            <a:custGeom>
              <a:avLst/>
              <a:gdLst/>
              <a:ahLst/>
              <a:cxnLst/>
              <a:rect l="l" t="t" r="r" b="b"/>
              <a:pathLst>
                <a:path w="4665" h="1854" extrusionOk="0">
                  <a:moveTo>
                    <a:pt x="4576" y="170"/>
                  </a:moveTo>
                  <a:cubicBezTo>
                    <a:pt x="4575" y="226"/>
                    <a:pt x="4567" y="282"/>
                    <a:pt x="4553" y="337"/>
                  </a:cubicBezTo>
                  <a:cubicBezTo>
                    <a:pt x="4537" y="417"/>
                    <a:pt x="4505" y="493"/>
                    <a:pt x="4465" y="561"/>
                  </a:cubicBezTo>
                  <a:cubicBezTo>
                    <a:pt x="4421" y="629"/>
                    <a:pt x="4369" y="689"/>
                    <a:pt x="4305" y="737"/>
                  </a:cubicBezTo>
                  <a:cubicBezTo>
                    <a:pt x="4273" y="765"/>
                    <a:pt x="4241" y="785"/>
                    <a:pt x="4205" y="805"/>
                  </a:cubicBezTo>
                  <a:lnTo>
                    <a:pt x="4093" y="873"/>
                  </a:lnTo>
                  <a:cubicBezTo>
                    <a:pt x="3805" y="1053"/>
                    <a:pt x="3501" y="1221"/>
                    <a:pt x="3205" y="1401"/>
                  </a:cubicBezTo>
                  <a:cubicBezTo>
                    <a:pt x="3169" y="1425"/>
                    <a:pt x="3133" y="1445"/>
                    <a:pt x="3097" y="1469"/>
                  </a:cubicBezTo>
                  <a:lnTo>
                    <a:pt x="3069" y="1489"/>
                  </a:lnTo>
                  <a:lnTo>
                    <a:pt x="3053" y="1497"/>
                  </a:lnTo>
                  <a:cubicBezTo>
                    <a:pt x="3053" y="1497"/>
                    <a:pt x="3056" y="1495"/>
                    <a:pt x="3058" y="1495"/>
                  </a:cubicBezTo>
                  <a:lnTo>
                    <a:pt x="3058" y="1495"/>
                  </a:lnTo>
                  <a:cubicBezTo>
                    <a:pt x="3058" y="1495"/>
                    <a:pt x="3058" y="1495"/>
                    <a:pt x="3057" y="1497"/>
                  </a:cubicBezTo>
                  <a:lnTo>
                    <a:pt x="3053" y="1497"/>
                  </a:lnTo>
                  <a:lnTo>
                    <a:pt x="3045" y="1501"/>
                  </a:lnTo>
                  <a:cubicBezTo>
                    <a:pt x="3029" y="1509"/>
                    <a:pt x="3013" y="1517"/>
                    <a:pt x="2997" y="1525"/>
                  </a:cubicBezTo>
                  <a:cubicBezTo>
                    <a:pt x="2921" y="1553"/>
                    <a:pt x="2841" y="1573"/>
                    <a:pt x="2761" y="1585"/>
                  </a:cubicBezTo>
                  <a:cubicBezTo>
                    <a:pt x="2593" y="1613"/>
                    <a:pt x="2425" y="1637"/>
                    <a:pt x="2257" y="1649"/>
                  </a:cubicBezTo>
                  <a:cubicBezTo>
                    <a:pt x="2085" y="1661"/>
                    <a:pt x="1917" y="1673"/>
                    <a:pt x="1745" y="1681"/>
                  </a:cubicBezTo>
                  <a:cubicBezTo>
                    <a:pt x="1573" y="1689"/>
                    <a:pt x="1401" y="1693"/>
                    <a:pt x="1229" y="1697"/>
                  </a:cubicBezTo>
                  <a:lnTo>
                    <a:pt x="1217" y="1697"/>
                  </a:lnTo>
                  <a:lnTo>
                    <a:pt x="1205" y="1701"/>
                  </a:lnTo>
                  <a:cubicBezTo>
                    <a:pt x="1185" y="1709"/>
                    <a:pt x="1165" y="1721"/>
                    <a:pt x="1145" y="1725"/>
                  </a:cubicBezTo>
                  <a:cubicBezTo>
                    <a:pt x="1121" y="1733"/>
                    <a:pt x="1101" y="1741"/>
                    <a:pt x="1077" y="1745"/>
                  </a:cubicBezTo>
                  <a:cubicBezTo>
                    <a:pt x="1033" y="1757"/>
                    <a:pt x="985" y="1765"/>
                    <a:pt x="937" y="1769"/>
                  </a:cubicBezTo>
                  <a:cubicBezTo>
                    <a:pt x="905" y="1771"/>
                    <a:pt x="873" y="1773"/>
                    <a:pt x="841" y="1773"/>
                  </a:cubicBezTo>
                  <a:cubicBezTo>
                    <a:pt x="777" y="1773"/>
                    <a:pt x="714" y="1767"/>
                    <a:pt x="653" y="1757"/>
                  </a:cubicBezTo>
                  <a:cubicBezTo>
                    <a:pt x="557" y="1741"/>
                    <a:pt x="465" y="1713"/>
                    <a:pt x="377" y="1673"/>
                  </a:cubicBezTo>
                  <a:cubicBezTo>
                    <a:pt x="285" y="1633"/>
                    <a:pt x="201" y="1585"/>
                    <a:pt x="121" y="1529"/>
                  </a:cubicBezTo>
                  <a:cubicBezTo>
                    <a:pt x="69" y="1433"/>
                    <a:pt x="45" y="1325"/>
                    <a:pt x="53" y="1217"/>
                  </a:cubicBezTo>
                  <a:cubicBezTo>
                    <a:pt x="57" y="1165"/>
                    <a:pt x="65" y="1109"/>
                    <a:pt x="85" y="1061"/>
                  </a:cubicBezTo>
                  <a:cubicBezTo>
                    <a:pt x="89" y="1049"/>
                    <a:pt x="93" y="1033"/>
                    <a:pt x="97" y="1025"/>
                  </a:cubicBezTo>
                  <a:cubicBezTo>
                    <a:pt x="101" y="1013"/>
                    <a:pt x="105" y="1001"/>
                    <a:pt x="113" y="989"/>
                  </a:cubicBezTo>
                  <a:cubicBezTo>
                    <a:pt x="125" y="969"/>
                    <a:pt x="141" y="953"/>
                    <a:pt x="157" y="937"/>
                  </a:cubicBezTo>
                  <a:cubicBezTo>
                    <a:pt x="241" y="877"/>
                    <a:pt x="341" y="837"/>
                    <a:pt x="445" y="817"/>
                  </a:cubicBezTo>
                  <a:cubicBezTo>
                    <a:pt x="553" y="789"/>
                    <a:pt x="665" y="773"/>
                    <a:pt x="773" y="745"/>
                  </a:cubicBezTo>
                  <a:cubicBezTo>
                    <a:pt x="889" y="721"/>
                    <a:pt x="1001" y="681"/>
                    <a:pt x="1105" y="625"/>
                  </a:cubicBezTo>
                  <a:lnTo>
                    <a:pt x="1141" y="601"/>
                  </a:lnTo>
                  <a:lnTo>
                    <a:pt x="1177" y="577"/>
                  </a:lnTo>
                  <a:cubicBezTo>
                    <a:pt x="1197" y="565"/>
                    <a:pt x="1217" y="553"/>
                    <a:pt x="1237" y="549"/>
                  </a:cubicBezTo>
                  <a:cubicBezTo>
                    <a:pt x="1285" y="533"/>
                    <a:pt x="1337" y="525"/>
                    <a:pt x="1389" y="521"/>
                  </a:cubicBezTo>
                  <a:cubicBezTo>
                    <a:pt x="1456" y="516"/>
                    <a:pt x="1522" y="512"/>
                    <a:pt x="1589" y="512"/>
                  </a:cubicBezTo>
                  <a:cubicBezTo>
                    <a:pt x="1630" y="512"/>
                    <a:pt x="1672" y="514"/>
                    <a:pt x="1713" y="517"/>
                  </a:cubicBezTo>
                  <a:cubicBezTo>
                    <a:pt x="1825" y="521"/>
                    <a:pt x="1937" y="525"/>
                    <a:pt x="2045" y="537"/>
                  </a:cubicBezTo>
                  <a:cubicBezTo>
                    <a:pt x="2269" y="549"/>
                    <a:pt x="2493" y="573"/>
                    <a:pt x="2713" y="593"/>
                  </a:cubicBezTo>
                  <a:cubicBezTo>
                    <a:pt x="2825" y="601"/>
                    <a:pt x="2937" y="609"/>
                    <a:pt x="3049" y="617"/>
                  </a:cubicBezTo>
                  <a:cubicBezTo>
                    <a:pt x="3107" y="623"/>
                    <a:pt x="3164" y="626"/>
                    <a:pt x="3221" y="626"/>
                  </a:cubicBezTo>
                  <a:cubicBezTo>
                    <a:pt x="3278" y="626"/>
                    <a:pt x="3335" y="623"/>
                    <a:pt x="3393" y="617"/>
                  </a:cubicBezTo>
                  <a:lnTo>
                    <a:pt x="3557" y="585"/>
                  </a:lnTo>
                  <a:lnTo>
                    <a:pt x="3721" y="549"/>
                  </a:lnTo>
                  <a:cubicBezTo>
                    <a:pt x="3833" y="521"/>
                    <a:pt x="3941" y="489"/>
                    <a:pt x="4045" y="449"/>
                  </a:cubicBezTo>
                  <a:cubicBezTo>
                    <a:pt x="4153" y="413"/>
                    <a:pt x="4257" y="365"/>
                    <a:pt x="4357" y="313"/>
                  </a:cubicBezTo>
                  <a:cubicBezTo>
                    <a:pt x="4435" y="274"/>
                    <a:pt x="4509" y="225"/>
                    <a:pt x="4576" y="170"/>
                  </a:cubicBezTo>
                  <a:close/>
                  <a:moveTo>
                    <a:pt x="4645" y="1"/>
                  </a:moveTo>
                  <a:lnTo>
                    <a:pt x="4589" y="61"/>
                  </a:lnTo>
                  <a:cubicBezTo>
                    <a:pt x="4513" y="137"/>
                    <a:pt x="4425" y="205"/>
                    <a:pt x="4329" y="261"/>
                  </a:cubicBezTo>
                  <a:cubicBezTo>
                    <a:pt x="4237" y="317"/>
                    <a:pt x="4137" y="365"/>
                    <a:pt x="4029" y="401"/>
                  </a:cubicBezTo>
                  <a:cubicBezTo>
                    <a:pt x="3929" y="441"/>
                    <a:pt x="3821" y="473"/>
                    <a:pt x="3713" y="501"/>
                  </a:cubicBezTo>
                  <a:cubicBezTo>
                    <a:pt x="3661" y="517"/>
                    <a:pt x="3605" y="529"/>
                    <a:pt x="3553" y="541"/>
                  </a:cubicBezTo>
                  <a:lnTo>
                    <a:pt x="3385" y="569"/>
                  </a:lnTo>
                  <a:cubicBezTo>
                    <a:pt x="3349" y="570"/>
                    <a:pt x="3312" y="571"/>
                    <a:pt x="3276" y="571"/>
                  </a:cubicBezTo>
                  <a:cubicBezTo>
                    <a:pt x="3203" y="571"/>
                    <a:pt x="3129" y="567"/>
                    <a:pt x="3057" y="557"/>
                  </a:cubicBezTo>
                  <a:cubicBezTo>
                    <a:pt x="2945" y="545"/>
                    <a:pt x="2837" y="529"/>
                    <a:pt x="2725" y="513"/>
                  </a:cubicBezTo>
                  <a:cubicBezTo>
                    <a:pt x="2505" y="477"/>
                    <a:pt x="2281" y="445"/>
                    <a:pt x="2057" y="417"/>
                  </a:cubicBezTo>
                  <a:cubicBezTo>
                    <a:pt x="1949" y="405"/>
                    <a:pt x="1833" y="393"/>
                    <a:pt x="1721" y="389"/>
                  </a:cubicBezTo>
                  <a:cubicBezTo>
                    <a:pt x="1669" y="385"/>
                    <a:pt x="1617" y="383"/>
                    <a:pt x="1566" y="383"/>
                  </a:cubicBezTo>
                  <a:cubicBezTo>
                    <a:pt x="1503" y="383"/>
                    <a:pt x="1441" y="386"/>
                    <a:pt x="1377" y="393"/>
                  </a:cubicBezTo>
                  <a:cubicBezTo>
                    <a:pt x="1317" y="397"/>
                    <a:pt x="1257" y="409"/>
                    <a:pt x="1201" y="429"/>
                  </a:cubicBezTo>
                  <a:cubicBezTo>
                    <a:pt x="1185" y="433"/>
                    <a:pt x="1169" y="441"/>
                    <a:pt x="1153" y="449"/>
                  </a:cubicBezTo>
                  <a:cubicBezTo>
                    <a:pt x="1137" y="453"/>
                    <a:pt x="1121" y="465"/>
                    <a:pt x="1109" y="473"/>
                  </a:cubicBezTo>
                  <a:lnTo>
                    <a:pt x="1077" y="497"/>
                  </a:lnTo>
                  <a:lnTo>
                    <a:pt x="1045" y="521"/>
                  </a:lnTo>
                  <a:cubicBezTo>
                    <a:pt x="949" y="569"/>
                    <a:pt x="849" y="609"/>
                    <a:pt x="749" y="637"/>
                  </a:cubicBezTo>
                  <a:cubicBezTo>
                    <a:pt x="641" y="665"/>
                    <a:pt x="533" y="689"/>
                    <a:pt x="421" y="725"/>
                  </a:cubicBezTo>
                  <a:cubicBezTo>
                    <a:pt x="305" y="749"/>
                    <a:pt x="201" y="805"/>
                    <a:pt x="109" y="881"/>
                  </a:cubicBezTo>
                  <a:cubicBezTo>
                    <a:pt x="85" y="901"/>
                    <a:pt x="65" y="929"/>
                    <a:pt x="49" y="957"/>
                  </a:cubicBezTo>
                  <a:cubicBezTo>
                    <a:pt x="45" y="969"/>
                    <a:pt x="37" y="985"/>
                    <a:pt x="33" y="997"/>
                  </a:cubicBezTo>
                  <a:cubicBezTo>
                    <a:pt x="29" y="1017"/>
                    <a:pt x="25" y="1029"/>
                    <a:pt x="21" y="1041"/>
                  </a:cubicBezTo>
                  <a:cubicBezTo>
                    <a:pt x="9" y="1101"/>
                    <a:pt x="1" y="1157"/>
                    <a:pt x="1" y="1217"/>
                  </a:cubicBezTo>
                  <a:cubicBezTo>
                    <a:pt x="5" y="1333"/>
                    <a:pt x="41" y="1445"/>
                    <a:pt x="109" y="1541"/>
                  </a:cubicBezTo>
                  <a:lnTo>
                    <a:pt x="113" y="1541"/>
                  </a:lnTo>
                  <a:cubicBezTo>
                    <a:pt x="149" y="1573"/>
                    <a:pt x="189" y="1605"/>
                    <a:pt x="229" y="1633"/>
                  </a:cubicBezTo>
                  <a:cubicBezTo>
                    <a:pt x="273" y="1661"/>
                    <a:pt x="313" y="1689"/>
                    <a:pt x="357" y="1709"/>
                  </a:cubicBezTo>
                  <a:cubicBezTo>
                    <a:pt x="449" y="1761"/>
                    <a:pt x="541" y="1797"/>
                    <a:pt x="641" y="1821"/>
                  </a:cubicBezTo>
                  <a:cubicBezTo>
                    <a:pt x="728" y="1842"/>
                    <a:pt x="815" y="1853"/>
                    <a:pt x="905" y="1853"/>
                  </a:cubicBezTo>
                  <a:cubicBezTo>
                    <a:pt x="918" y="1853"/>
                    <a:pt x="932" y="1853"/>
                    <a:pt x="945" y="1853"/>
                  </a:cubicBezTo>
                  <a:cubicBezTo>
                    <a:pt x="997" y="1853"/>
                    <a:pt x="1049" y="1849"/>
                    <a:pt x="1097" y="1837"/>
                  </a:cubicBezTo>
                  <a:cubicBezTo>
                    <a:pt x="1125" y="1833"/>
                    <a:pt x="1149" y="1829"/>
                    <a:pt x="1173" y="1821"/>
                  </a:cubicBezTo>
                  <a:cubicBezTo>
                    <a:pt x="1194" y="1815"/>
                    <a:pt x="1213" y="1809"/>
                    <a:pt x="1233" y="1801"/>
                  </a:cubicBezTo>
                  <a:lnTo>
                    <a:pt x="1233" y="1801"/>
                  </a:lnTo>
                  <a:cubicBezTo>
                    <a:pt x="1404" y="1805"/>
                    <a:pt x="1578" y="1805"/>
                    <a:pt x="1749" y="1805"/>
                  </a:cubicBezTo>
                  <a:cubicBezTo>
                    <a:pt x="1921" y="1801"/>
                    <a:pt x="2093" y="1801"/>
                    <a:pt x="2269" y="1789"/>
                  </a:cubicBezTo>
                  <a:cubicBezTo>
                    <a:pt x="2441" y="1777"/>
                    <a:pt x="2617" y="1761"/>
                    <a:pt x="2789" y="1733"/>
                  </a:cubicBezTo>
                  <a:cubicBezTo>
                    <a:pt x="2881" y="1717"/>
                    <a:pt x="2969" y="1693"/>
                    <a:pt x="3053" y="1661"/>
                  </a:cubicBezTo>
                  <a:cubicBezTo>
                    <a:pt x="3077" y="1653"/>
                    <a:pt x="3097" y="1641"/>
                    <a:pt x="3121" y="1629"/>
                  </a:cubicBezTo>
                  <a:lnTo>
                    <a:pt x="3137" y="1617"/>
                  </a:lnTo>
                  <a:lnTo>
                    <a:pt x="3153" y="1609"/>
                  </a:lnTo>
                  <a:lnTo>
                    <a:pt x="3177" y="1593"/>
                  </a:lnTo>
                  <a:lnTo>
                    <a:pt x="3285" y="1525"/>
                  </a:lnTo>
                  <a:cubicBezTo>
                    <a:pt x="3577" y="1341"/>
                    <a:pt x="3873" y="1165"/>
                    <a:pt x="4165" y="977"/>
                  </a:cubicBezTo>
                  <a:lnTo>
                    <a:pt x="4273" y="905"/>
                  </a:lnTo>
                  <a:cubicBezTo>
                    <a:pt x="4305" y="881"/>
                    <a:pt x="4345" y="857"/>
                    <a:pt x="4381" y="825"/>
                  </a:cubicBezTo>
                  <a:cubicBezTo>
                    <a:pt x="4453" y="765"/>
                    <a:pt x="4513" y="693"/>
                    <a:pt x="4557" y="613"/>
                  </a:cubicBezTo>
                  <a:cubicBezTo>
                    <a:pt x="4601" y="533"/>
                    <a:pt x="4629" y="445"/>
                    <a:pt x="4645" y="353"/>
                  </a:cubicBezTo>
                  <a:cubicBezTo>
                    <a:pt x="4661" y="265"/>
                    <a:pt x="4665" y="173"/>
                    <a:pt x="4653" y="81"/>
                  </a:cubicBezTo>
                  <a:lnTo>
                    <a:pt x="4645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65"/>
            <p:cNvSpPr/>
            <p:nvPr/>
          </p:nvSpPr>
          <p:spPr>
            <a:xfrm flipH="1">
              <a:off x="6745189" y="1605524"/>
              <a:ext cx="449852" cy="465453"/>
            </a:xfrm>
            <a:custGeom>
              <a:avLst/>
              <a:gdLst/>
              <a:ahLst/>
              <a:cxnLst/>
              <a:rect l="l" t="t" r="r" b="b"/>
              <a:pathLst>
                <a:path w="3345" h="3461" extrusionOk="0">
                  <a:moveTo>
                    <a:pt x="1537" y="0"/>
                  </a:moveTo>
                  <a:lnTo>
                    <a:pt x="1517" y="44"/>
                  </a:lnTo>
                  <a:cubicBezTo>
                    <a:pt x="1485" y="124"/>
                    <a:pt x="1429" y="212"/>
                    <a:pt x="1349" y="232"/>
                  </a:cubicBezTo>
                  <a:cubicBezTo>
                    <a:pt x="1339" y="234"/>
                    <a:pt x="1328" y="235"/>
                    <a:pt x="1317" y="235"/>
                  </a:cubicBezTo>
                  <a:cubicBezTo>
                    <a:pt x="1306" y="235"/>
                    <a:pt x="1295" y="234"/>
                    <a:pt x="1285" y="232"/>
                  </a:cubicBezTo>
                  <a:cubicBezTo>
                    <a:pt x="1261" y="232"/>
                    <a:pt x="1233" y="232"/>
                    <a:pt x="1209" y="236"/>
                  </a:cubicBezTo>
                  <a:cubicBezTo>
                    <a:pt x="1161" y="236"/>
                    <a:pt x="1117" y="244"/>
                    <a:pt x="1069" y="252"/>
                  </a:cubicBezTo>
                  <a:cubicBezTo>
                    <a:pt x="877" y="280"/>
                    <a:pt x="693" y="336"/>
                    <a:pt x="517" y="412"/>
                  </a:cubicBezTo>
                  <a:cubicBezTo>
                    <a:pt x="473" y="432"/>
                    <a:pt x="429" y="456"/>
                    <a:pt x="389" y="484"/>
                  </a:cubicBezTo>
                  <a:cubicBezTo>
                    <a:pt x="349" y="512"/>
                    <a:pt x="309" y="540"/>
                    <a:pt x="273" y="572"/>
                  </a:cubicBezTo>
                  <a:cubicBezTo>
                    <a:pt x="193" y="632"/>
                    <a:pt x="125" y="708"/>
                    <a:pt x="73" y="796"/>
                  </a:cubicBezTo>
                  <a:cubicBezTo>
                    <a:pt x="29" y="888"/>
                    <a:pt x="9" y="989"/>
                    <a:pt x="9" y="1089"/>
                  </a:cubicBezTo>
                  <a:cubicBezTo>
                    <a:pt x="1" y="1189"/>
                    <a:pt x="1" y="1285"/>
                    <a:pt x="9" y="1381"/>
                  </a:cubicBezTo>
                  <a:cubicBezTo>
                    <a:pt x="17" y="1481"/>
                    <a:pt x="37" y="1577"/>
                    <a:pt x="69" y="1669"/>
                  </a:cubicBezTo>
                  <a:cubicBezTo>
                    <a:pt x="97" y="1765"/>
                    <a:pt x="133" y="1857"/>
                    <a:pt x="173" y="1945"/>
                  </a:cubicBezTo>
                  <a:cubicBezTo>
                    <a:pt x="213" y="2033"/>
                    <a:pt x="257" y="2117"/>
                    <a:pt x="305" y="2201"/>
                  </a:cubicBezTo>
                  <a:cubicBezTo>
                    <a:pt x="353" y="2285"/>
                    <a:pt x="409" y="2365"/>
                    <a:pt x="473" y="2441"/>
                  </a:cubicBezTo>
                  <a:cubicBezTo>
                    <a:pt x="533" y="2521"/>
                    <a:pt x="605" y="2593"/>
                    <a:pt x="685" y="2653"/>
                  </a:cubicBezTo>
                  <a:cubicBezTo>
                    <a:pt x="705" y="2669"/>
                    <a:pt x="725" y="2685"/>
                    <a:pt x="753" y="2697"/>
                  </a:cubicBezTo>
                  <a:cubicBezTo>
                    <a:pt x="777" y="2713"/>
                    <a:pt x="797" y="2721"/>
                    <a:pt x="817" y="2733"/>
                  </a:cubicBezTo>
                  <a:lnTo>
                    <a:pt x="941" y="2793"/>
                  </a:lnTo>
                  <a:lnTo>
                    <a:pt x="1445" y="3039"/>
                  </a:lnTo>
                  <a:lnTo>
                    <a:pt x="1445" y="3039"/>
                  </a:lnTo>
                  <a:cubicBezTo>
                    <a:pt x="1465" y="3055"/>
                    <a:pt x="1485" y="3072"/>
                    <a:pt x="1505" y="3089"/>
                  </a:cubicBezTo>
                  <a:cubicBezTo>
                    <a:pt x="1525" y="3105"/>
                    <a:pt x="1549" y="3125"/>
                    <a:pt x="1573" y="3141"/>
                  </a:cubicBezTo>
                  <a:cubicBezTo>
                    <a:pt x="1625" y="3181"/>
                    <a:pt x="1673" y="3213"/>
                    <a:pt x="1725" y="3241"/>
                  </a:cubicBezTo>
                  <a:cubicBezTo>
                    <a:pt x="1777" y="3273"/>
                    <a:pt x="1829" y="3297"/>
                    <a:pt x="1881" y="3321"/>
                  </a:cubicBezTo>
                  <a:cubicBezTo>
                    <a:pt x="1909" y="3337"/>
                    <a:pt x="1937" y="3345"/>
                    <a:pt x="1965" y="3357"/>
                  </a:cubicBezTo>
                  <a:cubicBezTo>
                    <a:pt x="1993" y="3369"/>
                    <a:pt x="2021" y="3377"/>
                    <a:pt x="2049" y="3385"/>
                  </a:cubicBezTo>
                  <a:cubicBezTo>
                    <a:pt x="2077" y="3393"/>
                    <a:pt x="2105" y="3405"/>
                    <a:pt x="2133" y="3413"/>
                  </a:cubicBezTo>
                  <a:lnTo>
                    <a:pt x="2217" y="3433"/>
                  </a:lnTo>
                  <a:cubicBezTo>
                    <a:pt x="2277" y="3445"/>
                    <a:pt x="2333" y="3453"/>
                    <a:pt x="2393" y="3457"/>
                  </a:cubicBezTo>
                  <a:cubicBezTo>
                    <a:pt x="2421" y="3457"/>
                    <a:pt x="2453" y="3461"/>
                    <a:pt x="2481" y="3461"/>
                  </a:cubicBezTo>
                  <a:lnTo>
                    <a:pt x="2569" y="3457"/>
                  </a:lnTo>
                  <a:cubicBezTo>
                    <a:pt x="2625" y="3457"/>
                    <a:pt x="2685" y="3445"/>
                    <a:pt x="2741" y="3437"/>
                  </a:cubicBezTo>
                  <a:lnTo>
                    <a:pt x="2741" y="3425"/>
                  </a:lnTo>
                  <a:cubicBezTo>
                    <a:pt x="2703" y="3425"/>
                    <a:pt x="2666" y="3426"/>
                    <a:pt x="2628" y="3426"/>
                  </a:cubicBezTo>
                  <a:cubicBezTo>
                    <a:pt x="2608" y="3426"/>
                    <a:pt x="2589" y="3426"/>
                    <a:pt x="2569" y="3425"/>
                  </a:cubicBezTo>
                  <a:lnTo>
                    <a:pt x="2485" y="3417"/>
                  </a:lnTo>
                  <a:cubicBezTo>
                    <a:pt x="2457" y="3417"/>
                    <a:pt x="2429" y="3409"/>
                    <a:pt x="2401" y="3405"/>
                  </a:cubicBezTo>
                  <a:cubicBezTo>
                    <a:pt x="2373" y="3401"/>
                    <a:pt x="2345" y="3397"/>
                    <a:pt x="2317" y="3389"/>
                  </a:cubicBezTo>
                  <a:lnTo>
                    <a:pt x="2237" y="3369"/>
                  </a:lnTo>
                  <a:lnTo>
                    <a:pt x="2157" y="3341"/>
                  </a:lnTo>
                  <a:cubicBezTo>
                    <a:pt x="2129" y="3333"/>
                    <a:pt x="2105" y="3325"/>
                    <a:pt x="2077" y="3313"/>
                  </a:cubicBezTo>
                  <a:cubicBezTo>
                    <a:pt x="2049" y="3301"/>
                    <a:pt x="2025" y="3293"/>
                    <a:pt x="2001" y="3281"/>
                  </a:cubicBezTo>
                  <a:cubicBezTo>
                    <a:pt x="1973" y="3265"/>
                    <a:pt x="1949" y="3257"/>
                    <a:pt x="1925" y="3241"/>
                  </a:cubicBezTo>
                  <a:cubicBezTo>
                    <a:pt x="1877" y="3213"/>
                    <a:pt x="1829" y="3185"/>
                    <a:pt x="1781" y="3153"/>
                  </a:cubicBezTo>
                  <a:cubicBezTo>
                    <a:pt x="1733" y="3125"/>
                    <a:pt x="1689" y="3089"/>
                    <a:pt x="1645" y="3053"/>
                  </a:cubicBezTo>
                  <a:cubicBezTo>
                    <a:pt x="1625" y="3037"/>
                    <a:pt x="1601" y="3017"/>
                    <a:pt x="1581" y="3001"/>
                  </a:cubicBezTo>
                  <a:cubicBezTo>
                    <a:pt x="1561" y="2981"/>
                    <a:pt x="1541" y="2961"/>
                    <a:pt x="1525" y="2945"/>
                  </a:cubicBezTo>
                  <a:lnTo>
                    <a:pt x="1517" y="2937"/>
                  </a:lnTo>
                  <a:lnTo>
                    <a:pt x="1509" y="2933"/>
                  </a:lnTo>
                  <a:lnTo>
                    <a:pt x="1009" y="2669"/>
                  </a:lnTo>
                  <a:lnTo>
                    <a:pt x="881" y="2605"/>
                  </a:lnTo>
                  <a:cubicBezTo>
                    <a:pt x="865" y="2593"/>
                    <a:pt x="837" y="2585"/>
                    <a:pt x="821" y="2573"/>
                  </a:cubicBezTo>
                  <a:cubicBezTo>
                    <a:pt x="805" y="2561"/>
                    <a:pt x="789" y="2549"/>
                    <a:pt x="773" y="2537"/>
                  </a:cubicBezTo>
                  <a:cubicBezTo>
                    <a:pt x="705" y="2481"/>
                    <a:pt x="641" y="2421"/>
                    <a:pt x="585" y="2353"/>
                  </a:cubicBezTo>
                  <a:cubicBezTo>
                    <a:pt x="529" y="2281"/>
                    <a:pt x="477" y="2205"/>
                    <a:pt x="429" y="2129"/>
                  </a:cubicBezTo>
                  <a:cubicBezTo>
                    <a:pt x="381" y="2049"/>
                    <a:pt x="337" y="1969"/>
                    <a:pt x="297" y="1885"/>
                  </a:cubicBezTo>
                  <a:cubicBezTo>
                    <a:pt x="257" y="1805"/>
                    <a:pt x="225" y="1717"/>
                    <a:pt x="193" y="1633"/>
                  </a:cubicBezTo>
                  <a:cubicBezTo>
                    <a:pt x="165" y="1549"/>
                    <a:pt x="145" y="1461"/>
                    <a:pt x="133" y="1373"/>
                  </a:cubicBezTo>
                  <a:cubicBezTo>
                    <a:pt x="121" y="1281"/>
                    <a:pt x="117" y="1189"/>
                    <a:pt x="117" y="1097"/>
                  </a:cubicBezTo>
                  <a:cubicBezTo>
                    <a:pt x="101" y="917"/>
                    <a:pt x="181" y="740"/>
                    <a:pt x="325" y="632"/>
                  </a:cubicBezTo>
                  <a:cubicBezTo>
                    <a:pt x="357" y="600"/>
                    <a:pt x="393" y="572"/>
                    <a:pt x="429" y="544"/>
                  </a:cubicBezTo>
                  <a:cubicBezTo>
                    <a:pt x="465" y="516"/>
                    <a:pt x="505" y="492"/>
                    <a:pt x="545" y="472"/>
                  </a:cubicBezTo>
                  <a:cubicBezTo>
                    <a:pt x="709" y="384"/>
                    <a:pt x="889" y="324"/>
                    <a:pt x="1073" y="296"/>
                  </a:cubicBezTo>
                  <a:cubicBezTo>
                    <a:pt x="1117" y="288"/>
                    <a:pt x="1165" y="280"/>
                    <a:pt x="1209" y="276"/>
                  </a:cubicBezTo>
                  <a:lnTo>
                    <a:pt x="1277" y="276"/>
                  </a:lnTo>
                  <a:cubicBezTo>
                    <a:pt x="1291" y="278"/>
                    <a:pt x="1304" y="279"/>
                    <a:pt x="1317" y="279"/>
                  </a:cubicBezTo>
                  <a:cubicBezTo>
                    <a:pt x="1330" y="279"/>
                    <a:pt x="1343" y="278"/>
                    <a:pt x="1357" y="276"/>
                  </a:cubicBezTo>
                  <a:cubicBezTo>
                    <a:pt x="1405" y="264"/>
                    <a:pt x="1449" y="232"/>
                    <a:pt x="1485" y="192"/>
                  </a:cubicBezTo>
                  <a:cubicBezTo>
                    <a:pt x="1506" y="169"/>
                    <a:pt x="1525" y="142"/>
                    <a:pt x="1541" y="114"/>
                  </a:cubicBezTo>
                  <a:lnTo>
                    <a:pt x="1541" y="114"/>
                  </a:lnTo>
                  <a:lnTo>
                    <a:pt x="1569" y="160"/>
                  </a:lnTo>
                  <a:lnTo>
                    <a:pt x="1629" y="240"/>
                  </a:lnTo>
                  <a:cubicBezTo>
                    <a:pt x="1673" y="296"/>
                    <a:pt x="1717" y="348"/>
                    <a:pt x="1765" y="396"/>
                  </a:cubicBezTo>
                  <a:cubicBezTo>
                    <a:pt x="1857" y="492"/>
                    <a:pt x="1961" y="580"/>
                    <a:pt x="2065" y="668"/>
                  </a:cubicBezTo>
                  <a:cubicBezTo>
                    <a:pt x="2169" y="752"/>
                    <a:pt x="2281" y="828"/>
                    <a:pt x="2381" y="913"/>
                  </a:cubicBezTo>
                  <a:cubicBezTo>
                    <a:pt x="2425" y="949"/>
                    <a:pt x="2469" y="989"/>
                    <a:pt x="2505" y="1033"/>
                  </a:cubicBezTo>
                  <a:lnTo>
                    <a:pt x="2517" y="1057"/>
                  </a:lnTo>
                  <a:lnTo>
                    <a:pt x="2521" y="1061"/>
                  </a:lnTo>
                  <a:lnTo>
                    <a:pt x="2521" y="1065"/>
                  </a:lnTo>
                  <a:cubicBezTo>
                    <a:pt x="2523" y="1065"/>
                    <a:pt x="2523" y="1062"/>
                    <a:pt x="2522" y="1060"/>
                  </a:cubicBezTo>
                  <a:lnTo>
                    <a:pt x="2522" y="1060"/>
                  </a:lnTo>
                  <a:lnTo>
                    <a:pt x="2529" y="1073"/>
                  </a:lnTo>
                  <a:cubicBezTo>
                    <a:pt x="2537" y="1089"/>
                    <a:pt x="2549" y="1105"/>
                    <a:pt x="2561" y="1121"/>
                  </a:cubicBezTo>
                  <a:cubicBezTo>
                    <a:pt x="2581" y="1149"/>
                    <a:pt x="2601" y="1181"/>
                    <a:pt x="2625" y="1205"/>
                  </a:cubicBezTo>
                  <a:cubicBezTo>
                    <a:pt x="2717" y="1309"/>
                    <a:pt x="2817" y="1401"/>
                    <a:pt x="2917" y="1489"/>
                  </a:cubicBezTo>
                  <a:cubicBezTo>
                    <a:pt x="3013" y="1577"/>
                    <a:pt x="3105" y="1669"/>
                    <a:pt x="3189" y="1769"/>
                  </a:cubicBezTo>
                  <a:lnTo>
                    <a:pt x="3217" y="1805"/>
                  </a:lnTo>
                  <a:cubicBezTo>
                    <a:pt x="3225" y="1817"/>
                    <a:pt x="3233" y="1833"/>
                    <a:pt x="3237" y="1845"/>
                  </a:cubicBezTo>
                  <a:cubicBezTo>
                    <a:pt x="3245" y="1857"/>
                    <a:pt x="3249" y="1873"/>
                    <a:pt x="3253" y="1885"/>
                  </a:cubicBezTo>
                  <a:lnTo>
                    <a:pt x="3261" y="1929"/>
                  </a:lnTo>
                  <a:cubicBezTo>
                    <a:pt x="3269" y="1993"/>
                    <a:pt x="3269" y="2057"/>
                    <a:pt x="3261" y="2121"/>
                  </a:cubicBezTo>
                  <a:cubicBezTo>
                    <a:pt x="3245" y="2253"/>
                    <a:pt x="3221" y="2381"/>
                    <a:pt x="3185" y="2509"/>
                  </a:cubicBezTo>
                  <a:lnTo>
                    <a:pt x="3201" y="2517"/>
                  </a:lnTo>
                  <a:cubicBezTo>
                    <a:pt x="3257" y="2393"/>
                    <a:pt x="3297" y="2265"/>
                    <a:pt x="3325" y="2129"/>
                  </a:cubicBezTo>
                  <a:cubicBezTo>
                    <a:pt x="3337" y="2061"/>
                    <a:pt x="3345" y="1993"/>
                    <a:pt x="3341" y="1925"/>
                  </a:cubicBezTo>
                  <a:lnTo>
                    <a:pt x="3333" y="1869"/>
                  </a:lnTo>
                  <a:cubicBezTo>
                    <a:pt x="3329" y="1849"/>
                    <a:pt x="3325" y="1829"/>
                    <a:pt x="3317" y="1813"/>
                  </a:cubicBezTo>
                  <a:cubicBezTo>
                    <a:pt x="3313" y="1797"/>
                    <a:pt x="3305" y="1781"/>
                    <a:pt x="3297" y="1765"/>
                  </a:cubicBezTo>
                  <a:cubicBezTo>
                    <a:pt x="3289" y="1749"/>
                    <a:pt x="3277" y="1729"/>
                    <a:pt x="3269" y="1717"/>
                  </a:cubicBezTo>
                  <a:cubicBezTo>
                    <a:pt x="3185" y="1605"/>
                    <a:pt x="3093" y="1505"/>
                    <a:pt x="2997" y="1409"/>
                  </a:cubicBezTo>
                  <a:cubicBezTo>
                    <a:pt x="2901" y="1317"/>
                    <a:pt x="2805" y="1225"/>
                    <a:pt x="2721" y="1125"/>
                  </a:cubicBezTo>
                  <a:cubicBezTo>
                    <a:pt x="2701" y="1105"/>
                    <a:pt x="2681" y="1081"/>
                    <a:pt x="2665" y="1053"/>
                  </a:cubicBezTo>
                  <a:cubicBezTo>
                    <a:pt x="2657" y="1041"/>
                    <a:pt x="2649" y="1029"/>
                    <a:pt x="2645" y="1017"/>
                  </a:cubicBezTo>
                  <a:lnTo>
                    <a:pt x="2629" y="993"/>
                  </a:lnTo>
                  <a:lnTo>
                    <a:pt x="2617" y="969"/>
                  </a:lnTo>
                  <a:cubicBezTo>
                    <a:pt x="2573" y="913"/>
                    <a:pt x="2521" y="856"/>
                    <a:pt x="2461" y="812"/>
                  </a:cubicBezTo>
                  <a:cubicBezTo>
                    <a:pt x="2353" y="728"/>
                    <a:pt x="2241" y="656"/>
                    <a:pt x="2133" y="580"/>
                  </a:cubicBezTo>
                  <a:cubicBezTo>
                    <a:pt x="2025" y="504"/>
                    <a:pt x="1921" y="424"/>
                    <a:pt x="1825" y="336"/>
                  </a:cubicBezTo>
                  <a:cubicBezTo>
                    <a:pt x="1773" y="292"/>
                    <a:pt x="1729" y="244"/>
                    <a:pt x="1685" y="196"/>
                  </a:cubicBezTo>
                  <a:lnTo>
                    <a:pt x="1621" y="120"/>
                  </a:lnTo>
                  <a:lnTo>
                    <a:pt x="1565" y="40"/>
                  </a:lnTo>
                  <a:lnTo>
                    <a:pt x="1537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65"/>
            <p:cNvSpPr/>
            <p:nvPr/>
          </p:nvSpPr>
          <p:spPr>
            <a:xfrm flipH="1">
              <a:off x="7100768" y="1549982"/>
              <a:ext cx="256194" cy="402648"/>
            </a:xfrm>
            <a:custGeom>
              <a:avLst/>
              <a:gdLst/>
              <a:ahLst/>
              <a:cxnLst/>
              <a:rect l="l" t="t" r="r" b="b"/>
              <a:pathLst>
                <a:path w="1905" h="2994" extrusionOk="0">
                  <a:moveTo>
                    <a:pt x="437" y="0"/>
                  </a:moveTo>
                  <a:cubicBezTo>
                    <a:pt x="424" y="0"/>
                    <a:pt x="410" y="1"/>
                    <a:pt x="397" y="1"/>
                  </a:cubicBezTo>
                  <a:cubicBezTo>
                    <a:pt x="325" y="1"/>
                    <a:pt x="249" y="5"/>
                    <a:pt x="173" y="17"/>
                  </a:cubicBezTo>
                  <a:lnTo>
                    <a:pt x="1" y="37"/>
                  </a:lnTo>
                  <a:lnTo>
                    <a:pt x="165" y="89"/>
                  </a:lnTo>
                  <a:cubicBezTo>
                    <a:pt x="237" y="109"/>
                    <a:pt x="293" y="153"/>
                    <a:pt x="333" y="213"/>
                  </a:cubicBezTo>
                  <a:cubicBezTo>
                    <a:pt x="349" y="245"/>
                    <a:pt x="361" y="281"/>
                    <a:pt x="365" y="317"/>
                  </a:cubicBezTo>
                  <a:cubicBezTo>
                    <a:pt x="365" y="357"/>
                    <a:pt x="365" y="393"/>
                    <a:pt x="361" y="433"/>
                  </a:cubicBezTo>
                  <a:cubicBezTo>
                    <a:pt x="353" y="513"/>
                    <a:pt x="341" y="589"/>
                    <a:pt x="333" y="669"/>
                  </a:cubicBezTo>
                  <a:lnTo>
                    <a:pt x="297" y="905"/>
                  </a:lnTo>
                  <a:cubicBezTo>
                    <a:pt x="273" y="1065"/>
                    <a:pt x="265" y="1225"/>
                    <a:pt x="273" y="1390"/>
                  </a:cubicBezTo>
                  <a:cubicBezTo>
                    <a:pt x="281" y="1474"/>
                    <a:pt x="305" y="1558"/>
                    <a:pt x="341" y="1638"/>
                  </a:cubicBezTo>
                  <a:cubicBezTo>
                    <a:pt x="353" y="1658"/>
                    <a:pt x="369" y="1678"/>
                    <a:pt x="385" y="1698"/>
                  </a:cubicBezTo>
                  <a:cubicBezTo>
                    <a:pt x="393" y="1706"/>
                    <a:pt x="401" y="1718"/>
                    <a:pt x="409" y="1726"/>
                  </a:cubicBezTo>
                  <a:lnTo>
                    <a:pt x="433" y="1746"/>
                  </a:lnTo>
                  <a:cubicBezTo>
                    <a:pt x="461" y="1770"/>
                    <a:pt x="485" y="1794"/>
                    <a:pt x="509" y="1826"/>
                  </a:cubicBezTo>
                  <a:cubicBezTo>
                    <a:pt x="557" y="1882"/>
                    <a:pt x="605" y="1942"/>
                    <a:pt x="649" y="2006"/>
                  </a:cubicBezTo>
                  <a:cubicBezTo>
                    <a:pt x="693" y="2070"/>
                    <a:pt x="737" y="2134"/>
                    <a:pt x="781" y="2198"/>
                  </a:cubicBezTo>
                  <a:cubicBezTo>
                    <a:pt x="873" y="2326"/>
                    <a:pt x="961" y="2458"/>
                    <a:pt x="1053" y="2586"/>
                  </a:cubicBezTo>
                  <a:cubicBezTo>
                    <a:pt x="1101" y="2654"/>
                    <a:pt x="1153" y="2718"/>
                    <a:pt x="1209" y="2778"/>
                  </a:cubicBezTo>
                  <a:cubicBezTo>
                    <a:pt x="1273" y="2838"/>
                    <a:pt x="1349" y="2882"/>
                    <a:pt x="1433" y="2906"/>
                  </a:cubicBezTo>
                  <a:cubicBezTo>
                    <a:pt x="1509" y="2930"/>
                    <a:pt x="1589" y="2950"/>
                    <a:pt x="1669" y="2962"/>
                  </a:cubicBezTo>
                  <a:cubicBezTo>
                    <a:pt x="1745" y="2978"/>
                    <a:pt x="1825" y="2990"/>
                    <a:pt x="1905" y="2994"/>
                  </a:cubicBezTo>
                  <a:lnTo>
                    <a:pt x="1905" y="2982"/>
                  </a:lnTo>
                  <a:cubicBezTo>
                    <a:pt x="1829" y="2962"/>
                    <a:pt x="1753" y="2938"/>
                    <a:pt x="1681" y="2910"/>
                  </a:cubicBezTo>
                  <a:cubicBezTo>
                    <a:pt x="1605" y="2886"/>
                    <a:pt x="1533" y="2858"/>
                    <a:pt x="1465" y="2826"/>
                  </a:cubicBezTo>
                  <a:cubicBezTo>
                    <a:pt x="1397" y="2798"/>
                    <a:pt x="1337" y="2758"/>
                    <a:pt x="1289" y="2702"/>
                  </a:cubicBezTo>
                  <a:cubicBezTo>
                    <a:pt x="1241" y="2642"/>
                    <a:pt x="1197" y="2578"/>
                    <a:pt x="1157" y="2514"/>
                  </a:cubicBezTo>
                  <a:cubicBezTo>
                    <a:pt x="1073" y="2382"/>
                    <a:pt x="989" y="2246"/>
                    <a:pt x="905" y="2114"/>
                  </a:cubicBezTo>
                  <a:cubicBezTo>
                    <a:pt x="813" y="1978"/>
                    <a:pt x="717" y="1850"/>
                    <a:pt x="609" y="1730"/>
                  </a:cubicBezTo>
                  <a:cubicBezTo>
                    <a:pt x="581" y="1698"/>
                    <a:pt x="549" y="1670"/>
                    <a:pt x="517" y="1646"/>
                  </a:cubicBezTo>
                  <a:lnTo>
                    <a:pt x="493" y="1626"/>
                  </a:lnTo>
                  <a:cubicBezTo>
                    <a:pt x="489" y="1618"/>
                    <a:pt x="481" y="1614"/>
                    <a:pt x="477" y="1610"/>
                  </a:cubicBezTo>
                  <a:cubicBezTo>
                    <a:pt x="469" y="1598"/>
                    <a:pt x="457" y="1586"/>
                    <a:pt x="449" y="1574"/>
                  </a:cubicBezTo>
                  <a:cubicBezTo>
                    <a:pt x="417" y="1510"/>
                    <a:pt x="397" y="1442"/>
                    <a:pt x="389" y="1374"/>
                  </a:cubicBezTo>
                  <a:cubicBezTo>
                    <a:pt x="365" y="1221"/>
                    <a:pt x="357" y="1065"/>
                    <a:pt x="365" y="909"/>
                  </a:cubicBezTo>
                  <a:cubicBezTo>
                    <a:pt x="369" y="829"/>
                    <a:pt x="369" y="753"/>
                    <a:pt x="377" y="673"/>
                  </a:cubicBezTo>
                  <a:lnTo>
                    <a:pt x="401" y="437"/>
                  </a:lnTo>
                  <a:cubicBezTo>
                    <a:pt x="405" y="397"/>
                    <a:pt x="405" y="357"/>
                    <a:pt x="405" y="317"/>
                  </a:cubicBezTo>
                  <a:cubicBezTo>
                    <a:pt x="401" y="273"/>
                    <a:pt x="393" y="229"/>
                    <a:pt x="373" y="193"/>
                  </a:cubicBezTo>
                  <a:cubicBezTo>
                    <a:pt x="353" y="155"/>
                    <a:pt x="329" y="120"/>
                    <a:pt x="299" y="91"/>
                  </a:cubicBezTo>
                  <a:lnTo>
                    <a:pt x="299" y="91"/>
                  </a:lnTo>
                  <a:cubicBezTo>
                    <a:pt x="400" y="96"/>
                    <a:pt x="499" y="112"/>
                    <a:pt x="597" y="137"/>
                  </a:cubicBezTo>
                  <a:cubicBezTo>
                    <a:pt x="625" y="145"/>
                    <a:pt x="653" y="153"/>
                    <a:pt x="681" y="169"/>
                  </a:cubicBezTo>
                  <a:cubicBezTo>
                    <a:pt x="685" y="173"/>
                    <a:pt x="689" y="173"/>
                    <a:pt x="697" y="177"/>
                  </a:cubicBezTo>
                  <a:lnTo>
                    <a:pt x="717" y="197"/>
                  </a:lnTo>
                  <a:lnTo>
                    <a:pt x="749" y="229"/>
                  </a:lnTo>
                  <a:lnTo>
                    <a:pt x="901" y="389"/>
                  </a:lnTo>
                  <a:cubicBezTo>
                    <a:pt x="953" y="441"/>
                    <a:pt x="1005" y="497"/>
                    <a:pt x="1057" y="545"/>
                  </a:cubicBezTo>
                  <a:cubicBezTo>
                    <a:pt x="1085" y="569"/>
                    <a:pt x="1113" y="597"/>
                    <a:pt x="1141" y="621"/>
                  </a:cubicBezTo>
                  <a:cubicBezTo>
                    <a:pt x="1157" y="633"/>
                    <a:pt x="1173" y="645"/>
                    <a:pt x="1185" y="653"/>
                  </a:cubicBezTo>
                  <a:cubicBezTo>
                    <a:pt x="1201" y="665"/>
                    <a:pt x="1213" y="673"/>
                    <a:pt x="1221" y="685"/>
                  </a:cubicBezTo>
                  <a:cubicBezTo>
                    <a:pt x="1273" y="737"/>
                    <a:pt x="1317" y="793"/>
                    <a:pt x="1357" y="849"/>
                  </a:cubicBezTo>
                  <a:cubicBezTo>
                    <a:pt x="1401" y="909"/>
                    <a:pt x="1441" y="969"/>
                    <a:pt x="1485" y="1029"/>
                  </a:cubicBezTo>
                  <a:lnTo>
                    <a:pt x="1497" y="1021"/>
                  </a:lnTo>
                  <a:cubicBezTo>
                    <a:pt x="1469" y="953"/>
                    <a:pt x="1441" y="885"/>
                    <a:pt x="1405" y="821"/>
                  </a:cubicBezTo>
                  <a:cubicBezTo>
                    <a:pt x="1373" y="753"/>
                    <a:pt x="1333" y="689"/>
                    <a:pt x="1289" y="629"/>
                  </a:cubicBezTo>
                  <a:cubicBezTo>
                    <a:pt x="1273" y="613"/>
                    <a:pt x="1261" y="597"/>
                    <a:pt x="1245" y="585"/>
                  </a:cubicBezTo>
                  <a:cubicBezTo>
                    <a:pt x="1233" y="573"/>
                    <a:pt x="1217" y="561"/>
                    <a:pt x="1205" y="549"/>
                  </a:cubicBezTo>
                  <a:cubicBezTo>
                    <a:pt x="1185" y="525"/>
                    <a:pt x="1157" y="497"/>
                    <a:pt x="1133" y="473"/>
                  </a:cubicBezTo>
                  <a:cubicBezTo>
                    <a:pt x="1085" y="421"/>
                    <a:pt x="1037" y="365"/>
                    <a:pt x="989" y="309"/>
                  </a:cubicBezTo>
                  <a:lnTo>
                    <a:pt x="841" y="145"/>
                  </a:lnTo>
                  <a:lnTo>
                    <a:pt x="825" y="125"/>
                  </a:lnTo>
                  <a:lnTo>
                    <a:pt x="813" y="117"/>
                  </a:lnTo>
                  <a:lnTo>
                    <a:pt x="809" y="109"/>
                  </a:lnTo>
                  <a:lnTo>
                    <a:pt x="801" y="105"/>
                  </a:lnTo>
                  <a:lnTo>
                    <a:pt x="801" y="101"/>
                  </a:lnTo>
                  <a:lnTo>
                    <a:pt x="777" y="85"/>
                  </a:lnTo>
                  <a:cubicBezTo>
                    <a:pt x="773" y="77"/>
                    <a:pt x="757" y="73"/>
                    <a:pt x="749" y="65"/>
                  </a:cubicBezTo>
                  <a:cubicBezTo>
                    <a:pt x="709" y="45"/>
                    <a:pt x="669" y="29"/>
                    <a:pt x="629" y="21"/>
                  </a:cubicBezTo>
                  <a:cubicBezTo>
                    <a:pt x="566" y="8"/>
                    <a:pt x="503" y="0"/>
                    <a:pt x="43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65"/>
            <p:cNvSpPr/>
            <p:nvPr/>
          </p:nvSpPr>
          <p:spPr>
            <a:xfrm flipH="1">
              <a:off x="6727975" y="1523488"/>
              <a:ext cx="362706" cy="288201"/>
            </a:xfrm>
            <a:custGeom>
              <a:avLst/>
              <a:gdLst/>
              <a:ahLst/>
              <a:cxnLst/>
              <a:rect l="l" t="t" r="r" b="b"/>
              <a:pathLst>
                <a:path w="2697" h="2143" extrusionOk="0">
                  <a:moveTo>
                    <a:pt x="917" y="74"/>
                  </a:moveTo>
                  <a:lnTo>
                    <a:pt x="917" y="74"/>
                  </a:lnTo>
                  <a:cubicBezTo>
                    <a:pt x="915" y="76"/>
                    <a:pt x="914" y="76"/>
                    <a:pt x="914" y="76"/>
                  </a:cubicBezTo>
                  <a:cubicBezTo>
                    <a:pt x="913" y="76"/>
                    <a:pt x="914" y="74"/>
                    <a:pt x="917" y="74"/>
                  </a:cubicBezTo>
                  <a:close/>
                  <a:moveTo>
                    <a:pt x="937" y="1"/>
                  </a:moveTo>
                  <a:cubicBezTo>
                    <a:pt x="920" y="1"/>
                    <a:pt x="903" y="3"/>
                    <a:pt x="885" y="6"/>
                  </a:cubicBezTo>
                  <a:cubicBezTo>
                    <a:pt x="869" y="10"/>
                    <a:pt x="857" y="18"/>
                    <a:pt x="849" y="34"/>
                  </a:cubicBezTo>
                  <a:cubicBezTo>
                    <a:pt x="841" y="42"/>
                    <a:pt x="837" y="50"/>
                    <a:pt x="837" y="62"/>
                  </a:cubicBezTo>
                  <a:cubicBezTo>
                    <a:pt x="837" y="66"/>
                    <a:pt x="837" y="74"/>
                    <a:pt x="837" y="78"/>
                  </a:cubicBezTo>
                  <a:lnTo>
                    <a:pt x="837" y="86"/>
                  </a:lnTo>
                  <a:lnTo>
                    <a:pt x="837" y="90"/>
                  </a:lnTo>
                  <a:cubicBezTo>
                    <a:pt x="837" y="94"/>
                    <a:pt x="837" y="94"/>
                    <a:pt x="837" y="98"/>
                  </a:cubicBezTo>
                  <a:cubicBezTo>
                    <a:pt x="837" y="102"/>
                    <a:pt x="833" y="106"/>
                    <a:pt x="833" y="110"/>
                  </a:cubicBezTo>
                  <a:cubicBezTo>
                    <a:pt x="821" y="130"/>
                    <a:pt x="805" y="150"/>
                    <a:pt x="789" y="170"/>
                  </a:cubicBezTo>
                  <a:cubicBezTo>
                    <a:pt x="749" y="206"/>
                    <a:pt x="709" y="242"/>
                    <a:pt x="661" y="274"/>
                  </a:cubicBezTo>
                  <a:cubicBezTo>
                    <a:pt x="577" y="334"/>
                    <a:pt x="485" y="386"/>
                    <a:pt x="389" y="430"/>
                  </a:cubicBezTo>
                  <a:cubicBezTo>
                    <a:pt x="345" y="450"/>
                    <a:pt x="305" y="470"/>
                    <a:pt x="261" y="486"/>
                  </a:cubicBezTo>
                  <a:cubicBezTo>
                    <a:pt x="241" y="494"/>
                    <a:pt x="213" y="502"/>
                    <a:pt x="193" y="514"/>
                  </a:cubicBezTo>
                  <a:cubicBezTo>
                    <a:pt x="173" y="526"/>
                    <a:pt x="149" y="538"/>
                    <a:pt x="133" y="550"/>
                  </a:cubicBezTo>
                  <a:cubicBezTo>
                    <a:pt x="65" y="598"/>
                    <a:pt x="21" y="670"/>
                    <a:pt x="9" y="750"/>
                  </a:cubicBezTo>
                  <a:cubicBezTo>
                    <a:pt x="1" y="798"/>
                    <a:pt x="9" y="850"/>
                    <a:pt x="21" y="898"/>
                  </a:cubicBezTo>
                  <a:cubicBezTo>
                    <a:pt x="29" y="914"/>
                    <a:pt x="33" y="930"/>
                    <a:pt x="41" y="942"/>
                  </a:cubicBezTo>
                  <a:lnTo>
                    <a:pt x="53" y="942"/>
                  </a:lnTo>
                  <a:cubicBezTo>
                    <a:pt x="49" y="926"/>
                    <a:pt x="45" y="910"/>
                    <a:pt x="45" y="894"/>
                  </a:cubicBezTo>
                  <a:cubicBezTo>
                    <a:pt x="45" y="850"/>
                    <a:pt x="49" y="806"/>
                    <a:pt x="61" y="766"/>
                  </a:cubicBezTo>
                  <a:cubicBezTo>
                    <a:pt x="81" y="706"/>
                    <a:pt x="125" y="658"/>
                    <a:pt x="181" y="630"/>
                  </a:cubicBezTo>
                  <a:cubicBezTo>
                    <a:pt x="197" y="618"/>
                    <a:pt x="213" y="614"/>
                    <a:pt x="229" y="606"/>
                  </a:cubicBezTo>
                  <a:lnTo>
                    <a:pt x="289" y="586"/>
                  </a:lnTo>
                  <a:cubicBezTo>
                    <a:pt x="333" y="570"/>
                    <a:pt x="381" y="554"/>
                    <a:pt x="433" y="534"/>
                  </a:cubicBezTo>
                  <a:cubicBezTo>
                    <a:pt x="537" y="494"/>
                    <a:pt x="637" y="438"/>
                    <a:pt x="729" y="370"/>
                  </a:cubicBezTo>
                  <a:cubicBezTo>
                    <a:pt x="781" y="330"/>
                    <a:pt x="825" y="282"/>
                    <a:pt x="865" y="230"/>
                  </a:cubicBezTo>
                  <a:cubicBezTo>
                    <a:pt x="889" y="202"/>
                    <a:pt x="905" y="166"/>
                    <a:pt x="917" y="130"/>
                  </a:cubicBezTo>
                  <a:cubicBezTo>
                    <a:pt x="917" y="122"/>
                    <a:pt x="917" y="110"/>
                    <a:pt x="921" y="98"/>
                  </a:cubicBezTo>
                  <a:lnTo>
                    <a:pt x="921" y="82"/>
                  </a:lnTo>
                  <a:lnTo>
                    <a:pt x="921" y="74"/>
                  </a:lnTo>
                  <a:lnTo>
                    <a:pt x="921" y="73"/>
                  </a:lnTo>
                  <a:lnTo>
                    <a:pt x="921" y="73"/>
                  </a:lnTo>
                  <a:cubicBezTo>
                    <a:pt x="934" y="69"/>
                    <a:pt x="948" y="68"/>
                    <a:pt x="961" y="68"/>
                  </a:cubicBezTo>
                  <a:cubicBezTo>
                    <a:pt x="972" y="68"/>
                    <a:pt x="983" y="69"/>
                    <a:pt x="993" y="70"/>
                  </a:cubicBezTo>
                  <a:cubicBezTo>
                    <a:pt x="1025" y="74"/>
                    <a:pt x="1053" y="78"/>
                    <a:pt x="1085" y="86"/>
                  </a:cubicBezTo>
                  <a:cubicBezTo>
                    <a:pt x="1145" y="106"/>
                    <a:pt x="1205" y="134"/>
                    <a:pt x="1261" y="166"/>
                  </a:cubicBezTo>
                  <a:cubicBezTo>
                    <a:pt x="1317" y="198"/>
                    <a:pt x="1369" y="238"/>
                    <a:pt x="1417" y="286"/>
                  </a:cubicBezTo>
                  <a:cubicBezTo>
                    <a:pt x="1441" y="310"/>
                    <a:pt x="1461" y="334"/>
                    <a:pt x="1481" y="358"/>
                  </a:cubicBezTo>
                  <a:cubicBezTo>
                    <a:pt x="1501" y="382"/>
                    <a:pt x="1517" y="414"/>
                    <a:pt x="1537" y="442"/>
                  </a:cubicBezTo>
                  <a:cubicBezTo>
                    <a:pt x="1609" y="558"/>
                    <a:pt x="1697" y="666"/>
                    <a:pt x="1797" y="762"/>
                  </a:cubicBezTo>
                  <a:cubicBezTo>
                    <a:pt x="1893" y="854"/>
                    <a:pt x="1997" y="942"/>
                    <a:pt x="2105" y="1018"/>
                  </a:cubicBezTo>
                  <a:cubicBezTo>
                    <a:pt x="2133" y="1038"/>
                    <a:pt x="2161" y="1058"/>
                    <a:pt x="2193" y="1074"/>
                  </a:cubicBezTo>
                  <a:cubicBezTo>
                    <a:pt x="2201" y="1078"/>
                    <a:pt x="2209" y="1082"/>
                    <a:pt x="2221" y="1086"/>
                  </a:cubicBezTo>
                  <a:lnTo>
                    <a:pt x="2233" y="1090"/>
                  </a:lnTo>
                  <a:cubicBezTo>
                    <a:pt x="2241" y="1094"/>
                    <a:pt x="2249" y="1102"/>
                    <a:pt x="2257" y="1110"/>
                  </a:cubicBezTo>
                  <a:cubicBezTo>
                    <a:pt x="2261" y="1114"/>
                    <a:pt x="2273" y="1126"/>
                    <a:pt x="2281" y="1134"/>
                  </a:cubicBezTo>
                  <a:cubicBezTo>
                    <a:pt x="2289" y="1142"/>
                    <a:pt x="2297" y="1154"/>
                    <a:pt x="2309" y="1166"/>
                  </a:cubicBezTo>
                  <a:cubicBezTo>
                    <a:pt x="2325" y="1186"/>
                    <a:pt x="2341" y="1210"/>
                    <a:pt x="2357" y="1230"/>
                  </a:cubicBezTo>
                  <a:cubicBezTo>
                    <a:pt x="2417" y="1314"/>
                    <a:pt x="2473" y="1406"/>
                    <a:pt x="2513" y="1502"/>
                  </a:cubicBezTo>
                  <a:cubicBezTo>
                    <a:pt x="2553" y="1583"/>
                    <a:pt x="2581" y="1667"/>
                    <a:pt x="2605" y="1751"/>
                  </a:cubicBezTo>
                  <a:cubicBezTo>
                    <a:pt x="2613" y="1787"/>
                    <a:pt x="2617" y="1823"/>
                    <a:pt x="2625" y="1859"/>
                  </a:cubicBezTo>
                  <a:cubicBezTo>
                    <a:pt x="2625" y="1895"/>
                    <a:pt x="2629" y="1927"/>
                    <a:pt x="2629" y="1955"/>
                  </a:cubicBezTo>
                  <a:cubicBezTo>
                    <a:pt x="2629" y="1999"/>
                    <a:pt x="2625" y="2043"/>
                    <a:pt x="2617" y="2087"/>
                  </a:cubicBezTo>
                  <a:lnTo>
                    <a:pt x="2609" y="2139"/>
                  </a:lnTo>
                  <a:lnTo>
                    <a:pt x="2621" y="2143"/>
                  </a:lnTo>
                  <a:lnTo>
                    <a:pt x="2641" y="2099"/>
                  </a:lnTo>
                  <a:cubicBezTo>
                    <a:pt x="2661" y="2055"/>
                    <a:pt x="2677" y="2007"/>
                    <a:pt x="2685" y="1963"/>
                  </a:cubicBezTo>
                  <a:cubicBezTo>
                    <a:pt x="2689" y="1935"/>
                    <a:pt x="2693" y="1899"/>
                    <a:pt x="2697" y="1863"/>
                  </a:cubicBezTo>
                  <a:cubicBezTo>
                    <a:pt x="2697" y="1823"/>
                    <a:pt x="2697" y="1783"/>
                    <a:pt x="2693" y="1743"/>
                  </a:cubicBezTo>
                  <a:cubicBezTo>
                    <a:pt x="2685" y="1643"/>
                    <a:pt x="2661" y="1551"/>
                    <a:pt x="2629" y="1458"/>
                  </a:cubicBezTo>
                  <a:cubicBezTo>
                    <a:pt x="2589" y="1350"/>
                    <a:pt x="2541" y="1246"/>
                    <a:pt x="2477" y="1154"/>
                  </a:cubicBezTo>
                  <a:cubicBezTo>
                    <a:pt x="2457" y="1126"/>
                    <a:pt x="2441" y="1102"/>
                    <a:pt x="2421" y="1078"/>
                  </a:cubicBezTo>
                  <a:cubicBezTo>
                    <a:pt x="2409" y="1062"/>
                    <a:pt x="2401" y="1050"/>
                    <a:pt x="2389" y="1038"/>
                  </a:cubicBezTo>
                  <a:cubicBezTo>
                    <a:pt x="2377" y="1026"/>
                    <a:pt x="2361" y="1010"/>
                    <a:pt x="2349" y="998"/>
                  </a:cubicBezTo>
                  <a:cubicBezTo>
                    <a:pt x="2333" y="986"/>
                    <a:pt x="2317" y="974"/>
                    <a:pt x="2297" y="966"/>
                  </a:cubicBezTo>
                  <a:lnTo>
                    <a:pt x="2289" y="958"/>
                  </a:lnTo>
                  <a:lnTo>
                    <a:pt x="2273" y="950"/>
                  </a:lnTo>
                  <a:lnTo>
                    <a:pt x="2257" y="942"/>
                  </a:lnTo>
                  <a:cubicBezTo>
                    <a:pt x="2229" y="930"/>
                    <a:pt x="2205" y="918"/>
                    <a:pt x="2181" y="902"/>
                  </a:cubicBezTo>
                  <a:cubicBezTo>
                    <a:pt x="2073" y="834"/>
                    <a:pt x="1973" y="758"/>
                    <a:pt x="1877" y="674"/>
                  </a:cubicBezTo>
                  <a:cubicBezTo>
                    <a:pt x="1773" y="590"/>
                    <a:pt x="1681" y="498"/>
                    <a:pt x="1593" y="398"/>
                  </a:cubicBezTo>
                  <a:cubicBezTo>
                    <a:pt x="1505" y="290"/>
                    <a:pt x="1401" y="198"/>
                    <a:pt x="1277" y="130"/>
                  </a:cubicBezTo>
                  <a:cubicBezTo>
                    <a:pt x="1221" y="98"/>
                    <a:pt x="1157" y="66"/>
                    <a:pt x="1097" y="42"/>
                  </a:cubicBezTo>
                  <a:cubicBezTo>
                    <a:pt x="1065" y="30"/>
                    <a:pt x="1033" y="18"/>
                    <a:pt x="1001" y="10"/>
                  </a:cubicBezTo>
                  <a:cubicBezTo>
                    <a:pt x="979" y="4"/>
                    <a:pt x="958" y="1"/>
                    <a:pt x="937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5"/>
            <p:cNvSpPr/>
            <p:nvPr/>
          </p:nvSpPr>
          <p:spPr>
            <a:xfrm flipH="1">
              <a:off x="6239526" y="1735706"/>
              <a:ext cx="524088" cy="189489"/>
            </a:xfrm>
            <a:custGeom>
              <a:avLst/>
              <a:gdLst/>
              <a:ahLst/>
              <a:cxnLst/>
              <a:rect l="l" t="t" r="r" b="b"/>
              <a:pathLst>
                <a:path w="3897" h="1409" extrusionOk="0">
                  <a:moveTo>
                    <a:pt x="3225" y="1"/>
                  </a:moveTo>
                  <a:cubicBezTo>
                    <a:pt x="3177" y="1"/>
                    <a:pt x="3129" y="9"/>
                    <a:pt x="3085" y="21"/>
                  </a:cubicBezTo>
                  <a:cubicBezTo>
                    <a:pt x="3065" y="25"/>
                    <a:pt x="3045" y="33"/>
                    <a:pt x="3025" y="41"/>
                  </a:cubicBezTo>
                  <a:cubicBezTo>
                    <a:pt x="3009" y="49"/>
                    <a:pt x="2993" y="57"/>
                    <a:pt x="2973" y="65"/>
                  </a:cubicBezTo>
                  <a:cubicBezTo>
                    <a:pt x="2901" y="93"/>
                    <a:pt x="2825" y="117"/>
                    <a:pt x="2753" y="141"/>
                  </a:cubicBezTo>
                  <a:cubicBezTo>
                    <a:pt x="2597" y="189"/>
                    <a:pt x="2445" y="229"/>
                    <a:pt x="2289" y="257"/>
                  </a:cubicBezTo>
                  <a:cubicBezTo>
                    <a:pt x="2209" y="273"/>
                    <a:pt x="2129" y="285"/>
                    <a:pt x="2049" y="293"/>
                  </a:cubicBezTo>
                  <a:cubicBezTo>
                    <a:pt x="1973" y="305"/>
                    <a:pt x="1893" y="313"/>
                    <a:pt x="1813" y="317"/>
                  </a:cubicBezTo>
                  <a:cubicBezTo>
                    <a:pt x="1653" y="325"/>
                    <a:pt x="1493" y="329"/>
                    <a:pt x="1333" y="333"/>
                  </a:cubicBezTo>
                  <a:cubicBezTo>
                    <a:pt x="1173" y="333"/>
                    <a:pt x="1013" y="337"/>
                    <a:pt x="849" y="357"/>
                  </a:cubicBezTo>
                  <a:lnTo>
                    <a:pt x="729" y="369"/>
                  </a:lnTo>
                  <a:lnTo>
                    <a:pt x="609" y="393"/>
                  </a:lnTo>
                  <a:cubicBezTo>
                    <a:pt x="529" y="409"/>
                    <a:pt x="449" y="429"/>
                    <a:pt x="369" y="457"/>
                  </a:cubicBezTo>
                  <a:cubicBezTo>
                    <a:pt x="289" y="481"/>
                    <a:pt x="217" y="517"/>
                    <a:pt x="145" y="565"/>
                  </a:cubicBezTo>
                  <a:cubicBezTo>
                    <a:pt x="113" y="589"/>
                    <a:pt x="81" y="617"/>
                    <a:pt x="53" y="649"/>
                  </a:cubicBezTo>
                  <a:cubicBezTo>
                    <a:pt x="21" y="681"/>
                    <a:pt x="5" y="721"/>
                    <a:pt x="1" y="765"/>
                  </a:cubicBezTo>
                  <a:lnTo>
                    <a:pt x="17" y="769"/>
                  </a:lnTo>
                  <a:cubicBezTo>
                    <a:pt x="49" y="697"/>
                    <a:pt x="109" y="645"/>
                    <a:pt x="181" y="617"/>
                  </a:cubicBezTo>
                  <a:cubicBezTo>
                    <a:pt x="213" y="601"/>
                    <a:pt x="249" y="585"/>
                    <a:pt x="289" y="573"/>
                  </a:cubicBezTo>
                  <a:cubicBezTo>
                    <a:pt x="325" y="565"/>
                    <a:pt x="361" y="553"/>
                    <a:pt x="401" y="545"/>
                  </a:cubicBezTo>
                  <a:cubicBezTo>
                    <a:pt x="477" y="525"/>
                    <a:pt x="553" y="513"/>
                    <a:pt x="629" y="501"/>
                  </a:cubicBezTo>
                  <a:cubicBezTo>
                    <a:pt x="709" y="493"/>
                    <a:pt x="785" y="485"/>
                    <a:pt x="865" y="477"/>
                  </a:cubicBezTo>
                  <a:cubicBezTo>
                    <a:pt x="945" y="473"/>
                    <a:pt x="1021" y="469"/>
                    <a:pt x="1101" y="461"/>
                  </a:cubicBezTo>
                  <a:cubicBezTo>
                    <a:pt x="1181" y="457"/>
                    <a:pt x="1261" y="453"/>
                    <a:pt x="1341" y="441"/>
                  </a:cubicBezTo>
                  <a:cubicBezTo>
                    <a:pt x="1425" y="433"/>
                    <a:pt x="1501" y="421"/>
                    <a:pt x="1581" y="409"/>
                  </a:cubicBezTo>
                  <a:cubicBezTo>
                    <a:pt x="1661" y="401"/>
                    <a:pt x="1741" y="385"/>
                    <a:pt x="1821" y="373"/>
                  </a:cubicBezTo>
                  <a:cubicBezTo>
                    <a:pt x="1981" y="349"/>
                    <a:pt x="2141" y="329"/>
                    <a:pt x="2297" y="305"/>
                  </a:cubicBezTo>
                  <a:cubicBezTo>
                    <a:pt x="2457" y="285"/>
                    <a:pt x="2617" y="265"/>
                    <a:pt x="2777" y="233"/>
                  </a:cubicBezTo>
                  <a:cubicBezTo>
                    <a:pt x="2857" y="217"/>
                    <a:pt x="2937" y="201"/>
                    <a:pt x="3017" y="177"/>
                  </a:cubicBezTo>
                  <a:cubicBezTo>
                    <a:pt x="3037" y="169"/>
                    <a:pt x="3057" y="161"/>
                    <a:pt x="3077" y="153"/>
                  </a:cubicBezTo>
                  <a:cubicBezTo>
                    <a:pt x="3093" y="149"/>
                    <a:pt x="3109" y="141"/>
                    <a:pt x="3125" y="141"/>
                  </a:cubicBezTo>
                  <a:cubicBezTo>
                    <a:pt x="3161" y="133"/>
                    <a:pt x="3193" y="133"/>
                    <a:pt x="3225" y="133"/>
                  </a:cubicBezTo>
                  <a:cubicBezTo>
                    <a:pt x="3301" y="137"/>
                    <a:pt x="3377" y="149"/>
                    <a:pt x="3449" y="169"/>
                  </a:cubicBezTo>
                  <a:cubicBezTo>
                    <a:pt x="3465" y="173"/>
                    <a:pt x="3481" y="177"/>
                    <a:pt x="3497" y="182"/>
                  </a:cubicBezTo>
                  <a:lnTo>
                    <a:pt x="3497" y="182"/>
                  </a:lnTo>
                  <a:cubicBezTo>
                    <a:pt x="3489" y="187"/>
                    <a:pt x="3481" y="192"/>
                    <a:pt x="3473" y="197"/>
                  </a:cubicBezTo>
                  <a:cubicBezTo>
                    <a:pt x="3441" y="213"/>
                    <a:pt x="3409" y="233"/>
                    <a:pt x="3381" y="257"/>
                  </a:cubicBezTo>
                  <a:cubicBezTo>
                    <a:pt x="3345" y="285"/>
                    <a:pt x="3317" y="313"/>
                    <a:pt x="3293" y="349"/>
                  </a:cubicBezTo>
                  <a:cubicBezTo>
                    <a:pt x="3285" y="361"/>
                    <a:pt x="3281" y="373"/>
                    <a:pt x="3277" y="389"/>
                  </a:cubicBezTo>
                  <a:lnTo>
                    <a:pt x="3269" y="413"/>
                  </a:lnTo>
                  <a:cubicBezTo>
                    <a:pt x="3265" y="429"/>
                    <a:pt x="3257" y="453"/>
                    <a:pt x="3257" y="473"/>
                  </a:cubicBezTo>
                  <a:cubicBezTo>
                    <a:pt x="3249" y="505"/>
                    <a:pt x="3245" y="537"/>
                    <a:pt x="3241" y="573"/>
                  </a:cubicBezTo>
                  <a:cubicBezTo>
                    <a:pt x="3229" y="637"/>
                    <a:pt x="3217" y="701"/>
                    <a:pt x="3205" y="765"/>
                  </a:cubicBezTo>
                  <a:cubicBezTo>
                    <a:pt x="3197" y="797"/>
                    <a:pt x="3189" y="829"/>
                    <a:pt x="3177" y="861"/>
                  </a:cubicBezTo>
                  <a:cubicBezTo>
                    <a:pt x="3169" y="893"/>
                    <a:pt x="3157" y="921"/>
                    <a:pt x="3145" y="953"/>
                  </a:cubicBezTo>
                  <a:cubicBezTo>
                    <a:pt x="3133" y="981"/>
                    <a:pt x="3121" y="1013"/>
                    <a:pt x="3105" y="1041"/>
                  </a:cubicBezTo>
                  <a:cubicBezTo>
                    <a:pt x="3093" y="1069"/>
                    <a:pt x="3073" y="1097"/>
                    <a:pt x="3057" y="1125"/>
                  </a:cubicBezTo>
                  <a:cubicBezTo>
                    <a:pt x="3041" y="1157"/>
                    <a:pt x="3017" y="1177"/>
                    <a:pt x="3001" y="1205"/>
                  </a:cubicBezTo>
                  <a:lnTo>
                    <a:pt x="2933" y="1277"/>
                  </a:lnTo>
                  <a:lnTo>
                    <a:pt x="2857" y="1341"/>
                  </a:lnTo>
                  <a:lnTo>
                    <a:pt x="2773" y="1397"/>
                  </a:lnTo>
                  <a:lnTo>
                    <a:pt x="2777" y="1409"/>
                  </a:lnTo>
                  <a:cubicBezTo>
                    <a:pt x="2809" y="1397"/>
                    <a:pt x="2841" y="1385"/>
                    <a:pt x="2873" y="1369"/>
                  </a:cubicBezTo>
                  <a:lnTo>
                    <a:pt x="2965" y="1317"/>
                  </a:lnTo>
                  <a:cubicBezTo>
                    <a:pt x="2993" y="1293"/>
                    <a:pt x="3025" y="1277"/>
                    <a:pt x="3045" y="1249"/>
                  </a:cubicBezTo>
                  <a:cubicBezTo>
                    <a:pt x="3069" y="1221"/>
                    <a:pt x="3097" y="1201"/>
                    <a:pt x="3121" y="1173"/>
                  </a:cubicBezTo>
                  <a:cubicBezTo>
                    <a:pt x="3141" y="1145"/>
                    <a:pt x="3161" y="1117"/>
                    <a:pt x="3181" y="1085"/>
                  </a:cubicBezTo>
                  <a:cubicBezTo>
                    <a:pt x="3201" y="1057"/>
                    <a:pt x="3221" y="1025"/>
                    <a:pt x="3237" y="993"/>
                  </a:cubicBezTo>
                  <a:cubicBezTo>
                    <a:pt x="3253" y="961"/>
                    <a:pt x="3269" y="929"/>
                    <a:pt x="3281" y="897"/>
                  </a:cubicBezTo>
                  <a:cubicBezTo>
                    <a:pt x="3293" y="865"/>
                    <a:pt x="3305" y="829"/>
                    <a:pt x="3317" y="797"/>
                  </a:cubicBezTo>
                  <a:cubicBezTo>
                    <a:pt x="3337" y="729"/>
                    <a:pt x="3353" y="661"/>
                    <a:pt x="3365" y="593"/>
                  </a:cubicBezTo>
                  <a:lnTo>
                    <a:pt x="3389" y="493"/>
                  </a:lnTo>
                  <a:lnTo>
                    <a:pt x="3397" y="457"/>
                  </a:lnTo>
                  <a:lnTo>
                    <a:pt x="3405" y="433"/>
                  </a:lnTo>
                  <a:cubicBezTo>
                    <a:pt x="3409" y="429"/>
                    <a:pt x="3409" y="425"/>
                    <a:pt x="3409" y="421"/>
                  </a:cubicBezTo>
                  <a:cubicBezTo>
                    <a:pt x="3425" y="401"/>
                    <a:pt x="3445" y="385"/>
                    <a:pt x="3465" y="369"/>
                  </a:cubicBezTo>
                  <a:cubicBezTo>
                    <a:pt x="3489" y="353"/>
                    <a:pt x="3513" y="337"/>
                    <a:pt x="3541" y="321"/>
                  </a:cubicBezTo>
                  <a:cubicBezTo>
                    <a:pt x="3569" y="305"/>
                    <a:pt x="3601" y="289"/>
                    <a:pt x="3629" y="277"/>
                  </a:cubicBezTo>
                  <a:cubicBezTo>
                    <a:pt x="3657" y="261"/>
                    <a:pt x="3689" y="249"/>
                    <a:pt x="3717" y="237"/>
                  </a:cubicBezTo>
                  <a:lnTo>
                    <a:pt x="3897" y="169"/>
                  </a:lnTo>
                  <a:lnTo>
                    <a:pt x="3717" y="101"/>
                  </a:lnTo>
                  <a:cubicBezTo>
                    <a:pt x="3637" y="73"/>
                    <a:pt x="3557" y="49"/>
                    <a:pt x="3477" y="33"/>
                  </a:cubicBezTo>
                  <a:cubicBezTo>
                    <a:pt x="3393" y="13"/>
                    <a:pt x="3309" y="1"/>
                    <a:pt x="322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5"/>
            <p:cNvSpPr/>
            <p:nvPr/>
          </p:nvSpPr>
          <p:spPr>
            <a:xfrm flipH="1">
              <a:off x="6341196" y="1783044"/>
              <a:ext cx="414886" cy="153447"/>
            </a:xfrm>
            <a:custGeom>
              <a:avLst/>
              <a:gdLst/>
              <a:ahLst/>
              <a:cxnLst/>
              <a:rect l="l" t="t" r="r" b="b"/>
              <a:pathLst>
                <a:path w="3085" h="1141" extrusionOk="0">
                  <a:moveTo>
                    <a:pt x="3081" y="1"/>
                  </a:moveTo>
                  <a:cubicBezTo>
                    <a:pt x="3061" y="45"/>
                    <a:pt x="3037" y="89"/>
                    <a:pt x="3009" y="133"/>
                  </a:cubicBezTo>
                  <a:cubicBezTo>
                    <a:pt x="2981" y="181"/>
                    <a:pt x="2949" y="229"/>
                    <a:pt x="2913" y="277"/>
                  </a:cubicBezTo>
                  <a:cubicBezTo>
                    <a:pt x="2869" y="333"/>
                    <a:pt x="2821" y="389"/>
                    <a:pt x="2769" y="441"/>
                  </a:cubicBezTo>
                  <a:cubicBezTo>
                    <a:pt x="2705" y="505"/>
                    <a:pt x="2641" y="561"/>
                    <a:pt x="2569" y="609"/>
                  </a:cubicBezTo>
                  <a:cubicBezTo>
                    <a:pt x="2533" y="641"/>
                    <a:pt x="2489" y="665"/>
                    <a:pt x="2449" y="689"/>
                  </a:cubicBezTo>
                  <a:cubicBezTo>
                    <a:pt x="2409" y="713"/>
                    <a:pt x="2361" y="733"/>
                    <a:pt x="2313" y="745"/>
                  </a:cubicBezTo>
                  <a:cubicBezTo>
                    <a:pt x="2242" y="758"/>
                    <a:pt x="2172" y="766"/>
                    <a:pt x="2101" y="766"/>
                  </a:cubicBezTo>
                  <a:cubicBezTo>
                    <a:pt x="2068" y="766"/>
                    <a:pt x="2034" y="764"/>
                    <a:pt x="2001" y="761"/>
                  </a:cubicBezTo>
                  <a:cubicBezTo>
                    <a:pt x="1889" y="753"/>
                    <a:pt x="1781" y="741"/>
                    <a:pt x="1673" y="721"/>
                  </a:cubicBezTo>
                  <a:cubicBezTo>
                    <a:pt x="1561" y="705"/>
                    <a:pt x="1453" y="693"/>
                    <a:pt x="1341" y="685"/>
                  </a:cubicBezTo>
                  <a:cubicBezTo>
                    <a:pt x="1287" y="681"/>
                    <a:pt x="1233" y="679"/>
                    <a:pt x="1179" y="679"/>
                  </a:cubicBezTo>
                  <a:cubicBezTo>
                    <a:pt x="1125" y="679"/>
                    <a:pt x="1071" y="681"/>
                    <a:pt x="1017" y="685"/>
                  </a:cubicBezTo>
                  <a:cubicBezTo>
                    <a:pt x="825" y="697"/>
                    <a:pt x="637" y="745"/>
                    <a:pt x="461" y="825"/>
                  </a:cubicBezTo>
                  <a:cubicBezTo>
                    <a:pt x="425" y="841"/>
                    <a:pt x="385" y="857"/>
                    <a:pt x="353" y="877"/>
                  </a:cubicBezTo>
                  <a:cubicBezTo>
                    <a:pt x="321" y="897"/>
                    <a:pt x="289" y="913"/>
                    <a:pt x="261" y="933"/>
                  </a:cubicBezTo>
                  <a:cubicBezTo>
                    <a:pt x="209" y="965"/>
                    <a:pt x="161" y="1001"/>
                    <a:pt x="117" y="1037"/>
                  </a:cubicBezTo>
                  <a:cubicBezTo>
                    <a:pt x="77" y="1065"/>
                    <a:pt x="53" y="1093"/>
                    <a:pt x="33" y="1109"/>
                  </a:cubicBezTo>
                  <a:lnTo>
                    <a:pt x="1" y="1137"/>
                  </a:lnTo>
                  <a:lnTo>
                    <a:pt x="9" y="1141"/>
                  </a:lnTo>
                  <a:lnTo>
                    <a:pt x="41" y="1121"/>
                  </a:lnTo>
                  <a:cubicBezTo>
                    <a:pt x="61" y="1109"/>
                    <a:pt x="93" y="1081"/>
                    <a:pt x="133" y="1057"/>
                  </a:cubicBezTo>
                  <a:lnTo>
                    <a:pt x="201" y="1017"/>
                  </a:lnTo>
                  <a:lnTo>
                    <a:pt x="281" y="973"/>
                  </a:lnTo>
                  <a:lnTo>
                    <a:pt x="377" y="925"/>
                  </a:lnTo>
                  <a:cubicBezTo>
                    <a:pt x="413" y="909"/>
                    <a:pt x="445" y="893"/>
                    <a:pt x="485" y="877"/>
                  </a:cubicBezTo>
                  <a:cubicBezTo>
                    <a:pt x="565" y="849"/>
                    <a:pt x="649" y="821"/>
                    <a:pt x="737" y="801"/>
                  </a:cubicBezTo>
                  <a:cubicBezTo>
                    <a:pt x="829" y="781"/>
                    <a:pt x="925" y="765"/>
                    <a:pt x="1025" y="757"/>
                  </a:cubicBezTo>
                  <a:cubicBezTo>
                    <a:pt x="1125" y="749"/>
                    <a:pt x="1226" y="745"/>
                    <a:pt x="1327" y="745"/>
                  </a:cubicBezTo>
                  <a:cubicBezTo>
                    <a:pt x="1441" y="745"/>
                    <a:pt x="1555" y="750"/>
                    <a:pt x="1669" y="761"/>
                  </a:cubicBezTo>
                  <a:lnTo>
                    <a:pt x="1997" y="785"/>
                  </a:lnTo>
                  <a:cubicBezTo>
                    <a:pt x="2045" y="788"/>
                    <a:pt x="2094" y="790"/>
                    <a:pt x="2142" y="790"/>
                  </a:cubicBezTo>
                  <a:cubicBezTo>
                    <a:pt x="2202" y="790"/>
                    <a:pt x="2261" y="787"/>
                    <a:pt x="2321" y="781"/>
                  </a:cubicBezTo>
                  <a:cubicBezTo>
                    <a:pt x="2373" y="773"/>
                    <a:pt x="2421" y="757"/>
                    <a:pt x="2469" y="733"/>
                  </a:cubicBezTo>
                  <a:cubicBezTo>
                    <a:pt x="2517" y="713"/>
                    <a:pt x="2557" y="689"/>
                    <a:pt x="2601" y="661"/>
                  </a:cubicBezTo>
                  <a:cubicBezTo>
                    <a:pt x="2677" y="609"/>
                    <a:pt x="2745" y="549"/>
                    <a:pt x="2809" y="481"/>
                  </a:cubicBezTo>
                  <a:cubicBezTo>
                    <a:pt x="2901" y="381"/>
                    <a:pt x="2977" y="269"/>
                    <a:pt x="3037" y="145"/>
                  </a:cubicBezTo>
                  <a:cubicBezTo>
                    <a:pt x="3057" y="101"/>
                    <a:pt x="3073" y="49"/>
                    <a:pt x="308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5"/>
            <p:cNvSpPr/>
            <p:nvPr/>
          </p:nvSpPr>
          <p:spPr>
            <a:xfrm flipH="1">
              <a:off x="6431032" y="1782507"/>
              <a:ext cx="322361" cy="83515"/>
            </a:xfrm>
            <a:custGeom>
              <a:avLst/>
              <a:gdLst/>
              <a:ahLst/>
              <a:cxnLst/>
              <a:rect l="l" t="t" r="r" b="b"/>
              <a:pathLst>
                <a:path w="2397" h="621" extrusionOk="0">
                  <a:moveTo>
                    <a:pt x="2393" y="1"/>
                  </a:moveTo>
                  <a:cubicBezTo>
                    <a:pt x="2393" y="1"/>
                    <a:pt x="2357" y="5"/>
                    <a:pt x="2289" y="17"/>
                  </a:cubicBezTo>
                  <a:cubicBezTo>
                    <a:pt x="2253" y="21"/>
                    <a:pt x="2213" y="29"/>
                    <a:pt x="2165" y="37"/>
                  </a:cubicBezTo>
                  <a:lnTo>
                    <a:pt x="2009" y="65"/>
                  </a:lnTo>
                  <a:cubicBezTo>
                    <a:pt x="1953" y="77"/>
                    <a:pt x="1889" y="93"/>
                    <a:pt x="1825" y="105"/>
                  </a:cubicBezTo>
                  <a:cubicBezTo>
                    <a:pt x="1761" y="121"/>
                    <a:pt x="1693" y="137"/>
                    <a:pt x="1621" y="157"/>
                  </a:cubicBezTo>
                  <a:cubicBezTo>
                    <a:pt x="1549" y="173"/>
                    <a:pt x="1477" y="189"/>
                    <a:pt x="1401" y="201"/>
                  </a:cubicBezTo>
                  <a:cubicBezTo>
                    <a:pt x="1325" y="213"/>
                    <a:pt x="1249" y="221"/>
                    <a:pt x="1169" y="225"/>
                  </a:cubicBezTo>
                  <a:cubicBezTo>
                    <a:pt x="1093" y="229"/>
                    <a:pt x="1013" y="237"/>
                    <a:pt x="937" y="245"/>
                  </a:cubicBezTo>
                  <a:cubicBezTo>
                    <a:pt x="861" y="249"/>
                    <a:pt x="785" y="261"/>
                    <a:pt x="713" y="273"/>
                  </a:cubicBezTo>
                  <a:cubicBezTo>
                    <a:pt x="577" y="289"/>
                    <a:pt x="445" y="329"/>
                    <a:pt x="321" y="385"/>
                  </a:cubicBezTo>
                  <a:cubicBezTo>
                    <a:pt x="273" y="405"/>
                    <a:pt x="225" y="429"/>
                    <a:pt x="177" y="461"/>
                  </a:cubicBezTo>
                  <a:cubicBezTo>
                    <a:pt x="145" y="485"/>
                    <a:pt x="109" y="509"/>
                    <a:pt x="77" y="537"/>
                  </a:cubicBezTo>
                  <a:cubicBezTo>
                    <a:pt x="57" y="553"/>
                    <a:pt x="41" y="573"/>
                    <a:pt x="21" y="593"/>
                  </a:cubicBezTo>
                  <a:lnTo>
                    <a:pt x="1" y="617"/>
                  </a:lnTo>
                  <a:lnTo>
                    <a:pt x="9" y="621"/>
                  </a:lnTo>
                  <a:lnTo>
                    <a:pt x="29" y="605"/>
                  </a:lnTo>
                  <a:cubicBezTo>
                    <a:pt x="53" y="589"/>
                    <a:pt x="73" y="573"/>
                    <a:pt x="97" y="561"/>
                  </a:cubicBezTo>
                  <a:cubicBezTo>
                    <a:pt x="129" y="537"/>
                    <a:pt x="165" y="517"/>
                    <a:pt x="201" y="501"/>
                  </a:cubicBezTo>
                  <a:cubicBezTo>
                    <a:pt x="249" y="477"/>
                    <a:pt x="297" y="457"/>
                    <a:pt x="345" y="437"/>
                  </a:cubicBezTo>
                  <a:cubicBezTo>
                    <a:pt x="397" y="421"/>
                    <a:pt x="457" y="401"/>
                    <a:pt x="521" y="385"/>
                  </a:cubicBezTo>
                  <a:cubicBezTo>
                    <a:pt x="585" y="373"/>
                    <a:pt x="653" y="357"/>
                    <a:pt x="725" y="341"/>
                  </a:cubicBezTo>
                  <a:cubicBezTo>
                    <a:pt x="865" y="313"/>
                    <a:pt x="1021" y="293"/>
                    <a:pt x="1173" y="261"/>
                  </a:cubicBezTo>
                  <a:cubicBezTo>
                    <a:pt x="1253" y="249"/>
                    <a:pt x="1329" y="233"/>
                    <a:pt x="1405" y="221"/>
                  </a:cubicBezTo>
                  <a:cubicBezTo>
                    <a:pt x="1477" y="209"/>
                    <a:pt x="1557" y="201"/>
                    <a:pt x="1629" y="193"/>
                  </a:cubicBezTo>
                  <a:cubicBezTo>
                    <a:pt x="1701" y="185"/>
                    <a:pt x="1773" y="177"/>
                    <a:pt x="1837" y="165"/>
                  </a:cubicBezTo>
                  <a:cubicBezTo>
                    <a:pt x="1905" y="153"/>
                    <a:pt x="1965" y="137"/>
                    <a:pt x="2025" y="125"/>
                  </a:cubicBezTo>
                  <a:cubicBezTo>
                    <a:pt x="2137" y="93"/>
                    <a:pt x="2233" y="65"/>
                    <a:pt x="2297" y="45"/>
                  </a:cubicBezTo>
                  <a:cubicBezTo>
                    <a:pt x="2357" y="21"/>
                    <a:pt x="2397" y="5"/>
                    <a:pt x="2397" y="5"/>
                  </a:cubicBezTo>
                  <a:lnTo>
                    <a:pt x="2393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5"/>
            <p:cNvSpPr/>
            <p:nvPr/>
          </p:nvSpPr>
          <p:spPr>
            <a:xfrm flipH="1">
              <a:off x="6469764" y="1841142"/>
              <a:ext cx="287932" cy="71143"/>
            </a:xfrm>
            <a:custGeom>
              <a:avLst/>
              <a:gdLst/>
              <a:ahLst/>
              <a:cxnLst/>
              <a:rect l="l" t="t" r="r" b="b"/>
              <a:pathLst>
                <a:path w="2141" h="529" extrusionOk="0">
                  <a:moveTo>
                    <a:pt x="1629" y="1"/>
                  </a:moveTo>
                  <a:cubicBezTo>
                    <a:pt x="1565" y="5"/>
                    <a:pt x="1501" y="9"/>
                    <a:pt x="1437" y="21"/>
                  </a:cubicBezTo>
                  <a:cubicBezTo>
                    <a:pt x="1373" y="29"/>
                    <a:pt x="1305" y="45"/>
                    <a:pt x="1237" y="57"/>
                  </a:cubicBezTo>
                  <a:cubicBezTo>
                    <a:pt x="1173" y="73"/>
                    <a:pt x="1101" y="81"/>
                    <a:pt x="1029" y="89"/>
                  </a:cubicBezTo>
                  <a:cubicBezTo>
                    <a:pt x="961" y="101"/>
                    <a:pt x="893" y="113"/>
                    <a:pt x="825" y="129"/>
                  </a:cubicBezTo>
                  <a:cubicBezTo>
                    <a:pt x="753" y="141"/>
                    <a:pt x="689" y="161"/>
                    <a:pt x="625" y="177"/>
                  </a:cubicBezTo>
                  <a:cubicBezTo>
                    <a:pt x="505" y="209"/>
                    <a:pt x="393" y="257"/>
                    <a:pt x="289" y="317"/>
                  </a:cubicBezTo>
                  <a:cubicBezTo>
                    <a:pt x="245" y="337"/>
                    <a:pt x="201" y="365"/>
                    <a:pt x="161" y="389"/>
                  </a:cubicBezTo>
                  <a:cubicBezTo>
                    <a:pt x="129" y="417"/>
                    <a:pt x="97" y="437"/>
                    <a:pt x="73" y="457"/>
                  </a:cubicBezTo>
                  <a:cubicBezTo>
                    <a:pt x="49" y="481"/>
                    <a:pt x="25" y="501"/>
                    <a:pt x="1" y="525"/>
                  </a:cubicBezTo>
                  <a:lnTo>
                    <a:pt x="5" y="529"/>
                  </a:lnTo>
                  <a:lnTo>
                    <a:pt x="29" y="517"/>
                  </a:lnTo>
                  <a:cubicBezTo>
                    <a:pt x="41" y="509"/>
                    <a:pt x="61" y="493"/>
                    <a:pt x="89" y="481"/>
                  </a:cubicBezTo>
                  <a:cubicBezTo>
                    <a:pt x="117" y="469"/>
                    <a:pt x="145" y="449"/>
                    <a:pt x="185" y="433"/>
                  </a:cubicBezTo>
                  <a:cubicBezTo>
                    <a:pt x="225" y="413"/>
                    <a:pt x="265" y="393"/>
                    <a:pt x="313" y="373"/>
                  </a:cubicBezTo>
                  <a:cubicBezTo>
                    <a:pt x="361" y="349"/>
                    <a:pt x="413" y="329"/>
                    <a:pt x="469" y="309"/>
                  </a:cubicBezTo>
                  <a:cubicBezTo>
                    <a:pt x="525" y="289"/>
                    <a:pt x="585" y="269"/>
                    <a:pt x="645" y="249"/>
                  </a:cubicBezTo>
                  <a:cubicBezTo>
                    <a:pt x="705" y="225"/>
                    <a:pt x="773" y="209"/>
                    <a:pt x="837" y="189"/>
                  </a:cubicBezTo>
                  <a:lnTo>
                    <a:pt x="1037" y="129"/>
                  </a:lnTo>
                  <a:cubicBezTo>
                    <a:pt x="1105" y="109"/>
                    <a:pt x="1169" y="93"/>
                    <a:pt x="1241" y="81"/>
                  </a:cubicBezTo>
                  <a:cubicBezTo>
                    <a:pt x="1305" y="65"/>
                    <a:pt x="1373" y="57"/>
                    <a:pt x="1441" y="57"/>
                  </a:cubicBezTo>
                  <a:cubicBezTo>
                    <a:pt x="1505" y="57"/>
                    <a:pt x="1569" y="61"/>
                    <a:pt x="1625" y="61"/>
                  </a:cubicBezTo>
                  <a:cubicBezTo>
                    <a:pt x="1685" y="65"/>
                    <a:pt x="1741" y="69"/>
                    <a:pt x="1793" y="73"/>
                  </a:cubicBezTo>
                  <a:cubicBezTo>
                    <a:pt x="1897" y="85"/>
                    <a:pt x="1981" y="97"/>
                    <a:pt x="2041" y="109"/>
                  </a:cubicBezTo>
                  <a:lnTo>
                    <a:pt x="2137" y="125"/>
                  </a:lnTo>
                  <a:lnTo>
                    <a:pt x="2141" y="117"/>
                  </a:lnTo>
                  <a:cubicBezTo>
                    <a:pt x="2141" y="117"/>
                    <a:pt x="2109" y="101"/>
                    <a:pt x="2049" y="81"/>
                  </a:cubicBezTo>
                  <a:cubicBezTo>
                    <a:pt x="1969" y="49"/>
                    <a:pt x="1885" y="29"/>
                    <a:pt x="1801" y="17"/>
                  </a:cubicBezTo>
                  <a:cubicBezTo>
                    <a:pt x="1745" y="9"/>
                    <a:pt x="1685" y="1"/>
                    <a:pt x="162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5"/>
            <p:cNvSpPr/>
            <p:nvPr/>
          </p:nvSpPr>
          <p:spPr>
            <a:xfrm flipH="1">
              <a:off x="6756486" y="1572172"/>
              <a:ext cx="155599" cy="251352"/>
            </a:xfrm>
            <a:custGeom>
              <a:avLst/>
              <a:gdLst/>
              <a:ahLst/>
              <a:cxnLst/>
              <a:rect l="l" t="t" r="r" b="b"/>
              <a:pathLst>
                <a:path w="1157" h="1869" extrusionOk="0">
                  <a:moveTo>
                    <a:pt x="5" y="0"/>
                  </a:moveTo>
                  <a:lnTo>
                    <a:pt x="1" y="4"/>
                  </a:lnTo>
                  <a:cubicBezTo>
                    <a:pt x="1" y="4"/>
                    <a:pt x="5" y="12"/>
                    <a:pt x="9" y="28"/>
                  </a:cubicBezTo>
                  <a:cubicBezTo>
                    <a:pt x="17" y="52"/>
                    <a:pt x="29" y="76"/>
                    <a:pt x="41" y="96"/>
                  </a:cubicBezTo>
                  <a:cubicBezTo>
                    <a:pt x="85" y="172"/>
                    <a:pt x="141" y="240"/>
                    <a:pt x="209" y="296"/>
                  </a:cubicBezTo>
                  <a:cubicBezTo>
                    <a:pt x="253" y="332"/>
                    <a:pt x="297" y="364"/>
                    <a:pt x="345" y="404"/>
                  </a:cubicBezTo>
                  <a:cubicBezTo>
                    <a:pt x="397" y="440"/>
                    <a:pt x="445" y="476"/>
                    <a:pt x="497" y="516"/>
                  </a:cubicBezTo>
                  <a:cubicBezTo>
                    <a:pt x="545" y="560"/>
                    <a:pt x="593" y="612"/>
                    <a:pt x="633" y="664"/>
                  </a:cubicBezTo>
                  <a:cubicBezTo>
                    <a:pt x="677" y="720"/>
                    <a:pt x="717" y="780"/>
                    <a:pt x="753" y="840"/>
                  </a:cubicBezTo>
                  <a:cubicBezTo>
                    <a:pt x="821" y="960"/>
                    <a:pt x="893" y="1080"/>
                    <a:pt x="953" y="1197"/>
                  </a:cubicBezTo>
                  <a:cubicBezTo>
                    <a:pt x="1005" y="1305"/>
                    <a:pt x="1049" y="1413"/>
                    <a:pt x="1081" y="1525"/>
                  </a:cubicBezTo>
                  <a:cubicBezTo>
                    <a:pt x="1097" y="1577"/>
                    <a:pt x="1105" y="1621"/>
                    <a:pt x="1113" y="1665"/>
                  </a:cubicBezTo>
                  <a:cubicBezTo>
                    <a:pt x="1117" y="1701"/>
                    <a:pt x="1121" y="1737"/>
                    <a:pt x="1125" y="1773"/>
                  </a:cubicBezTo>
                  <a:lnTo>
                    <a:pt x="1125" y="1845"/>
                  </a:lnTo>
                  <a:lnTo>
                    <a:pt x="1125" y="1869"/>
                  </a:lnTo>
                  <a:lnTo>
                    <a:pt x="1133" y="1869"/>
                  </a:lnTo>
                  <a:lnTo>
                    <a:pt x="1137" y="1845"/>
                  </a:lnTo>
                  <a:cubicBezTo>
                    <a:pt x="1141" y="1829"/>
                    <a:pt x="1145" y="1805"/>
                    <a:pt x="1149" y="1773"/>
                  </a:cubicBezTo>
                  <a:cubicBezTo>
                    <a:pt x="1153" y="1733"/>
                    <a:pt x="1157" y="1697"/>
                    <a:pt x="1153" y="1661"/>
                  </a:cubicBezTo>
                  <a:cubicBezTo>
                    <a:pt x="1153" y="1609"/>
                    <a:pt x="1149" y="1557"/>
                    <a:pt x="1137" y="1509"/>
                  </a:cubicBezTo>
                  <a:cubicBezTo>
                    <a:pt x="1129" y="1453"/>
                    <a:pt x="1113" y="1397"/>
                    <a:pt x="1093" y="1341"/>
                  </a:cubicBezTo>
                  <a:cubicBezTo>
                    <a:pt x="1069" y="1277"/>
                    <a:pt x="1045" y="1221"/>
                    <a:pt x="1013" y="1161"/>
                  </a:cubicBezTo>
                  <a:cubicBezTo>
                    <a:pt x="981" y="1104"/>
                    <a:pt x="945" y="1044"/>
                    <a:pt x="905" y="984"/>
                  </a:cubicBezTo>
                  <a:cubicBezTo>
                    <a:pt x="865" y="928"/>
                    <a:pt x="821" y="868"/>
                    <a:pt x="777" y="816"/>
                  </a:cubicBezTo>
                  <a:lnTo>
                    <a:pt x="645" y="648"/>
                  </a:lnTo>
                  <a:cubicBezTo>
                    <a:pt x="605" y="592"/>
                    <a:pt x="561" y="540"/>
                    <a:pt x="517" y="488"/>
                  </a:cubicBezTo>
                  <a:cubicBezTo>
                    <a:pt x="477" y="440"/>
                    <a:pt x="429" y="392"/>
                    <a:pt x="381" y="352"/>
                  </a:cubicBezTo>
                  <a:cubicBezTo>
                    <a:pt x="333" y="312"/>
                    <a:pt x="285" y="280"/>
                    <a:pt x="245" y="248"/>
                  </a:cubicBezTo>
                  <a:cubicBezTo>
                    <a:pt x="177" y="196"/>
                    <a:pt x="117" y="140"/>
                    <a:pt x="61" y="76"/>
                  </a:cubicBezTo>
                  <a:cubicBezTo>
                    <a:pt x="45" y="60"/>
                    <a:pt x="33" y="40"/>
                    <a:pt x="21" y="20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5"/>
            <p:cNvSpPr/>
            <p:nvPr/>
          </p:nvSpPr>
          <p:spPr>
            <a:xfrm flipH="1">
              <a:off x="6824804" y="1639549"/>
              <a:ext cx="84053" cy="124264"/>
            </a:xfrm>
            <a:custGeom>
              <a:avLst/>
              <a:gdLst/>
              <a:ahLst/>
              <a:cxnLst/>
              <a:rect l="l" t="t" r="r" b="b"/>
              <a:pathLst>
                <a:path w="625" h="924" extrusionOk="0">
                  <a:moveTo>
                    <a:pt x="33" y="0"/>
                  </a:moveTo>
                  <a:cubicBezTo>
                    <a:pt x="26" y="0"/>
                    <a:pt x="19" y="1"/>
                    <a:pt x="13" y="3"/>
                  </a:cubicBezTo>
                  <a:lnTo>
                    <a:pt x="1" y="7"/>
                  </a:lnTo>
                  <a:lnTo>
                    <a:pt x="1" y="15"/>
                  </a:lnTo>
                  <a:lnTo>
                    <a:pt x="13" y="15"/>
                  </a:lnTo>
                  <a:cubicBezTo>
                    <a:pt x="25" y="19"/>
                    <a:pt x="33" y="23"/>
                    <a:pt x="45" y="27"/>
                  </a:cubicBezTo>
                  <a:cubicBezTo>
                    <a:pt x="77" y="47"/>
                    <a:pt x="109" y="75"/>
                    <a:pt x="133" y="107"/>
                  </a:cubicBezTo>
                  <a:cubicBezTo>
                    <a:pt x="149" y="127"/>
                    <a:pt x="165" y="147"/>
                    <a:pt x="185" y="171"/>
                  </a:cubicBezTo>
                  <a:cubicBezTo>
                    <a:pt x="205" y="195"/>
                    <a:pt x="229" y="215"/>
                    <a:pt x="253" y="239"/>
                  </a:cubicBezTo>
                  <a:cubicBezTo>
                    <a:pt x="277" y="263"/>
                    <a:pt x="301" y="291"/>
                    <a:pt x="321" y="319"/>
                  </a:cubicBezTo>
                  <a:cubicBezTo>
                    <a:pt x="337" y="351"/>
                    <a:pt x="357" y="383"/>
                    <a:pt x="369" y="415"/>
                  </a:cubicBezTo>
                  <a:cubicBezTo>
                    <a:pt x="397" y="479"/>
                    <a:pt x="425" y="543"/>
                    <a:pt x="457" y="603"/>
                  </a:cubicBezTo>
                  <a:cubicBezTo>
                    <a:pt x="485" y="664"/>
                    <a:pt x="509" y="720"/>
                    <a:pt x="533" y="768"/>
                  </a:cubicBezTo>
                  <a:cubicBezTo>
                    <a:pt x="557" y="816"/>
                    <a:pt x="577" y="856"/>
                    <a:pt x="593" y="884"/>
                  </a:cubicBezTo>
                  <a:cubicBezTo>
                    <a:pt x="609" y="912"/>
                    <a:pt x="621" y="924"/>
                    <a:pt x="621" y="924"/>
                  </a:cubicBezTo>
                  <a:lnTo>
                    <a:pt x="625" y="924"/>
                  </a:lnTo>
                  <a:cubicBezTo>
                    <a:pt x="621" y="864"/>
                    <a:pt x="609" y="804"/>
                    <a:pt x="593" y="748"/>
                  </a:cubicBezTo>
                  <a:cubicBezTo>
                    <a:pt x="581" y="720"/>
                    <a:pt x="573" y="692"/>
                    <a:pt x="561" y="664"/>
                  </a:cubicBezTo>
                  <a:cubicBezTo>
                    <a:pt x="549" y="631"/>
                    <a:pt x="537" y="603"/>
                    <a:pt x="521" y="575"/>
                  </a:cubicBezTo>
                  <a:cubicBezTo>
                    <a:pt x="501" y="543"/>
                    <a:pt x="485" y="515"/>
                    <a:pt x="465" y="483"/>
                  </a:cubicBezTo>
                  <a:cubicBezTo>
                    <a:pt x="445" y="455"/>
                    <a:pt x="425" y="423"/>
                    <a:pt x="401" y="395"/>
                  </a:cubicBezTo>
                  <a:cubicBezTo>
                    <a:pt x="381" y="367"/>
                    <a:pt x="357" y="339"/>
                    <a:pt x="337" y="311"/>
                  </a:cubicBezTo>
                  <a:cubicBezTo>
                    <a:pt x="317" y="283"/>
                    <a:pt x="301" y="251"/>
                    <a:pt x="285" y="223"/>
                  </a:cubicBezTo>
                  <a:cubicBezTo>
                    <a:pt x="269" y="191"/>
                    <a:pt x="253" y="163"/>
                    <a:pt x="233" y="135"/>
                  </a:cubicBezTo>
                  <a:cubicBezTo>
                    <a:pt x="217" y="111"/>
                    <a:pt x="197" y="91"/>
                    <a:pt x="177" y="71"/>
                  </a:cubicBezTo>
                  <a:cubicBezTo>
                    <a:pt x="141" y="35"/>
                    <a:pt x="101" y="11"/>
                    <a:pt x="53" y="3"/>
                  </a:cubicBezTo>
                  <a:cubicBezTo>
                    <a:pt x="47" y="1"/>
                    <a:pt x="40" y="0"/>
                    <a:pt x="33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5"/>
            <p:cNvSpPr/>
            <p:nvPr/>
          </p:nvSpPr>
          <p:spPr>
            <a:xfrm flipH="1">
              <a:off x="7037291" y="1801872"/>
              <a:ext cx="103957" cy="187338"/>
            </a:xfrm>
            <a:custGeom>
              <a:avLst/>
              <a:gdLst/>
              <a:ahLst/>
              <a:cxnLst/>
              <a:rect l="l" t="t" r="r" b="b"/>
              <a:pathLst>
                <a:path w="773" h="1393" extrusionOk="0">
                  <a:moveTo>
                    <a:pt x="25" y="1"/>
                  </a:moveTo>
                  <a:cubicBezTo>
                    <a:pt x="17" y="21"/>
                    <a:pt x="9" y="45"/>
                    <a:pt x="9" y="69"/>
                  </a:cubicBezTo>
                  <a:cubicBezTo>
                    <a:pt x="1" y="133"/>
                    <a:pt x="1" y="197"/>
                    <a:pt x="13" y="261"/>
                  </a:cubicBezTo>
                  <a:cubicBezTo>
                    <a:pt x="21" y="301"/>
                    <a:pt x="33" y="341"/>
                    <a:pt x="49" y="381"/>
                  </a:cubicBezTo>
                  <a:cubicBezTo>
                    <a:pt x="61" y="425"/>
                    <a:pt x="85" y="465"/>
                    <a:pt x="105" y="509"/>
                  </a:cubicBezTo>
                  <a:cubicBezTo>
                    <a:pt x="149" y="601"/>
                    <a:pt x="189" y="693"/>
                    <a:pt x="225" y="785"/>
                  </a:cubicBezTo>
                  <a:cubicBezTo>
                    <a:pt x="245" y="837"/>
                    <a:pt x="265" y="881"/>
                    <a:pt x="289" y="929"/>
                  </a:cubicBezTo>
                  <a:cubicBezTo>
                    <a:pt x="313" y="973"/>
                    <a:pt x="341" y="1013"/>
                    <a:pt x="369" y="1057"/>
                  </a:cubicBezTo>
                  <a:cubicBezTo>
                    <a:pt x="417" y="1129"/>
                    <a:pt x="481" y="1197"/>
                    <a:pt x="549" y="1257"/>
                  </a:cubicBezTo>
                  <a:cubicBezTo>
                    <a:pt x="597" y="1297"/>
                    <a:pt x="649" y="1333"/>
                    <a:pt x="705" y="1361"/>
                  </a:cubicBezTo>
                  <a:cubicBezTo>
                    <a:pt x="745" y="1381"/>
                    <a:pt x="769" y="1393"/>
                    <a:pt x="769" y="1393"/>
                  </a:cubicBezTo>
                  <a:lnTo>
                    <a:pt x="773" y="1385"/>
                  </a:lnTo>
                  <a:cubicBezTo>
                    <a:pt x="773" y="1385"/>
                    <a:pt x="753" y="1369"/>
                    <a:pt x="721" y="1341"/>
                  </a:cubicBezTo>
                  <a:lnTo>
                    <a:pt x="661" y="1285"/>
                  </a:lnTo>
                  <a:cubicBezTo>
                    <a:pt x="641" y="1261"/>
                    <a:pt x="617" y="1237"/>
                    <a:pt x="589" y="1213"/>
                  </a:cubicBezTo>
                  <a:cubicBezTo>
                    <a:pt x="565" y="1185"/>
                    <a:pt x="541" y="1153"/>
                    <a:pt x="509" y="1121"/>
                  </a:cubicBezTo>
                  <a:cubicBezTo>
                    <a:pt x="497" y="1105"/>
                    <a:pt x="481" y="1089"/>
                    <a:pt x="469" y="1069"/>
                  </a:cubicBezTo>
                  <a:cubicBezTo>
                    <a:pt x="457" y="1053"/>
                    <a:pt x="441" y="1033"/>
                    <a:pt x="425" y="1017"/>
                  </a:cubicBezTo>
                  <a:cubicBezTo>
                    <a:pt x="369" y="941"/>
                    <a:pt x="317" y="857"/>
                    <a:pt x="261" y="773"/>
                  </a:cubicBezTo>
                  <a:cubicBezTo>
                    <a:pt x="233" y="729"/>
                    <a:pt x="209" y="685"/>
                    <a:pt x="185" y="641"/>
                  </a:cubicBezTo>
                  <a:cubicBezTo>
                    <a:pt x="165" y="593"/>
                    <a:pt x="153" y="549"/>
                    <a:pt x="141" y="501"/>
                  </a:cubicBezTo>
                  <a:cubicBezTo>
                    <a:pt x="129" y="453"/>
                    <a:pt x="117" y="409"/>
                    <a:pt x="105" y="365"/>
                  </a:cubicBezTo>
                  <a:cubicBezTo>
                    <a:pt x="93" y="325"/>
                    <a:pt x="81" y="285"/>
                    <a:pt x="73" y="249"/>
                  </a:cubicBezTo>
                  <a:cubicBezTo>
                    <a:pt x="53" y="193"/>
                    <a:pt x="45" y="133"/>
                    <a:pt x="37" y="73"/>
                  </a:cubicBezTo>
                  <a:cubicBezTo>
                    <a:pt x="33" y="57"/>
                    <a:pt x="33" y="41"/>
                    <a:pt x="33" y="25"/>
                  </a:cubicBezTo>
                  <a:lnTo>
                    <a:pt x="33" y="5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5"/>
            <p:cNvSpPr/>
            <p:nvPr/>
          </p:nvSpPr>
          <p:spPr>
            <a:xfrm flipH="1">
              <a:off x="6971662" y="1831459"/>
              <a:ext cx="78674" cy="198096"/>
            </a:xfrm>
            <a:custGeom>
              <a:avLst/>
              <a:gdLst/>
              <a:ahLst/>
              <a:cxnLst/>
              <a:rect l="l" t="t" r="r" b="b"/>
              <a:pathLst>
                <a:path w="585" h="1473" extrusionOk="0">
                  <a:moveTo>
                    <a:pt x="1" y="1"/>
                  </a:moveTo>
                  <a:lnTo>
                    <a:pt x="1" y="73"/>
                  </a:lnTo>
                  <a:cubicBezTo>
                    <a:pt x="1" y="133"/>
                    <a:pt x="9" y="193"/>
                    <a:pt x="17" y="253"/>
                  </a:cubicBezTo>
                  <a:cubicBezTo>
                    <a:pt x="25" y="293"/>
                    <a:pt x="37" y="333"/>
                    <a:pt x="49" y="373"/>
                  </a:cubicBezTo>
                  <a:cubicBezTo>
                    <a:pt x="61" y="413"/>
                    <a:pt x="77" y="457"/>
                    <a:pt x="97" y="497"/>
                  </a:cubicBezTo>
                  <a:cubicBezTo>
                    <a:pt x="117" y="541"/>
                    <a:pt x="137" y="585"/>
                    <a:pt x="153" y="629"/>
                  </a:cubicBezTo>
                  <a:cubicBezTo>
                    <a:pt x="173" y="677"/>
                    <a:pt x="185" y="725"/>
                    <a:pt x="205" y="769"/>
                  </a:cubicBezTo>
                  <a:cubicBezTo>
                    <a:pt x="221" y="817"/>
                    <a:pt x="241" y="865"/>
                    <a:pt x="261" y="909"/>
                  </a:cubicBezTo>
                  <a:lnTo>
                    <a:pt x="325" y="1037"/>
                  </a:lnTo>
                  <a:cubicBezTo>
                    <a:pt x="369" y="1121"/>
                    <a:pt x="413" y="1193"/>
                    <a:pt x="449" y="1257"/>
                  </a:cubicBezTo>
                  <a:lnTo>
                    <a:pt x="577" y="1473"/>
                  </a:lnTo>
                  <a:lnTo>
                    <a:pt x="585" y="1469"/>
                  </a:lnTo>
                  <a:cubicBezTo>
                    <a:pt x="565" y="1385"/>
                    <a:pt x="541" y="1305"/>
                    <a:pt x="505" y="1229"/>
                  </a:cubicBezTo>
                  <a:cubicBezTo>
                    <a:pt x="469" y="1153"/>
                    <a:pt x="433" y="1077"/>
                    <a:pt x="389" y="1005"/>
                  </a:cubicBezTo>
                  <a:lnTo>
                    <a:pt x="313" y="881"/>
                  </a:lnTo>
                  <a:lnTo>
                    <a:pt x="237" y="753"/>
                  </a:lnTo>
                  <a:cubicBezTo>
                    <a:pt x="213" y="713"/>
                    <a:pt x="189" y="669"/>
                    <a:pt x="173" y="621"/>
                  </a:cubicBezTo>
                  <a:cubicBezTo>
                    <a:pt x="153" y="577"/>
                    <a:pt x="141" y="533"/>
                    <a:pt x="133" y="485"/>
                  </a:cubicBezTo>
                  <a:cubicBezTo>
                    <a:pt x="121" y="441"/>
                    <a:pt x="113" y="397"/>
                    <a:pt x="105" y="357"/>
                  </a:cubicBezTo>
                  <a:lnTo>
                    <a:pt x="73" y="241"/>
                  </a:lnTo>
                  <a:cubicBezTo>
                    <a:pt x="57" y="169"/>
                    <a:pt x="41" y="109"/>
                    <a:pt x="29" y="69"/>
                  </a:cubicBezTo>
                  <a:cubicBezTo>
                    <a:pt x="17" y="25"/>
                    <a:pt x="9" y="1"/>
                    <a:pt x="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5"/>
            <p:cNvSpPr/>
            <p:nvPr/>
          </p:nvSpPr>
          <p:spPr>
            <a:xfrm flipH="1">
              <a:off x="6815659" y="1847597"/>
              <a:ext cx="67915" cy="209931"/>
            </a:xfrm>
            <a:custGeom>
              <a:avLst/>
              <a:gdLst/>
              <a:ahLst/>
              <a:cxnLst/>
              <a:rect l="l" t="t" r="r" b="b"/>
              <a:pathLst>
                <a:path w="505" h="1561" extrusionOk="0">
                  <a:moveTo>
                    <a:pt x="481" y="1"/>
                  </a:moveTo>
                  <a:lnTo>
                    <a:pt x="473" y="5"/>
                  </a:lnTo>
                  <a:cubicBezTo>
                    <a:pt x="473" y="5"/>
                    <a:pt x="469" y="33"/>
                    <a:pt x="461" y="77"/>
                  </a:cubicBezTo>
                  <a:cubicBezTo>
                    <a:pt x="457" y="125"/>
                    <a:pt x="453" y="189"/>
                    <a:pt x="445" y="269"/>
                  </a:cubicBezTo>
                  <a:cubicBezTo>
                    <a:pt x="441" y="305"/>
                    <a:pt x="437" y="349"/>
                    <a:pt x="433" y="393"/>
                  </a:cubicBezTo>
                  <a:cubicBezTo>
                    <a:pt x="429" y="437"/>
                    <a:pt x="425" y="481"/>
                    <a:pt x="413" y="529"/>
                  </a:cubicBezTo>
                  <a:cubicBezTo>
                    <a:pt x="405" y="581"/>
                    <a:pt x="389" y="625"/>
                    <a:pt x="365" y="669"/>
                  </a:cubicBezTo>
                  <a:cubicBezTo>
                    <a:pt x="337" y="713"/>
                    <a:pt x="305" y="753"/>
                    <a:pt x="265" y="789"/>
                  </a:cubicBezTo>
                  <a:cubicBezTo>
                    <a:pt x="221" y="821"/>
                    <a:pt x="185" y="857"/>
                    <a:pt x="149" y="897"/>
                  </a:cubicBezTo>
                  <a:cubicBezTo>
                    <a:pt x="113" y="937"/>
                    <a:pt x="81" y="985"/>
                    <a:pt x="61" y="1033"/>
                  </a:cubicBezTo>
                  <a:cubicBezTo>
                    <a:pt x="17" y="1117"/>
                    <a:pt x="1" y="1213"/>
                    <a:pt x="9" y="1309"/>
                  </a:cubicBezTo>
                  <a:cubicBezTo>
                    <a:pt x="13" y="1345"/>
                    <a:pt x="17" y="1385"/>
                    <a:pt x="25" y="1421"/>
                  </a:cubicBezTo>
                  <a:cubicBezTo>
                    <a:pt x="33" y="1445"/>
                    <a:pt x="33" y="1469"/>
                    <a:pt x="33" y="1497"/>
                  </a:cubicBezTo>
                  <a:cubicBezTo>
                    <a:pt x="33" y="1521"/>
                    <a:pt x="21" y="1541"/>
                    <a:pt x="5" y="1553"/>
                  </a:cubicBezTo>
                  <a:lnTo>
                    <a:pt x="9" y="1561"/>
                  </a:lnTo>
                  <a:cubicBezTo>
                    <a:pt x="13" y="1557"/>
                    <a:pt x="21" y="1553"/>
                    <a:pt x="25" y="1549"/>
                  </a:cubicBezTo>
                  <a:cubicBezTo>
                    <a:pt x="41" y="1537"/>
                    <a:pt x="53" y="1521"/>
                    <a:pt x="61" y="1501"/>
                  </a:cubicBezTo>
                  <a:cubicBezTo>
                    <a:pt x="69" y="1473"/>
                    <a:pt x="73" y="1441"/>
                    <a:pt x="73" y="1413"/>
                  </a:cubicBezTo>
                  <a:lnTo>
                    <a:pt x="73" y="1309"/>
                  </a:lnTo>
                  <a:cubicBezTo>
                    <a:pt x="73" y="1221"/>
                    <a:pt x="93" y="1137"/>
                    <a:pt x="125" y="1057"/>
                  </a:cubicBezTo>
                  <a:cubicBezTo>
                    <a:pt x="145" y="1013"/>
                    <a:pt x="169" y="969"/>
                    <a:pt x="197" y="933"/>
                  </a:cubicBezTo>
                  <a:cubicBezTo>
                    <a:pt x="225" y="893"/>
                    <a:pt x="261" y="853"/>
                    <a:pt x="293" y="809"/>
                  </a:cubicBezTo>
                  <a:cubicBezTo>
                    <a:pt x="357" y="725"/>
                    <a:pt x="413" y="633"/>
                    <a:pt x="453" y="537"/>
                  </a:cubicBezTo>
                  <a:cubicBezTo>
                    <a:pt x="469" y="493"/>
                    <a:pt x="485" y="445"/>
                    <a:pt x="493" y="397"/>
                  </a:cubicBezTo>
                  <a:cubicBezTo>
                    <a:pt x="501" y="353"/>
                    <a:pt x="505" y="309"/>
                    <a:pt x="505" y="265"/>
                  </a:cubicBezTo>
                  <a:cubicBezTo>
                    <a:pt x="505" y="201"/>
                    <a:pt x="501" y="137"/>
                    <a:pt x="493" y="73"/>
                  </a:cubicBezTo>
                  <a:cubicBezTo>
                    <a:pt x="485" y="29"/>
                    <a:pt x="481" y="1"/>
                    <a:pt x="481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5"/>
            <p:cNvSpPr/>
            <p:nvPr/>
          </p:nvSpPr>
          <p:spPr>
            <a:xfrm flipH="1">
              <a:off x="6314299" y="1937433"/>
              <a:ext cx="519247" cy="128164"/>
            </a:xfrm>
            <a:custGeom>
              <a:avLst/>
              <a:gdLst/>
              <a:ahLst/>
              <a:cxnLst/>
              <a:rect l="l" t="t" r="r" b="b"/>
              <a:pathLst>
                <a:path w="3861" h="953" extrusionOk="0">
                  <a:moveTo>
                    <a:pt x="3857" y="1"/>
                  </a:moveTo>
                  <a:lnTo>
                    <a:pt x="3817" y="29"/>
                  </a:lnTo>
                  <a:cubicBezTo>
                    <a:pt x="3793" y="45"/>
                    <a:pt x="3757" y="69"/>
                    <a:pt x="3709" y="93"/>
                  </a:cubicBezTo>
                  <a:cubicBezTo>
                    <a:pt x="3661" y="117"/>
                    <a:pt x="3601" y="149"/>
                    <a:pt x="3533" y="181"/>
                  </a:cubicBezTo>
                  <a:cubicBezTo>
                    <a:pt x="3461" y="209"/>
                    <a:pt x="3381" y="241"/>
                    <a:pt x="3293" y="269"/>
                  </a:cubicBezTo>
                  <a:lnTo>
                    <a:pt x="3001" y="365"/>
                  </a:lnTo>
                  <a:cubicBezTo>
                    <a:pt x="2897" y="401"/>
                    <a:pt x="2789" y="433"/>
                    <a:pt x="2677" y="461"/>
                  </a:cubicBezTo>
                  <a:cubicBezTo>
                    <a:pt x="2602" y="473"/>
                    <a:pt x="2527" y="479"/>
                    <a:pt x="2452" y="479"/>
                  </a:cubicBezTo>
                  <a:cubicBezTo>
                    <a:pt x="2407" y="479"/>
                    <a:pt x="2362" y="477"/>
                    <a:pt x="2317" y="473"/>
                  </a:cubicBezTo>
                  <a:cubicBezTo>
                    <a:pt x="2193" y="469"/>
                    <a:pt x="2065" y="469"/>
                    <a:pt x="1937" y="469"/>
                  </a:cubicBezTo>
                  <a:cubicBezTo>
                    <a:pt x="1689" y="473"/>
                    <a:pt x="1441" y="505"/>
                    <a:pt x="1197" y="565"/>
                  </a:cubicBezTo>
                  <a:cubicBezTo>
                    <a:pt x="985" y="617"/>
                    <a:pt x="781" y="689"/>
                    <a:pt x="585" y="785"/>
                  </a:cubicBezTo>
                  <a:cubicBezTo>
                    <a:pt x="497" y="825"/>
                    <a:pt x="421" y="865"/>
                    <a:pt x="353" y="889"/>
                  </a:cubicBezTo>
                  <a:cubicBezTo>
                    <a:pt x="297" y="910"/>
                    <a:pt x="241" y="921"/>
                    <a:pt x="185" y="921"/>
                  </a:cubicBezTo>
                  <a:cubicBezTo>
                    <a:pt x="177" y="921"/>
                    <a:pt x="169" y="921"/>
                    <a:pt x="161" y="921"/>
                  </a:cubicBezTo>
                  <a:cubicBezTo>
                    <a:pt x="121" y="921"/>
                    <a:pt x="81" y="909"/>
                    <a:pt x="41" y="889"/>
                  </a:cubicBezTo>
                  <a:cubicBezTo>
                    <a:pt x="29" y="885"/>
                    <a:pt x="17" y="877"/>
                    <a:pt x="5" y="869"/>
                  </a:cubicBezTo>
                  <a:lnTo>
                    <a:pt x="1" y="873"/>
                  </a:lnTo>
                  <a:cubicBezTo>
                    <a:pt x="13" y="885"/>
                    <a:pt x="25" y="893"/>
                    <a:pt x="37" y="901"/>
                  </a:cubicBezTo>
                  <a:cubicBezTo>
                    <a:pt x="73" y="925"/>
                    <a:pt x="117" y="941"/>
                    <a:pt x="161" y="949"/>
                  </a:cubicBezTo>
                  <a:cubicBezTo>
                    <a:pt x="182" y="951"/>
                    <a:pt x="204" y="952"/>
                    <a:pt x="225" y="952"/>
                  </a:cubicBezTo>
                  <a:cubicBezTo>
                    <a:pt x="272" y="952"/>
                    <a:pt x="318" y="946"/>
                    <a:pt x="365" y="933"/>
                  </a:cubicBezTo>
                  <a:cubicBezTo>
                    <a:pt x="449" y="909"/>
                    <a:pt x="529" y="877"/>
                    <a:pt x="609" y="841"/>
                  </a:cubicBezTo>
                  <a:cubicBezTo>
                    <a:pt x="805" y="757"/>
                    <a:pt x="1009" y="689"/>
                    <a:pt x="1217" y="633"/>
                  </a:cubicBezTo>
                  <a:cubicBezTo>
                    <a:pt x="1329" y="605"/>
                    <a:pt x="1449" y="577"/>
                    <a:pt x="1569" y="557"/>
                  </a:cubicBezTo>
                  <a:cubicBezTo>
                    <a:pt x="1689" y="537"/>
                    <a:pt x="1817" y="517"/>
                    <a:pt x="1941" y="505"/>
                  </a:cubicBezTo>
                  <a:cubicBezTo>
                    <a:pt x="2032" y="499"/>
                    <a:pt x="2122" y="495"/>
                    <a:pt x="2215" y="495"/>
                  </a:cubicBezTo>
                  <a:cubicBezTo>
                    <a:pt x="2249" y="495"/>
                    <a:pt x="2283" y="496"/>
                    <a:pt x="2317" y="497"/>
                  </a:cubicBezTo>
                  <a:cubicBezTo>
                    <a:pt x="2377" y="503"/>
                    <a:pt x="2438" y="506"/>
                    <a:pt x="2499" y="506"/>
                  </a:cubicBezTo>
                  <a:cubicBezTo>
                    <a:pt x="2561" y="506"/>
                    <a:pt x="2623" y="503"/>
                    <a:pt x="2685" y="497"/>
                  </a:cubicBezTo>
                  <a:cubicBezTo>
                    <a:pt x="2797" y="481"/>
                    <a:pt x="2909" y="457"/>
                    <a:pt x="3021" y="421"/>
                  </a:cubicBezTo>
                  <a:cubicBezTo>
                    <a:pt x="3125" y="393"/>
                    <a:pt x="3221" y="357"/>
                    <a:pt x="3313" y="325"/>
                  </a:cubicBezTo>
                  <a:cubicBezTo>
                    <a:pt x="3393" y="297"/>
                    <a:pt x="3473" y="261"/>
                    <a:pt x="3549" y="221"/>
                  </a:cubicBezTo>
                  <a:cubicBezTo>
                    <a:pt x="3609" y="189"/>
                    <a:pt x="3669" y="157"/>
                    <a:pt x="3725" y="117"/>
                  </a:cubicBezTo>
                  <a:cubicBezTo>
                    <a:pt x="3769" y="85"/>
                    <a:pt x="3805" y="57"/>
                    <a:pt x="3825" y="41"/>
                  </a:cubicBezTo>
                  <a:lnTo>
                    <a:pt x="3861" y="9"/>
                  </a:lnTo>
                  <a:lnTo>
                    <a:pt x="3857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65"/>
            <p:cNvSpPr/>
            <p:nvPr/>
          </p:nvSpPr>
          <p:spPr>
            <a:xfrm flipH="1">
              <a:off x="6535931" y="2044483"/>
              <a:ext cx="144302" cy="35639"/>
            </a:xfrm>
            <a:custGeom>
              <a:avLst/>
              <a:gdLst/>
              <a:ahLst/>
              <a:cxnLst/>
              <a:rect l="l" t="t" r="r" b="b"/>
              <a:pathLst>
                <a:path w="1073" h="265" extrusionOk="0">
                  <a:moveTo>
                    <a:pt x="1021" y="1"/>
                  </a:moveTo>
                  <a:lnTo>
                    <a:pt x="897" y="5"/>
                  </a:lnTo>
                  <a:cubicBezTo>
                    <a:pt x="869" y="5"/>
                    <a:pt x="841" y="9"/>
                    <a:pt x="813" y="13"/>
                  </a:cubicBezTo>
                  <a:cubicBezTo>
                    <a:pt x="785" y="21"/>
                    <a:pt x="753" y="29"/>
                    <a:pt x="721" y="37"/>
                  </a:cubicBezTo>
                  <a:cubicBezTo>
                    <a:pt x="657" y="57"/>
                    <a:pt x="589" y="69"/>
                    <a:pt x="521" y="73"/>
                  </a:cubicBezTo>
                  <a:cubicBezTo>
                    <a:pt x="489" y="73"/>
                    <a:pt x="453" y="77"/>
                    <a:pt x="421" y="85"/>
                  </a:cubicBezTo>
                  <a:cubicBezTo>
                    <a:pt x="385" y="93"/>
                    <a:pt x="349" y="101"/>
                    <a:pt x="321" y="109"/>
                  </a:cubicBezTo>
                  <a:cubicBezTo>
                    <a:pt x="289" y="113"/>
                    <a:pt x="257" y="125"/>
                    <a:pt x="229" y="133"/>
                  </a:cubicBezTo>
                  <a:cubicBezTo>
                    <a:pt x="201" y="145"/>
                    <a:pt x="173" y="157"/>
                    <a:pt x="149" y="169"/>
                  </a:cubicBezTo>
                  <a:cubicBezTo>
                    <a:pt x="97" y="193"/>
                    <a:pt x="49" y="221"/>
                    <a:pt x="1" y="257"/>
                  </a:cubicBezTo>
                  <a:lnTo>
                    <a:pt x="5" y="265"/>
                  </a:lnTo>
                  <a:cubicBezTo>
                    <a:pt x="5" y="265"/>
                    <a:pt x="25" y="261"/>
                    <a:pt x="53" y="253"/>
                  </a:cubicBezTo>
                  <a:cubicBezTo>
                    <a:pt x="85" y="249"/>
                    <a:pt x="125" y="241"/>
                    <a:pt x="177" y="225"/>
                  </a:cubicBezTo>
                  <a:cubicBezTo>
                    <a:pt x="225" y="213"/>
                    <a:pt x="281" y="197"/>
                    <a:pt x="341" y="177"/>
                  </a:cubicBezTo>
                  <a:cubicBezTo>
                    <a:pt x="401" y="153"/>
                    <a:pt x="469" y="133"/>
                    <a:pt x="533" y="109"/>
                  </a:cubicBezTo>
                  <a:cubicBezTo>
                    <a:pt x="565" y="97"/>
                    <a:pt x="597" y="89"/>
                    <a:pt x="633" y="81"/>
                  </a:cubicBezTo>
                  <a:cubicBezTo>
                    <a:pt x="665" y="73"/>
                    <a:pt x="697" y="73"/>
                    <a:pt x="733" y="73"/>
                  </a:cubicBezTo>
                  <a:lnTo>
                    <a:pt x="825" y="73"/>
                  </a:lnTo>
                  <a:cubicBezTo>
                    <a:pt x="853" y="73"/>
                    <a:pt x="881" y="69"/>
                    <a:pt x="909" y="65"/>
                  </a:cubicBezTo>
                  <a:cubicBezTo>
                    <a:pt x="949" y="57"/>
                    <a:pt x="993" y="45"/>
                    <a:pt x="1033" y="29"/>
                  </a:cubicBezTo>
                  <a:cubicBezTo>
                    <a:pt x="1045" y="25"/>
                    <a:pt x="1061" y="17"/>
                    <a:pt x="1073" y="5"/>
                  </a:cubicBezTo>
                  <a:lnTo>
                    <a:pt x="1069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65"/>
            <p:cNvSpPr/>
            <p:nvPr/>
          </p:nvSpPr>
          <p:spPr>
            <a:xfrm flipH="1">
              <a:off x="7187914" y="1587772"/>
              <a:ext cx="105033" cy="194331"/>
            </a:xfrm>
            <a:custGeom>
              <a:avLst/>
              <a:gdLst/>
              <a:ahLst/>
              <a:cxnLst/>
              <a:rect l="l" t="t" r="r" b="b"/>
              <a:pathLst>
                <a:path w="781" h="1445" extrusionOk="0">
                  <a:moveTo>
                    <a:pt x="9" y="0"/>
                  </a:moveTo>
                  <a:lnTo>
                    <a:pt x="1" y="4"/>
                  </a:lnTo>
                  <a:lnTo>
                    <a:pt x="17" y="16"/>
                  </a:lnTo>
                  <a:cubicBezTo>
                    <a:pt x="25" y="28"/>
                    <a:pt x="37" y="40"/>
                    <a:pt x="49" y="56"/>
                  </a:cubicBezTo>
                  <a:cubicBezTo>
                    <a:pt x="89" y="104"/>
                    <a:pt x="125" y="152"/>
                    <a:pt x="153" y="208"/>
                  </a:cubicBezTo>
                  <a:cubicBezTo>
                    <a:pt x="173" y="240"/>
                    <a:pt x="193" y="276"/>
                    <a:pt x="209" y="312"/>
                  </a:cubicBezTo>
                  <a:cubicBezTo>
                    <a:pt x="229" y="352"/>
                    <a:pt x="253" y="392"/>
                    <a:pt x="273" y="436"/>
                  </a:cubicBezTo>
                  <a:cubicBezTo>
                    <a:pt x="293" y="480"/>
                    <a:pt x="313" y="528"/>
                    <a:pt x="325" y="576"/>
                  </a:cubicBezTo>
                  <a:cubicBezTo>
                    <a:pt x="341" y="628"/>
                    <a:pt x="349" y="676"/>
                    <a:pt x="365" y="728"/>
                  </a:cubicBezTo>
                  <a:cubicBezTo>
                    <a:pt x="373" y="776"/>
                    <a:pt x="389" y="828"/>
                    <a:pt x="409" y="876"/>
                  </a:cubicBezTo>
                  <a:cubicBezTo>
                    <a:pt x="425" y="924"/>
                    <a:pt x="449" y="972"/>
                    <a:pt x="473" y="1016"/>
                  </a:cubicBezTo>
                  <a:cubicBezTo>
                    <a:pt x="517" y="1093"/>
                    <a:pt x="569" y="1165"/>
                    <a:pt x="621" y="1237"/>
                  </a:cubicBezTo>
                  <a:cubicBezTo>
                    <a:pt x="669" y="1301"/>
                    <a:pt x="709" y="1349"/>
                    <a:pt x="733" y="1389"/>
                  </a:cubicBezTo>
                  <a:cubicBezTo>
                    <a:pt x="761" y="1425"/>
                    <a:pt x="773" y="1445"/>
                    <a:pt x="773" y="1445"/>
                  </a:cubicBezTo>
                  <a:lnTo>
                    <a:pt x="781" y="1441"/>
                  </a:lnTo>
                  <a:cubicBezTo>
                    <a:pt x="773" y="1421"/>
                    <a:pt x="769" y="1397"/>
                    <a:pt x="757" y="1373"/>
                  </a:cubicBezTo>
                  <a:cubicBezTo>
                    <a:pt x="733" y="1317"/>
                    <a:pt x="705" y="1257"/>
                    <a:pt x="673" y="1205"/>
                  </a:cubicBezTo>
                  <a:cubicBezTo>
                    <a:pt x="633" y="1137"/>
                    <a:pt x="585" y="1061"/>
                    <a:pt x="533" y="980"/>
                  </a:cubicBezTo>
                  <a:cubicBezTo>
                    <a:pt x="485" y="896"/>
                    <a:pt x="437" y="804"/>
                    <a:pt x="401" y="712"/>
                  </a:cubicBezTo>
                  <a:cubicBezTo>
                    <a:pt x="381" y="668"/>
                    <a:pt x="361" y="620"/>
                    <a:pt x="345" y="568"/>
                  </a:cubicBezTo>
                  <a:cubicBezTo>
                    <a:pt x="329" y="520"/>
                    <a:pt x="317" y="472"/>
                    <a:pt x="309" y="424"/>
                  </a:cubicBezTo>
                  <a:cubicBezTo>
                    <a:pt x="297" y="376"/>
                    <a:pt x="281" y="332"/>
                    <a:pt x="265" y="288"/>
                  </a:cubicBezTo>
                  <a:cubicBezTo>
                    <a:pt x="249" y="248"/>
                    <a:pt x="229" y="212"/>
                    <a:pt x="205" y="176"/>
                  </a:cubicBezTo>
                  <a:cubicBezTo>
                    <a:pt x="169" y="120"/>
                    <a:pt x="125" y="72"/>
                    <a:pt x="73" y="36"/>
                  </a:cubicBezTo>
                  <a:cubicBezTo>
                    <a:pt x="53" y="20"/>
                    <a:pt x="29" y="8"/>
                    <a:pt x="9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5"/>
            <p:cNvSpPr/>
            <p:nvPr/>
          </p:nvSpPr>
          <p:spPr>
            <a:xfrm flipH="1">
              <a:off x="7112064" y="1766368"/>
              <a:ext cx="166358" cy="179806"/>
            </a:xfrm>
            <a:custGeom>
              <a:avLst/>
              <a:gdLst/>
              <a:ahLst/>
              <a:cxnLst/>
              <a:rect l="l" t="t" r="r" b="b"/>
              <a:pathLst>
                <a:path w="1237" h="1337" extrusionOk="0">
                  <a:moveTo>
                    <a:pt x="5" y="1"/>
                  </a:moveTo>
                  <a:lnTo>
                    <a:pt x="1" y="5"/>
                  </a:lnTo>
                  <a:lnTo>
                    <a:pt x="13" y="21"/>
                  </a:lnTo>
                  <a:cubicBezTo>
                    <a:pt x="21" y="33"/>
                    <a:pt x="33" y="49"/>
                    <a:pt x="49" y="69"/>
                  </a:cubicBezTo>
                  <a:lnTo>
                    <a:pt x="101" y="145"/>
                  </a:lnTo>
                  <a:cubicBezTo>
                    <a:pt x="121" y="173"/>
                    <a:pt x="145" y="209"/>
                    <a:pt x="169" y="245"/>
                  </a:cubicBezTo>
                  <a:lnTo>
                    <a:pt x="245" y="361"/>
                  </a:lnTo>
                  <a:cubicBezTo>
                    <a:pt x="269" y="401"/>
                    <a:pt x="305" y="445"/>
                    <a:pt x="333" y="489"/>
                  </a:cubicBezTo>
                  <a:cubicBezTo>
                    <a:pt x="365" y="537"/>
                    <a:pt x="397" y="585"/>
                    <a:pt x="425" y="633"/>
                  </a:cubicBezTo>
                  <a:cubicBezTo>
                    <a:pt x="453" y="681"/>
                    <a:pt x="481" y="737"/>
                    <a:pt x="509" y="785"/>
                  </a:cubicBezTo>
                  <a:cubicBezTo>
                    <a:pt x="537" y="837"/>
                    <a:pt x="565" y="889"/>
                    <a:pt x="601" y="937"/>
                  </a:cubicBezTo>
                  <a:cubicBezTo>
                    <a:pt x="633" y="981"/>
                    <a:pt x="669" y="1029"/>
                    <a:pt x="705" y="1069"/>
                  </a:cubicBezTo>
                  <a:cubicBezTo>
                    <a:pt x="773" y="1149"/>
                    <a:pt x="857" y="1213"/>
                    <a:pt x="949" y="1261"/>
                  </a:cubicBezTo>
                  <a:lnTo>
                    <a:pt x="1005" y="1289"/>
                  </a:lnTo>
                  <a:cubicBezTo>
                    <a:pt x="1025" y="1297"/>
                    <a:pt x="1045" y="1305"/>
                    <a:pt x="1061" y="1309"/>
                  </a:cubicBezTo>
                  <a:cubicBezTo>
                    <a:pt x="1093" y="1321"/>
                    <a:pt x="1121" y="1325"/>
                    <a:pt x="1153" y="1329"/>
                  </a:cubicBezTo>
                  <a:cubicBezTo>
                    <a:pt x="1173" y="1333"/>
                    <a:pt x="1193" y="1337"/>
                    <a:pt x="1213" y="1337"/>
                  </a:cubicBezTo>
                  <a:lnTo>
                    <a:pt x="1237" y="1337"/>
                  </a:lnTo>
                  <a:lnTo>
                    <a:pt x="1237" y="1329"/>
                  </a:lnTo>
                  <a:lnTo>
                    <a:pt x="1217" y="1325"/>
                  </a:lnTo>
                  <a:cubicBezTo>
                    <a:pt x="1197" y="1317"/>
                    <a:pt x="1177" y="1313"/>
                    <a:pt x="1161" y="1305"/>
                  </a:cubicBezTo>
                  <a:cubicBezTo>
                    <a:pt x="1133" y="1293"/>
                    <a:pt x="1105" y="1281"/>
                    <a:pt x="1077" y="1269"/>
                  </a:cubicBezTo>
                  <a:cubicBezTo>
                    <a:pt x="1045" y="1253"/>
                    <a:pt x="1013" y="1233"/>
                    <a:pt x="977" y="1209"/>
                  </a:cubicBezTo>
                  <a:cubicBezTo>
                    <a:pt x="941" y="1185"/>
                    <a:pt x="905" y="1157"/>
                    <a:pt x="869" y="1125"/>
                  </a:cubicBezTo>
                  <a:cubicBezTo>
                    <a:pt x="833" y="1093"/>
                    <a:pt x="793" y="1061"/>
                    <a:pt x="757" y="1021"/>
                  </a:cubicBezTo>
                  <a:cubicBezTo>
                    <a:pt x="677" y="941"/>
                    <a:pt x="605" y="853"/>
                    <a:pt x="537" y="765"/>
                  </a:cubicBezTo>
                  <a:cubicBezTo>
                    <a:pt x="505" y="717"/>
                    <a:pt x="473" y="669"/>
                    <a:pt x="441" y="621"/>
                  </a:cubicBezTo>
                  <a:cubicBezTo>
                    <a:pt x="413" y="569"/>
                    <a:pt x="389" y="521"/>
                    <a:pt x="365" y="469"/>
                  </a:cubicBezTo>
                  <a:cubicBezTo>
                    <a:pt x="341" y="421"/>
                    <a:pt x="321" y="373"/>
                    <a:pt x="293" y="329"/>
                  </a:cubicBezTo>
                  <a:cubicBezTo>
                    <a:pt x="269" y="285"/>
                    <a:pt x="241" y="249"/>
                    <a:pt x="213" y="209"/>
                  </a:cubicBezTo>
                  <a:cubicBezTo>
                    <a:pt x="169" y="153"/>
                    <a:pt x="121" y="97"/>
                    <a:pt x="69" y="53"/>
                  </a:cubicBezTo>
                  <a:cubicBezTo>
                    <a:pt x="49" y="33"/>
                    <a:pt x="25" y="17"/>
                    <a:pt x="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5"/>
            <p:cNvSpPr/>
            <p:nvPr/>
          </p:nvSpPr>
          <p:spPr>
            <a:xfrm flipH="1">
              <a:off x="7172314" y="1644794"/>
              <a:ext cx="43170" cy="60384"/>
            </a:xfrm>
            <a:custGeom>
              <a:avLst/>
              <a:gdLst/>
              <a:ahLst/>
              <a:cxnLst/>
              <a:rect l="l" t="t" r="r" b="b"/>
              <a:pathLst>
                <a:path w="321" h="449" extrusionOk="0">
                  <a:moveTo>
                    <a:pt x="5" y="0"/>
                  </a:moveTo>
                  <a:lnTo>
                    <a:pt x="1" y="4"/>
                  </a:lnTo>
                  <a:cubicBezTo>
                    <a:pt x="5" y="12"/>
                    <a:pt x="9" y="20"/>
                    <a:pt x="13" y="28"/>
                  </a:cubicBezTo>
                  <a:cubicBezTo>
                    <a:pt x="25" y="44"/>
                    <a:pt x="37" y="60"/>
                    <a:pt x="49" y="76"/>
                  </a:cubicBezTo>
                  <a:cubicBezTo>
                    <a:pt x="57" y="88"/>
                    <a:pt x="65" y="96"/>
                    <a:pt x="77" y="108"/>
                  </a:cubicBezTo>
                  <a:cubicBezTo>
                    <a:pt x="89" y="116"/>
                    <a:pt x="101" y="124"/>
                    <a:pt x="117" y="132"/>
                  </a:cubicBezTo>
                  <a:cubicBezTo>
                    <a:pt x="129" y="140"/>
                    <a:pt x="141" y="152"/>
                    <a:pt x="153" y="164"/>
                  </a:cubicBezTo>
                  <a:cubicBezTo>
                    <a:pt x="161" y="180"/>
                    <a:pt x="169" y="196"/>
                    <a:pt x="177" y="212"/>
                  </a:cubicBezTo>
                  <a:cubicBezTo>
                    <a:pt x="185" y="244"/>
                    <a:pt x="197" y="272"/>
                    <a:pt x="213" y="304"/>
                  </a:cubicBezTo>
                  <a:cubicBezTo>
                    <a:pt x="225" y="328"/>
                    <a:pt x="237" y="352"/>
                    <a:pt x="253" y="376"/>
                  </a:cubicBezTo>
                  <a:cubicBezTo>
                    <a:pt x="269" y="404"/>
                    <a:pt x="289" y="424"/>
                    <a:pt x="309" y="448"/>
                  </a:cubicBezTo>
                  <a:lnTo>
                    <a:pt x="317" y="448"/>
                  </a:lnTo>
                  <a:cubicBezTo>
                    <a:pt x="321" y="416"/>
                    <a:pt x="317" y="384"/>
                    <a:pt x="309" y="356"/>
                  </a:cubicBezTo>
                  <a:cubicBezTo>
                    <a:pt x="309" y="340"/>
                    <a:pt x="301" y="328"/>
                    <a:pt x="297" y="316"/>
                  </a:cubicBezTo>
                  <a:cubicBezTo>
                    <a:pt x="293" y="300"/>
                    <a:pt x="285" y="284"/>
                    <a:pt x="277" y="272"/>
                  </a:cubicBezTo>
                  <a:cubicBezTo>
                    <a:pt x="265" y="256"/>
                    <a:pt x="257" y="244"/>
                    <a:pt x="245" y="228"/>
                  </a:cubicBezTo>
                  <a:cubicBezTo>
                    <a:pt x="233" y="216"/>
                    <a:pt x="221" y="204"/>
                    <a:pt x="205" y="192"/>
                  </a:cubicBezTo>
                  <a:cubicBezTo>
                    <a:pt x="193" y="180"/>
                    <a:pt x="181" y="168"/>
                    <a:pt x="169" y="156"/>
                  </a:cubicBezTo>
                  <a:cubicBezTo>
                    <a:pt x="157" y="140"/>
                    <a:pt x="149" y="128"/>
                    <a:pt x="145" y="112"/>
                  </a:cubicBezTo>
                  <a:cubicBezTo>
                    <a:pt x="137" y="96"/>
                    <a:pt x="129" y="80"/>
                    <a:pt x="121" y="68"/>
                  </a:cubicBezTo>
                  <a:cubicBezTo>
                    <a:pt x="109" y="56"/>
                    <a:pt x="101" y="48"/>
                    <a:pt x="89" y="36"/>
                  </a:cubicBezTo>
                  <a:cubicBezTo>
                    <a:pt x="65" y="20"/>
                    <a:pt x="37" y="4"/>
                    <a:pt x="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5"/>
            <p:cNvSpPr/>
            <p:nvPr/>
          </p:nvSpPr>
          <p:spPr>
            <a:xfrm flipH="1">
              <a:off x="6660733" y="1983158"/>
              <a:ext cx="445011" cy="191103"/>
            </a:xfrm>
            <a:custGeom>
              <a:avLst/>
              <a:gdLst/>
              <a:ahLst/>
              <a:cxnLst/>
              <a:rect l="l" t="t" r="r" b="b"/>
              <a:pathLst>
                <a:path w="3309" h="1421" extrusionOk="0">
                  <a:moveTo>
                    <a:pt x="325" y="1"/>
                  </a:moveTo>
                  <a:cubicBezTo>
                    <a:pt x="285" y="5"/>
                    <a:pt x="245" y="13"/>
                    <a:pt x="209" y="25"/>
                  </a:cubicBezTo>
                  <a:cubicBezTo>
                    <a:pt x="169" y="37"/>
                    <a:pt x="133" y="57"/>
                    <a:pt x="101" y="81"/>
                  </a:cubicBezTo>
                  <a:cubicBezTo>
                    <a:pt x="85" y="93"/>
                    <a:pt x="69" y="109"/>
                    <a:pt x="57" y="121"/>
                  </a:cubicBezTo>
                  <a:cubicBezTo>
                    <a:pt x="41" y="137"/>
                    <a:pt x="29" y="157"/>
                    <a:pt x="17" y="173"/>
                  </a:cubicBezTo>
                  <a:lnTo>
                    <a:pt x="1" y="193"/>
                  </a:lnTo>
                  <a:lnTo>
                    <a:pt x="21" y="221"/>
                  </a:lnTo>
                  <a:cubicBezTo>
                    <a:pt x="45" y="253"/>
                    <a:pt x="73" y="285"/>
                    <a:pt x="101" y="313"/>
                  </a:cubicBezTo>
                  <a:cubicBezTo>
                    <a:pt x="129" y="345"/>
                    <a:pt x="157" y="373"/>
                    <a:pt x="189" y="401"/>
                  </a:cubicBezTo>
                  <a:cubicBezTo>
                    <a:pt x="217" y="429"/>
                    <a:pt x="249" y="453"/>
                    <a:pt x="285" y="477"/>
                  </a:cubicBezTo>
                  <a:cubicBezTo>
                    <a:pt x="301" y="493"/>
                    <a:pt x="321" y="505"/>
                    <a:pt x="337" y="517"/>
                  </a:cubicBezTo>
                  <a:lnTo>
                    <a:pt x="365" y="529"/>
                  </a:lnTo>
                  <a:cubicBezTo>
                    <a:pt x="373" y="533"/>
                    <a:pt x="389" y="537"/>
                    <a:pt x="397" y="545"/>
                  </a:cubicBezTo>
                  <a:cubicBezTo>
                    <a:pt x="421" y="553"/>
                    <a:pt x="441" y="557"/>
                    <a:pt x="465" y="561"/>
                  </a:cubicBezTo>
                  <a:cubicBezTo>
                    <a:pt x="485" y="565"/>
                    <a:pt x="509" y="569"/>
                    <a:pt x="529" y="573"/>
                  </a:cubicBezTo>
                  <a:cubicBezTo>
                    <a:pt x="569" y="577"/>
                    <a:pt x="613" y="581"/>
                    <a:pt x="653" y="581"/>
                  </a:cubicBezTo>
                  <a:cubicBezTo>
                    <a:pt x="693" y="577"/>
                    <a:pt x="737" y="577"/>
                    <a:pt x="777" y="573"/>
                  </a:cubicBezTo>
                  <a:lnTo>
                    <a:pt x="777" y="573"/>
                  </a:lnTo>
                  <a:lnTo>
                    <a:pt x="777" y="573"/>
                  </a:lnTo>
                  <a:cubicBezTo>
                    <a:pt x="765" y="594"/>
                    <a:pt x="753" y="616"/>
                    <a:pt x="741" y="641"/>
                  </a:cubicBezTo>
                  <a:cubicBezTo>
                    <a:pt x="729" y="669"/>
                    <a:pt x="717" y="701"/>
                    <a:pt x="705" y="733"/>
                  </a:cubicBezTo>
                  <a:cubicBezTo>
                    <a:pt x="701" y="749"/>
                    <a:pt x="697" y="765"/>
                    <a:pt x="693" y="781"/>
                  </a:cubicBezTo>
                  <a:cubicBezTo>
                    <a:pt x="693" y="789"/>
                    <a:pt x="693" y="797"/>
                    <a:pt x="689" y="805"/>
                  </a:cubicBezTo>
                  <a:lnTo>
                    <a:pt x="689" y="837"/>
                  </a:lnTo>
                  <a:cubicBezTo>
                    <a:pt x="693" y="853"/>
                    <a:pt x="697" y="873"/>
                    <a:pt x="701" y="889"/>
                  </a:cubicBezTo>
                  <a:cubicBezTo>
                    <a:pt x="709" y="905"/>
                    <a:pt x="713" y="921"/>
                    <a:pt x="721" y="937"/>
                  </a:cubicBezTo>
                  <a:cubicBezTo>
                    <a:pt x="737" y="969"/>
                    <a:pt x="753" y="997"/>
                    <a:pt x="769" y="1021"/>
                  </a:cubicBezTo>
                  <a:cubicBezTo>
                    <a:pt x="805" y="1077"/>
                    <a:pt x="845" y="1125"/>
                    <a:pt x="889" y="1173"/>
                  </a:cubicBezTo>
                  <a:lnTo>
                    <a:pt x="893" y="1177"/>
                  </a:lnTo>
                  <a:lnTo>
                    <a:pt x="897" y="1177"/>
                  </a:lnTo>
                  <a:cubicBezTo>
                    <a:pt x="937" y="1189"/>
                    <a:pt x="977" y="1201"/>
                    <a:pt x="1021" y="1205"/>
                  </a:cubicBezTo>
                  <a:cubicBezTo>
                    <a:pt x="1061" y="1213"/>
                    <a:pt x="1101" y="1217"/>
                    <a:pt x="1145" y="1217"/>
                  </a:cubicBezTo>
                  <a:cubicBezTo>
                    <a:pt x="1185" y="1217"/>
                    <a:pt x="1229" y="1209"/>
                    <a:pt x="1269" y="1197"/>
                  </a:cubicBezTo>
                  <a:cubicBezTo>
                    <a:pt x="1289" y="1193"/>
                    <a:pt x="1313" y="1185"/>
                    <a:pt x="1329" y="1177"/>
                  </a:cubicBezTo>
                  <a:cubicBezTo>
                    <a:pt x="1349" y="1169"/>
                    <a:pt x="1369" y="1157"/>
                    <a:pt x="1385" y="1145"/>
                  </a:cubicBezTo>
                  <a:cubicBezTo>
                    <a:pt x="1421" y="1121"/>
                    <a:pt x="1453" y="1089"/>
                    <a:pt x="1481" y="1057"/>
                  </a:cubicBezTo>
                  <a:cubicBezTo>
                    <a:pt x="1509" y="1025"/>
                    <a:pt x="1533" y="989"/>
                    <a:pt x="1553" y="957"/>
                  </a:cubicBezTo>
                  <a:cubicBezTo>
                    <a:pt x="1573" y="925"/>
                    <a:pt x="1597" y="893"/>
                    <a:pt x="1621" y="861"/>
                  </a:cubicBezTo>
                  <a:cubicBezTo>
                    <a:pt x="1633" y="849"/>
                    <a:pt x="1645" y="837"/>
                    <a:pt x="1657" y="825"/>
                  </a:cubicBezTo>
                  <a:cubicBezTo>
                    <a:pt x="1664" y="820"/>
                    <a:pt x="1671" y="817"/>
                    <a:pt x="1678" y="814"/>
                  </a:cubicBezTo>
                  <a:lnTo>
                    <a:pt x="1678" y="814"/>
                  </a:lnTo>
                  <a:cubicBezTo>
                    <a:pt x="1703" y="828"/>
                    <a:pt x="1726" y="844"/>
                    <a:pt x="1749" y="861"/>
                  </a:cubicBezTo>
                  <a:cubicBezTo>
                    <a:pt x="1777" y="881"/>
                    <a:pt x="1801" y="901"/>
                    <a:pt x="1825" y="925"/>
                  </a:cubicBezTo>
                  <a:cubicBezTo>
                    <a:pt x="1837" y="937"/>
                    <a:pt x="1849" y="949"/>
                    <a:pt x="1857" y="961"/>
                  </a:cubicBezTo>
                  <a:cubicBezTo>
                    <a:pt x="1865" y="973"/>
                    <a:pt x="1877" y="989"/>
                    <a:pt x="1885" y="1005"/>
                  </a:cubicBezTo>
                  <a:lnTo>
                    <a:pt x="1941" y="1097"/>
                  </a:lnTo>
                  <a:cubicBezTo>
                    <a:pt x="1985" y="1165"/>
                    <a:pt x="2033" y="1225"/>
                    <a:pt x="2089" y="1281"/>
                  </a:cubicBezTo>
                  <a:cubicBezTo>
                    <a:pt x="2117" y="1309"/>
                    <a:pt x="2153" y="1337"/>
                    <a:pt x="2185" y="1357"/>
                  </a:cubicBezTo>
                  <a:cubicBezTo>
                    <a:pt x="2221" y="1381"/>
                    <a:pt x="2257" y="1401"/>
                    <a:pt x="2297" y="1417"/>
                  </a:cubicBezTo>
                  <a:lnTo>
                    <a:pt x="2309" y="1421"/>
                  </a:lnTo>
                  <a:lnTo>
                    <a:pt x="2321" y="1421"/>
                  </a:lnTo>
                  <a:cubicBezTo>
                    <a:pt x="2341" y="1421"/>
                    <a:pt x="2357" y="1417"/>
                    <a:pt x="2373" y="1417"/>
                  </a:cubicBezTo>
                  <a:cubicBezTo>
                    <a:pt x="2389" y="1413"/>
                    <a:pt x="2405" y="1409"/>
                    <a:pt x="2421" y="1405"/>
                  </a:cubicBezTo>
                  <a:cubicBezTo>
                    <a:pt x="2457" y="1397"/>
                    <a:pt x="2489" y="1381"/>
                    <a:pt x="2517" y="1357"/>
                  </a:cubicBezTo>
                  <a:cubicBezTo>
                    <a:pt x="2537" y="1341"/>
                    <a:pt x="2549" y="1325"/>
                    <a:pt x="2561" y="1305"/>
                  </a:cubicBezTo>
                  <a:cubicBezTo>
                    <a:pt x="2565" y="1297"/>
                    <a:pt x="2569" y="1285"/>
                    <a:pt x="2573" y="1277"/>
                  </a:cubicBezTo>
                  <a:lnTo>
                    <a:pt x="2577" y="1261"/>
                  </a:lnTo>
                  <a:lnTo>
                    <a:pt x="2577" y="1253"/>
                  </a:lnTo>
                  <a:lnTo>
                    <a:pt x="2577" y="1249"/>
                  </a:lnTo>
                  <a:lnTo>
                    <a:pt x="2577" y="1241"/>
                  </a:lnTo>
                  <a:lnTo>
                    <a:pt x="2577" y="1221"/>
                  </a:lnTo>
                  <a:lnTo>
                    <a:pt x="2577" y="1189"/>
                  </a:lnTo>
                  <a:cubicBezTo>
                    <a:pt x="2577" y="1173"/>
                    <a:pt x="2577" y="1157"/>
                    <a:pt x="2573" y="1137"/>
                  </a:cubicBezTo>
                  <a:cubicBezTo>
                    <a:pt x="2561" y="1085"/>
                    <a:pt x="2541" y="1029"/>
                    <a:pt x="2517" y="977"/>
                  </a:cubicBezTo>
                  <a:cubicBezTo>
                    <a:pt x="2512" y="964"/>
                    <a:pt x="2507" y="951"/>
                    <a:pt x="2501" y="939"/>
                  </a:cubicBezTo>
                  <a:lnTo>
                    <a:pt x="2501" y="939"/>
                  </a:lnTo>
                  <a:cubicBezTo>
                    <a:pt x="2531" y="943"/>
                    <a:pt x="2558" y="950"/>
                    <a:pt x="2585" y="957"/>
                  </a:cubicBezTo>
                  <a:cubicBezTo>
                    <a:pt x="2601" y="965"/>
                    <a:pt x="2617" y="969"/>
                    <a:pt x="2629" y="973"/>
                  </a:cubicBezTo>
                  <a:cubicBezTo>
                    <a:pt x="2641" y="981"/>
                    <a:pt x="2653" y="989"/>
                    <a:pt x="2661" y="997"/>
                  </a:cubicBezTo>
                  <a:lnTo>
                    <a:pt x="2665" y="997"/>
                  </a:lnTo>
                  <a:lnTo>
                    <a:pt x="2673" y="1005"/>
                  </a:lnTo>
                  <a:lnTo>
                    <a:pt x="2685" y="1017"/>
                  </a:lnTo>
                  <a:lnTo>
                    <a:pt x="2689" y="1021"/>
                  </a:lnTo>
                  <a:lnTo>
                    <a:pt x="2701" y="1025"/>
                  </a:lnTo>
                  <a:cubicBezTo>
                    <a:pt x="2709" y="1029"/>
                    <a:pt x="2717" y="1033"/>
                    <a:pt x="2725" y="1037"/>
                  </a:cubicBezTo>
                  <a:cubicBezTo>
                    <a:pt x="2733" y="1041"/>
                    <a:pt x="2741" y="1041"/>
                    <a:pt x="2749" y="1041"/>
                  </a:cubicBezTo>
                  <a:lnTo>
                    <a:pt x="2765" y="1045"/>
                  </a:lnTo>
                  <a:cubicBezTo>
                    <a:pt x="2777" y="1049"/>
                    <a:pt x="2789" y="1049"/>
                    <a:pt x="2801" y="1049"/>
                  </a:cubicBezTo>
                  <a:cubicBezTo>
                    <a:pt x="2841" y="1049"/>
                    <a:pt x="2881" y="1049"/>
                    <a:pt x="2921" y="1041"/>
                  </a:cubicBezTo>
                  <a:cubicBezTo>
                    <a:pt x="2961" y="1037"/>
                    <a:pt x="3001" y="1029"/>
                    <a:pt x="3037" y="1021"/>
                  </a:cubicBezTo>
                  <a:cubicBezTo>
                    <a:pt x="3113" y="1005"/>
                    <a:pt x="3189" y="985"/>
                    <a:pt x="3261" y="961"/>
                  </a:cubicBezTo>
                  <a:lnTo>
                    <a:pt x="3309" y="945"/>
                  </a:lnTo>
                  <a:lnTo>
                    <a:pt x="3277" y="913"/>
                  </a:lnTo>
                  <a:cubicBezTo>
                    <a:pt x="3245" y="877"/>
                    <a:pt x="3209" y="841"/>
                    <a:pt x="3165" y="813"/>
                  </a:cubicBezTo>
                  <a:cubicBezTo>
                    <a:pt x="3129" y="781"/>
                    <a:pt x="3081" y="761"/>
                    <a:pt x="3029" y="753"/>
                  </a:cubicBezTo>
                  <a:lnTo>
                    <a:pt x="3029" y="765"/>
                  </a:lnTo>
                  <a:cubicBezTo>
                    <a:pt x="3073" y="781"/>
                    <a:pt x="3109" y="809"/>
                    <a:pt x="3141" y="841"/>
                  </a:cubicBezTo>
                  <a:cubicBezTo>
                    <a:pt x="3163" y="863"/>
                    <a:pt x="3183" y="886"/>
                    <a:pt x="3200" y="908"/>
                  </a:cubicBezTo>
                  <a:lnTo>
                    <a:pt x="3200" y="908"/>
                  </a:lnTo>
                  <a:cubicBezTo>
                    <a:pt x="3142" y="917"/>
                    <a:pt x="3082" y="926"/>
                    <a:pt x="3025" y="933"/>
                  </a:cubicBezTo>
                  <a:cubicBezTo>
                    <a:pt x="2989" y="937"/>
                    <a:pt x="2949" y="941"/>
                    <a:pt x="2913" y="941"/>
                  </a:cubicBezTo>
                  <a:cubicBezTo>
                    <a:pt x="2877" y="941"/>
                    <a:pt x="2845" y="941"/>
                    <a:pt x="2809" y="937"/>
                  </a:cubicBezTo>
                  <a:cubicBezTo>
                    <a:pt x="2801" y="937"/>
                    <a:pt x="2793" y="933"/>
                    <a:pt x="2785" y="933"/>
                  </a:cubicBezTo>
                  <a:cubicBezTo>
                    <a:pt x="2781" y="929"/>
                    <a:pt x="2769" y="929"/>
                    <a:pt x="2769" y="929"/>
                  </a:cubicBezTo>
                  <a:lnTo>
                    <a:pt x="2765" y="921"/>
                  </a:lnTo>
                  <a:lnTo>
                    <a:pt x="2756" y="915"/>
                  </a:lnTo>
                  <a:lnTo>
                    <a:pt x="2756" y="915"/>
                  </a:lnTo>
                  <a:lnTo>
                    <a:pt x="2753" y="909"/>
                  </a:lnTo>
                  <a:cubicBezTo>
                    <a:pt x="2733" y="889"/>
                    <a:pt x="2713" y="877"/>
                    <a:pt x="2693" y="861"/>
                  </a:cubicBezTo>
                  <a:cubicBezTo>
                    <a:pt x="2673" y="853"/>
                    <a:pt x="2653" y="841"/>
                    <a:pt x="2629" y="833"/>
                  </a:cubicBezTo>
                  <a:cubicBezTo>
                    <a:pt x="2593" y="821"/>
                    <a:pt x="2553" y="809"/>
                    <a:pt x="2509" y="801"/>
                  </a:cubicBezTo>
                  <a:cubicBezTo>
                    <a:pt x="2469" y="793"/>
                    <a:pt x="2429" y="789"/>
                    <a:pt x="2389" y="789"/>
                  </a:cubicBezTo>
                  <a:lnTo>
                    <a:pt x="2269" y="781"/>
                  </a:lnTo>
                  <a:lnTo>
                    <a:pt x="2325" y="889"/>
                  </a:lnTo>
                  <a:cubicBezTo>
                    <a:pt x="2345" y="933"/>
                    <a:pt x="2369" y="981"/>
                    <a:pt x="2385" y="1025"/>
                  </a:cubicBezTo>
                  <a:cubicBezTo>
                    <a:pt x="2405" y="1069"/>
                    <a:pt x="2417" y="1117"/>
                    <a:pt x="2429" y="1161"/>
                  </a:cubicBezTo>
                  <a:cubicBezTo>
                    <a:pt x="2433" y="1173"/>
                    <a:pt x="2433" y="1181"/>
                    <a:pt x="2433" y="1189"/>
                  </a:cubicBezTo>
                  <a:cubicBezTo>
                    <a:pt x="2433" y="1193"/>
                    <a:pt x="2433" y="1197"/>
                    <a:pt x="2433" y="1197"/>
                  </a:cubicBezTo>
                  <a:lnTo>
                    <a:pt x="2433" y="1217"/>
                  </a:lnTo>
                  <a:lnTo>
                    <a:pt x="2433" y="1221"/>
                  </a:lnTo>
                  <a:cubicBezTo>
                    <a:pt x="2429" y="1225"/>
                    <a:pt x="2429" y="1229"/>
                    <a:pt x="2425" y="1233"/>
                  </a:cubicBezTo>
                  <a:cubicBezTo>
                    <a:pt x="2413" y="1241"/>
                    <a:pt x="2397" y="1249"/>
                    <a:pt x="2381" y="1253"/>
                  </a:cubicBezTo>
                  <a:cubicBezTo>
                    <a:pt x="2373" y="1257"/>
                    <a:pt x="2361" y="1257"/>
                    <a:pt x="2353" y="1261"/>
                  </a:cubicBezTo>
                  <a:lnTo>
                    <a:pt x="2335" y="1263"/>
                  </a:lnTo>
                  <a:lnTo>
                    <a:pt x="2335" y="1263"/>
                  </a:lnTo>
                  <a:cubicBezTo>
                    <a:pt x="2280" y="1240"/>
                    <a:pt x="2229" y="1209"/>
                    <a:pt x="2185" y="1169"/>
                  </a:cubicBezTo>
                  <a:cubicBezTo>
                    <a:pt x="2133" y="1125"/>
                    <a:pt x="2089" y="1073"/>
                    <a:pt x="2049" y="1013"/>
                  </a:cubicBezTo>
                  <a:lnTo>
                    <a:pt x="1989" y="921"/>
                  </a:lnTo>
                  <a:cubicBezTo>
                    <a:pt x="1977" y="901"/>
                    <a:pt x="1969" y="889"/>
                    <a:pt x="1953" y="873"/>
                  </a:cubicBezTo>
                  <a:cubicBezTo>
                    <a:pt x="1937" y="857"/>
                    <a:pt x="1925" y="841"/>
                    <a:pt x="1909" y="829"/>
                  </a:cubicBezTo>
                  <a:cubicBezTo>
                    <a:pt x="1877" y="801"/>
                    <a:pt x="1845" y="777"/>
                    <a:pt x="1809" y="757"/>
                  </a:cubicBezTo>
                  <a:cubicBezTo>
                    <a:pt x="1777" y="737"/>
                    <a:pt x="1741" y="721"/>
                    <a:pt x="1705" y="705"/>
                  </a:cubicBezTo>
                  <a:lnTo>
                    <a:pt x="1689" y="697"/>
                  </a:lnTo>
                  <a:lnTo>
                    <a:pt x="1673" y="701"/>
                  </a:lnTo>
                  <a:cubicBezTo>
                    <a:pt x="1649" y="709"/>
                    <a:pt x="1625" y="725"/>
                    <a:pt x="1605" y="741"/>
                  </a:cubicBezTo>
                  <a:cubicBezTo>
                    <a:pt x="1585" y="757"/>
                    <a:pt x="1569" y="777"/>
                    <a:pt x="1557" y="797"/>
                  </a:cubicBezTo>
                  <a:cubicBezTo>
                    <a:pt x="1537" y="833"/>
                    <a:pt x="1513" y="869"/>
                    <a:pt x="1497" y="905"/>
                  </a:cubicBezTo>
                  <a:cubicBezTo>
                    <a:pt x="1477" y="941"/>
                    <a:pt x="1457" y="973"/>
                    <a:pt x="1437" y="1005"/>
                  </a:cubicBezTo>
                  <a:cubicBezTo>
                    <a:pt x="1417" y="1037"/>
                    <a:pt x="1389" y="1065"/>
                    <a:pt x="1361" y="1089"/>
                  </a:cubicBezTo>
                  <a:cubicBezTo>
                    <a:pt x="1345" y="1101"/>
                    <a:pt x="1329" y="1113"/>
                    <a:pt x="1313" y="1121"/>
                  </a:cubicBezTo>
                  <a:cubicBezTo>
                    <a:pt x="1297" y="1129"/>
                    <a:pt x="1281" y="1137"/>
                    <a:pt x="1261" y="1141"/>
                  </a:cubicBezTo>
                  <a:cubicBezTo>
                    <a:pt x="1225" y="1153"/>
                    <a:pt x="1185" y="1157"/>
                    <a:pt x="1149" y="1161"/>
                  </a:cubicBezTo>
                  <a:cubicBezTo>
                    <a:pt x="1109" y="1161"/>
                    <a:pt x="1069" y="1157"/>
                    <a:pt x="1029" y="1149"/>
                  </a:cubicBezTo>
                  <a:cubicBezTo>
                    <a:pt x="994" y="1145"/>
                    <a:pt x="955" y="1133"/>
                    <a:pt x="920" y="1118"/>
                  </a:cubicBezTo>
                  <a:lnTo>
                    <a:pt x="920" y="1118"/>
                  </a:lnTo>
                  <a:cubicBezTo>
                    <a:pt x="885" y="1072"/>
                    <a:pt x="851" y="1026"/>
                    <a:pt x="825" y="973"/>
                  </a:cubicBezTo>
                  <a:cubicBezTo>
                    <a:pt x="813" y="949"/>
                    <a:pt x="801" y="921"/>
                    <a:pt x="793" y="893"/>
                  </a:cubicBezTo>
                  <a:cubicBezTo>
                    <a:pt x="789" y="881"/>
                    <a:pt x="785" y="869"/>
                    <a:pt x="781" y="853"/>
                  </a:cubicBezTo>
                  <a:cubicBezTo>
                    <a:pt x="781" y="841"/>
                    <a:pt x="777" y="829"/>
                    <a:pt x="777" y="817"/>
                  </a:cubicBezTo>
                  <a:cubicBezTo>
                    <a:pt x="777" y="813"/>
                    <a:pt x="777" y="809"/>
                    <a:pt x="777" y="801"/>
                  </a:cubicBezTo>
                  <a:cubicBezTo>
                    <a:pt x="777" y="797"/>
                    <a:pt x="781" y="789"/>
                    <a:pt x="781" y="781"/>
                  </a:cubicBezTo>
                  <a:cubicBezTo>
                    <a:pt x="785" y="769"/>
                    <a:pt x="789" y="757"/>
                    <a:pt x="797" y="745"/>
                  </a:cubicBezTo>
                  <a:cubicBezTo>
                    <a:pt x="805" y="721"/>
                    <a:pt x="821" y="693"/>
                    <a:pt x="833" y="669"/>
                  </a:cubicBezTo>
                  <a:cubicBezTo>
                    <a:pt x="849" y="645"/>
                    <a:pt x="865" y="621"/>
                    <a:pt x="885" y="597"/>
                  </a:cubicBezTo>
                  <a:cubicBezTo>
                    <a:pt x="901" y="577"/>
                    <a:pt x="921" y="549"/>
                    <a:pt x="937" y="533"/>
                  </a:cubicBezTo>
                  <a:lnTo>
                    <a:pt x="1009" y="453"/>
                  </a:lnTo>
                  <a:lnTo>
                    <a:pt x="905" y="433"/>
                  </a:lnTo>
                  <a:cubicBezTo>
                    <a:pt x="881" y="433"/>
                    <a:pt x="857" y="429"/>
                    <a:pt x="833" y="429"/>
                  </a:cubicBezTo>
                  <a:lnTo>
                    <a:pt x="769" y="433"/>
                  </a:lnTo>
                  <a:cubicBezTo>
                    <a:pt x="733" y="437"/>
                    <a:pt x="693" y="437"/>
                    <a:pt x="657" y="437"/>
                  </a:cubicBezTo>
                  <a:cubicBezTo>
                    <a:pt x="637" y="439"/>
                    <a:pt x="618" y="440"/>
                    <a:pt x="599" y="440"/>
                  </a:cubicBezTo>
                  <a:cubicBezTo>
                    <a:pt x="581" y="440"/>
                    <a:pt x="563" y="439"/>
                    <a:pt x="545" y="437"/>
                  </a:cubicBezTo>
                  <a:cubicBezTo>
                    <a:pt x="525" y="433"/>
                    <a:pt x="509" y="433"/>
                    <a:pt x="493" y="429"/>
                  </a:cubicBezTo>
                  <a:cubicBezTo>
                    <a:pt x="473" y="425"/>
                    <a:pt x="457" y="421"/>
                    <a:pt x="441" y="417"/>
                  </a:cubicBezTo>
                  <a:lnTo>
                    <a:pt x="421" y="409"/>
                  </a:lnTo>
                  <a:lnTo>
                    <a:pt x="393" y="397"/>
                  </a:lnTo>
                  <a:cubicBezTo>
                    <a:pt x="381" y="393"/>
                    <a:pt x="365" y="381"/>
                    <a:pt x="349" y="369"/>
                  </a:cubicBezTo>
                  <a:cubicBezTo>
                    <a:pt x="317" y="349"/>
                    <a:pt x="285" y="329"/>
                    <a:pt x="257" y="305"/>
                  </a:cubicBezTo>
                  <a:cubicBezTo>
                    <a:pt x="204" y="263"/>
                    <a:pt x="155" y="218"/>
                    <a:pt x="109" y="170"/>
                  </a:cubicBezTo>
                  <a:lnTo>
                    <a:pt x="109" y="170"/>
                  </a:lnTo>
                  <a:cubicBezTo>
                    <a:pt x="111" y="165"/>
                    <a:pt x="114" y="161"/>
                    <a:pt x="117" y="157"/>
                  </a:cubicBezTo>
                  <a:cubicBezTo>
                    <a:pt x="125" y="141"/>
                    <a:pt x="137" y="129"/>
                    <a:pt x="149" y="117"/>
                  </a:cubicBezTo>
                  <a:cubicBezTo>
                    <a:pt x="157" y="113"/>
                    <a:pt x="161" y="105"/>
                    <a:pt x="169" y="101"/>
                  </a:cubicBezTo>
                  <a:cubicBezTo>
                    <a:pt x="177" y="97"/>
                    <a:pt x="181" y="89"/>
                    <a:pt x="189" y="85"/>
                  </a:cubicBezTo>
                  <a:cubicBezTo>
                    <a:pt x="201" y="73"/>
                    <a:pt x="217" y="65"/>
                    <a:pt x="233" y="57"/>
                  </a:cubicBezTo>
                  <a:cubicBezTo>
                    <a:pt x="297" y="25"/>
                    <a:pt x="369" y="9"/>
                    <a:pt x="441" y="9"/>
                  </a:cubicBezTo>
                  <a:cubicBezTo>
                    <a:pt x="401" y="1"/>
                    <a:pt x="361" y="1"/>
                    <a:pt x="32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5"/>
            <p:cNvSpPr/>
            <p:nvPr/>
          </p:nvSpPr>
          <p:spPr>
            <a:xfrm flipH="1">
              <a:off x="6772624" y="1503854"/>
              <a:ext cx="61998" cy="264801"/>
            </a:xfrm>
            <a:custGeom>
              <a:avLst/>
              <a:gdLst/>
              <a:ahLst/>
              <a:cxnLst/>
              <a:rect l="l" t="t" r="r" b="b"/>
              <a:pathLst>
                <a:path w="461" h="1969" extrusionOk="0">
                  <a:moveTo>
                    <a:pt x="344" y="0"/>
                  </a:moveTo>
                  <a:cubicBezTo>
                    <a:pt x="325" y="0"/>
                    <a:pt x="306" y="6"/>
                    <a:pt x="293" y="16"/>
                  </a:cubicBezTo>
                  <a:cubicBezTo>
                    <a:pt x="277" y="32"/>
                    <a:pt x="261" y="48"/>
                    <a:pt x="257" y="68"/>
                  </a:cubicBezTo>
                  <a:cubicBezTo>
                    <a:pt x="213" y="140"/>
                    <a:pt x="185" y="220"/>
                    <a:pt x="181" y="300"/>
                  </a:cubicBezTo>
                  <a:cubicBezTo>
                    <a:pt x="181" y="348"/>
                    <a:pt x="189" y="396"/>
                    <a:pt x="205" y="440"/>
                  </a:cubicBezTo>
                  <a:cubicBezTo>
                    <a:pt x="209" y="456"/>
                    <a:pt x="213" y="472"/>
                    <a:pt x="217" y="484"/>
                  </a:cubicBezTo>
                  <a:cubicBezTo>
                    <a:pt x="269" y="720"/>
                    <a:pt x="197" y="968"/>
                    <a:pt x="125" y="1208"/>
                  </a:cubicBezTo>
                  <a:lnTo>
                    <a:pt x="105" y="1276"/>
                  </a:lnTo>
                  <a:cubicBezTo>
                    <a:pt x="45" y="1464"/>
                    <a:pt x="1" y="1673"/>
                    <a:pt x="25" y="1869"/>
                  </a:cubicBezTo>
                  <a:cubicBezTo>
                    <a:pt x="29" y="1873"/>
                    <a:pt x="33" y="1877"/>
                    <a:pt x="37" y="1885"/>
                  </a:cubicBezTo>
                  <a:cubicBezTo>
                    <a:pt x="61" y="1913"/>
                    <a:pt x="89" y="1941"/>
                    <a:pt x="117" y="1969"/>
                  </a:cubicBezTo>
                  <a:cubicBezTo>
                    <a:pt x="53" y="1757"/>
                    <a:pt x="105" y="1512"/>
                    <a:pt x="169" y="1296"/>
                  </a:cubicBezTo>
                  <a:lnTo>
                    <a:pt x="189" y="1228"/>
                  </a:lnTo>
                  <a:cubicBezTo>
                    <a:pt x="265" y="980"/>
                    <a:pt x="341" y="724"/>
                    <a:pt x="281" y="468"/>
                  </a:cubicBezTo>
                  <a:cubicBezTo>
                    <a:pt x="281" y="452"/>
                    <a:pt x="277" y="440"/>
                    <a:pt x="269" y="424"/>
                  </a:cubicBezTo>
                  <a:cubicBezTo>
                    <a:pt x="265" y="404"/>
                    <a:pt x="261" y="388"/>
                    <a:pt x="257" y="372"/>
                  </a:cubicBezTo>
                  <a:cubicBezTo>
                    <a:pt x="321" y="340"/>
                    <a:pt x="373" y="292"/>
                    <a:pt x="413" y="232"/>
                  </a:cubicBezTo>
                  <a:cubicBezTo>
                    <a:pt x="445" y="188"/>
                    <a:pt x="461" y="132"/>
                    <a:pt x="449" y="80"/>
                  </a:cubicBezTo>
                  <a:cubicBezTo>
                    <a:pt x="437" y="44"/>
                    <a:pt x="409" y="16"/>
                    <a:pt x="373" y="4"/>
                  </a:cubicBezTo>
                  <a:cubicBezTo>
                    <a:pt x="363" y="2"/>
                    <a:pt x="354" y="0"/>
                    <a:pt x="344" y="0"/>
                  </a:cubicBezTo>
                  <a:close/>
                </a:path>
              </a:pathLst>
            </a:custGeom>
            <a:solidFill>
              <a:srgbClr val="A51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5"/>
            <p:cNvSpPr/>
            <p:nvPr/>
          </p:nvSpPr>
          <p:spPr>
            <a:xfrm flipH="1">
              <a:off x="6695161" y="1612786"/>
              <a:ext cx="84053" cy="203207"/>
            </a:xfrm>
            <a:custGeom>
              <a:avLst/>
              <a:gdLst/>
              <a:ahLst/>
              <a:cxnLst/>
              <a:rect l="l" t="t" r="r" b="b"/>
              <a:pathLst>
                <a:path w="625" h="1511" extrusionOk="0">
                  <a:moveTo>
                    <a:pt x="520" y="0"/>
                  </a:moveTo>
                  <a:cubicBezTo>
                    <a:pt x="465" y="0"/>
                    <a:pt x="414" y="35"/>
                    <a:pt x="397" y="90"/>
                  </a:cubicBezTo>
                  <a:cubicBezTo>
                    <a:pt x="389" y="138"/>
                    <a:pt x="397" y="190"/>
                    <a:pt x="417" y="238"/>
                  </a:cubicBezTo>
                  <a:cubicBezTo>
                    <a:pt x="417" y="250"/>
                    <a:pt x="421" y="262"/>
                    <a:pt x="425" y="270"/>
                  </a:cubicBezTo>
                  <a:cubicBezTo>
                    <a:pt x="313" y="350"/>
                    <a:pt x="217" y="446"/>
                    <a:pt x="141" y="558"/>
                  </a:cubicBezTo>
                  <a:cubicBezTo>
                    <a:pt x="61" y="694"/>
                    <a:pt x="29" y="854"/>
                    <a:pt x="57" y="1007"/>
                  </a:cubicBezTo>
                  <a:cubicBezTo>
                    <a:pt x="57" y="1027"/>
                    <a:pt x="61" y="1047"/>
                    <a:pt x="69" y="1067"/>
                  </a:cubicBezTo>
                  <a:cubicBezTo>
                    <a:pt x="73" y="1095"/>
                    <a:pt x="81" y="1123"/>
                    <a:pt x="81" y="1155"/>
                  </a:cubicBezTo>
                  <a:cubicBezTo>
                    <a:pt x="85" y="1263"/>
                    <a:pt x="57" y="1367"/>
                    <a:pt x="1" y="1459"/>
                  </a:cubicBezTo>
                  <a:cubicBezTo>
                    <a:pt x="17" y="1475"/>
                    <a:pt x="33" y="1495"/>
                    <a:pt x="49" y="1511"/>
                  </a:cubicBezTo>
                  <a:cubicBezTo>
                    <a:pt x="105" y="1407"/>
                    <a:pt x="161" y="1279"/>
                    <a:pt x="149" y="1151"/>
                  </a:cubicBezTo>
                  <a:cubicBezTo>
                    <a:pt x="145" y="1115"/>
                    <a:pt x="141" y="1083"/>
                    <a:pt x="133" y="1051"/>
                  </a:cubicBezTo>
                  <a:cubicBezTo>
                    <a:pt x="129" y="1031"/>
                    <a:pt x="125" y="1011"/>
                    <a:pt x="121" y="995"/>
                  </a:cubicBezTo>
                  <a:cubicBezTo>
                    <a:pt x="97" y="854"/>
                    <a:pt x="125" y="714"/>
                    <a:pt x="197" y="594"/>
                  </a:cubicBezTo>
                  <a:cubicBezTo>
                    <a:pt x="273" y="474"/>
                    <a:pt x="389" y="386"/>
                    <a:pt x="505" y="294"/>
                  </a:cubicBezTo>
                  <a:cubicBezTo>
                    <a:pt x="553" y="262"/>
                    <a:pt x="589" y="218"/>
                    <a:pt x="613" y="170"/>
                  </a:cubicBezTo>
                  <a:cubicBezTo>
                    <a:pt x="625" y="134"/>
                    <a:pt x="625" y="94"/>
                    <a:pt x="609" y="58"/>
                  </a:cubicBezTo>
                  <a:cubicBezTo>
                    <a:pt x="597" y="34"/>
                    <a:pt x="573" y="10"/>
                    <a:pt x="545" y="2"/>
                  </a:cubicBezTo>
                  <a:cubicBezTo>
                    <a:pt x="537" y="1"/>
                    <a:pt x="528" y="0"/>
                    <a:pt x="520" y="0"/>
                  </a:cubicBezTo>
                  <a:close/>
                </a:path>
              </a:pathLst>
            </a:custGeom>
            <a:solidFill>
              <a:srgbClr val="A51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5"/>
            <p:cNvSpPr/>
            <p:nvPr/>
          </p:nvSpPr>
          <p:spPr>
            <a:xfrm flipH="1">
              <a:off x="6628994" y="1662680"/>
              <a:ext cx="117943" cy="206569"/>
            </a:xfrm>
            <a:custGeom>
              <a:avLst/>
              <a:gdLst/>
              <a:ahLst/>
              <a:cxnLst/>
              <a:rect l="l" t="t" r="r" b="b"/>
              <a:pathLst>
                <a:path w="877" h="1536" extrusionOk="0">
                  <a:moveTo>
                    <a:pt x="764" y="1"/>
                  </a:moveTo>
                  <a:cubicBezTo>
                    <a:pt x="755" y="1"/>
                    <a:pt x="746" y="2"/>
                    <a:pt x="737" y="3"/>
                  </a:cubicBezTo>
                  <a:cubicBezTo>
                    <a:pt x="681" y="31"/>
                    <a:pt x="645" y="91"/>
                    <a:pt x="649" y="151"/>
                  </a:cubicBezTo>
                  <a:cubicBezTo>
                    <a:pt x="649" y="187"/>
                    <a:pt x="657" y="223"/>
                    <a:pt x="665" y="255"/>
                  </a:cubicBezTo>
                  <a:cubicBezTo>
                    <a:pt x="669" y="259"/>
                    <a:pt x="669" y="263"/>
                    <a:pt x="669" y="267"/>
                  </a:cubicBezTo>
                  <a:cubicBezTo>
                    <a:pt x="673" y="279"/>
                    <a:pt x="673" y="287"/>
                    <a:pt x="677" y="295"/>
                  </a:cubicBezTo>
                  <a:cubicBezTo>
                    <a:pt x="713" y="479"/>
                    <a:pt x="613" y="664"/>
                    <a:pt x="521" y="788"/>
                  </a:cubicBezTo>
                  <a:cubicBezTo>
                    <a:pt x="481" y="844"/>
                    <a:pt x="433" y="900"/>
                    <a:pt x="389" y="948"/>
                  </a:cubicBezTo>
                  <a:cubicBezTo>
                    <a:pt x="309" y="1036"/>
                    <a:pt x="237" y="1132"/>
                    <a:pt x="173" y="1232"/>
                  </a:cubicBezTo>
                  <a:cubicBezTo>
                    <a:pt x="169" y="1244"/>
                    <a:pt x="161" y="1260"/>
                    <a:pt x="153" y="1272"/>
                  </a:cubicBezTo>
                  <a:cubicBezTo>
                    <a:pt x="109" y="1348"/>
                    <a:pt x="65" y="1428"/>
                    <a:pt x="1" y="1460"/>
                  </a:cubicBezTo>
                  <a:lnTo>
                    <a:pt x="5" y="1496"/>
                  </a:lnTo>
                  <a:lnTo>
                    <a:pt x="5" y="1536"/>
                  </a:lnTo>
                  <a:cubicBezTo>
                    <a:pt x="105" y="1500"/>
                    <a:pt x="161" y="1396"/>
                    <a:pt x="213" y="1308"/>
                  </a:cubicBezTo>
                  <a:cubicBezTo>
                    <a:pt x="217" y="1292"/>
                    <a:pt x="225" y="1280"/>
                    <a:pt x="233" y="1268"/>
                  </a:cubicBezTo>
                  <a:cubicBezTo>
                    <a:pt x="293" y="1168"/>
                    <a:pt x="365" y="1080"/>
                    <a:pt x="441" y="992"/>
                  </a:cubicBezTo>
                  <a:cubicBezTo>
                    <a:pt x="485" y="940"/>
                    <a:pt x="533" y="888"/>
                    <a:pt x="573" y="828"/>
                  </a:cubicBezTo>
                  <a:cubicBezTo>
                    <a:pt x="673" y="696"/>
                    <a:pt x="785" y="492"/>
                    <a:pt x="741" y="283"/>
                  </a:cubicBezTo>
                  <a:cubicBezTo>
                    <a:pt x="741" y="275"/>
                    <a:pt x="741" y="267"/>
                    <a:pt x="737" y="259"/>
                  </a:cubicBezTo>
                  <a:cubicBezTo>
                    <a:pt x="757" y="235"/>
                    <a:pt x="777" y="215"/>
                    <a:pt x="797" y="199"/>
                  </a:cubicBezTo>
                  <a:cubicBezTo>
                    <a:pt x="825" y="179"/>
                    <a:pt x="849" y="151"/>
                    <a:pt x="865" y="123"/>
                  </a:cubicBezTo>
                  <a:cubicBezTo>
                    <a:pt x="877" y="91"/>
                    <a:pt x="869" y="55"/>
                    <a:pt x="845" y="31"/>
                  </a:cubicBezTo>
                  <a:cubicBezTo>
                    <a:pt x="824" y="10"/>
                    <a:pt x="793" y="1"/>
                    <a:pt x="764" y="1"/>
                  </a:cubicBezTo>
                  <a:close/>
                </a:path>
              </a:pathLst>
            </a:custGeom>
            <a:solidFill>
              <a:srgbClr val="A51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5"/>
            <p:cNvSpPr/>
            <p:nvPr/>
          </p:nvSpPr>
          <p:spPr>
            <a:xfrm flipH="1">
              <a:off x="6552607" y="1713650"/>
              <a:ext cx="146454" cy="192179"/>
            </a:xfrm>
            <a:custGeom>
              <a:avLst/>
              <a:gdLst/>
              <a:ahLst/>
              <a:cxnLst/>
              <a:rect l="l" t="t" r="r" b="b"/>
              <a:pathLst>
                <a:path w="1089" h="1429" extrusionOk="0">
                  <a:moveTo>
                    <a:pt x="947" y="0"/>
                  </a:moveTo>
                  <a:cubicBezTo>
                    <a:pt x="936" y="0"/>
                    <a:pt x="924" y="1"/>
                    <a:pt x="913" y="4"/>
                  </a:cubicBezTo>
                  <a:cubicBezTo>
                    <a:pt x="857" y="16"/>
                    <a:pt x="809" y="56"/>
                    <a:pt x="781" y="109"/>
                  </a:cubicBezTo>
                  <a:cubicBezTo>
                    <a:pt x="757" y="157"/>
                    <a:pt x="741" y="209"/>
                    <a:pt x="733" y="265"/>
                  </a:cubicBezTo>
                  <a:cubicBezTo>
                    <a:pt x="729" y="297"/>
                    <a:pt x="721" y="329"/>
                    <a:pt x="713" y="357"/>
                  </a:cubicBezTo>
                  <a:cubicBezTo>
                    <a:pt x="697" y="405"/>
                    <a:pt x="673" y="449"/>
                    <a:pt x="645" y="489"/>
                  </a:cubicBezTo>
                  <a:lnTo>
                    <a:pt x="533" y="677"/>
                  </a:lnTo>
                  <a:cubicBezTo>
                    <a:pt x="465" y="793"/>
                    <a:pt x="397" y="909"/>
                    <a:pt x="317" y="1025"/>
                  </a:cubicBezTo>
                  <a:cubicBezTo>
                    <a:pt x="305" y="1049"/>
                    <a:pt x="289" y="1069"/>
                    <a:pt x="273" y="1093"/>
                  </a:cubicBezTo>
                  <a:cubicBezTo>
                    <a:pt x="237" y="1141"/>
                    <a:pt x="201" y="1193"/>
                    <a:pt x="165" y="1241"/>
                  </a:cubicBezTo>
                  <a:cubicBezTo>
                    <a:pt x="153" y="1257"/>
                    <a:pt x="145" y="1269"/>
                    <a:pt x="133" y="1281"/>
                  </a:cubicBezTo>
                  <a:lnTo>
                    <a:pt x="117" y="1301"/>
                  </a:lnTo>
                  <a:cubicBezTo>
                    <a:pt x="105" y="1317"/>
                    <a:pt x="93" y="1329"/>
                    <a:pt x="77" y="1345"/>
                  </a:cubicBezTo>
                  <a:cubicBezTo>
                    <a:pt x="53" y="1373"/>
                    <a:pt x="25" y="1401"/>
                    <a:pt x="1" y="1429"/>
                  </a:cubicBezTo>
                  <a:cubicBezTo>
                    <a:pt x="9" y="1425"/>
                    <a:pt x="21" y="1421"/>
                    <a:pt x="33" y="1417"/>
                  </a:cubicBezTo>
                  <a:cubicBezTo>
                    <a:pt x="65" y="1405"/>
                    <a:pt x="97" y="1397"/>
                    <a:pt x="129" y="1393"/>
                  </a:cubicBezTo>
                  <a:cubicBezTo>
                    <a:pt x="153" y="1365"/>
                    <a:pt x="173" y="1337"/>
                    <a:pt x="197" y="1313"/>
                  </a:cubicBezTo>
                  <a:cubicBezTo>
                    <a:pt x="217" y="1285"/>
                    <a:pt x="237" y="1257"/>
                    <a:pt x="261" y="1233"/>
                  </a:cubicBezTo>
                  <a:cubicBezTo>
                    <a:pt x="281" y="1205"/>
                    <a:pt x="301" y="1173"/>
                    <a:pt x="321" y="1149"/>
                  </a:cubicBezTo>
                  <a:cubicBezTo>
                    <a:pt x="337" y="1121"/>
                    <a:pt x="357" y="1097"/>
                    <a:pt x="373" y="1069"/>
                  </a:cubicBezTo>
                  <a:cubicBezTo>
                    <a:pt x="377" y="1065"/>
                    <a:pt x="377" y="1065"/>
                    <a:pt x="381" y="1061"/>
                  </a:cubicBezTo>
                  <a:cubicBezTo>
                    <a:pt x="397" y="1033"/>
                    <a:pt x="417" y="1005"/>
                    <a:pt x="433" y="977"/>
                  </a:cubicBezTo>
                  <a:cubicBezTo>
                    <a:pt x="489" y="889"/>
                    <a:pt x="545" y="801"/>
                    <a:pt x="593" y="713"/>
                  </a:cubicBezTo>
                  <a:lnTo>
                    <a:pt x="705" y="529"/>
                  </a:lnTo>
                  <a:cubicBezTo>
                    <a:pt x="733" y="481"/>
                    <a:pt x="757" y="433"/>
                    <a:pt x="777" y="385"/>
                  </a:cubicBezTo>
                  <a:cubicBezTo>
                    <a:pt x="789" y="353"/>
                    <a:pt x="797" y="317"/>
                    <a:pt x="801" y="285"/>
                  </a:cubicBezTo>
                  <a:cubicBezTo>
                    <a:pt x="825" y="277"/>
                    <a:pt x="849" y="273"/>
                    <a:pt x="873" y="273"/>
                  </a:cubicBezTo>
                  <a:cubicBezTo>
                    <a:pt x="909" y="273"/>
                    <a:pt x="945" y="269"/>
                    <a:pt x="977" y="257"/>
                  </a:cubicBezTo>
                  <a:cubicBezTo>
                    <a:pt x="1021" y="225"/>
                    <a:pt x="1057" y="185"/>
                    <a:pt x="1077" y="141"/>
                  </a:cubicBezTo>
                  <a:cubicBezTo>
                    <a:pt x="1089" y="117"/>
                    <a:pt x="1085" y="92"/>
                    <a:pt x="1073" y="72"/>
                  </a:cubicBezTo>
                  <a:cubicBezTo>
                    <a:pt x="1047" y="27"/>
                    <a:pt x="997" y="0"/>
                    <a:pt x="947" y="0"/>
                  </a:cubicBezTo>
                  <a:close/>
                </a:path>
              </a:pathLst>
            </a:custGeom>
            <a:solidFill>
              <a:srgbClr val="FF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5"/>
            <p:cNvSpPr/>
            <p:nvPr/>
          </p:nvSpPr>
          <p:spPr>
            <a:xfrm flipH="1">
              <a:off x="6847398" y="1596648"/>
              <a:ext cx="61460" cy="127357"/>
            </a:xfrm>
            <a:custGeom>
              <a:avLst/>
              <a:gdLst/>
              <a:ahLst/>
              <a:cxnLst/>
              <a:rect l="l" t="t" r="r" b="b"/>
              <a:pathLst>
                <a:path w="457" h="947" extrusionOk="0">
                  <a:moveTo>
                    <a:pt x="114" y="1"/>
                  </a:moveTo>
                  <a:cubicBezTo>
                    <a:pt x="86" y="1"/>
                    <a:pt x="58" y="8"/>
                    <a:pt x="33" y="22"/>
                  </a:cubicBezTo>
                  <a:lnTo>
                    <a:pt x="21" y="30"/>
                  </a:lnTo>
                  <a:cubicBezTo>
                    <a:pt x="5" y="58"/>
                    <a:pt x="1" y="94"/>
                    <a:pt x="13" y="122"/>
                  </a:cubicBezTo>
                  <a:cubicBezTo>
                    <a:pt x="33" y="166"/>
                    <a:pt x="73" y="202"/>
                    <a:pt x="117" y="218"/>
                  </a:cubicBezTo>
                  <a:cubicBezTo>
                    <a:pt x="149" y="226"/>
                    <a:pt x="177" y="230"/>
                    <a:pt x="209" y="234"/>
                  </a:cubicBezTo>
                  <a:cubicBezTo>
                    <a:pt x="237" y="234"/>
                    <a:pt x="265" y="238"/>
                    <a:pt x="293" y="250"/>
                  </a:cubicBezTo>
                  <a:lnTo>
                    <a:pt x="297" y="242"/>
                  </a:lnTo>
                  <a:cubicBezTo>
                    <a:pt x="349" y="342"/>
                    <a:pt x="377" y="454"/>
                    <a:pt x="381" y="570"/>
                  </a:cubicBezTo>
                  <a:cubicBezTo>
                    <a:pt x="385" y="678"/>
                    <a:pt x="373" y="790"/>
                    <a:pt x="349" y="898"/>
                  </a:cubicBezTo>
                  <a:cubicBezTo>
                    <a:pt x="369" y="914"/>
                    <a:pt x="385" y="930"/>
                    <a:pt x="405" y="946"/>
                  </a:cubicBezTo>
                  <a:cubicBezTo>
                    <a:pt x="441" y="822"/>
                    <a:pt x="457" y="694"/>
                    <a:pt x="457" y="566"/>
                  </a:cubicBezTo>
                  <a:cubicBezTo>
                    <a:pt x="449" y="406"/>
                    <a:pt x="393" y="250"/>
                    <a:pt x="301" y="118"/>
                  </a:cubicBezTo>
                  <a:cubicBezTo>
                    <a:pt x="273" y="78"/>
                    <a:pt x="233" y="42"/>
                    <a:pt x="193" y="18"/>
                  </a:cubicBezTo>
                  <a:cubicBezTo>
                    <a:pt x="168" y="7"/>
                    <a:pt x="141" y="1"/>
                    <a:pt x="114" y="1"/>
                  </a:cubicBezTo>
                  <a:close/>
                </a:path>
              </a:pathLst>
            </a:custGeom>
            <a:solidFill>
              <a:srgbClr val="A51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5"/>
            <p:cNvSpPr/>
            <p:nvPr/>
          </p:nvSpPr>
          <p:spPr>
            <a:xfrm flipH="1">
              <a:off x="6900116" y="1573113"/>
              <a:ext cx="46935" cy="115926"/>
            </a:xfrm>
            <a:custGeom>
              <a:avLst/>
              <a:gdLst/>
              <a:ahLst/>
              <a:cxnLst/>
              <a:rect l="l" t="t" r="r" b="b"/>
              <a:pathLst>
                <a:path w="349" h="862" extrusionOk="0">
                  <a:moveTo>
                    <a:pt x="75" y="0"/>
                  </a:moveTo>
                  <a:cubicBezTo>
                    <a:pt x="69" y="0"/>
                    <a:pt x="63" y="1"/>
                    <a:pt x="57" y="1"/>
                  </a:cubicBezTo>
                  <a:cubicBezTo>
                    <a:pt x="21" y="13"/>
                    <a:pt x="1" y="53"/>
                    <a:pt x="13" y="93"/>
                  </a:cubicBezTo>
                  <a:cubicBezTo>
                    <a:pt x="25" y="145"/>
                    <a:pt x="45" y="197"/>
                    <a:pt x="73" y="245"/>
                  </a:cubicBezTo>
                  <a:cubicBezTo>
                    <a:pt x="81" y="261"/>
                    <a:pt x="89" y="281"/>
                    <a:pt x="97" y="301"/>
                  </a:cubicBezTo>
                  <a:cubicBezTo>
                    <a:pt x="137" y="393"/>
                    <a:pt x="185" y="485"/>
                    <a:pt x="241" y="573"/>
                  </a:cubicBezTo>
                  <a:cubicBezTo>
                    <a:pt x="241" y="593"/>
                    <a:pt x="249" y="613"/>
                    <a:pt x="265" y="633"/>
                  </a:cubicBezTo>
                  <a:cubicBezTo>
                    <a:pt x="273" y="637"/>
                    <a:pt x="277" y="645"/>
                    <a:pt x="281" y="653"/>
                  </a:cubicBezTo>
                  <a:cubicBezTo>
                    <a:pt x="281" y="669"/>
                    <a:pt x="281" y="685"/>
                    <a:pt x="277" y="701"/>
                  </a:cubicBezTo>
                  <a:cubicBezTo>
                    <a:pt x="273" y="713"/>
                    <a:pt x="273" y="725"/>
                    <a:pt x="273" y="741"/>
                  </a:cubicBezTo>
                  <a:cubicBezTo>
                    <a:pt x="269" y="757"/>
                    <a:pt x="273" y="777"/>
                    <a:pt x="277" y="793"/>
                  </a:cubicBezTo>
                  <a:lnTo>
                    <a:pt x="277" y="805"/>
                  </a:lnTo>
                  <a:lnTo>
                    <a:pt x="277" y="813"/>
                  </a:lnTo>
                  <a:cubicBezTo>
                    <a:pt x="277" y="813"/>
                    <a:pt x="281" y="817"/>
                    <a:pt x="285" y="821"/>
                  </a:cubicBezTo>
                  <a:lnTo>
                    <a:pt x="345" y="861"/>
                  </a:lnTo>
                  <a:cubicBezTo>
                    <a:pt x="349" y="841"/>
                    <a:pt x="345" y="817"/>
                    <a:pt x="345" y="797"/>
                  </a:cubicBezTo>
                  <a:lnTo>
                    <a:pt x="345" y="785"/>
                  </a:lnTo>
                  <a:cubicBezTo>
                    <a:pt x="341" y="769"/>
                    <a:pt x="337" y="757"/>
                    <a:pt x="341" y="745"/>
                  </a:cubicBezTo>
                  <a:cubicBezTo>
                    <a:pt x="341" y="733"/>
                    <a:pt x="341" y="721"/>
                    <a:pt x="345" y="713"/>
                  </a:cubicBezTo>
                  <a:cubicBezTo>
                    <a:pt x="349" y="685"/>
                    <a:pt x="349" y="661"/>
                    <a:pt x="345" y="633"/>
                  </a:cubicBezTo>
                  <a:cubicBezTo>
                    <a:pt x="337" y="617"/>
                    <a:pt x="329" y="601"/>
                    <a:pt x="317" y="589"/>
                  </a:cubicBezTo>
                  <a:cubicBezTo>
                    <a:pt x="309" y="577"/>
                    <a:pt x="305" y="573"/>
                    <a:pt x="309" y="565"/>
                  </a:cubicBezTo>
                  <a:lnTo>
                    <a:pt x="309" y="553"/>
                  </a:lnTo>
                  <a:lnTo>
                    <a:pt x="305" y="545"/>
                  </a:lnTo>
                  <a:cubicBezTo>
                    <a:pt x="249" y="457"/>
                    <a:pt x="201" y="365"/>
                    <a:pt x="161" y="273"/>
                  </a:cubicBezTo>
                  <a:cubicBezTo>
                    <a:pt x="157" y="265"/>
                    <a:pt x="153" y="257"/>
                    <a:pt x="149" y="249"/>
                  </a:cubicBezTo>
                  <a:cubicBezTo>
                    <a:pt x="197" y="205"/>
                    <a:pt x="213" y="141"/>
                    <a:pt x="193" y="81"/>
                  </a:cubicBezTo>
                  <a:cubicBezTo>
                    <a:pt x="175" y="31"/>
                    <a:pt x="128" y="0"/>
                    <a:pt x="75" y="0"/>
                  </a:cubicBezTo>
                  <a:close/>
                </a:path>
              </a:pathLst>
            </a:custGeom>
            <a:solidFill>
              <a:srgbClr val="A51E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5"/>
            <p:cNvSpPr/>
            <p:nvPr/>
          </p:nvSpPr>
          <p:spPr>
            <a:xfrm flipH="1">
              <a:off x="6553145" y="1714188"/>
              <a:ext cx="146454" cy="192179"/>
            </a:xfrm>
            <a:custGeom>
              <a:avLst/>
              <a:gdLst/>
              <a:ahLst/>
              <a:cxnLst/>
              <a:rect l="l" t="t" r="r" b="b"/>
              <a:pathLst>
                <a:path w="1089" h="1429" extrusionOk="0">
                  <a:moveTo>
                    <a:pt x="949" y="70"/>
                  </a:moveTo>
                  <a:cubicBezTo>
                    <a:pt x="975" y="70"/>
                    <a:pt x="1000" y="82"/>
                    <a:pt x="1013" y="105"/>
                  </a:cubicBezTo>
                  <a:lnTo>
                    <a:pt x="1017" y="113"/>
                  </a:lnTo>
                  <a:cubicBezTo>
                    <a:pt x="1001" y="141"/>
                    <a:pt x="981" y="165"/>
                    <a:pt x="957" y="189"/>
                  </a:cubicBezTo>
                  <a:cubicBezTo>
                    <a:pt x="929" y="197"/>
                    <a:pt x="901" y="205"/>
                    <a:pt x="869" y="205"/>
                  </a:cubicBezTo>
                  <a:cubicBezTo>
                    <a:pt x="853" y="205"/>
                    <a:pt x="841" y="205"/>
                    <a:pt x="821" y="209"/>
                  </a:cubicBezTo>
                  <a:cubicBezTo>
                    <a:pt x="825" y="185"/>
                    <a:pt x="833" y="165"/>
                    <a:pt x="845" y="145"/>
                  </a:cubicBezTo>
                  <a:cubicBezTo>
                    <a:pt x="861" y="109"/>
                    <a:pt x="893" y="84"/>
                    <a:pt x="929" y="72"/>
                  </a:cubicBezTo>
                  <a:cubicBezTo>
                    <a:pt x="935" y="71"/>
                    <a:pt x="942" y="70"/>
                    <a:pt x="949" y="70"/>
                  </a:cubicBezTo>
                  <a:close/>
                  <a:moveTo>
                    <a:pt x="949" y="0"/>
                  </a:moveTo>
                  <a:cubicBezTo>
                    <a:pt x="937" y="0"/>
                    <a:pt x="925" y="1"/>
                    <a:pt x="913" y="4"/>
                  </a:cubicBezTo>
                  <a:cubicBezTo>
                    <a:pt x="857" y="20"/>
                    <a:pt x="813" y="56"/>
                    <a:pt x="785" y="109"/>
                  </a:cubicBezTo>
                  <a:cubicBezTo>
                    <a:pt x="761" y="157"/>
                    <a:pt x="745" y="209"/>
                    <a:pt x="737" y="265"/>
                  </a:cubicBezTo>
                  <a:cubicBezTo>
                    <a:pt x="733" y="297"/>
                    <a:pt x="725" y="329"/>
                    <a:pt x="717" y="361"/>
                  </a:cubicBezTo>
                  <a:cubicBezTo>
                    <a:pt x="697" y="405"/>
                    <a:pt x="677" y="449"/>
                    <a:pt x="649" y="489"/>
                  </a:cubicBezTo>
                  <a:lnTo>
                    <a:pt x="537" y="677"/>
                  </a:lnTo>
                  <a:cubicBezTo>
                    <a:pt x="469" y="793"/>
                    <a:pt x="397" y="913"/>
                    <a:pt x="321" y="1029"/>
                  </a:cubicBezTo>
                  <a:cubicBezTo>
                    <a:pt x="305" y="1049"/>
                    <a:pt x="293" y="1073"/>
                    <a:pt x="277" y="1093"/>
                  </a:cubicBezTo>
                  <a:cubicBezTo>
                    <a:pt x="241" y="1145"/>
                    <a:pt x="205" y="1193"/>
                    <a:pt x="165" y="1245"/>
                  </a:cubicBezTo>
                  <a:cubicBezTo>
                    <a:pt x="157" y="1257"/>
                    <a:pt x="145" y="1269"/>
                    <a:pt x="137" y="1281"/>
                  </a:cubicBezTo>
                  <a:lnTo>
                    <a:pt x="117" y="1305"/>
                  </a:lnTo>
                  <a:cubicBezTo>
                    <a:pt x="105" y="1317"/>
                    <a:pt x="93" y="1333"/>
                    <a:pt x="81" y="1345"/>
                  </a:cubicBezTo>
                  <a:cubicBezTo>
                    <a:pt x="57" y="1377"/>
                    <a:pt x="29" y="1405"/>
                    <a:pt x="1" y="1429"/>
                  </a:cubicBezTo>
                  <a:cubicBezTo>
                    <a:pt x="13" y="1425"/>
                    <a:pt x="25" y="1421"/>
                    <a:pt x="37" y="1417"/>
                  </a:cubicBezTo>
                  <a:cubicBezTo>
                    <a:pt x="65" y="1405"/>
                    <a:pt x="97" y="1397"/>
                    <a:pt x="133" y="1393"/>
                  </a:cubicBezTo>
                  <a:cubicBezTo>
                    <a:pt x="153" y="1369"/>
                    <a:pt x="177" y="1341"/>
                    <a:pt x="197" y="1313"/>
                  </a:cubicBezTo>
                  <a:cubicBezTo>
                    <a:pt x="221" y="1289"/>
                    <a:pt x="241" y="1261"/>
                    <a:pt x="261" y="1233"/>
                  </a:cubicBezTo>
                  <a:cubicBezTo>
                    <a:pt x="281" y="1205"/>
                    <a:pt x="301" y="1177"/>
                    <a:pt x="321" y="1149"/>
                  </a:cubicBezTo>
                  <a:cubicBezTo>
                    <a:pt x="341" y="1121"/>
                    <a:pt x="357" y="1097"/>
                    <a:pt x="377" y="1073"/>
                  </a:cubicBezTo>
                  <a:cubicBezTo>
                    <a:pt x="377" y="1069"/>
                    <a:pt x="381" y="1065"/>
                    <a:pt x="381" y="1061"/>
                  </a:cubicBezTo>
                  <a:cubicBezTo>
                    <a:pt x="401" y="1033"/>
                    <a:pt x="421" y="1005"/>
                    <a:pt x="437" y="977"/>
                  </a:cubicBezTo>
                  <a:cubicBezTo>
                    <a:pt x="493" y="893"/>
                    <a:pt x="545" y="805"/>
                    <a:pt x="597" y="717"/>
                  </a:cubicBezTo>
                  <a:lnTo>
                    <a:pt x="709" y="529"/>
                  </a:lnTo>
                  <a:cubicBezTo>
                    <a:pt x="737" y="485"/>
                    <a:pt x="761" y="437"/>
                    <a:pt x="781" y="385"/>
                  </a:cubicBezTo>
                  <a:cubicBezTo>
                    <a:pt x="789" y="353"/>
                    <a:pt x="797" y="321"/>
                    <a:pt x="805" y="285"/>
                  </a:cubicBezTo>
                  <a:cubicBezTo>
                    <a:pt x="825" y="281"/>
                    <a:pt x="849" y="277"/>
                    <a:pt x="873" y="277"/>
                  </a:cubicBezTo>
                  <a:cubicBezTo>
                    <a:pt x="909" y="277"/>
                    <a:pt x="945" y="269"/>
                    <a:pt x="981" y="257"/>
                  </a:cubicBezTo>
                  <a:cubicBezTo>
                    <a:pt x="1025" y="229"/>
                    <a:pt x="1057" y="189"/>
                    <a:pt x="1081" y="141"/>
                  </a:cubicBezTo>
                  <a:cubicBezTo>
                    <a:pt x="1089" y="117"/>
                    <a:pt x="1089" y="92"/>
                    <a:pt x="1073" y="72"/>
                  </a:cubicBezTo>
                  <a:cubicBezTo>
                    <a:pt x="1047" y="27"/>
                    <a:pt x="1000" y="0"/>
                    <a:pt x="949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5"/>
            <p:cNvSpPr/>
            <p:nvPr/>
          </p:nvSpPr>
          <p:spPr>
            <a:xfrm flipH="1">
              <a:off x="6776928" y="2010459"/>
              <a:ext cx="390679" cy="423090"/>
            </a:xfrm>
            <a:custGeom>
              <a:avLst/>
              <a:gdLst/>
              <a:ahLst/>
              <a:cxnLst/>
              <a:rect l="l" t="t" r="r" b="b"/>
              <a:pathLst>
                <a:path w="2905" h="3146" extrusionOk="0">
                  <a:moveTo>
                    <a:pt x="1585" y="1"/>
                  </a:moveTo>
                  <a:cubicBezTo>
                    <a:pt x="1556" y="1"/>
                    <a:pt x="1528" y="8"/>
                    <a:pt x="1501" y="22"/>
                  </a:cubicBezTo>
                  <a:cubicBezTo>
                    <a:pt x="1461" y="50"/>
                    <a:pt x="1429" y="90"/>
                    <a:pt x="1413" y="138"/>
                  </a:cubicBezTo>
                  <a:cubicBezTo>
                    <a:pt x="1401" y="174"/>
                    <a:pt x="1381" y="214"/>
                    <a:pt x="1353" y="242"/>
                  </a:cubicBezTo>
                  <a:cubicBezTo>
                    <a:pt x="1321" y="270"/>
                    <a:pt x="1285" y="286"/>
                    <a:pt x="1245" y="294"/>
                  </a:cubicBezTo>
                  <a:cubicBezTo>
                    <a:pt x="1161" y="318"/>
                    <a:pt x="1077" y="334"/>
                    <a:pt x="993" y="358"/>
                  </a:cubicBezTo>
                  <a:cubicBezTo>
                    <a:pt x="829" y="398"/>
                    <a:pt x="665" y="450"/>
                    <a:pt x="529" y="550"/>
                  </a:cubicBezTo>
                  <a:cubicBezTo>
                    <a:pt x="405" y="646"/>
                    <a:pt x="309" y="774"/>
                    <a:pt x="253" y="922"/>
                  </a:cubicBezTo>
                  <a:cubicBezTo>
                    <a:pt x="209" y="1042"/>
                    <a:pt x="185" y="1170"/>
                    <a:pt x="177" y="1298"/>
                  </a:cubicBezTo>
                  <a:cubicBezTo>
                    <a:pt x="173" y="1394"/>
                    <a:pt x="173" y="1490"/>
                    <a:pt x="181" y="1586"/>
                  </a:cubicBezTo>
                  <a:cubicBezTo>
                    <a:pt x="189" y="1646"/>
                    <a:pt x="193" y="1698"/>
                    <a:pt x="197" y="1738"/>
                  </a:cubicBezTo>
                  <a:cubicBezTo>
                    <a:pt x="157" y="1766"/>
                    <a:pt x="125" y="1806"/>
                    <a:pt x="109" y="1854"/>
                  </a:cubicBezTo>
                  <a:cubicBezTo>
                    <a:pt x="93" y="1906"/>
                    <a:pt x="81" y="1958"/>
                    <a:pt x="81" y="2010"/>
                  </a:cubicBezTo>
                  <a:cubicBezTo>
                    <a:pt x="77" y="2046"/>
                    <a:pt x="77" y="2086"/>
                    <a:pt x="81" y="2122"/>
                  </a:cubicBezTo>
                  <a:cubicBezTo>
                    <a:pt x="85" y="2182"/>
                    <a:pt x="97" y="2242"/>
                    <a:pt x="109" y="2302"/>
                  </a:cubicBezTo>
                  <a:cubicBezTo>
                    <a:pt x="117" y="2350"/>
                    <a:pt x="133" y="2398"/>
                    <a:pt x="145" y="2442"/>
                  </a:cubicBezTo>
                  <a:cubicBezTo>
                    <a:pt x="153" y="2466"/>
                    <a:pt x="161" y="2486"/>
                    <a:pt x="169" y="2510"/>
                  </a:cubicBezTo>
                  <a:cubicBezTo>
                    <a:pt x="177" y="2530"/>
                    <a:pt x="181" y="2550"/>
                    <a:pt x="185" y="2570"/>
                  </a:cubicBezTo>
                  <a:cubicBezTo>
                    <a:pt x="189" y="2610"/>
                    <a:pt x="189" y="2654"/>
                    <a:pt x="185" y="2698"/>
                  </a:cubicBezTo>
                  <a:cubicBezTo>
                    <a:pt x="177" y="2738"/>
                    <a:pt x="165" y="2782"/>
                    <a:pt x="149" y="2822"/>
                  </a:cubicBezTo>
                  <a:cubicBezTo>
                    <a:pt x="113" y="2906"/>
                    <a:pt x="65" y="2986"/>
                    <a:pt x="5" y="3054"/>
                  </a:cubicBezTo>
                  <a:lnTo>
                    <a:pt x="1" y="3062"/>
                  </a:lnTo>
                  <a:lnTo>
                    <a:pt x="5" y="3066"/>
                  </a:lnTo>
                  <a:cubicBezTo>
                    <a:pt x="33" y="3094"/>
                    <a:pt x="69" y="3118"/>
                    <a:pt x="105" y="3130"/>
                  </a:cubicBezTo>
                  <a:cubicBezTo>
                    <a:pt x="122" y="3136"/>
                    <a:pt x="139" y="3139"/>
                    <a:pt x="156" y="3139"/>
                  </a:cubicBezTo>
                  <a:cubicBezTo>
                    <a:pt x="184" y="3139"/>
                    <a:pt x="210" y="3131"/>
                    <a:pt x="233" y="3114"/>
                  </a:cubicBezTo>
                  <a:cubicBezTo>
                    <a:pt x="241" y="3110"/>
                    <a:pt x="249" y="3102"/>
                    <a:pt x="257" y="3098"/>
                  </a:cubicBezTo>
                  <a:lnTo>
                    <a:pt x="261" y="3090"/>
                  </a:lnTo>
                  <a:lnTo>
                    <a:pt x="269" y="3086"/>
                  </a:lnTo>
                  <a:lnTo>
                    <a:pt x="277" y="3078"/>
                  </a:lnTo>
                  <a:cubicBezTo>
                    <a:pt x="289" y="3070"/>
                    <a:pt x="301" y="3066"/>
                    <a:pt x="317" y="3062"/>
                  </a:cubicBezTo>
                  <a:cubicBezTo>
                    <a:pt x="333" y="3060"/>
                    <a:pt x="349" y="3059"/>
                    <a:pt x="365" y="3059"/>
                  </a:cubicBezTo>
                  <a:cubicBezTo>
                    <a:pt x="382" y="3059"/>
                    <a:pt x="399" y="3060"/>
                    <a:pt x="417" y="3062"/>
                  </a:cubicBezTo>
                  <a:cubicBezTo>
                    <a:pt x="489" y="3070"/>
                    <a:pt x="561" y="3086"/>
                    <a:pt x="641" y="3098"/>
                  </a:cubicBezTo>
                  <a:cubicBezTo>
                    <a:pt x="677" y="3102"/>
                    <a:pt x="717" y="3106"/>
                    <a:pt x="757" y="3106"/>
                  </a:cubicBezTo>
                  <a:cubicBezTo>
                    <a:pt x="781" y="3106"/>
                    <a:pt x="801" y="3106"/>
                    <a:pt x="821" y="3102"/>
                  </a:cubicBezTo>
                  <a:lnTo>
                    <a:pt x="849" y="3102"/>
                  </a:lnTo>
                  <a:lnTo>
                    <a:pt x="877" y="3098"/>
                  </a:lnTo>
                  <a:cubicBezTo>
                    <a:pt x="951" y="3083"/>
                    <a:pt x="1026" y="3076"/>
                    <a:pt x="1100" y="3076"/>
                  </a:cubicBezTo>
                  <a:cubicBezTo>
                    <a:pt x="1169" y="3076"/>
                    <a:pt x="1237" y="3082"/>
                    <a:pt x="1305" y="3094"/>
                  </a:cubicBezTo>
                  <a:cubicBezTo>
                    <a:pt x="1321" y="3098"/>
                    <a:pt x="1337" y="3102"/>
                    <a:pt x="1353" y="3106"/>
                  </a:cubicBezTo>
                  <a:cubicBezTo>
                    <a:pt x="1369" y="3110"/>
                    <a:pt x="1385" y="3118"/>
                    <a:pt x="1401" y="3122"/>
                  </a:cubicBezTo>
                  <a:lnTo>
                    <a:pt x="1405" y="3126"/>
                  </a:lnTo>
                  <a:lnTo>
                    <a:pt x="1413" y="3130"/>
                  </a:lnTo>
                  <a:lnTo>
                    <a:pt x="1433" y="3138"/>
                  </a:lnTo>
                  <a:cubicBezTo>
                    <a:pt x="1449" y="3142"/>
                    <a:pt x="1465" y="3146"/>
                    <a:pt x="1477" y="3146"/>
                  </a:cubicBezTo>
                  <a:cubicBezTo>
                    <a:pt x="1509" y="3146"/>
                    <a:pt x="1541" y="3142"/>
                    <a:pt x="1569" y="3130"/>
                  </a:cubicBezTo>
                  <a:cubicBezTo>
                    <a:pt x="1613" y="3106"/>
                    <a:pt x="1653" y="3074"/>
                    <a:pt x="1681" y="3030"/>
                  </a:cubicBezTo>
                  <a:cubicBezTo>
                    <a:pt x="1705" y="2994"/>
                    <a:pt x="1729" y="2958"/>
                    <a:pt x="1745" y="2918"/>
                  </a:cubicBezTo>
                  <a:lnTo>
                    <a:pt x="1769" y="2862"/>
                  </a:lnTo>
                  <a:lnTo>
                    <a:pt x="1789" y="2862"/>
                  </a:lnTo>
                  <a:cubicBezTo>
                    <a:pt x="1830" y="2863"/>
                    <a:pt x="1872" y="2864"/>
                    <a:pt x="1913" y="2864"/>
                  </a:cubicBezTo>
                  <a:cubicBezTo>
                    <a:pt x="1972" y="2864"/>
                    <a:pt x="2030" y="2862"/>
                    <a:pt x="2089" y="2858"/>
                  </a:cubicBezTo>
                  <a:cubicBezTo>
                    <a:pt x="2205" y="2846"/>
                    <a:pt x="2321" y="2810"/>
                    <a:pt x="2425" y="2750"/>
                  </a:cubicBezTo>
                  <a:cubicBezTo>
                    <a:pt x="2533" y="2686"/>
                    <a:pt x="2629" y="2602"/>
                    <a:pt x="2705" y="2506"/>
                  </a:cubicBezTo>
                  <a:cubicBezTo>
                    <a:pt x="2781" y="2402"/>
                    <a:pt x="2837" y="2282"/>
                    <a:pt x="2865" y="2162"/>
                  </a:cubicBezTo>
                  <a:cubicBezTo>
                    <a:pt x="2893" y="2038"/>
                    <a:pt x="2905" y="1914"/>
                    <a:pt x="2893" y="1790"/>
                  </a:cubicBezTo>
                  <a:cubicBezTo>
                    <a:pt x="2877" y="1670"/>
                    <a:pt x="2857" y="1554"/>
                    <a:pt x="2833" y="1438"/>
                  </a:cubicBezTo>
                  <a:cubicBezTo>
                    <a:pt x="2813" y="1346"/>
                    <a:pt x="2785" y="1254"/>
                    <a:pt x="2753" y="1166"/>
                  </a:cubicBezTo>
                  <a:lnTo>
                    <a:pt x="2753" y="1158"/>
                  </a:lnTo>
                  <a:cubicBezTo>
                    <a:pt x="2753" y="1154"/>
                    <a:pt x="2753" y="1154"/>
                    <a:pt x="2753" y="1146"/>
                  </a:cubicBezTo>
                  <a:cubicBezTo>
                    <a:pt x="2757" y="1138"/>
                    <a:pt x="2761" y="1130"/>
                    <a:pt x="2769" y="1122"/>
                  </a:cubicBezTo>
                  <a:cubicBezTo>
                    <a:pt x="2781" y="1102"/>
                    <a:pt x="2797" y="1082"/>
                    <a:pt x="2809" y="1054"/>
                  </a:cubicBezTo>
                  <a:cubicBezTo>
                    <a:pt x="2829" y="1026"/>
                    <a:pt x="2841" y="994"/>
                    <a:pt x="2845" y="962"/>
                  </a:cubicBezTo>
                  <a:cubicBezTo>
                    <a:pt x="2857" y="890"/>
                    <a:pt x="2849" y="818"/>
                    <a:pt x="2817" y="750"/>
                  </a:cubicBezTo>
                  <a:cubicBezTo>
                    <a:pt x="2789" y="690"/>
                    <a:pt x="2753" y="634"/>
                    <a:pt x="2709" y="578"/>
                  </a:cubicBezTo>
                  <a:cubicBezTo>
                    <a:pt x="2669" y="530"/>
                    <a:pt x="2633" y="482"/>
                    <a:pt x="2597" y="430"/>
                  </a:cubicBezTo>
                  <a:lnTo>
                    <a:pt x="2481" y="262"/>
                  </a:lnTo>
                  <a:cubicBezTo>
                    <a:pt x="2445" y="206"/>
                    <a:pt x="2397" y="158"/>
                    <a:pt x="2345" y="114"/>
                  </a:cubicBezTo>
                  <a:cubicBezTo>
                    <a:pt x="2293" y="74"/>
                    <a:pt x="2233" y="46"/>
                    <a:pt x="2169" y="30"/>
                  </a:cubicBezTo>
                  <a:cubicBezTo>
                    <a:pt x="2127" y="21"/>
                    <a:pt x="2085" y="16"/>
                    <a:pt x="2043" y="16"/>
                  </a:cubicBezTo>
                  <a:cubicBezTo>
                    <a:pt x="2029" y="16"/>
                    <a:pt x="2015" y="17"/>
                    <a:pt x="2001" y="18"/>
                  </a:cubicBezTo>
                  <a:cubicBezTo>
                    <a:pt x="1949" y="22"/>
                    <a:pt x="1905" y="30"/>
                    <a:pt x="1869" y="34"/>
                  </a:cubicBezTo>
                  <a:lnTo>
                    <a:pt x="1769" y="50"/>
                  </a:lnTo>
                  <a:lnTo>
                    <a:pt x="1725" y="54"/>
                  </a:lnTo>
                  <a:cubicBezTo>
                    <a:pt x="1701" y="38"/>
                    <a:pt x="1677" y="22"/>
                    <a:pt x="1649" y="14"/>
                  </a:cubicBezTo>
                  <a:cubicBezTo>
                    <a:pt x="1628" y="5"/>
                    <a:pt x="1606" y="1"/>
                    <a:pt x="1585" y="1"/>
                  </a:cubicBezTo>
                  <a:close/>
                </a:path>
              </a:pathLst>
            </a:custGeom>
            <a:solidFill>
              <a:srgbClr val="FF6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65"/>
            <p:cNvSpPr/>
            <p:nvPr/>
          </p:nvSpPr>
          <p:spPr>
            <a:xfrm flipH="1">
              <a:off x="6930241" y="2251859"/>
              <a:ext cx="237904" cy="181689"/>
            </a:xfrm>
            <a:custGeom>
              <a:avLst/>
              <a:gdLst/>
              <a:ahLst/>
              <a:cxnLst/>
              <a:rect l="l" t="t" r="r" b="b"/>
              <a:pathLst>
                <a:path w="1769" h="1351" extrusionOk="0">
                  <a:moveTo>
                    <a:pt x="249" y="1"/>
                  </a:moveTo>
                  <a:cubicBezTo>
                    <a:pt x="231" y="1"/>
                    <a:pt x="213" y="6"/>
                    <a:pt x="197" y="15"/>
                  </a:cubicBezTo>
                  <a:cubicBezTo>
                    <a:pt x="173" y="35"/>
                    <a:pt x="161" y="63"/>
                    <a:pt x="153" y="91"/>
                  </a:cubicBezTo>
                  <a:lnTo>
                    <a:pt x="81" y="327"/>
                  </a:lnTo>
                  <a:cubicBezTo>
                    <a:pt x="89" y="387"/>
                    <a:pt x="97" y="447"/>
                    <a:pt x="109" y="507"/>
                  </a:cubicBezTo>
                  <a:cubicBezTo>
                    <a:pt x="121" y="555"/>
                    <a:pt x="133" y="603"/>
                    <a:pt x="149" y="647"/>
                  </a:cubicBezTo>
                  <a:cubicBezTo>
                    <a:pt x="157" y="671"/>
                    <a:pt x="165" y="691"/>
                    <a:pt x="173" y="715"/>
                  </a:cubicBezTo>
                  <a:cubicBezTo>
                    <a:pt x="177" y="735"/>
                    <a:pt x="181" y="755"/>
                    <a:pt x="185" y="775"/>
                  </a:cubicBezTo>
                  <a:cubicBezTo>
                    <a:pt x="193" y="815"/>
                    <a:pt x="193" y="859"/>
                    <a:pt x="185" y="903"/>
                  </a:cubicBezTo>
                  <a:cubicBezTo>
                    <a:pt x="177" y="943"/>
                    <a:pt x="165" y="987"/>
                    <a:pt x="149" y="1027"/>
                  </a:cubicBezTo>
                  <a:cubicBezTo>
                    <a:pt x="117" y="1111"/>
                    <a:pt x="69" y="1191"/>
                    <a:pt x="9" y="1259"/>
                  </a:cubicBezTo>
                  <a:lnTo>
                    <a:pt x="1" y="1267"/>
                  </a:lnTo>
                  <a:lnTo>
                    <a:pt x="9" y="1271"/>
                  </a:lnTo>
                  <a:cubicBezTo>
                    <a:pt x="37" y="1299"/>
                    <a:pt x="69" y="1323"/>
                    <a:pt x="109" y="1335"/>
                  </a:cubicBezTo>
                  <a:cubicBezTo>
                    <a:pt x="124" y="1341"/>
                    <a:pt x="141" y="1344"/>
                    <a:pt x="157" y="1344"/>
                  </a:cubicBezTo>
                  <a:cubicBezTo>
                    <a:pt x="184" y="1344"/>
                    <a:pt x="212" y="1336"/>
                    <a:pt x="237" y="1319"/>
                  </a:cubicBezTo>
                  <a:cubicBezTo>
                    <a:pt x="245" y="1315"/>
                    <a:pt x="253" y="1307"/>
                    <a:pt x="257" y="1303"/>
                  </a:cubicBezTo>
                  <a:lnTo>
                    <a:pt x="265" y="1295"/>
                  </a:lnTo>
                  <a:lnTo>
                    <a:pt x="269" y="1291"/>
                  </a:lnTo>
                  <a:lnTo>
                    <a:pt x="277" y="1283"/>
                  </a:lnTo>
                  <a:cubicBezTo>
                    <a:pt x="289" y="1275"/>
                    <a:pt x="305" y="1271"/>
                    <a:pt x="317" y="1267"/>
                  </a:cubicBezTo>
                  <a:cubicBezTo>
                    <a:pt x="335" y="1265"/>
                    <a:pt x="352" y="1264"/>
                    <a:pt x="368" y="1264"/>
                  </a:cubicBezTo>
                  <a:cubicBezTo>
                    <a:pt x="385" y="1264"/>
                    <a:pt x="401" y="1265"/>
                    <a:pt x="417" y="1267"/>
                  </a:cubicBezTo>
                  <a:cubicBezTo>
                    <a:pt x="493" y="1275"/>
                    <a:pt x="565" y="1291"/>
                    <a:pt x="641" y="1303"/>
                  </a:cubicBezTo>
                  <a:cubicBezTo>
                    <a:pt x="681" y="1307"/>
                    <a:pt x="721" y="1311"/>
                    <a:pt x="761" y="1311"/>
                  </a:cubicBezTo>
                  <a:cubicBezTo>
                    <a:pt x="781" y="1311"/>
                    <a:pt x="801" y="1311"/>
                    <a:pt x="825" y="1307"/>
                  </a:cubicBezTo>
                  <a:lnTo>
                    <a:pt x="853" y="1307"/>
                  </a:lnTo>
                  <a:lnTo>
                    <a:pt x="881" y="1303"/>
                  </a:lnTo>
                  <a:cubicBezTo>
                    <a:pt x="953" y="1288"/>
                    <a:pt x="1028" y="1281"/>
                    <a:pt x="1103" y="1281"/>
                  </a:cubicBezTo>
                  <a:cubicBezTo>
                    <a:pt x="1172" y="1281"/>
                    <a:pt x="1241" y="1287"/>
                    <a:pt x="1309" y="1299"/>
                  </a:cubicBezTo>
                  <a:cubicBezTo>
                    <a:pt x="1325" y="1303"/>
                    <a:pt x="1341" y="1307"/>
                    <a:pt x="1357" y="1311"/>
                  </a:cubicBezTo>
                  <a:cubicBezTo>
                    <a:pt x="1373" y="1315"/>
                    <a:pt x="1389" y="1323"/>
                    <a:pt x="1401" y="1327"/>
                  </a:cubicBezTo>
                  <a:lnTo>
                    <a:pt x="1409" y="1331"/>
                  </a:lnTo>
                  <a:lnTo>
                    <a:pt x="1417" y="1335"/>
                  </a:lnTo>
                  <a:lnTo>
                    <a:pt x="1437" y="1343"/>
                  </a:lnTo>
                  <a:cubicBezTo>
                    <a:pt x="1449" y="1347"/>
                    <a:pt x="1465" y="1351"/>
                    <a:pt x="1481" y="1351"/>
                  </a:cubicBezTo>
                  <a:cubicBezTo>
                    <a:pt x="1513" y="1351"/>
                    <a:pt x="1541" y="1347"/>
                    <a:pt x="1569" y="1335"/>
                  </a:cubicBezTo>
                  <a:cubicBezTo>
                    <a:pt x="1617" y="1311"/>
                    <a:pt x="1653" y="1279"/>
                    <a:pt x="1681" y="1235"/>
                  </a:cubicBezTo>
                  <a:cubicBezTo>
                    <a:pt x="1709" y="1199"/>
                    <a:pt x="1729" y="1163"/>
                    <a:pt x="1749" y="1123"/>
                  </a:cubicBezTo>
                  <a:lnTo>
                    <a:pt x="1769" y="1067"/>
                  </a:lnTo>
                  <a:cubicBezTo>
                    <a:pt x="1577" y="1030"/>
                    <a:pt x="1381" y="1009"/>
                    <a:pt x="1186" y="1009"/>
                  </a:cubicBezTo>
                  <a:cubicBezTo>
                    <a:pt x="1128" y="1009"/>
                    <a:pt x="1070" y="1011"/>
                    <a:pt x="1013" y="1015"/>
                  </a:cubicBezTo>
                  <a:cubicBezTo>
                    <a:pt x="1053" y="871"/>
                    <a:pt x="1093" y="727"/>
                    <a:pt x="1137" y="583"/>
                  </a:cubicBezTo>
                  <a:cubicBezTo>
                    <a:pt x="1161" y="523"/>
                    <a:pt x="1169" y="455"/>
                    <a:pt x="1165" y="391"/>
                  </a:cubicBezTo>
                  <a:cubicBezTo>
                    <a:pt x="1157" y="323"/>
                    <a:pt x="1173" y="243"/>
                    <a:pt x="1109" y="231"/>
                  </a:cubicBezTo>
                  <a:cubicBezTo>
                    <a:pt x="1096" y="228"/>
                    <a:pt x="1083" y="226"/>
                    <a:pt x="1069" y="226"/>
                  </a:cubicBezTo>
                  <a:cubicBezTo>
                    <a:pt x="972" y="226"/>
                    <a:pt x="855" y="297"/>
                    <a:pt x="761" y="371"/>
                  </a:cubicBezTo>
                  <a:cubicBezTo>
                    <a:pt x="749" y="383"/>
                    <a:pt x="725" y="383"/>
                    <a:pt x="713" y="399"/>
                  </a:cubicBezTo>
                  <a:cubicBezTo>
                    <a:pt x="705" y="419"/>
                    <a:pt x="701" y="439"/>
                    <a:pt x="709" y="459"/>
                  </a:cubicBezTo>
                  <a:cubicBezTo>
                    <a:pt x="717" y="555"/>
                    <a:pt x="657" y="647"/>
                    <a:pt x="565" y="675"/>
                  </a:cubicBezTo>
                  <a:cubicBezTo>
                    <a:pt x="533" y="479"/>
                    <a:pt x="469" y="291"/>
                    <a:pt x="377" y="115"/>
                  </a:cubicBezTo>
                  <a:cubicBezTo>
                    <a:pt x="361" y="79"/>
                    <a:pt x="337" y="47"/>
                    <a:pt x="309" y="23"/>
                  </a:cubicBezTo>
                  <a:cubicBezTo>
                    <a:pt x="291" y="7"/>
                    <a:pt x="270" y="1"/>
                    <a:pt x="249" y="1"/>
                  </a:cubicBezTo>
                  <a:close/>
                </a:path>
              </a:pathLst>
            </a:custGeom>
            <a:solidFill>
              <a:srgbClr val="A29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65"/>
            <p:cNvSpPr/>
            <p:nvPr/>
          </p:nvSpPr>
          <p:spPr>
            <a:xfrm flipH="1">
              <a:off x="6924323" y="2030497"/>
              <a:ext cx="182496" cy="272332"/>
            </a:xfrm>
            <a:custGeom>
              <a:avLst/>
              <a:gdLst/>
              <a:ahLst/>
              <a:cxnLst/>
              <a:rect l="l" t="t" r="r" b="b"/>
              <a:pathLst>
                <a:path w="1357" h="2025" extrusionOk="0">
                  <a:moveTo>
                    <a:pt x="1089" y="1"/>
                  </a:moveTo>
                  <a:cubicBezTo>
                    <a:pt x="1025" y="149"/>
                    <a:pt x="961" y="297"/>
                    <a:pt x="897" y="445"/>
                  </a:cubicBezTo>
                  <a:lnTo>
                    <a:pt x="897" y="281"/>
                  </a:lnTo>
                  <a:cubicBezTo>
                    <a:pt x="821" y="385"/>
                    <a:pt x="737" y="485"/>
                    <a:pt x="645" y="581"/>
                  </a:cubicBezTo>
                  <a:cubicBezTo>
                    <a:pt x="693" y="513"/>
                    <a:pt x="721" y="437"/>
                    <a:pt x="733" y="353"/>
                  </a:cubicBezTo>
                  <a:lnTo>
                    <a:pt x="733" y="353"/>
                  </a:lnTo>
                  <a:cubicBezTo>
                    <a:pt x="397" y="425"/>
                    <a:pt x="125" y="661"/>
                    <a:pt x="1" y="977"/>
                  </a:cubicBezTo>
                  <a:lnTo>
                    <a:pt x="29" y="969"/>
                  </a:lnTo>
                  <a:lnTo>
                    <a:pt x="29" y="969"/>
                  </a:lnTo>
                  <a:lnTo>
                    <a:pt x="21" y="1117"/>
                  </a:lnTo>
                  <a:cubicBezTo>
                    <a:pt x="93" y="1057"/>
                    <a:pt x="181" y="1013"/>
                    <a:pt x="277" y="997"/>
                  </a:cubicBezTo>
                  <a:lnTo>
                    <a:pt x="277" y="997"/>
                  </a:lnTo>
                  <a:cubicBezTo>
                    <a:pt x="229" y="1085"/>
                    <a:pt x="157" y="1157"/>
                    <a:pt x="73" y="1205"/>
                  </a:cubicBezTo>
                  <a:cubicBezTo>
                    <a:pt x="237" y="1161"/>
                    <a:pt x="385" y="1073"/>
                    <a:pt x="497" y="945"/>
                  </a:cubicBezTo>
                  <a:cubicBezTo>
                    <a:pt x="605" y="817"/>
                    <a:pt x="701" y="677"/>
                    <a:pt x="777" y="529"/>
                  </a:cubicBezTo>
                  <a:lnTo>
                    <a:pt x="777" y="529"/>
                  </a:lnTo>
                  <a:cubicBezTo>
                    <a:pt x="773" y="833"/>
                    <a:pt x="645" y="1125"/>
                    <a:pt x="425" y="1337"/>
                  </a:cubicBezTo>
                  <a:cubicBezTo>
                    <a:pt x="361" y="1393"/>
                    <a:pt x="285" y="1461"/>
                    <a:pt x="289" y="1545"/>
                  </a:cubicBezTo>
                  <a:cubicBezTo>
                    <a:pt x="417" y="1533"/>
                    <a:pt x="537" y="1477"/>
                    <a:pt x="629" y="1389"/>
                  </a:cubicBezTo>
                  <a:lnTo>
                    <a:pt x="629" y="1389"/>
                  </a:lnTo>
                  <a:lnTo>
                    <a:pt x="565" y="1621"/>
                  </a:lnTo>
                  <a:cubicBezTo>
                    <a:pt x="681" y="1569"/>
                    <a:pt x="777" y="1477"/>
                    <a:pt x="825" y="1357"/>
                  </a:cubicBezTo>
                  <a:cubicBezTo>
                    <a:pt x="873" y="1241"/>
                    <a:pt x="893" y="1113"/>
                    <a:pt x="881" y="989"/>
                  </a:cubicBezTo>
                  <a:cubicBezTo>
                    <a:pt x="869" y="925"/>
                    <a:pt x="873" y="861"/>
                    <a:pt x="889" y="801"/>
                  </a:cubicBezTo>
                  <a:cubicBezTo>
                    <a:pt x="911" y="753"/>
                    <a:pt x="959" y="712"/>
                    <a:pt x="1006" y="712"/>
                  </a:cubicBezTo>
                  <a:cubicBezTo>
                    <a:pt x="1018" y="712"/>
                    <a:pt x="1029" y="715"/>
                    <a:pt x="1041" y="721"/>
                  </a:cubicBezTo>
                  <a:cubicBezTo>
                    <a:pt x="1081" y="745"/>
                    <a:pt x="1109" y="789"/>
                    <a:pt x="1113" y="837"/>
                  </a:cubicBezTo>
                  <a:cubicBezTo>
                    <a:pt x="1157" y="1037"/>
                    <a:pt x="1121" y="1249"/>
                    <a:pt x="1085" y="1449"/>
                  </a:cubicBezTo>
                  <a:cubicBezTo>
                    <a:pt x="1045" y="1665"/>
                    <a:pt x="993" y="1901"/>
                    <a:pt x="817" y="2025"/>
                  </a:cubicBezTo>
                  <a:cubicBezTo>
                    <a:pt x="993" y="1901"/>
                    <a:pt x="1117" y="1713"/>
                    <a:pt x="1221" y="1525"/>
                  </a:cubicBezTo>
                  <a:cubicBezTo>
                    <a:pt x="1261" y="1453"/>
                    <a:pt x="1297" y="1377"/>
                    <a:pt x="1321" y="1301"/>
                  </a:cubicBezTo>
                  <a:cubicBezTo>
                    <a:pt x="1349" y="1169"/>
                    <a:pt x="1357" y="1037"/>
                    <a:pt x="1345" y="901"/>
                  </a:cubicBezTo>
                  <a:cubicBezTo>
                    <a:pt x="1345" y="801"/>
                    <a:pt x="1333" y="701"/>
                    <a:pt x="1317" y="601"/>
                  </a:cubicBezTo>
                  <a:cubicBezTo>
                    <a:pt x="1281" y="389"/>
                    <a:pt x="1185" y="193"/>
                    <a:pt x="10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65"/>
            <p:cNvSpPr/>
            <p:nvPr/>
          </p:nvSpPr>
          <p:spPr>
            <a:xfrm flipH="1">
              <a:off x="6833949" y="2060084"/>
              <a:ext cx="105033" cy="265339"/>
            </a:xfrm>
            <a:custGeom>
              <a:avLst/>
              <a:gdLst/>
              <a:ahLst/>
              <a:cxnLst/>
              <a:rect l="l" t="t" r="r" b="b"/>
              <a:pathLst>
                <a:path w="781" h="1973" extrusionOk="0">
                  <a:moveTo>
                    <a:pt x="245" y="1"/>
                  </a:moveTo>
                  <a:lnTo>
                    <a:pt x="245" y="1"/>
                  </a:lnTo>
                  <a:cubicBezTo>
                    <a:pt x="401" y="265"/>
                    <a:pt x="445" y="581"/>
                    <a:pt x="409" y="885"/>
                  </a:cubicBezTo>
                  <a:cubicBezTo>
                    <a:pt x="377" y="1189"/>
                    <a:pt x="269" y="1481"/>
                    <a:pt x="149" y="1761"/>
                  </a:cubicBezTo>
                  <a:cubicBezTo>
                    <a:pt x="125" y="1829"/>
                    <a:pt x="81" y="1889"/>
                    <a:pt x="25" y="1933"/>
                  </a:cubicBezTo>
                  <a:lnTo>
                    <a:pt x="1" y="1973"/>
                  </a:lnTo>
                  <a:cubicBezTo>
                    <a:pt x="134" y="1970"/>
                    <a:pt x="250" y="1892"/>
                    <a:pt x="306" y="1779"/>
                  </a:cubicBezTo>
                  <a:lnTo>
                    <a:pt x="306" y="1779"/>
                  </a:lnTo>
                  <a:cubicBezTo>
                    <a:pt x="298" y="1807"/>
                    <a:pt x="290" y="1834"/>
                    <a:pt x="281" y="1861"/>
                  </a:cubicBezTo>
                  <a:cubicBezTo>
                    <a:pt x="645" y="1545"/>
                    <a:pt x="781" y="1041"/>
                    <a:pt x="625" y="589"/>
                  </a:cubicBezTo>
                  <a:lnTo>
                    <a:pt x="625" y="589"/>
                  </a:lnTo>
                  <a:cubicBezTo>
                    <a:pt x="625" y="685"/>
                    <a:pt x="601" y="781"/>
                    <a:pt x="561" y="869"/>
                  </a:cubicBezTo>
                  <a:cubicBezTo>
                    <a:pt x="553" y="709"/>
                    <a:pt x="529" y="553"/>
                    <a:pt x="489" y="401"/>
                  </a:cubicBezTo>
                  <a:cubicBezTo>
                    <a:pt x="449" y="245"/>
                    <a:pt x="365" y="109"/>
                    <a:pt x="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65"/>
            <p:cNvSpPr/>
            <p:nvPr/>
          </p:nvSpPr>
          <p:spPr>
            <a:xfrm flipH="1">
              <a:off x="6797235" y="2169285"/>
              <a:ext cx="70201" cy="175503"/>
            </a:xfrm>
            <a:custGeom>
              <a:avLst/>
              <a:gdLst/>
              <a:ahLst/>
              <a:cxnLst/>
              <a:rect l="l" t="t" r="r" b="b"/>
              <a:pathLst>
                <a:path w="522" h="1305" extrusionOk="0">
                  <a:moveTo>
                    <a:pt x="361" y="1"/>
                  </a:moveTo>
                  <a:cubicBezTo>
                    <a:pt x="344" y="46"/>
                    <a:pt x="356" y="91"/>
                    <a:pt x="374" y="136"/>
                  </a:cubicBezTo>
                  <a:lnTo>
                    <a:pt x="374" y="136"/>
                  </a:lnTo>
                  <a:cubicBezTo>
                    <a:pt x="372" y="91"/>
                    <a:pt x="368" y="46"/>
                    <a:pt x="361" y="1"/>
                  </a:cubicBezTo>
                  <a:close/>
                  <a:moveTo>
                    <a:pt x="505" y="513"/>
                  </a:moveTo>
                  <a:cubicBezTo>
                    <a:pt x="506" y="523"/>
                    <a:pt x="506" y="533"/>
                    <a:pt x="507" y="542"/>
                  </a:cubicBezTo>
                  <a:lnTo>
                    <a:pt x="507" y="542"/>
                  </a:lnTo>
                  <a:cubicBezTo>
                    <a:pt x="510" y="533"/>
                    <a:pt x="510" y="522"/>
                    <a:pt x="505" y="513"/>
                  </a:cubicBezTo>
                  <a:close/>
                  <a:moveTo>
                    <a:pt x="374" y="136"/>
                  </a:moveTo>
                  <a:cubicBezTo>
                    <a:pt x="378" y="219"/>
                    <a:pt x="374" y="302"/>
                    <a:pt x="361" y="385"/>
                  </a:cubicBezTo>
                  <a:cubicBezTo>
                    <a:pt x="333" y="537"/>
                    <a:pt x="289" y="693"/>
                    <a:pt x="237" y="841"/>
                  </a:cubicBezTo>
                  <a:cubicBezTo>
                    <a:pt x="225" y="877"/>
                    <a:pt x="209" y="917"/>
                    <a:pt x="185" y="953"/>
                  </a:cubicBezTo>
                  <a:cubicBezTo>
                    <a:pt x="137" y="1013"/>
                    <a:pt x="57" y="1045"/>
                    <a:pt x="1" y="1101"/>
                  </a:cubicBezTo>
                  <a:lnTo>
                    <a:pt x="57" y="1125"/>
                  </a:lnTo>
                  <a:cubicBezTo>
                    <a:pt x="53" y="1113"/>
                    <a:pt x="45" y="1101"/>
                    <a:pt x="41" y="1093"/>
                  </a:cubicBezTo>
                  <a:cubicBezTo>
                    <a:pt x="177" y="1029"/>
                    <a:pt x="297" y="937"/>
                    <a:pt x="393" y="821"/>
                  </a:cubicBezTo>
                  <a:lnTo>
                    <a:pt x="393" y="821"/>
                  </a:lnTo>
                  <a:cubicBezTo>
                    <a:pt x="417" y="993"/>
                    <a:pt x="329" y="1153"/>
                    <a:pt x="245" y="1305"/>
                  </a:cubicBezTo>
                  <a:cubicBezTo>
                    <a:pt x="426" y="1092"/>
                    <a:pt x="522" y="820"/>
                    <a:pt x="507" y="542"/>
                  </a:cubicBezTo>
                  <a:lnTo>
                    <a:pt x="507" y="542"/>
                  </a:lnTo>
                  <a:cubicBezTo>
                    <a:pt x="502" y="556"/>
                    <a:pt x="491" y="568"/>
                    <a:pt x="477" y="573"/>
                  </a:cubicBezTo>
                  <a:cubicBezTo>
                    <a:pt x="477" y="453"/>
                    <a:pt x="457" y="337"/>
                    <a:pt x="417" y="229"/>
                  </a:cubicBezTo>
                  <a:cubicBezTo>
                    <a:pt x="404" y="198"/>
                    <a:pt x="387" y="167"/>
                    <a:pt x="374" y="136"/>
                  </a:cubicBezTo>
                  <a:close/>
                </a:path>
              </a:pathLst>
            </a:custGeom>
            <a:solidFill>
              <a:srgbClr val="FF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65"/>
            <p:cNvSpPr/>
            <p:nvPr/>
          </p:nvSpPr>
          <p:spPr>
            <a:xfrm flipH="1">
              <a:off x="6809742" y="2036818"/>
              <a:ext cx="76522" cy="93333"/>
            </a:xfrm>
            <a:custGeom>
              <a:avLst/>
              <a:gdLst/>
              <a:ahLst/>
              <a:cxnLst/>
              <a:rect l="l" t="t" r="r" b="b"/>
              <a:pathLst>
                <a:path w="569" h="694" extrusionOk="0">
                  <a:moveTo>
                    <a:pt x="91" y="0"/>
                  </a:moveTo>
                  <a:cubicBezTo>
                    <a:pt x="64" y="0"/>
                    <a:pt x="36" y="3"/>
                    <a:pt x="9" y="10"/>
                  </a:cubicBezTo>
                  <a:lnTo>
                    <a:pt x="1" y="34"/>
                  </a:lnTo>
                  <a:cubicBezTo>
                    <a:pt x="45" y="66"/>
                    <a:pt x="81" y="110"/>
                    <a:pt x="109" y="158"/>
                  </a:cubicBezTo>
                  <a:cubicBezTo>
                    <a:pt x="157" y="218"/>
                    <a:pt x="209" y="270"/>
                    <a:pt x="269" y="314"/>
                  </a:cubicBezTo>
                  <a:cubicBezTo>
                    <a:pt x="317" y="342"/>
                    <a:pt x="361" y="374"/>
                    <a:pt x="397" y="414"/>
                  </a:cubicBezTo>
                  <a:cubicBezTo>
                    <a:pt x="421" y="438"/>
                    <a:pt x="437" y="466"/>
                    <a:pt x="453" y="498"/>
                  </a:cubicBezTo>
                  <a:lnTo>
                    <a:pt x="569" y="694"/>
                  </a:lnTo>
                  <a:cubicBezTo>
                    <a:pt x="545" y="582"/>
                    <a:pt x="497" y="474"/>
                    <a:pt x="429" y="386"/>
                  </a:cubicBezTo>
                  <a:cubicBezTo>
                    <a:pt x="397" y="350"/>
                    <a:pt x="373" y="306"/>
                    <a:pt x="357" y="262"/>
                  </a:cubicBezTo>
                  <a:cubicBezTo>
                    <a:pt x="349" y="234"/>
                    <a:pt x="353" y="202"/>
                    <a:pt x="345" y="174"/>
                  </a:cubicBezTo>
                  <a:cubicBezTo>
                    <a:pt x="329" y="102"/>
                    <a:pt x="281" y="46"/>
                    <a:pt x="213" y="22"/>
                  </a:cubicBezTo>
                  <a:cubicBezTo>
                    <a:pt x="174" y="7"/>
                    <a:pt x="133" y="0"/>
                    <a:pt x="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65"/>
            <p:cNvSpPr/>
            <p:nvPr/>
          </p:nvSpPr>
          <p:spPr>
            <a:xfrm flipH="1">
              <a:off x="6853315" y="2097739"/>
              <a:ext cx="285781" cy="287260"/>
            </a:xfrm>
            <a:custGeom>
              <a:avLst/>
              <a:gdLst/>
              <a:ahLst/>
              <a:cxnLst/>
              <a:rect l="l" t="t" r="r" b="b"/>
              <a:pathLst>
                <a:path w="2125" h="2136" extrusionOk="0">
                  <a:moveTo>
                    <a:pt x="320" y="1869"/>
                  </a:moveTo>
                  <a:cubicBezTo>
                    <a:pt x="317" y="1876"/>
                    <a:pt x="314" y="1883"/>
                    <a:pt x="313" y="1893"/>
                  </a:cubicBezTo>
                  <a:cubicBezTo>
                    <a:pt x="315" y="1885"/>
                    <a:pt x="317" y="1877"/>
                    <a:pt x="320" y="1869"/>
                  </a:cubicBezTo>
                  <a:close/>
                  <a:moveTo>
                    <a:pt x="233" y="1"/>
                  </a:moveTo>
                  <a:lnTo>
                    <a:pt x="225" y="9"/>
                  </a:lnTo>
                  <a:cubicBezTo>
                    <a:pt x="9" y="257"/>
                    <a:pt x="1" y="625"/>
                    <a:pt x="9" y="957"/>
                  </a:cubicBezTo>
                  <a:cubicBezTo>
                    <a:pt x="5" y="1009"/>
                    <a:pt x="13" y="1061"/>
                    <a:pt x="33" y="1109"/>
                  </a:cubicBezTo>
                  <a:cubicBezTo>
                    <a:pt x="53" y="1137"/>
                    <a:pt x="73" y="1165"/>
                    <a:pt x="97" y="1189"/>
                  </a:cubicBezTo>
                  <a:cubicBezTo>
                    <a:pt x="185" y="1281"/>
                    <a:pt x="257" y="1389"/>
                    <a:pt x="305" y="1513"/>
                  </a:cubicBezTo>
                  <a:cubicBezTo>
                    <a:pt x="350" y="1625"/>
                    <a:pt x="352" y="1752"/>
                    <a:pt x="320" y="1869"/>
                  </a:cubicBezTo>
                  <a:lnTo>
                    <a:pt x="320" y="1869"/>
                  </a:lnTo>
                  <a:cubicBezTo>
                    <a:pt x="339" y="1828"/>
                    <a:pt x="384" y="1830"/>
                    <a:pt x="429" y="1737"/>
                  </a:cubicBezTo>
                  <a:cubicBezTo>
                    <a:pt x="449" y="1697"/>
                    <a:pt x="517" y="1705"/>
                    <a:pt x="533" y="1665"/>
                  </a:cubicBezTo>
                  <a:cubicBezTo>
                    <a:pt x="545" y="1637"/>
                    <a:pt x="537" y="1601"/>
                    <a:pt x="545" y="1573"/>
                  </a:cubicBezTo>
                  <a:cubicBezTo>
                    <a:pt x="561" y="1513"/>
                    <a:pt x="597" y="1461"/>
                    <a:pt x="653" y="1433"/>
                  </a:cubicBezTo>
                  <a:cubicBezTo>
                    <a:pt x="693" y="1417"/>
                    <a:pt x="733" y="1409"/>
                    <a:pt x="777" y="1401"/>
                  </a:cubicBezTo>
                  <a:cubicBezTo>
                    <a:pt x="802" y="1393"/>
                    <a:pt x="845" y="1379"/>
                    <a:pt x="880" y="1379"/>
                  </a:cubicBezTo>
                  <a:cubicBezTo>
                    <a:pt x="899" y="1379"/>
                    <a:pt x="916" y="1384"/>
                    <a:pt x="925" y="1397"/>
                  </a:cubicBezTo>
                  <a:cubicBezTo>
                    <a:pt x="953" y="1429"/>
                    <a:pt x="921" y="1521"/>
                    <a:pt x="925" y="1561"/>
                  </a:cubicBezTo>
                  <a:cubicBezTo>
                    <a:pt x="953" y="1765"/>
                    <a:pt x="893" y="1973"/>
                    <a:pt x="753" y="2129"/>
                  </a:cubicBezTo>
                  <a:cubicBezTo>
                    <a:pt x="871" y="2133"/>
                    <a:pt x="989" y="2136"/>
                    <a:pt x="1106" y="2136"/>
                  </a:cubicBezTo>
                  <a:cubicBezTo>
                    <a:pt x="1286" y="2136"/>
                    <a:pt x="1465" y="2130"/>
                    <a:pt x="1645" y="2121"/>
                  </a:cubicBezTo>
                  <a:cubicBezTo>
                    <a:pt x="1793" y="2113"/>
                    <a:pt x="1945" y="2101"/>
                    <a:pt x="2069" y="2021"/>
                  </a:cubicBezTo>
                  <a:cubicBezTo>
                    <a:pt x="2081" y="2017"/>
                    <a:pt x="2085" y="2009"/>
                    <a:pt x="2089" y="2001"/>
                  </a:cubicBezTo>
                  <a:cubicBezTo>
                    <a:pt x="2093" y="1985"/>
                    <a:pt x="2089" y="1969"/>
                    <a:pt x="2081" y="1961"/>
                  </a:cubicBezTo>
                  <a:cubicBezTo>
                    <a:pt x="2037" y="1881"/>
                    <a:pt x="2057" y="1781"/>
                    <a:pt x="2125" y="1721"/>
                  </a:cubicBezTo>
                  <a:lnTo>
                    <a:pt x="2125" y="1721"/>
                  </a:lnTo>
                  <a:cubicBezTo>
                    <a:pt x="2034" y="1792"/>
                    <a:pt x="1922" y="1830"/>
                    <a:pt x="1807" y="1830"/>
                  </a:cubicBezTo>
                  <a:cubicBezTo>
                    <a:pt x="1775" y="1830"/>
                    <a:pt x="1742" y="1827"/>
                    <a:pt x="1709" y="1821"/>
                  </a:cubicBezTo>
                  <a:cubicBezTo>
                    <a:pt x="1733" y="1801"/>
                    <a:pt x="1745" y="1769"/>
                    <a:pt x="1741" y="1737"/>
                  </a:cubicBezTo>
                  <a:lnTo>
                    <a:pt x="1741" y="1737"/>
                  </a:lnTo>
                  <a:cubicBezTo>
                    <a:pt x="1585" y="1809"/>
                    <a:pt x="1421" y="1869"/>
                    <a:pt x="1253" y="1913"/>
                  </a:cubicBezTo>
                  <a:cubicBezTo>
                    <a:pt x="1253" y="1805"/>
                    <a:pt x="1317" y="1709"/>
                    <a:pt x="1373" y="1613"/>
                  </a:cubicBezTo>
                  <a:cubicBezTo>
                    <a:pt x="1465" y="1433"/>
                    <a:pt x="1537" y="1245"/>
                    <a:pt x="1593" y="1053"/>
                  </a:cubicBezTo>
                  <a:lnTo>
                    <a:pt x="1593" y="1053"/>
                  </a:lnTo>
                  <a:cubicBezTo>
                    <a:pt x="1569" y="1129"/>
                    <a:pt x="1529" y="1201"/>
                    <a:pt x="1481" y="1265"/>
                  </a:cubicBezTo>
                  <a:cubicBezTo>
                    <a:pt x="1385" y="1381"/>
                    <a:pt x="1229" y="1429"/>
                    <a:pt x="1141" y="1553"/>
                  </a:cubicBezTo>
                  <a:cubicBezTo>
                    <a:pt x="1105" y="1606"/>
                    <a:pt x="1061" y="1681"/>
                    <a:pt x="1004" y="1681"/>
                  </a:cubicBezTo>
                  <a:cubicBezTo>
                    <a:pt x="996" y="1681"/>
                    <a:pt x="989" y="1679"/>
                    <a:pt x="981" y="1677"/>
                  </a:cubicBezTo>
                  <a:cubicBezTo>
                    <a:pt x="913" y="1541"/>
                    <a:pt x="973" y="1381"/>
                    <a:pt x="1033" y="1245"/>
                  </a:cubicBezTo>
                  <a:cubicBezTo>
                    <a:pt x="1069" y="1173"/>
                    <a:pt x="1101" y="1101"/>
                    <a:pt x="1133" y="1025"/>
                  </a:cubicBezTo>
                  <a:lnTo>
                    <a:pt x="1133" y="1025"/>
                  </a:lnTo>
                  <a:cubicBezTo>
                    <a:pt x="1021" y="1201"/>
                    <a:pt x="825" y="1309"/>
                    <a:pt x="613" y="1313"/>
                  </a:cubicBezTo>
                  <a:cubicBezTo>
                    <a:pt x="605" y="1281"/>
                    <a:pt x="597" y="1253"/>
                    <a:pt x="585" y="1225"/>
                  </a:cubicBezTo>
                  <a:cubicBezTo>
                    <a:pt x="565" y="1248"/>
                    <a:pt x="541" y="1257"/>
                    <a:pt x="517" y="1257"/>
                  </a:cubicBezTo>
                  <a:cubicBezTo>
                    <a:pt x="457" y="1257"/>
                    <a:pt x="401" y="1197"/>
                    <a:pt x="433" y="1129"/>
                  </a:cubicBezTo>
                  <a:lnTo>
                    <a:pt x="433" y="1129"/>
                  </a:lnTo>
                  <a:cubicBezTo>
                    <a:pt x="423" y="1134"/>
                    <a:pt x="413" y="1137"/>
                    <a:pt x="403" y="1137"/>
                  </a:cubicBezTo>
                  <a:cubicBezTo>
                    <a:pt x="385" y="1137"/>
                    <a:pt x="367" y="1127"/>
                    <a:pt x="357" y="1109"/>
                  </a:cubicBezTo>
                  <a:cubicBezTo>
                    <a:pt x="345" y="1081"/>
                    <a:pt x="345" y="1049"/>
                    <a:pt x="349" y="1021"/>
                  </a:cubicBezTo>
                  <a:cubicBezTo>
                    <a:pt x="361" y="945"/>
                    <a:pt x="377" y="857"/>
                    <a:pt x="441" y="813"/>
                  </a:cubicBezTo>
                  <a:lnTo>
                    <a:pt x="441" y="813"/>
                  </a:lnTo>
                  <a:cubicBezTo>
                    <a:pt x="379" y="845"/>
                    <a:pt x="306" y="873"/>
                    <a:pt x="240" y="873"/>
                  </a:cubicBezTo>
                  <a:cubicBezTo>
                    <a:pt x="198" y="873"/>
                    <a:pt x="160" y="862"/>
                    <a:pt x="129" y="833"/>
                  </a:cubicBezTo>
                  <a:cubicBezTo>
                    <a:pt x="73" y="777"/>
                    <a:pt x="73" y="689"/>
                    <a:pt x="77" y="613"/>
                  </a:cubicBezTo>
                  <a:cubicBezTo>
                    <a:pt x="97" y="401"/>
                    <a:pt x="149" y="197"/>
                    <a:pt x="233" y="1"/>
                  </a:cubicBezTo>
                  <a:close/>
                </a:path>
              </a:pathLst>
            </a:custGeom>
            <a:solidFill>
              <a:srgbClr val="FF57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65"/>
            <p:cNvSpPr/>
            <p:nvPr/>
          </p:nvSpPr>
          <p:spPr>
            <a:xfrm flipH="1">
              <a:off x="7023842" y="2266922"/>
              <a:ext cx="129778" cy="140806"/>
            </a:xfrm>
            <a:custGeom>
              <a:avLst/>
              <a:gdLst/>
              <a:ahLst/>
              <a:cxnLst/>
              <a:rect l="l" t="t" r="r" b="b"/>
              <a:pathLst>
                <a:path w="965" h="1047" extrusionOk="0">
                  <a:moveTo>
                    <a:pt x="118" y="0"/>
                  </a:moveTo>
                  <a:cubicBezTo>
                    <a:pt x="113" y="0"/>
                    <a:pt x="109" y="1"/>
                    <a:pt x="105" y="3"/>
                  </a:cubicBezTo>
                  <a:cubicBezTo>
                    <a:pt x="93" y="11"/>
                    <a:pt x="85" y="19"/>
                    <a:pt x="81" y="35"/>
                  </a:cubicBezTo>
                  <a:cubicBezTo>
                    <a:pt x="1" y="227"/>
                    <a:pt x="109" y="443"/>
                    <a:pt x="129" y="655"/>
                  </a:cubicBezTo>
                  <a:cubicBezTo>
                    <a:pt x="137" y="711"/>
                    <a:pt x="137" y="767"/>
                    <a:pt x="137" y="823"/>
                  </a:cubicBezTo>
                  <a:lnTo>
                    <a:pt x="137" y="1028"/>
                  </a:lnTo>
                  <a:lnTo>
                    <a:pt x="137" y="1028"/>
                  </a:lnTo>
                  <a:cubicBezTo>
                    <a:pt x="140" y="991"/>
                    <a:pt x="162" y="960"/>
                    <a:pt x="193" y="947"/>
                  </a:cubicBezTo>
                  <a:cubicBezTo>
                    <a:pt x="233" y="931"/>
                    <a:pt x="273" y="919"/>
                    <a:pt x="313" y="915"/>
                  </a:cubicBezTo>
                  <a:cubicBezTo>
                    <a:pt x="385" y="895"/>
                    <a:pt x="453" y="871"/>
                    <a:pt x="521" y="843"/>
                  </a:cubicBezTo>
                  <a:lnTo>
                    <a:pt x="729" y="755"/>
                  </a:lnTo>
                  <a:cubicBezTo>
                    <a:pt x="793" y="739"/>
                    <a:pt x="849" y="699"/>
                    <a:pt x="893" y="647"/>
                  </a:cubicBezTo>
                  <a:cubicBezTo>
                    <a:pt x="905" y="623"/>
                    <a:pt x="917" y="591"/>
                    <a:pt x="925" y="563"/>
                  </a:cubicBezTo>
                  <a:cubicBezTo>
                    <a:pt x="953" y="451"/>
                    <a:pt x="965" y="339"/>
                    <a:pt x="961" y="223"/>
                  </a:cubicBezTo>
                  <a:cubicBezTo>
                    <a:pt x="929" y="210"/>
                    <a:pt x="896" y="204"/>
                    <a:pt x="863" y="204"/>
                  </a:cubicBezTo>
                  <a:cubicBezTo>
                    <a:pt x="793" y="204"/>
                    <a:pt x="724" y="232"/>
                    <a:pt x="673" y="287"/>
                  </a:cubicBezTo>
                  <a:cubicBezTo>
                    <a:pt x="617" y="351"/>
                    <a:pt x="597" y="443"/>
                    <a:pt x="561" y="523"/>
                  </a:cubicBezTo>
                  <a:cubicBezTo>
                    <a:pt x="505" y="659"/>
                    <a:pt x="401" y="771"/>
                    <a:pt x="273" y="843"/>
                  </a:cubicBezTo>
                  <a:cubicBezTo>
                    <a:pt x="305" y="715"/>
                    <a:pt x="253" y="583"/>
                    <a:pt x="217" y="459"/>
                  </a:cubicBezTo>
                  <a:cubicBezTo>
                    <a:pt x="181" y="335"/>
                    <a:pt x="165" y="211"/>
                    <a:pt x="165" y="87"/>
                  </a:cubicBezTo>
                  <a:cubicBezTo>
                    <a:pt x="165" y="63"/>
                    <a:pt x="161" y="43"/>
                    <a:pt x="153" y="23"/>
                  </a:cubicBezTo>
                  <a:cubicBezTo>
                    <a:pt x="146" y="10"/>
                    <a:pt x="133" y="0"/>
                    <a:pt x="118" y="0"/>
                  </a:cubicBezTo>
                  <a:close/>
                  <a:moveTo>
                    <a:pt x="137" y="1028"/>
                  </a:moveTo>
                  <a:cubicBezTo>
                    <a:pt x="136" y="1034"/>
                    <a:pt x="136" y="1040"/>
                    <a:pt x="137" y="1047"/>
                  </a:cubicBezTo>
                  <a:lnTo>
                    <a:pt x="137" y="1035"/>
                  </a:lnTo>
                  <a:lnTo>
                    <a:pt x="137" y="1028"/>
                  </a:ln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65"/>
            <p:cNvSpPr/>
            <p:nvPr/>
          </p:nvSpPr>
          <p:spPr>
            <a:xfrm flipH="1">
              <a:off x="6776928" y="2010728"/>
              <a:ext cx="390679" cy="423897"/>
            </a:xfrm>
            <a:custGeom>
              <a:avLst/>
              <a:gdLst/>
              <a:ahLst/>
              <a:cxnLst/>
              <a:rect l="l" t="t" r="r" b="b"/>
              <a:pathLst>
                <a:path w="2905" h="3152" extrusionOk="0">
                  <a:moveTo>
                    <a:pt x="1781" y="112"/>
                  </a:moveTo>
                  <a:cubicBezTo>
                    <a:pt x="1793" y="112"/>
                    <a:pt x="1805" y="116"/>
                    <a:pt x="1821" y="120"/>
                  </a:cubicBezTo>
                  <a:cubicBezTo>
                    <a:pt x="1813" y="128"/>
                    <a:pt x="1805" y="136"/>
                    <a:pt x="1801" y="144"/>
                  </a:cubicBezTo>
                  <a:cubicBezTo>
                    <a:pt x="1793" y="132"/>
                    <a:pt x="1789" y="120"/>
                    <a:pt x="1781" y="112"/>
                  </a:cubicBezTo>
                  <a:close/>
                  <a:moveTo>
                    <a:pt x="2005" y="136"/>
                  </a:moveTo>
                  <a:cubicBezTo>
                    <a:pt x="2053" y="136"/>
                    <a:pt x="2105" y="140"/>
                    <a:pt x="2153" y="140"/>
                  </a:cubicBezTo>
                  <a:cubicBezTo>
                    <a:pt x="2162" y="139"/>
                    <a:pt x="2172" y="139"/>
                    <a:pt x="2182" y="139"/>
                  </a:cubicBezTo>
                  <a:cubicBezTo>
                    <a:pt x="2228" y="139"/>
                    <a:pt x="2274" y="146"/>
                    <a:pt x="2317" y="160"/>
                  </a:cubicBezTo>
                  <a:cubicBezTo>
                    <a:pt x="2329" y="164"/>
                    <a:pt x="2341" y="172"/>
                    <a:pt x="2353" y="180"/>
                  </a:cubicBezTo>
                  <a:cubicBezTo>
                    <a:pt x="2365" y="188"/>
                    <a:pt x="2377" y="196"/>
                    <a:pt x="2389" y="208"/>
                  </a:cubicBezTo>
                  <a:cubicBezTo>
                    <a:pt x="2409" y="232"/>
                    <a:pt x="2429" y="256"/>
                    <a:pt x="2441" y="284"/>
                  </a:cubicBezTo>
                  <a:cubicBezTo>
                    <a:pt x="2469" y="344"/>
                    <a:pt x="2489" y="404"/>
                    <a:pt x="2509" y="468"/>
                  </a:cubicBezTo>
                  <a:cubicBezTo>
                    <a:pt x="2529" y="532"/>
                    <a:pt x="2561" y="596"/>
                    <a:pt x="2597" y="652"/>
                  </a:cubicBezTo>
                  <a:cubicBezTo>
                    <a:pt x="2629" y="700"/>
                    <a:pt x="2657" y="752"/>
                    <a:pt x="2681" y="804"/>
                  </a:cubicBezTo>
                  <a:cubicBezTo>
                    <a:pt x="2705" y="848"/>
                    <a:pt x="2717" y="896"/>
                    <a:pt x="2717" y="944"/>
                  </a:cubicBezTo>
                  <a:cubicBezTo>
                    <a:pt x="2717" y="976"/>
                    <a:pt x="2713" y="1008"/>
                    <a:pt x="2701" y="1036"/>
                  </a:cubicBezTo>
                  <a:cubicBezTo>
                    <a:pt x="2669" y="972"/>
                    <a:pt x="2633" y="908"/>
                    <a:pt x="2597" y="844"/>
                  </a:cubicBezTo>
                  <a:cubicBezTo>
                    <a:pt x="2549" y="772"/>
                    <a:pt x="2497" y="704"/>
                    <a:pt x="2437" y="640"/>
                  </a:cubicBezTo>
                  <a:cubicBezTo>
                    <a:pt x="2393" y="592"/>
                    <a:pt x="2341" y="552"/>
                    <a:pt x="2289" y="512"/>
                  </a:cubicBezTo>
                  <a:cubicBezTo>
                    <a:pt x="2253" y="492"/>
                    <a:pt x="2213" y="472"/>
                    <a:pt x="2177" y="452"/>
                  </a:cubicBezTo>
                  <a:lnTo>
                    <a:pt x="2169" y="452"/>
                  </a:lnTo>
                  <a:cubicBezTo>
                    <a:pt x="2129" y="392"/>
                    <a:pt x="2093" y="332"/>
                    <a:pt x="2057" y="280"/>
                  </a:cubicBezTo>
                  <a:cubicBezTo>
                    <a:pt x="2029" y="228"/>
                    <a:pt x="1993" y="180"/>
                    <a:pt x="1953" y="136"/>
                  </a:cubicBezTo>
                  <a:close/>
                  <a:moveTo>
                    <a:pt x="1577" y="44"/>
                  </a:moveTo>
                  <a:cubicBezTo>
                    <a:pt x="1596" y="44"/>
                    <a:pt x="1615" y="48"/>
                    <a:pt x="1633" y="56"/>
                  </a:cubicBezTo>
                  <a:cubicBezTo>
                    <a:pt x="1705" y="88"/>
                    <a:pt x="1745" y="168"/>
                    <a:pt x="1773" y="248"/>
                  </a:cubicBezTo>
                  <a:cubicBezTo>
                    <a:pt x="1833" y="416"/>
                    <a:pt x="1873" y="588"/>
                    <a:pt x="1893" y="760"/>
                  </a:cubicBezTo>
                  <a:cubicBezTo>
                    <a:pt x="1917" y="928"/>
                    <a:pt x="1917" y="1100"/>
                    <a:pt x="1897" y="1264"/>
                  </a:cubicBezTo>
                  <a:cubicBezTo>
                    <a:pt x="1881" y="1420"/>
                    <a:pt x="1841" y="1576"/>
                    <a:pt x="1789" y="1724"/>
                  </a:cubicBezTo>
                  <a:cubicBezTo>
                    <a:pt x="1701" y="1968"/>
                    <a:pt x="1561" y="2192"/>
                    <a:pt x="1381" y="2380"/>
                  </a:cubicBezTo>
                  <a:cubicBezTo>
                    <a:pt x="1313" y="2444"/>
                    <a:pt x="1245" y="2504"/>
                    <a:pt x="1169" y="2560"/>
                  </a:cubicBezTo>
                  <a:cubicBezTo>
                    <a:pt x="1145" y="2576"/>
                    <a:pt x="1125" y="2592"/>
                    <a:pt x="1105" y="2604"/>
                  </a:cubicBezTo>
                  <a:cubicBezTo>
                    <a:pt x="1113" y="2592"/>
                    <a:pt x="1117" y="2576"/>
                    <a:pt x="1125" y="2564"/>
                  </a:cubicBezTo>
                  <a:cubicBezTo>
                    <a:pt x="1137" y="2528"/>
                    <a:pt x="1149" y="2492"/>
                    <a:pt x="1157" y="2460"/>
                  </a:cubicBezTo>
                  <a:cubicBezTo>
                    <a:pt x="1177" y="2388"/>
                    <a:pt x="1189" y="2316"/>
                    <a:pt x="1197" y="2244"/>
                  </a:cubicBezTo>
                  <a:cubicBezTo>
                    <a:pt x="1201" y="2204"/>
                    <a:pt x="1205" y="2168"/>
                    <a:pt x="1201" y="2132"/>
                  </a:cubicBezTo>
                  <a:cubicBezTo>
                    <a:pt x="1201" y="2112"/>
                    <a:pt x="1197" y="2092"/>
                    <a:pt x="1193" y="2072"/>
                  </a:cubicBezTo>
                  <a:cubicBezTo>
                    <a:pt x="1189" y="2060"/>
                    <a:pt x="1185" y="2048"/>
                    <a:pt x="1177" y="2040"/>
                  </a:cubicBezTo>
                  <a:cubicBezTo>
                    <a:pt x="1169" y="2028"/>
                    <a:pt x="1161" y="2020"/>
                    <a:pt x="1149" y="2012"/>
                  </a:cubicBezTo>
                  <a:cubicBezTo>
                    <a:pt x="1145" y="2008"/>
                    <a:pt x="1145" y="2008"/>
                    <a:pt x="1141" y="2008"/>
                  </a:cubicBezTo>
                  <a:cubicBezTo>
                    <a:pt x="1149" y="2004"/>
                    <a:pt x="1157" y="2000"/>
                    <a:pt x="1165" y="1996"/>
                  </a:cubicBezTo>
                  <a:cubicBezTo>
                    <a:pt x="1205" y="1972"/>
                    <a:pt x="1241" y="1936"/>
                    <a:pt x="1269" y="1896"/>
                  </a:cubicBezTo>
                  <a:cubicBezTo>
                    <a:pt x="1309" y="1844"/>
                    <a:pt x="1345" y="1792"/>
                    <a:pt x="1377" y="1736"/>
                  </a:cubicBezTo>
                  <a:cubicBezTo>
                    <a:pt x="1417" y="1672"/>
                    <a:pt x="1453" y="1604"/>
                    <a:pt x="1481" y="1536"/>
                  </a:cubicBezTo>
                  <a:cubicBezTo>
                    <a:pt x="1493" y="1500"/>
                    <a:pt x="1501" y="1460"/>
                    <a:pt x="1505" y="1420"/>
                  </a:cubicBezTo>
                  <a:cubicBezTo>
                    <a:pt x="1509" y="1384"/>
                    <a:pt x="1513" y="1344"/>
                    <a:pt x="1517" y="1308"/>
                  </a:cubicBezTo>
                  <a:cubicBezTo>
                    <a:pt x="1525" y="1276"/>
                    <a:pt x="1529" y="1240"/>
                    <a:pt x="1533" y="1208"/>
                  </a:cubicBezTo>
                  <a:cubicBezTo>
                    <a:pt x="1533" y="1176"/>
                    <a:pt x="1529" y="1144"/>
                    <a:pt x="1529" y="1112"/>
                  </a:cubicBezTo>
                  <a:cubicBezTo>
                    <a:pt x="1525" y="1084"/>
                    <a:pt x="1521" y="1060"/>
                    <a:pt x="1517" y="1032"/>
                  </a:cubicBezTo>
                  <a:cubicBezTo>
                    <a:pt x="1513" y="1008"/>
                    <a:pt x="1501" y="984"/>
                    <a:pt x="1481" y="968"/>
                  </a:cubicBezTo>
                  <a:cubicBezTo>
                    <a:pt x="1465" y="960"/>
                    <a:pt x="1449" y="956"/>
                    <a:pt x="1433" y="956"/>
                  </a:cubicBezTo>
                  <a:cubicBezTo>
                    <a:pt x="1429" y="960"/>
                    <a:pt x="1425" y="960"/>
                    <a:pt x="1421" y="964"/>
                  </a:cubicBezTo>
                  <a:lnTo>
                    <a:pt x="1421" y="972"/>
                  </a:lnTo>
                  <a:cubicBezTo>
                    <a:pt x="1424" y="971"/>
                    <a:pt x="1426" y="971"/>
                    <a:pt x="1429" y="971"/>
                  </a:cubicBezTo>
                  <a:cubicBezTo>
                    <a:pt x="1442" y="971"/>
                    <a:pt x="1454" y="978"/>
                    <a:pt x="1461" y="988"/>
                  </a:cubicBezTo>
                  <a:cubicBezTo>
                    <a:pt x="1465" y="1004"/>
                    <a:pt x="1469" y="1020"/>
                    <a:pt x="1469" y="1036"/>
                  </a:cubicBezTo>
                  <a:lnTo>
                    <a:pt x="1469" y="1112"/>
                  </a:lnTo>
                  <a:lnTo>
                    <a:pt x="1469" y="1204"/>
                  </a:lnTo>
                  <a:cubicBezTo>
                    <a:pt x="1469" y="1236"/>
                    <a:pt x="1477" y="1268"/>
                    <a:pt x="1481" y="1304"/>
                  </a:cubicBezTo>
                  <a:cubicBezTo>
                    <a:pt x="1485" y="1340"/>
                    <a:pt x="1485" y="1376"/>
                    <a:pt x="1481" y="1412"/>
                  </a:cubicBezTo>
                  <a:cubicBezTo>
                    <a:pt x="1477" y="1448"/>
                    <a:pt x="1465" y="1484"/>
                    <a:pt x="1445" y="1516"/>
                  </a:cubicBezTo>
                  <a:cubicBezTo>
                    <a:pt x="1425" y="1544"/>
                    <a:pt x="1401" y="1572"/>
                    <a:pt x="1377" y="1604"/>
                  </a:cubicBezTo>
                  <a:cubicBezTo>
                    <a:pt x="1357" y="1636"/>
                    <a:pt x="1333" y="1664"/>
                    <a:pt x="1313" y="1692"/>
                  </a:cubicBezTo>
                  <a:cubicBezTo>
                    <a:pt x="1277" y="1748"/>
                    <a:pt x="1245" y="1804"/>
                    <a:pt x="1213" y="1860"/>
                  </a:cubicBezTo>
                  <a:lnTo>
                    <a:pt x="1177" y="1928"/>
                  </a:lnTo>
                  <a:cubicBezTo>
                    <a:pt x="1169" y="1944"/>
                    <a:pt x="1161" y="1960"/>
                    <a:pt x="1145" y="1972"/>
                  </a:cubicBezTo>
                  <a:cubicBezTo>
                    <a:pt x="1137" y="1980"/>
                    <a:pt x="1129" y="1988"/>
                    <a:pt x="1117" y="1996"/>
                  </a:cubicBezTo>
                  <a:cubicBezTo>
                    <a:pt x="1103" y="1992"/>
                    <a:pt x="1088" y="1990"/>
                    <a:pt x="1072" y="1990"/>
                  </a:cubicBezTo>
                  <a:cubicBezTo>
                    <a:pt x="1057" y="1990"/>
                    <a:pt x="1041" y="1992"/>
                    <a:pt x="1025" y="1996"/>
                  </a:cubicBezTo>
                  <a:cubicBezTo>
                    <a:pt x="989" y="2000"/>
                    <a:pt x="953" y="2012"/>
                    <a:pt x="921" y="2028"/>
                  </a:cubicBezTo>
                  <a:cubicBezTo>
                    <a:pt x="885" y="2044"/>
                    <a:pt x="853" y="2060"/>
                    <a:pt x="825" y="2084"/>
                  </a:cubicBezTo>
                  <a:cubicBezTo>
                    <a:pt x="793" y="2104"/>
                    <a:pt x="765" y="2132"/>
                    <a:pt x="745" y="2164"/>
                  </a:cubicBezTo>
                  <a:cubicBezTo>
                    <a:pt x="733" y="2180"/>
                    <a:pt x="725" y="2196"/>
                    <a:pt x="721" y="2220"/>
                  </a:cubicBezTo>
                  <a:cubicBezTo>
                    <a:pt x="717" y="2236"/>
                    <a:pt x="713" y="2252"/>
                    <a:pt x="709" y="2268"/>
                  </a:cubicBezTo>
                  <a:cubicBezTo>
                    <a:pt x="697" y="2300"/>
                    <a:pt x="685" y="2328"/>
                    <a:pt x="665" y="2356"/>
                  </a:cubicBezTo>
                  <a:cubicBezTo>
                    <a:pt x="645" y="2384"/>
                    <a:pt x="621" y="2412"/>
                    <a:pt x="597" y="2436"/>
                  </a:cubicBezTo>
                  <a:lnTo>
                    <a:pt x="577" y="2452"/>
                  </a:lnTo>
                  <a:cubicBezTo>
                    <a:pt x="577" y="2428"/>
                    <a:pt x="577" y="2404"/>
                    <a:pt x="573" y="2380"/>
                  </a:cubicBezTo>
                  <a:cubicBezTo>
                    <a:pt x="569" y="2332"/>
                    <a:pt x="561" y="2284"/>
                    <a:pt x="553" y="2236"/>
                  </a:cubicBezTo>
                  <a:cubicBezTo>
                    <a:pt x="533" y="2144"/>
                    <a:pt x="509" y="2052"/>
                    <a:pt x="477" y="1960"/>
                  </a:cubicBezTo>
                  <a:cubicBezTo>
                    <a:pt x="477" y="1956"/>
                    <a:pt x="469" y="1948"/>
                    <a:pt x="469" y="1944"/>
                  </a:cubicBezTo>
                  <a:lnTo>
                    <a:pt x="473" y="1928"/>
                  </a:lnTo>
                  <a:cubicBezTo>
                    <a:pt x="485" y="1868"/>
                    <a:pt x="501" y="1808"/>
                    <a:pt x="521" y="1748"/>
                  </a:cubicBezTo>
                  <a:cubicBezTo>
                    <a:pt x="537" y="1712"/>
                    <a:pt x="553" y="1676"/>
                    <a:pt x="577" y="1644"/>
                  </a:cubicBezTo>
                  <a:cubicBezTo>
                    <a:pt x="601" y="1608"/>
                    <a:pt x="629" y="1572"/>
                    <a:pt x="661" y="1544"/>
                  </a:cubicBezTo>
                  <a:cubicBezTo>
                    <a:pt x="697" y="1512"/>
                    <a:pt x="737" y="1484"/>
                    <a:pt x="781" y="1456"/>
                  </a:cubicBezTo>
                  <a:cubicBezTo>
                    <a:pt x="825" y="1424"/>
                    <a:pt x="865" y="1388"/>
                    <a:pt x="905" y="1352"/>
                  </a:cubicBezTo>
                  <a:cubicBezTo>
                    <a:pt x="941" y="1312"/>
                    <a:pt x="973" y="1268"/>
                    <a:pt x="1009" y="1232"/>
                  </a:cubicBezTo>
                  <a:cubicBezTo>
                    <a:pt x="1045" y="1192"/>
                    <a:pt x="1073" y="1148"/>
                    <a:pt x="1105" y="1108"/>
                  </a:cubicBezTo>
                  <a:cubicBezTo>
                    <a:pt x="1133" y="1068"/>
                    <a:pt x="1157" y="1024"/>
                    <a:pt x="1177" y="980"/>
                  </a:cubicBezTo>
                  <a:cubicBezTo>
                    <a:pt x="1193" y="940"/>
                    <a:pt x="1209" y="900"/>
                    <a:pt x="1217" y="856"/>
                  </a:cubicBezTo>
                  <a:cubicBezTo>
                    <a:pt x="1233" y="792"/>
                    <a:pt x="1237" y="724"/>
                    <a:pt x="1229" y="660"/>
                  </a:cubicBezTo>
                  <a:cubicBezTo>
                    <a:pt x="1229" y="636"/>
                    <a:pt x="1225" y="612"/>
                    <a:pt x="1221" y="588"/>
                  </a:cubicBezTo>
                  <a:lnTo>
                    <a:pt x="1213" y="588"/>
                  </a:lnTo>
                  <a:cubicBezTo>
                    <a:pt x="1213" y="588"/>
                    <a:pt x="1213" y="592"/>
                    <a:pt x="1209" y="604"/>
                  </a:cubicBezTo>
                  <a:cubicBezTo>
                    <a:pt x="1205" y="616"/>
                    <a:pt x="1205" y="636"/>
                    <a:pt x="1201" y="660"/>
                  </a:cubicBezTo>
                  <a:cubicBezTo>
                    <a:pt x="1197" y="680"/>
                    <a:pt x="1193" y="708"/>
                    <a:pt x="1185" y="740"/>
                  </a:cubicBezTo>
                  <a:cubicBezTo>
                    <a:pt x="1181" y="768"/>
                    <a:pt x="1173" y="804"/>
                    <a:pt x="1161" y="840"/>
                  </a:cubicBezTo>
                  <a:cubicBezTo>
                    <a:pt x="1149" y="872"/>
                    <a:pt x="1137" y="916"/>
                    <a:pt x="1121" y="956"/>
                  </a:cubicBezTo>
                  <a:cubicBezTo>
                    <a:pt x="1109" y="1000"/>
                    <a:pt x="1093" y="1044"/>
                    <a:pt x="1073" y="1088"/>
                  </a:cubicBezTo>
                  <a:cubicBezTo>
                    <a:pt x="1029" y="1180"/>
                    <a:pt x="965" y="1260"/>
                    <a:pt x="881" y="1320"/>
                  </a:cubicBezTo>
                  <a:cubicBezTo>
                    <a:pt x="797" y="1380"/>
                    <a:pt x="701" y="1424"/>
                    <a:pt x="617" y="1488"/>
                  </a:cubicBezTo>
                  <a:cubicBezTo>
                    <a:pt x="577" y="1520"/>
                    <a:pt x="541" y="1556"/>
                    <a:pt x="513" y="1604"/>
                  </a:cubicBezTo>
                  <a:cubicBezTo>
                    <a:pt x="493" y="1640"/>
                    <a:pt x="473" y="1684"/>
                    <a:pt x="465" y="1728"/>
                  </a:cubicBezTo>
                  <a:cubicBezTo>
                    <a:pt x="453" y="1780"/>
                    <a:pt x="445" y="1836"/>
                    <a:pt x="445" y="1888"/>
                  </a:cubicBezTo>
                  <a:cubicBezTo>
                    <a:pt x="437" y="1868"/>
                    <a:pt x="425" y="1844"/>
                    <a:pt x="409" y="1824"/>
                  </a:cubicBezTo>
                  <a:cubicBezTo>
                    <a:pt x="397" y="1800"/>
                    <a:pt x="381" y="1776"/>
                    <a:pt x="361" y="1756"/>
                  </a:cubicBezTo>
                  <a:cubicBezTo>
                    <a:pt x="349" y="1744"/>
                    <a:pt x="333" y="1736"/>
                    <a:pt x="317" y="1728"/>
                  </a:cubicBezTo>
                  <a:cubicBezTo>
                    <a:pt x="301" y="1717"/>
                    <a:pt x="283" y="1712"/>
                    <a:pt x="264" y="1712"/>
                  </a:cubicBezTo>
                  <a:cubicBezTo>
                    <a:pt x="255" y="1712"/>
                    <a:pt x="246" y="1713"/>
                    <a:pt x="237" y="1716"/>
                  </a:cubicBezTo>
                  <a:lnTo>
                    <a:pt x="233" y="1720"/>
                  </a:lnTo>
                  <a:cubicBezTo>
                    <a:pt x="233" y="1684"/>
                    <a:pt x="233" y="1636"/>
                    <a:pt x="237" y="1584"/>
                  </a:cubicBezTo>
                  <a:cubicBezTo>
                    <a:pt x="241" y="1508"/>
                    <a:pt x="249" y="1412"/>
                    <a:pt x="265" y="1304"/>
                  </a:cubicBezTo>
                  <a:cubicBezTo>
                    <a:pt x="281" y="1188"/>
                    <a:pt x="313" y="1072"/>
                    <a:pt x="357" y="964"/>
                  </a:cubicBezTo>
                  <a:cubicBezTo>
                    <a:pt x="409" y="840"/>
                    <a:pt x="493" y="728"/>
                    <a:pt x="601" y="644"/>
                  </a:cubicBezTo>
                  <a:cubicBezTo>
                    <a:pt x="725" y="548"/>
                    <a:pt x="865" y="476"/>
                    <a:pt x="1013" y="424"/>
                  </a:cubicBezTo>
                  <a:cubicBezTo>
                    <a:pt x="1093" y="396"/>
                    <a:pt x="1173" y="368"/>
                    <a:pt x="1257" y="340"/>
                  </a:cubicBezTo>
                  <a:cubicBezTo>
                    <a:pt x="1301" y="324"/>
                    <a:pt x="1345" y="304"/>
                    <a:pt x="1381" y="272"/>
                  </a:cubicBezTo>
                  <a:cubicBezTo>
                    <a:pt x="1409" y="236"/>
                    <a:pt x="1433" y="192"/>
                    <a:pt x="1449" y="148"/>
                  </a:cubicBezTo>
                  <a:cubicBezTo>
                    <a:pt x="1461" y="112"/>
                    <a:pt x="1489" y="76"/>
                    <a:pt x="1521" y="56"/>
                  </a:cubicBezTo>
                  <a:cubicBezTo>
                    <a:pt x="1539" y="48"/>
                    <a:pt x="1558" y="44"/>
                    <a:pt x="1577" y="44"/>
                  </a:cubicBezTo>
                  <a:close/>
                  <a:moveTo>
                    <a:pt x="1845" y="124"/>
                  </a:moveTo>
                  <a:lnTo>
                    <a:pt x="1869" y="128"/>
                  </a:lnTo>
                  <a:lnTo>
                    <a:pt x="1901" y="132"/>
                  </a:lnTo>
                  <a:cubicBezTo>
                    <a:pt x="1909" y="136"/>
                    <a:pt x="1921" y="140"/>
                    <a:pt x="1925" y="148"/>
                  </a:cubicBezTo>
                  <a:cubicBezTo>
                    <a:pt x="1961" y="196"/>
                    <a:pt x="1993" y="248"/>
                    <a:pt x="2017" y="300"/>
                  </a:cubicBezTo>
                  <a:cubicBezTo>
                    <a:pt x="2049" y="364"/>
                    <a:pt x="2089" y="436"/>
                    <a:pt x="2133" y="512"/>
                  </a:cubicBezTo>
                  <a:cubicBezTo>
                    <a:pt x="2177" y="588"/>
                    <a:pt x="2225" y="668"/>
                    <a:pt x="2273" y="752"/>
                  </a:cubicBezTo>
                  <a:cubicBezTo>
                    <a:pt x="2329" y="840"/>
                    <a:pt x="2377" y="932"/>
                    <a:pt x="2413" y="1028"/>
                  </a:cubicBezTo>
                  <a:cubicBezTo>
                    <a:pt x="2449" y="1136"/>
                    <a:pt x="2469" y="1244"/>
                    <a:pt x="2473" y="1356"/>
                  </a:cubicBezTo>
                  <a:cubicBezTo>
                    <a:pt x="2473" y="1412"/>
                    <a:pt x="2469" y="1468"/>
                    <a:pt x="2461" y="1524"/>
                  </a:cubicBezTo>
                  <a:cubicBezTo>
                    <a:pt x="2453" y="1584"/>
                    <a:pt x="2441" y="1640"/>
                    <a:pt x="2425" y="1692"/>
                  </a:cubicBezTo>
                  <a:cubicBezTo>
                    <a:pt x="2357" y="1908"/>
                    <a:pt x="2241" y="2104"/>
                    <a:pt x="2081" y="2260"/>
                  </a:cubicBezTo>
                  <a:cubicBezTo>
                    <a:pt x="2013" y="2336"/>
                    <a:pt x="1933" y="2400"/>
                    <a:pt x="1849" y="2456"/>
                  </a:cubicBezTo>
                  <a:cubicBezTo>
                    <a:pt x="1773" y="2508"/>
                    <a:pt x="1689" y="2552"/>
                    <a:pt x="1605" y="2588"/>
                  </a:cubicBezTo>
                  <a:cubicBezTo>
                    <a:pt x="1537" y="2620"/>
                    <a:pt x="1461" y="2644"/>
                    <a:pt x="1385" y="2668"/>
                  </a:cubicBezTo>
                  <a:cubicBezTo>
                    <a:pt x="1329" y="2684"/>
                    <a:pt x="1269" y="2696"/>
                    <a:pt x="1209" y="2704"/>
                  </a:cubicBezTo>
                  <a:cubicBezTo>
                    <a:pt x="1157" y="2712"/>
                    <a:pt x="1121" y="2716"/>
                    <a:pt x="1093" y="2716"/>
                  </a:cubicBezTo>
                  <a:lnTo>
                    <a:pt x="1049" y="2720"/>
                  </a:lnTo>
                  <a:lnTo>
                    <a:pt x="1049" y="2728"/>
                  </a:lnTo>
                  <a:lnTo>
                    <a:pt x="1093" y="2732"/>
                  </a:lnTo>
                  <a:lnTo>
                    <a:pt x="1213" y="2732"/>
                  </a:lnTo>
                  <a:cubicBezTo>
                    <a:pt x="1561" y="2716"/>
                    <a:pt x="1893" y="2564"/>
                    <a:pt x="2133" y="2312"/>
                  </a:cubicBezTo>
                  <a:cubicBezTo>
                    <a:pt x="2213" y="2228"/>
                    <a:pt x="2281" y="2132"/>
                    <a:pt x="2337" y="2032"/>
                  </a:cubicBezTo>
                  <a:cubicBezTo>
                    <a:pt x="2393" y="1928"/>
                    <a:pt x="2437" y="1820"/>
                    <a:pt x="2461" y="1704"/>
                  </a:cubicBezTo>
                  <a:cubicBezTo>
                    <a:pt x="2509" y="1476"/>
                    <a:pt x="2505" y="1244"/>
                    <a:pt x="2449" y="1016"/>
                  </a:cubicBezTo>
                  <a:cubicBezTo>
                    <a:pt x="2421" y="916"/>
                    <a:pt x="2381" y="816"/>
                    <a:pt x="2329" y="724"/>
                  </a:cubicBezTo>
                  <a:cubicBezTo>
                    <a:pt x="2285" y="648"/>
                    <a:pt x="2245" y="580"/>
                    <a:pt x="2205" y="512"/>
                  </a:cubicBezTo>
                  <a:lnTo>
                    <a:pt x="2205" y="512"/>
                  </a:lnTo>
                  <a:cubicBezTo>
                    <a:pt x="2217" y="528"/>
                    <a:pt x="2233" y="540"/>
                    <a:pt x="2249" y="556"/>
                  </a:cubicBezTo>
                  <a:cubicBezTo>
                    <a:pt x="2293" y="600"/>
                    <a:pt x="2333" y="648"/>
                    <a:pt x="2369" y="700"/>
                  </a:cubicBezTo>
                  <a:cubicBezTo>
                    <a:pt x="2417" y="764"/>
                    <a:pt x="2461" y="832"/>
                    <a:pt x="2497" y="904"/>
                  </a:cubicBezTo>
                  <a:cubicBezTo>
                    <a:pt x="2541" y="980"/>
                    <a:pt x="2581" y="1068"/>
                    <a:pt x="2621" y="1164"/>
                  </a:cubicBezTo>
                  <a:cubicBezTo>
                    <a:pt x="2661" y="1256"/>
                    <a:pt x="2701" y="1360"/>
                    <a:pt x="2745" y="1464"/>
                  </a:cubicBezTo>
                  <a:cubicBezTo>
                    <a:pt x="2793" y="1568"/>
                    <a:pt x="2825" y="1680"/>
                    <a:pt x="2849" y="1792"/>
                  </a:cubicBezTo>
                  <a:cubicBezTo>
                    <a:pt x="2865" y="1912"/>
                    <a:pt x="2849" y="2028"/>
                    <a:pt x="2805" y="2140"/>
                  </a:cubicBezTo>
                  <a:cubicBezTo>
                    <a:pt x="2761" y="2244"/>
                    <a:pt x="2697" y="2344"/>
                    <a:pt x="2617" y="2428"/>
                  </a:cubicBezTo>
                  <a:cubicBezTo>
                    <a:pt x="2541" y="2508"/>
                    <a:pt x="2457" y="2576"/>
                    <a:pt x="2357" y="2624"/>
                  </a:cubicBezTo>
                  <a:cubicBezTo>
                    <a:pt x="2265" y="2668"/>
                    <a:pt x="2169" y="2696"/>
                    <a:pt x="2069" y="2708"/>
                  </a:cubicBezTo>
                  <a:cubicBezTo>
                    <a:pt x="2025" y="2716"/>
                    <a:pt x="1985" y="2720"/>
                    <a:pt x="1945" y="2724"/>
                  </a:cubicBezTo>
                  <a:cubicBezTo>
                    <a:pt x="1977" y="2708"/>
                    <a:pt x="2005" y="2692"/>
                    <a:pt x="2037" y="2676"/>
                  </a:cubicBezTo>
                  <a:cubicBezTo>
                    <a:pt x="2073" y="2652"/>
                    <a:pt x="2105" y="2624"/>
                    <a:pt x="2137" y="2596"/>
                  </a:cubicBezTo>
                  <a:cubicBezTo>
                    <a:pt x="2165" y="2568"/>
                    <a:pt x="2193" y="2536"/>
                    <a:pt x="2225" y="2508"/>
                  </a:cubicBezTo>
                  <a:cubicBezTo>
                    <a:pt x="2253" y="2484"/>
                    <a:pt x="2281" y="2456"/>
                    <a:pt x="2313" y="2432"/>
                  </a:cubicBezTo>
                  <a:cubicBezTo>
                    <a:pt x="2345" y="2408"/>
                    <a:pt x="2373" y="2384"/>
                    <a:pt x="2401" y="2360"/>
                  </a:cubicBezTo>
                  <a:cubicBezTo>
                    <a:pt x="2425" y="2336"/>
                    <a:pt x="2445" y="2312"/>
                    <a:pt x="2465" y="2284"/>
                  </a:cubicBezTo>
                  <a:cubicBezTo>
                    <a:pt x="2509" y="2228"/>
                    <a:pt x="2545" y="2168"/>
                    <a:pt x="2573" y="2104"/>
                  </a:cubicBezTo>
                  <a:lnTo>
                    <a:pt x="2565" y="2100"/>
                  </a:lnTo>
                  <a:cubicBezTo>
                    <a:pt x="2565" y="2100"/>
                    <a:pt x="2549" y="2116"/>
                    <a:pt x="2525" y="2140"/>
                  </a:cubicBezTo>
                  <a:cubicBezTo>
                    <a:pt x="2497" y="2164"/>
                    <a:pt x="2461" y="2200"/>
                    <a:pt x="2421" y="2244"/>
                  </a:cubicBezTo>
                  <a:cubicBezTo>
                    <a:pt x="2401" y="2268"/>
                    <a:pt x="2377" y="2292"/>
                    <a:pt x="2357" y="2320"/>
                  </a:cubicBezTo>
                  <a:cubicBezTo>
                    <a:pt x="2333" y="2344"/>
                    <a:pt x="2313" y="2376"/>
                    <a:pt x="2289" y="2408"/>
                  </a:cubicBezTo>
                  <a:cubicBezTo>
                    <a:pt x="2265" y="2440"/>
                    <a:pt x="2237" y="2468"/>
                    <a:pt x="2209" y="2492"/>
                  </a:cubicBezTo>
                  <a:cubicBezTo>
                    <a:pt x="2181" y="2520"/>
                    <a:pt x="2145" y="2544"/>
                    <a:pt x="2113" y="2564"/>
                  </a:cubicBezTo>
                  <a:cubicBezTo>
                    <a:pt x="2077" y="2588"/>
                    <a:pt x="2041" y="2604"/>
                    <a:pt x="2005" y="2620"/>
                  </a:cubicBezTo>
                  <a:cubicBezTo>
                    <a:pt x="1973" y="2640"/>
                    <a:pt x="1937" y="2652"/>
                    <a:pt x="1901" y="2664"/>
                  </a:cubicBezTo>
                  <a:cubicBezTo>
                    <a:pt x="1833" y="2684"/>
                    <a:pt x="1765" y="2704"/>
                    <a:pt x="1705" y="2724"/>
                  </a:cubicBezTo>
                  <a:cubicBezTo>
                    <a:pt x="1685" y="2732"/>
                    <a:pt x="1665" y="2740"/>
                    <a:pt x="1649" y="2748"/>
                  </a:cubicBezTo>
                  <a:lnTo>
                    <a:pt x="1537" y="2756"/>
                  </a:lnTo>
                  <a:lnTo>
                    <a:pt x="1437" y="2768"/>
                  </a:lnTo>
                  <a:cubicBezTo>
                    <a:pt x="1389" y="2764"/>
                    <a:pt x="1341" y="2760"/>
                    <a:pt x="1297" y="2756"/>
                  </a:cubicBezTo>
                  <a:lnTo>
                    <a:pt x="1209" y="2752"/>
                  </a:lnTo>
                  <a:cubicBezTo>
                    <a:pt x="1205" y="2748"/>
                    <a:pt x="1197" y="2748"/>
                    <a:pt x="1193" y="2744"/>
                  </a:cubicBezTo>
                  <a:lnTo>
                    <a:pt x="1185" y="2752"/>
                  </a:lnTo>
                  <a:cubicBezTo>
                    <a:pt x="1137" y="2752"/>
                    <a:pt x="1085" y="2748"/>
                    <a:pt x="1033" y="2744"/>
                  </a:cubicBezTo>
                  <a:cubicBezTo>
                    <a:pt x="1049" y="2720"/>
                    <a:pt x="1065" y="2692"/>
                    <a:pt x="1077" y="2664"/>
                  </a:cubicBezTo>
                  <a:cubicBezTo>
                    <a:pt x="1113" y="2652"/>
                    <a:pt x="1153" y="2632"/>
                    <a:pt x="1197" y="2608"/>
                  </a:cubicBezTo>
                  <a:cubicBezTo>
                    <a:pt x="1393" y="2500"/>
                    <a:pt x="1565" y="2352"/>
                    <a:pt x="1701" y="2168"/>
                  </a:cubicBezTo>
                  <a:cubicBezTo>
                    <a:pt x="1793" y="2048"/>
                    <a:pt x="1869" y="1916"/>
                    <a:pt x="1925" y="1772"/>
                  </a:cubicBezTo>
                  <a:cubicBezTo>
                    <a:pt x="1957" y="1696"/>
                    <a:pt x="1981" y="1620"/>
                    <a:pt x="2001" y="1540"/>
                  </a:cubicBezTo>
                  <a:cubicBezTo>
                    <a:pt x="2021" y="1456"/>
                    <a:pt x="2033" y="1368"/>
                    <a:pt x="2041" y="1284"/>
                  </a:cubicBezTo>
                  <a:cubicBezTo>
                    <a:pt x="2057" y="1104"/>
                    <a:pt x="2045" y="924"/>
                    <a:pt x="2017" y="744"/>
                  </a:cubicBezTo>
                  <a:cubicBezTo>
                    <a:pt x="1997" y="656"/>
                    <a:pt x="1977" y="568"/>
                    <a:pt x="1949" y="480"/>
                  </a:cubicBezTo>
                  <a:cubicBezTo>
                    <a:pt x="1917" y="392"/>
                    <a:pt x="1885" y="308"/>
                    <a:pt x="1845" y="224"/>
                  </a:cubicBezTo>
                  <a:cubicBezTo>
                    <a:pt x="1833" y="200"/>
                    <a:pt x="1821" y="176"/>
                    <a:pt x="1805" y="152"/>
                  </a:cubicBezTo>
                  <a:cubicBezTo>
                    <a:pt x="1813" y="144"/>
                    <a:pt x="1821" y="132"/>
                    <a:pt x="1829" y="128"/>
                  </a:cubicBezTo>
                  <a:cubicBezTo>
                    <a:pt x="1833" y="128"/>
                    <a:pt x="1841" y="124"/>
                    <a:pt x="1845" y="124"/>
                  </a:cubicBezTo>
                  <a:close/>
                  <a:moveTo>
                    <a:pt x="261" y="1848"/>
                  </a:moveTo>
                  <a:cubicBezTo>
                    <a:pt x="265" y="1848"/>
                    <a:pt x="269" y="1852"/>
                    <a:pt x="273" y="1856"/>
                  </a:cubicBezTo>
                  <a:cubicBezTo>
                    <a:pt x="285" y="1868"/>
                    <a:pt x="297" y="1884"/>
                    <a:pt x="309" y="1900"/>
                  </a:cubicBezTo>
                  <a:cubicBezTo>
                    <a:pt x="333" y="1936"/>
                    <a:pt x="353" y="1972"/>
                    <a:pt x="373" y="2012"/>
                  </a:cubicBezTo>
                  <a:cubicBezTo>
                    <a:pt x="413" y="2092"/>
                    <a:pt x="445" y="2176"/>
                    <a:pt x="473" y="2264"/>
                  </a:cubicBezTo>
                  <a:cubicBezTo>
                    <a:pt x="485" y="2308"/>
                    <a:pt x="497" y="2352"/>
                    <a:pt x="505" y="2396"/>
                  </a:cubicBezTo>
                  <a:cubicBezTo>
                    <a:pt x="513" y="2440"/>
                    <a:pt x="517" y="2480"/>
                    <a:pt x="513" y="2524"/>
                  </a:cubicBezTo>
                  <a:lnTo>
                    <a:pt x="497" y="2608"/>
                  </a:lnTo>
                  <a:lnTo>
                    <a:pt x="557" y="2552"/>
                  </a:lnTo>
                  <a:cubicBezTo>
                    <a:pt x="613" y="2504"/>
                    <a:pt x="661" y="2448"/>
                    <a:pt x="701" y="2388"/>
                  </a:cubicBezTo>
                  <a:cubicBezTo>
                    <a:pt x="725" y="2356"/>
                    <a:pt x="741" y="2324"/>
                    <a:pt x="753" y="2288"/>
                  </a:cubicBezTo>
                  <a:cubicBezTo>
                    <a:pt x="753" y="2280"/>
                    <a:pt x="757" y="2268"/>
                    <a:pt x="757" y="2260"/>
                  </a:cubicBezTo>
                  <a:lnTo>
                    <a:pt x="757" y="2244"/>
                  </a:lnTo>
                  <a:lnTo>
                    <a:pt x="757" y="2240"/>
                  </a:lnTo>
                  <a:lnTo>
                    <a:pt x="757" y="2236"/>
                  </a:lnTo>
                  <a:cubicBezTo>
                    <a:pt x="761" y="2220"/>
                    <a:pt x="765" y="2204"/>
                    <a:pt x="777" y="2192"/>
                  </a:cubicBezTo>
                  <a:cubicBezTo>
                    <a:pt x="797" y="2168"/>
                    <a:pt x="821" y="2144"/>
                    <a:pt x="845" y="2128"/>
                  </a:cubicBezTo>
                  <a:cubicBezTo>
                    <a:pt x="873" y="2108"/>
                    <a:pt x="905" y="2092"/>
                    <a:pt x="937" y="2080"/>
                  </a:cubicBezTo>
                  <a:cubicBezTo>
                    <a:pt x="965" y="2068"/>
                    <a:pt x="997" y="2060"/>
                    <a:pt x="1033" y="2056"/>
                  </a:cubicBezTo>
                  <a:cubicBezTo>
                    <a:pt x="1040" y="2053"/>
                    <a:pt x="1048" y="2052"/>
                    <a:pt x="1056" y="2052"/>
                  </a:cubicBezTo>
                  <a:cubicBezTo>
                    <a:pt x="1076" y="2052"/>
                    <a:pt x="1095" y="2059"/>
                    <a:pt x="1113" y="2068"/>
                  </a:cubicBezTo>
                  <a:lnTo>
                    <a:pt x="1121" y="2080"/>
                  </a:lnTo>
                  <a:cubicBezTo>
                    <a:pt x="1121" y="2084"/>
                    <a:pt x="1125" y="2088"/>
                    <a:pt x="1125" y="2096"/>
                  </a:cubicBezTo>
                  <a:cubicBezTo>
                    <a:pt x="1129" y="2112"/>
                    <a:pt x="1129" y="2124"/>
                    <a:pt x="1129" y="2140"/>
                  </a:cubicBezTo>
                  <a:cubicBezTo>
                    <a:pt x="1129" y="2176"/>
                    <a:pt x="1125" y="2208"/>
                    <a:pt x="1117" y="2240"/>
                  </a:cubicBezTo>
                  <a:cubicBezTo>
                    <a:pt x="1105" y="2304"/>
                    <a:pt x="1085" y="2372"/>
                    <a:pt x="1061" y="2436"/>
                  </a:cubicBezTo>
                  <a:cubicBezTo>
                    <a:pt x="1037" y="2500"/>
                    <a:pt x="1009" y="2560"/>
                    <a:pt x="977" y="2620"/>
                  </a:cubicBezTo>
                  <a:cubicBezTo>
                    <a:pt x="961" y="2648"/>
                    <a:pt x="945" y="2676"/>
                    <a:pt x="925" y="2700"/>
                  </a:cubicBezTo>
                  <a:cubicBezTo>
                    <a:pt x="905" y="2724"/>
                    <a:pt x="885" y="2744"/>
                    <a:pt x="861" y="2764"/>
                  </a:cubicBezTo>
                  <a:lnTo>
                    <a:pt x="733" y="2868"/>
                  </a:lnTo>
                  <a:lnTo>
                    <a:pt x="897" y="2876"/>
                  </a:lnTo>
                  <a:cubicBezTo>
                    <a:pt x="1029" y="2880"/>
                    <a:pt x="1157" y="2888"/>
                    <a:pt x="1285" y="2900"/>
                  </a:cubicBezTo>
                  <a:cubicBezTo>
                    <a:pt x="1349" y="2908"/>
                    <a:pt x="1413" y="2916"/>
                    <a:pt x="1473" y="2924"/>
                  </a:cubicBezTo>
                  <a:cubicBezTo>
                    <a:pt x="1505" y="2928"/>
                    <a:pt x="1537" y="2932"/>
                    <a:pt x="1565" y="2940"/>
                  </a:cubicBezTo>
                  <a:lnTo>
                    <a:pt x="1557" y="2948"/>
                  </a:lnTo>
                  <a:cubicBezTo>
                    <a:pt x="1545" y="2968"/>
                    <a:pt x="1525" y="2984"/>
                    <a:pt x="1505" y="2996"/>
                  </a:cubicBezTo>
                  <a:cubicBezTo>
                    <a:pt x="1497" y="2996"/>
                    <a:pt x="1493" y="3000"/>
                    <a:pt x="1485" y="3000"/>
                  </a:cubicBezTo>
                  <a:lnTo>
                    <a:pt x="1461" y="3000"/>
                  </a:lnTo>
                  <a:lnTo>
                    <a:pt x="1453" y="2996"/>
                  </a:lnTo>
                  <a:cubicBezTo>
                    <a:pt x="1433" y="2988"/>
                    <a:pt x="1413" y="2980"/>
                    <a:pt x="1393" y="2976"/>
                  </a:cubicBezTo>
                  <a:cubicBezTo>
                    <a:pt x="1373" y="2968"/>
                    <a:pt x="1353" y="2964"/>
                    <a:pt x="1333" y="2960"/>
                  </a:cubicBezTo>
                  <a:cubicBezTo>
                    <a:pt x="1281" y="2952"/>
                    <a:pt x="1228" y="2948"/>
                    <a:pt x="1175" y="2948"/>
                  </a:cubicBezTo>
                  <a:cubicBezTo>
                    <a:pt x="1146" y="2948"/>
                    <a:pt x="1117" y="2949"/>
                    <a:pt x="1089" y="2952"/>
                  </a:cubicBezTo>
                  <a:cubicBezTo>
                    <a:pt x="1009" y="2956"/>
                    <a:pt x="933" y="2968"/>
                    <a:pt x="857" y="2988"/>
                  </a:cubicBezTo>
                  <a:lnTo>
                    <a:pt x="833" y="2992"/>
                  </a:lnTo>
                  <a:lnTo>
                    <a:pt x="805" y="2996"/>
                  </a:lnTo>
                  <a:cubicBezTo>
                    <a:pt x="785" y="3000"/>
                    <a:pt x="769" y="3000"/>
                    <a:pt x="753" y="3004"/>
                  </a:cubicBezTo>
                  <a:lnTo>
                    <a:pt x="645" y="3004"/>
                  </a:lnTo>
                  <a:cubicBezTo>
                    <a:pt x="573" y="3000"/>
                    <a:pt x="497" y="2992"/>
                    <a:pt x="417" y="2992"/>
                  </a:cubicBezTo>
                  <a:cubicBezTo>
                    <a:pt x="410" y="2991"/>
                    <a:pt x="402" y="2991"/>
                    <a:pt x="395" y="2991"/>
                  </a:cubicBezTo>
                  <a:cubicBezTo>
                    <a:pt x="362" y="2991"/>
                    <a:pt x="330" y="2998"/>
                    <a:pt x="297" y="3008"/>
                  </a:cubicBezTo>
                  <a:cubicBezTo>
                    <a:pt x="273" y="3012"/>
                    <a:pt x="253" y="3024"/>
                    <a:pt x="237" y="3040"/>
                  </a:cubicBezTo>
                  <a:lnTo>
                    <a:pt x="225" y="3056"/>
                  </a:lnTo>
                  <a:lnTo>
                    <a:pt x="217" y="3064"/>
                  </a:lnTo>
                  <a:cubicBezTo>
                    <a:pt x="209" y="3072"/>
                    <a:pt x="205" y="3080"/>
                    <a:pt x="201" y="3084"/>
                  </a:cubicBezTo>
                  <a:cubicBezTo>
                    <a:pt x="183" y="3099"/>
                    <a:pt x="158" y="3107"/>
                    <a:pt x="136" y="3107"/>
                  </a:cubicBezTo>
                  <a:cubicBezTo>
                    <a:pt x="128" y="3107"/>
                    <a:pt x="120" y="3106"/>
                    <a:pt x="113" y="3104"/>
                  </a:cubicBezTo>
                  <a:cubicBezTo>
                    <a:pt x="77" y="3096"/>
                    <a:pt x="49" y="3084"/>
                    <a:pt x="21" y="3064"/>
                  </a:cubicBezTo>
                  <a:cubicBezTo>
                    <a:pt x="93" y="3004"/>
                    <a:pt x="153" y="2932"/>
                    <a:pt x="201" y="2852"/>
                  </a:cubicBezTo>
                  <a:cubicBezTo>
                    <a:pt x="225" y="2808"/>
                    <a:pt x="245" y="2764"/>
                    <a:pt x="257" y="2716"/>
                  </a:cubicBezTo>
                  <a:cubicBezTo>
                    <a:pt x="269" y="2668"/>
                    <a:pt x="273" y="2616"/>
                    <a:pt x="269" y="2564"/>
                  </a:cubicBezTo>
                  <a:cubicBezTo>
                    <a:pt x="269" y="2540"/>
                    <a:pt x="265" y="2516"/>
                    <a:pt x="257" y="2488"/>
                  </a:cubicBezTo>
                  <a:cubicBezTo>
                    <a:pt x="253" y="2464"/>
                    <a:pt x="245" y="2444"/>
                    <a:pt x="241" y="2420"/>
                  </a:cubicBezTo>
                  <a:cubicBezTo>
                    <a:pt x="229" y="2376"/>
                    <a:pt x="221" y="2332"/>
                    <a:pt x="213" y="2288"/>
                  </a:cubicBezTo>
                  <a:cubicBezTo>
                    <a:pt x="197" y="2200"/>
                    <a:pt x="193" y="2112"/>
                    <a:pt x="197" y="2024"/>
                  </a:cubicBezTo>
                  <a:cubicBezTo>
                    <a:pt x="197" y="1984"/>
                    <a:pt x="205" y="1944"/>
                    <a:pt x="221" y="1904"/>
                  </a:cubicBezTo>
                  <a:cubicBezTo>
                    <a:pt x="229" y="1884"/>
                    <a:pt x="241" y="1860"/>
                    <a:pt x="261" y="1848"/>
                  </a:cubicBezTo>
                  <a:close/>
                  <a:moveTo>
                    <a:pt x="1581" y="0"/>
                  </a:moveTo>
                  <a:cubicBezTo>
                    <a:pt x="1553" y="0"/>
                    <a:pt x="1525" y="6"/>
                    <a:pt x="1501" y="20"/>
                  </a:cubicBezTo>
                  <a:cubicBezTo>
                    <a:pt x="1457" y="48"/>
                    <a:pt x="1429" y="88"/>
                    <a:pt x="1413" y="136"/>
                  </a:cubicBezTo>
                  <a:cubicBezTo>
                    <a:pt x="1397" y="176"/>
                    <a:pt x="1377" y="212"/>
                    <a:pt x="1353" y="244"/>
                  </a:cubicBezTo>
                  <a:cubicBezTo>
                    <a:pt x="1321" y="268"/>
                    <a:pt x="1281" y="288"/>
                    <a:pt x="1245" y="296"/>
                  </a:cubicBezTo>
                  <a:cubicBezTo>
                    <a:pt x="1161" y="320"/>
                    <a:pt x="1077" y="336"/>
                    <a:pt x="993" y="356"/>
                  </a:cubicBezTo>
                  <a:cubicBezTo>
                    <a:pt x="829" y="400"/>
                    <a:pt x="665" y="452"/>
                    <a:pt x="529" y="552"/>
                  </a:cubicBezTo>
                  <a:cubicBezTo>
                    <a:pt x="401" y="644"/>
                    <a:pt x="305" y="772"/>
                    <a:pt x="249" y="924"/>
                  </a:cubicBezTo>
                  <a:cubicBezTo>
                    <a:pt x="205" y="1044"/>
                    <a:pt x="181" y="1168"/>
                    <a:pt x="177" y="1300"/>
                  </a:cubicBezTo>
                  <a:cubicBezTo>
                    <a:pt x="169" y="1396"/>
                    <a:pt x="173" y="1492"/>
                    <a:pt x="181" y="1588"/>
                  </a:cubicBezTo>
                  <a:cubicBezTo>
                    <a:pt x="185" y="1648"/>
                    <a:pt x="193" y="1700"/>
                    <a:pt x="197" y="1740"/>
                  </a:cubicBezTo>
                  <a:cubicBezTo>
                    <a:pt x="157" y="1764"/>
                    <a:pt x="125" y="1808"/>
                    <a:pt x="109" y="1856"/>
                  </a:cubicBezTo>
                  <a:cubicBezTo>
                    <a:pt x="89" y="1904"/>
                    <a:pt x="81" y="1956"/>
                    <a:pt x="77" y="2012"/>
                  </a:cubicBezTo>
                  <a:cubicBezTo>
                    <a:pt x="73" y="2108"/>
                    <a:pt x="85" y="2208"/>
                    <a:pt x="109" y="2304"/>
                  </a:cubicBezTo>
                  <a:cubicBezTo>
                    <a:pt x="117" y="2352"/>
                    <a:pt x="129" y="2396"/>
                    <a:pt x="145" y="2444"/>
                  </a:cubicBezTo>
                  <a:cubicBezTo>
                    <a:pt x="153" y="2464"/>
                    <a:pt x="161" y="2488"/>
                    <a:pt x="169" y="2508"/>
                  </a:cubicBezTo>
                  <a:cubicBezTo>
                    <a:pt x="173" y="2528"/>
                    <a:pt x="181" y="2548"/>
                    <a:pt x="181" y="2568"/>
                  </a:cubicBezTo>
                  <a:cubicBezTo>
                    <a:pt x="189" y="2612"/>
                    <a:pt x="189" y="2656"/>
                    <a:pt x="181" y="2696"/>
                  </a:cubicBezTo>
                  <a:cubicBezTo>
                    <a:pt x="177" y="2740"/>
                    <a:pt x="165" y="2784"/>
                    <a:pt x="149" y="2824"/>
                  </a:cubicBezTo>
                  <a:cubicBezTo>
                    <a:pt x="113" y="2908"/>
                    <a:pt x="65" y="2988"/>
                    <a:pt x="5" y="3056"/>
                  </a:cubicBezTo>
                  <a:lnTo>
                    <a:pt x="1" y="3060"/>
                  </a:lnTo>
                  <a:lnTo>
                    <a:pt x="5" y="3064"/>
                  </a:lnTo>
                  <a:cubicBezTo>
                    <a:pt x="33" y="3096"/>
                    <a:pt x="65" y="3116"/>
                    <a:pt x="105" y="3132"/>
                  </a:cubicBezTo>
                  <a:cubicBezTo>
                    <a:pt x="121" y="3138"/>
                    <a:pt x="138" y="3141"/>
                    <a:pt x="155" y="3141"/>
                  </a:cubicBezTo>
                  <a:cubicBezTo>
                    <a:pt x="181" y="3141"/>
                    <a:pt x="207" y="3134"/>
                    <a:pt x="229" y="3120"/>
                  </a:cubicBezTo>
                  <a:cubicBezTo>
                    <a:pt x="237" y="3112"/>
                    <a:pt x="245" y="3104"/>
                    <a:pt x="253" y="3096"/>
                  </a:cubicBezTo>
                  <a:lnTo>
                    <a:pt x="257" y="3092"/>
                  </a:lnTo>
                  <a:cubicBezTo>
                    <a:pt x="265" y="3088"/>
                    <a:pt x="261" y="3088"/>
                    <a:pt x="265" y="3088"/>
                  </a:cubicBezTo>
                  <a:lnTo>
                    <a:pt x="273" y="3080"/>
                  </a:lnTo>
                  <a:cubicBezTo>
                    <a:pt x="285" y="3072"/>
                    <a:pt x="297" y="3068"/>
                    <a:pt x="313" y="3064"/>
                  </a:cubicBezTo>
                  <a:cubicBezTo>
                    <a:pt x="329" y="3062"/>
                    <a:pt x="345" y="3061"/>
                    <a:pt x="361" y="3061"/>
                  </a:cubicBezTo>
                  <a:cubicBezTo>
                    <a:pt x="378" y="3061"/>
                    <a:pt x="395" y="3062"/>
                    <a:pt x="413" y="3064"/>
                  </a:cubicBezTo>
                  <a:cubicBezTo>
                    <a:pt x="485" y="3072"/>
                    <a:pt x="557" y="3088"/>
                    <a:pt x="637" y="3100"/>
                  </a:cubicBezTo>
                  <a:cubicBezTo>
                    <a:pt x="673" y="3104"/>
                    <a:pt x="713" y="3108"/>
                    <a:pt x="753" y="3108"/>
                  </a:cubicBezTo>
                  <a:cubicBezTo>
                    <a:pt x="773" y="3108"/>
                    <a:pt x="801" y="3108"/>
                    <a:pt x="817" y="3104"/>
                  </a:cubicBezTo>
                  <a:lnTo>
                    <a:pt x="845" y="3104"/>
                  </a:lnTo>
                  <a:lnTo>
                    <a:pt x="877" y="3100"/>
                  </a:lnTo>
                  <a:cubicBezTo>
                    <a:pt x="947" y="3088"/>
                    <a:pt x="1018" y="3082"/>
                    <a:pt x="1089" y="3082"/>
                  </a:cubicBezTo>
                  <a:cubicBezTo>
                    <a:pt x="1160" y="3082"/>
                    <a:pt x="1231" y="3088"/>
                    <a:pt x="1301" y="3100"/>
                  </a:cubicBezTo>
                  <a:cubicBezTo>
                    <a:pt x="1317" y="3100"/>
                    <a:pt x="1337" y="3104"/>
                    <a:pt x="1353" y="3112"/>
                  </a:cubicBezTo>
                  <a:cubicBezTo>
                    <a:pt x="1369" y="3116"/>
                    <a:pt x="1381" y="3120"/>
                    <a:pt x="1397" y="3128"/>
                  </a:cubicBezTo>
                  <a:lnTo>
                    <a:pt x="1405" y="3132"/>
                  </a:lnTo>
                  <a:lnTo>
                    <a:pt x="1413" y="3136"/>
                  </a:lnTo>
                  <a:lnTo>
                    <a:pt x="1433" y="3140"/>
                  </a:lnTo>
                  <a:cubicBezTo>
                    <a:pt x="1445" y="3148"/>
                    <a:pt x="1461" y="3148"/>
                    <a:pt x="1477" y="3152"/>
                  </a:cubicBezTo>
                  <a:cubicBezTo>
                    <a:pt x="1509" y="3152"/>
                    <a:pt x="1537" y="3144"/>
                    <a:pt x="1565" y="3132"/>
                  </a:cubicBezTo>
                  <a:cubicBezTo>
                    <a:pt x="1609" y="3112"/>
                    <a:pt x="1649" y="3076"/>
                    <a:pt x="1677" y="3036"/>
                  </a:cubicBezTo>
                  <a:cubicBezTo>
                    <a:pt x="1705" y="3000"/>
                    <a:pt x="1725" y="2960"/>
                    <a:pt x="1741" y="2920"/>
                  </a:cubicBezTo>
                  <a:lnTo>
                    <a:pt x="1765" y="2868"/>
                  </a:lnTo>
                  <a:lnTo>
                    <a:pt x="1785" y="2868"/>
                  </a:lnTo>
                  <a:cubicBezTo>
                    <a:pt x="1811" y="2869"/>
                    <a:pt x="1838" y="2869"/>
                    <a:pt x="1865" y="2869"/>
                  </a:cubicBezTo>
                  <a:cubicBezTo>
                    <a:pt x="1938" y="2869"/>
                    <a:pt x="2011" y="2866"/>
                    <a:pt x="2085" y="2860"/>
                  </a:cubicBezTo>
                  <a:cubicBezTo>
                    <a:pt x="2201" y="2848"/>
                    <a:pt x="2317" y="2812"/>
                    <a:pt x="2421" y="2752"/>
                  </a:cubicBezTo>
                  <a:cubicBezTo>
                    <a:pt x="2529" y="2692"/>
                    <a:pt x="2625" y="2608"/>
                    <a:pt x="2705" y="2508"/>
                  </a:cubicBezTo>
                  <a:cubicBezTo>
                    <a:pt x="2777" y="2404"/>
                    <a:pt x="2833" y="2288"/>
                    <a:pt x="2865" y="2164"/>
                  </a:cubicBezTo>
                  <a:cubicBezTo>
                    <a:pt x="2893" y="2040"/>
                    <a:pt x="2905" y="1912"/>
                    <a:pt x="2893" y="1788"/>
                  </a:cubicBezTo>
                  <a:cubicBezTo>
                    <a:pt x="2877" y="1668"/>
                    <a:pt x="2857" y="1552"/>
                    <a:pt x="2829" y="1436"/>
                  </a:cubicBezTo>
                  <a:cubicBezTo>
                    <a:pt x="2809" y="1344"/>
                    <a:pt x="2785" y="1252"/>
                    <a:pt x="2749" y="1164"/>
                  </a:cubicBezTo>
                  <a:lnTo>
                    <a:pt x="2749" y="1156"/>
                  </a:lnTo>
                  <a:cubicBezTo>
                    <a:pt x="2753" y="1152"/>
                    <a:pt x="2753" y="1148"/>
                    <a:pt x="2753" y="1144"/>
                  </a:cubicBezTo>
                  <a:cubicBezTo>
                    <a:pt x="2757" y="1136"/>
                    <a:pt x="2761" y="1128"/>
                    <a:pt x="2769" y="1120"/>
                  </a:cubicBezTo>
                  <a:cubicBezTo>
                    <a:pt x="2781" y="1100"/>
                    <a:pt x="2793" y="1080"/>
                    <a:pt x="2809" y="1052"/>
                  </a:cubicBezTo>
                  <a:cubicBezTo>
                    <a:pt x="2825" y="1024"/>
                    <a:pt x="2837" y="992"/>
                    <a:pt x="2845" y="960"/>
                  </a:cubicBezTo>
                  <a:cubicBezTo>
                    <a:pt x="2857" y="888"/>
                    <a:pt x="2845" y="816"/>
                    <a:pt x="2817" y="752"/>
                  </a:cubicBezTo>
                  <a:cubicBezTo>
                    <a:pt x="2789" y="688"/>
                    <a:pt x="2753" y="628"/>
                    <a:pt x="2709" y="576"/>
                  </a:cubicBezTo>
                  <a:cubicBezTo>
                    <a:pt x="2669" y="528"/>
                    <a:pt x="2633" y="476"/>
                    <a:pt x="2597" y="428"/>
                  </a:cubicBezTo>
                  <a:lnTo>
                    <a:pt x="2481" y="264"/>
                  </a:lnTo>
                  <a:cubicBezTo>
                    <a:pt x="2445" y="208"/>
                    <a:pt x="2397" y="156"/>
                    <a:pt x="2345" y="116"/>
                  </a:cubicBezTo>
                  <a:cubicBezTo>
                    <a:pt x="2293" y="72"/>
                    <a:pt x="2233" y="44"/>
                    <a:pt x="2169" y="28"/>
                  </a:cubicBezTo>
                  <a:cubicBezTo>
                    <a:pt x="2133" y="20"/>
                    <a:pt x="2096" y="15"/>
                    <a:pt x="2060" y="15"/>
                  </a:cubicBezTo>
                  <a:cubicBezTo>
                    <a:pt x="2040" y="15"/>
                    <a:pt x="2021" y="17"/>
                    <a:pt x="2001" y="20"/>
                  </a:cubicBezTo>
                  <a:cubicBezTo>
                    <a:pt x="1949" y="24"/>
                    <a:pt x="1905" y="28"/>
                    <a:pt x="1865" y="36"/>
                  </a:cubicBezTo>
                  <a:lnTo>
                    <a:pt x="1765" y="48"/>
                  </a:lnTo>
                  <a:lnTo>
                    <a:pt x="1725" y="56"/>
                  </a:lnTo>
                  <a:cubicBezTo>
                    <a:pt x="1701" y="36"/>
                    <a:pt x="1677" y="24"/>
                    <a:pt x="1649" y="12"/>
                  </a:cubicBezTo>
                  <a:cubicBezTo>
                    <a:pt x="1627" y="4"/>
                    <a:pt x="1604" y="0"/>
                    <a:pt x="158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65"/>
            <p:cNvSpPr/>
            <p:nvPr/>
          </p:nvSpPr>
          <p:spPr>
            <a:xfrm flipH="1">
              <a:off x="4579846" y="797000"/>
              <a:ext cx="1189520" cy="1257031"/>
            </a:xfrm>
            <a:custGeom>
              <a:avLst/>
              <a:gdLst/>
              <a:ahLst/>
              <a:cxnLst/>
              <a:rect l="l" t="t" r="r" b="b"/>
              <a:pathLst>
                <a:path w="8845" h="9347" extrusionOk="0">
                  <a:moveTo>
                    <a:pt x="7188" y="0"/>
                  </a:moveTo>
                  <a:lnTo>
                    <a:pt x="7156" y="4"/>
                  </a:lnTo>
                  <a:cubicBezTo>
                    <a:pt x="7016" y="20"/>
                    <a:pt x="6876" y="32"/>
                    <a:pt x="6736" y="36"/>
                  </a:cubicBezTo>
                  <a:cubicBezTo>
                    <a:pt x="6712" y="38"/>
                    <a:pt x="6689" y="38"/>
                    <a:pt x="6666" y="38"/>
                  </a:cubicBezTo>
                  <a:cubicBezTo>
                    <a:pt x="6619" y="38"/>
                    <a:pt x="6574" y="36"/>
                    <a:pt x="6528" y="36"/>
                  </a:cubicBezTo>
                  <a:cubicBezTo>
                    <a:pt x="6456" y="36"/>
                    <a:pt x="6384" y="32"/>
                    <a:pt x="6316" y="32"/>
                  </a:cubicBezTo>
                  <a:cubicBezTo>
                    <a:pt x="6282" y="32"/>
                    <a:pt x="6248" y="31"/>
                    <a:pt x="6213" y="31"/>
                  </a:cubicBezTo>
                  <a:cubicBezTo>
                    <a:pt x="5963" y="31"/>
                    <a:pt x="5714" y="45"/>
                    <a:pt x="5464" y="76"/>
                  </a:cubicBezTo>
                  <a:cubicBezTo>
                    <a:pt x="5320" y="92"/>
                    <a:pt x="5180" y="120"/>
                    <a:pt x="5040" y="164"/>
                  </a:cubicBezTo>
                  <a:cubicBezTo>
                    <a:pt x="5008" y="172"/>
                    <a:pt x="4972" y="188"/>
                    <a:pt x="4936" y="204"/>
                  </a:cubicBezTo>
                  <a:cubicBezTo>
                    <a:pt x="4900" y="216"/>
                    <a:pt x="4868" y="236"/>
                    <a:pt x="4836" y="256"/>
                  </a:cubicBezTo>
                  <a:cubicBezTo>
                    <a:pt x="4812" y="272"/>
                    <a:pt x="4776" y="292"/>
                    <a:pt x="4748" y="304"/>
                  </a:cubicBezTo>
                  <a:cubicBezTo>
                    <a:pt x="4720" y="320"/>
                    <a:pt x="4692" y="336"/>
                    <a:pt x="4660" y="348"/>
                  </a:cubicBezTo>
                  <a:cubicBezTo>
                    <a:pt x="4528" y="392"/>
                    <a:pt x="4396" y="432"/>
                    <a:pt x="4260" y="460"/>
                  </a:cubicBezTo>
                  <a:cubicBezTo>
                    <a:pt x="4184" y="480"/>
                    <a:pt x="4112" y="512"/>
                    <a:pt x="4048" y="552"/>
                  </a:cubicBezTo>
                  <a:cubicBezTo>
                    <a:pt x="3980" y="596"/>
                    <a:pt x="3924" y="652"/>
                    <a:pt x="3880" y="720"/>
                  </a:cubicBezTo>
                  <a:cubicBezTo>
                    <a:pt x="3860" y="752"/>
                    <a:pt x="3840" y="784"/>
                    <a:pt x="3824" y="816"/>
                  </a:cubicBezTo>
                  <a:cubicBezTo>
                    <a:pt x="3808" y="852"/>
                    <a:pt x="3788" y="888"/>
                    <a:pt x="3776" y="920"/>
                  </a:cubicBezTo>
                  <a:cubicBezTo>
                    <a:pt x="3748" y="992"/>
                    <a:pt x="3728" y="1060"/>
                    <a:pt x="3708" y="1132"/>
                  </a:cubicBezTo>
                  <a:cubicBezTo>
                    <a:pt x="3676" y="1272"/>
                    <a:pt x="3656" y="1420"/>
                    <a:pt x="3652" y="1564"/>
                  </a:cubicBezTo>
                  <a:cubicBezTo>
                    <a:pt x="3648" y="1712"/>
                    <a:pt x="3660" y="1856"/>
                    <a:pt x="3688" y="2000"/>
                  </a:cubicBezTo>
                  <a:cubicBezTo>
                    <a:pt x="3720" y="2144"/>
                    <a:pt x="3768" y="2280"/>
                    <a:pt x="3832" y="2412"/>
                  </a:cubicBezTo>
                  <a:cubicBezTo>
                    <a:pt x="3892" y="2540"/>
                    <a:pt x="3960" y="2668"/>
                    <a:pt x="4016" y="2792"/>
                  </a:cubicBezTo>
                  <a:cubicBezTo>
                    <a:pt x="4072" y="2912"/>
                    <a:pt x="4112" y="3036"/>
                    <a:pt x="4128" y="3168"/>
                  </a:cubicBezTo>
                  <a:cubicBezTo>
                    <a:pt x="4088" y="3112"/>
                    <a:pt x="4044" y="3056"/>
                    <a:pt x="3996" y="3008"/>
                  </a:cubicBezTo>
                  <a:cubicBezTo>
                    <a:pt x="3960" y="2972"/>
                    <a:pt x="3924" y="2936"/>
                    <a:pt x="3888" y="2900"/>
                  </a:cubicBezTo>
                  <a:lnTo>
                    <a:pt x="3860" y="2876"/>
                  </a:lnTo>
                  <a:cubicBezTo>
                    <a:pt x="3856" y="2872"/>
                    <a:pt x="3852" y="2868"/>
                    <a:pt x="3848" y="2864"/>
                  </a:cubicBezTo>
                  <a:lnTo>
                    <a:pt x="3836" y="2848"/>
                  </a:lnTo>
                  <a:lnTo>
                    <a:pt x="3812" y="2824"/>
                  </a:lnTo>
                  <a:lnTo>
                    <a:pt x="3792" y="2792"/>
                  </a:lnTo>
                  <a:cubicBezTo>
                    <a:pt x="3744" y="2708"/>
                    <a:pt x="3708" y="2620"/>
                    <a:pt x="3672" y="2528"/>
                  </a:cubicBezTo>
                  <a:lnTo>
                    <a:pt x="3568" y="2248"/>
                  </a:lnTo>
                  <a:cubicBezTo>
                    <a:pt x="3536" y="2156"/>
                    <a:pt x="3496" y="2060"/>
                    <a:pt x="3452" y="1968"/>
                  </a:cubicBezTo>
                  <a:cubicBezTo>
                    <a:pt x="3408" y="1872"/>
                    <a:pt x="3356" y="1784"/>
                    <a:pt x="3296" y="1700"/>
                  </a:cubicBezTo>
                  <a:cubicBezTo>
                    <a:pt x="3236" y="1612"/>
                    <a:pt x="3156" y="1536"/>
                    <a:pt x="3064" y="1476"/>
                  </a:cubicBezTo>
                  <a:lnTo>
                    <a:pt x="3032" y="1456"/>
                  </a:lnTo>
                  <a:lnTo>
                    <a:pt x="2992" y="1436"/>
                  </a:lnTo>
                  <a:cubicBezTo>
                    <a:pt x="2968" y="1428"/>
                    <a:pt x="2948" y="1416"/>
                    <a:pt x="2924" y="1408"/>
                  </a:cubicBezTo>
                  <a:cubicBezTo>
                    <a:pt x="2876" y="1388"/>
                    <a:pt x="2824" y="1372"/>
                    <a:pt x="2772" y="1360"/>
                  </a:cubicBezTo>
                  <a:lnTo>
                    <a:pt x="2696" y="1340"/>
                  </a:lnTo>
                  <a:lnTo>
                    <a:pt x="2620" y="1328"/>
                  </a:lnTo>
                  <a:cubicBezTo>
                    <a:pt x="2568" y="1320"/>
                    <a:pt x="2520" y="1316"/>
                    <a:pt x="2468" y="1312"/>
                  </a:cubicBezTo>
                  <a:cubicBezTo>
                    <a:pt x="2368" y="1300"/>
                    <a:pt x="2264" y="1300"/>
                    <a:pt x="2164" y="1300"/>
                  </a:cubicBezTo>
                  <a:cubicBezTo>
                    <a:pt x="2064" y="1300"/>
                    <a:pt x="1964" y="1308"/>
                    <a:pt x="1860" y="1316"/>
                  </a:cubicBezTo>
                  <a:cubicBezTo>
                    <a:pt x="1760" y="1324"/>
                    <a:pt x="1660" y="1336"/>
                    <a:pt x="1560" y="1352"/>
                  </a:cubicBezTo>
                  <a:cubicBezTo>
                    <a:pt x="1460" y="1368"/>
                    <a:pt x="1364" y="1388"/>
                    <a:pt x="1264" y="1416"/>
                  </a:cubicBezTo>
                  <a:cubicBezTo>
                    <a:pt x="1216" y="1424"/>
                    <a:pt x="1168" y="1444"/>
                    <a:pt x="1120" y="1456"/>
                  </a:cubicBezTo>
                  <a:lnTo>
                    <a:pt x="980" y="1516"/>
                  </a:lnTo>
                  <a:cubicBezTo>
                    <a:pt x="888" y="1552"/>
                    <a:pt x="792" y="1580"/>
                    <a:pt x="696" y="1600"/>
                  </a:cubicBezTo>
                  <a:cubicBezTo>
                    <a:pt x="644" y="1612"/>
                    <a:pt x="590" y="1616"/>
                    <a:pt x="536" y="1616"/>
                  </a:cubicBezTo>
                  <a:cubicBezTo>
                    <a:pt x="494" y="1616"/>
                    <a:pt x="452" y="1614"/>
                    <a:pt x="412" y="1608"/>
                  </a:cubicBezTo>
                  <a:lnTo>
                    <a:pt x="340" y="1592"/>
                  </a:lnTo>
                  <a:lnTo>
                    <a:pt x="380" y="1652"/>
                  </a:lnTo>
                  <a:cubicBezTo>
                    <a:pt x="436" y="1744"/>
                    <a:pt x="472" y="1852"/>
                    <a:pt x="484" y="1960"/>
                  </a:cubicBezTo>
                  <a:cubicBezTo>
                    <a:pt x="496" y="2068"/>
                    <a:pt x="488" y="2180"/>
                    <a:pt x="460" y="2284"/>
                  </a:cubicBezTo>
                  <a:lnTo>
                    <a:pt x="440" y="2368"/>
                  </a:lnTo>
                  <a:lnTo>
                    <a:pt x="428" y="2460"/>
                  </a:lnTo>
                  <a:cubicBezTo>
                    <a:pt x="420" y="2516"/>
                    <a:pt x="412" y="2576"/>
                    <a:pt x="412" y="2636"/>
                  </a:cubicBezTo>
                  <a:cubicBezTo>
                    <a:pt x="408" y="2752"/>
                    <a:pt x="420" y="2872"/>
                    <a:pt x="444" y="2992"/>
                  </a:cubicBezTo>
                  <a:cubicBezTo>
                    <a:pt x="468" y="3108"/>
                    <a:pt x="512" y="3224"/>
                    <a:pt x="572" y="3328"/>
                  </a:cubicBezTo>
                  <a:cubicBezTo>
                    <a:pt x="636" y="3432"/>
                    <a:pt x="716" y="3528"/>
                    <a:pt x="808" y="3604"/>
                  </a:cubicBezTo>
                  <a:lnTo>
                    <a:pt x="880" y="3660"/>
                  </a:lnTo>
                  <a:cubicBezTo>
                    <a:pt x="904" y="3680"/>
                    <a:pt x="932" y="3696"/>
                    <a:pt x="956" y="3712"/>
                  </a:cubicBezTo>
                  <a:cubicBezTo>
                    <a:pt x="1008" y="3744"/>
                    <a:pt x="1064" y="3772"/>
                    <a:pt x="1120" y="3792"/>
                  </a:cubicBezTo>
                  <a:cubicBezTo>
                    <a:pt x="1228" y="3840"/>
                    <a:pt x="1336" y="3876"/>
                    <a:pt x="1444" y="3916"/>
                  </a:cubicBezTo>
                  <a:cubicBezTo>
                    <a:pt x="1608" y="3972"/>
                    <a:pt x="1772" y="4020"/>
                    <a:pt x="1936" y="4076"/>
                  </a:cubicBezTo>
                  <a:cubicBezTo>
                    <a:pt x="1821" y="4056"/>
                    <a:pt x="1704" y="4044"/>
                    <a:pt x="1586" y="4044"/>
                  </a:cubicBezTo>
                  <a:cubicBezTo>
                    <a:pt x="1544" y="4044"/>
                    <a:pt x="1502" y="4045"/>
                    <a:pt x="1460" y="4048"/>
                  </a:cubicBezTo>
                  <a:cubicBezTo>
                    <a:pt x="1340" y="4052"/>
                    <a:pt x="1220" y="4088"/>
                    <a:pt x="1112" y="4144"/>
                  </a:cubicBezTo>
                  <a:cubicBezTo>
                    <a:pt x="1052" y="4176"/>
                    <a:pt x="996" y="4224"/>
                    <a:pt x="952" y="4276"/>
                  </a:cubicBezTo>
                  <a:cubicBezTo>
                    <a:pt x="940" y="4288"/>
                    <a:pt x="932" y="4304"/>
                    <a:pt x="920" y="4316"/>
                  </a:cubicBezTo>
                  <a:lnTo>
                    <a:pt x="904" y="4340"/>
                  </a:lnTo>
                  <a:lnTo>
                    <a:pt x="892" y="4360"/>
                  </a:lnTo>
                  <a:lnTo>
                    <a:pt x="844" y="4448"/>
                  </a:lnTo>
                  <a:cubicBezTo>
                    <a:pt x="776" y="4576"/>
                    <a:pt x="720" y="4708"/>
                    <a:pt x="676" y="4844"/>
                  </a:cubicBezTo>
                  <a:cubicBezTo>
                    <a:pt x="632" y="4984"/>
                    <a:pt x="600" y="5132"/>
                    <a:pt x="568" y="5284"/>
                  </a:cubicBezTo>
                  <a:cubicBezTo>
                    <a:pt x="536" y="5432"/>
                    <a:pt x="504" y="5584"/>
                    <a:pt x="468" y="5740"/>
                  </a:cubicBezTo>
                  <a:cubicBezTo>
                    <a:pt x="448" y="5816"/>
                    <a:pt x="428" y="5896"/>
                    <a:pt x="404" y="5972"/>
                  </a:cubicBezTo>
                  <a:cubicBezTo>
                    <a:pt x="396" y="6008"/>
                    <a:pt x="380" y="6048"/>
                    <a:pt x="368" y="6088"/>
                  </a:cubicBezTo>
                  <a:cubicBezTo>
                    <a:pt x="356" y="6128"/>
                    <a:pt x="344" y="6164"/>
                    <a:pt x="332" y="6204"/>
                  </a:cubicBezTo>
                  <a:cubicBezTo>
                    <a:pt x="276" y="6360"/>
                    <a:pt x="208" y="6512"/>
                    <a:pt x="128" y="6656"/>
                  </a:cubicBezTo>
                  <a:lnTo>
                    <a:pt x="64" y="6768"/>
                  </a:lnTo>
                  <a:cubicBezTo>
                    <a:pt x="56" y="6788"/>
                    <a:pt x="44" y="6808"/>
                    <a:pt x="32" y="6828"/>
                  </a:cubicBezTo>
                  <a:cubicBezTo>
                    <a:pt x="20" y="6852"/>
                    <a:pt x="12" y="6880"/>
                    <a:pt x="4" y="6908"/>
                  </a:cubicBezTo>
                  <a:cubicBezTo>
                    <a:pt x="0" y="6937"/>
                    <a:pt x="8" y="6961"/>
                    <a:pt x="20" y="6985"/>
                  </a:cubicBezTo>
                  <a:cubicBezTo>
                    <a:pt x="32" y="7001"/>
                    <a:pt x="48" y="7017"/>
                    <a:pt x="68" y="7029"/>
                  </a:cubicBezTo>
                  <a:cubicBezTo>
                    <a:pt x="92" y="7037"/>
                    <a:pt x="116" y="7045"/>
                    <a:pt x="140" y="7053"/>
                  </a:cubicBezTo>
                  <a:cubicBezTo>
                    <a:pt x="172" y="7065"/>
                    <a:pt x="204" y="7085"/>
                    <a:pt x="228" y="7109"/>
                  </a:cubicBezTo>
                  <a:cubicBezTo>
                    <a:pt x="352" y="7233"/>
                    <a:pt x="468" y="7361"/>
                    <a:pt x="580" y="7493"/>
                  </a:cubicBezTo>
                  <a:cubicBezTo>
                    <a:pt x="696" y="7629"/>
                    <a:pt x="824" y="7757"/>
                    <a:pt x="964" y="7877"/>
                  </a:cubicBezTo>
                  <a:cubicBezTo>
                    <a:pt x="1036" y="7941"/>
                    <a:pt x="1124" y="7981"/>
                    <a:pt x="1220" y="7993"/>
                  </a:cubicBezTo>
                  <a:cubicBezTo>
                    <a:pt x="1235" y="7992"/>
                    <a:pt x="1250" y="7992"/>
                    <a:pt x="1265" y="7992"/>
                  </a:cubicBezTo>
                  <a:cubicBezTo>
                    <a:pt x="1338" y="7992"/>
                    <a:pt x="1411" y="7999"/>
                    <a:pt x="1480" y="8013"/>
                  </a:cubicBezTo>
                  <a:cubicBezTo>
                    <a:pt x="1652" y="8053"/>
                    <a:pt x="1820" y="8101"/>
                    <a:pt x="1988" y="8161"/>
                  </a:cubicBezTo>
                  <a:lnTo>
                    <a:pt x="2480" y="8329"/>
                  </a:lnTo>
                  <a:cubicBezTo>
                    <a:pt x="2640" y="8389"/>
                    <a:pt x="2804" y="8437"/>
                    <a:pt x="2972" y="8473"/>
                  </a:cubicBezTo>
                  <a:cubicBezTo>
                    <a:pt x="3028" y="8483"/>
                    <a:pt x="3086" y="8489"/>
                    <a:pt x="3144" y="8489"/>
                  </a:cubicBezTo>
                  <a:cubicBezTo>
                    <a:pt x="3174" y="8489"/>
                    <a:pt x="3203" y="8487"/>
                    <a:pt x="3232" y="8485"/>
                  </a:cubicBezTo>
                  <a:cubicBezTo>
                    <a:pt x="3320" y="8473"/>
                    <a:pt x="3404" y="8445"/>
                    <a:pt x="3480" y="8401"/>
                  </a:cubicBezTo>
                  <a:cubicBezTo>
                    <a:pt x="3616" y="8309"/>
                    <a:pt x="3732" y="8193"/>
                    <a:pt x="3816" y="8053"/>
                  </a:cubicBezTo>
                  <a:cubicBezTo>
                    <a:pt x="3816" y="8133"/>
                    <a:pt x="3828" y="8217"/>
                    <a:pt x="3848" y="8297"/>
                  </a:cubicBezTo>
                  <a:cubicBezTo>
                    <a:pt x="3868" y="8365"/>
                    <a:pt x="3896" y="8429"/>
                    <a:pt x="3932" y="8485"/>
                  </a:cubicBezTo>
                  <a:cubicBezTo>
                    <a:pt x="3976" y="8557"/>
                    <a:pt x="4032" y="8617"/>
                    <a:pt x="4100" y="8665"/>
                  </a:cubicBezTo>
                  <a:cubicBezTo>
                    <a:pt x="4116" y="8681"/>
                    <a:pt x="4136" y="8693"/>
                    <a:pt x="4156" y="8705"/>
                  </a:cubicBezTo>
                  <a:lnTo>
                    <a:pt x="4184" y="8721"/>
                  </a:lnTo>
                  <a:cubicBezTo>
                    <a:pt x="4188" y="8725"/>
                    <a:pt x="4196" y="8729"/>
                    <a:pt x="4200" y="8733"/>
                  </a:cubicBezTo>
                  <a:lnTo>
                    <a:pt x="4216" y="8741"/>
                  </a:lnTo>
                  <a:cubicBezTo>
                    <a:pt x="4256" y="8761"/>
                    <a:pt x="4300" y="8777"/>
                    <a:pt x="4344" y="8793"/>
                  </a:cubicBezTo>
                  <a:cubicBezTo>
                    <a:pt x="4440" y="8829"/>
                    <a:pt x="4536" y="8853"/>
                    <a:pt x="4636" y="8873"/>
                  </a:cubicBezTo>
                  <a:cubicBezTo>
                    <a:pt x="4836" y="8913"/>
                    <a:pt x="5056" y="8941"/>
                    <a:pt x="5284" y="8977"/>
                  </a:cubicBezTo>
                  <a:cubicBezTo>
                    <a:pt x="5512" y="9009"/>
                    <a:pt x="5756" y="9041"/>
                    <a:pt x="5944" y="9209"/>
                  </a:cubicBezTo>
                  <a:cubicBezTo>
                    <a:pt x="6000" y="9249"/>
                    <a:pt x="6052" y="9285"/>
                    <a:pt x="6112" y="9317"/>
                  </a:cubicBezTo>
                  <a:cubicBezTo>
                    <a:pt x="6128" y="9325"/>
                    <a:pt x="6144" y="9333"/>
                    <a:pt x="6160" y="9337"/>
                  </a:cubicBezTo>
                  <a:cubicBezTo>
                    <a:pt x="6175" y="9342"/>
                    <a:pt x="6192" y="9346"/>
                    <a:pt x="6208" y="9346"/>
                  </a:cubicBezTo>
                  <a:cubicBezTo>
                    <a:pt x="6213" y="9346"/>
                    <a:pt x="6219" y="9346"/>
                    <a:pt x="6224" y="9345"/>
                  </a:cubicBezTo>
                  <a:cubicBezTo>
                    <a:pt x="6240" y="9341"/>
                    <a:pt x="6252" y="9333"/>
                    <a:pt x="6260" y="9321"/>
                  </a:cubicBezTo>
                  <a:cubicBezTo>
                    <a:pt x="6268" y="9309"/>
                    <a:pt x="6272" y="9297"/>
                    <a:pt x="6272" y="9289"/>
                  </a:cubicBezTo>
                  <a:cubicBezTo>
                    <a:pt x="6272" y="9277"/>
                    <a:pt x="6272" y="9269"/>
                    <a:pt x="6276" y="9261"/>
                  </a:cubicBezTo>
                  <a:lnTo>
                    <a:pt x="6276" y="9257"/>
                  </a:lnTo>
                  <a:lnTo>
                    <a:pt x="6276" y="9253"/>
                  </a:lnTo>
                  <a:lnTo>
                    <a:pt x="6276" y="9241"/>
                  </a:lnTo>
                  <a:cubicBezTo>
                    <a:pt x="6296" y="9177"/>
                    <a:pt x="6320" y="9117"/>
                    <a:pt x="6344" y="9061"/>
                  </a:cubicBezTo>
                  <a:cubicBezTo>
                    <a:pt x="6372" y="9001"/>
                    <a:pt x="6396" y="8937"/>
                    <a:pt x="6428" y="8877"/>
                  </a:cubicBezTo>
                  <a:cubicBezTo>
                    <a:pt x="6540" y="8637"/>
                    <a:pt x="6688" y="8409"/>
                    <a:pt x="6860" y="8205"/>
                  </a:cubicBezTo>
                  <a:cubicBezTo>
                    <a:pt x="7052" y="7993"/>
                    <a:pt x="7148" y="7721"/>
                    <a:pt x="7204" y="7453"/>
                  </a:cubicBezTo>
                  <a:cubicBezTo>
                    <a:pt x="7232" y="7321"/>
                    <a:pt x="7244" y="7181"/>
                    <a:pt x="7240" y="7045"/>
                  </a:cubicBezTo>
                  <a:cubicBezTo>
                    <a:pt x="7232" y="6904"/>
                    <a:pt x="7204" y="6768"/>
                    <a:pt x="7148" y="6644"/>
                  </a:cubicBezTo>
                  <a:cubicBezTo>
                    <a:pt x="7132" y="6612"/>
                    <a:pt x="7120" y="6580"/>
                    <a:pt x="7100" y="6548"/>
                  </a:cubicBezTo>
                  <a:cubicBezTo>
                    <a:pt x="7076" y="6520"/>
                    <a:pt x="7060" y="6492"/>
                    <a:pt x="7040" y="6464"/>
                  </a:cubicBezTo>
                  <a:cubicBezTo>
                    <a:pt x="7016" y="6436"/>
                    <a:pt x="6988" y="6416"/>
                    <a:pt x="6964" y="6392"/>
                  </a:cubicBezTo>
                  <a:cubicBezTo>
                    <a:pt x="6940" y="6368"/>
                    <a:pt x="6920" y="6348"/>
                    <a:pt x="6896" y="6328"/>
                  </a:cubicBezTo>
                  <a:lnTo>
                    <a:pt x="6872" y="6308"/>
                  </a:lnTo>
                  <a:lnTo>
                    <a:pt x="6872" y="6308"/>
                  </a:lnTo>
                  <a:cubicBezTo>
                    <a:pt x="6908" y="6328"/>
                    <a:pt x="6940" y="6348"/>
                    <a:pt x="6968" y="6368"/>
                  </a:cubicBezTo>
                  <a:cubicBezTo>
                    <a:pt x="7016" y="6404"/>
                    <a:pt x="7064" y="6432"/>
                    <a:pt x="7112" y="6460"/>
                  </a:cubicBezTo>
                  <a:cubicBezTo>
                    <a:pt x="7164" y="6488"/>
                    <a:pt x="7216" y="6512"/>
                    <a:pt x="7268" y="6528"/>
                  </a:cubicBezTo>
                  <a:cubicBezTo>
                    <a:pt x="7376" y="6572"/>
                    <a:pt x="7484" y="6604"/>
                    <a:pt x="7596" y="6620"/>
                  </a:cubicBezTo>
                  <a:cubicBezTo>
                    <a:pt x="7640" y="6626"/>
                    <a:pt x="7684" y="6630"/>
                    <a:pt x="7728" y="6630"/>
                  </a:cubicBezTo>
                  <a:cubicBezTo>
                    <a:pt x="7744" y="6630"/>
                    <a:pt x="7760" y="6630"/>
                    <a:pt x="7776" y="6628"/>
                  </a:cubicBezTo>
                  <a:cubicBezTo>
                    <a:pt x="7844" y="6624"/>
                    <a:pt x="7912" y="6600"/>
                    <a:pt x="7965" y="6552"/>
                  </a:cubicBezTo>
                  <a:lnTo>
                    <a:pt x="7993" y="6524"/>
                  </a:lnTo>
                  <a:lnTo>
                    <a:pt x="8025" y="6488"/>
                  </a:lnTo>
                  <a:cubicBezTo>
                    <a:pt x="8045" y="6464"/>
                    <a:pt x="8057" y="6440"/>
                    <a:pt x="8073" y="6416"/>
                  </a:cubicBezTo>
                  <a:lnTo>
                    <a:pt x="8169" y="6280"/>
                  </a:lnTo>
                  <a:cubicBezTo>
                    <a:pt x="8229" y="6188"/>
                    <a:pt x="8289" y="6096"/>
                    <a:pt x="8353" y="6008"/>
                  </a:cubicBezTo>
                  <a:cubicBezTo>
                    <a:pt x="8385" y="5964"/>
                    <a:pt x="8417" y="5920"/>
                    <a:pt x="8453" y="5880"/>
                  </a:cubicBezTo>
                  <a:cubicBezTo>
                    <a:pt x="8489" y="5840"/>
                    <a:pt x="8521" y="5796"/>
                    <a:pt x="8561" y="5760"/>
                  </a:cubicBezTo>
                  <a:cubicBezTo>
                    <a:pt x="8597" y="5720"/>
                    <a:pt x="8637" y="5684"/>
                    <a:pt x="8681" y="5652"/>
                  </a:cubicBezTo>
                  <a:lnTo>
                    <a:pt x="8741" y="5596"/>
                  </a:lnTo>
                  <a:lnTo>
                    <a:pt x="8813" y="5560"/>
                  </a:lnTo>
                  <a:lnTo>
                    <a:pt x="8845" y="5544"/>
                  </a:lnTo>
                  <a:lnTo>
                    <a:pt x="8821" y="5524"/>
                  </a:lnTo>
                  <a:cubicBezTo>
                    <a:pt x="8753" y="5460"/>
                    <a:pt x="8705" y="5384"/>
                    <a:pt x="8673" y="5296"/>
                  </a:cubicBezTo>
                  <a:cubicBezTo>
                    <a:pt x="8669" y="5276"/>
                    <a:pt x="8665" y="5256"/>
                    <a:pt x="8665" y="5232"/>
                  </a:cubicBezTo>
                  <a:lnTo>
                    <a:pt x="8665" y="5200"/>
                  </a:lnTo>
                  <a:lnTo>
                    <a:pt x="8669" y="5164"/>
                  </a:lnTo>
                  <a:cubicBezTo>
                    <a:pt x="8669" y="5116"/>
                    <a:pt x="8669" y="5068"/>
                    <a:pt x="8669" y="5020"/>
                  </a:cubicBezTo>
                  <a:cubicBezTo>
                    <a:pt x="8661" y="4924"/>
                    <a:pt x="8653" y="4828"/>
                    <a:pt x="8641" y="4736"/>
                  </a:cubicBezTo>
                  <a:cubicBezTo>
                    <a:pt x="8625" y="4640"/>
                    <a:pt x="8609" y="4544"/>
                    <a:pt x="8585" y="4452"/>
                  </a:cubicBezTo>
                  <a:cubicBezTo>
                    <a:pt x="8565" y="4356"/>
                    <a:pt x="8537" y="4264"/>
                    <a:pt x="8501" y="4176"/>
                  </a:cubicBezTo>
                  <a:cubicBezTo>
                    <a:pt x="8461" y="4084"/>
                    <a:pt x="8413" y="3996"/>
                    <a:pt x="8357" y="3916"/>
                  </a:cubicBezTo>
                  <a:cubicBezTo>
                    <a:pt x="8297" y="3828"/>
                    <a:pt x="8217" y="3760"/>
                    <a:pt x="8121" y="3712"/>
                  </a:cubicBezTo>
                  <a:lnTo>
                    <a:pt x="8057" y="3680"/>
                  </a:lnTo>
                  <a:lnTo>
                    <a:pt x="7981" y="3656"/>
                  </a:lnTo>
                  <a:cubicBezTo>
                    <a:pt x="7957" y="3648"/>
                    <a:pt x="7932" y="3640"/>
                    <a:pt x="7904" y="3636"/>
                  </a:cubicBezTo>
                  <a:cubicBezTo>
                    <a:pt x="7880" y="3632"/>
                    <a:pt x="7856" y="3628"/>
                    <a:pt x="7828" y="3624"/>
                  </a:cubicBezTo>
                  <a:cubicBezTo>
                    <a:pt x="7776" y="3618"/>
                    <a:pt x="7722" y="3615"/>
                    <a:pt x="7667" y="3615"/>
                  </a:cubicBezTo>
                  <a:cubicBezTo>
                    <a:pt x="7622" y="3615"/>
                    <a:pt x="7577" y="3617"/>
                    <a:pt x="7532" y="3620"/>
                  </a:cubicBezTo>
                  <a:cubicBezTo>
                    <a:pt x="7436" y="3632"/>
                    <a:pt x="7340" y="3648"/>
                    <a:pt x="7244" y="3668"/>
                  </a:cubicBezTo>
                  <a:cubicBezTo>
                    <a:pt x="7152" y="3688"/>
                    <a:pt x="7060" y="3716"/>
                    <a:pt x="6968" y="3740"/>
                  </a:cubicBezTo>
                  <a:cubicBezTo>
                    <a:pt x="6924" y="3752"/>
                    <a:pt x="6880" y="3764"/>
                    <a:pt x="6836" y="3772"/>
                  </a:cubicBezTo>
                  <a:cubicBezTo>
                    <a:pt x="6805" y="3775"/>
                    <a:pt x="6774" y="3778"/>
                    <a:pt x="6743" y="3778"/>
                  </a:cubicBezTo>
                  <a:cubicBezTo>
                    <a:pt x="6730" y="3778"/>
                    <a:pt x="6717" y="3778"/>
                    <a:pt x="6704" y="3776"/>
                  </a:cubicBezTo>
                  <a:cubicBezTo>
                    <a:pt x="6624" y="3776"/>
                    <a:pt x="6544" y="3784"/>
                    <a:pt x="6464" y="3792"/>
                  </a:cubicBezTo>
                  <a:cubicBezTo>
                    <a:pt x="6524" y="3760"/>
                    <a:pt x="6580" y="3724"/>
                    <a:pt x="6640" y="3696"/>
                  </a:cubicBezTo>
                  <a:cubicBezTo>
                    <a:pt x="6728" y="3652"/>
                    <a:pt x="6820" y="3616"/>
                    <a:pt x="6916" y="3588"/>
                  </a:cubicBezTo>
                  <a:cubicBezTo>
                    <a:pt x="6960" y="3576"/>
                    <a:pt x="7008" y="3564"/>
                    <a:pt x="7056" y="3552"/>
                  </a:cubicBezTo>
                  <a:lnTo>
                    <a:pt x="7132" y="3544"/>
                  </a:lnTo>
                  <a:cubicBezTo>
                    <a:pt x="7156" y="3536"/>
                    <a:pt x="7184" y="3532"/>
                    <a:pt x="7208" y="3528"/>
                  </a:cubicBezTo>
                  <a:cubicBezTo>
                    <a:pt x="7308" y="3500"/>
                    <a:pt x="7404" y="3452"/>
                    <a:pt x="7492" y="3388"/>
                  </a:cubicBezTo>
                  <a:cubicBezTo>
                    <a:pt x="7660" y="3260"/>
                    <a:pt x="7792" y="3088"/>
                    <a:pt x="7868" y="2892"/>
                  </a:cubicBezTo>
                  <a:cubicBezTo>
                    <a:pt x="7908" y="2792"/>
                    <a:pt x="7928" y="2688"/>
                    <a:pt x="7932" y="2584"/>
                  </a:cubicBezTo>
                  <a:cubicBezTo>
                    <a:pt x="7928" y="2476"/>
                    <a:pt x="7912" y="2372"/>
                    <a:pt x="7888" y="2268"/>
                  </a:cubicBezTo>
                  <a:cubicBezTo>
                    <a:pt x="7860" y="2168"/>
                    <a:pt x="7832" y="2072"/>
                    <a:pt x="7796" y="1976"/>
                  </a:cubicBezTo>
                  <a:cubicBezTo>
                    <a:pt x="7760" y="1880"/>
                    <a:pt x="7724" y="1784"/>
                    <a:pt x="7684" y="1692"/>
                  </a:cubicBezTo>
                  <a:cubicBezTo>
                    <a:pt x="7644" y="1600"/>
                    <a:pt x="7604" y="1508"/>
                    <a:pt x="7560" y="1420"/>
                  </a:cubicBezTo>
                  <a:cubicBezTo>
                    <a:pt x="7516" y="1328"/>
                    <a:pt x="7468" y="1240"/>
                    <a:pt x="7420" y="1148"/>
                  </a:cubicBezTo>
                  <a:cubicBezTo>
                    <a:pt x="7376" y="1060"/>
                    <a:pt x="7320" y="972"/>
                    <a:pt x="7272" y="888"/>
                  </a:cubicBezTo>
                  <a:lnTo>
                    <a:pt x="7236" y="824"/>
                  </a:lnTo>
                  <a:cubicBezTo>
                    <a:pt x="7224" y="800"/>
                    <a:pt x="7216" y="780"/>
                    <a:pt x="7204" y="760"/>
                  </a:cubicBezTo>
                  <a:cubicBezTo>
                    <a:pt x="7188" y="712"/>
                    <a:pt x="7176" y="664"/>
                    <a:pt x="7164" y="620"/>
                  </a:cubicBezTo>
                  <a:cubicBezTo>
                    <a:pt x="7144" y="520"/>
                    <a:pt x="7136" y="424"/>
                    <a:pt x="7140" y="324"/>
                  </a:cubicBezTo>
                  <a:cubicBezTo>
                    <a:pt x="7144" y="228"/>
                    <a:pt x="7156" y="128"/>
                    <a:pt x="7180" y="32"/>
                  </a:cubicBezTo>
                  <a:lnTo>
                    <a:pt x="71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65"/>
            <p:cNvSpPr/>
            <p:nvPr/>
          </p:nvSpPr>
          <p:spPr>
            <a:xfrm flipH="1">
              <a:off x="5289389" y="1000611"/>
              <a:ext cx="399555" cy="351678"/>
            </a:xfrm>
            <a:custGeom>
              <a:avLst/>
              <a:gdLst/>
              <a:ahLst/>
              <a:cxnLst/>
              <a:rect l="l" t="t" r="r" b="b"/>
              <a:pathLst>
                <a:path w="2971" h="2615" extrusionOk="0">
                  <a:moveTo>
                    <a:pt x="1749" y="0"/>
                  </a:moveTo>
                  <a:cubicBezTo>
                    <a:pt x="1703" y="0"/>
                    <a:pt x="1657" y="3"/>
                    <a:pt x="1610" y="10"/>
                  </a:cubicBezTo>
                  <a:lnTo>
                    <a:pt x="1938" y="202"/>
                  </a:lnTo>
                  <a:cubicBezTo>
                    <a:pt x="1665" y="90"/>
                    <a:pt x="1376" y="33"/>
                    <a:pt x="1086" y="33"/>
                  </a:cubicBezTo>
                  <a:cubicBezTo>
                    <a:pt x="850" y="33"/>
                    <a:pt x="614" y="71"/>
                    <a:pt x="386" y="146"/>
                  </a:cubicBezTo>
                  <a:cubicBezTo>
                    <a:pt x="391" y="146"/>
                    <a:pt x="396" y="146"/>
                    <a:pt x="401" y="146"/>
                  </a:cubicBezTo>
                  <a:cubicBezTo>
                    <a:pt x="588" y="146"/>
                    <a:pt x="762" y="218"/>
                    <a:pt x="902" y="338"/>
                  </a:cubicBezTo>
                  <a:cubicBezTo>
                    <a:pt x="992" y="420"/>
                    <a:pt x="1067" y="516"/>
                    <a:pt x="1124" y="621"/>
                  </a:cubicBezTo>
                  <a:lnTo>
                    <a:pt x="1124" y="621"/>
                  </a:lnTo>
                  <a:cubicBezTo>
                    <a:pt x="1034" y="480"/>
                    <a:pt x="886" y="373"/>
                    <a:pt x="726" y="318"/>
                  </a:cubicBezTo>
                  <a:cubicBezTo>
                    <a:pt x="592" y="271"/>
                    <a:pt x="452" y="255"/>
                    <a:pt x="312" y="255"/>
                  </a:cubicBezTo>
                  <a:cubicBezTo>
                    <a:pt x="217" y="255"/>
                    <a:pt x="122" y="262"/>
                    <a:pt x="28" y="273"/>
                  </a:cubicBezTo>
                  <a:lnTo>
                    <a:pt x="28" y="273"/>
                  </a:lnTo>
                  <a:cubicBezTo>
                    <a:pt x="25" y="267"/>
                    <a:pt x="22" y="261"/>
                    <a:pt x="18" y="254"/>
                  </a:cubicBezTo>
                  <a:lnTo>
                    <a:pt x="18" y="254"/>
                  </a:lnTo>
                  <a:lnTo>
                    <a:pt x="18" y="274"/>
                  </a:lnTo>
                  <a:cubicBezTo>
                    <a:pt x="22" y="274"/>
                    <a:pt x="25" y="273"/>
                    <a:pt x="28" y="273"/>
                  </a:cubicBezTo>
                  <a:lnTo>
                    <a:pt x="28" y="273"/>
                  </a:lnTo>
                  <a:cubicBezTo>
                    <a:pt x="219" y="639"/>
                    <a:pt x="1" y="1109"/>
                    <a:pt x="150" y="1494"/>
                  </a:cubicBezTo>
                  <a:cubicBezTo>
                    <a:pt x="238" y="1734"/>
                    <a:pt x="458" y="1898"/>
                    <a:pt x="690" y="2006"/>
                  </a:cubicBezTo>
                  <a:cubicBezTo>
                    <a:pt x="922" y="2110"/>
                    <a:pt x="1174" y="2170"/>
                    <a:pt x="1410" y="2266"/>
                  </a:cubicBezTo>
                  <a:cubicBezTo>
                    <a:pt x="1622" y="2354"/>
                    <a:pt x="1822" y="2470"/>
                    <a:pt x="2002" y="2614"/>
                  </a:cubicBezTo>
                  <a:cubicBezTo>
                    <a:pt x="1870" y="2502"/>
                    <a:pt x="1862" y="2282"/>
                    <a:pt x="1714" y="2186"/>
                  </a:cubicBezTo>
                  <a:cubicBezTo>
                    <a:pt x="1723" y="2179"/>
                    <a:pt x="1731" y="2176"/>
                    <a:pt x="1741" y="2176"/>
                  </a:cubicBezTo>
                  <a:cubicBezTo>
                    <a:pt x="1772" y="2176"/>
                    <a:pt x="1807" y="2211"/>
                    <a:pt x="1834" y="2238"/>
                  </a:cubicBezTo>
                  <a:cubicBezTo>
                    <a:pt x="1966" y="2366"/>
                    <a:pt x="2198" y="2322"/>
                    <a:pt x="2350" y="2430"/>
                  </a:cubicBezTo>
                  <a:cubicBezTo>
                    <a:pt x="2226" y="2306"/>
                    <a:pt x="2114" y="2166"/>
                    <a:pt x="2018" y="2018"/>
                  </a:cubicBezTo>
                  <a:lnTo>
                    <a:pt x="2018" y="2018"/>
                  </a:lnTo>
                  <a:cubicBezTo>
                    <a:pt x="2266" y="2106"/>
                    <a:pt x="2490" y="2250"/>
                    <a:pt x="2666" y="2446"/>
                  </a:cubicBezTo>
                  <a:cubicBezTo>
                    <a:pt x="2670" y="2154"/>
                    <a:pt x="2450" y="1914"/>
                    <a:pt x="2246" y="1706"/>
                  </a:cubicBezTo>
                  <a:lnTo>
                    <a:pt x="2246" y="1706"/>
                  </a:lnTo>
                  <a:cubicBezTo>
                    <a:pt x="2422" y="1714"/>
                    <a:pt x="2594" y="1766"/>
                    <a:pt x="2746" y="1858"/>
                  </a:cubicBezTo>
                  <a:cubicBezTo>
                    <a:pt x="2690" y="1738"/>
                    <a:pt x="2618" y="1622"/>
                    <a:pt x="2534" y="1522"/>
                  </a:cubicBezTo>
                  <a:lnTo>
                    <a:pt x="2534" y="1522"/>
                  </a:lnTo>
                  <a:cubicBezTo>
                    <a:pt x="2638" y="1542"/>
                    <a:pt x="2738" y="1586"/>
                    <a:pt x="2822" y="1654"/>
                  </a:cubicBezTo>
                  <a:cubicBezTo>
                    <a:pt x="2826" y="1590"/>
                    <a:pt x="2814" y="1526"/>
                    <a:pt x="2790" y="1466"/>
                  </a:cubicBezTo>
                  <a:lnTo>
                    <a:pt x="2790" y="1466"/>
                  </a:lnTo>
                  <a:lnTo>
                    <a:pt x="2970" y="1630"/>
                  </a:lnTo>
                  <a:cubicBezTo>
                    <a:pt x="2890" y="1318"/>
                    <a:pt x="2794" y="1010"/>
                    <a:pt x="2678" y="710"/>
                  </a:cubicBezTo>
                  <a:cubicBezTo>
                    <a:pt x="2646" y="622"/>
                    <a:pt x="2610" y="542"/>
                    <a:pt x="2566" y="462"/>
                  </a:cubicBezTo>
                  <a:cubicBezTo>
                    <a:pt x="2394" y="174"/>
                    <a:pt x="2083" y="0"/>
                    <a:pt x="1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65"/>
            <p:cNvSpPr/>
            <p:nvPr/>
          </p:nvSpPr>
          <p:spPr>
            <a:xfrm flipH="1">
              <a:off x="4746608" y="821208"/>
              <a:ext cx="504722" cy="400362"/>
            </a:xfrm>
            <a:custGeom>
              <a:avLst/>
              <a:gdLst/>
              <a:ahLst/>
              <a:cxnLst/>
              <a:rect l="l" t="t" r="r" b="b"/>
              <a:pathLst>
                <a:path w="3753" h="2977" extrusionOk="0">
                  <a:moveTo>
                    <a:pt x="1925" y="2616"/>
                  </a:moveTo>
                  <a:lnTo>
                    <a:pt x="1784" y="2732"/>
                  </a:lnTo>
                  <a:cubicBezTo>
                    <a:pt x="1842" y="2709"/>
                    <a:pt x="1888" y="2666"/>
                    <a:pt x="1925" y="2616"/>
                  </a:cubicBezTo>
                  <a:close/>
                  <a:moveTo>
                    <a:pt x="2908" y="0"/>
                  </a:moveTo>
                  <a:lnTo>
                    <a:pt x="2908" y="0"/>
                  </a:lnTo>
                  <a:cubicBezTo>
                    <a:pt x="2400" y="80"/>
                    <a:pt x="1896" y="164"/>
                    <a:pt x="1396" y="256"/>
                  </a:cubicBezTo>
                  <a:cubicBezTo>
                    <a:pt x="1352" y="260"/>
                    <a:pt x="1308" y="276"/>
                    <a:pt x="1272" y="296"/>
                  </a:cubicBezTo>
                  <a:cubicBezTo>
                    <a:pt x="1240" y="320"/>
                    <a:pt x="1208" y="352"/>
                    <a:pt x="1188" y="388"/>
                  </a:cubicBezTo>
                  <a:cubicBezTo>
                    <a:pt x="1084" y="536"/>
                    <a:pt x="980" y="684"/>
                    <a:pt x="876" y="828"/>
                  </a:cubicBezTo>
                  <a:cubicBezTo>
                    <a:pt x="880" y="720"/>
                    <a:pt x="924" y="620"/>
                    <a:pt x="992" y="536"/>
                  </a:cubicBezTo>
                  <a:lnTo>
                    <a:pt x="992" y="536"/>
                  </a:lnTo>
                  <a:cubicBezTo>
                    <a:pt x="800" y="596"/>
                    <a:pt x="608" y="672"/>
                    <a:pt x="424" y="756"/>
                  </a:cubicBezTo>
                  <a:cubicBezTo>
                    <a:pt x="368" y="780"/>
                    <a:pt x="320" y="812"/>
                    <a:pt x="280" y="852"/>
                  </a:cubicBezTo>
                  <a:cubicBezTo>
                    <a:pt x="244" y="904"/>
                    <a:pt x="212" y="964"/>
                    <a:pt x="192" y="1024"/>
                  </a:cubicBezTo>
                  <a:cubicBezTo>
                    <a:pt x="144" y="1120"/>
                    <a:pt x="72" y="1200"/>
                    <a:pt x="40" y="1300"/>
                  </a:cubicBezTo>
                  <a:cubicBezTo>
                    <a:pt x="0" y="1444"/>
                    <a:pt x="52" y="1596"/>
                    <a:pt x="116" y="1728"/>
                  </a:cubicBezTo>
                  <a:cubicBezTo>
                    <a:pt x="256" y="2024"/>
                    <a:pt x="464" y="2284"/>
                    <a:pt x="724" y="2488"/>
                  </a:cubicBezTo>
                  <a:lnTo>
                    <a:pt x="704" y="2488"/>
                  </a:lnTo>
                  <a:cubicBezTo>
                    <a:pt x="764" y="2596"/>
                    <a:pt x="788" y="2720"/>
                    <a:pt x="772" y="2840"/>
                  </a:cubicBezTo>
                  <a:cubicBezTo>
                    <a:pt x="860" y="2636"/>
                    <a:pt x="884" y="2412"/>
                    <a:pt x="836" y="2192"/>
                  </a:cubicBezTo>
                  <a:lnTo>
                    <a:pt x="836" y="2192"/>
                  </a:lnTo>
                  <a:cubicBezTo>
                    <a:pt x="956" y="2324"/>
                    <a:pt x="1004" y="2504"/>
                    <a:pt x="964" y="2676"/>
                  </a:cubicBezTo>
                  <a:cubicBezTo>
                    <a:pt x="1100" y="2668"/>
                    <a:pt x="1212" y="2560"/>
                    <a:pt x="1216" y="2420"/>
                  </a:cubicBezTo>
                  <a:cubicBezTo>
                    <a:pt x="1220" y="2368"/>
                    <a:pt x="1204" y="2316"/>
                    <a:pt x="1200" y="2268"/>
                  </a:cubicBezTo>
                  <a:cubicBezTo>
                    <a:pt x="1192" y="2144"/>
                    <a:pt x="1236" y="2028"/>
                    <a:pt x="1288" y="1916"/>
                  </a:cubicBezTo>
                  <a:lnTo>
                    <a:pt x="1288" y="1916"/>
                  </a:lnTo>
                  <a:cubicBezTo>
                    <a:pt x="1272" y="2036"/>
                    <a:pt x="1336" y="2148"/>
                    <a:pt x="1392" y="2256"/>
                  </a:cubicBezTo>
                  <a:cubicBezTo>
                    <a:pt x="1444" y="2364"/>
                    <a:pt x="1496" y="2488"/>
                    <a:pt x="1452" y="2600"/>
                  </a:cubicBezTo>
                  <a:cubicBezTo>
                    <a:pt x="1628" y="2384"/>
                    <a:pt x="1800" y="2136"/>
                    <a:pt x="1800" y="1856"/>
                  </a:cubicBezTo>
                  <a:cubicBezTo>
                    <a:pt x="1796" y="1776"/>
                    <a:pt x="1788" y="1700"/>
                    <a:pt x="1776" y="1620"/>
                  </a:cubicBezTo>
                  <a:cubicBezTo>
                    <a:pt x="1760" y="1488"/>
                    <a:pt x="1760" y="1360"/>
                    <a:pt x="1768" y="1228"/>
                  </a:cubicBezTo>
                  <a:cubicBezTo>
                    <a:pt x="1768" y="1164"/>
                    <a:pt x="1784" y="1100"/>
                    <a:pt x="1812" y="1044"/>
                  </a:cubicBezTo>
                  <a:cubicBezTo>
                    <a:pt x="1844" y="1008"/>
                    <a:pt x="1876" y="972"/>
                    <a:pt x="1916" y="944"/>
                  </a:cubicBezTo>
                  <a:cubicBezTo>
                    <a:pt x="1973" y="901"/>
                    <a:pt x="2029" y="857"/>
                    <a:pt x="2085" y="813"/>
                  </a:cubicBezTo>
                  <a:lnTo>
                    <a:pt x="2085" y="813"/>
                  </a:lnTo>
                  <a:cubicBezTo>
                    <a:pt x="2027" y="881"/>
                    <a:pt x="2025" y="997"/>
                    <a:pt x="2044" y="1092"/>
                  </a:cubicBezTo>
                  <a:cubicBezTo>
                    <a:pt x="2096" y="1312"/>
                    <a:pt x="2224" y="1516"/>
                    <a:pt x="2240" y="1740"/>
                  </a:cubicBezTo>
                  <a:cubicBezTo>
                    <a:pt x="2260" y="2000"/>
                    <a:pt x="2132" y="2248"/>
                    <a:pt x="2008" y="2476"/>
                  </a:cubicBezTo>
                  <a:cubicBezTo>
                    <a:pt x="1984" y="2524"/>
                    <a:pt x="1958" y="2573"/>
                    <a:pt x="1925" y="2616"/>
                  </a:cubicBezTo>
                  <a:lnTo>
                    <a:pt x="1925" y="2616"/>
                  </a:lnTo>
                  <a:lnTo>
                    <a:pt x="2324" y="2288"/>
                  </a:lnTo>
                  <a:lnTo>
                    <a:pt x="2324" y="2288"/>
                  </a:lnTo>
                  <a:cubicBezTo>
                    <a:pt x="2240" y="2476"/>
                    <a:pt x="2120" y="2648"/>
                    <a:pt x="1968" y="2792"/>
                  </a:cubicBezTo>
                  <a:cubicBezTo>
                    <a:pt x="2124" y="2708"/>
                    <a:pt x="2288" y="2640"/>
                    <a:pt x="2456" y="2592"/>
                  </a:cubicBezTo>
                  <a:cubicBezTo>
                    <a:pt x="2466" y="2586"/>
                    <a:pt x="2476" y="2583"/>
                    <a:pt x="2486" y="2583"/>
                  </a:cubicBezTo>
                  <a:cubicBezTo>
                    <a:pt x="2496" y="2583"/>
                    <a:pt x="2506" y="2586"/>
                    <a:pt x="2516" y="2592"/>
                  </a:cubicBezTo>
                  <a:cubicBezTo>
                    <a:pt x="2536" y="2604"/>
                    <a:pt x="2544" y="2624"/>
                    <a:pt x="2548" y="2648"/>
                  </a:cubicBezTo>
                  <a:cubicBezTo>
                    <a:pt x="2560" y="2752"/>
                    <a:pt x="2524" y="2860"/>
                    <a:pt x="2444" y="2936"/>
                  </a:cubicBezTo>
                  <a:lnTo>
                    <a:pt x="2796" y="2836"/>
                  </a:lnTo>
                  <a:cubicBezTo>
                    <a:pt x="2864" y="2824"/>
                    <a:pt x="2928" y="2796"/>
                    <a:pt x="2984" y="2760"/>
                  </a:cubicBezTo>
                  <a:cubicBezTo>
                    <a:pt x="3036" y="2720"/>
                    <a:pt x="3080" y="2672"/>
                    <a:pt x="3116" y="2616"/>
                  </a:cubicBezTo>
                  <a:cubicBezTo>
                    <a:pt x="3252" y="2416"/>
                    <a:pt x="3376" y="2212"/>
                    <a:pt x="3496" y="2000"/>
                  </a:cubicBezTo>
                  <a:lnTo>
                    <a:pt x="3496" y="2000"/>
                  </a:lnTo>
                  <a:cubicBezTo>
                    <a:pt x="3620" y="2320"/>
                    <a:pt x="3600" y="2676"/>
                    <a:pt x="3436" y="2976"/>
                  </a:cubicBezTo>
                  <a:cubicBezTo>
                    <a:pt x="3612" y="2880"/>
                    <a:pt x="3708" y="2680"/>
                    <a:pt x="3732" y="2480"/>
                  </a:cubicBezTo>
                  <a:cubicBezTo>
                    <a:pt x="3752" y="2280"/>
                    <a:pt x="3704" y="2080"/>
                    <a:pt x="3652" y="1888"/>
                  </a:cubicBezTo>
                  <a:cubicBezTo>
                    <a:pt x="3500" y="1316"/>
                    <a:pt x="3296" y="768"/>
                    <a:pt x="2964" y="280"/>
                  </a:cubicBezTo>
                  <a:lnTo>
                    <a:pt x="2964" y="280"/>
                  </a:lnTo>
                  <a:cubicBezTo>
                    <a:pt x="2872" y="448"/>
                    <a:pt x="2884" y="656"/>
                    <a:pt x="2996" y="812"/>
                  </a:cubicBezTo>
                  <a:cubicBezTo>
                    <a:pt x="2776" y="600"/>
                    <a:pt x="2736" y="256"/>
                    <a:pt x="2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65"/>
            <p:cNvSpPr/>
            <p:nvPr/>
          </p:nvSpPr>
          <p:spPr>
            <a:xfrm flipH="1">
              <a:off x="4617502" y="1315171"/>
              <a:ext cx="293312" cy="334061"/>
            </a:xfrm>
            <a:custGeom>
              <a:avLst/>
              <a:gdLst/>
              <a:ahLst/>
              <a:cxnLst/>
              <a:rect l="l" t="t" r="r" b="b"/>
              <a:pathLst>
                <a:path w="2181" h="2484" extrusionOk="0">
                  <a:moveTo>
                    <a:pt x="1283" y="0"/>
                  </a:moveTo>
                  <a:cubicBezTo>
                    <a:pt x="1218" y="0"/>
                    <a:pt x="1152" y="9"/>
                    <a:pt x="1088" y="19"/>
                  </a:cubicBezTo>
                  <a:cubicBezTo>
                    <a:pt x="980" y="31"/>
                    <a:pt x="872" y="59"/>
                    <a:pt x="768" y="91"/>
                  </a:cubicBezTo>
                  <a:cubicBezTo>
                    <a:pt x="644" y="140"/>
                    <a:pt x="513" y="222"/>
                    <a:pt x="381" y="222"/>
                  </a:cubicBezTo>
                  <a:cubicBezTo>
                    <a:pt x="361" y="222"/>
                    <a:pt x="341" y="220"/>
                    <a:pt x="320" y="215"/>
                  </a:cubicBezTo>
                  <a:lnTo>
                    <a:pt x="320" y="215"/>
                  </a:lnTo>
                  <a:lnTo>
                    <a:pt x="380" y="235"/>
                  </a:lnTo>
                  <a:cubicBezTo>
                    <a:pt x="449" y="298"/>
                    <a:pt x="539" y="332"/>
                    <a:pt x="631" y="332"/>
                  </a:cubicBezTo>
                  <a:cubicBezTo>
                    <a:pt x="679" y="332"/>
                    <a:pt x="727" y="323"/>
                    <a:pt x="772" y="303"/>
                  </a:cubicBezTo>
                  <a:cubicBezTo>
                    <a:pt x="848" y="267"/>
                    <a:pt x="912" y="207"/>
                    <a:pt x="992" y="187"/>
                  </a:cubicBezTo>
                  <a:cubicBezTo>
                    <a:pt x="1006" y="183"/>
                    <a:pt x="1021" y="181"/>
                    <a:pt x="1036" y="181"/>
                  </a:cubicBezTo>
                  <a:cubicBezTo>
                    <a:pt x="1107" y="181"/>
                    <a:pt x="1180" y="225"/>
                    <a:pt x="1176" y="291"/>
                  </a:cubicBezTo>
                  <a:cubicBezTo>
                    <a:pt x="1172" y="323"/>
                    <a:pt x="1160" y="355"/>
                    <a:pt x="1136" y="379"/>
                  </a:cubicBezTo>
                  <a:cubicBezTo>
                    <a:pt x="1020" y="519"/>
                    <a:pt x="820" y="559"/>
                    <a:pt x="636" y="559"/>
                  </a:cubicBezTo>
                  <a:cubicBezTo>
                    <a:pt x="624" y="560"/>
                    <a:pt x="611" y="560"/>
                    <a:pt x="599" y="560"/>
                  </a:cubicBezTo>
                  <a:cubicBezTo>
                    <a:pt x="503" y="560"/>
                    <a:pt x="406" y="553"/>
                    <a:pt x="310" y="553"/>
                  </a:cubicBezTo>
                  <a:cubicBezTo>
                    <a:pt x="236" y="553"/>
                    <a:pt x="163" y="557"/>
                    <a:pt x="92" y="571"/>
                  </a:cubicBezTo>
                  <a:cubicBezTo>
                    <a:pt x="220" y="571"/>
                    <a:pt x="340" y="651"/>
                    <a:pt x="428" y="747"/>
                  </a:cubicBezTo>
                  <a:cubicBezTo>
                    <a:pt x="516" y="843"/>
                    <a:pt x="584" y="955"/>
                    <a:pt x="664" y="1055"/>
                  </a:cubicBezTo>
                  <a:cubicBezTo>
                    <a:pt x="744" y="1151"/>
                    <a:pt x="840" y="1231"/>
                    <a:pt x="944" y="1299"/>
                  </a:cubicBezTo>
                  <a:cubicBezTo>
                    <a:pt x="980" y="1323"/>
                    <a:pt x="1020" y="1355"/>
                    <a:pt x="1008" y="1395"/>
                  </a:cubicBezTo>
                  <a:cubicBezTo>
                    <a:pt x="1004" y="1411"/>
                    <a:pt x="992" y="1427"/>
                    <a:pt x="976" y="1435"/>
                  </a:cubicBezTo>
                  <a:cubicBezTo>
                    <a:pt x="933" y="1467"/>
                    <a:pt x="881" y="1480"/>
                    <a:pt x="828" y="1480"/>
                  </a:cubicBezTo>
                  <a:cubicBezTo>
                    <a:pt x="759" y="1480"/>
                    <a:pt x="687" y="1457"/>
                    <a:pt x="628" y="1423"/>
                  </a:cubicBezTo>
                  <a:cubicBezTo>
                    <a:pt x="520" y="1363"/>
                    <a:pt x="436" y="1271"/>
                    <a:pt x="340" y="1195"/>
                  </a:cubicBezTo>
                  <a:cubicBezTo>
                    <a:pt x="260" y="1135"/>
                    <a:pt x="159" y="1086"/>
                    <a:pt x="58" y="1086"/>
                  </a:cubicBezTo>
                  <a:cubicBezTo>
                    <a:pt x="39" y="1086"/>
                    <a:pt x="20" y="1088"/>
                    <a:pt x="0" y="1091"/>
                  </a:cubicBezTo>
                  <a:cubicBezTo>
                    <a:pt x="164" y="1187"/>
                    <a:pt x="260" y="1371"/>
                    <a:pt x="328" y="1551"/>
                  </a:cubicBezTo>
                  <a:cubicBezTo>
                    <a:pt x="392" y="1731"/>
                    <a:pt x="440" y="1919"/>
                    <a:pt x="540" y="2083"/>
                  </a:cubicBezTo>
                  <a:lnTo>
                    <a:pt x="292" y="1891"/>
                  </a:lnTo>
                  <a:lnTo>
                    <a:pt x="292" y="1891"/>
                  </a:lnTo>
                  <a:cubicBezTo>
                    <a:pt x="372" y="2135"/>
                    <a:pt x="624" y="2279"/>
                    <a:pt x="856" y="2391"/>
                  </a:cubicBezTo>
                  <a:cubicBezTo>
                    <a:pt x="946" y="2436"/>
                    <a:pt x="1044" y="2484"/>
                    <a:pt x="1140" y="2484"/>
                  </a:cubicBezTo>
                  <a:cubicBezTo>
                    <a:pt x="1157" y="2484"/>
                    <a:pt x="1173" y="2482"/>
                    <a:pt x="1188" y="2479"/>
                  </a:cubicBezTo>
                  <a:cubicBezTo>
                    <a:pt x="1316" y="2455"/>
                    <a:pt x="1412" y="2351"/>
                    <a:pt x="1472" y="2239"/>
                  </a:cubicBezTo>
                  <a:cubicBezTo>
                    <a:pt x="1532" y="2127"/>
                    <a:pt x="1573" y="2003"/>
                    <a:pt x="1637" y="1895"/>
                  </a:cubicBezTo>
                  <a:cubicBezTo>
                    <a:pt x="1661" y="1855"/>
                    <a:pt x="1689" y="1819"/>
                    <a:pt x="1729" y="1795"/>
                  </a:cubicBezTo>
                  <a:cubicBezTo>
                    <a:pt x="1747" y="1782"/>
                    <a:pt x="1768" y="1773"/>
                    <a:pt x="1791" y="1768"/>
                  </a:cubicBezTo>
                  <a:lnTo>
                    <a:pt x="1791" y="1768"/>
                  </a:lnTo>
                  <a:cubicBezTo>
                    <a:pt x="1822" y="1773"/>
                    <a:pt x="1853" y="1775"/>
                    <a:pt x="1885" y="1775"/>
                  </a:cubicBezTo>
                  <a:cubicBezTo>
                    <a:pt x="1865" y="1768"/>
                    <a:pt x="1845" y="1765"/>
                    <a:pt x="1825" y="1765"/>
                  </a:cubicBezTo>
                  <a:cubicBezTo>
                    <a:pt x="1814" y="1765"/>
                    <a:pt x="1802" y="1766"/>
                    <a:pt x="1791" y="1768"/>
                  </a:cubicBezTo>
                  <a:lnTo>
                    <a:pt x="1791" y="1768"/>
                  </a:lnTo>
                  <a:cubicBezTo>
                    <a:pt x="1620" y="1741"/>
                    <a:pt x="1468" y="1641"/>
                    <a:pt x="1376" y="1491"/>
                  </a:cubicBezTo>
                  <a:cubicBezTo>
                    <a:pt x="1348" y="1447"/>
                    <a:pt x="1320" y="1387"/>
                    <a:pt x="1364" y="1343"/>
                  </a:cubicBezTo>
                  <a:cubicBezTo>
                    <a:pt x="1380" y="1325"/>
                    <a:pt x="1401" y="1318"/>
                    <a:pt x="1424" y="1318"/>
                  </a:cubicBezTo>
                  <a:cubicBezTo>
                    <a:pt x="1460" y="1318"/>
                    <a:pt x="1502" y="1336"/>
                    <a:pt x="1536" y="1355"/>
                  </a:cubicBezTo>
                  <a:cubicBezTo>
                    <a:pt x="1737" y="1471"/>
                    <a:pt x="1937" y="1603"/>
                    <a:pt x="2169" y="1615"/>
                  </a:cubicBezTo>
                  <a:cubicBezTo>
                    <a:pt x="1989" y="1507"/>
                    <a:pt x="1889" y="1303"/>
                    <a:pt x="1913" y="1095"/>
                  </a:cubicBezTo>
                  <a:lnTo>
                    <a:pt x="1913" y="1095"/>
                  </a:lnTo>
                  <a:cubicBezTo>
                    <a:pt x="1973" y="1223"/>
                    <a:pt x="2069" y="1331"/>
                    <a:pt x="2181" y="1411"/>
                  </a:cubicBezTo>
                  <a:cubicBezTo>
                    <a:pt x="2053" y="1219"/>
                    <a:pt x="1969" y="1003"/>
                    <a:pt x="1933" y="775"/>
                  </a:cubicBezTo>
                  <a:cubicBezTo>
                    <a:pt x="1925" y="711"/>
                    <a:pt x="1913" y="651"/>
                    <a:pt x="1901" y="591"/>
                  </a:cubicBezTo>
                  <a:cubicBezTo>
                    <a:pt x="1865" y="491"/>
                    <a:pt x="1813" y="395"/>
                    <a:pt x="1749" y="311"/>
                  </a:cubicBezTo>
                  <a:cubicBezTo>
                    <a:pt x="1673" y="203"/>
                    <a:pt x="1589" y="87"/>
                    <a:pt x="1472" y="35"/>
                  </a:cubicBezTo>
                  <a:cubicBezTo>
                    <a:pt x="1412" y="9"/>
                    <a:pt x="1348" y="0"/>
                    <a:pt x="12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65"/>
            <p:cNvSpPr/>
            <p:nvPr/>
          </p:nvSpPr>
          <p:spPr>
            <a:xfrm flipH="1">
              <a:off x="4821919" y="1555630"/>
              <a:ext cx="396596" cy="464780"/>
            </a:xfrm>
            <a:custGeom>
              <a:avLst/>
              <a:gdLst/>
              <a:ahLst/>
              <a:cxnLst/>
              <a:rect l="l" t="t" r="r" b="b"/>
              <a:pathLst>
                <a:path w="2949" h="3456" extrusionOk="0">
                  <a:moveTo>
                    <a:pt x="1456" y="1"/>
                  </a:moveTo>
                  <a:cubicBezTo>
                    <a:pt x="1443" y="1"/>
                    <a:pt x="1431" y="4"/>
                    <a:pt x="1420" y="11"/>
                  </a:cubicBezTo>
                  <a:cubicBezTo>
                    <a:pt x="1396" y="31"/>
                    <a:pt x="1384" y="55"/>
                    <a:pt x="1380" y="87"/>
                  </a:cubicBezTo>
                  <a:cubicBezTo>
                    <a:pt x="1344" y="291"/>
                    <a:pt x="1436" y="495"/>
                    <a:pt x="1488" y="695"/>
                  </a:cubicBezTo>
                  <a:cubicBezTo>
                    <a:pt x="1540" y="903"/>
                    <a:pt x="1544" y="1123"/>
                    <a:pt x="1504" y="1336"/>
                  </a:cubicBezTo>
                  <a:cubicBezTo>
                    <a:pt x="1456" y="1087"/>
                    <a:pt x="1348" y="851"/>
                    <a:pt x="1184" y="659"/>
                  </a:cubicBezTo>
                  <a:lnTo>
                    <a:pt x="1184" y="659"/>
                  </a:lnTo>
                  <a:cubicBezTo>
                    <a:pt x="1284" y="887"/>
                    <a:pt x="1320" y="1139"/>
                    <a:pt x="1292" y="1388"/>
                  </a:cubicBezTo>
                  <a:cubicBezTo>
                    <a:pt x="1176" y="1308"/>
                    <a:pt x="1172" y="1139"/>
                    <a:pt x="1168" y="999"/>
                  </a:cubicBezTo>
                  <a:cubicBezTo>
                    <a:pt x="1160" y="839"/>
                    <a:pt x="1128" y="679"/>
                    <a:pt x="1076" y="527"/>
                  </a:cubicBezTo>
                  <a:cubicBezTo>
                    <a:pt x="1056" y="675"/>
                    <a:pt x="1032" y="827"/>
                    <a:pt x="936" y="939"/>
                  </a:cubicBezTo>
                  <a:cubicBezTo>
                    <a:pt x="892" y="991"/>
                    <a:pt x="840" y="1027"/>
                    <a:pt x="792" y="1075"/>
                  </a:cubicBezTo>
                  <a:cubicBezTo>
                    <a:pt x="732" y="1139"/>
                    <a:pt x="692" y="1219"/>
                    <a:pt x="676" y="1308"/>
                  </a:cubicBezTo>
                  <a:cubicBezTo>
                    <a:pt x="672" y="1340"/>
                    <a:pt x="664" y="1372"/>
                    <a:pt x="652" y="1404"/>
                  </a:cubicBezTo>
                  <a:cubicBezTo>
                    <a:pt x="624" y="1460"/>
                    <a:pt x="552" y="1488"/>
                    <a:pt x="492" y="1516"/>
                  </a:cubicBezTo>
                  <a:cubicBezTo>
                    <a:pt x="280" y="1632"/>
                    <a:pt x="180" y="1880"/>
                    <a:pt x="100" y="2108"/>
                  </a:cubicBezTo>
                  <a:cubicBezTo>
                    <a:pt x="56" y="2212"/>
                    <a:pt x="28" y="2320"/>
                    <a:pt x="16" y="2432"/>
                  </a:cubicBezTo>
                  <a:cubicBezTo>
                    <a:pt x="0" y="2540"/>
                    <a:pt x="32" y="2652"/>
                    <a:pt x="104" y="2744"/>
                  </a:cubicBezTo>
                  <a:cubicBezTo>
                    <a:pt x="176" y="2828"/>
                    <a:pt x="288" y="2864"/>
                    <a:pt x="392" y="2900"/>
                  </a:cubicBezTo>
                  <a:cubicBezTo>
                    <a:pt x="540" y="2956"/>
                    <a:pt x="696" y="3000"/>
                    <a:pt x="856" y="3024"/>
                  </a:cubicBezTo>
                  <a:cubicBezTo>
                    <a:pt x="984" y="3040"/>
                    <a:pt x="1112" y="3032"/>
                    <a:pt x="1240" y="3048"/>
                  </a:cubicBezTo>
                  <a:cubicBezTo>
                    <a:pt x="1480" y="3076"/>
                    <a:pt x="1708" y="3176"/>
                    <a:pt x="1888" y="3336"/>
                  </a:cubicBezTo>
                  <a:cubicBezTo>
                    <a:pt x="1776" y="3124"/>
                    <a:pt x="1736" y="2880"/>
                    <a:pt x="1784" y="2644"/>
                  </a:cubicBezTo>
                  <a:cubicBezTo>
                    <a:pt x="1792" y="2588"/>
                    <a:pt x="1812" y="2532"/>
                    <a:pt x="1848" y="2484"/>
                  </a:cubicBezTo>
                  <a:cubicBezTo>
                    <a:pt x="1879" y="2443"/>
                    <a:pt x="1926" y="2417"/>
                    <a:pt x="1976" y="2417"/>
                  </a:cubicBezTo>
                  <a:cubicBezTo>
                    <a:pt x="1986" y="2417"/>
                    <a:pt x="1995" y="2418"/>
                    <a:pt x="2004" y="2420"/>
                  </a:cubicBezTo>
                  <a:cubicBezTo>
                    <a:pt x="1964" y="2624"/>
                    <a:pt x="1948" y="2832"/>
                    <a:pt x="1952" y="3040"/>
                  </a:cubicBezTo>
                  <a:cubicBezTo>
                    <a:pt x="1956" y="3196"/>
                    <a:pt x="1984" y="3372"/>
                    <a:pt x="2112" y="3456"/>
                  </a:cubicBezTo>
                  <a:cubicBezTo>
                    <a:pt x="2088" y="3196"/>
                    <a:pt x="2204" y="2948"/>
                    <a:pt x="2344" y="2728"/>
                  </a:cubicBezTo>
                  <a:cubicBezTo>
                    <a:pt x="2484" y="2508"/>
                    <a:pt x="2656" y="2308"/>
                    <a:pt x="2756" y="2068"/>
                  </a:cubicBezTo>
                  <a:cubicBezTo>
                    <a:pt x="2948" y="1596"/>
                    <a:pt x="2856" y="1055"/>
                    <a:pt x="2520" y="671"/>
                  </a:cubicBezTo>
                  <a:cubicBezTo>
                    <a:pt x="2396" y="531"/>
                    <a:pt x="2240" y="411"/>
                    <a:pt x="2204" y="231"/>
                  </a:cubicBezTo>
                  <a:lnTo>
                    <a:pt x="2192" y="259"/>
                  </a:lnTo>
                  <a:cubicBezTo>
                    <a:pt x="2184" y="483"/>
                    <a:pt x="2180" y="723"/>
                    <a:pt x="2304" y="911"/>
                  </a:cubicBezTo>
                  <a:cubicBezTo>
                    <a:pt x="2356" y="991"/>
                    <a:pt x="2432" y="1055"/>
                    <a:pt x="2488" y="1139"/>
                  </a:cubicBezTo>
                  <a:cubicBezTo>
                    <a:pt x="2540" y="1219"/>
                    <a:pt x="2572" y="1328"/>
                    <a:pt x="2528" y="1416"/>
                  </a:cubicBezTo>
                  <a:cubicBezTo>
                    <a:pt x="2352" y="1368"/>
                    <a:pt x="2180" y="1288"/>
                    <a:pt x="2072" y="1147"/>
                  </a:cubicBezTo>
                  <a:cubicBezTo>
                    <a:pt x="1924" y="955"/>
                    <a:pt x="1916" y="695"/>
                    <a:pt x="1836" y="467"/>
                  </a:cubicBezTo>
                  <a:cubicBezTo>
                    <a:pt x="1780" y="311"/>
                    <a:pt x="1684" y="167"/>
                    <a:pt x="1560" y="51"/>
                  </a:cubicBezTo>
                  <a:cubicBezTo>
                    <a:pt x="1531" y="25"/>
                    <a:pt x="1491" y="1"/>
                    <a:pt x="1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65"/>
            <p:cNvSpPr/>
            <p:nvPr/>
          </p:nvSpPr>
          <p:spPr>
            <a:xfrm flipH="1">
              <a:off x="5219457" y="1368024"/>
              <a:ext cx="498805" cy="536595"/>
            </a:xfrm>
            <a:custGeom>
              <a:avLst/>
              <a:gdLst/>
              <a:ahLst/>
              <a:cxnLst/>
              <a:rect l="l" t="t" r="r" b="b"/>
              <a:pathLst>
                <a:path w="3709" h="3990" extrusionOk="0">
                  <a:moveTo>
                    <a:pt x="1322" y="1"/>
                  </a:moveTo>
                  <a:cubicBezTo>
                    <a:pt x="1120" y="1"/>
                    <a:pt x="916" y="84"/>
                    <a:pt x="796" y="242"/>
                  </a:cubicBezTo>
                  <a:cubicBezTo>
                    <a:pt x="740" y="326"/>
                    <a:pt x="692" y="414"/>
                    <a:pt x="660" y="506"/>
                  </a:cubicBezTo>
                  <a:cubicBezTo>
                    <a:pt x="460" y="1006"/>
                    <a:pt x="288" y="1518"/>
                    <a:pt x="148" y="2038"/>
                  </a:cubicBezTo>
                  <a:cubicBezTo>
                    <a:pt x="128" y="2130"/>
                    <a:pt x="92" y="2238"/>
                    <a:pt x="0" y="2266"/>
                  </a:cubicBezTo>
                  <a:cubicBezTo>
                    <a:pt x="23" y="2269"/>
                    <a:pt x="46" y="2270"/>
                    <a:pt x="69" y="2270"/>
                  </a:cubicBezTo>
                  <a:cubicBezTo>
                    <a:pt x="217" y="2270"/>
                    <a:pt x="360" y="2226"/>
                    <a:pt x="484" y="2142"/>
                  </a:cubicBezTo>
                  <a:lnTo>
                    <a:pt x="484" y="2142"/>
                  </a:lnTo>
                  <a:cubicBezTo>
                    <a:pt x="412" y="2274"/>
                    <a:pt x="332" y="2414"/>
                    <a:pt x="188" y="2466"/>
                  </a:cubicBezTo>
                  <a:cubicBezTo>
                    <a:pt x="230" y="2485"/>
                    <a:pt x="273" y="2493"/>
                    <a:pt x="317" y="2493"/>
                  </a:cubicBezTo>
                  <a:cubicBezTo>
                    <a:pt x="462" y="2493"/>
                    <a:pt x="614" y="2405"/>
                    <a:pt x="740" y="2322"/>
                  </a:cubicBezTo>
                  <a:lnTo>
                    <a:pt x="1024" y="2134"/>
                  </a:lnTo>
                  <a:lnTo>
                    <a:pt x="1024" y="2134"/>
                  </a:lnTo>
                  <a:cubicBezTo>
                    <a:pt x="916" y="2474"/>
                    <a:pt x="604" y="2688"/>
                    <a:pt x="268" y="2688"/>
                  </a:cubicBezTo>
                  <a:cubicBezTo>
                    <a:pt x="193" y="2688"/>
                    <a:pt x="116" y="2677"/>
                    <a:pt x="40" y="2654"/>
                  </a:cubicBezTo>
                  <a:lnTo>
                    <a:pt x="40" y="2654"/>
                  </a:lnTo>
                  <a:cubicBezTo>
                    <a:pt x="236" y="2751"/>
                    <a:pt x="360" y="2955"/>
                    <a:pt x="512" y="3115"/>
                  </a:cubicBezTo>
                  <a:cubicBezTo>
                    <a:pt x="696" y="3307"/>
                    <a:pt x="932" y="3447"/>
                    <a:pt x="1196" y="3511"/>
                  </a:cubicBezTo>
                  <a:cubicBezTo>
                    <a:pt x="1408" y="3563"/>
                    <a:pt x="1640" y="3567"/>
                    <a:pt x="1836" y="3667"/>
                  </a:cubicBezTo>
                  <a:cubicBezTo>
                    <a:pt x="1996" y="3751"/>
                    <a:pt x="2120" y="3887"/>
                    <a:pt x="2284" y="3951"/>
                  </a:cubicBezTo>
                  <a:cubicBezTo>
                    <a:pt x="2365" y="3980"/>
                    <a:pt x="2449" y="3990"/>
                    <a:pt x="2535" y="3990"/>
                  </a:cubicBezTo>
                  <a:cubicBezTo>
                    <a:pt x="2611" y="3990"/>
                    <a:pt x="2687" y="3982"/>
                    <a:pt x="2760" y="3975"/>
                  </a:cubicBezTo>
                  <a:cubicBezTo>
                    <a:pt x="2808" y="3971"/>
                    <a:pt x="2856" y="3963"/>
                    <a:pt x="2904" y="3947"/>
                  </a:cubicBezTo>
                  <a:cubicBezTo>
                    <a:pt x="2944" y="3931"/>
                    <a:pt x="2984" y="3907"/>
                    <a:pt x="3016" y="3879"/>
                  </a:cubicBezTo>
                  <a:cubicBezTo>
                    <a:pt x="3252" y="3687"/>
                    <a:pt x="3412" y="3423"/>
                    <a:pt x="3512" y="3139"/>
                  </a:cubicBezTo>
                  <a:cubicBezTo>
                    <a:pt x="3610" y="2860"/>
                    <a:pt x="3658" y="2566"/>
                    <a:pt x="3706" y="2275"/>
                  </a:cubicBezTo>
                  <a:lnTo>
                    <a:pt x="3706" y="2275"/>
                  </a:lnTo>
                  <a:cubicBezTo>
                    <a:pt x="3706" y="2278"/>
                    <a:pt x="3707" y="2280"/>
                    <a:pt x="3708" y="2282"/>
                  </a:cubicBezTo>
                  <a:lnTo>
                    <a:pt x="3708" y="2258"/>
                  </a:lnTo>
                  <a:cubicBezTo>
                    <a:pt x="3707" y="2264"/>
                    <a:pt x="3707" y="2270"/>
                    <a:pt x="3706" y="2275"/>
                  </a:cubicBezTo>
                  <a:lnTo>
                    <a:pt x="3706" y="2275"/>
                  </a:lnTo>
                  <a:cubicBezTo>
                    <a:pt x="3695" y="2246"/>
                    <a:pt x="3688" y="2220"/>
                    <a:pt x="3680" y="2194"/>
                  </a:cubicBezTo>
                  <a:cubicBezTo>
                    <a:pt x="3476" y="2278"/>
                    <a:pt x="3452" y="2606"/>
                    <a:pt x="3244" y="2679"/>
                  </a:cubicBezTo>
                  <a:cubicBezTo>
                    <a:pt x="3424" y="2342"/>
                    <a:pt x="3608" y="2002"/>
                    <a:pt x="3676" y="1626"/>
                  </a:cubicBezTo>
                  <a:cubicBezTo>
                    <a:pt x="3688" y="1582"/>
                    <a:pt x="3684" y="1534"/>
                    <a:pt x="3668" y="1490"/>
                  </a:cubicBezTo>
                  <a:cubicBezTo>
                    <a:pt x="3655" y="1460"/>
                    <a:pt x="3624" y="1443"/>
                    <a:pt x="3593" y="1443"/>
                  </a:cubicBezTo>
                  <a:cubicBezTo>
                    <a:pt x="3579" y="1443"/>
                    <a:pt x="3565" y="1447"/>
                    <a:pt x="3552" y="1454"/>
                  </a:cubicBezTo>
                  <a:cubicBezTo>
                    <a:pt x="3516" y="1634"/>
                    <a:pt x="3470" y="1811"/>
                    <a:pt x="3412" y="1986"/>
                  </a:cubicBezTo>
                  <a:lnTo>
                    <a:pt x="3412" y="1986"/>
                  </a:lnTo>
                  <a:cubicBezTo>
                    <a:pt x="3471" y="1792"/>
                    <a:pt x="3493" y="1590"/>
                    <a:pt x="3476" y="1390"/>
                  </a:cubicBezTo>
                  <a:cubicBezTo>
                    <a:pt x="3470" y="1389"/>
                    <a:pt x="3465" y="1388"/>
                    <a:pt x="3459" y="1388"/>
                  </a:cubicBezTo>
                  <a:cubicBezTo>
                    <a:pt x="3414" y="1388"/>
                    <a:pt x="3373" y="1427"/>
                    <a:pt x="3344" y="1466"/>
                  </a:cubicBezTo>
                  <a:cubicBezTo>
                    <a:pt x="3252" y="1590"/>
                    <a:pt x="3212" y="1746"/>
                    <a:pt x="3144" y="1886"/>
                  </a:cubicBezTo>
                  <a:cubicBezTo>
                    <a:pt x="3072" y="2034"/>
                    <a:pt x="2976" y="2170"/>
                    <a:pt x="2864" y="2294"/>
                  </a:cubicBezTo>
                  <a:cubicBezTo>
                    <a:pt x="2796" y="2374"/>
                    <a:pt x="2708" y="2442"/>
                    <a:pt x="2612" y="2486"/>
                  </a:cubicBezTo>
                  <a:cubicBezTo>
                    <a:pt x="2578" y="2500"/>
                    <a:pt x="2542" y="2507"/>
                    <a:pt x="2506" y="2507"/>
                  </a:cubicBezTo>
                  <a:cubicBezTo>
                    <a:pt x="2437" y="2507"/>
                    <a:pt x="2369" y="2482"/>
                    <a:pt x="2316" y="2434"/>
                  </a:cubicBezTo>
                  <a:cubicBezTo>
                    <a:pt x="2640" y="2166"/>
                    <a:pt x="2836" y="1786"/>
                    <a:pt x="3024" y="1414"/>
                  </a:cubicBezTo>
                  <a:cubicBezTo>
                    <a:pt x="3068" y="1330"/>
                    <a:pt x="3100" y="1210"/>
                    <a:pt x="3024" y="1158"/>
                  </a:cubicBezTo>
                  <a:cubicBezTo>
                    <a:pt x="2928" y="1270"/>
                    <a:pt x="2836" y="1394"/>
                    <a:pt x="2760" y="1522"/>
                  </a:cubicBezTo>
                  <a:cubicBezTo>
                    <a:pt x="2804" y="1394"/>
                    <a:pt x="2840" y="1266"/>
                    <a:pt x="2872" y="1134"/>
                  </a:cubicBezTo>
                  <a:lnTo>
                    <a:pt x="2872" y="1134"/>
                  </a:lnTo>
                  <a:cubicBezTo>
                    <a:pt x="2644" y="1214"/>
                    <a:pt x="2448" y="1366"/>
                    <a:pt x="2316" y="1566"/>
                  </a:cubicBezTo>
                  <a:cubicBezTo>
                    <a:pt x="2256" y="1662"/>
                    <a:pt x="2208" y="1766"/>
                    <a:pt x="2144" y="1858"/>
                  </a:cubicBezTo>
                  <a:cubicBezTo>
                    <a:pt x="2080" y="1954"/>
                    <a:pt x="1988" y="2026"/>
                    <a:pt x="1880" y="2058"/>
                  </a:cubicBezTo>
                  <a:cubicBezTo>
                    <a:pt x="1859" y="2064"/>
                    <a:pt x="1837" y="2066"/>
                    <a:pt x="1816" y="2066"/>
                  </a:cubicBezTo>
                  <a:cubicBezTo>
                    <a:pt x="1722" y="2066"/>
                    <a:pt x="1628" y="2018"/>
                    <a:pt x="1592" y="1930"/>
                  </a:cubicBezTo>
                  <a:cubicBezTo>
                    <a:pt x="1756" y="1846"/>
                    <a:pt x="1816" y="1650"/>
                    <a:pt x="1904" y="1486"/>
                  </a:cubicBezTo>
                  <a:cubicBezTo>
                    <a:pt x="2028" y="1242"/>
                    <a:pt x="2232" y="1046"/>
                    <a:pt x="2480" y="926"/>
                  </a:cubicBezTo>
                  <a:cubicBezTo>
                    <a:pt x="2461" y="904"/>
                    <a:pt x="2434" y="895"/>
                    <a:pt x="2405" y="895"/>
                  </a:cubicBezTo>
                  <a:cubicBezTo>
                    <a:pt x="2357" y="895"/>
                    <a:pt x="2301" y="919"/>
                    <a:pt x="2256" y="946"/>
                  </a:cubicBezTo>
                  <a:cubicBezTo>
                    <a:pt x="2213" y="974"/>
                    <a:pt x="2157" y="1001"/>
                    <a:pt x="2108" y="1001"/>
                  </a:cubicBezTo>
                  <a:cubicBezTo>
                    <a:pt x="2080" y="1001"/>
                    <a:pt x="2055" y="992"/>
                    <a:pt x="2036" y="970"/>
                  </a:cubicBezTo>
                  <a:cubicBezTo>
                    <a:pt x="2076" y="930"/>
                    <a:pt x="2116" y="886"/>
                    <a:pt x="2156" y="846"/>
                  </a:cubicBezTo>
                  <a:cubicBezTo>
                    <a:pt x="2084" y="830"/>
                    <a:pt x="2010" y="822"/>
                    <a:pt x="1937" y="822"/>
                  </a:cubicBezTo>
                  <a:cubicBezTo>
                    <a:pt x="1776" y="822"/>
                    <a:pt x="1615" y="861"/>
                    <a:pt x="1472" y="938"/>
                  </a:cubicBezTo>
                  <a:cubicBezTo>
                    <a:pt x="1496" y="786"/>
                    <a:pt x="1564" y="650"/>
                    <a:pt x="1672" y="542"/>
                  </a:cubicBezTo>
                  <a:cubicBezTo>
                    <a:pt x="1747" y="471"/>
                    <a:pt x="1850" y="426"/>
                    <a:pt x="1951" y="426"/>
                  </a:cubicBezTo>
                  <a:cubicBezTo>
                    <a:pt x="1997" y="426"/>
                    <a:pt x="2042" y="435"/>
                    <a:pt x="2084" y="454"/>
                  </a:cubicBezTo>
                  <a:cubicBezTo>
                    <a:pt x="1940" y="242"/>
                    <a:pt x="1728" y="70"/>
                    <a:pt x="1480" y="18"/>
                  </a:cubicBezTo>
                  <a:cubicBezTo>
                    <a:pt x="1429" y="7"/>
                    <a:pt x="1375" y="1"/>
                    <a:pt x="13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65"/>
            <p:cNvSpPr/>
            <p:nvPr/>
          </p:nvSpPr>
          <p:spPr>
            <a:xfrm flipH="1">
              <a:off x="4899383" y="1159034"/>
              <a:ext cx="541302" cy="433176"/>
            </a:xfrm>
            <a:custGeom>
              <a:avLst/>
              <a:gdLst/>
              <a:ahLst/>
              <a:cxnLst/>
              <a:rect l="l" t="t" r="r" b="b"/>
              <a:pathLst>
                <a:path w="4025" h="3221" extrusionOk="0">
                  <a:moveTo>
                    <a:pt x="3969" y="1177"/>
                  </a:moveTo>
                  <a:cubicBezTo>
                    <a:pt x="3879" y="1177"/>
                    <a:pt x="3790" y="1201"/>
                    <a:pt x="3712" y="1245"/>
                  </a:cubicBezTo>
                  <a:lnTo>
                    <a:pt x="3712" y="1245"/>
                  </a:lnTo>
                  <a:lnTo>
                    <a:pt x="4024" y="1180"/>
                  </a:lnTo>
                  <a:cubicBezTo>
                    <a:pt x="4006" y="1178"/>
                    <a:pt x="3988" y="1177"/>
                    <a:pt x="3969" y="1177"/>
                  </a:cubicBezTo>
                  <a:close/>
                  <a:moveTo>
                    <a:pt x="1060" y="1324"/>
                  </a:moveTo>
                  <a:lnTo>
                    <a:pt x="1060" y="1324"/>
                  </a:lnTo>
                  <a:cubicBezTo>
                    <a:pt x="1067" y="1332"/>
                    <a:pt x="1076" y="1340"/>
                    <a:pt x="1084" y="1348"/>
                  </a:cubicBezTo>
                  <a:lnTo>
                    <a:pt x="1060" y="1324"/>
                  </a:lnTo>
                  <a:close/>
                  <a:moveTo>
                    <a:pt x="3570" y="1863"/>
                  </a:moveTo>
                  <a:cubicBezTo>
                    <a:pt x="3590" y="1870"/>
                    <a:pt x="3611" y="1876"/>
                    <a:pt x="3632" y="1880"/>
                  </a:cubicBezTo>
                  <a:cubicBezTo>
                    <a:pt x="3612" y="1873"/>
                    <a:pt x="3591" y="1868"/>
                    <a:pt x="3570" y="1863"/>
                  </a:cubicBezTo>
                  <a:close/>
                  <a:moveTo>
                    <a:pt x="3147" y="2238"/>
                  </a:moveTo>
                  <a:cubicBezTo>
                    <a:pt x="3155" y="2241"/>
                    <a:pt x="3164" y="2243"/>
                    <a:pt x="3172" y="2244"/>
                  </a:cubicBezTo>
                  <a:cubicBezTo>
                    <a:pt x="3164" y="2242"/>
                    <a:pt x="3155" y="2240"/>
                    <a:pt x="3147" y="2238"/>
                  </a:cubicBezTo>
                  <a:close/>
                  <a:moveTo>
                    <a:pt x="1286" y="2689"/>
                  </a:moveTo>
                  <a:lnTo>
                    <a:pt x="1172" y="2812"/>
                  </a:lnTo>
                  <a:cubicBezTo>
                    <a:pt x="1223" y="2782"/>
                    <a:pt x="1258" y="2739"/>
                    <a:pt x="1286" y="2689"/>
                  </a:cubicBezTo>
                  <a:close/>
                  <a:moveTo>
                    <a:pt x="1880" y="0"/>
                  </a:moveTo>
                  <a:lnTo>
                    <a:pt x="1880" y="0"/>
                  </a:lnTo>
                  <a:cubicBezTo>
                    <a:pt x="1896" y="228"/>
                    <a:pt x="1840" y="460"/>
                    <a:pt x="1716" y="656"/>
                  </a:cubicBezTo>
                  <a:cubicBezTo>
                    <a:pt x="1728" y="548"/>
                    <a:pt x="1676" y="444"/>
                    <a:pt x="1580" y="392"/>
                  </a:cubicBezTo>
                  <a:lnTo>
                    <a:pt x="1580" y="392"/>
                  </a:lnTo>
                  <a:cubicBezTo>
                    <a:pt x="1624" y="624"/>
                    <a:pt x="1620" y="860"/>
                    <a:pt x="1572" y="1092"/>
                  </a:cubicBezTo>
                  <a:cubicBezTo>
                    <a:pt x="1492" y="908"/>
                    <a:pt x="1360" y="752"/>
                    <a:pt x="1188" y="652"/>
                  </a:cubicBezTo>
                  <a:lnTo>
                    <a:pt x="1188" y="652"/>
                  </a:lnTo>
                  <a:cubicBezTo>
                    <a:pt x="1280" y="748"/>
                    <a:pt x="1260" y="900"/>
                    <a:pt x="1288" y="1032"/>
                  </a:cubicBezTo>
                  <a:cubicBezTo>
                    <a:pt x="1324" y="1180"/>
                    <a:pt x="1424" y="1308"/>
                    <a:pt x="1560" y="1376"/>
                  </a:cubicBezTo>
                  <a:cubicBezTo>
                    <a:pt x="1588" y="1388"/>
                    <a:pt x="1616" y="1404"/>
                    <a:pt x="1636" y="1424"/>
                  </a:cubicBezTo>
                  <a:cubicBezTo>
                    <a:pt x="1660" y="1448"/>
                    <a:pt x="1660" y="1480"/>
                    <a:pt x="1636" y="1504"/>
                  </a:cubicBezTo>
                  <a:cubicBezTo>
                    <a:pt x="1628" y="1512"/>
                    <a:pt x="1620" y="1512"/>
                    <a:pt x="1612" y="1516"/>
                  </a:cubicBezTo>
                  <a:cubicBezTo>
                    <a:pt x="1568" y="1528"/>
                    <a:pt x="1523" y="1534"/>
                    <a:pt x="1478" y="1534"/>
                  </a:cubicBezTo>
                  <a:cubicBezTo>
                    <a:pt x="1308" y="1534"/>
                    <a:pt x="1146" y="1451"/>
                    <a:pt x="1044" y="1308"/>
                  </a:cubicBezTo>
                  <a:lnTo>
                    <a:pt x="1044" y="1308"/>
                  </a:lnTo>
                  <a:lnTo>
                    <a:pt x="1060" y="1324"/>
                  </a:lnTo>
                  <a:lnTo>
                    <a:pt x="1060" y="1324"/>
                  </a:lnTo>
                  <a:cubicBezTo>
                    <a:pt x="1028" y="1289"/>
                    <a:pt x="1005" y="1249"/>
                    <a:pt x="992" y="1204"/>
                  </a:cubicBezTo>
                  <a:lnTo>
                    <a:pt x="992" y="1204"/>
                  </a:lnTo>
                  <a:cubicBezTo>
                    <a:pt x="964" y="1384"/>
                    <a:pt x="1064" y="1556"/>
                    <a:pt x="1232" y="1628"/>
                  </a:cubicBezTo>
                  <a:lnTo>
                    <a:pt x="580" y="1432"/>
                  </a:lnTo>
                  <a:lnTo>
                    <a:pt x="580" y="1432"/>
                  </a:lnTo>
                  <a:cubicBezTo>
                    <a:pt x="636" y="1576"/>
                    <a:pt x="788" y="1652"/>
                    <a:pt x="932" y="1688"/>
                  </a:cubicBezTo>
                  <a:cubicBezTo>
                    <a:pt x="1076" y="1728"/>
                    <a:pt x="1232" y="1740"/>
                    <a:pt x="1360" y="1812"/>
                  </a:cubicBezTo>
                  <a:cubicBezTo>
                    <a:pt x="1309" y="1875"/>
                    <a:pt x="1233" y="1909"/>
                    <a:pt x="1155" y="1909"/>
                  </a:cubicBezTo>
                  <a:cubicBezTo>
                    <a:pt x="1123" y="1909"/>
                    <a:pt x="1091" y="1904"/>
                    <a:pt x="1060" y="1892"/>
                  </a:cubicBezTo>
                  <a:cubicBezTo>
                    <a:pt x="1004" y="1860"/>
                    <a:pt x="948" y="1820"/>
                    <a:pt x="896" y="1780"/>
                  </a:cubicBezTo>
                  <a:cubicBezTo>
                    <a:pt x="863" y="1753"/>
                    <a:pt x="822" y="1739"/>
                    <a:pt x="781" y="1739"/>
                  </a:cubicBezTo>
                  <a:cubicBezTo>
                    <a:pt x="756" y="1739"/>
                    <a:pt x="732" y="1744"/>
                    <a:pt x="708" y="1752"/>
                  </a:cubicBezTo>
                  <a:cubicBezTo>
                    <a:pt x="776" y="1872"/>
                    <a:pt x="908" y="1948"/>
                    <a:pt x="1048" y="1952"/>
                  </a:cubicBezTo>
                  <a:cubicBezTo>
                    <a:pt x="959" y="1999"/>
                    <a:pt x="859" y="2048"/>
                    <a:pt x="760" y="2048"/>
                  </a:cubicBezTo>
                  <a:cubicBezTo>
                    <a:pt x="738" y="2048"/>
                    <a:pt x="717" y="2045"/>
                    <a:pt x="696" y="2040"/>
                  </a:cubicBezTo>
                  <a:cubicBezTo>
                    <a:pt x="492" y="2000"/>
                    <a:pt x="396" y="1744"/>
                    <a:pt x="204" y="1664"/>
                  </a:cubicBezTo>
                  <a:lnTo>
                    <a:pt x="204" y="1664"/>
                  </a:lnTo>
                  <a:cubicBezTo>
                    <a:pt x="292" y="1732"/>
                    <a:pt x="292" y="1864"/>
                    <a:pt x="328" y="1972"/>
                  </a:cubicBezTo>
                  <a:cubicBezTo>
                    <a:pt x="366" y="2066"/>
                    <a:pt x="438" y="2141"/>
                    <a:pt x="529" y="2182"/>
                  </a:cubicBezTo>
                  <a:lnTo>
                    <a:pt x="529" y="2182"/>
                  </a:lnTo>
                  <a:cubicBezTo>
                    <a:pt x="456" y="2162"/>
                    <a:pt x="382" y="2152"/>
                    <a:pt x="308" y="2152"/>
                  </a:cubicBezTo>
                  <a:cubicBezTo>
                    <a:pt x="204" y="2152"/>
                    <a:pt x="99" y="2172"/>
                    <a:pt x="0" y="2212"/>
                  </a:cubicBezTo>
                  <a:cubicBezTo>
                    <a:pt x="136" y="2260"/>
                    <a:pt x="280" y="2292"/>
                    <a:pt x="428" y="2304"/>
                  </a:cubicBezTo>
                  <a:cubicBezTo>
                    <a:pt x="560" y="2304"/>
                    <a:pt x="692" y="2292"/>
                    <a:pt x="820" y="2264"/>
                  </a:cubicBezTo>
                  <a:cubicBezTo>
                    <a:pt x="964" y="2244"/>
                    <a:pt x="1108" y="2228"/>
                    <a:pt x="1252" y="2224"/>
                  </a:cubicBezTo>
                  <a:lnTo>
                    <a:pt x="1252" y="2224"/>
                  </a:lnTo>
                  <a:cubicBezTo>
                    <a:pt x="1056" y="2356"/>
                    <a:pt x="856" y="2476"/>
                    <a:pt x="644" y="2580"/>
                  </a:cubicBezTo>
                  <a:cubicBezTo>
                    <a:pt x="704" y="2552"/>
                    <a:pt x="770" y="2538"/>
                    <a:pt x="837" y="2538"/>
                  </a:cubicBezTo>
                  <a:cubicBezTo>
                    <a:pt x="863" y="2538"/>
                    <a:pt x="890" y="2540"/>
                    <a:pt x="916" y="2544"/>
                  </a:cubicBezTo>
                  <a:cubicBezTo>
                    <a:pt x="956" y="2552"/>
                    <a:pt x="996" y="2556"/>
                    <a:pt x="1036" y="2556"/>
                  </a:cubicBezTo>
                  <a:cubicBezTo>
                    <a:pt x="1120" y="2548"/>
                    <a:pt x="1180" y="2476"/>
                    <a:pt x="1240" y="2424"/>
                  </a:cubicBezTo>
                  <a:cubicBezTo>
                    <a:pt x="1312" y="2360"/>
                    <a:pt x="1400" y="2312"/>
                    <a:pt x="1492" y="2284"/>
                  </a:cubicBezTo>
                  <a:lnTo>
                    <a:pt x="1492" y="2284"/>
                  </a:lnTo>
                  <a:cubicBezTo>
                    <a:pt x="1383" y="2388"/>
                    <a:pt x="1358" y="2560"/>
                    <a:pt x="1286" y="2689"/>
                  </a:cubicBezTo>
                  <a:lnTo>
                    <a:pt x="1286" y="2689"/>
                  </a:lnTo>
                  <a:lnTo>
                    <a:pt x="1404" y="2560"/>
                  </a:lnTo>
                  <a:cubicBezTo>
                    <a:pt x="1468" y="2493"/>
                    <a:pt x="1550" y="2420"/>
                    <a:pt x="1637" y="2420"/>
                  </a:cubicBezTo>
                  <a:cubicBezTo>
                    <a:pt x="1649" y="2420"/>
                    <a:pt x="1660" y="2422"/>
                    <a:pt x="1672" y="2424"/>
                  </a:cubicBezTo>
                  <a:cubicBezTo>
                    <a:pt x="1576" y="2508"/>
                    <a:pt x="1500" y="2608"/>
                    <a:pt x="1440" y="2724"/>
                  </a:cubicBezTo>
                  <a:cubicBezTo>
                    <a:pt x="1524" y="2576"/>
                    <a:pt x="1648" y="2460"/>
                    <a:pt x="1804" y="2392"/>
                  </a:cubicBezTo>
                  <a:lnTo>
                    <a:pt x="1804" y="2392"/>
                  </a:lnTo>
                  <a:cubicBezTo>
                    <a:pt x="1724" y="2440"/>
                    <a:pt x="1668" y="2524"/>
                    <a:pt x="1652" y="2616"/>
                  </a:cubicBezTo>
                  <a:cubicBezTo>
                    <a:pt x="1636" y="2708"/>
                    <a:pt x="1632" y="2800"/>
                    <a:pt x="1644" y="2892"/>
                  </a:cubicBezTo>
                  <a:cubicBezTo>
                    <a:pt x="1648" y="3000"/>
                    <a:pt x="1656" y="3108"/>
                    <a:pt x="1660" y="3220"/>
                  </a:cubicBezTo>
                  <a:cubicBezTo>
                    <a:pt x="1728" y="3132"/>
                    <a:pt x="1728" y="3012"/>
                    <a:pt x="1748" y="2904"/>
                  </a:cubicBezTo>
                  <a:cubicBezTo>
                    <a:pt x="1768" y="2796"/>
                    <a:pt x="1828" y="2672"/>
                    <a:pt x="1936" y="2656"/>
                  </a:cubicBezTo>
                  <a:lnTo>
                    <a:pt x="1936" y="2656"/>
                  </a:lnTo>
                  <a:cubicBezTo>
                    <a:pt x="1896" y="2752"/>
                    <a:pt x="1908" y="2864"/>
                    <a:pt x="1972" y="2948"/>
                  </a:cubicBezTo>
                  <a:cubicBezTo>
                    <a:pt x="1960" y="2856"/>
                    <a:pt x="1952" y="2764"/>
                    <a:pt x="1952" y="2668"/>
                  </a:cubicBezTo>
                  <a:lnTo>
                    <a:pt x="2012" y="2664"/>
                  </a:lnTo>
                  <a:cubicBezTo>
                    <a:pt x="2040" y="2828"/>
                    <a:pt x="2080" y="2988"/>
                    <a:pt x="2132" y="3144"/>
                  </a:cubicBezTo>
                  <a:cubicBezTo>
                    <a:pt x="2088" y="2932"/>
                    <a:pt x="2176" y="2720"/>
                    <a:pt x="2268" y="2520"/>
                  </a:cubicBezTo>
                  <a:lnTo>
                    <a:pt x="2268" y="2520"/>
                  </a:lnTo>
                  <a:cubicBezTo>
                    <a:pt x="2248" y="2680"/>
                    <a:pt x="2280" y="2844"/>
                    <a:pt x="2352" y="2988"/>
                  </a:cubicBezTo>
                  <a:cubicBezTo>
                    <a:pt x="2348" y="2868"/>
                    <a:pt x="2360" y="2748"/>
                    <a:pt x="2388" y="2632"/>
                  </a:cubicBezTo>
                  <a:cubicBezTo>
                    <a:pt x="2408" y="2704"/>
                    <a:pt x="2444" y="2772"/>
                    <a:pt x="2496" y="2832"/>
                  </a:cubicBezTo>
                  <a:cubicBezTo>
                    <a:pt x="2464" y="2724"/>
                    <a:pt x="2476" y="2612"/>
                    <a:pt x="2524" y="2516"/>
                  </a:cubicBezTo>
                  <a:cubicBezTo>
                    <a:pt x="2568" y="2696"/>
                    <a:pt x="2648" y="2868"/>
                    <a:pt x="2760" y="3016"/>
                  </a:cubicBezTo>
                  <a:cubicBezTo>
                    <a:pt x="2684" y="2796"/>
                    <a:pt x="2668" y="2564"/>
                    <a:pt x="2708" y="2340"/>
                  </a:cubicBezTo>
                  <a:cubicBezTo>
                    <a:pt x="2724" y="2330"/>
                    <a:pt x="2742" y="2325"/>
                    <a:pt x="2760" y="2325"/>
                  </a:cubicBezTo>
                  <a:cubicBezTo>
                    <a:pt x="2777" y="2325"/>
                    <a:pt x="2794" y="2330"/>
                    <a:pt x="2808" y="2340"/>
                  </a:cubicBezTo>
                  <a:cubicBezTo>
                    <a:pt x="2836" y="2360"/>
                    <a:pt x="2864" y="2384"/>
                    <a:pt x="2888" y="2412"/>
                  </a:cubicBezTo>
                  <a:cubicBezTo>
                    <a:pt x="2940" y="2448"/>
                    <a:pt x="2992" y="2480"/>
                    <a:pt x="3048" y="2504"/>
                  </a:cubicBezTo>
                  <a:cubicBezTo>
                    <a:pt x="3228" y="2600"/>
                    <a:pt x="3368" y="2756"/>
                    <a:pt x="3444" y="2944"/>
                  </a:cubicBezTo>
                  <a:cubicBezTo>
                    <a:pt x="3428" y="2648"/>
                    <a:pt x="3188" y="2424"/>
                    <a:pt x="2960" y="2236"/>
                  </a:cubicBezTo>
                  <a:cubicBezTo>
                    <a:pt x="2992" y="2231"/>
                    <a:pt x="3022" y="2228"/>
                    <a:pt x="3053" y="2228"/>
                  </a:cubicBezTo>
                  <a:cubicBezTo>
                    <a:pt x="3084" y="2228"/>
                    <a:pt x="3115" y="2231"/>
                    <a:pt x="3147" y="2238"/>
                  </a:cubicBezTo>
                  <a:lnTo>
                    <a:pt x="3147" y="2238"/>
                  </a:lnTo>
                  <a:cubicBezTo>
                    <a:pt x="3056" y="2210"/>
                    <a:pt x="2987" y="2132"/>
                    <a:pt x="2976" y="2040"/>
                  </a:cubicBezTo>
                  <a:lnTo>
                    <a:pt x="2976" y="2040"/>
                  </a:lnTo>
                  <a:lnTo>
                    <a:pt x="3240" y="2072"/>
                  </a:lnTo>
                  <a:cubicBezTo>
                    <a:pt x="3212" y="2060"/>
                    <a:pt x="3200" y="2028"/>
                    <a:pt x="3216" y="2000"/>
                  </a:cubicBezTo>
                  <a:cubicBezTo>
                    <a:pt x="3320" y="2000"/>
                    <a:pt x="3420" y="2024"/>
                    <a:pt x="3508" y="2076"/>
                  </a:cubicBezTo>
                  <a:cubicBezTo>
                    <a:pt x="3448" y="2016"/>
                    <a:pt x="3412" y="1932"/>
                    <a:pt x="3412" y="1848"/>
                  </a:cubicBezTo>
                  <a:cubicBezTo>
                    <a:pt x="3422" y="1848"/>
                    <a:pt x="3432" y="1848"/>
                    <a:pt x="3441" y="1848"/>
                  </a:cubicBezTo>
                  <a:cubicBezTo>
                    <a:pt x="3485" y="1848"/>
                    <a:pt x="3528" y="1853"/>
                    <a:pt x="3570" y="1863"/>
                  </a:cubicBezTo>
                  <a:lnTo>
                    <a:pt x="3570" y="1863"/>
                  </a:lnTo>
                  <a:cubicBezTo>
                    <a:pt x="3486" y="1834"/>
                    <a:pt x="3409" y="1786"/>
                    <a:pt x="3344" y="1724"/>
                  </a:cubicBezTo>
                  <a:cubicBezTo>
                    <a:pt x="3416" y="1672"/>
                    <a:pt x="3496" y="1632"/>
                    <a:pt x="3584" y="1604"/>
                  </a:cubicBezTo>
                  <a:lnTo>
                    <a:pt x="3584" y="1604"/>
                  </a:lnTo>
                  <a:cubicBezTo>
                    <a:pt x="3565" y="1607"/>
                    <a:pt x="3546" y="1608"/>
                    <a:pt x="3527" y="1608"/>
                  </a:cubicBezTo>
                  <a:cubicBezTo>
                    <a:pt x="3485" y="1608"/>
                    <a:pt x="3443" y="1602"/>
                    <a:pt x="3404" y="1588"/>
                  </a:cubicBezTo>
                  <a:cubicBezTo>
                    <a:pt x="3474" y="1502"/>
                    <a:pt x="3580" y="1454"/>
                    <a:pt x="3689" y="1454"/>
                  </a:cubicBezTo>
                  <a:cubicBezTo>
                    <a:pt x="3711" y="1454"/>
                    <a:pt x="3734" y="1456"/>
                    <a:pt x="3756" y="1460"/>
                  </a:cubicBezTo>
                  <a:lnTo>
                    <a:pt x="3540" y="1400"/>
                  </a:lnTo>
                  <a:cubicBezTo>
                    <a:pt x="3586" y="1335"/>
                    <a:pt x="3645" y="1282"/>
                    <a:pt x="3712" y="1245"/>
                  </a:cubicBezTo>
                  <a:lnTo>
                    <a:pt x="3712" y="1245"/>
                  </a:lnTo>
                  <a:lnTo>
                    <a:pt x="3636" y="1260"/>
                  </a:lnTo>
                  <a:cubicBezTo>
                    <a:pt x="3680" y="1188"/>
                    <a:pt x="3748" y="1136"/>
                    <a:pt x="3832" y="1116"/>
                  </a:cubicBezTo>
                  <a:cubicBezTo>
                    <a:pt x="3789" y="1112"/>
                    <a:pt x="3746" y="1109"/>
                    <a:pt x="3703" y="1109"/>
                  </a:cubicBezTo>
                  <a:cubicBezTo>
                    <a:pt x="3530" y="1109"/>
                    <a:pt x="3358" y="1148"/>
                    <a:pt x="3204" y="1224"/>
                  </a:cubicBezTo>
                  <a:lnTo>
                    <a:pt x="3436" y="924"/>
                  </a:lnTo>
                  <a:cubicBezTo>
                    <a:pt x="3424" y="923"/>
                    <a:pt x="3412" y="923"/>
                    <a:pt x="3399" y="923"/>
                  </a:cubicBezTo>
                  <a:cubicBezTo>
                    <a:pt x="3240" y="923"/>
                    <a:pt x="3088" y="994"/>
                    <a:pt x="2980" y="1112"/>
                  </a:cubicBezTo>
                  <a:cubicBezTo>
                    <a:pt x="3016" y="1032"/>
                    <a:pt x="3052" y="948"/>
                    <a:pt x="3084" y="868"/>
                  </a:cubicBezTo>
                  <a:lnTo>
                    <a:pt x="3084" y="868"/>
                  </a:lnTo>
                  <a:cubicBezTo>
                    <a:pt x="3008" y="920"/>
                    <a:pt x="2948" y="988"/>
                    <a:pt x="2908" y="1072"/>
                  </a:cubicBezTo>
                  <a:cubicBezTo>
                    <a:pt x="2900" y="816"/>
                    <a:pt x="2956" y="560"/>
                    <a:pt x="3080" y="336"/>
                  </a:cubicBezTo>
                  <a:lnTo>
                    <a:pt x="3080" y="336"/>
                  </a:lnTo>
                  <a:cubicBezTo>
                    <a:pt x="2908" y="396"/>
                    <a:pt x="2764" y="524"/>
                    <a:pt x="2684" y="684"/>
                  </a:cubicBezTo>
                  <a:cubicBezTo>
                    <a:pt x="2604" y="848"/>
                    <a:pt x="2564" y="1028"/>
                    <a:pt x="2564" y="1208"/>
                  </a:cubicBezTo>
                  <a:cubicBezTo>
                    <a:pt x="2512" y="1084"/>
                    <a:pt x="2524" y="940"/>
                    <a:pt x="2596" y="824"/>
                  </a:cubicBezTo>
                  <a:lnTo>
                    <a:pt x="2596" y="824"/>
                  </a:lnTo>
                  <a:cubicBezTo>
                    <a:pt x="2536" y="872"/>
                    <a:pt x="2496" y="940"/>
                    <a:pt x="2484" y="1016"/>
                  </a:cubicBezTo>
                  <a:cubicBezTo>
                    <a:pt x="2476" y="1018"/>
                    <a:pt x="2468" y="1019"/>
                    <a:pt x="2460" y="1019"/>
                  </a:cubicBezTo>
                  <a:cubicBezTo>
                    <a:pt x="2418" y="1019"/>
                    <a:pt x="2382" y="993"/>
                    <a:pt x="2368" y="952"/>
                  </a:cubicBezTo>
                  <a:cubicBezTo>
                    <a:pt x="2348" y="908"/>
                    <a:pt x="2344" y="856"/>
                    <a:pt x="2356" y="808"/>
                  </a:cubicBezTo>
                  <a:cubicBezTo>
                    <a:pt x="2364" y="712"/>
                    <a:pt x="2384" y="620"/>
                    <a:pt x="2416" y="528"/>
                  </a:cubicBezTo>
                  <a:lnTo>
                    <a:pt x="2416" y="528"/>
                  </a:lnTo>
                  <a:cubicBezTo>
                    <a:pt x="2264" y="608"/>
                    <a:pt x="2148" y="740"/>
                    <a:pt x="2084" y="900"/>
                  </a:cubicBezTo>
                  <a:cubicBezTo>
                    <a:pt x="2112" y="824"/>
                    <a:pt x="2124" y="740"/>
                    <a:pt x="2116" y="660"/>
                  </a:cubicBezTo>
                  <a:lnTo>
                    <a:pt x="2116" y="660"/>
                  </a:lnTo>
                  <a:cubicBezTo>
                    <a:pt x="2064" y="804"/>
                    <a:pt x="2052" y="956"/>
                    <a:pt x="2080" y="1108"/>
                  </a:cubicBezTo>
                  <a:cubicBezTo>
                    <a:pt x="2008" y="1064"/>
                    <a:pt x="1964" y="984"/>
                    <a:pt x="1972" y="904"/>
                  </a:cubicBezTo>
                  <a:cubicBezTo>
                    <a:pt x="1980" y="824"/>
                    <a:pt x="1996" y="744"/>
                    <a:pt x="2020" y="664"/>
                  </a:cubicBezTo>
                  <a:cubicBezTo>
                    <a:pt x="2064" y="432"/>
                    <a:pt x="2016" y="192"/>
                    <a:pt x="18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65"/>
            <p:cNvSpPr/>
            <p:nvPr/>
          </p:nvSpPr>
          <p:spPr>
            <a:xfrm flipH="1">
              <a:off x="5168891" y="1339782"/>
              <a:ext cx="601551" cy="597786"/>
            </a:xfrm>
            <a:custGeom>
              <a:avLst/>
              <a:gdLst/>
              <a:ahLst/>
              <a:cxnLst/>
              <a:rect l="l" t="t" r="r" b="b"/>
              <a:pathLst>
                <a:path w="4473" h="4445" extrusionOk="0">
                  <a:moveTo>
                    <a:pt x="121" y="2872"/>
                  </a:moveTo>
                  <a:cubicBezTo>
                    <a:pt x="121" y="2872"/>
                    <a:pt x="122" y="2873"/>
                    <a:pt x="124" y="2876"/>
                  </a:cubicBezTo>
                  <a:cubicBezTo>
                    <a:pt x="122" y="2874"/>
                    <a:pt x="121" y="2872"/>
                    <a:pt x="121" y="2872"/>
                  </a:cubicBezTo>
                  <a:close/>
                  <a:moveTo>
                    <a:pt x="1572" y="1"/>
                  </a:moveTo>
                  <a:cubicBezTo>
                    <a:pt x="1535" y="1"/>
                    <a:pt x="1498" y="2"/>
                    <a:pt x="1460" y="4"/>
                  </a:cubicBezTo>
                  <a:cubicBezTo>
                    <a:pt x="1340" y="12"/>
                    <a:pt x="1220" y="44"/>
                    <a:pt x="1112" y="100"/>
                  </a:cubicBezTo>
                  <a:cubicBezTo>
                    <a:pt x="1048" y="136"/>
                    <a:pt x="996" y="180"/>
                    <a:pt x="952" y="232"/>
                  </a:cubicBezTo>
                  <a:cubicBezTo>
                    <a:pt x="940" y="248"/>
                    <a:pt x="928" y="260"/>
                    <a:pt x="920" y="272"/>
                  </a:cubicBezTo>
                  <a:lnTo>
                    <a:pt x="904" y="296"/>
                  </a:lnTo>
                  <a:lnTo>
                    <a:pt x="892" y="316"/>
                  </a:lnTo>
                  <a:lnTo>
                    <a:pt x="844" y="408"/>
                  </a:lnTo>
                  <a:cubicBezTo>
                    <a:pt x="776" y="532"/>
                    <a:pt x="720" y="664"/>
                    <a:pt x="676" y="800"/>
                  </a:cubicBezTo>
                  <a:cubicBezTo>
                    <a:pt x="632" y="940"/>
                    <a:pt x="600" y="1088"/>
                    <a:pt x="568" y="1240"/>
                  </a:cubicBezTo>
                  <a:cubicBezTo>
                    <a:pt x="532" y="1388"/>
                    <a:pt x="504" y="1540"/>
                    <a:pt x="468" y="1696"/>
                  </a:cubicBezTo>
                  <a:cubicBezTo>
                    <a:pt x="448" y="1772"/>
                    <a:pt x="428" y="1852"/>
                    <a:pt x="404" y="1928"/>
                  </a:cubicBezTo>
                  <a:cubicBezTo>
                    <a:pt x="396" y="1964"/>
                    <a:pt x="380" y="2004"/>
                    <a:pt x="368" y="2044"/>
                  </a:cubicBezTo>
                  <a:cubicBezTo>
                    <a:pt x="356" y="2084"/>
                    <a:pt x="344" y="2120"/>
                    <a:pt x="332" y="2160"/>
                  </a:cubicBezTo>
                  <a:cubicBezTo>
                    <a:pt x="276" y="2316"/>
                    <a:pt x="208" y="2468"/>
                    <a:pt x="128" y="2612"/>
                  </a:cubicBezTo>
                  <a:lnTo>
                    <a:pt x="64" y="2724"/>
                  </a:lnTo>
                  <a:cubicBezTo>
                    <a:pt x="56" y="2744"/>
                    <a:pt x="44" y="2764"/>
                    <a:pt x="32" y="2784"/>
                  </a:cubicBezTo>
                  <a:cubicBezTo>
                    <a:pt x="20" y="2812"/>
                    <a:pt x="8" y="2840"/>
                    <a:pt x="4" y="2868"/>
                  </a:cubicBezTo>
                  <a:cubicBezTo>
                    <a:pt x="0" y="2893"/>
                    <a:pt x="4" y="2917"/>
                    <a:pt x="20" y="2941"/>
                  </a:cubicBezTo>
                  <a:cubicBezTo>
                    <a:pt x="32" y="2961"/>
                    <a:pt x="48" y="2977"/>
                    <a:pt x="68" y="2985"/>
                  </a:cubicBezTo>
                  <a:cubicBezTo>
                    <a:pt x="92" y="2997"/>
                    <a:pt x="116" y="3005"/>
                    <a:pt x="140" y="3009"/>
                  </a:cubicBezTo>
                  <a:cubicBezTo>
                    <a:pt x="172" y="3025"/>
                    <a:pt x="200" y="3041"/>
                    <a:pt x="228" y="3069"/>
                  </a:cubicBezTo>
                  <a:cubicBezTo>
                    <a:pt x="352" y="3189"/>
                    <a:pt x="468" y="3317"/>
                    <a:pt x="580" y="3449"/>
                  </a:cubicBezTo>
                  <a:cubicBezTo>
                    <a:pt x="696" y="3589"/>
                    <a:pt x="824" y="3717"/>
                    <a:pt x="964" y="3833"/>
                  </a:cubicBezTo>
                  <a:cubicBezTo>
                    <a:pt x="1032" y="3897"/>
                    <a:pt x="1124" y="3937"/>
                    <a:pt x="1220" y="3949"/>
                  </a:cubicBezTo>
                  <a:cubicBezTo>
                    <a:pt x="1235" y="3948"/>
                    <a:pt x="1250" y="3948"/>
                    <a:pt x="1265" y="3948"/>
                  </a:cubicBezTo>
                  <a:cubicBezTo>
                    <a:pt x="1338" y="3948"/>
                    <a:pt x="1411" y="3955"/>
                    <a:pt x="1480" y="3969"/>
                  </a:cubicBezTo>
                  <a:cubicBezTo>
                    <a:pt x="1652" y="4009"/>
                    <a:pt x="1820" y="4057"/>
                    <a:pt x="1988" y="4117"/>
                  </a:cubicBezTo>
                  <a:lnTo>
                    <a:pt x="2480" y="4285"/>
                  </a:lnTo>
                  <a:cubicBezTo>
                    <a:pt x="2640" y="4345"/>
                    <a:pt x="2804" y="4393"/>
                    <a:pt x="2972" y="4429"/>
                  </a:cubicBezTo>
                  <a:cubicBezTo>
                    <a:pt x="3028" y="4439"/>
                    <a:pt x="3086" y="4445"/>
                    <a:pt x="3144" y="4445"/>
                  </a:cubicBezTo>
                  <a:cubicBezTo>
                    <a:pt x="3174" y="4445"/>
                    <a:pt x="3203" y="4443"/>
                    <a:pt x="3232" y="4441"/>
                  </a:cubicBezTo>
                  <a:cubicBezTo>
                    <a:pt x="3320" y="4429"/>
                    <a:pt x="3404" y="4401"/>
                    <a:pt x="3480" y="4357"/>
                  </a:cubicBezTo>
                  <a:cubicBezTo>
                    <a:pt x="3616" y="4265"/>
                    <a:pt x="3732" y="4145"/>
                    <a:pt x="3820" y="4005"/>
                  </a:cubicBezTo>
                  <a:cubicBezTo>
                    <a:pt x="3864" y="3937"/>
                    <a:pt x="3900" y="3873"/>
                    <a:pt x="3940" y="3809"/>
                  </a:cubicBezTo>
                  <a:cubicBezTo>
                    <a:pt x="3976" y="3745"/>
                    <a:pt x="4008" y="3677"/>
                    <a:pt x="4040" y="3609"/>
                  </a:cubicBezTo>
                  <a:cubicBezTo>
                    <a:pt x="4100" y="3473"/>
                    <a:pt x="4148" y="3341"/>
                    <a:pt x="4188" y="3213"/>
                  </a:cubicBezTo>
                  <a:cubicBezTo>
                    <a:pt x="4268" y="2981"/>
                    <a:pt x="4332" y="2744"/>
                    <a:pt x="4380" y="2504"/>
                  </a:cubicBezTo>
                  <a:cubicBezTo>
                    <a:pt x="4420" y="2320"/>
                    <a:pt x="4444" y="2132"/>
                    <a:pt x="4460" y="1944"/>
                  </a:cubicBezTo>
                  <a:cubicBezTo>
                    <a:pt x="4472" y="1820"/>
                    <a:pt x="4464" y="1700"/>
                    <a:pt x="4448" y="1580"/>
                  </a:cubicBezTo>
                  <a:cubicBezTo>
                    <a:pt x="4440" y="1544"/>
                    <a:pt x="4428" y="1516"/>
                    <a:pt x="4416" y="1484"/>
                  </a:cubicBezTo>
                  <a:lnTo>
                    <a:pt x="4400" y="1456"/>
                  </a:lnTo>
                  <a:lnTo>
                    <a:pt x="4380" y="1468"/>
                  </a:lnTo>
                  <a:lnTo>
                    <a:pt x="4396" y="1496"/>
                  </a:lnTo>
                  <a:cubicBezTo>
                    <a:pt x="4404" y="1524"/>
                    <a:pt x="4412" y="1556"/>
                    <a:pt x="4412" y="1588"/>
                  </a:cubicBezTo>
                  <a:cubicBezTo>
                    <a:pt x="4424" y="1704"/>
                    <a:pt x="4416" y="1824"/>
                    <a:pt x="4396" y="1940"/>
                  </a:cubicBezTo>
                  <a:cubicBezTo>
                    <a:pt x="4368" y="2124"/>
                    <a:pt x="4332" y="2308"/>
                    <a:pt x="4284" y="2488"/>
                  </a:cubicBezTo>
                  <a:cubicBezTo>
                    <a:pt x="4232" y="2696"/>
                    <a:pt x="4164" y="2929"/>
                    <a:pt x="4072" y="3181"/>
                  </a:cubicBezTo>
                  <a:cubicBezTo>
                    <a:pt x="4028" y="3305"/>
                    <a:pt x="3980" y="3433"/>
                    <a:pt x="3920" y="3561"/>
                  </a:cubicBezTo>
                  <a:cubicBezTo>
                    <a:pt x="3892" y="3625"/>
                    <a:pt x="3860" y="3689"/>
                    <a:pt x="3824" y="3753"/>
                  </a:cubicBezTo>
                  <a:cubicBezTo>
                    <a:pt x="3792" y="3813"/>
                    <a:pt x="3752" y="3881"/>
                    <a:pt x="3712" y="3945"/>
                  </a:cubicBezTo>
                  <a:cubicBezTo>
                    <a:pt x="3636" y="4073"/>
                    <a:pt x="3540" y="4185"/>
                    <a:pt x="3420" y="4277"/>
                  </a:cubicBezTo>
                  <a:cubicBezTo>
                    <a:pt x="3319" y="4338"/>
                    <a:pt x="3201" y="4369"/>
                    <a:pt x="3082" y="4369"/>
                  </a:cubicBezTo>
                  <a:cubicBezTo>
                    <a:pt x="3047" y="4369"/>
                    <a:pt x="3011" y="4366"/>
                    <a:pt x="2976" y="4361"/>
                  </a:cubicBezTo>
                  <a:cubicBezTo>
                    <a:pt x="2812" y="4337"/>
                    <a:pt x="2648" y="4297"/>
                    <a:pt x="2488" y="4245"/>
                  </a:cubicBezTo>
                  <a:cubicBezTo>
                    <a:pt x="2324" y="4193"/>
                    <a:pt x="2160" y="4137"/>
                    <a:pt x="1996" y="4081"/>
                  </a:cubicBezTo>
                  <a:cubicBezTo>
                    <a:pt x="1828" y="4017"/>
                    <a:pt x="1660" y="3965"/>
                    <a:pt x="1488" y="3925"/>
                  </a:cubicBezTo>
                  <a:cubicBezTo>
                    <a:pt x="1400" y="3905"/>
                    <a:pt x="1308" y="3893"/>
                    <a:pt x="1220" y="3893"/>
                  </a:cubicBezTo>
                  <a:cubicBezTo>
                    <a:pt x="1144" y="3885"/>
                    <a:pt x="1072" y="3833"/>
                    <a:pt x="1004" y="3777"/>
                  </a:cubicBezTo>
                  <a:cubicBezTo>
                    <a:pt x="880" y="3657"/>
                    <a:pt x="760" y="3529"/>
                    <a:pt x="656" y="3389"/>
                  </a:cubicBezTo>
                  <a:cubicBezTo>
                    <a:pt x="548" y="3245"/>
                    <a:pt x="428" y="3109"/>
                    <a:pt x="304" y="2981"/>
                  </a:cubicBezTo>
                  <a:cubicBezTo>
                    <a:pt x="268" y="2945"/>
                    <a:pt x="224" y="2913"/>
                    <a:pt x="176" y="2893"/>
                  </a:cubicBezTo>
                  <a:cubicBezTo>
                    <a:pt x="162" y="2889"/>
                    <a:pt x="146" y="2886"/>
                    <a:pt x="131" y="2880"/>
                  </a:cubicBezTo>
                  <a:lnTo>
                    <a:pt x="131" y="2880"/>
                  </a:lnTo>
                  <a:cubicBezTo>
                    <a:pt x="135" y="2868"/>
                    <a:pt x="142" y="2858"/>
                    <a:pt x="148" y="2848"/>
                  </a:cubicBezTo>
                  <a:cubicBezTo>
                    <a:pt x="156" y="2828"/>
                    <a:pt x="168" y="2812"/>
                    <a:pt x="176" y="2792"/>
                  </a:cubicBezTo>
                  <a:lnTo>
                    <a:pt x="244" y="2680"/>
                  </a:lnTo>
                  <a:cubicBezTo>
                    <a:pt x="328" y="2532"/>
                    <a:pt x="400" y="2372"/>
                    <a:pt x="464" y="2212"/>
                  </a:cubicBezTo>
                  <a:cubicBezTo>
                    <a:pt x="476" y="2172"/>
                    <a:pt x="492" y="2132"/>
                    <a:pt x="504" y="2092"/>
                  </a:cubicBezTo>
                  <a:cubicBezTo>
                    <a:pt x="520" y="2052"/>
                    <a:pt x="532" y="2012"/>
                    <a:pt x="544" y="1972"/>
                  </a:cubicBezTo>
                  <a:cubicBezTo>
                    <a:pt x="568" y="1892"/>
                    <a:pt x="588" y="1812"/>
                    <a:pt x="608" y="1732"/>
                  </a:cubicBezTo>
                  <a:cubicBezTo>
                    <a:pt x="648" y="1576"/>
                    <a:pt x="676" y="1420"/>
                    <a:pt x="704" y="1268"/>
                  </a:cubicBezTo>
                  <a:cubicBezTo>
                    <a:pt x="764" y="972"/>
                    <a:pt x="828" y="696"/>
                    <a:pt x="948" y="464"/>
                  </a:cubicBezTo>
                  <a:lnTo>
                    <a:pt x="992" y="380"/>
                  </a:lnTo>
                  <a:lnTo>
                    <a:pt x="1004" y="360"/>
                  </a:lnTo>
                  <a:lnTo>
                    <a:pt x="1016" y="340"/>
                  </a:lnTo>
                  <a:cubicBezTo>
                    <a:pt x="1020" y="328"/>
                    <a:pt x="1032" y="316"/>
                    <a:pt x="1040" y="304"/>
                  </a:cubicBezTo>
                  <a:cubicBezTo>
                    <a:pt x="1076" y="260"/>
                    <a:pt x="1116" y="224"/>
                    <a:pt x="1164" y="196"/>
                  </a:cubicBezTo>
                  <a:cubicBezTo>
                    <a:pt x="1256" y="144"/>
                    <a:pt x="1364" y="108"/>
                    <a:pt x="1472" y="96"/>
                  </a:cubicBezTo>
                  <a:cubicBezTo>
                    <a:pt x="1547" y="88"/>
                    <a:pt x="1624" y="84"/>
                    <a:pt x="1700" y="84"/>
                  </a:cubicBezTo>
                  <a:cubicBezTo>
                    <a:pt x="1807" y="84"/>
                    <a:pt x="1915" y="92"/>
                    <a:pt x="2020" y="108"/>
                  </a:cubicBezTo>
                  <a:cubicBezTo>
                    <a:pt x="2140" y="128"/>
                    <a:pt x="2256" y="148"/>
                    <a:pt x="2372" y="180"/>
                  </a:cubicBezTo>
                  <a:cubicBezTo>
                    <a:pt x="2456" y="200"/>
                    <a:pt x="2496" y="212"/>
                    <a:pt x="2496" y="212"/>
                  </a:cubicBezTo>
                  <a:lnTo>
                    <a:pt x="2500" y="200"/>
                  </a:lnTo>
                  <a:cubicBezTo>
                    <a:pt x="2500" y="200"/>
                    <a:pt x="2460" y="180"/>
                    <a:pt x="2380" y="152"/>
                  </a:cubicBezTo>
                  <a:cubicBezTo>
                    <a:pt x="2264" y="116"/>
                    <a:pt x="2148" y="80"/>
                    <a:pt x="2032" y="52"/>
                  </a:cubicBezTo>
                  <a:cubicBezTo>
                    <a:pt x="1881" y="20"/>
                    <a:pt x="1727" y="1"/>
                    <a:pt x="1572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65"/>
            <p:cNvSpPr/>
            <p:nvPr/>
          </p:nvSpPr>
          <p:spPr>
            <a:xfrm flipH="1">
              <a:off x="4795022" y="1450329"/>
              <a:ext cx="461149" cy="603165"/>
            </a:xfrm>
            <a:custGeom>
              <a:avLst/>
              <a:gdLst/>
              <a:ahLst/>
              <a:cxnLst/>
              <a:rect l="l" t="t" r="r" b="b"/>
              <a:pathLst>
                <a:path w="3429" h="4485" extrusionOk="0">
                  <a:moveTo>
                    <a:pt x="1697" y="1"/>
                  </a:moveTo>
                  <a:cubicBezTo>
                    <a:pt x="1663" y="1"/>
                    <a:pt x="1629" y="7"/>
                    <a:pt x="1596" y="18"/>
                  </a:cubicBezTo>
                  <a:cubicBezTo>
                    <a:pt x="1560" y="30"/>
                    <a:pt x="1524" y="46"/>
                    <a:pt x="1488" y="70"/>
                  </a:cubicBezTo>
                  <a:cubicBezTo>
                    <a:pt x="1432" y="98"/>
                    <a:pt x="1404" y="118"/>
                    <a:pt x="1404" y="118"/>
                  </a:cubicBezTo>
                  <a:lnTo>
                    <a:pt x="1412" y="130"/>
                  </a:lnTo>
                  <a:cubicBezTo>
                    <a:pt x="1412" y="130"/>
                    <a:pt x="1440" y="114"/>
                    <a:pt x="1500" y="90"/>
                  </a:cubicBezTo>
                  <a:cubicBezTo>
                    <a:pt x="1536" y="74"/>
                    <a:pt x="1572" y="62"/>
                    <a:pt x="1608" y="54"/>
                  </a:cubicBezTo>
                  <a:cubicBezTo>
                    <a:pt x="1631" y="49"/>
                    <a:pt x="1653" y="46"/>
                    <a:pt x="1675" y="46"/>
                  </a:cubicBezTo>
                  <a:cubicBezTo>
                    <a:pt x="1701" y="46"/>
                    <a:pt x="1727" y="50"/>
                    <a:pt x="1752" y="58"/>
                  </a:cubicBezTo>
                  <a:cubicBezTo>
                    <a:pt x="1848" y="98"/>
                    <a:pt x="1960" y="206"/>
                    <a:pt x="2100" y="294"/>
                  </a:cubicBezTo>
                  <a:cubicBezTo>
                    <a:pt x="2172" y="338"/>
                    <a:pt x="2232" y="394"/>
                    <a:pt x="2280" y="458"/>
                  </a:cubicBezTo>
                  <a:cubicBezTo>
                    <a:pt x="2332" y="538"/>
                    <a:pt x="2384" y="618"/>
                    <a:pt x="2424" y="702"/>
                  </a:cubicBezTo>
                  <a:cubicBezTo>
                    <a:pt x="2520" y="902"/>
                    <a:pt x="2624" y="1098"/>
                    <a:pt x="2740" y="1290"/>
                  </a:cubicBezTo>
                  <a:lnTo>
                    <a:pt x="2788" y="1362"/>
                  </a:lnTo>
                  <a:cubicBezTo>
                    <a:pt x="2808" y="1386"/>
                    <a:pt x="2828" y="1414"/>
                    <a:pt x="2844" y="1438"/>
                  </a:cubicBezTo>
                  <a:cubicBezTo>
                    <a:pt x="2864" y="1462"/>
                    <a:pt x="2888" y="1486"/>
                    <a:pt x="2912" y="1510"/>
                  </a:cubicBezTo>
                  <a:cubicBezTo>
                    <a:pt x="2932" y="1534"/>
                    <a:pt x="2956" y="1554"/>
                    <a:pt x="2980" y="1578"/>
                  </a:cubicBezTo>
                  <a:cubicBezTo>
                    <a:pt x="3000" y="1598"/>
                    <a:pt x="3028" y="1622"/>
                    <a:pt x="3048" y="1638"/>
                  </a:cubicBezTo>
                  <a:cubicBezTo>
                    <a:pt x="3068" y="1658"/>
                    <a:pt x="3092" y="1674"/>
                    <a:pt x="3108" y="1698"/>
                  </a:cubicBezTo>
                  <a:cubicBezTo>
                    <a:pt x="3124" y="1718"/>
                    <a:pt x="3140" y="1742"/>
                    <a:pt x="3156" y="1766"/>
                  </a:cubicBezTo>
                  <a:cubicBezTo>
                    <a:pt x="3172" y="1790"/>
                    <a:pt x="3184" y="1814"/>
                    <a:pt x="3196" y="1838"/>
                  </a:cubicBezTo>
                  <a:cubicBezTo>
                    <a:pt x="3248" y="1950"/>
                    <a:pt x="3276" y="2071"/>
                    <a:pt x="3284" y="2191"/>
                  </a:cubicBezTo>
                  <a:cubicBezTo>
                    <a:pt x="3292" y="2319"/>
                    <a:pt x="3284" y="2447"/>
                    <a:pt x="3264" y="2571"/>
                  </a:cubicBezTo>
                  <a:cubicBezTo>
                    <a:pt x="3244" y="2699"/>
                    <a:pt x="3212" y="2827"/>
                    <a:pt x="3164" y="2951"/>
                  </a:cubicBezTo>
                  <a:cubicBezTo>
                    <a:pt x="3144" y="3011"/>
                    <a:pt x="3116" y="3071"/>
                    <a:pt x="3088" y="3131"/>
                  </a:cubicBezTo>
                  <a:cubicBezTo>
                    <a:pt x="3068" y="3159"/>
                    <a:pt x="3056" y="3187"/>
                    <a:pt x="3036" y="3215"/>
                  </a:cubicBezTo>
                  <a:lnTo>
                    <a:pt x="2980" y="3295"/>
                  </a:lnTo>
                  <a:cubicBezTo>
                    <a:pt x="2896" y="3407"/>
                    <a:pt x="2820" y="3519"/>
                    <a:pt x="2752" y="3643"/>
                  </a:cubicBezTo>
                  <a:cubicBezTo>
                    <a:pt x="2684" y="3759"/>
                    <a:pt x="2624" y="3879"/>
                    <a:pt x="2564" y="3999"/>
                  </a:cubicBezTo>
                  <a:cubicBezTo>
                    <a:pt x="2504" y="4119"/>
                    <a:pt x="2452" y="4243"/>
                    <a:pt x="2404" y="4371"/>
                  </a:cubicBezTo>
                  <a:lnTo>
                    <a:pt x="2400" y="4383"/>
                  </a:lnTo>
                  <a:lnTo>
                    <a:pt x="2400" y="4387"/>
                  </a:lnTo>
                  <a:lnTo>
                    <a:pt x="2400" y="4391"/>
                  </a:lnTo>
                  <a:lnTo>
                    <a:pt x="2400" y="4395"/>
                  </a:lnTo>
                  <a:cubicBezTo>
                    <a:pt x="2400" y="4403"/>
                    <a:pt x="2400" y="4411"/>
                    <a:pt x="2396" y="4419"/>
                  </a:cubicBezTo>
                  <a:cubicBezTo>
                    <a:pt x="2392" y="4435"/>
                    <a:pt x="2388" y="4435"/>
                    <a:pt x="2388" y="4435"/>
                  </a:cubicBezTo>
                  <a:cubicBezTo>
                    <a:pt x="2364" y="4431"/>
                    <a:pt x="2340" y="4423"/>
                    <a:pt x="2320" y="4407"/>
                  </a:cubicBezTo>
                  <a:cubicBezTo>
                    <a:pt x="2268" y="4371"/>
                    <a:pt x="2216" y="4335"/>
                    <a:pt x="2168" y="4295"/>
                  </a:cubicBezTo>
                  <a:cubicBezTo>
                    <a:pt x="2148" y="4271"/>
                    <a:pt x="2120" y="4251"/>
                    <a:pt x="2096" y="4231"/>
                  </a:cubicBezTo>
                  <a:cubicBezTo>
                    <a:pt x="2068" y="4211"/>
                    <a:pt x="2044" y="4191"/>
                    <a:pt x="2012" y="4171"/>
                  </a:cubicBezTo>
                  <a:cubicBezTo>
                    <a:pt x="1956" y="4139"/>
                    <a:pt x="1900" y="4111"/>
                    <a:pt x="1836" y="4091"/>
                  </a:cubicBezTo>
                  <a:cubicBezTo>
                    <a:pt x="1720" y="4051"/>
                    <a:pt x="1604" y="4019"/>
                    <a:pt x="1480" y="3999"/>
                  </a:cubicBezTo>
                  <a:cubicBezTo>
                    <a:pt x="1248" y="3955"/>
                    <a:pt x="1032" y="3935"/>
                    <a:pt x="832" y="3899"/>
                  </a:cubicBezTo>
                  <a:cubicBezTo>
                    <a:pt x="740" y="3883"/>
                    <a:pt x="648" y="3863"/>
                    <a:pt x="556" y="3835"/>
                  </a:cubicBezTo>
                  <a:cubicBezTo>
                    <a:pt x="512" y="3823"/>
                    <a:pt x="472" y="3807"/>
                    <a:pt x="432" y="3787"/>
                  </a:cubicBezTo>
                  <a:lnTo>
                    <a:pt x="416" y="3783"/>
                  </a:lnTo>
                  <a:cubicBezTo>
                    <a:pt x="412" y="3779"/>
                    <a:pt x="408" y="3779"/>
                    <a:pt x="404" y="3775"/>
                  </a:cubicBezTo>
                  <a:lnTo>
                    <a:pt x="380" y="3763"/>
                  </a:lnTo>
                  <a:cubicBezTo>
                    <a:pt x="360" y="3751"/>
                    <a:pt x="344" y="3743"/>
                    <a:pt x="328" y="3731"/>
                  </a:cubicBezTo>
                  <a:cubicBezTo>
                    <a:pt x="268" y="3691"/>
                    <a:pt x="216" y="3639"/>
                    <a:pt x="172" y="3583"/>
                  </a:cubicBezTo>
                  <a:cubicBezTo>
                    <a:pt x="136" y="3531"/>
                    <a:pt x="104" y="3475"/>
                    <a:pt x="80" y="3419"/>
                  </a:cubicBezTo>
                  <a:cubicBezTo>
                    <a:pt x="48" y="3335"/>
                    <a:pt x="28" y="3247"/>
                    <a:pt x="20" y="3155"/>
                  </a:cubicBezTo>
                  <a:cubicBezTo>
                    <a:pt x="16" y="3123"/>
                    <a:pt x="16" y="3091"/>
                    <a:pt x="16" y="3059"/>
                  </a:cubicBezTo>
                  <a:lnTo>
                    <a:pt x="12" y="3055"/>
                  </a:lnTo>
                  <a:cubicBezTo>
                    <a:pt x="8" y="3091"/>
                    <a:pt x="4" y="3123"/>
                    <a:pt x="4" y="3155"/>
                  </a:cubicBezTo>
                  <a:cubicBezTo>
                    <a:pt x="0" y="3251"/>
                    <a:pt x="12" y="3343"/>
                    <a:pt x="36" y="3435"/>
                  </a:cubicBezTo>
                  <a:cubicBezTo>
                    <a:pt x="56" y="3503"/>
                    <a:pt x="84" y="3567"/>
                    <a:pt x="120" y="3623"/>
                  </a:cubicBezTo>
                  <a:cubicBezTo>
                    <a:pt x="164" y="3695"/>
                    <a:pt x="220" y="3755"/>
                    <a:pt x="284" y="3803"/>
                  </a:cubicBezTo>
                  <a:cubicBezTo>
                    <a:pt x="304" y="3819"/>
                    <a:pt x="324" y="3831"/>
                    <a:pt x="340" y="3843"/>
                  </a:cubicBezTo>
                  <a:lnTo>
                    <a:pt x="372" y="3859"/>
                  </a:lnTo>
                  <a:cubicBezTo>
                    <a:pt x="376" y="3863"/>
                    <a:pt x="384" y="3867"/>
                    <a:pt x="388" y="3871"/>
                  </a:cubicBezTo>
                  <a:lnTo>
                    <a:pt x="404" y="3879"/>
                  </a:lnTo>
                  <a:cubicBezTo>
                    <a:pt x="444" y="3899"/>
                    <a:pt x="488" y="3915"/>
                    <a:pt x="532" y="3931"/>
                  </a:cubicBezTo>
                  <a:cubicBezTo>
                    <a:pt x="624" y="3967"/>
                    <a:pt x="724" y="3991"/>
                    <a:pt x="820" y="4011"/>
                  </a:cubicBezTo>
                  <a:cubicBezTo>
                    <a:pt x="1020" y="4051"/>
                    <a:pt x="1244" y="4075"/>
                    <a:pt x="1472" y="4115"/>
                  </a:cubicBezTo>
                  <a:cubicBezTo>
                    <a:pt x="1700" y="4155"/>
                    <a:pt x="1940" y="4183"/>
                    <a:pt x="2132" y="4347"/>
                  </a:cubicBezTo>
                  <a:cubicBezTo>
                    <a:pt x="2184" y="4387"/>
                    <a:pt x="2240" y="4423"/>
                    <a:pt x="2300" y="4455"/>
                  </a:cubicBezTo>
                  <a:cubicBezTo>
                    <a:pt x="2316" y="4463"/>
                    <a:pt x="2332" y="4471"/>
                    <a:pt x="2348" y="4475"/>
                  </a:cubicBezTo>
                  <a:cubicBezTo>
                    <a:pt x="2363" y="4480"/>
                    <a:pt x="2380" y="4484"/>
                    <a:pt x="2396" y="4484"/>
                  </a:cubicBezTo>
                  <a:cubicBezTo>
                    <a:pt x="2401" y="4484"/>
                    <a:pt x="2407" y="4484"/>
                    <a:pt x="2412" y="4483"/>
                  </a:cubicBezTo>
                  <a:cubicBezTo>
                    <a:pt x="2428" y="4479"/>
                    <a:pt x="2440" y="4471"/>
                    <a:pt x="2448" y="4459"/>
                  </a:cubicBezTo>
                  <a:cubicBezTo>
                    <a:pt x="2452" y="4447"/>
                    <a:pt x="2456" y="4439"/>
                    <a:pt x="2460" y="4427"/>
                  </a:cubicBezTo>
                  <a:cubicBezTo>
                    <a:pt x="2460" y="4415"/>
                    <a:pt x="2460" y="4407"/>
                    <a:pt x="2460" y="4399"/>
                  </a:cubicBezTo>
                  <a:lnTo>
                    <a:pt x="2460" y="4395"/>
                  </a:lnTo>
                  <a:lnTo>
                    <a:pt x="2460" y="4391"/>
                  </a:lnTo>
                  <a:lnTo>
                    <a:pt x="2464" y="4379"/>
                  </a:lnTo>
                  <a:cubicBezTo>
                    <a:pt x="2484" y="4315"/>
                    <a:pt x="2504" y="4255"/>
                    <a:pt x="2532" y="4199"/>
                  </a:cubicBezTo>
                  <a:cubicBezTo>
                    <a:pt x="2556" y="4139"/>
                    <a:pt x="2584" y="4075"/>
                    <a:pt x="2612" y="4015"/>
                  </a:cubicBezTo>
                  <a:cubicBezTo>
                    <a:pt x="2728" y="3775"/>
                    <a:pt x="2876" y="3547"/>
                    <a:pt x="3048" y="3343"/>
                  </a:cubicBezTo>
                  <a:cubicBezTo>
                    <a:pt x="3236" y="3131"/>
                    <a:pt x="3336" y="2859"/>
                    <a:pt x="3392" y="2591"/>
                  </a:cubicBezTo>
                  <a:cubicBezTo>
                    <a:pt x="3420" y="2459"/>
                    <a:pt x="3428" y="2319"/>
                    <a:pt x="3424" y="2183"/>
                  </a:cubicBezTo>
                  <a:cubicBezTo>
                    <a:pt x="3420" y="2042"/>
                    <a:pt x="3388" y="1906"/>
                    <a:pt x="3336" y="1782"/>
                  </a:cubicBezTo>
                  <a:cubicBezTo>
                    <a:pt x="3316" y="1750"/>
                    <a:pt x="3308" y="1718"/>
                    <a:pt x="3288" y="1690"/>
                  </a:cubicBezTo>
                  <a:cubicBezTo>
                    <a:pt x="3268" y="1658"/>
                    <a:pt x="3248" y="1626"/>
                    <a:pt x="3224" y="1602"/>
                  </a:cubicBezTo>
                  <a:cubicBezTo>
                    <a:pt x="3200" y="1578"/>
                    <a:pt x="3172" y="1550"/>
                    <a:pt x="3152" y="1530"/>
                  </a:cubicBezTo>
                  <a:cubicBezTo>
                    <a:pt x="3132" y="1510"/>
                    <a:pt x="3104" y="1490"/>
                    <a:pt x="3084" y="1466"/>
                  </a:cubicBezTo>
                  <a:cubicBezTo>
                    <a:pt x="3072" y="1458"/>
                    <a:pt x="3060" y="1446"/>
                    <a:pt x="3048" y="1438"/>
                  </a:cubicBezTo>
                  <a:lnTo>
                    <a:pt x="3020" y="1406"/>
                  </a:lnTo>
                  <a:cubicBezTo>
                    <a:pt x="3004" y="1386"/>
                    <a:pt x="2984" y="1366"/>
                    <a:pt x="2964" y="1346"/>
                  </a:cubicBezTo>
                  <a:cubicBezTo>
                    <a:pt x="2948" y="1322"/>
                    <a:pt x="2928" y="1302"/>
                    <a:pt x="2912" y="1278"/>
                  </a:cubicBezTo>
                  <a:lnTo>
                    <a:pt x="2860" y="1210"/>
                  </a:lnTo>
                  <a:cubicBezTo>
                    <a:pt x="2736" y="1022"/>
                    <a:pt x="2636" y="826"/>
                    <a:pt x="2536" y="646"/>
                  </a:cubicBezTo>
                  <a:cubicBezTo>
                    <a:pt x="2488" y="558"/>
                    <a:pt x="2432" y="474"/>
                    <a:pt x="2368" y="394"/>
                  </a:cubicBezTo>
                  <a:cubicBezTo>
                    <a:pt x="2308" y="322"/>
                    <a:pt x="2232" y="262"/>
                    <a:pt x="2152" y="218"/>
                  </a:cubicBezTo>
                  <a:cubicBezTo>
                    <a:pt x="2076" y="178"/>
                    <a:pt x="2012" y="138"/>
                    <a:pt x="1952" y="102"/>
                  </a:cubicBezTo>
                  <a:cubicBezTo>
                    <a:pt x="1896" y="62"/>
                    <a:pt x="1832" y="30"/>
                    <a:pt x="1768" y="10"/>
                  </a:cubicBezTo>
                  <a:cubicBezTo>
                    <a:pt x="1745" y="4"/>
                    <a:pt x="1721" y="1"/>
                    <a:pt x="1697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65"/>
            <p:cNvSpPr/>
            <p:nvPr/>
          </p:nvSpPr>
          <p:spPr>
            <a:xfrm flipH="1">
              <a:off x="4580922" y="1283029"/>
              <a:ext cx="426183" cy="404665"/>
            </a:xfrm>
            <a:custGeom>
              <a:avLst/>
              <a:gdLst/>
              <a:ahLst/>
              <a:cxnLst/>
              <a:rect l="l" t="t" r="r" b="b"/>
              <a:pathLst>
                <a:path w="3169" h="3009" extrusionOk="0">
                  <a:moveTo>
                    <a:pt x="1992" y="1"/>
                  </a:moveTo>
                  <a:cubicBezTo>
                    <a:pt x="1948" y="1"/>
                    <a:pt x="1904" y="3"/>
                    <a:pt x="1860" y="6"/>
                  </a:cubicBezTo>
                  <a:cubicBezTo>
                    <a:pt x="1760" y="18"/>
                    <a:pt x="1664" y="34"/>
                    <a:pt x="1572" y="54"/>
                  </a:cubicBezTo>
                  <a:cubicBezTo>
                    <a:pt x="1476" y="74"/>
                    <a:pt x="1384" y="98"/>
                    <a:pt x="1296" y="122"/>
                  </a:cubicBezTo>
                  <a:cubicBezTo>
                    <a:pt x="1248" y="134"/>
                    <a:pt x="1204" y="146"/>
                    <a:pt x="1164" y="154"/>
                  </a:cubicBezTo>
                  <a:cubicBezTo>
                    <a:pt x="1120" y="162"/>
                    <a:pt x="1076" y="162"/>
                    <a:pt x="1032" y="162"/>
                  </a:cubicBezTo>
                  <a:cubicBezTo>
                    <a:pt x="836" y="162"/>
                    <a:pt x="644" y="190"/>
                    <a:pt x="460" y="254"/>
                  </a:cubicBezTo>
                  <a:cubicBezTo>
                    <a:pt x="368" y="282"/>
                    <a:pt x="280" y="326"/>
                    <a:pt x="200" y="382"/>
                  </a:cubicBezTo>
                  <a:cubicBezTo>
                    <a:pt x="120" y="442"/>
                    <a:pt x="52" y="510"/>
                    <a:pt x="0" y="590"/>
                  </a:cubicBezTo>
                  <a:lnTo>
                    <a:pt x="12" y="598"/>
                  </a:lnTo>
                  <a:cubicBezTo>
                    <a:pt x="72" y="530"/>
                    <a:pt x="144" y="474"/>
                    <a:pt x="228" y="426"/>
                  </a:cubicBezTo>
                  <a:cubicBezTo>
                    <a:pt x="308" y="382"/>
                    <a:pt x="392" y="350"/>
                    <a:pt x="480" y="326"/>
                  </a:cubicBezTo>
                  <a:cubicBezTo>
                    <a:pt x="629" y="294"/>
                    <a:pt x="778" y="280"/>
                    <a:pt x="926" y="280"/>
                  </a:cubicBezTo>
                  <a:cubicBezTo>
                    <a:pt x="962" y="280"/>
                    <a:pt x="997" y="281"/>
                    <a:pt x="1032" y="282"/>
                  </a:cubicBezTo>
                  <a:cubicBezTo>
                    <a:pt x="1056" y="286"/>
                    <a:pt x="1081" y="288"/>
                    <a:pt x="1106" y="288"/>
                  </a:cubicBezTo>
                  <a:cubicBezTo>
                    <a:pt x="1131" y="288"/>
                    <a:pt x="1156" y="286"/>
                    <a:pt x="1180" y="282"/>
                  </a:cubicBezTo>
                  <a:cubicBezTo>
                    <a:pt x="1232" y="278"/>
                    <a:pt x="1280" y="266"/>
                    <a:pt x="1328" y="254"/>
                  </a:cubicBezTo>
                  <a:cubicBezTo>
                    <a:pt x="1420" y="234"/>
                    <a:pt x="1508" y="210"/>
                    <a:pt x="1600" y="194"/>
                  </a:cubicBezTo>
                  <a:cubicBezTo>
                    <a:pt x="1692" y="178"/>
                    <a:pt x="1780" y="162"/>
                    <a:pt x="1872" y="154"/>
                  </a:cubicBezTo>
                  <a:cubicBezTo>
                    <a:pt x="1916" y="150"/>
                    <a:pt x="1961" y="148"/>
                    <a:pt x="2006" y="148"/>
                  </a:cubicBezTo>
                  <a:cubicBezTo>
                    <a:pt x="2051" y="148"/>
                    <a:pt x="2096" y="150"/>
                    <a:pt x="2140" y="154"/>
                  </a:cubicBezTo>
                  <a:cubicBezTo>
                    <a:pt x="2160" y="154"/>
                    <a:pt x="2184" y="158"/>
                    <a:pt x="2204" y="162"/>
                  </a:cubicBezTo>
                  <a:cubicBezTo>
                    <a:pt x="2224" y="166"/>
                    <a:pt x="2248" y="170"/>
                    <a:pt x="2268" y="174"/>
                  </a:cubicBezTo>
                  <a:lnTo>
                    <a:pt x="2325" y="190"/>
                  </a:lnTo>
                  <a:lnTo>
                    <a:pt x="2393" y="218"/>
                  </a:lnTo>
                  <a:cubicBezTo>
                    <a:pt x="2465" y="258"/>
                    <a:pt x="2533" y="310"/>
                    <a:pt x="2581" y="378"/>
                  </a:cubicBezTo>
                  <a:cubicBezTo>
                    <a:pt x="2609" y="414"/>
                    <a:pt x="2637" y="450"/>
                    <a:pt x="2657" y="486"/>
                  </a:cubicBezTo>
                  <a:cubicBezTo>
                    <a:pt x="2681" y="526"/>
                    <a:pt x="2705" y="566"/>
                    <a:pt x="2725" y="606"/>
                  </a:cubicBezTo>
                  <a:cubicBezTo>
                    <a:pt x="2741" y="650"/>
                    <a:pt x="2757" y="690"/>
                    <a:pt x="2777" y="734"/>
                  </a:cubicBezTo>
                  <a:cubicBezTo>
                    <a:pt x="2797" y="774"/>
                    <a:pt x="2813" y="818"/>
                    <a:pt x="2825" y="862"/>
                  </a:cubicBezTo>
                  <a:cubicBezTo>
                    <a:pt x="2885" y="1042"/>
                    <a:pt x="2925" y="1222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cubicBezTo>
                    <a:pt x="2953" y="1594"/>
                    <a:pt x="2953" y="1606"/>
                    <a:pt x="2953" y="1618"/>
                  </a:cubicBez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79"/>
                    <a:pt x="3036" y="1854"/>
                    <a:pt x="3096" y="1917"/>
                  </a:cubicBezTo>
                  <a:lnTo>
                    <a:pt x="3096" y="1917"/>
                  </a:lnTo>
                  <a:lnTo>
                    <a:pt x="3049" y="1938"/>
                  </a:lnTo>
                  <a:lnTo>
                    <a:pt x="2977" y="1982"/>
                  </a:lnTo>
                  <a:cubicBezTo>
                    <a:pt x="2929" y="2014"/>
                    <a:pt x="2885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33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52" y="2786"/>
                  </a:lnTo>
                  <a:lnTo>
                    <a:pt x="2232" y="2814"/>
                  </a:lnTo>
                  <a:lnTo>
                    <a:pt x="2204" y="2846"/>
                  </a:lnTo>
                  <a:cubicBezTo>
                    <a:pt x="2172" y="2870"/>
                    <a:pt x="2132" y="2886"/>
                    <a:pt x="2088" y="2886"/>
                  </a:cubicBezTo>
                  <a:cubicBezTo>
                    <a:pt x="2064" y="2888"/>
                    <a:pt x="2039" y="2889"/>
                    <a:pt x="2014" y="2889"/>
                  </a:cubicBezTo>
                  <a:cubicBezTo>
                    <a:pt x="1988" y="2889"/>
                    <a:pt x="1962" y="2888"/>
                    <a:pt x="1936" y="2886"/>
                  </a:cubicBezTo>
                  <a:cubicBezTo>
                    <a:pt x="1832" y="2874"/>
                    <a:pt x="1728" y="2850"/>
                    <a:pt x="1624" y="2822"/>
                  </a:cubicBezTo>
                  <a:cubicBezTo>
                    <a:pt x="1576" y="2806"/>
                    <a:pt x="1524" y="2786"/>
                    <a:pt x="1476" y="2766"/>
                  </a:cubicBezTo>
                  <a:cubicBezTo>
                    <a:pt x="1424" y="2746"/>
                    <a:pt x="1376" y="2722"/>
                    <a:pt x="1328" y="2694"/>
                  </a:cubicBezTo>
                  <a:cubicBezTo>
                    <a:pt x="1228" y="2642"/>
                    <a:pt x="1124" y="2602"/>
                    <a:pt x="1016" y="2578"/>
                  </a:cubicBezTo>
                  <a:lnTo>
                    <a:pt x="1004" y="2590"/>
                  </a:lnTo>
                  <a:cubicBezTo>
                    <a:pt x="1104" y="2634"/>
                    <a:pt x="1200" y="2686"/>
                    <a:pt x="1292" y="2746"/>
                  </a:cubicBezTo>
                  <a:cubicBezTo>
                    <a:pt x="1336" y="2782"/>
                    <a:pt x="1384" y="2810"/>
                    <a:pt x="1436" y="2838"/>
                  </a:cubicBezTo>
                  <a:cubicBezTo>
                    <a:pt x="1484" y="2862"/>
                    <a:pt x="1536" y="2886"/>
                    <a:pt x="1588" y="2906"/>
                  </a:cubicBezTo>
                  <a:cubicBezTo>
                    <a:pt x="1696" y="2950"/>
                    <a:pt x="1808" y="2978"/>
                    <a:pt x="1920" y="2998"/>
                  </a:cubicBezTo>
                  <a:cubicBezTo>
                    <a:pt x="1961" y="3004"/>
                    <a:pt x="2005" y="3008"/>
                    <a:pt x="2048" y="3008"/>
                  </a:cubicBezTo>
                  <a:cubicBezTo>
                    <a:pt x="2064" y="3008"/>
                    <a:pt x="2080" y="3008"/>
                    <a:pt x="2096" y="3006"/>
                  </a:cubicBezTo>
                  <a:cubicBezTo>
                    <a:pt x="2168" y="3002"/>
                    <a:pt x="2232" y="2974"/>
                    <a:pt x="2289" y="2930"/>
                  </a:cubicBezTo>
                  <a:lnTo>
                    <a:pt x="2317" y="2898"/>
                  </a:lnTo>
                  <a:lnTo>
                    <a:pt x="2345" y="2862"/>
                  </a:lnTo>
                  <a:cubicBezTo>
                    <a:pt x="2365" y="2838"/>
                    <a:pt x="2377" y="2818"/>
                    <a:pt x="2397" y="2794"/>
                  </a:cubicBezTo>
                  <a:lnTo>
                    <a:pt x="2489" y="2658"/>
                  </a:lnTo>
                  <a:cubicBezTo>
                    <a:pt x="2553" y="2566"/>
                    <a:pt x="2609" y="2474"/>
                    <a:pt x="2673" y="2386"/>
                  </a:cubicBezTo>
                  <a:cubicBezTo>
                    <a:pt x="2709" y="2342"/>
                    <a:pt x="2741" y="2298"/>
                    <a:pt x="2773" y="2254"/>
                  </a:cubicBezTo>
                  <a:cubicBezTo>
                    <a:pt x="2809" y="2214"/>
                    <a:pt x="2845" y="2174"/>
                    <a:pt x="2881" y="2134"/>
                  </a:cubicBezTo>
                  <a:cubicBezTo>
                    <a:pt x="2921" y="2098"/>
                    <a:pt x="2961" y="2062"/>
                    <a:pt x="3001" y="2026"/>
                  </a:cubicBezTo>
                  <a:lnTo>
                    <a:pt x="3069" y="1982"/>
                  </a:lnTo>
                  <a:lnTo>
                    <a:pt x="3141" y="1946"/>
                  </a:lnTo>
                  <a:lnTo>
                    <a:pt x="3169" y="1930"/>
                  </a:lnTo>
                  <a:lnTo>
                    <a:pt x="3145" y="1906"/>
                  </a:lnTo>
                  <a:cubicBezTo>
                    <a:pt x="3081" y="1846"/>
                    <a:pt x="3029" y="1770"/>
                    <a:pt x="3001" y="1682"/>
                  </a:cubicBezTo>
                  <a:cubicBezTo>
                    <a:pt x="2993" y="1662"/>
                    <a:pt x="2989" y="1638"/>
                    <a:pt x="2989" y="1618"/>
                  </a:cubicBezTo>
                  <a:lnTo>
                    <a:pt x="2989" y="1586"/>
                  </a:lnTo>
                  <a:lnTo>
                    <a:pt x="2993" y="1550"/>
                  </a:lnTo>
                  <a:cubicBezTo>
                    <a:pt x="2997" y="1502"/>
                    <a:pt x="2993" y="1454"/>
                    <a:pt x="2993" y="1406"/>
                  </a:cubicBezTo>
                  <a:cubicBezTo>
                    <a:pt x="2989" y="1310"/>
                    <a:pt x="2981" y="1214"/>
                    <a:pt x="2965" y="1118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89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1" y="302"/>
                  </a:cubicBezTo>
                  <a:cubicBezTo>
                    <a:pt x="2621" y="214"/>
                    <a:pt x="2541" y="146"/>
                    <a:pt x="2449" y="94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1" y="34"/>
                    <a:pt x="2256" y="26"/>
                    <a:pt x="2232" y="22"/>
                  </a:cubicBezTo>
                  <a:cubicBezTo>
                    <a:pt x="2204" y="18"/>
                    <a:pt x="2180" y="10"/>
                    <a:pt x="2156" y="10"/>
                  </a:cubicBezTo>
                  <a:cubicBezTo>
                    <a:pt x="2101" y="4"/>
                    <a:pt x="2046" y="1"/>
                    <a:pt x="1992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65"/>
            <p:cNvSpPr/>
            <p:nvPr/>
          </p:nvSpPr>
          <p:spPr>
            <a:xfrm flipH="1">
              <a:off x="4703035" y="797000"/>
              <a:ext cx="576268" cy="537537"/>
            </a:xfrm>
            <a:custGeom>
              <a:avLst/>
              <a:gdLst/>
              <a:ahLst/>
              <a:cxnLst/>
              <a:rect l="l" t="t" r="r" b="b"/>
              <a:pathLst>
                <a:path w="4285" h="3997" extrusionOk="0">
                  <a:moveTo>
                    <a:pt x="3508" y="0"/>
                  </a:moveTo>
                  <a:cubicBezTo>
                    <a:pt x="3368" y="16"/>
                    <a:pt x="3228" y="28"/>
                    <a:pt x="3088" y="36"/>
                  </a:cubicBezTo>
                  <a:cubicBezTo>
                    <a:pt x="3052" y="38"/>
                    <a:pt x="3017" y="39"/>
                    <a:pt x="2982" y="39"/>
                  </a:cubicBezTo>
                  <a:cubicBezTo>
                    <a:pt x="2947" y="39"/>
                    <a:pt x="2912" y="38"/>
                    <a:pt x="2876" y="36"/>
                  </a:cubicBezTo>
                  <a:cubicBezTo>
                    <a:pt x="2808" y="28"/>
                    <a:pt x="2736" y="28"/>
                    <a:pt x="2664" y="28"/>
                  </a:cubicBezTo>
                  <a:cubicBezTo>
                    <a:pt x="2630" y="28"/>
                    <a:pt x="2596" y="27"/>
                    <a:pt x="2561" y="27"/>
                  </a:cubicBezTo>
                  <a:cubicBezTo>
                    <a:pt x="2312" y="27"/>
                    <a:pt x="2062" y="41"/>
                    <a:pt x="1816" y="72"/>
                  </a:cubicBezTo>
                  <a:cubicBezTo>
                    <a:pt x="1672" y="88"/>
                    <a:pt x="1532" y="116"/>
                    <a:pt x="1392" y="160"/>
                  </a:cubicBezTo>
                  <a:cubicBezTo>
                    <a:pt x="1356" y="168"/>
                    <a:pt x="1320" y="184"/>
                    <a:pt x="1288" y="200"/>
                  </a:cubicBezTo>
                  <a:cubicBezTo>
                    <a:pt x="1256" y="212"/>
                    <a:pt x="1220" y="232"/>
                    <a:pt x="1188" y="252"/>
                  </a:cubicBezTo>
                  <a:cubicBezTo>
                    <a:pt x="1160" y="264"/>
                    <a:pt x="1128" y="288"/>
                    <a:pt x="1100" y="300"/>
                  </a:cubicBezTo>
                  <a:cubicBezTo>
                    <a:pt x="1072" y="316"/>
                    <a:pt x="1040" y="332"/>
                    <a:pt x="1012" y="344"/>
                  </a:cubicBezTo>
                  <a:cubicBezTo>
                    <a:pt x="880" y="388"/>
                    <a:pt x="748" y="428"/>
                    <a:pt x="612" y="456"/>
                  </a:cubicBezTo>
                  <a:cubicBezTo>
                    <a:pt x="536" y="476"/>
                    <a:pt x="464" y="508"/>
                    <a:pt x="400" y="548"/>
                  </a:cubicBezTo>
                  <a:cubicBezTo>
                    <a:pt x="332" y="592"/>
                    <a:pt x="272" y="648"/>
                    <a:pt x="232" y="716"/>
                  </a:cubicBezTo>
                  <a:cubicBezTo>
                    <a:pt x="208" y="748"/>
                    <a:pt x="192" y="780"/>
                    <a:pt x="176" y="812"/>
                  </a:cubicBezTo>
                  <a:cubicBezTo>
                    <a:pt x="156" y="848"/>
                    <a:pt x="140" y="884"/>
                    <a:pt x="128" y="920"/>
                  </a:cubicBezTo>
                  <a:cubicBezTo>
                    <a:pt x="100" y="988"/>
                    <a:pt x="80" y="1056"/>
                    <a:pt x="60" y="1128"/>
                  </a:cubicBezTo>
                  <a:cubicBezTo>
                    <a:pt x="24" y="1272"/>
                    <a:pt x="8" y="1416"/>
                    <a:pt x="4" y="1560"/>
                  </a:cubicBezTo>
                  <a:cubicBezTo>
                    <a:pt x="0" y="1708"/>
                    <a:pt x="12" y="1852"/>
                    <a:pt x="40" y="1996"/>
                  </a:cubicBezTo>
                  <a:cubicBezTo>
                    <a:pt x="72" y="2140"/>
                    <a:pt x="120" y="2276"/>
                    <a:pt x="184" y="2408"/>
                  </a:cubicBezTo>
                  <a:cubicBezTo>
                    <a:pt x="244" y="2536"/>
                    <a:pt x="308" y="2664"/>
                    <a:pt x="368" y="2788"/>
                  </a:cubicBezTo>
                  <a:cubicBezTo>
                    <a:pt x="484" y="3040"/>
                    <a:pt x="520" y="3316"/>
                    <a:pt x="480" y="3592"/>
                  </a:cubicBezTo>
                  <a:cubicBezTo>
                    <a:pt x="460" y="3660"/>
                    <a:pt x="452" y="3732"/>
                    <a:pt x="456" y="3804"/>
                  </a:cubicBezTo>
                  <a:cubicBezTo>
                    <a:pt x="464" y="3876"/>
                    <a:pt x="500" y="3944"/>
                    <a:pt x="556" y="3996"/>
                  </a:cubicBezTo>
                  <a:lnTo>
                    <a:pt x="564" y="3988"/>
                  </a:lnTo>
                  <a:cubicBezTo>
                    <a:pt x="520" y="3936"/>
                    <a:pt x="496" y="3872"/>
                    <a:pt x="488" y="3804"/>
                  </a:cubicBezTo>
                  <a:cubicBezTo>
                    <a:pt x="496" y="3736"/>
                    <a:pt x="508" y="3668"/>
                    <a:pt x="528" y="3604"/>
                  </a:cubicBezTo>
                  <a:cubicBezTo>
                    <a:pt x="548" y="3532"/>
                    <a:pt x="560" y="3460"/>
                    <a:pt x="564" y="3388"/>
                  </a:cubicBezTo>
                  <a:cubicBezTo>
                    <a:pt x="564" y="3352"/>
                    <a:pt x="564" y="3316"/>
                    <a:pt x="564" y="3280"/>
                  </a:cubicBezTo>
                  <a:cubicBezTo>
                    <a:pt x="564" y="3248"/>
                    <a:pt x="560" y="3208"/>
                    <a:pt x="560" y="3172"/>
                  </a:cubicBezTo>
                  <a:cubicBezTo>
                    <a:pt x="548" y="3028"/>
                    <a:pt x="512" y="2884"/>
                    <a:pt x="460" y="2752"/>
                  </a:cubicBezTo>
                  <a:cubicBezTo>
                    <a:pt x="404" y="2616"/>
                    <a:pt x="340" y="2492"/>
                    <a:pt x="288" y="2364"/>
                  </a:cubicBezTo>
                  <a:cubicBezTo>
                    <a:pt x="232" y="2240"/>
                    <a:pt x="192" y="2108"/>
                    <a:pt x="168" y="1976"/>
                  </a:cubicBezTo>
                  <a:cubicBezTo>
                    <a:pt x="124" y="1704"/>
                    <a:pt x="136" y="1432"/>
                    <a:pt x="204" y="1168"/>
                  </a:cubicBezTo>
                  <a:cubicBezTo>
                    <a:pt x="220" y="1100"/>
                    <a:pt x="240" y="1036"/>
                    <a:pt x="264" y="976"/>
                  </a:cubicBezTo>
                  <a:cubicBezTo>
                    <a:pt x="276" y="944"/>
                    <a:pt x="288" y="916"/>
                    <a:pt x="304" y="888"/>
                  </a:cubicBezTo>
                  <a:cubicBezTo>
                    <a:pt x="316" y="856"/>
                    <a:pt x="332" y="828"/>
                    <a:pt x="352" y="800"/>
                  </a:cubicBezTo>
                  <a:cubicBezTo>
                    <a:pt x="420" y="696"/>
                    <a:pt x="528" y="620"/>
                    <a:pt x="652" y="592"/>
                  </a:cubicBezTo>
                  <a:cubicBezTo>
                    <a:pt x="792" y="560"/>
                    <a:pt x="928" y="516"/>
                    <a:pt x="1064" y="468"/>
                  </a:cubicBezTo>
                  <a:cubicBezTo>
                    <a:pt x="1096" y="452"/>
                    <a:pt x="1128" y="436"/>
                    <a:pt x="1164" y="416"/>
                  </a:cubicBezTo>
                  <a:cubicBezTo>
                    <a:pt x="1200" y="400"/>
                    <a:pt x="1228" y="376"/>
                    <a:pt x="1256" y="360"/>
                  </a:cubicBezTo>
                  <a:cubicBezTo>
                    <a:pt x="1284" y="344"/>
                    <a:pt x="1312" y="328"/>
                    <a:pt x="1340" y="316"/>
                  </a:cubicBezTo>
                  <a:cubicBezTo>
                    <a:pt x="1372" y="300"/>
                    <a:pt x="1400" y="288"/>
                    <a:pt x="1432" y="276"/>
                  </a:cubicBezTo>
                  <a:cubicBezTo>
                    <a:pt x="1564" y="232"/>
                    <a:pt x="1696" y="200"/>
                    <a:pt x="1832" y="180"/>
                  </a:cubicBezTo>
                  <a:cubicBezTo>
                    <a:pt x="2108" y="136"/>
                    <a:pt x="2388" y="108"/>
                    <a:pt x="2668" y="100"/>
                  </a:cubicBezTo>
                  <a:cubicBezTo>
                    <a:pt x="2736" y="96"/>
                    <a:pt x="2808" y="96"/>
                    <a:pt x="2876" y="96"/>
                  </a:cubicBezTo>
                  <a:cubicBezTo>
                    <a:pt x="2948" y="96"/>
                    <a:pt x="3020" y="92"/>
                    <a:pt x="3092" y="88"/>
                  </a:cubicBezTo>
                  <a:cubicBezTo>
                    <a:pt x="3222" y="81"/>
                    <a:pt x="3352" y="66"/>
                    <a:pt x="3482" y="52"/>
                  </a:cubicBezTo>
                  <a:lnTo>
                    <a:pt x="3482" y="52"/>
                  </a:lnTo>
                  <a:cubicBezTo>
                    <a:pt x="3466" y="141"/>
                    <a:pt x="3456" y="231"/>
                    <a:pt x="3448" y="320"/>
                  </a:cubicBezTo>
                  <a:cubicBezTo>
                    <a:pt x="3444" y="420"/>
                    <a:pt x="3452" y="524"/>
                    <a:pt x="3468" y="624"/>
                  </a:cubicBezTo>
                  <a:cubicBezTo>
                    <a:pt x="3476" y="676"/>
                    <a:pt x="3492" y="724"/>
                    <a:pt x="3508" y="776"/>
                  </a:cubicBezTo>
                  <a:lnTo>
                    <a:pt x="3536" y="848"/>
                  </a:lnTo>
                  <a:lnTo>
                    <a:pt x="3572" y="916"/>
                  </a:lnTo>
                  <a:cubicBezTo>
                    <a:pt x="3620" y="1004"/>
                    <a:pt x="3664" y="1092"/>
                    <a:pt x="3708" y="1180"/>
                  </a:cubicBezTo>
                  <a:cubicBezTo>
                    <a:pt x="3748" y="1272"/>
                    <a:pt x="3788" y="1364"/>
                    <a:pt x="3828" y="1456"/>
                  </a:cubicBezTo>
                  <a:cubicBezTo>
                    <a:pt x="3864" y="1548"/>
                    <a:pt x="3900" y="1640"/>
                    <a:pt x="3936" y="1732"/>
                  </a:cubicBezTo>
                  <a:cubicBezTo>
                    <a:pt x="3972" y="1824"/>
                    <a:pt x="4004" y="1920"/>
                    <a:pt x="4036" y="2012"/>
                  </a:cubicBezTo>
                  <a:cubicBezTo>
                    <a:pt x="4068" y="2108"/>
                    <a:pt x="4096" y="2200"/>
                    <a:pt x="4120" y="2296"/>
                  </a:cubicBezTo>
                  <a:cubicBezTo>
                    <a:pt x="4144" y="2384"/>
                    <a:pt x="4160" y="2480"/>
                    <a:pt x="4168" y="2572"/>
                  </a:cubicBezTo>
                  <a:cubicBezTo>
                    <a:pt x="4164" y="2668"/>
                    <a:pt x="4148" y="2760"/>
                    <a:pt x="4112" y="2848"/>
                  </a:cubicBezTo>
                  <a:cubicBezTo>
                    <a:pt x="4048" y="3028"/>
                    <a:pt x="3936" y="3188"/>
                    <a:pt x="3788" y="3308"/>
                  </a:cubicBezTo>
                  <a:cubicBezTo>
                    <a:pt x="3716" y="3368"/>
                    <a:pt x="3632" y="3416"/>
                    <a:pt x="3540" y="3444"/>
                  </a:cubicBezTo>
                  <a:cubicBezTo>
                    <a:pt x="3520" y="3452"/>
                    <a:pt x="3492" y="3456"/>
                    <a:pt x="3468" y="3464"/>
                  </a:cubicBezTo>
                  <a:lnTo>
                    <a:pt x="3396" y="3480"/>
                  </a:lnTo>
                  <a:cubicBezTo>
                    <a:pt x="3348" y="3492"/>
                    <a:pt x="3296" y="3508"/>
                    <a:pt x="3248" y="3524"/>
                  </a:cubicBezTo>
                  <a:cubicBezTo>
                    <a:pt x="3156" y="3564"/>
                    <a:pt x="3064" y="3608"/>
                    <a:pt x="2976" y="3660"/>
                  </a:cubicBezTo>
                  <a:cubicBezTo>
                    <a:pt x="2888" y="3708"/>
                    <a:pt x="2804" y="3768"/>
                    <a:pt x="2728" y="3836"/>
                  </a:cubicBezTo>
                  <a:lnTo>
                    <a:pt x="2736" y="3844"/>
                  </a:lnTo>
                  <a:cubicBezTo>
                    <a:pt x="2816" y="3788"/>
                    <a:pt x="2904" y="3740"/>
                    <a:pt x="2992" y="3696"/>
                  </a:cubicBezTo>
                  <a:cubicBezTo>
                    <a:pt x="3080" y="3652"/>
                    <a:pt x="3172" y="3616"/>
                    <a:pt x="3268" y="3588"/>
                  </a:cubicBezTo>
                  <a:cubicBezTo>
                    <a:pt x="3316" y="3572"/>
                    <a:pt x="3360" y="3560"/>
                    <a:pt x="3408" y="3552"/>
                  </a:cubicBezTo>
                  <a:lnTo>
                    <a:pt x="3484" y="3540"/>
                  </a:lnTo>
                  <a:cubicBezTo>
                    <a:pt x="3508" y="3532"/>
                    <a:pt x="3532" y="3528"/>
                    <a:pt x="3556" y="3524"/>
                  </a:cubicBezTo>
                  <a:cubicBezTo>
                    <a:pt x="3660" y="3496"/>
                    <a:pt x="3756" y="3448"/>
                    <a:pt x="3844" y="3384"/>
                  </a:cubicBezTo>
                  <a:cubicBezTo>
                    <a:pt x="4012" y="3260"/>
                    <a:pt x="4140" y="3084"/>
                    <a:pt x="4216" y="2888"/>
                  </a:cubicBezTo>
                  <a:cubicBezTo>
                    <a:pt x="4256" y="2788"/>
                    <a:pt x="4280" y="2684"/>
                    <a:pt x="4284" y="2580"/>
                  </a:cubicBezTo>
                  <a:cubicBezTo>
                    <a:pt x="4280" y="2472"/>
                    <a:pt x="4264" y="2368"/>
                    <a:pt x="4236" y="2264"/>
                  </a:cubicBezTo>
                  <a:cubicBezTo>
                    <a:pt x="4212" y="2164"/>
                    <a:pt x="4180" y="2068"/>
                    <a:pt x="4148" y="1972"/>
                  </a:cubicBezTo>
                  <a:cubicBezTo>
                    <a:pt x="4112" y="1876"/>
                    <a:pt x="4076" y="1784"/>
                    <a:pt x="4036" y="1692"/>
                  </a:cubicBezTo>
                  <a:cubicBezTo>
                    <a:pt x="3996" y="1596"/>
                    <a:pt x="3952" y="1508"/>
                    <a:pt x="3908" y="1416"/>
                  </a:cubicBezTo>
                  <a:cubicBezTo>
                    <a:pt x="3868" y="1324"/>
                    <a:pt x="3820" y="1232"/>
                    <a:pt x="3772" y="1144"/>
                  </a:cubicBezTo>
                  <a:cubicBezTo>
                    <a:pt x="3728" y="1056"/>
                    <a:pt x="3676" y="968"/>
                    <a:pt x="3624" y="884"/>
                  </a:cubicBezTo>
                  <a:lnTo>
                    <a:pt x="3584" y="820"/>
                  </a:lnTo>
                  <a:cubicBezTo>
                    <a:pt x="3576" y="800"/>
                    <a:pt x="3568" y="776"/>
                    <a:pt x="3556" y="756"/>
                  </a:cubicBezTo>
                  <a:cubicBezTo>
                    <a:pt x="3540" y="708"/>
                    <a:pt x="3524" y="664"/>
                    <a:pt x="3516" y="616"/>
                  </a:cubicBezTo>
                  <a:cubicBezTo>
                    <a:pt x="3496" y="520"/>
                    <a:pt x="3488" y="420"/>
                    <a:pt x="3492" y="320"/>
                  </a:cubicBezTo>
                  <a:cubicBezTo>
                    <a:pt x="3496" y="224"/>
                    <a:pt x="3508" y="124"/>
                    <a:pt x="3532" y="28"/>
                  </a:cubicBezTo>
                  <a:lnTo>
                    <a:pt x="3540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65"/>
            <p:cNvSpPr/>
            <p:nvPr/>
          </p:nvSpPr>
          <p:spPr>
            <a:xfrm flipH="1">
              <a:off x="5207622" y="971293"/>
              <a:ext cx="516557" cy="474867"/>
            </a:xfrm>
            <a:custGeom>
              <a:avLst/>
              <a:gdLst/>
              <a:ahLst/>
              <a:cxnLst/>
              <a:rect l="l" t="t" r="r" b="b"/>
              <a:pathLst>
                <a:path w="3841" h="3531" extrusionOk="0">
                  <a:moveTo>
                    <a:pt x="1820" y="0"/>
                  </a:moveTo>
                  <a:cubicBezTo>
                    <a:pt x="1720" y="4"/>
                    <a:pt x="1620" y="8"/>
                    <a:pt x="1520" y="16"/>
                  </a:cubicBezTo>
                  <a:cubicBezTo>
                    <a:pt x="1420" y="24"/>
                    <a:pt x="1320" y="40"/>
                    <a:pt x="1220" y="56"/>
                  </a:cubicBezTo>
                  <a:cubicBezTo>
                    <a:pt x="1120" y="72"/>
                    <a:pt x="1020" y="92"/>
                    <a:pt x="924" y="116"/>
                  </a:cubicBezTo>
                  <a:cubicBezTo>
                    <a:pt x="872" y="128"/>
                    <a:pt x="828" y="144"/>
                    <a:pt x="776" y="160"/>
                  </a:cubicBezTo>
                  <a:lnTo>
                    <a:pt x="636" y="216"/>
                  </a:lnTo>
                  <a:cubicBezTo>
                    <a:pt x="544" y="252"/>
                    <a:pt x="452" y="284"/>
                    <a:pt x="352" y="300"/>
                  </a:cubicBezTo>
                  <a:cubicBezTo>
                    <a:pt x="299" y="312"/>
                    <a:pt x="244" y="318"/>
                    <a:pt x="188" y="318"/>
                  </a:cubicBezTo>
                  <a:cubicBezTo>
                    <a:pt x="148" y="318"/>
                    <a:pt x="108" y="315"/>
                    <a:pt x="68" y="308"/>
                  </a:cubicBezTo>
                  <a:lnTo>
                    <a:pt x="0" y="292"/>
                  </a:lnTo>
                  <a:lnTo>
                    <a:pt x="36" y="356"/>
                  </a:lnTo>
                  <a:cubicBezTo>
                    <a:pt x="96" y="448"/>
                    <a:pt x="132" y="552"/>
                    <a:pt x="144" y="660"/>
                  </a:cubicBezTo>
                  <a:cubicBezTo>
                    <a:pt x="152" y="772"/>
                    <a:pt x="144" y="880"/>
                    <a:pt x="116" y="988"/>
                  </a:cubicBezTo>
                  <a:lnTo>
                    <a:pt x="100" y="1072"/>
                  </a:lnTo>
                  <a:lnTo>
                    <a:pt x="84" y="1160"/>
                  </a:lnTo>
                  <a:cubicBezTo>
                    <a:pt x="76" y="1220"/>
                    <a:pt x="68" y="1276"/>
                    <a:pt x="68" y="1336"/>
                  </a:cubicBezTo>
                  <a:cubicBezTo>
                    <a:pt x="68" y="1456"/>
                    <a:pt x="76" y="1576"/>
                    <a:pt x="100" y="1692"/>
                  </a:cubicBezTo>
                  <a:cubicBezTo>
                    <a:pt x="128" y="1812"/>
                    <a:pt x="172" y="1924"/>
                    <a:pt x="232" y="2028"/>
                  </a:cubicBezTo>
                  <a:cubicBezTo>
                    <a:pt x="292" y="2136"/>
                    <a:pt x="372" y="2228"/>
                    <a:pt x="464" y="2308"/>
                  </a:cubicBezTo>
                  <a:lnTo>
                    <a:pt x="540" y="2364"/>
                  </a:lnTo>
                  <a:cubicBezTo>
                    <a:pt x="564" y="2380"/>
                    <a:pt x="588" y="2400"/>
                    <a:pt x="616" y="2412"/>
                  </a:cubicBezTo>
                  <a:cubicBezTo>
                    <a:pt x="668" y="2444"/>
                    <a:pt x="720" y="2472"/>
                    <a:pt x="776" y="2496"/>
                  </a:cubicBezTo>
                  <a:cubicBezTo>
                    <a:pt x="888" y="2540"/>
                    <a:pt x="992" y="2576"/>
                    <a:pt x="1104" y="2616"/>
                  </a:cubicBezTo>
                  <a:cubicBezTo>
                    <a:pt x="1320" y="2692"/>
                    <a:pt x="1540" y="2756"/>
                    <a:pt x="1752" y="2836"/>
                  </a:cubicBezTo>
                  <a:cubicBezTo>
                    <a:pt x="1860" y="2872"/>
                    <a:pt x="1960" y="2916"/>
                    <a:pt x="2060" y="2968"/>
                  </a:cubicBezTo>
                  <a:cubicBezTo>
                    <a:pt x="2160" y="3016"/>
                    <a:pt x="2252" y="3072"/>
                    <a:pt x="2336" y="3144"/>
                  </a:cubicBezTo>
                  <a:cubicBezTo>
                    <a:pt x="2380" y="3180"/>
                    <a:pt x="2416" y="3216"/>
                    <a:pt x="2452" y="3260"/>
                  </a:cubicBezTo>
                  <a:lnTo>
                    <a:pt x="2480" y="3288"/>
                  </a:lnTo>
                  <a:lnTo>
                    <a:pt x="2484" y="3296"/>
                  </a:lnTo>
                  <a:lnTo>
                    <a:pt x="2488" y="3300"/>
                  </a:lnTo>
                  <a:lnTo>
                    <a:pt x="2496" y="3308"/>
                  </a:lnTo>
                  <a:lnTo>
                    <a:pt x="2512" y="3324"/>
                  </a:lnTo>
                  <a:cubicBezTo>
                    <a:pt x="2532" y="3348"/>
                    <a:pt x="2552" y="3368"/>
                    <a:pt x="2576" y="3384"/>
                  </a:cubicBezTo>
                  <a:cubicBezTo>
                    <a:pt x="2672" y="3464"/>
                    <a:pt x="2792" y="3512"/>
                    <a:pt x="2912" y="3524"/>
                  </a:cubicBezTo>
                  <a:cubicBezTo>
                    <a:pt x="2955" y="3529"/>
                    <a:pt x="2998" y="3531"/>
                    <a:pt x="3040" y="3531"/>
                  </a:cubicBezTo>
                  <a:cubicBezTo>
                    <a:pt x="3116" y="3531"/>
                    <a:pt x="3190" y="3524"/>
                    <a:pt x="3264" y="3508"/>
                  </a:cubicBezTo>
                  <a:cubicBezTo>
                    <a:pt x="3376" y="3488"/>
                    <a:pt x="3488" y="3452"/>
                    <a:pt x="3596" y="3408"/>
                  </a:cubicBezTo>
                  <a:lnTo>
                    <a:pt x="3592" y="3396"/>
                  </a:lnTo>
                  <a:cubicBezTo>
                    <a:pt x="3480" y="3428"/>
                    <a:pt x="3372" y="3452"/>
                    <a:pt x="3256" y="3464"/>
                  </a:cubicBezTo>
                  <a:cubicBezTo>
                    <a:pt x="3216" y="3469"/>
                    <a:pt x="3175" y="3471"/>
                    <a:pt x="3133" y="3471"/>
                  </a:cubicBezTo>
                  <a:cubicBezTo>
                    <a:pt x="3064" y="3471"/>
                    <a:pt x="2994" y="3465"/>
                    <a:pt x="2924" y="3452"/>
                  </a:cubicBezTo>
                  <a:cubicBezTo>
                    <a:pt x="2820" y="3436"/>
                    <a:pt x="2720" y="3388"/>
                    <a:pt x="2640" y="3320"/>
                  </a:cubicBezTo>
                  <a:cubicBezTo>
                    <a:pt x="2620" y="3300"/>
                    <a:pt x="2600" y="3280"/>
                    <a:pt x="2584" y="3260"/>
                  </a:cubicBezTo>
                  <a:lnTo>
                    <a:pt x="2560" y="3228"/>
                  </a:lnTo>
                  <a:lnTo>
                    <a:pt x="2532" y="3192"/>
                  </a:lnTo>
                  <a:cubicBezTo>
                    <a:pt x="2496" y="3144"/>
                    <a:pt x="2456" y="3100"/>
                    <a:pt x="2412" y="3060"/>
                  </a:cubicBezTo>
                  <a:cubicBezTo>
                    <a:pt x="2324" y="2980"/>
                    <a:pt x="2224" y="2912"/>
                    <a:pt x="2120" y="2856"/>
                  </a:cubicBezTo>
                  <a:cubicBezTo>
                    <a:pt x="2016" y="2800"/>
                    <a:pt x="1912" y="2748"/>
                    <a:pt x="1800" y="2704"/>
                  </a:cubicBezTo>
                  <a:cubicBezTo>
                    <a:pt x="1584" y="2620"/>
                    <a:pt x="1368" y="2548"/>
                    <a:pt x="1152" y="2476"/>
                  </a:cubicBezTo>
                  <a:lnTo>
                    <a:pt x="992" y="2420"/>
                  </a:lnTo>
                  <a:cubicBezTo>
                    <a:pt x="940" y="2400"/>
                    <a:pt x="880" y="2380"/>
                    <a:pt x="832" y="2360"/>
                  </a:cubicBezTo>
                  <a:cubicBezTo>
                    <a:pt x="784" y="2340"/>
                    <a:pt x="736" y="2316"/>
                    <a:pt x="688" y="2288"/>
                  </a:cubicBezTo>
                  <a:cubicBezTo>
                    <a:pt x="640" y="2264"/>
                    <a:pt x="596" y="2232"/>
                    <a:pt x="556" y="2200"/>
                  </a:cubicBezTo>
                  <a:cubicBezTo>
                    <a:pt x="472" y="2132"/>
                    <a:pt x="400" y="2052"/>
                    <a:pt x="344" y="1960"/>
                  </a:cubicBezTo>
                  <a:cubicBezTo>
                    <a:pt x="288" y="1868"/>
                    <a:pt x="248" y="1768"/>
                    <a:pt x="220" y="1660"/>
                  </a:cubicBezTo>
                  <a:cubicBezTo>
                    <a:pt x="196" y="1556"/>
                    <a:pt x="184" y="1444"/>
                    <a:pt x="180" y="1336"/>
                  </a:cubicBezTo>
                  <a:cubicBezTo>
                    <a:pt x="180" y="1280"/>
                    <a:pt x="184" y="1224"/>
                    <a:pt x="188" y="1168"/>
                  </a:cubicBezTo>
                  <a:lnTo>
                    <a:pt x="196" y="1088"/>
                  </a:lnTo>
                  <a:lnTo>
                    <a:pt x="212" y="1004"/>
                  </a:lnTo>
                  <a:cubicBezTo>
                    <a:pt x="236" y="888"/>
                    <a:pt x="236" y="768"/>
                    <a:pt x="216" y="648"/>
                  </a:cubicBezTo>
                  <a:cubicBezTo>
                    <a:pt x="203" y="549"/>
                    <a:pt x="168" y="455"/>
                    <a:pt x="118" y="369"/>
                  </a:cubicBezTo>
                  <a:lnTo>
                    <a:pt x="118" y="369"/>
                  </a:lnTo>
                  <a:cubicBezTo>
                    <a:pt x="129" y="370"/>
                    <a:pt x="140" y="370"/>
                    <a:pt x="151" y="370"/>
                  </a:cubicBezTo>
                  <a:cubicBezTo>
                    <a:pt x="222" y="370"/>
                    <a:pt x="295" y="361"/>
                    <a:pt x="364" y="344"/>
                  </a:cubicBezTo>
                  <a:cubicBezTo>
                    <a:pt x="464" y="324"/>
                    <a:pt x="560" y="292"/>
                    <a:pt x="652" y="252"/>
                  </a:cubicBezTo>
                  <a:cubicBezTo>
                    <a:pt x="700" y="232"/>
                    <a:pt x="744" y="212"/>
                    <a:pt x="792" y="196"/>
                  </a:cubicBezTo>
                  <a:cubicBezTo>
                    <a:pt x="840" y="184"/>
                    <a:pt x="884" y="168"/>
                    <a:pt x="932" y="156"/>
                  </a:cubicBezTo>
                  <a:cubicBezTo>
                    <a:pt x="1032" y="132"/>
                    <a:pt x="1128" y="116"/>
                    <a:pt x="1228" y="108"/>
                  </a:cubicBezTo>
                  <a:cubicBezTo>
                    <a:pt x="1324" y="96"/>
                    <a:pt x="1428" y="88"/>
                    <a:pt x="1524" y="88"/>
                  </a:cubicBezTo>
                  <a:cubicBezTo>
                    <a:pt x="1572" y="86"/>
                    <a:pt x="1622" y="85"/>
                    <a:pt x="1672" y="85"/>
                  </a:cubicBezTo>
                  <a:cubicBezTo>
                    <a:pt x="1722" y="85"/>
                    <a:pt x="1772" y="86"/>
                    <a:pt x="1820" y="88"/>
                  </a:cubicBezTo>
                  <a:cubicBezTo>
                    <a:pt x="1920" y="96"/>
                    <a:pt x="2016" y="104"/>
                    <a:pt x="2116" y="120"/>
                  </a:cubicBezTo>
                  <a:cubicBezTo>
                    <a:pt x="2164" y="124"/>
                    <a:pt x="2208" y="132"/>
                    <a:pt x="2260" y="144"/>
                  </a:cubicBezTo>
                  <a:lnTo>
                    <a:pt x="2332" y="156"/>
                  </a:lnTo>
                  <a:lnTo>
                    <a:pt x="2400" y="176"/>
                  </a:lnTo>
                  <a:cubicBezTo>
                    <a:pt x="2448" y="188"/>
                    <a:pt x="2488" y="204"/>
                    <a:pt x="2532" y="220"/>
                  </a:cubicBezTo>
                  <a:cubicBezTo>
                    <a:pt x="2556" y="228"/>
                    <a:pt x="2580" y="240"/>
                    <a:pt x="2600" y="248"/>
                  </a:cubicBezTo>
                  <a:lnTo>
                    <a:pt x="2632" y="264"/>
                  </a:lnTo>
                  <a:lnTo>
                    <a:pt x="2660" y="284"/>
                  </a:lnTo>
                  <a:cubicBezTo>
                    <a:pt x="2740" y="332"/>
                    <a:pt x="2804" y="396"/>
                    <a:pt x="2860" y="472"/>
                  </a:cubicBezTo>
                  <a:cubicBezTo>
                    <a:pt x="2916" y="552"/>
                    <a:pt x="2968" y="632"/>
                    <a:pt x="3008" y="720"/>
                  </a:cubicBezTo>
                  <a:cubicBezTo>
                    <a:pt x="3056" y="804"/>
                    <a:pt x="3096" y="896"/>
                    <a:pt x="3132" y="988"/>
                  </a:cubicBezTo>
                  <a:lnTo>
                    <a:pt x="3252" y="1264"/>
                  </a:lnTo>
                  <a:cubicBezTo>
                    <a:pt x="3292" y="1360"/>
                    <a:pt x="3340" y="1452"/>
                    <a:pt x="3396" y="1536"/>
                  </a:cubicBezTo>
                  <a:lnTo>
                    <a:pt x="3424" y="1572"/>
                  </a:lnTo>
                  <a:lnTo>
                    <a:pt x="3448" y="1596"/>
                  </a:lnTo>
                  <a:lnTo>
                    <a:pt x="3464" y="1608"/>
                  </a:lnTo>
                  <a:cubicBezTo>
                    <a:pt x="3468" y="1616"/>
                    <a:pt x="3476" y="1620"/>
                    <a:pt x="3480" y="1624"/>
                  </a:cubicBezTo>
                  <a:lnTo>
                    <a:pt x="3512" y="1644"/>
                  </a:lnTo>
                  <a:cubicBezTo>
                    <a:pt x="3548" y="1676"/>
                    <a:pt x="3588" y="1708"/>
                    <a:pt x="3624" y="1740"/>
                  </a:cubicBezTo>
                  <a:cubicBezTo>
                    <a:pt x="3700" y="1804"/>
                    <a:pt x="3768" y="1876"/>
                    <a:pt x="3832" y="1956"/>
                  </a:cubicBezTo>
                  <a:lnTo>
                    <a:pt x="3840" y="1948"/>
                  </a:lnTo>
                  <a:cubicBezTo>
                    <a:pt x="3784" y="1864"/>
                    <a:pt x="3724" y="1784"/>
                    <a:pt x="3652" y="1708"/>
                  </a:cubicBezTo>
                  <a:cubicBezTo>
                    <a:pt x="3620" y="1672"/>
                    <a:pt x="3584" y="1636"/>
                    <a:pt x="3544" y="1600"/>
                  </a:cubicBezTo>
                  <a:lnTo>
                    <a:pt x="3516" y="1576"/>
                  </a:lnTo>
                  <a:cubicBezTo>
                    <a:pt x="3512" y="1572"/>
                    <a:pt x="3508" y="1568"/>
                    <a:pt x="3504" y="1564"/>
                  </a:cubicBezTo>
                  <a:lnTo>
                    <a:pt x="3492" y="1552"/>
                  </a:lnTo>
                  <a:lnTo>
                    <a:pt x="3468" y="1524"/>
                  </a:lnTo>
                  <a:lnTo>
                    <a:pt x="3452" y="1496"/>
                  </a:lnTo>
                  <a:cubicBezTo>
                    <a:pt x="3404" y="1412"/>
                    <a:pt x="3364" y="1324"/>
                    <a:pt x="3332" y="1232"/>
                  </a:cubicBezTo>
                  <a:lnTo>
                    <a:pt x="3228" y="948"/>
                  </a:lnTo>
                  <a:cubicBezTo>
                    <a:pt x="3192" y="856"/>
                    <a:pt x="3152" y="764"/>
                    <a:pt x="3108" y="668"/>
                  </a:cubicBezTo>
                  <a:cubicBezTo>
                    <a:pt x="3064" y="576"/>
                    <a:pt x="3012" y="488"/>
                    <a:pt x="2952" y="400"/>
                  </a:cubicBezTo>
                  <a:cubicBezTo>
                    <a:pt x="2892" y="312"/>
                    <a:pt x="2812" y="236"/>
                    <a:pt x="2724" y="180"/>
                  </a:cubicBezTo>
                  <a:lnTo>
                    <a:pt x="2688" y="156"/>
                  </a:lnTo>
                  <a:lnTo>
                    <a:pt x="2652" y="140"/>
                  </a:lnTo>
                  <a:cubicBezTo>
                    <a:pt x="2628" y="128"/>
                    <a:pt x="2604" y="116"/>
                    <a:pt x="2580" y="108"/>
                  </a:cubicBezTo>
                  <a:cubicBezTo>
                    <a:pt x="2532" y="88"/>
                    <a:pt x="2480" y="72"/>
                    <a:pt x="2428" y="60"/>
                  </a:cubicBezTo>
                  <a:lnTo>
                    <a:pt x="2352" y="44"/>
                  </a:lnTo>
                  <a:lnTo>
                    <a:pt x="2276" y="32"/>
                  </a:lnTo>
                  <a:cubicBezTo>
                    <a:pt x="2228" y="24"/>
                    <a:pt x="2176" y="16"/>
                    <a:pt x="2128" y="12"/>
                  </a:cubicBezTo>
                  <a:cubicBezTo>
                    <a:pt x="2024" y="0"/>
                    <a:pt x="1924" y="0"/>
                    <a:pt x="1820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65"/>
            <p:cNvSpPr/>
            <p:nvPr/>
          </p:nvSpPr>
          <p:spPr>
            <a:xfrm flipH="1">
              <a:off x="5162435" y="1100399"/>
              <a:ext cx="138923" cy="256732"/>
            </a:xfrm>
            <a:custGeom>
              <a:avLst/>
              <a:gdLst/>
              <a:ahLst/>
              <a:cxnLst/>
              <a:rect l="l" t="t" r="r" b="b"/>
              <a:pathLst>
                <a:path w="1033" h="1909" extrusionOk="0">
                  <a:moveTo>
                    <a:pt x="548" y="0"/>
                  </a:moveTo>
                  <a:cubicBezTo>
                    <a:pt x="540" y="44"/>
                    <a:pt x="552" y="92"/>
                    <a:pt x="572" y="132"/>
                  </a:cubicBezTo>
                  <a:cubicBezTo>
                    <a:pt x="592" y="172"/>
                    <a:pt x="616" y="212"/>
                    <a:pt x="648" y="244"/>
                  </a:cubicBezTo>
                  <a:cubicBezTo>
                    <a:pt x="704" y="316"/>
                    <a:pt x="768" y="376"/>
                    <a:pt x="820" y="440"/>
                  </a:cubicBezTo>
                  <a:cubicBezTo>
                    <a:pt x="848" y="472"/>
                    <a:pt x="868" y="508"/>
                    <a:pt x="884" y="544"/>
                  </a:cubicBezTo>
                  <a:cubicBezTo>
                    <a:pt x="900" y="584"/>
                    <a:pt x="916" y="624"/>
                    <a:pt x="924" y="664"/>
                  </a:cubicBezTo>
                  <a:cubicBezTo>
                    <a:pt x="944" y="748"/>
                    <a:pt x="956" y="832"/>
                    <a:pt x="952" y="916"/>
                  </a:cubicBezTo>
                  <a:cubicBezTo>
                    <a:pt x="952" y="956"/>
                    <a:pt x="948" y="1000"/>
                    <a:pt x="940" y="1040"/>
                  </a:cubicBezTo>
                  <a:cubicBezTo>
                    <a:pt x="936" y="1060"/>
                    <a:pt x="932" y="1084"/>
                    <a:pt x="928" y="1104"/>
                  </a:cubicBezTo>
                  <a:cubicBezTo>
                    <a:pt x="920" y="1124"/>
                    <a:pt x="916" y="1144"/>
                    <a:pt x="908" y="1164"/>
                  </a:cubicBezTo>
                  <a:cubicBezTo>
                    <a:pt x="880" y="1244"/>
                    <a:pt x="844" y="1328"/>
                    <a:pt x="820" y="1412"/>
                  </a:cubicBezTo>
                  <a:cubicBezTo>
                    <a:pt x="808" y="1456"/>
                    <a:pt x="796" y="1500"/>
                    <a:pt x="788" y="1544"/>
                  </a:cubicBezTo>
                  <a:cubicBezTo>
                    <a:pt x="776" y="1588"/>
                    <a:pt x="772" y="1632"/>
                    <a:pt x="776" y="1676"/>
                  </a:cubicBezTo>
                  <a:cubicBezTo>
                    <a:pt x="772" y="1724"/>
                    <a:pt x="784" y="1768"/>
                    <a:pt x="804" y="1812"/>
                  </a:cubicBezTo>
                  <a:cubicBezTo>
                    <a:pt x="811" y="1825"/>
                    <a:pt x="818" y="1838"/>
                    <a:pt x="827" y="1849"/>
                  </a:cubicBezTo>
                  <a:lnTo>
                    <a:pt x="827" y="1849"/>
                  </a:lnTo>
                  <a:cubicBezTo>
                    <a:pt x="754" y="1810"/>
                    <a:pt x="681" y="1769"/>
                    <a:pt x="608" y="1728"/>
                  </a:cubicBezTo>
                  <a:cubicBezTo>
                    <a:pt x="584" y="1716"/>
                    <a:pt x="560" y="1700"/>
                    <a:pt x="540" y="1684"/>
                  </a:cubicBezTo>
                  <a:cubicBezTo>
                    <a:pt x="524" y="1668"/>
                    <a:pt x="508" y="1648"/>
                    <a:pt x="500" y="1624"/>
                  </a:cubicBezTo>
                  <a:cubicBezTo>
                    <a:pt x="480" y="1572"/>
                    <a:pt x="464" y="1520"/>
                    <a:pt x="448" y="1468"/>
                  </a:cubicBezTo>
                  <a:cubicBezTo>
                    <a:pt x="436" y="1412"/>
                    <a:pt x="420" y="1356"/>
                    <a:pt x="400" y="1304"/>
                  </a:cubicBezTo>
                  <a:cubicBezTo>
                    <a:pt x="388" y="1276"/>
                    <a:pt x="376" y="1248"/>
                    <a:pt x="360" y="1220"/>
                  </a:cubicBezTo>
                  <a:cubicBezTo>
                    <a:pt x="348" y="1196"/>
                    <a:pt x="328" y="1172"/>
                    <a:pt x="308" y="1148"/>
                  </a:cubicBezTo>
                  <a:cubicBezTo>
                    <a:pt x="224" y="1064"/>
                    <a:pt x="116" y="1008"/>
                    <a:pt x="4" y="988"/>
                  </a:cubicBezTo>
                  <a:lnTo>
                    <a:pt x="0" y="992"/>
                  </a:lnTo>
                  <a:cubicBezTo>
                    <a:pt x="104" y="1032"/>
                    <a:pt x="196" y="1096"/>
                    <a:pt x="272" y="1180"/>
                  </a:cubicBezTo>
                  <a:cubicBezTo>
                    <a:pt x="288" y="1200"/>
                    <a:pt x="300" y="1224"/>
                    <a:pt x="316" y="1248"/>
                  </a:cubicBezTo>
                  <a:cubicBezTo>
                    <a:pt x="328" y="1272"/>
                    <a:pt x="336" y="1296"/>
                    <a:pt x="344" y="1320"/>
                  </a:cubicBezTo>
                  <a:cubicBezTo>
                    <a:pt x="364" y="1372"/>
                    <a:pt x="376" y="1428"/>
                    <a:pt x="392" y="1484"/>
                  </a:cubicBezTo>
                  <a:cubicBezTo>
                    <a:pt x="404" y="1540"/>
                    <a:pt x="424" y="1596"/>
                    <a:pt x="448" y="1648"/>
                  </a:cubicBezTo>
                  <a:cubicBezTo>
                    <a:pt x="460" y="1680"/>
                    <a:pt x="480" y="1704"/>
                    <a:pt x="508" y="1724"/>
                  </a:cubicBezTo>
                  <a:cubicBezTo>
                    <a:pt x="532" y="1740"/>
                    <a:pt x="560" y="1756"/>
                    <a:pt x="588" y="1768"/>
                  </a:cubicBezTo>
                  <a:cubicBezTo>
                    <a:pt x="685" y="1809"/>
                    <a:pt x="784" y="1853"/>
                    <a:pt x="878" y="1898"/>
                  </a:cubicBezTo>
                  <a:lnTo>
                    <a:pt x="878" y="1898"/>
                  </a:lnTo>
                  <a:cubicBezTo>
                    <a:pt x="884" y="1902"/>
                    <a:pt x="890" y="1905"/>
                    <a:pt x="896" y="1908"/>
                  </a:cubicBezTo>
                  <a:lnTo>
                    <a:pt x="897" y="1907"/>
                  </a:lnTo>
                  <a:lnTo>
                    <a:pt x="897" y="1907"/>
                  </a:lnTo>
                  <a:cubicBezTo>
                    <a:pt x="898" y="1907"/>
                    <a:pt x="899" y="1908"/>
                    <a:pt x="900" y="1908"/>
                  </a:cubicBezTo>
                  <a:lnTo>
                    <a:pt x="908" y="1892"/>
                  </a:lnTo>
                  <a:cubicBezTo>
                    <a:pt x="872" y="1872"/>
                    <a:pt x="840" y="1840"/>
                    <a:pt x="824" y="1800"/>
                  </a:cubicBezTo>
                  <a:cubicBezTo>
                    <a:pt x="816" y="1780"/>
                    <a:pt x="808" y="1760"/>
                    <a:pt x="804" y="1740"/>
                  </a:cubicBezTo>
                  <a:cubicBezTo>
                    <a:pt x="804" y="1720"/>
                    <a:pt x="804" y="1700"/>
                    <a:pt x="804" y="1680"/>
                  </a:cubicBezTo>
                  <a:cubicBezTo>
                    <a:pt x="808" y="1636"/>
                    <a:pt x="816" y="1592"/>
                    <a:pt x="828" y="1552"/>
                  </a:cubicBezTo>
                  <a:cubicBezTo>
                    <a:pt x="840" y="1512"/>
                    <a:pt x="852" y="1468"/>
                    <a:pt x="868" y="1428"/>
                  </a:cubicBezTo>
                  <a:cubicBezTo>
                    <a:pt x="900" y="1348"/>
                    <a:pt x="936" y="1268"/>
                    <a:pt x="968" y="1184"/>
                  </a:cubicBezTo>
                  <a:cubicBezTo>
                    <a:pt x="980" y="1164"/>
                    <a:pt x="984" y="1144"/>
                    <a:pt x="992" y="1120"/>
                  </a:cubicBezTo>
                  <a:cubicBezTo>
                    <a:pt x="1000" y="1100"/>
                    <a:pt x="1004" y="1076"/>
                    <a:pt x="1008" y="1056"/>
                  </a:cubicBezTo>
                  <a:cubicBezTo>
                    <a:pt x="1020" y="1008"/>
                    <a:pt x="1024" y="964"/>
                    <a:pt x="1028" y="920"/>
                  </a:cubicBezTo>
                  <a:cubicBezTo>
                    <a:pt x="1032" y="828"/>
                    <a:pt x="1020" y="736"/>
                    <a:pt x="996" y="648"/>
                  </a:cubicBezTo>
                  <a:cubicBezTo>
                    <a:pt x="984" y="604"/>
                    <a:pt x="968" y="560"/>
                    <a:pt x="948" y="520"/>
                  </a:cubicBezTo>
                  <a:cubicBezTo>
                    <a:pt x="924" y="476"/>
                    <a:pt x="900" y="436"/>
                    <a:pt x="868" y="404"/>
                  </a:cubicBezTo>
                  <a:cubicBezTo>
                    <a:pt x="804" y="336"/>
                    <a:pt x="736" y="280"/>
                    <a:pt x="676" y="220"/>
                  </a:cubicBezTo>
                  <a:cubicBezTo>
                    <a:pt x="644" y="188"/>
                    <a:pt x="616" y="156"/>
                    <a:pt x="596" y="120"/>
                  </a:cubicBezTo>
                  <a:cubicBezTo>
                    <a:pt x="568" y="84"/>
                    <a:pt x="556" y="44"/>
                    <a:pt x="55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65"/>
            <p:cNvSpPr/>
            <p:nvPr/>
          </p:nvSpPr>
          <p:spPr>
            <a:xfrm flipH="1">
              <a:off x="5225912" y="1402183"/>
              <a:ext cx="236828" cy="206166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6" y="0"/>
                  </a:moveTo>
                  <a:cubicBezTo>
                    <a:pt x="1152" y="44"/>
                    <a:pt x="1192" y="80"/>
                    <a:pt x="1244" y="104"/>
                  </a:cubicBezTo>
                  <a:cubicBezTo>
                    <a:pt x="1296" y="128"/>
                    <a:pt x="1348" y="144"/>
                    <a:pt x="1404" y="152"/>
                  </a:cubicBezTo>
                  <a:cubicBezTo>
                    <a:pt x="1432" y="156"/>
                    <a:pt x="1460" y="160"/>
                    <a:pt x="1488" y="160"/>
                  </a:cubicBezTo>
                  <a:cubicBezTo>
                    <a:pt x="1516" y="160"/>
                    <a:pt x="1544" y="160"/>
                    <a:pt x="1572" y="156"/>
                  </a:cubicBezTo>
                  <a:cubicBezTo>
                    <a:pt x="1600" y="156"/>
                    <a:pt x="1628" y="148"/>
                    <a:pt x="1656" y="144"/>
                  </a:cubicBezTo>
                  <a:lnTo>
                    <a:pt x="1691" y="137"/>
                  </a:lnTo>
                  <a:lnTo>
                    <a:pt x="1691" y="137"/>
                  </a:lnTo>
                  <a:cubicBezTo>
                    <a:pt x="1687" y="167"/>
                    <a:pt x="1679" y="197"/>
                    <a:pt x="1668" y="224"/>
                  </a:cubicBezTo>
                  <a:cubicBezTo>
                    <a:pt x="1648" y="268"/>
                    <a:pt x="1624" y="304"/>
                    <a:pt x="1592" y="340"/>
                  </a:cubicBezTo>
                  <a:cubicBezTo>
                    <a:pt x="1560" y="372"/>
                    <a:pt x="1520" y="396"/>
                    <a:pt x="1476" y="416"/>
                  </a:cubicBezTo>
                  <a:cubicBezTo>
                    <a:pt x="1432" y="436"/>
                    <a:pt x="1388" y="452"/>
                    <a:pt x="1344" y="468"/>
                  </a:cubicBezTo>
                  <a:cubicBezTo>
                    <a:pt x="1252" y="500"/>
                    <a:pt x="1160" y="528"/>
                    <a:pt x="1068" y="560"/>
                  </a:cubicBezTo>
                  <a:cubicBezTo>
                    <a:pt x="928" y="612"/>
                    <a:pt x="800" y="684"/>
                    <a:pt x="684" y="776"/>
                  </a:cubicBezTo>
                  <a:cubicBezTo>
                    <a:pt x="644" y="804"/>
                    <a:pt x="608" y="836"/>
                    <a:pt x="572" y="872"/>
                  </a:cubicBezTo>
                  <a:cubicBezTo>
                    <a:pt x="504" y="936"/>
                    <a:pt x="432" y="1008"/>
                    <a:pt x="368" y="1080"/>
                  </a:cubicBezTo>
                  <a:cubicBezTo>
                    <a:pt x="304" y="1152"/>
                    <a:pt x="240" y="1224"/>
                    <a:pt x="180" y="1296"/>
                  </a:cubicBezTo>
                  <a:cubicBezTo>
                    <a:pt x="116" y="1372"/>
                    <a:pt x="56" y="1448"/>
                    <a:pt x="0" y="1528"/>
                  </a:cubicBezTo>
                  <a:lnTo>
                    <a:pt x="4" y="1532"/>
                  </a:lnTo>
                  <a:lnTo>
                    <a:pt x="212" y="1332"/>
                  </a:lnTo>
                  <a:lnTo>
                    <a:pt x="420" y="1132"/>
                  </a:lnTo>
                  <a:lnTo>
                    <a:pt x="624" y="928"/>
                  </a:lnTo>
                  <a:cubicBezTo>
                    <a:pt x="660" y="896"/>
                    <a:pt x="692" y="860"/>
                    <a:pt x="728" y="832"/>
                  </a:cubicBezTo>
                  <a:cubicBezTo>
                    <a:pt x="764" y="800"/>
                    <a:pt x="800" y="772"/>
                    <a:pt x="840" y="748"/>
                  </a:cubicBezTo>
                  <a:cubicBezTo>
                    <a:pt x="880" y="720"/>
                    <a:pt x="916" y="692"/>
                    <a:pt x="960" y="672"/>
                  </a:cubicBezTo>
                  <a:cubicBezTo>
                    <a:pt x="1000" y="648"/>
                    <a:pt x="1044" y="624"/>
                    <a:pt x="1084" y="604"/>
                  </a:cubicBezTo>
                  <a:cubicBezTo>
                    <a:pt x="1172" y="560"/>
                    <a:pt x="1260" y="524"/>
                    <a:pt x="1352" y="492"/>
                  </a:cubicBezTo>
                  <a:cubicBezTo>
                    <a:pt x="1396" y="476"/>
                    <a:pt x="1440" y="460"/>
                    <a:pt x="1488" y="444"/>
                  </a:cubicBezTo>
                  <a:cubicBezTo>
                    <a:pt x="1532" y="424"/>
                    <a:pt x="1576" y="400"/>
                    <a:pt x="1616" y="368"/>
                  </a:cubicBezTo>
                  <a:cubicBezTo>
                    <a:pt x="1656" y="336"/>
                    <a:pt x="1688" y="296"/>
                    <a:pt x="1716" y="252"/>
                  </a:cubicBezTo>
                  <a:cubicBezTo>
                    <a:pt x="1740" y="204"/>
                    <a:pt x="1752" y="152"/>
                    <a:pt x="1756" y="100"/>
                  </a:cubicBezTo>
                  <a:lnTo>
                    <a:pt x="1760" y="60"/>
                  </a:lnTo>
                  <a:lnTo>
                    <a:pt x="1760" y="60"/>
                  </a:lnTo>
                  <a:lnTo>
                    <a:pt x="1720" y="72"/>
                  </a:lnTo>
                  <a:lnTo>
                    <a:pt x="1644" y="88"/>
                  </a:lnTo>
                  <a:cubicBezTo>
                    <a:pt x="1616" y="92"/>
                    <a:pt x="1592" y="100"/>
                    <a:pt x="1564" y="100"/>
                  </a:cubicBezTo>
                  <a:cubicBezTo>
                    <a:pt x="1536" y="104"/>
                    <a:pt x="1512" y="108"/>
                    <a:pt x="1488" y="108"/>
                  </a:cubicBezTo>
                  <a:lnTo>
                    <a:pt x="1408" y="108"/>
                  </a:lnTo>
                  <a:cubicBezTo>
                    <a:pt x="1360" y="104"/>
                    <a:pt x="1308" y="96"/>
                    <a:pt x="1260" y="80"/>
                  </a:cubicBezTo>
                  <a:cubicBezTo>
                    <a:pt x="1208" y="64"/>
                    <a:pt x="1164" y="36"/>
                    <a:pt x="112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65"/>
            <p:cNvSpPr/>
            <p:nvPr/>
          </p:nvSpPr>
          <p:spPr>
            <a:xfrm flipH="1">
              <a:off x="5292079" y="1440377"/>
              <a:ext cx="193793" cy="30259"/>
            </a:xfrm>
            <a:custGeom>
              <a:avLst/>
              <a:gdLst/>
              <a:ahLst/>
              <a:cxnLst/>
              <a:rect l="l" t="t" r="r" b="b"/>
              <a:pathLst>
                <a:path w="1441" h="225" extrusionOk="0">
                  <a:moveTo>
                    <a:pt x="1440" y="0"/>
                  </a:moveTo>
                  <a:cubicBezTo>
                    <a:pt x="1440" y="0"/>
                    <a:pt x="1416" y="8"/>
                    <a:pt x="1376" y="16"/>
                  </a:cubicBezTo>
                  <a:cubicBezTo>
                    <a:pt x="1336" y="24"/>
                    <a:pt x="1280" y="44"/>
                    <a:pt x="1212" y="64"/>
                  </a:cubicBezTo>
                  <a:cubicBezTo>
                    <a:pt x="1180" y="76"/>
                    <a:pt x="1144" y="88"/>
                    <a:pt x="1108" y="104"/>
                  </a:cubicBezTo>
                  <a:cubicBezTo>
                    <a:pt x="1072" y="120"/>
                    <a:pt x="1032" y="136"/>
                    <a:pt x="992" y="152"/>
                  </a:cubicBezTo>
                  <a:cubicBezTo>
                    <a:pt x="952" y="172"/>
                    <a:pt x="908" y="184"/>
                    <a:pt x="864" y="188"/>
                  </a:cubicBezTo>
                  <a:cubicBezTo>
                    <a:pt x="844" y="192"/>
                    <a:pt x="824" y="194"/>
                    <a:pt x="803" y="194"/>
                  </a:cubicBezTo>
                  <a:cubicBezTo>
                    <a:pt x="778" y="194"/>
                    <a:pt x="752" y="191"/>
                    <a:pt x="728" y="184"/>
                  </a:cubicBezTo>
                  <a:cubicBezTo>
                    <a:pt x="692" y="176"/>
                    <a:pt x="652" y="144"/>
                    <a:pt x="604" y="128"/>
                  </a:cubicBezTo>
                  <a:cubicBezTo>
                    <a:pt x="560" y="112"/>
                    <a:pt x="512" y="100"/>
                    <a:pt x="464" y="96"/>
                  </a:cubicBezTo>
                  <a:cubicBezTo>
                    <a:pt x="438" y="92"/>
                    <a:pt x="413" y="90"/>
                    <a:pt x="387" y="90"/>
                  </a:cubicBezTo>
                  <a:cubicBezTo>
                    <a:pt x="369" y="90"/>
                    <a:pt x="350" y="91"/>
                    <a:pt x="332" y="92"/>
                  </a:cubicBezTo>
                  <a:cubicBezTo>
                    <a:pt x="292" y="96"/>
                    <a:pt x="256" y="104"/>
                    <a:pt x="216" y="112"/>
                  </a:cubicBezTo>
                  <a:cubicBezTo>
                    <a:pt x="160" y="128"/>
                    <a:pt x="108" y="152"/>
                    <a:pt x="56" y="180"/>
                  </a:cubicBezTo>
                  <a:cubicBezTo>
                    <a:pt x="36" y="192"/>
                    <a:pt x="20" y="204"/>
                    <a:pt x="0" y="216"/>
                  </a:cubicBezTo>
                  <a:lnTo>
                    <a:pt x="4" y="224"/>
                  </a:lnTo>
                  <a:lnTo>
                    <a:pt x="68" y="208"/>
                  </a:lnTo>
                  <a:cubicBezTo>
                    <a:pt x="88" y="204"/>
                    <a:pt x="112" y="196"/>
                    <a:pt x="136" y="188"/>
                  </a:cubicBezTo>
                  <a:cubicBezTo>
                    <a:pt x="164" y="184"/>
                    <a:pt x="196" y="176"/>
                    <a:pt x="228" y="172"/>
                  </a:cubicBezTo>
                  <a:cubicBezTo>
                    <a:pt x="275" y="167"/>
                    <a:pt x="322" y="164"/>
                    <a:pt x="369" y="164"/>
                  </a:cubicBezTo>
                  <a:cubicBezTo>
                    <a:pt x="398" y="164"/>
                    <a:pt x="427" y="165"/>
                    <a:pt x="456" y="168"/>
                  </a:cubicBezTo>
                  <a:cubicBezTo>
                    <a:pt x="500" y="168"/>
                    <a:pt x="544" y="176"/>
                    <a:pt x="584" y="188"/>
                  </a:cubicBezTo>
                  <a:cubicBezTo>
                    <a:pt x="628" y="204"/>
                    <a:pt x="676" y="216"/>
                    <a:pt x="724" y="224"/>
                  </a:cubicBezTo>
                  <a:cubicBezTo>
                    <a:pt x="748" y="224"/>
                    <a:pt x="772" y="224"/>
                    <a:pt x="796" y="220"/>
                  </a:cubicBezTo>
                  <a:cubicBezTo>
                    <a:pt x="820" y="220"/>
                    <a:pt x="844" y="212"/>
                    <a:pt x="868" y="212"/>
                  </a:cubicBezTo>
                  <a:lnTo>
                    <a:pt x="1004" y="188"/>
                  </a:lnTo>
                  <a:cubicBezTo>
                    <a:pt x="1044" y="184"/>
                    <a:pt x="1088" y="172"/>
                    <a:pt x="1128" y="164"/>
                  </a:cubicBezTo>
                  <a:cubicBezTo>
                    <a:pt x="1164" y="152"/>
                    <a:pt x="1200" y="136"/>
                    <a:pt x="1236" y="120"/>
                  </a:cubicBezTo>
                  <a:cubicBezTo>
                    <a:pt x="1308" y="92"/>
                    <a:pt x="1376" y="52"/>
                    <a:pt x="1440" y="4"/>
                  </a:cubicBezTo>
                  <a:lnTo>
                    <a:pt x="1440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65"/>
            <p:cNvSpPr/>
            <p:nvPr/>
          </p:nvSpPr>
          <p:spPr>
            <a:xfrm flipH="1">
              <a:off x="5202781" y="1248870"/>
              <a:ext cx="143227" cy="129240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0" y="0"/>
                  </a:moveTo>
                  <a:lnTo>
                    <a:pt x="0" y="8"/>
                  </a:lnTo>
                  <a:lnTo>
                    <a:pt x="16" y="16"/>
                  </a:lnTo>
                  <a:cubicBezTo>
                    <a:pt x="28" y="20"/>
                    <a:pt x="44" y="24"/>
                    <a:pt x="56" y="36"/>
                  </a:cubicBezTo>
                  <a:cubicBezTo>
                    <a:pt x="76" y="48"/>
                    <a:pt x="92" y="64"/>
                    <a:pt x="104" y="84"/>
                  </a:cubicBezTo>
                  <a:cubicBezTo>
                    <a:pt x="120" y="112"/>
                    <a:pt x="132" y="140"/>
                    <a:pt x="140" y="172"/>
                  </a:cubicBezTo>
                  <a:cubicBezTo>
                    <a:pt x="164" y="236"/>
                    <a:pt x="184" y="320"/>
                    <a:pt x="212" y="404"/>
                  </a:cubicBezTo>
                  <a:cubicBezTo>
                    <a:pt x="228" y="452"/>
                    <a:pt x="248" y="496"/>
                    <a:pt x="268" y="540"/>
                  </a:cubicBezTo>
                  <a:cubicBezTo>
                    <a:pt x="280" y="560"/>
                    <a:pt x="292" y="584"/>
                    <a:pt x="304" y="604"/>
                  </a:cubicBezTo>
                  <a:cubicBezTo>
                    <a:pt x="320" y="624"/>
                    <a:pt x="332" y="644"/>
                    <a:pt x="352" y="664"/>
                  </a:cubicBezTo>
                  <a:cubicBezTo>
                    <a:pt x="384" y="704"/>
                    <a:pt x="424" y="736"/>
                    <a:pt x="464" y="764"/>
                  </a:cubicBezTo>
                  <a:cubicBezTo>
                    <a:pt x="504" y="796"/>
                    <a:pt x="544" y="820"/>
                    <a:pt x="580" y="844"/>
                  </a:cubicBezTo>
                  <a:cubicBezTo>
                    <a:pt x="620" y="868"/>
                    <a:pt x="660" y="892"/>
                    <a:pt x="700" y="908"/>
                  </a:cubicBezTo>
                  <a:cubicBezTo>
                    <a:pt x="740" y="924"/>
                    <a:pt x="776" y="932"/>
                    <a:pt x="816" y="944"/>
                  </a:cubicBezTo>
                  <a:cubicBezTo>
                    <a:pt x="876" y="956"/>
                    <a:pt x="936" y="960"/>
                    <a:pt x="996" y="960"/>
                  </a:cubicBezTo>
                  <a:cubicBezTo>
                    <a:pt x="1020" y="960"/>
                    <a:pt x="1040" y="956"/>
                    <a:pt x="1064" y="952"/>
                  </a:cubicBezTo>
                  <a:lnTo>
                    <a:pt x="1064" y="944"/>
                  </a:lnTo>
                  <a:cubicBezTo>
                    <a:pt x="1064" y="944"/>
                    <a:pt x="968" y="924"/>
                    <a:pt x="828" y="884"/>
                  </a:cubicBezTo>
                  <a:cubicBezTo>
                    <a:pt x="796" y="876"/>
                    <a:pt x="760" y="864"/>
                    <a:pt x="720" y="852"/>
                  </a:cubicBezTo>
                  <a:cubicBezTo>
                    <a:pt x="680" y="836"/>
                    <a:pt x="640" y="828"/>
                    <a:pt x="596" y="812"/>
                  </a:cubicBezTo>
                  <a:cubicBezTo>
                    <a:pt x="552" y="796"/>
                    <a:pt x="512" y="772"/>
                    <a:pt x="472" y="748"/>
                  </a:cubicBezTo>
                  <a:cubicBezTo>
                    <a:pt x="436" y="720"/>
                    <a:pt x="404" y="684"/>
                    <a:pt x="380" y="644"/>
                  </a:cubicBezTo>
                  <a:cubicBezTo>
                    <a:pt x="356" y="604"/>
                    <a:pt x="336" y="560"/>
                    <a:pt x="320" y="516"/>
                  </a:cubicBezTo>
                  <a:cubicBezTo>
                    <a:pt x="304" y="472"/>
                    <a:pt x="292" y="428"/>
                    <a:pt x="280" y="384"/>
                  </a:cubicBezTo>
                  <a:cubicBezTo>
                    <a:pt x="268" y="340"/>
                    <a:pt x="256" y="300"/>
                    <a:pt x="240" y="260"/>
                  </a:cubicBezTo>
                  <a:cubicBezTo>
                    <a:pt x="228" y="220"/>
                    <a:pt x="212" y="184"/>
                    <a:pt x="196" y="148"/>
                  </a:cubicBezTo>
                  <a:cubicBezTo>
                    <a:pt x="180" y="112"/>
                    <a:pt x="160" y="84"/>
                    <a:pt x="136" y="60"/>
                  </a:cubicBezTo>
                  <a:cubicBezTo>
                    <a:pt x="124" y="48"/>
                    <a:pt x="112" y="36"/>
                    <a:pt x="100" y="28"/>
                  </a:cubicBezTo>
                  <a:cubicBezTo>
                    <a:pt x="92" y="20"/>
                    <a:pt x="80" y="16"/>
                    <a:pt x="68" y="12"/>
                  </a:cubicBezTo>
                  <a:cubicBezTo>
                    <a:pt x="52" y="4"/>
                    <a:pt x="32" y="0"/>
                    <a:pt x="1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65"/>
            <p:cNvSpPr/>
            <p:nvPr/>
          </p:nvSpPr>
          <p:spPr>
            <a:xfrm flipH="1">
              <a:off x="5205471" y="1322030"/>
              <a:ext cx="184110" cy="78136"/>
            </a:xfrm>
            <a:custGeom>
              <a:avLst/>
              <a:gdLst/>
              <a:ahLst/>
              <a:cxnLst/>
              <a:rect l="l" t="t" r="r" b="b"/>
              <a:pathLst>
                <a:path w="1369" h="581" extrusionOk="0">
                  <a:moveTo>
                    <a:pt x="0" y="0"/>
                  </a:moveTo>
                  <a:cubicBezTo>
                    <a:pt x="8" y="20"/>
                    <a:pt x="20" y="40"/>
                    <a:pt x="36" y="60"/>
                  </a:cubicBezTo>
                  <a:cubicBezTo>
                    <a:pt x="68" y="108"/>
                    <a:pt x="108" y="152"/>
                    <a:pt x="152" y="192"/>
                  </a:cubicBezTo>
                  <a:cubicBezTo>
                    <a:pt x="180" y="216"/>
                    <a:pt x="212" y="244"/>
                    <a:pt x="244" y="264"/>
                  </a:cubicBezTo>
                  <a:cubicBezTo>
                    <a:pt x="280" y="292"/>
                    <a:pt x="316" y="312"/>
                    <a:pt x="356" y="332"/>
                  </a:cubicBezTo>
                  <a:cubicBezTo>
                    <a:pt x="396" y="352"/>
                    <a:pt x="436" y="376"/>
                    <a:pt x="480" y="396"/>
                  </a:cubicBezTo>
                  <a:cubicBezTo>
                    <a:pt x="524" y="412"/>
                    <a:pt x="564" y="444"/>
                    <a:pt x="608" y="464"/>
                  </a:cubicBezTo>
                  <a:lnTo>
                    <a:pt x="672" y="496"/>
                  </a:lnTo>
                  <a:cubicBezTo>
                    <a:pt x="696" y="504"/>
                    <a:pt x="720" y="516"/>
                    <a:pt x="740" y="524"/>
                  </a:cubicBezTo>
                  <a:cubicBezTo>
                    <a:pt x="788" y="536"/>
                    <a:pt x="832" y="552"/>
                    <a:pt x="880" y="560"/>
                  </a:cubicBezTo>
                  <a:cubicBezTo>
                    <a:pt x="920" y="572"/>
                    <a:pt x="964" y="576"/>
                    <a:pt x="1008" y="576"/>
                  </a:cubicBezTo>
                  <a:cubicBezTo>
                    <a:pt x="1032" y="580"/>
                    <a:pt x="1052" y="580"/>
                    <a:pt x="1072" y="580"/>
                  </a:cubicBezTo>
                  <a:lnTo>
                    <a:pt x="1128" y="576"/>
                  </a:lnTo>
                  <a:cubicBezTo>
                    <a:pt x="1164" y="576"/>
                    <a:pt x="1196" y="572"/>
                    <a:pt x="1228" y="564"/>
                  </a:cubicBezTo>
                  <a:lnTo>
                    <a:pt x="1304" y="548"/>
                  </a:lnTo>
                  <a:cubicBezTo>
                    <a:pt x="1344" y="536"/>
                    <a:pt x="1368" y="528"/>
                    <a:pt x="1368" y="528"/>
                  </a:cubicBezTo>
                  <a:lnTo>
                    <a:pt x="1368" y="520"/>
                  </a:lnTo>
                  <a:lnTo>
                    <a:pt x="1228" y="520"/>
                  </a:lnTo>
                  <a:cubicBezTo>
                    <a:pt x="1200" y="520"/>
                    <a:pt x="1164" y="516"/>
                    <a:pt x="1132" y="516"/>
                  </a:cubicBezTo>
                  <a:lnTo>
                    <a:pt x="1076" y="516"/>
                  </a:lnTo>
                  <a:lnTo>
                    <a:pt x="1020" y="508"/>
                  </a:lnTo>
                  <a:cubicBezTo>
                    <a:pt x="980" y="504"/>
                    <a:pt x="936" y="500"/>
                    <a:pt x="892" y="492"/>
                  </a:cubicBezTo>
                  <a:cubicBezTo>
                    <a:pt x="848" y="484"/>
                    <a:pt x="804" y="476"/>
                    <a:pt x="760" y="464"/>
                  </a:cubicBezTo>
                  <a:lnTo>
                    <a:pt x="692" y="448"/>
                  </a:lnTo>
                  <a:lnTo>
                    <a:pt x="624" y="428"/>
                  </a:lnTo>
                  <a:cubicBezTo>
                    <a:pt x="580" y="420"/>
                    <a:pt x="536" y="400"/>
                    <a:pt x="492" y="380"/>
                  </a:cubicBezTo>
                  <a:cubicBezTo>
                    <a:pt x="452" y="360"/>
                    <a:pt x="416" y="332"/>
                    <a:pt x="380" y="304"/>
                  </a:cubicBezTo>
                  <a:lnTo>
                    <a:pt x="280" y="220"/>
                  </a:lnTo>
                  <a:lnTo>
                    <a:pt x="192" y="152"/>
                  </a:lnTo>
                  <a:cubicBezTo>
                    <a:pt x="164" y="128"/>
                    <a:pt x="136" y="108"/>
                    <a:pt x="116" y="92"/>
                  </a:cubicBezTo>
                  <a:cubicBezTo>
                    <a:pt x="96" y="72"/>
                    <a:pt x="76" y="56"/>
                    <a:pt x="60" y="44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65"/>
            <p:cNvSpPr/>
            <p:nvPr/>
          </p:nvSpPr>
          <p:spPr>
            <a:xfrm flipH="1">
              <a:off x="5063454" y="1147199"/>
              <a:ext cx="85129" cy="221766"/>
            </a:xfrm>
            <a:custGeom>
              <a:avLst/>
              <a:gdLst/>
              <a:ahLst/>
              <a:cxnLst/>
              <a:rect l="l" t="t" r="r" b="b"/>
              <a:pathLst>
                <a:path w="633" h="1649" extrusionOk="0">
                  <a:moveTo>
                    <a:pt x="592" y="0"/>
                  </a:moveTo>
                  <a:lnTo>
                    <a:pt x="584" y="4"/>
                  </a:lnTo>
                  <a:cubicBezTo>
                    <a:pt x="588" y="28"/>
                    <a:pt x="592" y="56"/>
                    <a:pt x="592" y="84"/>
                  </a:cubicBezTo>
                  <a:cubicBezTo>
                    <a:pt x="592" y="112"/>
                    <a:pt x="588" y="140"/>
                    <a:pt x="584" y="172"/>
                  </a:cubicBezTo>
                  <a:cubicBezTo>
                    <a:pt x="580" y="208"/>
                    <a:pt x="564" y="240"/>
                    <a:pt x="544" y="272"/>
                  </a:cubicBezTo>
                  <a:cubicBezTo>
                    <a:pt x="532" y="288"/>
                    <a:pt x="516" y="300"/>
                    <a:pt x="500" y="308"/>
                  </a:cubicBezTo>
                  <a:cubicBezTo>
                    <a:pt x="488" y="312"/>
                    <a:pt x="464" y="320"/>
                    <a:pt x="436" y="328"/>
                  </a:cubicBezTo>
                  <a:cubicBezTo>
                    <a:pt x="408" y="336"/>
                    <a:pt x="380" y="352"/>
                    <a:pt x="356" y="372"/>
                  </a:cubicBezTo>
                  <a:cubicBezTo>
                    <a:pt x="336" y="392"/>
                    <a:pt x="316" y="412"/>
                    <a:pt x="296" y="436"/>
                  </a:cubicBezTo>
                  <a:cubicBezTo>
                    <a:pt x="260" y="476"/>
                    <a:pt x="224" y="520"/>
                    <a:pt x="188" y="568"/>
                  </a:cubicBezTo>
                  <a:cubicBezTo>
                    <a:pt x="152" y="616"/>
                    <a:pt x="120" y="668"/>
                    <a:pt x="92" y="724"/>
                  </a:cubicBezTo>
                  <a:cubicBezTo>
                    <a:pt x="64" y="776"/>
                    <a:pt x="40" y="832"/>
                    <a:pt x="24" y="888"/>
                  </a:cubicBezTo>
                  <a:cubicBezTo>
                    <a:pt x="8" y="948"/>
                    <a:pt x="0" y="1004"/>
                    <a:pt x="4" y="1064"/>
                  </a:cubicBezTo>
                  <a:cubicBezTo>
                    <a:pt x="4" y="1120"/>
                    <a:pt x="12" y="1172"/>
                    <a:pt x="24" y="1228"/>
                  </a:cubicBezTo>
                  <a:cubicBezTo>
                    <a:pt x="32" y="1276"/>
                    <a:pt x="48" y="1324"/>
                    <a:pt x="60" y="1368"/>
                  </a:cubicBezTo>
                  <a:cubicBezTo>
                    <a:pt x="80" y="1432"/>
                    <a:pt x="88" y="1500"/>
                    <a:pt x="88" y="1568"/>
                  </a:cubicBezTo>
                  <a:cubicBezTo>
                    <a:pt x="84" y="1580"/>
                    <a:pt x="84" y="1592"/>
                    <a:pt x="84" y="1604"/>
                  </a:cubicBezTo>
                  <a:lnTo>
                    <a:pt x="76" y="1628"/>
                  </a:lnTo>
                  <a:lnTo>
                    <a:pt x="68" y="1648"/>
                  </a:lnTo>
                  <a:lnTo>
                    <a:pt x="76" y="1648"/>
                  </a:lnTo>
                  <a:lnTo>
                    <a:pt x="88" y="1628"/>
                  </a:lnTo>
                  <a:cubicBezTo>
                    <a:pt x="92" y="1624"/>
                    <a:pt x="96" y="1616"/>
                    <a:pt x="100" y="1608"/>
                  </a:cubicBezTo>
                  <a:lnTo>
                    <a:pt x="116" y="1572"/>
                  </a:lnTo>
                  <a:cubicBezTo>
                    <a:pt x="124" y="1540"/>
                    <a:pt x="128" y="1508"/>
                    <a:pt x="128" y="1476"/>
                  </a:cubicBezTo>
                  <a:cubicBezTo>
                    <a:pt x="128" y="1432"/>
                    <a:pt x="124" y="1392"/>
                    <a:pt x="116" y="1348"/>
                  </a:cubicBezTo>
                  <a:cubicBezTo>
                    <a:pt x="108" y="1304"/>
                    <a:pt x="96" y="1256"/>
                    <a:pt x="80" y="1208"/>
                  </a:cubicBezTo>
                  <a:cubicBezTo>
                    <a:pt x="68" y="1164"/>
                    <a:pt x="48" y="1112"/>
                    <a:pt x="40" y="1060"/>
                  </a:cubicBezTo>
                  <a:cubicBezTo>
                    <a:pt x="28" y="1004"/>
                    <a:pt x="28" y="948"/>
                    <a:pt x="44" y="896"/>
                  </a:cubicBezTo>
                  <a:cubicBezTo>
                    <a:pt x="64" y="840"/>
                    <a:pt x="88" y="788"/>
                    <a:pt x="124" y="740"/>
                  </a:cubicBezTo>
                  <a:cubicBezTo>
                    <a:pt x="160" y="696"/>
                    <a:pt x="196" y="648"/>
                    <a:pt x="236" y="604"/>
                  </a:cubicBezTo>
                  <a:cubicBezTo>
                    <a:pt x="272" y="564"/>
                    <a:pt x="312" y="520"/>
                    <a:pt x="348" y="484"/>
                  </a:cubicBezTo>
                  <a:cubicBezTo>
                    <a:pt x="368" y="464"/>
                    <a:pt x="388" y="444"/>
                    <a:pt x="404" y="428"/>
                  </a:cubicBezTo>
                  <a:cubicBezTo>
                    <a:pt x="420" y="412"/>
                    <a:pt x="440" y="400"/>
                    <a:pt x="460" y="396"/>
                  </a:cubicBezTo>
                  <a:cubicBezTo>
                    <a:pt x="488" y="388"/>
                    <a:pt x="512" y="376"/>
                    <a:pt x="536" y="364"/>
                  </a:cubicBezTo>
                  <a:cubicBezTo>
                    <a:pt x="560" y="348"/>
                    <a:pt x="580" y="328"/>
                    <a:pt x="592" y="304"/>
                  </a:cubicBezTo>
                  <a:cubicBezTo>
                    <a:pt x="616" y="268"/>
                    <a:pt x="632" y="220"/>
                    <a:pt x="628" y="176"/>
                  </a:cubicBezTo>
                  <a:cubicBezTo>
                    <a:pt x="628" y="144"/>
                    <a:pt x="624" y="112"/>
                    <a:pt x="620" y="80"/>
                  </a:cubicBezTo>
                  <a:cubicBezTo>
                    <a:pt x="612" y="52"/>
                    <a:pt x="604" y="24"/>
                    <a:pt x="592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65"/>
            <p:cNvSpPr/>
            <p:nvPr/>
          </p:nvSpPr>
          <p:spPr>
            <a:xfrm flipH="1">
              <a:off x="4963398" y="997652"/>
              <a:ext cx="132468" cy="377230"/>
            </a:xfrm>
            <a:custGeom>
              <a:avLst/>
              <a:gdLst/>
              <a:ahLst/>
              <a:cxnLst/>
              <a:rect l="l" t="t" r="r" b="b"/>
              <a:pathLst>
                <a:path w="985" h="2805" extrusionOk="0">
                  <a:moveTo>
                    <a:pt x="828" y="0"/>
                  </a:moveTo>
                  <a:cubicBezTo>
                    <a:pt x="828" y="0"/>
                    <a:pt x="848" y="44"/>
                    <a:pt x="868" y="128"/>
                  </a:cubicBezTo>
                  <a:cubicBezTo>
                    <a:pt x="880" y="168"/>
                    <a:pt x="892" y="220"/>
                    <a:pt x="904" y="276"/>
                  </a:cubicBezTo>
                  <a:cubicBezTo>
                    <a:pt x="916" y="340"/>
                    <a:pt x="920" y="404"/>
                    <a:pt x="924" y="472"/>
                  </a:cubicBezTo>
                  <a:cubicBezTo>
                    <a:pt x="928" y="548"/>
                    <a:pt x="924" y="624"/>
                    <a:pt x="908" y="696"/>
                  </a:cubicBezTo>
                  <a:cubicBezTo>
                    <a:pt x="896" y="784"/>
                    <a:pt x="872" y="864"/>
                    <a:pt x="832" y="940"/>
                  </a:cubicBezTo>
                  <a:cubicBezTo>
                    <a:pt x="788" y="1024"/>
                    <a:pt x="736" y="1100"/>
                    <a:pt x="676" y="1172"/>
                  </a:cubicBezTo>
                  <a:cubicBezTo>
                    <a:pt x="644" y="1208"/>
                    <a:pt x="612" y="1244"/>
                    <a:pt x="580" y="1280"/>
                  </a:cubicBezTo>
                  <a:lnTo>
                    <a:pt x="480" y="1388"/>
                  </a:lnTo>
                  <a:cubicBezTo>
                    <a:pt x="412" y="1456"/>
                    <a:pt x="344" y="1524"/>
                    <a:pt x="280" y="1596"/>
                  </a:cubicBezTo>
                  <a:cubicBezTo>
                    <a:pt x="216" y="1668"/>
                    <a:pt x="160" y="1744"/>
                    <a:pt x="104" y="1824"/>
                  </a:cubicBezTo>
                  <a:cubicBezTo>
                    <a:pt x="48" y="1900"/>
                    <a:pt x="16" y="1996"/>
                    <a:pt x="20" y="2092"/>
                  </a:cubicBezTo>
                  <a:cubicBezTo>
                    <a:pt x="24" y="2136"/>
                    <a:pt x="32" y="2172"/>
                    <a:pt x="32" y="2208"/>
                  </a:cubicBezTo>
                  <a:lnTo>
                    <a:pt x="32" y="2320"/>
                  </a:lnTo>
                  <a:cubicBezTo>
                    <a:pt x="28" y="2464"/>
                    <a:pt x="20" y="2588"/>
                    <a:pt x="12" y="2672"/>
                  </a:cubicBezTo>
                  <a:cubicBezTo>
                    <a:pt x="4" y="2756"/>
                    <a:pt x="0" y="2804"/>
                    <a:pt x="0" y="2804"/>
                  </a:cubicBezTo>
                  <a:lnTo>
                    <a:pt x="4" y="2804"/>
                  </a:lnTo>
                  <a:cubicBezTo>
                    <a:pt x="4" y="2804"/>
                    <a:pt x="20" y="2760"/>
                    <a:pt x="36" y="2676"/>
                  </a:cubicBezTo>
                  <a:cubicBezTo>
                    <a:pt x="48" y="2632"/>
                    <a:pt x="56" y="2584"/>
                    <a:pt x="68" y="2524"/>
                  </a:cubicBezTo>
                  <a:cubicBezTo>
                    <a:pt x="76" y="2464"/>
                    <a:pt x="84" y="2396"/>
                    <a:pt x="92" y="2324"/>
                  </a:cubicBezTo>
                  <a:cubicBezTo>
                    <a:pt x="92" y="2288"/>
                    <a:pt x="96" y="2248"/>
                    <a:pt x="96" y="2208"/>
                  </a:cubicBezTo>
                  <a:cubicBezTo>
                    <a:pt x="96" y="2168"/>
                    <a:pt x="92" y="2124"/>
                    <a:pt x="88" y="2084"/>
                  </a:cubicBezTo>
                  <a:cubicBezTo>
                    <a:pt x="92" y="2004"/>
                    <a:pt x="116" y="1924"/>
                    <a:pt x="164" y="1860"/>
                  </a:cubicBezTo>
                  <a:cubicBezTo>
                    <a:pt x="212" y="1784"/>
                    <a:pt x="268" y="1708"/>
                    <a:pt x="324" y="1636"/>
                  </a:cubicBezTo>
                  <a:lnTo>
                    <a:pt x="508" y="1412"/>
                  </a:lnTo>
                  <a:cubicBezTo>
                    <a:pt x="568" y="1336"/>
                    <a:pt x="632" y="1260"/>
                    <a:pt x="692" y="1184"/>
                  </a:cubicBezTo>
                  <a:cubicBezTo>
                    <a:pt x="752" y="1108"/>
                    <a:pt x="812" y="1036"/>
                    <a:pt x="864" y="960"/>
                  </a:cubicBezTo>
                  <a:cubicBezTo>
                    <a:pt x="912" y="884"/>
                    <a:pt x="944" y="796"/>
                    <a:pt x="964" y="708"/>
                  </a:cubicBezTo>
                  <a:cubicBezTo>
                    <a:pt x="980" y="628"/>
                    <a:pt x="984" y="548"/>
                    <a:pt x="980" y="468"/>
                  </a:cubicBezTo>
                  <a:cubicBezTo>
                    <a:pt x="972" y="400"/>
                    <a:pt x="960" y="332"/>
                    <a:pt x="944" y="268"/>
                  </a:cubicBezTo>
                  <a:cubicBezTo>
                    <a:pt x="932" y="216"/>
                    <a:pt x="912" y="168"/>
                    <a:pt x="892" y="120"/>
                  </a:cubicBezTo>
                  <a:cubicBezTo>
                    <a:pt x="876" y="80"/>
                    <a:pt x="856" y="40"/>
                    <a:pt x="832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65"/>
            <p:cNvSpPr/>
            <p:nvPr/>
          </p:nvSpPr>
          <p:spPr>
            <a:xfrm flipH="1">
              <a:off x="4785877" y="1138592"/>
              <a:ext cx="257808" cy="221766"/>
            </a:xfrm>
            <a:custGeom>
              <a:avLst/>
              <a:gdLst/>
              <a:ahLst/>
              <a:cxnLst/>
              <a:rect l="l" t="t" r="r" b="b"/>
              <a:pathLst>
                <a:path w="1917" h="1649" extrusionOk="0">
                  <a:moveTo>
                    <a:pt x="1916" y="0"/>
                  </a:moveTo>
                  <a:cubicBezTo>
                    <a:pt x="1916" y="0"/>
                    <a:pt x="1912" y="8"/>
                    <a:pt x="1908" y="28"/>
                  </a:cubicBezTo>
                  <a:cubicBezTo>
                    <a:pt x="1900" y="56"/>
                    <a:pt x="1892" y="84"/>
                    <a:pt x="1884" y="112"/>
                  </a:cubicBezTo>
                  <a:cubicBezTo>
                    <a:pt x="1868" y="152"/>
                    <a:pt x="1852" y="192"/>
                    <a:pt x="1832" y="232"/>
                  </a:cubicBezTo>
                  <a:cubicBezTo>
                    <a:pt x="1808" y="284"/>
                    <a:pt x="1784" y="336"/>
                    <a:pt x="1756" y="384"/>
                  </a:cubicBezTo>
                  <a:cubicBezTo>
                    <a:pt x="1720" y="440"/>
                    <a:pt x="1680" y="496"/>
                    <a:pt x="1640" y="548"/>
                  </a:cubicBezTo>
                  <a:cubicBezTo>
                    <a:pt x="1596" y="608"/>
                    <a:pt x="1544" y="664"/>
                    <a:pt x="1492" y="716"/>
                  </a:cubicBezTo>
                  <a:cubicBezTo>
                    <a:pt x="1460" y="744"/>
                    <a:pt x="1432" y="768"/>
                    <a:pt x="1400" y="792"/>
                  </a:cubicBezTo>
                  <a:cubicBezTo>
                    <a:pt x="1364" y="816"/>
                    <a:pt x="1328" y="836"/>
                    <a:pt x="1292" y="852"/>
                  </a:cubicBezTo>
                  <a:cubicBezTo>
                    <a:pt x="1216" y="892"/>
                    <a:pt x="1136" y="916"/>
                    <a:pt x="1056" y="928"/>
                  </a:cubicBezTo>
                  <a:cubicBezTo>
                    <a:pt x="1012" y="936"/>
                    <a:pt x="976" y="932"/>
                    <a:pt x="932" y="940"/>
                  </a:cubicBezTo>
                  <a:cubicBezTo>
                    <a:pt x="888" y="944"/>
                    <a:pt x="848" y="944"/>
                    <a:pt x="804" y="948"/>
                  </a:cubicBezTo>
                  <a:cubicBezTo>
                    <a:pt x="720" y="960"/>
                    <a:pt x="636" y="984"/>
                    <a:pt x="560" y="1016"/>
                  </a:cubicBezTo>
                  <a:cubicBezTo>
                    <a:pt x="416" y="1068"/>
                    <a:pt x="292" y="1156"/>
                    <a:pt x="192" y="1268"/>
                  </a:cubicBezTo>
                  <a:cubicBezTo>
                    <a:pt x="152" y="1312"/>
                    <a:pt x="116" y="1360"/>
                    <a:pt x="84" y="1408"/>
                  </a:cubicBezTo>
                  <a:cubicBezTo>
                    <a:pt x="60" y="1448"/>
                    <a:pt x="40" y="1488"/>
                    <a:pt x="24" y="1532"/>
                  </a:cubicBezTo>
                  <a:cubicBezTo>
                    <a:pt x="16" y="1560"/>
                    <a:pt x="8" y="1588"/>
                    <a:pt x="4" y="1616"/>
                  </a:cubicBezTo>
                  <a:lnTo>
                    <a:pt x="0" y="1648"/>
                  </a:lnTo>
                  <a:lnTo>
                    <a:pt x="4" y="1648"/>
                  </a:lnTo>
                  <a:cubicBezTo>
                    <a:pt x="4" y="1648"/>
                    <a:pt x="8" y="1640"/>
                    <a:pt x="16" y="1620"/>
                  </a:cubicBezTo>
                  <a:cubicBezTo>
                    <a:pt x="24" y="1592"/>
                    <a:pt x="36" y="1568"/>
                    <a:pt x="52" y="1544"/>
                  </a:cubicBezTo>
                  <a:cubicBezTo>
                    <a:pt x="72" y="1504"/>
                    <a:pt x="96" y="1468"/>
                    <a:pt x="124" y="1432"/>
                  </a:cubicBezTo>
                  <a:cubicBezTo>
                    <a:pt x="156" y="1388"/>
                    <a:pt x="196" y="1348"/>
                    <a:pt x="236" y="1308"/>
                  </a:cubicBezTo>
                  <a:cubicBezTo>
                    <a:pt x="284" y="1264"/>
                    <a:pt x="336" y="1220"/>
                    <a:pt x="392" y="1184"/>
                  </a:cubicBezTo>
                  <a:cubicBezTo>
                    <a:pt x="452" y="1144"/>
                    <a:pt x="516" y="1108"/>
                    <a:pt x="584" y="1080"/>
                  </a:cubicBezTo>
                  <a:cubicBezTo>
                    <a:pt x="660" y="1048"/>
                    <a:pt x="732" y="1024"/>
                    <a:pt x="812" y="1008"/>
                  </a:cubicBezTo>
                  <a:cubicBezTo>
                    <a:pt x="852" y="1000"/>
                    <a:pt x="892" y="996"/>
                    <a:pt x="936" y="988"/>
                  </a:cubicBezTo>
                  <a:cubicBezTo>
                    <a:pt x="976" y="980"/>
                    <a:pt x="1020" y="976"/>
                    <a:pt x="1064" y="964"/>
                  </a:cubicBezTo>
                  <a:cubicBezTo>
                    <a:pt x="1104" y="952"/>
                    <a:pt x="1144" y="940"/>
                    <a:pt x="1184" y="924"/>
                  </a:cubicBezTo>
                  <a:cubicBezTo>
                    <a:pt x="1204" y="916"/>
                    <a:pt x="1224" y="908"/>
                    <a:pt x="1244" y="900"/>
                  </a:cubicBezTo>
                  <a:lnTo>
                    <a:pt x="1300" y="872"/>
                  </a:lnTo>
                  <a:cubicBezTo>
                    <a:pt x="1340" y="856"/>
                    <a:pt x="1380" y="836"/>
                    <a:pt x="1412" y="812"/>
                  </a:cubicBezTo>
                  <a:cubicBezTo>
                    <a:pt x="1444" y="788"/>
                    <a:pt x="1480" y="768"/>
                    <a:pt x="1512" y="744"/>
                  </a:cubicBezTo>
                  <a:cubicBezTo>
                    <a:pt x="1544" y="720"/>
                    <a:pt x="1576" y="696"/>
                    <a:pt x="1604" y="668"/>
                  </a:cubicBezTo>
                  <a:lnTo>
                    <a:pt x="1648" y="628"/>
                  </a:lnTo>
                  <a:lnTo>
                    <a:pt x="1684" y="584"/>
                  </a:lnTo>
                  <a:cubicBezTo>
                    <a:pt x="1728" y="532"/>
                    <a:pt x="1768" y="472"/>
                    <a:pt x="1800" y="412"/>
                  </a:cubicBezTo>
                  <a:cubicBezTo>
                    <a:pt x="1828" y="360"/>
                    <a:pt x="1852" y="304"/>
                    <a:pt x="1872" y="248"/>
                  </a:cubicBezTo>
                  <a:cubicBezTo>
                    <a:pt x="1888" y="204"/>
                    <a:pt x="1896" y="160"/>
                    <a:pt x="1904" y="116"/>
                  </a:cubicBezTo>
                  <a:cubicBezTo>
                    <a:pt x="1912" y="88"/>
                    <a:pt x="1916" y="60"/>
                    <a:pt x="1916" y="28"/>
                  </a:cubicBezTo>
                  <a:lnTo>
                    <a:pt x="1916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65"/>
            <p:cNvSpPr/>
            <p:nvPr/>
          </p:nvSpPr>
          <p:spPr>
            <a:xfrm flipH="1">
              <a:off x="4785877" y="1351617"/>
              <a:ext cx="254580" cy="36714"/>
            </a:xfrm>
            <a:custGeom>
              <a:avLst/>
              <a:gdLst/>
              <a:ahLst/>
              <a:cxnLst/>
              <a:rect l="l" t="t" r="r" b="b"/>
              <a:pathLst>
                <a:path w="1893" h="273" extrusionOk="0">
                  <a:moveTo>
                    <a:pt x="964" y="0"/>
                  </a:moveTo>
                  <a:cubicBezTo>
                    <a:pt x="900" y="0"/>
                    <a:pt x="836" y="0"/>
                    <a:pt x="772" y="8"/>
                  </a:cubicBezTo>
                  <a:cubicBezTo>
                    <a:pt x="712" y="16"/>
                    <a:pt x="652" y="24"/>
                    <a:pt x="592" y="32"/>
                  </a:cubicBezTo>
                  <a:cubicBezTo>
                    <a:pt x="536" y="40"/>
                    <a:pt x="480" y="52"/>
                    <a:pt x="424" y="64"/>
                  </a:cubicBezTo>
                  <a:cubicBezTo>
                    <a:pt x="372" y="80"/>
                    <a:pt x="324" y="96"/>
                    <a:pt x="280" y="116"/>
                  </a:cubicBezTo>
                  <a:cubicBezTo>
                    <a:pt x="180" y="152"/>
                    <a:pt x="88" y="204"/>
                    <a:pt x="0" y="264"/>
                  </a:cubicBezTo>
                  <a:lnTo>
                    <a:pt x="4" y="272"/>
                  </a:lnTo>
                  <a:lnTo>
                    <a:pt x="84" y="244"/>
                  </a:lnTo>
                  <a:lnTo>
                    <a:pt x="300" y="172"/>
                  </a:lnTo>
                  <a:lnTo>
                    <a:pt x="440" y="124"/>
                  </a:lnTo>
                  <a:cubicBezTo>
                    <a:pt x="492" y="104"/>
                    <a:pt x="544" y="84"/>
                    <a:pt x="600" y="68"/>
                  </a:cubicBezTo>
                  <a:cubicBezTo>
                    <a:pt x="656" y="48"/>
                    <a:pt x="716" y="36"/>
                    <a:pt x="776" y="28"/>
                  </a:cubicBezTo>
                  <a:cubicBezTo>
                    <a:pt x="795" y="28"/>
                    <a:pt x="816" y="27"/>
                    <a:pt x="837" y="27"/>
                  </a:cubicBezTo>
                  <a:cubicBezTo>
                    <a:pt x="847" y="27"/>
                    <a:pt x="858" y="27"/>
                    <a:pt x="868" y="28"/>
                  </a:cubicBezTo>
                  <a:cubicBezTo>
                    <a:pt x="896" y="28"/>
                    <a:pt x="928" y="32"/>
                    <a:pt x="956" y="40"/>
                  </a:cubicBezTo>
                  <a:cubicBezTo>
                    <a:pt x="1016" y="52"/>
                    <a:pt x="1076" y="72"/>
                    <a:pt x="1136" y="92"/>
                  </a:cubicBezTo>
                  <a:lnTo>
                    <a:pt x="1308" y="140"/>
                  </a:lnTo>
                  <a:cubicBezTo>
                    <a:pt x="1364" y="156"/>
                    <a:pt x="1420" y="168"/>
                    <a:pt x="1476" y="176"/>
                  </a:cubicBezTo>
                  <a:cubicBezTo>
                    <a:pt x="1528" y="188"/>
                    <a:pt x="1580" y="192"/>
                    <a:pt x="1632" y="192"/>
                  </a:cubicBezTo>
                  <a:cubicBezTo>
                    <a:pt x="1676" y="192"/>
                    <a:pt x="1720" y="188"/>
                    <a:pt x="1764" y="176"/>
                  </a:cubicBezTo>
                  <a:cubicBezTo>
                    <a:pt x="1800" y="164"/>
                    <a:pt x="1832" y="144"/>
                    <a:pt x="1856" y="120"/>
                  </a:cubicBezTo>
                  <a:cubicBezTo>
                    <a:pt x="1872" y="100"/>
                    <a:pt x="1884" y="80"/>
                    <a:pt x="1888" y="60"/>
                  </a:cubicBezTo>
                  <a:cubicBezTo>
                    <a:pt x="1892" y="44"/>
                    <a:pt x="1892" y="36"/>
                    <a:pt x="1892" y="36"/>
                  </a:cubicBezTo>
                  <a:lnTo>
                    <a:pt x="1884" y="36"/>
                  </a:lnTo>
                  <a:lnTo>
                    <a:pt x="1876" y="56"/>
                  </a:lnTo>
                  <a:cubicBezTo>
                    <a:pt x="1868" y="72"/>
                    <a:pt x="1852" y="88"/>
                    <a:pt x="1840" y="100"/>
                  </a:cubicBezTo>
                  <a:cubicBezTo>
                    <a:pt x="1812" y="116"/>
                    <a:pt x="1784" y="128"/>
                    <a:pt x="1756" y="132"/>
                  </a:cubicBezTo>
                  <a:cubicBezTo>
                    <a:pt x="1736" y="134"/>
                    <a:pt x="1716" y="135"/>
                    <a:pt x="1696" y="135"/>
                  </a:cubicBezTo>
                  <a:cubicBezTo>
                    <a:pt x="1676" y="135"/>
                    <a:pt x="1656" y="134"/>
                    <a:pt x="1636" y="132"/>
                  </a:cubicBezTo>
                  <a:cubicBezTo>
                    <a:pt x="1544" y="124"/>
                    <a:pt x="1440" y="96"/>
                    <a:pt x="1324" y="72"/>
                  </a:cubicBezTo>
                  <a:lnTo>
                    <a:pt x="1148" y="32"/>
                  </a:lnTo>
                  <a:cubicBezTo>
                    <a:pt x="1088" y="16"/>
                    <a:pt x="1024" y="8"/>
                    <a:pt x="96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65"/>
            <p:cNvSpPr/>
            <p:nvPr/>
          </p:nvSpPr>
          <p:spPr>
            <a:xfrm flipH="1">
              <a:off x="4795022" y="1404066"/>
              <a:ext cx="215848" cy="94543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6" y="1"/>
                  </a:moveTo>
                  <a:cubicBezTo>
                    <a:pt x="312" y="1"/>
                    <a:pt x="298" y="1"/>
                    <a:pt x="284" y="2"/>
                  </a:cubicBezTo>
                  <a:cubicBezTo>
                    <a:pt x="188" y="2"/>
                    <a:pt x="92" y="14"/>
                    <a:pt x="0" y="38"/>
                  </a:cubicBezTo>
                  <a:lnTo>
                    <a:pt x="0" y="42"/>
                  </a:lnTo>
                  <a:lnTo>
                    <a:pt x="80" y="46"/>
                  </a:lnTo>
                  <a:cubicBezTo>
                    <a:pt x="128" y="50"/>
                    <a:pt x="200" y="54"/>
                    <a:pt x="284" y="58"/>
                  </a:cubicBezTo>
                  <a:lnTo>
                    <a:pt x="420" y="62"/>
                  </a:lnTo>
                  <a:cubicBezTo>
                    <a:pt x="444" y="64"/>
                    <a:pt x="469" y="64"/>
                    <a:pt x="495" y="64"/>
                  </a:cubicBezTo>
                  <a:cubicBezTo>
                    <a:pt x="520" y="64"/>
                    <a:pt x="546" y="64"/>
                    <a:pt x="572" y="66"/>
                  </a:cubicBezTo>
                  <a:cubicBezTo>
                    <a:pt x="624" y="66"/>
                    <a:pt x="680" y="74"/>
                    <a:pt x="732" y="86"/>
                  </a:cubicBezTo>
                  <a:cubicBezTo>
                    <a:pt x="784" y="102"/>
                    <a:pt x="836" y="126"/>
                    <a:pt x="884" y="154"/>
                  </a:cubicBezTo>
                  <a:cubicBezTo>
                    <a:pt x="980" y="206"/>
                    <a:pt x="1064" y="274"/>
                    <a:pt x="1140" y="354"/>
                  </a:cubicBezTo>
                  <a:cubicBezTo>
                    <a:pt x="1176" y="390"/>
                    <a:pt x="1208" y="430"/>
                    <a:pt x="1244" y="462"/>
                  </a:cubicBezTo>
                  <a:cubicBezTo>
                    <a:pt x="1264" y="482"/>
                    <a:pt x="1284" y="498"/>
                    <a:pt x="1304" y="514"/>
                  </a:cubicBezTo>
                  <a:lnTo>
                    <a:pt x="1360" y="546"/>
                  </a:lnTo>
                  <a:lnTo>
                    <a:pt x="1600" y="702"/>
                  </a:lnTo>
                  <a:lnTo>
                    <a:pt x="1604" y="698"/>
                  </a:lnTo>
                  <a:cubicBezTo>
                    <a:pt x="1604" y="698"/>
                    <a:pt x="1588" y="674"/>
                    <a:pt x="1552" y="638"/>
                  </a:cubicBezTo>
                  <a:cubicBezTo>
                    <a:pt x="1504" y="590"/>
                    <a:pt x="1452" y="542"/>
                    <a:pt x="1400" y="498"/>
                  </a:cubicBezTo>
                  <a:lnTo>
                    <a:pt x="1348" y="458"/>
                  </a:lnTo>
                  <a:cubicBezTo>
                    <a:pt x="1328" y="442"/>
                    <a:pt x="1312" y="430"/>
                    <a:pt x="1296" y="414"/>
                  </a:cubicBezTo>
                  <a:cubicBezTo>
                    <a:pt x="1264" y="382"/>
                    <a:pt x="1228" y="342"/>
                    <a:pt x="1188" y="306"/>
                  </a:cubicBezTo>
                  <a:cubicBezTo>
                    <a:pt x="1148" y="266"/>
                    <a:pt x="1104" y="230"/>
                    <a:pt x="1060" y="198"/>
                  </a:cubicBezTo>
                  <a:cubicBezTo>
                    <a:pt x="1008" y="166"/>
                    <a:pt x="956" y="138"/>
                    <a:pt x="904" y="118"/>
                  </a:cubicBezTo>
                  <a:cubicBezTo>
                    <a:pt x="848" y="102"/>
                    <a:pt x="792" y="82"/>
                    <a:pt x="740" y="70"/>
                  </a:cubicBezTo>
                  <a:cubicBezTo>
                    <a:pt x="684" y="54"/>
                    <a:pt x="628" y="42"/>
                    <a:pt x="576" y="30"/>
                  </a:cubicBezTo>
                  <a:cubicBezTo>
                    <a:pt x="528" y="18"/>
                    <a:pt x="476" y="10"/>
                    <a:pt x="424" y="6"/>
                  </a:cubicBezTo>
                  <a:cubicBezTo>
                    <a:pt x="390" y="4"/>
                    <a:pt x="359" y="1"/>
                    <a:pt x="326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65"/>
            <p:cNvSpPr/>
            <p:nvPr/>
          </p:nvSpPr>
          <p:spPr>
            <a:xfrm flipH="1">
              <a:off x="4885396" y="1418321"/>
              <a:ext cx="161516" cy="112564"/>
            </a:xfrm>
            <a:custGeom>
              <a:avLst/>
              <a:gdLst/>
              <a:ahLst/>
              <a:cxnLst/>
              <a:rect l="l" t="t" r="r" b="b"/>
              <a:pathLst>
                <a:path w="1201" h="837" extrusionOk="0">
                  <a:moveTo>
                    <a:pt x="0" y="0"/>
                  </a:moveTo>
                  <a:lnTo>
                    <a:pt x="0" y="8"/>
                  </a:lnTo>
                  <a:cubicBezTo>
                    <a:pt x="0" y="8"/>
                    <a:pt x="84" y="52"/>
                    <a:pt x="208" y="112"/>
                  </a:cubicBezTo>
                  <a:cubicBezTo>
                    <a:pt x="240" y="124"/>
                    <a:pt x="276" y="140"/>
                    <a:pt x="312" y="156"/>
                  </a:cubicBezTo>
                  <a:cubicBezTo>
                    <a:pt x="348" y="172"/>
                    <a:pt x="388" y="180"/>
                    <a:pt x="428" y="200"/>
                  </a:cubicBezTo>
                  <a:cubicBezTo>
                    <a:pt x="472" y="212"/>
                    <a:pt x="512" y="232"/>
                    <a:pt x="552" y="252"/>
                  </a:cubicBezTo>
                  <a:cubicBezTo>
                    <a:pt x="592" y="276"/>
                    <a:pt x="632" y="300"/>
                    <a:pt x="668" y="328"/>
                  </a:cubicBezTo>
                  <a:cubicBezTo>
                    <a:pt x="704" y="356"/>
                    <a:pt x="744" y="388"/>
                    <a:pt x="776" y="416"/>
                  </a:cubicBezTo>
                  <a:cubicBezTo>
                    <a:pt x="808" y="444"/>
                    <a:pt x="844" y="472"/>
                    <a:pt x="876" y="500"/>
                  </a:cubicBezTo>
                  <a:cubicBezTo>
                    <a:pt x="908" y="528"/>
                    <a:pt x="940" y="556"/>
                    <a:pt x="968" y="584"/>
                  </a:cubicBezTo>
                  <a:cubicBezTo>
                    <a:pt x="996" y="608"/>
                    <a:pt x="1024" y="636"/>
                    <a:pt x="1044" y="660"/>
                  </a:cubicBezTo>
                  <a:cubicBezTo>
                    <a:pt x="1068" y="684"/>
                    <a:pt x="1088" y="708"/>
                    <a:pt x="1108" y="728"/>
                  </a:cubicBezTo>
                  <a:cubicBezTo>
                    <a:pt x="1124" y="748"/>
                    <a:pt x="1140" y="768"/>
                    <a:pt x="1152" y="784"/>
                  </a:cubicBezTo>
                  <a:cubicBezTo>
                    <a:pt x="1176" y="816"/>
                    <a:pt x="1192" y="836"/>
                    <a:pt x="1192" y="836"/>
                  </a:cubicBezTo>
                  <a:lnTo>
                    <a:pt x="1200" y="832"/>
                  </a:lnTo>
                  <a:cubicBezTo>
                    <a:pt x="1200" y="832"/>
                    <a:pt x="1192" y="812"/>
                    <a:pt x="1176" y="772"/>
                  </a:cubicBezTo>
                  <a:cubicBezTo>
                    <a:pt x="1168" y="748"/>
                    <a:pt x="1156" y="724"/>
                    <a:pt x="1144" y="704"/>
                  </a:cubicBezTo>
                  <a:cubicBezTo>
                    <a:pt x="1132" y="676"/>
                    <a:pt x="1120" y="648"/>
                    <a:pt x="1096" y="620"/>
                  </a:cubicBezTo>
                  <a:cubicBezTo>
                    <a:pt x="1068" y="592"/>
                    <a:pt x="1048" y="560"/>
                    <a:pt x="1020" y="532"/>
                  </a:cubicBezTo>
                  <a:cubicBezTo>
                    <a:pt x="992" y="500"/>
                    <a:pt x="960" y="468"/>
                    <a:pt x="924" y="444"/>
                  </a:cubicBezTo>
                  <a:cubicBezTo>
                    <a:pt x="888" y="420"/>
                    <a:pt x="852" y="388"/>
                    <a:pt x="812" y="364"/>
                  </a:cubicBezTo>
                  <a:cubicBezTo>
                    <a:pt x="772" y="340"/>
                    <a:pt x="732" y="316"/>
                    <a:pt x="688" y="296"/>
                  </a:cubicBezTo>
                  <a:cubicBezTo>
                    <a:pt x="604" y="260"/>
                    <a:pt x="524" y="212"/>
                    <a:pt x="448" y="164"/>
                  </a:cubicBezTo>
                  <a:cubicBezTo>
                    <a:pt x="408" y="140"/>
                    <a:pt x="372" y="116"/>
                    <a:pt x="336" y="100"/>
                  </a:cubicBezTo>
                  <a:cubicBezTo>
                    <a:pt x="300" y="80"/>
                    <a:pt x="264" y="68"/>
                    <a:pt x="232" y="56"/>
                  </a:cubicBezTo>
                  <a:cubicBezTo>
                    <a:pt x="176" y="36"/>
                    <a:pt x="124" y="20"/>
                    <a:pt x="68" y="8"/>
                  </a:cubicBezTo>
                  <a:cubicBezTo>
                    <a:pt x="24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65"/>
            <p:cNvSpPr/>
            <p:nvPr/>
          </p:nvSpPr>
          <p:spPr>
            <a:xfrm flipH="1">
              <a:off x="4894541" y="1443066"/>
              <a:ext cx="198634" cy="264801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4" y="0"/>
                  </a:moveTo>
                  <a:lnTo>
                    <a:pt x="0" y="12"/>
                  </a:lnTo>
                  <a:cubicBezTo>
                    <a:pt x="20" y="40"/>
                    <a:pt x="40" y="72"/>
                    <a:pt x="64" y="100"/>
                  </a:cubicBezTo>
                  <a:cubicBezTo>
                    <a:pt x="124" y="176"/>
                    <a:pt x="196" y="240"/>
                    <a:pt x="272" y="300"/>
                  </a:cubicBezTo>
                  <a:cubicBezTo>
                    <a:pt x="324" y="340"/>
                    <a:pt x="376" y="376"/>
                    <a:pt x="432" y="408"/>
                  </a:cubicBezTo>
                  <a:cubicBezTo>
                    <a:pt x="492" y="444"/>
                    <a:pt x="552" y="484"/>
                    <a:pt x="604" y="528"/>
                  </a:cubicBezTo>
                  <a:cubicBezTo>
                    <a:pt x="664" y="576"/>
                    <a:pt x="716" y="628"/>
                    <a:pt x="764" y="688"/>
                  </a:cubicBezTo>
                  <a:cubicBezTo>
                    <a:pt x="788" y="720"/>
                    <a:pt x="812" y="752"/>
                    <a:pt x="832" y="784"/>
                  </a:cubicBezTo>
                  <a:cubicBezTo>
                    <a:pt x="852" y="816"/>
                    <a:pt x="872" y="848"/>
                    <a:pt x="892" y="884"/>
                  </a:cubicBezTo>
                  <a:cubicBezTo>
                    <a:pt x="928" y="952"/>
                    <a:pt x="964" y="1024"/>
                    <a:pt x="996" y="1092"/>
                  </a:cubicBezTo>
                  <a:cubicBezTo>
                    <a:pt x="1028" y="1160"/>
                    <a:pt x="1056" y="1228"/>
                    <a:pt x="1076" y="1300"/>
                  </a:cubicBezTo>
                  <a:cubicBezTo>
                    <a:pt x="1100" y="1368"/>
                    <a:pt x="1116" y="1432"/>
                    <a:pt x="1132" y="1500"/>
                  </a:cubicBezTo>
                  <a:cubicBezTo>
                    <a:pt x="1144" y="1564"/>
                    <a:pt x="1164" y="1628"/>
                    <a:pt x="1192" y="1688"/>
                  </a:cubicBezTo>
                  <a:cubicBezTo>
                    <a:pt x="1216" y="1740"/>
                    <a:pt x="1248" y="1788"/>
                    <a:pt x="1280" y="1832"/>
                  </a:cubicBezTo>
                  <a:cubicBezTo>
                    <a:pt x="1308" y="1864"/>
                    <a:pt x="1340" y="1892"/>
                    <a:pt x="1376" y="1920"/>
                  </a:cubicBezTo>
                  <a:cubicBezTo>
                    <a:pt x="1404" y="1940"/>
                    <a:pt x="1440" y="1960"/>
                    <a:pt x="1476" y="1968"/>
                  </a:cubicBezTo>
                  <a:lnTo>
                    <a:pt x="1476" y="1964"/>
                  </a:lnTo>
                  <a:cubicBezTo>
                    <a:pt x="1468" y="1960"/>
                    <a:pt x="1460" y="1952"/>
                    <a:pt x="1452" y="1948"/>
                  </a:cubicBezTo>
                  <a:cubicBezTo>
                    <a:pt x="1432" y="1932"/>
                    <a:pt x="1412" y="1916"/>
                    <a:pt x="1392" y="1900"/>
                  </a:cubicBezTo>
                  <a:cubicBezTo>
                    <a:pt x="1364" y="1868"/>
                    <a:pt x="1336" y="1840"/>
                    <a:pt x="1316" y="1804"/>
                  </a:cubicBezTo>
                  <a:cubicBezTo>
                    <a:pt x="1288" y="1760"/>
                    <a:pt x="1264" y="1712"/>
                    <a:pt x="1248" y="1664"/>
                  </a:cubicBezTo>
                  <a:cubicBezTo>
                    <a:pt x="1228" y="1608"/>
                    <a:pt x="1212" y="1548"/>
                    <a:pt x="1200" y="1484"/>
                  </a:cubicBezTo>
                  <a:cubicBezTo>
                    <a:pt x="1188" y="1412"/>
                    <a:pt x="1168" y="1344"/>
                    <a:pt x="1144" y="1276"/>
                  </a:cubicBezTo>
                  <a:cubicBezTo>
                    <a:pt x="1088" y="1128"/>
                    <a:pt x="1016" y="988"/>
                    <a:pt x="924" y="860"/>
                  </a:cubicBezTo>
                  <a:cubicBezTo>
                    <a:pt x="876" y="796"/>
                    <a:pt x="828" y="732"/>
                    <a:pt x="780" y="672"/>
                  </a:cubicBezTo>
                  <a:cubicBezTo>
                    <a:pt x="728" y="608"/>
                    <a:pt x="680" y="552"/>
                    <a:pt x="628" y="496"/>
                  </a:cubicBezTo>
                  <a:cubicBezTo>
                    <a:pt x="580" y="440"/>
                    <a:pt x="524" y="392"/>
                    <a:pt x="464" y="352"/>
                  </a:cubicBezTo>
                  <a:cubicBezTo>
                    <a:pt x="404" y="316"/>
                    <a:pt x="352" y="284"/>
                    <a:pt x="304" y="248"/>
                  </a:cubicBezTo>
                  <a:cubicBezTo>
                    <a:pt x="256" y="216"/>
                    <a:pt x="216" y="184"/>
                    <a:pt x="176" y="152"/>
                  </a:cubicBezTo>
                  <a:cubicBezTo>
                    <a:pt x="140" y="124"/>
                    <a:pt x="108" y="96"/>
                    <a:pt x="84" y="76"/>
                  </a:cubicBezTo>
                  <a:cubicBezTo>
                    <a:pt x="32" y="28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65"/>
            <p:cNvSpPr/>
            <p:nvPr/>
          </p:nvSpPr>
          <p:spPr>
            <a:xfrm flipH="1">
              <a:off x="5092503" y="1451673"/>
              <a:ext cx="59308" cy="290084"/>
            </a:xfrm>
            <a:custGeom>
              <a:avLst/>
              <a:gdLst/>
              <a:ahLst/>
              <a:cxnLst/>
              <a:rect l="l" t="t" r="r" b="b"/>
              <a:pathLst>
                <a:path w="441" h="2157" extrusionOk="0">
                  <a:moveTo>
                    <a:pt x="264" y="0"/>
                  </a:moveTo>
                  <a:cubicBezTo>
                    <a:pt x="252" y="32"/>
                    <a:pt x="240" y="64"/>
                    <a:pt x="232" y="96"/>
                  </a:cubicBezTo>
                  <a:cubicBezTo>
                    <a:pt x="212" y="184"/>
                    <a:pt x="208" y="272"/>
                    <a:pt x="216" y="364"/>
                  </a:cubicBezTo>
                  <a:cubicBezTo>
                    <a:pt x="220" y="424"/>
                    <a:pt x="236" y="484"/>
                    <a:pt x="264" y="540"/>
                  </a:cubicBezTo>
                  <a:cubicBezTo>
                    <a:pt x="272" y="552"/>
                    <a:pt x="280" y="568"/>
                    <a:pt x="292" y="580"/>
                  </a:cubicBezTo>
                  <a:lnTo>
                    <a:pt x="320" y="620"/>
                  </a:lnTo>
                  <a:cubicBezTo>
                    <a:pt x="332" y="632"/>
                    <a:pt x="340" y="644"/>
                    <a:pt x="352" y="660"/>
                  </a:cubicBezTo>
                  <a:lnTo>
                    <a:pt x="372" y="700"/>
                  </a:lnTo>
                  <a:cubicBezTo>
                    <a:pt x="400" y="760"/>
                    <a:pt x="416" y="828"/>
                    <a:pt x="416" y="896"/>
                  </a:cubicBezTo>
                  <a:cubicBezTo>
                    <a:pt x="420" y="968"/>
                    <a:pt x="416" y="1036"/>
                    <a:pt x="404" y="1108"/>
                  </a:cubicBezTo>
                  <a:cubicBezTo>
                    <a:pt x="392" y="1176"/>
                    <a:pt x="372" y="1244"/>
                    <a:pt x="352" y="1312"/>
                  </a:cubicBezTo>
                  <a:cubicBezTo>
                    <a:pt x="336" y="1376"/>
                    <a:pt x="312" y="1436"/>
                    <a:pt x="276" y="1492"/>
                  </a:cubicBezTo>
                  <a:cubicBezTo>
                    <a:pt x="268" y="1504"/>
                    <a:pt x="260" y="1516"/>
                    <a:pt x="252" y="1528"/>
                  </a:cubicBezTo>
                  <a:lnTo>
                    <a:pt x="220" y="1564"/>
                  </a:lnTo>
                  <a:cubicBezTo>
                    <a:pt x="196" y="1592"/>
                    <a:pt x="176" y="1616"/>
                    <a:pt x="160" y="1644"/>
                  </a:cubicBezTo>
                  <a:cubicBezTo>
                    <a:pt x="128" y="1696"/>
                    <a:pt x="100" y="1748"/>
                    <a:pt x="76" y="1800"/>
                  </a:cubicBezTo>
                  <a:cubicBezTo>
                    <a:pt x="52" y="1848"/>
                    <a:pt x="36" y="1892"/>
                    <a:pt x="20" y="1944"/>
                  </a:cubicBezTo>
                  <a:cubicBezTo>
                    <a:pt x="12" y="1980"/>
                    <a:pt x="4" y="2016"/>
                    <a:pt x="0" y="2057"/>
                  </a:cubicBezTo>
                  <a:cubicBezTo>
                    <a:pt x="0" y="2081"/>
                    <a:pt x="0" y="2109"/>
                    <a:pt x="4" y="2133"/>
                  </a:cubicBezTo>
                  <a:cubicBezTo>
                    <a:pt x="8" y="2141"/>
                    <a:pt x="12" y="2149"/>
                    <a:pt x="16" y="2157"/>
                  </a:cubicBezTo>
                  <a:lnTo>
                    <a:pt x="24" y="2157"/>
                  </a:lnTo>
                  <a:cubicBezTo>
                    <a:pt x="20" y="2149"/>
                    <a:pt x="20" y="2141"/>
                    <a:pt x="20" y="2133"/>
                  </a:cubicBezTo>
                  <a:cubicBezTo>
                    <a:pt x="20" y="2109"/>
                    <a:pt x="20" y="2085"/>
                    <a:pt x="28" y="2061"/>
                  </a:cubicBezTo>
                  <a:cubicBezTo>
                    <a:pt x="52" y="1980"/>
                    <a:pt x="84" y="1900"/>
                    <a:pt x="128" y="1828"/>
                  </a:cubicBezTo>
                  <a:cubicBezTo>
                    <a:pt x="152" y="1784"/>
                    <a:pt x="184" y="1736"/>
                    <a:pt x="220" y="1684"/>
                  </a:cubicBezTo>
                  <a:cubicBezTo>
                    <a:pt x="236" y="1660"/>
                    <a:pt x="256" y="1636"/>
                    <a:pt x="272" y="1612"/>
                  </a:cubicBezTo>
                  <a:lnTo>
                    <a:pt x="304" y="1576"/>
                  </a:lnTo>
                  <a:cubicBezTo>
                    <a:pt x="316" y="1564"/>
                    <a:pt x="328" y="1548"/>
                    <a:pt x="336" y="1532"/>
                  </a:cubicBezTo>
                  <a:cubicBezTo>
                    <a:pt x="372" y="1468"/>
                    <a:pt x="396" y="1396"/>
                    <a:pt x="412" y="1328"/>
                  </a:cubicBezTo>
                  <a:cubicBezTo>
                    <a:pt x="428" y="1256"/>
                    <a:pt x="436" y="1184"/>
                    <a:pt x="436" y="1112"/>
                  </a:cubicBezTo>
                  <a:cubicBezTo>
                    <a:pt x="440" y="1040"/>
                    <a:pt x="440" y="968"/>
                    <a:pt x="436" y="896"/>
                  </a:cubicBezTo>
                  <a:cubicBezTo>
                    <a:pt x="432" y="824"/>
                    <a:pt x="420" y="752"/>
                    <a:pt x="404" y="684"/>
                  </a:cubicBezTo>
                  <a:cubicBezTo>
                    <a:pt x="384" y="612"/>
                    <a:pt x="336" y="564"/>
                    <a:pt x="316" y="512"/>
                  </a:cubicBezTo>
                  <a:cubicBezTo>
                    <a:pt x="296" y="460"/>
                    <a:pt x="280" y="408"/>
                    <a:pt x="272" y="356"/>
                  </a:cubicBezTo>
                  <a:cubicBezTo>
                    <a:pt x="264" y="308"/>
                    <a:pt x="260" y="260"/>
                    <a:pt x="260" y="212"/>
                  </a:cubicBezTo>
                  <a:lnTo>
                    <a:pt x="260" y="100"/>
                  </a:lnTo>
                  <a:cubicBezTo>
                    <a:pt x="264" y="36"/>
                    <a:pt x="268" y="0"/>
                    <a:pt x="268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65"/>
            <p:cNvSpPr/>
            <p:nvPr/>
          </p:nvSpPr>
          <p:spPr>
            <a:xfrm flipH="1">
              <a:off x="5172656" y="1472115"/>
              <a:ext cx="54466" cy="171199"/>
            </a:xfrm>
            <a:custGeom>
              <a:avLst/>
              <a:gdLst/>
              <a:ahLst/>
              <a:cxnLst/>
              <a:rect l="l" t="t" r="r" b="b"/>
              <a:pathLst>
                <a:path w="405" h="1273" extrusionOk="0">
                  <a:moveTo>
                    <a:pt x="400" y="0"/>
                  </a:moveTo>
                  <a:cubicBezTo>
                    <a:pt x="344" y="44"/>
                    <a:pt x="292" y="96"/>
                    <a:pt x="248" y="156"/>
                  </a:cubicBezTo>
                  <a:cubicBezTo>
                    <a:pt x="224" y="184"/>
                    <a:pt x="204" y="212"/>
                    <a:pt x="188" y="244"/>
                  </a:cubicBezTo>
                  <a:cubicBezTo>
                    <a:pt x="168" y="280"/>
                    <a:pt x="156" y="316"/>
                    <a:pt x="144" y="356"/>
                  </a:cubicBezTo>
                  <a:cubicBezTo>
                    <a:pt x="132" y="396"/>
                    <a:pt x="128" y="440"/>
                    <a:pt x="128" y="484"/>
                  </a:cubicBezTo>
                  <a:cubicBezTo>
                    <a:pt x="132" y="528"/>
                    <a:pt x="136" y="568"/>
                    <a:pt x="132" y="612"/>
                  </a:cubicBezTo>
                  <a:cubicBezTo>
                    <a:pt x="132" y="656"/>
                    <a:pt x="128" y="696"/>
                    <a:pt x="124" y="736"/>
                  </a:cubicBezTo>
                  <a:cubicBezTo>
                    <a:pt x="120" y="780"/>
                    <a:pt x="112" y="820"/>
                    <a:pt x="104" y="856"/>
                  </a:cubicBezTo>
                  <a:cubicBezTo>
                    <a:pt x="92" y="932"/>
                    <a:pt x="76" y="1004"/>
                    <a:pt x="60" y="1064"/>
                  </a:cubicBezTo>
                  <a:cubicBezTo>
                    <a:pt x="44" y="1128"/>
                    <a:pt x="28" y="1180"/>
                    <a:pt x="16" y="1216"/>
                  </a:cubicBezTo>
                  <a:cubicBezTo>
                    <a:pt x="4" y="1252"/>
                    <a:pt x="0" y="1272"/>
                    <a:pt x="0" y="1272"/>
                  </a:cubicBezTo>
                  <a:lnTo>
                    <a:pt x="4" y="1272"/>
                  </a:lnTo>
                  <a:cubicBezTo>
                    <a:pt x="4" y="1272"/>
                    <a:pt x="20" y="1252"/>
                    <a:pt x="40" y="1224"/>
                  </a:cubicBezTo>
                  <a:cubicBezTo>
                    <a:pt x="52" y="1208"/>
                    <a:pt x="64" y="1188"/>
                    <a:pt x="76" y="1164"/>
                  </a:cubicBezTo>
                  <a:cubicBezTo>
                    <a:pt x="92" y="1136"/>
                    <a:pt x="104" y="1112"/>
                    <a:pt x="116" y="1084"/>
                  </a:cubicBezTo>
                  <a:cubicBezTo>
                    <a:pt x="132" y="1048"/>
                    <a:pt x="144" y="1016"/>
                    <a:pt x="152" y="984"/>
                  </a:cubicBezTo>
                  <a:cubicBezTo>
                    <a:pt x="164" y="944"/>
                    <a:pt x="172" y="904"/>
                    <a:pt x="176" y="864"/>
                  </a:cubicBezTo>
                  <a:cubicBezTo>
                    <a:pt x="180" y="824"/>
                    <a:pt x="184" y="780"/>
                    <a:pt x="180" y="740"/>
                  </a:cubicBezTo>
                  <a:cubicBezTo>
                    <a:pt x="180" y="696"/>
                    <a:pt x="176" y="652"/>
                    <a:pt x="168" y="608"/>
                  </a:cubicBezTo>
                  <a:cubicBezTo>
                    <a:pt x="164" y="564"/>
                    <a:pt x="156" y="524"/>
                    <a:pt x="148" y="480"/>
                  </a:cubicBezTo>
                  <a:cubicBezTo>
                    <a:pt x="148" y="440"/>
                    <a:pt x="156" y="400"/>
                    <a:pt x="180" y="368"/>
                  </a:cubicBezTo>
                  <a:cubicBezTo>
                    <a:pt x="196" y="332"/>
                    <a:pt x="220" y="304"/>
                    <a:pt x="240" y="272"/>
                  </a:cubicBezTo>
                  <a:lnTo>
                    <a:pt x="296" y="188"/>
                  </a:lnTo>
                  <a:cubicBezTo>
                    <a:pt x="328" y="136"/>
                    <a:pt x="356" y="88"/>
                    <a:pt x="376" y="56"/>
                  </a:cubicBezTo>
                  <a:cubicBezTo>
                    <a:pt x="396" y="24"/>
                    <a:pt x="404" y="8"/>
                    <a:pt x="404" y="8"/>
                  </a:cubicBezTo>
                  <a:lnTo>
                    <a:pt x="400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65"/>
            <p:cNvSpPr/>
            <p:nvPr/>
          </p:nvSpPr>
          <p:spPr>
            <a:xfrm flipH="1">
              <a:off x="5134462" y="1487715"/>
              <a:ext cx="23804" cy="113640"/>
            </a:xfrm>
            <a:custGeom>
              <a:avLst/>
              <a:gdLst/>
              <a:ahLst/>
              <a:cxnLst/>
              <a:rect l="l" t="t" r="r" b="b"/>
              <a:pathLst>
                <a:path w="177" h="845" extrusionOk="0">
                  <a:moveTo>
                    <a:pt x="32" y="0"/>
                  </a:moveTo>
                  <a:cubicBezTo>
                    <a:pt x="28" y="12"/>
                    <a:pt x="24" y="24"/>
                    <a:pt x="20" y="40"/>
                  </a:cubicBezTo>
                  <a:cubicBezTo>
                    <a:pt x="12" y="72"/>
                    <a:pt x="4" y="104"/>
                    <a:pt x="4" y="140"/>
                  </a:cubicBezTo>
                  <a:cubicBezTo>
                    <a:pt x="0" y="160"/>
                    <a:pt x="0" y="184"/>
                    <a:pt x="4" y="204"/>
                  </a:cubicBezTo>
                  <a:cubicBezTo>
                    <a:pt x="4" y="228"/>
                    <a:pt x="12" y="252"/>
                    <a:pt x="16" y="276"/>
                  </a:cubicBezTo>
                  <a:cubicBezTo>
                    <a:pt x="32" y="328"/>
                    <a:pt x="36" y="384"/>
                    <a:pt x="28" y="436"/>
                  </a:cubicBezTo>
                  <a:cubicBezTo>
                    <a:pt x="28" y="492"/>
                    <a:pt x="28" y="544"/>
                    <a:pt x="40" y="596"/>
                  </a:cubicBezTo>
                  <a:cubicBezTo>
                    <a:pt x="48" y="644"/>
                    <a:pt x="60" y="692"/>
                    <a:pt x="84" y="732"/>
                  </a:cubicBezTo>
                  <a:cubicBezTo>
                    <a:pt x="92" y="752"/>
                    <a:pt x="104" y="768"/>
                    <a:pt x="112" y="784"/>
                  </a:cubicBezTo>
                  <a:cubicBezTo>
                    <a:pt x="120" y="796"/>
                    <a:pt x="132" y="808"/>
                    <a:pt x="140" y="816"/>
                  </a:cubicBezTo>
                  <a:cubicBezTo>
                    <a:pt x="160" y="836"/>
                    <a:pt x="168" y="844"/>
                    <a:pt x="168" y="844"/>
                  </a:cubicBezTo>
                  <a:lnTo>
                    <a:pt x="176" y="840"/>
                  </a:lnTo>
                  <a:cubicBezTo>
                    <a:pt x="176" y="840"/>
                    <a:pt x="172" y="828"/>
                    <a:pt x="164" y="804"/>
                  </a:cubicBezTo>
                  <a:cubicBezTo>
                    <a:pt x="164" y="792"/>
                    <a:pt x="156" y="776"/>
                    <a:pt x="156" y="764"/>
                  </a:cubicBezTo>
                  <a:cubicBezTo>
                    <a:pt x="152" y="748"/>
                    <a:pt x="144" y="732"/>
                    <a:pt x="140" y="712"/>
                  </a:cubicBezTo>
                  <a:cubicBezTo>
                    <a:pt x="136" y="696"/>
                    <a:pt x="128" y="676"/>
                    <a:pt x="128" y="652"/>
                  </a:cubicBezTo>
                  <a:cubicBezTo>
                    <a:pt x="124" y="628"/>
                    <a:pt x="116" y="608"/>
                    <a:pt x="108" y="584"/>
                  </a:cubicBezTo>
                  <a:cubicBezTo>
                    <a:pt x="104" y="560"/>
                    <a:pt x="96" y="536"/>
                    <a:pt x="88" y="512"/>
                  </a:cubicBezTo>
                  <a:cubicBezTo>
                    <a:pt x="84" y="484"/>
                    <a:pt x="76" y="460"/>
                    <a:pt x="68" y="432"/>
                  </a:cubicBezTo>
                  <a:cubicBezTo>
                    <a:pt x="60" y="408"/>
                    <a:pt x="52" y="380"/>
                    <a:pt x="52" y="356"/>
                  </a:cubicBezTo>
                  <a:cubicBezTo>
                    <a:pt x="48" y="328"/>
                    <a:pt x="48" y="304"/>
                    <a:pt x="56" y="276"/>
                  </a:cubicBezTo>
                  <a:cubicBezTo>
                    <a:pt x="56" y="252"/>
                    <a:pt x="64" y="228"/>
                    <a:pt x="64" y="204"/>
                  </a:cubicBezTo>
                  <a:lnTo>
                    <a:pt x="64" y="140"/>
                  </a:lnTo>
                  <a:cubicBezTo>
                    <a:pt x="60" y="96"/>
                    <a:pt x="52" y="48"/>
                    <a:pt x="44" y="8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65"/>
            <p:cNvSpPr/>
            <p:nvPr/>
          </p:nvSpPr>
          <p:spPr>
            <a:xfrm flipH="1">
              <a:off x="5182339" y="1440377"/>
              <a:ext cx="187876" cy="24005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92" y="0"/>
                  </a:moveTo>
                  <a:cubicBezTo>
                    <a:pt x="1284" y="52"/>
                    <a:pt x="1180" y="120"/>
                    <a:pt x="1084" y="192"/>
                  </a:cubicBezTo>
                  <a:cubicBezTo>
                    <a:pt x="1036" y="228"/>
                    <a:pt x="992" y="264"/>
                    <a:pt x="952" y="304"/>
                  </a:cubicBezTo>
                  <a:cubicBezTo>
                    <a:pt x="904" y="352"/>
                    <a:pt x="860" y="400"/>
                    <a:pt x="820" y="456"/>
                  </a:cubicBezTo>
                  <a:cubicBezTo>
                    <a:pt x="780" y="512"/>
                    <a:pt x="744" y="572"/>
                    <a:pt x="720" y="640"/>
                  </a:cubicBezTo>
                  <a:cubicBezTo>
                    <a:pt x="692" y="704"/>
                    <a:pt x="656" y="768"/>
                    <a:pt x="620" y="828"/>
                  </a:cubicBezTo>
                  <a:lnTo>
                    <a:pt x="404" y="1188"/>
                  </a:lnTo>
                  <a:cubicBezTo>
                    <a:pt x="332" y="1300"/>
                    <a:pt x="268" y="1408"/>
                    <a:pt x="216" y="1500"/>
                  </a:cubicBezTo>
                  <a:cubicBezTo>
                    <a:pt x="172" y="1576"/>
                    <a:pt x="124" y="1648"/>
                    <a:pt x="72" y="1716"/>
                  </a:cubicBezTo>
                  <a:cubicBezTo>
                    <a:pt x="56" y="1736"/>
                    <a:pt x="40" y="1752"/>
                    <a:pt x="24" y="1764"/>
                  </a:cubicBezTo>
                  <a:cubicBezTo>
                    <a:pt x="16" y="1772"/>
                    <a:pt x="8" y="1776"/>
                    <a:pt x="0" y="1776"/>
                  </a:cubicBezTo>
                  <a:lnTo>
                    <a:pt x="0" y="1784"/>
                  </a:lnTo>
                  <a:cubicBezTo>
                    <a:pt x="12" y="1784"/>
                    <a:pt x="20" y="1780"/>
                    <a:pt x="28" y="1776"/>
                  </a:cubicBezTo>
                  <a:cubicBezTo>
                    <a:pt x="52" y="1764"/>
                    <a:pt x="72" y="1752"/>
                    <a:pt x="92" y="1732"/>
                  </a:cubicBezTo>
                  <a:cubicBezTo>
                    <a:pt x="152" y="1672"/>
                    <a:pt x="212" y="1604"/>
                    <a:pt x="264" y="1532"/>
                  </a:cubicBezTo>
                  <a:cubicBezTo>
                    <a:pt x="336" y="1432"/>
                    <a:pt x="404" y="1328"/>
                    <a:pt x="464" y="1220"/>
                  </a:cubicBezTo>
                  <a:cubicBezTo>
                    <a:pt x="496" y="1164"/>
                    <a:pt x="532" y="1100"/>
                    <a:pt x="564" y="1040"/>
                  </a:cubicBezTo>
                  <a:cubicBezTo>
                    <a:pt x="596" y="976"/>
                    <a:pt x="624" y="912"/>
                    <a:pt x="656" y="844"/>
                  </a:cubicBezTo>
                  <a:lnTo>
                    <a:pt x="740" y="648"/>
                  </a:lnTo>
                  <a:cubicBezTo>
                    <a:pt x="752" y="616"/>
                    <a:pt x="768" y="584"/>
                    <a:pt x="788" y="556"/>
                  </a:cubicBezTo>
                  <a:cubicBezTo>
                    <a:pt x="804" y="528"/>
                    <a:pt x="828" y="500"/>
                    <a:pt x="852" y="476"/>
                  </a:cubicBezTo>
                  <a:cubicBezTo>
                    <a:pt x="896" y="428"/>
                    <a:pt x="948" y="388"/>
                    <a:pt x="992" y="348"/>
                  </a:cubicBezTo>
                  <a:lnTo>
                    <a:pt x="1124" y="236"/>
                  </a:lnTo>
                  <a:lnTo>
                    <a:pt x="1324" y="68"/>
                  </a:lnTo>
                  <a:lnTo>
                    <a:pt x="1396" y="4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65"/>
            <p:cNvSpPr/>
            <p:nvPr/>
          </p:nvSpPr>
          <p:spPr>
            <a:xfrm flipH="1">
              <a:off x="5037633" y="1350003"/>
              <a:ext cx="195407" cy="146589"/>
            </a:xfrm>
            <a:custGeom>
              <a:avLst/>
              <a:gdLst/>
              <a:ahLst/>
              <a:cxnLst/>
              <a:rect l="l" t="t" r="r" b="b"/>
              <a:pathLst>
                <a:path w="1453" h="1090" extrusionOk="0">
                  <a:moveTo>
                    <a:pt x="391" y="0"/>
                  </a:moveTo>
                  <a:cubicBezTo>
                    <a:pt x="382" y="0"/>
                    <a:pt x="373" y="5"/>
                    <a:pt x="368" y="12"/>
                  </a:cubicBezTo>
                  <a:cubicBezTo>
                    <a:pt x="324" y="72"/>
                    <a:pt x="264" y="116"/>
                    <a:pt x="196" y="148"/>
                  </a:cubicBezTo>
                  <a:cubicBezTo>
                    <a:pt x="192" y="148"/>
                    <a:pt x="188" y="152"/>
                    <a:pt x="188" y="152"/>
                  </a:cubicBezTo>
                  <a:cubicBezTo>
                    <a:pt x="180" y="164"/>
                    <a:pt x="180" y="176"/>
                    <a:pt x="188" y="184"/>
                  </a:cubicBezTo>
                  <a:cubicBezTo>
                    <a:pt x="200" y="196"/>
                    <a:pt x="208" y="208"/>
                    <a:pt x="208" y="220"/>
                  </a:cubicBezTo>
                  <a:cubicBezTo>
                    <a:pt x="212" y="236"/>
                    <a:pt x="212" y="252"/>
                    <a:pt x="208" y="268"/>
                  </a:cubicBezTo>
                  <a:cubicBezTo>
                    <a:pt x="196" y="300"/>
                    <a:pt x="180" y="336"/>
                    <a:pt x="164" y="364"/>
                  </a:cubicBezTo>
                  <a:cubicBezTo>
                    <a:pt x="140" y="404"/>
                    <a:pt x="104" y="432"/>
                    <a:pt x="64" y="448"/>
                  </a:cubicBezTo>
                  <a:cubicBezTo>
                    <a:pt x="28" y="460"/>
                    <a:pt x="40" y="500"/>
                    <a:pt x="4" y="504"/>
                  </a:cubicBezTo>
                  <a:cubicBezTo>
                    <a:pt x="4" y="504"/>
                    <a:pt x="0" y="504"/>
                    <a:pt x="0" y="508"/>
                  </a:cubicBezTo>
                  <a:lnTo>
                    <a:pt x="20" y="508"/>
                  </a:lnTo>
                  <a:cubicBezTo>
                    <a:pt x="16" y="520"/>
                    <a:pt x="16" y="524"/>
                    <a:pt x="16" y="528"/>
                  </a:cubicBezTo>
                  <a:cubicBezTo>
                    <a:pt x="12" y="528"/>
                    <a:pt x="12" y="528"/>
                    <a:pt x="16" y="532"/>
                  </a:cubicBezTo>
                  <a:cubicBezTo>
                    <a:pt x="124" y="584"/>
                    <a:pt x="244" y="608"/>
                    <a:pt x="364" y="608"/>
                  </a:cubicBezTo>
                  <a:lnTo>
                    <a:pt x="356" y="700"/>
                  </a:lnTo>
                  <a:cubicBezTo>
                    <a:pt x="356" y="704"/>
                    <a:pt x="356" y="708"/>
                    <a:pt x="356" y="712"/>
                  </a:cubicBezTo>
                  <a:cubicBezTo>
                    <a:pt x="359" y="721"/>
                    <a:pt x="369" y="726"/>
                    <a:pt x="379" y="726"/>
                  </a:cubicBezTo>
                  <a:cubicBezTo>
                    <a:pt x="382" y="726"/>
                    <a:pt x="385" y="725"/>
                    <a:pt x="388" y="724"/>
                  </a:cubicBezTo>
                  <a:lnTo>
                    <a:pt x="396" y="720"/>
                  </a:lnTo>
                  <a:lnTo>
                    <a:pt x="404" y="720"/>
                  </a:lnTo>
                  <a:cubicBezTo>
                    <a:pt x="412" y="724"/>
                    <a:pt x="416" y="728"/>
                    <a:pt x="420" y="736"/>
                  </a:cubicBezTo>
                  <a:cubicBezTo>
                    <a:pt x="420" y="736"/>
                    <a:pt x="424" y="740"/>
                    <a:pt x="424" y="740"/>
                  </a:cubicBezTo>
                  <a:cubicBezTo>
                    <a:pt x="424" y="744"/>
                    <a:pt x="424" y="748"/>
                    <a:pt x="424" y="752"/>
                  </a:cubicBezTo>
                  <a:cubicBezTo>
                    <a:pt x="424" y="764"/>
                    <a:pt x="420" y="772"/>
                    <a:pt x="416" y="780"/>
                  </a:cubicBezTo>
                  <a:cubicBezTo>
                    <a:pt x="408" y="800"/>
                    <a:pt x="396" y="820"/>
                    <a:pt x="388" y="848"/>
                  </a:cubicBezTo>
                  <a:cubicBezTo>
                    <a:pt x="380" y="864"/>
                    <a:pt x="380" y="880"/>
                    <a:pt x="380" y="896"/>
                  </a:cubicBezTo>
                  <a:cubicBezTo>
                    <a:pt x="380" y="912"/>
                    <a:pt x="384" y="932"/>
                    <a:pt x="396" y="944"/>
                  </a:cubicBezTo>
                  <a:cubicBezTo>
                    <a:pt x="396" y="948"/>
                    <a:pt x="400" y="948"/>
                    <a:pt x="400" y="952"/>
                  </a:cubicBezTo>
                  <a:cubicBezTo>
                    <a:pt x="407" y="957"/>
                    <a:pt x="414" y="960"/>
                    <a:pt x="420" y="960"/>
                  </a:cubicBezTo>
                  <a:cubicBezTo>
                    <a:pt x="429" y="960"/>
                    <a:pt x="437" y="955"/>
                    <a:pt x="444" y="948"/>
                  </a:cubicBezTo>
                  <a:lnTo>
                    <a:pt x="448" y="944"/>
                  </a:lnTo>
                  <a:cubicBezTo>
                    <a:pt x="448" y="942"/>
                    <a:pt x="448" y="942"/>
                    <a:pt x="449" y="942"/>
                  </a:cubicBezTo>
                  <a:cubicBezTo>
                    <a:pt x="449" y="942"/>
                    <a:pt x="450" y="942"/>
                    <a:pt x="452" y="940"/>
                  </a:cubicBezTo>
                  <a:lnTo>
                    <a:pt x="468" y="940"/>
                  </a:lnTo>
                  <a:cubicBezTo>
                    <a:pt x="472" y="940"/>
                    <a:pt x="480" y="944"/>
                    <a:pt x="484" y="948"/>
                  </a:cubicBezTo>
                  <a:cubicBezTo>
                    <a:pt x="488" y="952"/>
                    <a:pt x="488" y="952"/>
                    <a:pt x="492" y="956"/>
                  </a:cubicBezTo>
                  <a:cubicBezTo>
                    <a:pt x="492" y="960"/>
                    <a:pt x="496" y="960"/>
                    <a:pt x="496" y="964"/>
                  </a:cubicBezTo>
                  <a:cubicBezTo>
                    <a:pt x="508" y="980"/>
                    <a:pt x="516" y="1000"/>
                    <a:pt x="524" y="1016"/>
                  </a:cubicBezTo>
                  <a:cubicBezTo>
                    <a:pt x="532" y="1044"/>
                    <a:pt x="548" y="1064"/>
                    <a:pt x="568" y="1084"/>
                  </a:cubicBezTo>
                  <a:cubicBezTo>
                    <a:pt x="572" y="1084"/>
                    <a:pt x="580" y="1088"/>
                    <a:pt x="584" y="1088"/>
                  </a:cubicBezTo>
                  <a:cubicBezTo>
                    <a:pt x="587" y="1089"/>
                    <a:pt x="590" y="1089"/>
                    <a:pt x="592" y="1089"/>
                  </a:cubicBezTo>
                  <a:cubicBezTo>
                    <a:pt x="609" y="1089"/>
                    <a:pt x="625" y="1078"/>
                    <a:pt x="628" y="1060"/>
                  </a:cubicBezTo>
                  <a:cubicBezTo>
                    <a:pt x="632" y="1028"/>
                    <a:pt x="636" y="992"/>
                    <a:pt x="644" y="964"/>
                  </a:cubicBezTo>
                  <a:cubicBezTo>
                    <a:pt x="648" y="948"/>
                    <a:pt x="652" y="932"/>
                    <a:pt x="656" y="916"/>
                  </a:cubicBezTo>
                  <a:cubicBezTo>
                    <a:pt x="660" y="904"/>
                    <a:pt x="668" y="888"/>
                    <a:pt x="676" y="876"/>
                  </a:cubicBezTo>
                  <a:cubicBezTo>
                    <a:pt x="680" y="864"/>
                    <a:pt x="688" y="852"/>
                    <a:pt x="700" y="840"/>
                  </a:cubicBezTo>
                  <a:cubicBezTo>
                    <a:pt x="708" y="828"/>
                    <a:pt x="716" y="820"/>
                    <a:pt x="728" y="808"/>
                  </a:cubicBezTo>
                  <a:cubicBezTo>
                    <a:pt x="744" y="800"/>
                    <a:pt x="760" y="788"/>
                    <a:pt x="780" y="784"/>
                  </a:cubicBezTo>
                  <a:lnTo>
                    <a:pt x="816" y="864"/>
                  </a:lnTo>
                  <a:cubicBezTo>
                    <a:pt x="820" y="868"/>
                    <a:pt x="824" y="876"/>
                    <a:pt x="828" y="880"/>
                  </a:cubicBezTo>
                  <a:cubicBezTo>
                    <a:pt x="834" y="883"/>
                    <a:pt x="839" y="884"/>
                    <a:pt x="845" y="884"/>
                  </a:cubicBezTo>
                  <a:cubicBezTo>
                    <a:pt x="857" y="884"/>
                    <a:pt x="868" y="879"/>
                    <a:pt x="876" y="868"/>
                  </a:cubicBezTo>
                  <a:cubicBezTo>
                    <a:pt x="912" y="808"/>
                    <a:pt x="940" y="740"/>
                    <a:pt x="964" y="676"/>
                  </a:cubicBezTo>
                  <a:lnTo>
                    <a:pt x="1044" y="724"/>
                  </a:lnTo>
                  <a:cubicBezTo>
                    <a:pt x="1049" y="727"/>
                    <a:pt x="1054" y="729"/>
                    <a:pt x="1059" y="729"/>
                  </a:cubicBezTo>
                  <a:cubicBezTo>
                    <a:pt x="1067" y="729"/>
                    <a:pt x="1075" y="725"/>
                    <a:pt x="1080" y="720"/>
                  </a:cubicBezTo>
                  <a:cubicBezTo>
                    <a:pt x="1120" y="668"/>
                    <a:pt x="1168" y="620"/>
                    <a:pt x="1220" y="576"/>
                  </a:cubicBezTo>
                  <a:cubicBezTo>
                    <a:pt x="1244" y="556"/>
                    <a:pt x="1276" y="536"/>
                    <a:pt x="1304" y="524"/>
                  </a:cubicBezTo>
                  <a:cubicBezTo>
                    <a:pt x="1330" y="518"/>
                    <a:pt x="1357" y="511"/>
                    <a:pt x="1383" y="511"/>
                  </a:cubicBezTo>
                  <a:cubicBezTo>
                    <a:pt x="1389" y="511"/>
                    <a:pt x="1395" y="512"/>
                    <a:pt x="1400" y="512"/>
                  </a:cubicBezTo>
                  <a:lnTo>
                    <a:pt x="1404" y="512"/>
                  </a:lnTo>
                  <a:cubicBezTo>
                    <a:pt x="1412" y="508"/>
                    <a:pt x="1420" y="500"/>
                    <a:pt x="1416" y="492"/>
                  </a:cubicBezTo>
                  <a:cubicBezTo>
                    <a:pt x="1396" y="448"/>
                    <a:pt x="1384" y="400"/>
                    <a:pt x="1384" y="356"/>
                  </a:cubicBezTo>
                  <a:cubicBezTo>
                    <a:pt x="1384" y="308"/>
                    <a:pt x="1408" y="264"/>
                    <a:pt x="1448" y="244"/>
                  </a:cubicBezTo>
                  <a:cubicBezTo>
                    <a:pt x="1452" y="244"/>
                    <a:pt x="1452" y="240"/>
                    <a:pt x="1452" y="236"/>
                  </a:cubicBezTo>
                  <a:cubicBezTo>
                    <a:pt x="1452" y="234"/>
                    <a:pt x="1448" y="231"/>
                    <a:pt x="1445" y="231"/>
                  </a:cubicBezTo>
                  <a:cubicBezTo>
                    <a:pt x="1443" y="231"/>
                    <a:pt x="1442" y="231"/>
                    <a:pt x="1440" y="232"/>
                  </a:cubicBezTo>
                  <a:cubicBezTo>
                    <a:pt x="1380" y="268"/>
                    <a:pt x="1308" y="284"/>
                    <a:pt x="1240" y="288"/>
                  </a:cubicBezTo>
                  <a:cubicBezTo>
                    <a:pt x="1204" y="284"/>
                    <a:pt x="1172" y="276"/>
                    <a:pt x="1144" y="256"/>
                  </a:cubicBezTo>
                  <a:cubicBezTo>
                    <a:pt x="1132" y="244"/>
                    <a:pt x="1120" y="232"/>
                    <a:pt x="1112" y="220"/>
                  </a:cubicBezTo>
                  <a:cubicBezTo>
                    <a:pt x="1108" y="200"/>
                    <a:pt x="1092" y="180"/>
                    <a:pt x="1072" y="168"/>
                  </a:cubicBezTo>
                  <a:cubicBezTo>
                    <a:pt x="1062" y="164"/>
                    <a:pt x="1051" y="162"/>
                    <a:pt x="1040" y="162"/>
                  </a:cubicBezTo>
                  <a:cubicBezTo>
                    <a:pt x="1029" y="162"/>
                    <a:pt x="1018" y="164"/>
                    <a:pt x="1008" y="168"/>
                  </a:cubicBezTo>
                  <a:cubicBezTo>
                    <a:pt x="988" y="176"/>
                    <a:pt x="972" y="184"/>
                    <a:pt x="956" y="188"/>
                  </a:cubicBezTo>
                  <a:cubicBezTo>
                    <a:pt x="928" y="200"/>
                    <a:pt x="892" y="204"/>
                    <a:pt x="860" y="204"/>
                  </a:cubicBezTo>
                  <a:lnTo>
                    <a:pt x="840" y="200"/>
                  </a:lnTo>
                  <a:lnTo>
                    <a:pt x="828" y="200"/>
                  </a:lnTo>
                  <a:lnTo>
                    <a:pt x="816" y="196"/>
                  </a:lnTo>
                  <a:cubicBezTo>
                    <a:pt x="804" y="188"/>
                    <a:pt x="792" y="180"/>
                    <a:pt x="780" y="172"/>
                  </a:cubicBezTo>
                  <a:cubicBezTo>
                    <a:pt x="760" y="152"/>
                    <a:pt x="748" y="124"/>
                    <a:pt x="752" y="100"/>
                  </a:cubicBezTo>
                  <a:cubicBezTo>
                    <a:pt x="752" y="96"/>
                    <a:pt x="752" y="92"/>
                    <a:pt x="752" y="92"/>
                  </a:cubicBezTo>
                  <a:cubicBezTo>
                    <a:pt x="752" y="76"/>
                    <a:pt x="736" y="64"/>
                    <a:pt x="720" y="64"/>
                  </a:cubicBezTo>
                  <a:cubicBezTo>
                    <a:pt x="699" y="67"/>
                    <a:pt x="678" y="69"/>
                    <a:pt x="658" y="69"/>
                  </a:cubicBezTo>
                  <a:cubicBezTo>
                    <a:pt x="625" y="69"/>
                    <a:pt x="592" y="65"/>
                    <a:pt x="560" y="60"/>
                  </a:cubicBezTo>
                  <a:cubicBezTo>
                    <a:pt x="504" y="48"/>
                    <a:pt x="452" y="28"/>
                    <a:pt x="404" y="4"/>
                  </a:cubicBezTo>
                  <a:cubicBezTo>
                    <a:pt x="400" y="2"/>
                    <a:pt x="395" y="0"/>
                    <a:pt x="391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65"/>
            <p:cNvSpPr/>
            <p:nvPr/>
          </p:nvSpPr>
          <p:spPr>
            <a:xfrm flipH="1">
              <a:off x="5053234" y="1189159"/>
              <a:ext cx="144302" cy="214773"/>
            </a:xfrm>
            <a:custGeom>
              <a:avLst/>
              <a:gdLst/>
              <a:ahLst/>
              <a:cxnLst/>
              <a:rect l="l" t="t" r="r" b="b"/>
              <a:pathLst>
                <a:path w="1073" h="1597" extrusionOk="0">
                  <a:moveTo>
                    <a:pt x="952" y="0"/>
                  </a:moveTo>
                  <a:cubicBezTo>
                    <a:pt x="940" y="4"/>
                    <a:pt x="932" y="8"/>
                    <a:pt x="920" y="16"/>
                  </a:cubicBezTo>
                  <a:cubicBezTo>
                    <a:pt x="908" y="24"/>
                    <a:pt x="892" y="36"/>
                    <a:pt x="880" y="52"/>
                  </a:cubicBezTo>
                  <a:cubicBezTo>
                    <a:pt x="856" y="76"/>
                    <a:pt x="832" y="104"/>
                    <a:pt x="816" y="136"/>
                  </a:cubicBezTo>
                  <a:cubicBezTo>
                    <a:pt x="780" y="200"/>
                    <a:pt x="764" y="272"/>
                    <a:pt x="764" y="344"/>
                  </a:cubicBezTo>
                  <a:cubicBezTo>
                    <a:pt x="764" y="416"/>
                    <a:pt x="772" y="484"/>
                    <a:pt x="768" y="552"/>
                  </a:cubicBezTo>
                  <a:cubicBezTo>
                    <a:pt x="768" y="584"/>
                    <a:pt x="760" y="616"/>
                    <a:pt x="748" y="648"/>
                  </a:cubicBezTo>
                  <a:cubicBezTo>
                    <a:pt x="736" y="676"/>
                    <a:pt x="716" y="704"/>
                    <a:pt x="692" y="728"/>
                  </a:cubicBezTo>
                  <a:cubicBezTo>
                    <a:pt x="640" y="772"/>
                    <a:pt x="588" y="816"/>
                    <a:pt x="532" y="852"/>
                  </a:cubicBezTo>
                  <a:cubicBezTo>
                    <a:pt x="484" y="892"/>
                    <a:pt x="428" y="928"/>
                    <a:pt x="384" y="972"/>
                  </a:cubicBezTo>
                  <a:cubicBezTo>
                    <a:pt x="340" y="1012"/>
                    <a:pt x="300" y="1056"/>
                    <a:pt x="272" y="1108"/>
                  </a:cubicBezTo>
                  <a:cubicBezTo>
                    <a:pt x="248" y="1152"/>
                    <a:pt x="236" y="1204"/>
                    <a:pt x="240" y="1252"/>
                  </a:cubicBezTo>
                  <a:cubicBezTo>
                    <a:pt x="204" y="1220"/>
                    <a:pt x="172" y="1188"/>
                    <a:pt x="144" y="1152"/>
                  </a:cubicBezTo>
                  <a:cubicBezTo>
                    <a:pt x="104" y="1108"/>
                    <a:pt x="76" y="1060"/>
                    <a:pt x="60" y="1004"/>
                  </a:cubicBezTo>
                  <a:cubicBezTo>
                    <a:pt x="48" y="976"/>
                    <a:pt x="44" y="948"/>
                    <a:pt x="40" y="920"/>
                  </a:cubicBezTo>
                  <a:cubicBezTo>
                    <a:pt x="36" y="896"/>
                    <a:pt x="40" y="868"/>
                    <a:pt x="44" y="840"/>
                  </a:cubicBezTo>
                  <a:cubicBezTo>
                    <a:pt x="60" y="788"/>
                    <a:pt x="84" y="736"/>
                    <a:pt x="112" y="688"/>
                  </a:cubicBezTo>
                  <a:cubicBezTo>
                    <a:pt x="144" y="636"/>
                    <a:pt x="168" y="584"/>
                    <a:pt x="188" y="524"/>
                  </a:cubicBezTo>
                  <a:cubicBezTo>
                    <a:pt x="196" y="488"/>
                    <a:pt x="196" y="452"/>
                    <a:pt x="180" y="416"/>
                  </a:cubicBezTo>
                  <a:cubicBezTo>
                    <a:pt x="165" y="379"/>
                    <a:pt x="127" y="356"/>
                    <a:pt x="86" y="356"/>
                  </a:cubicBezTo>
                  <a:cubicBezTo>
                    <a:pt x="83" y="356"/>
                    <a:pt x="80" y="356"/>
                    <a:pt x="76" y="356"/>
                  </a:cubicBezTo>
                  <a:lnTo>
                    <a:pt x="68" y="356"/>
                  </a:lnTo>
                  <a:cubicBezTo>
                    <a:pt x="36" y="372"/>
                    <a:pt x="12" y="400"/>
                    <a:pt x="4" y="432"/>
                  </a:cubicBezTo>
                  <a:cubicBezTo>
                    <a:pt x="0" y="464"/>
                    <a:pt x="4" y="492"/>
                    <a:pt x="16" y="520"/>
                  </a:cubicBezTo>
                  <a:cubicBezTo>
                    <a:pt x="32" y="556"/>
                    <a:pt x="48" y="592"/>
                    <a:pt x="68" y="628"/>
                  </a:cubicBezTo>
                  <a:cubicBezTo>
                    <a:pt x="64" y="636"/>
                    <a:pt x="60" y="648"/>
                    <a:pt x="52" y="660"/>
                  </a:cubicBezTo>
                  <a:cubicBezTo>
                    <a:pt x="24" y="716"/>
                    <a:pt x="8" y="772"/>
                    <a:pt x="4" y="836"/>
                  </a:cubicBezTo>
                  <a:cubicBezTo>
                    <a:pt x="0" y="864"/>
                    <a:pt x="4" y="896"/>
                    <a:pt x="12" y="928"/>
                  </a:cubicBezTo>
                  <a:cubicBezTo>
                    <a:pt x="20" y="956"/>
                    <a:pt x="32" y="984"/>
                    <a:pt x="40" y="1012"/>
                  </a:cubicBezTo>
                  <a:cubicBezTo>
                    <a:pt x="60" y="1068"/>
                    <a:pt x="84" y="1120"/>
                    <a:pt x="112" y="1172"/>
                  </a:cubicBezTo>
                  <a:cubicBezTo>
                    <a:pt x="140" y="1224"/>
                    <a:pt x="176" y="1272"/>
                    <a:pt x="220" y="1316"/>
                  </a:cubicBezTo>
                  <a:cubicBezTo>
                    <a:pt x="240" y="1332"/>
                    <a:pt x="256" y="1348"/>
                    <a:pt x="272" y="1368"/>
                  </a:cubicBezTo>
                  <a:cubicBezTo>
                    <a:pt x="280" y="1380"/>
                    <a:pt x="292" y="1396"/>
                    <a:pt x="304" y="1408"/>
                  </a:cubicBezTo>
                  <a:cubicBezTo>
                    <a:pt x="308" y="1416"/>
                    <a:pt x="316" y="1428"/>
                    <a:pt x="320" y="1436"/>
                  </a:cubicBezTo>
                  <a:cubicBezTo>
                    <a:pt x="348" y="1484"/>
                    <a:pt x="348" y="1540"/>
                    <a:pt x="328" y="1592"/>
                  </a:cubicBezTo>
                  <a:cubicBezTo>
                    <a:pt x="324" y="1592"/>
                    <a:pt x="324" y="1592"/>
                    <a:pt x="328" y="1596"/>
                  </a:cubicBezTo>
                  <a:lnTo>
                    <a:pt x="332" y="1596"/>
                  </a:lnTo>
                  <a:cubicBezTo>
                    <a:pt x="356" y="1572"/>
                    <a:pt x="372" y="1544"/>
                    <a:pt x="376" y="1512"/>
                  </a:cubicBezTo>
                  <a:cubicBezTo>
                    <a:pt x="380" y="1480"/>
                    <a:pt x="376" y="1448"/>
                    <a:pt x="368" y="1420"/>
                  </a:cubicBezTo>
                  <a:cubicBezTo>
                    <a:pt x="356" y="1388"/>
                    <a:pt x="340" y="1360"/>
                    <a:pt x="320" y="1336"/>
                  </a:cubicBezTo>
                  <a:cubicBezTo>
                    <a:pt x="308" y="1320"/>
                    <a:pt x="296" y="1308"/>
                    <a:pt x="284" y="1296"/>
                  </a:cubicBezTo>
                  <a:cubicBezTo>
                    <a:pt x="284" y="1280"/>
                    <a:pt x="284" y="1268"/>
                    <a:pt x="284" y="1256"/>
                  </a:cubicBezTo>
                  <a:cubicBezTo>
                    <a:pt x="288" y="1212"/>
                    <a:pt x="300" y="1168"/>
                    <a:pt x="324" y="1132"/>
                  </a:cubicBezTo>
                  <a:cubicBezTo>
                    <a:pt x="352" y="1092"/>
                    <a:pt x="388" y="1052"/>
                    <a:pt x="428" y="1020"/>
                  </a:cubicBezTo>
                  <a:lnTo>
                    <a:pt x="560" y="884"/>
                  </a:lnTo>
                  <a:cubicBezTo>
                    <a:pt x="604" y="840"/>
                    <a:pt x="652" y="792"/>
                    <a:pt x="704" y="748"/>
                  </a:cubicBezTo>
                  <a:cubicBezTo>
                    <a:pt x="760" y="696"/>
                    <a:pt x="796" y="632"/>
                    <a:pt x="804" y="560"/>
                  </a:cubicBezTo>
                  <a:cubicBezTo>
                    <a:pt x="812" y="512"/>
                    <a:pt x="816" y="460"/>
                    <a:pt x="820" y="412"/>
                  </a:cubicBezTo>
                  <a:cubicBezTo>
                    <a:pt x="832" y="404"/>
                    <a:pt x="852" y="392"/>
                    <a:pt x="876" y="376"/>
                  </a:cubicBezTo>
                  <a:cubicBezTo>
                    <a:pt x="908" y="356"/>
                    <a:pt x="936" y="332"/>
                    <a:pt x="964" y="308"/>
                  </a:cubicBezTo>
                  <a:cubicBezTo>
                    <a:pt x="1000" y="272"/>
                    <a:pt x="1032" y="228"/>
                    <a:pt x="1052" y="184"/>
                  </a:cubicBezTo>
                  <a:cubicBezTo>
                    <a:pt x="1068" y="152"/>
                    <a:pt x="1072" y="124"/>
                    <a:pt x="1072" y="88"/>
                  </a:cubicBezTo>
                  <a:cubicBezTo>
                    <a:pt x="1072" y="68"/>
                    <a:pt x="1064" y="48"/>
                    <a:pt x="1052" y="28"/>
                  </a:cubicBezTo>
                  <a:cubicBezTo>
                    <a:pt x="1032" y="12"/>
                    <a:pt x="1008" y="0"/>
                    <a:pt x="9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65"/>
            <p:cNvSpPr/>
            <p:nvPr/>
          </p:nvSpPr>
          <p:spPr>
            <a:xfrm flipH="1">
              <a:off x="5009660" y="1249408"/>
              <a:ext cx="109874" cy="142151"/>
            </a:xfrm>
            <a:custGeom>
              <a:avLst/>
              <a:gdLst/>
              <a:ahLst/>
              <a:cxnLst/>
              <a:rect l="l" t="t" r="r" b="b"/>
              <a:pathLst>
                <a:path w="817" h="1057" extrusionOk="0">
                  <a:moveTo>
                    <a:pt x="740" y="0"/>
                  </a:moveTo>
                  <a:cubicBezTo>
                    <a:pt x="700" y="4"/>
                    <a:pt x="668" y="24"/>
                    <a:pt x="656" y="60"/>
                  </a:cubicBezTo>
                  <a:cubicBezTo>
                    <a:pt x="644" y="80"/>
                    <a:pt x="640" y="104"/>
                    <a:pt x="636" y="132"/>
                  </a:cubicBezTo>
                  <a:cubicBezTo>
                    <a:pt x="624" y="212"/>
                    <a:pt x="620" y="280"/>
                    <a:pt x="612" y="332"/>
                  </a:cubicBezTo>
                  <a:cubicBezTo>
                    <a:pt x="612" y="352"/>
                    <a:pt x="612" y="372"/>
                    <a:pt x="608" y="384"/>
                  </a:cubicBezTo>
                  <a:cubicBezTo>
                    <a:pt x="608" y="396"/>
                    <a:pt x="592" y="420"/>
                    <a:pt x="588" y="440"/>
                  </a:cubicBezTo>
                  <a:cubicBezTo>
                    <a:pt x="568" y="488"/>
                    <a:pt x="544" y="540"/>
                    <a:pt x="516" y="588"/>
                  </a:cubicBezTo>
                  <a:cubicBezTo>
                    <a:pt x="492" y="632"/>
                    <a:pt x="456" y="672"/>
                    <a:pt x="408" y="696"/>
                  </a:cubicBezTo>
                  <a:cubicBezTo>
                    <a:pt x="368" y="720"/>
                    <a:pt x="324" y="740"/>
                    <a:pt x="276" y="756"/>
                  </a:cubicBezTo>
                  <a:cubicBezTo>
                    <a:pt x="232" y="772"/>
                    <a:pt x="192" y="792"/>
                    <a:pt x="152" y="816"/>
                  </a:cubicBezTo>
                  <a:cubicBezTo>
                    <a:pt x="88" y="852"/>
                    <a:pt x="40" y="904"/>
                    <a:pt x="12" y="972"/>
                  </a:cubicBezTo>
                  <a:cubicBezTo>
                    <a:pt x="4" y="992"/>
                    <a:pt x="0" y="1012"/>
                    <a:pt x="0" y="1032"/>
                  </a:cubicBezTo>
                  <a:lnTo>
                    <a:pt x="0" y="1052"/>
                  </a:lnTo>
                  <a:cubicBezTo>
                    <a:pt x="0" y="1052"/>
                    <a:pt x="0" y="1052"/>
                    <a:pt x="0" y="1056"/>
                  </a:cubicBezTo>
                  <a:cubicBezTo>
                    <a:pt x="4" y="1056"/>
                    <a:pt x="4" y="1052"/>
                    <a:pt x="4" y="1052"/>
                  </a:cubicBezTo>
                  <a:lnTo>
                    <a:pt x="12" y="1032"/>
                  </a:lnTo>
                  <a:cubicBezTo>
                    <a:pt x="16" y="1016"/>
                    <a:pt x="24" y="996"/>
                    <a:pt x="36" y="984"/>
                  </a:cubicBezTo>
                  <a:cubicBezTo>
                    <a:pt x="72" y="932"/>
                    <a:pt x="124" y="892"/>
                    <a:pt x="180" y="864"/>
                  </a:cubicBezTo>
                  <a:cubicBezTo>
                    <a:pt x="216" y="848"/>
                    <a:pt x="256" y="832"/>
                    <a:pt x="300" y="808"/>
                  </a:cubicBezTo>
                  <a:cubicBezTo>
                    <a:pt x="348" y="788"/>
                    <a:pt x="392" y="760"/>
                    <a:pt x="432" y="724"/>
                  </a:cubicBezTo>
                  <a:cubicBezTo>
                    <a:pt x="472" y="688"/>
                    <a:pt x="504" y="644"/>
                    <a:pt x="532" y="596"/>
                  </a:cubicBezTo>
                  <a:cubicBezTo>
                    <a:pt x="560" y="544"/>
                    <a:pt x="588" y="500"/>
                    <a:pt x="616" y="452"/>
                  </a:cubicBezTo>
                  <a:cubicBezTo>
                    <a:pt x="644" y="404"/>
                    <a:pt x="676" y="356"/>
                    <a:pt x="700" y="308"/>
                  </a:cubicBezTo>
                  <a:lnTo>
                    <a:pt x="780" y="168"/>
                  </a:lnTo>
                  <a:cubicBezTo>
                    <a:pt x="796" y="144"/>
                    <a:pt x="808" y="116"/>
                    <a:pt x="812" y="84"/>
                  </a:cubicBezTo>
                  <a:cubicBezTo>
                    <a:pt x="816" y="64"/>
                    <a:pt x="812" y="44"/>
                    <a:pt x="800" y="28"/>
                  </a:cubicBezTo>
                  <a:cubicBezTo>
                    <a:pt x="784" y="8"/>
                    <a:pt x="764" y="0"/>
                    <a:pt x="7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65"/>
            <p:cNvSpPr/>
            <p:nvPr/>
          </p:nvSpPr>
          <p:spPr>
            <a:xfrm flipH="1">
              <a:off x="4954253" y="1325258"/>
              <a:ext cx="145378" cy="90508"/>
            </a:xfrm>
            <a:custGeom>
              <a:avLst/>
              <a:gdLst/>
              <a:ahLst/>
              <a:cxnLst/>
              <a:rect l="l" t="t" r="r" b="b"/>
              <a:pathLst>
                <a:path w="1081" h="673" extrusionOk="0">
                  <a:moveTo>
                    <a:pt x="960" y="0"/>
                  </a:moveTo>
                  <a:cubicBezTo>
                    <a:pt x="928" y="0"/>
                    <a:pt x="896" y="16"/>
                    <a:pt x="876" y="40"/>
                  </a:cubicBezTo>
                  <a:cubicBezTo>
                    <a:pt x="852" y="60"/>
                    <a:pt x="836" y="88"/>
                    <a:pt x="828" y="116"/>
                  </a:cubicBezTo>
                  <a:cubicBezTo>
                    <a:pt x="816" y="172"/>
                    <a:pt x="812" y="224"/>
                    <a:pt x="816" y="280"/>
                  </a:cubicBezTo>
                  <a:cubicBezTo>
                    <a:pt x="820" y="328"/>
                    <a:pt x="804" y="372"/>
                    <a:pt x="776" y="412"/>
                  </a:cubicBezTo>
                  <a:cubicBezTo>
                    <a:pt x="736" y="444"/>
                    <a:pt x="692" y="468"/>
                    <a:pt x="640" y="480"/>
                  </a:cubicBezTo>
                  <a:cubicBezTo>
                    <a:pt x="592" y="492"/>
                    <a:pt x="540" y="500"/>
                    <a:pt x="492" y="504"/>
                  </a:cubicBezTo>
                  <a:cubicBezTo>
                    <a:pt x="440" y="508"/>
                    <a:pt x="392" y="508"/>
                    <a:pt x="348" y="512"/>
                  </a:cubicBezTo>
                  <a:lnTo>
                    <a:pt x="220" y="524"/>
                  </a:lnTo>
                  <a:cubicBezTo>
                    <a:pt x="184" y="524"/>
                    <a:pt x="144" y="532"/>
                    <a:pt x="108" y="544"/>
                  </a:cubicBezTo>
                  <a:cubicBezTo>
                    <a:pt x="80" y="556"/>
                    <a:pt x="52" y="572"/>
                    <a:pt x="32" y="596"/>
                  </a:cubicBezTo>
                  <a:cubicBezTo>
                    <a:pt x="12" y="612"/>
                    <a:pt x="0" y="640"/>
                    <a:pt x="0" y="664"/>
                  </a:cubicBezTo>
                  <a:cubicBezTo>
                    <a:pt x="0" y="668"/>
                    <a:pt x="0" y="668"/>
                    <a:pt x="0" y="672"/>
                  </a:cubicBezTo>
                  <a:lnTo>
                    <a:pt x="4" y="672"/>
                  </a:lnTo>
                  <a:cubicBezTo>
                    <a:pt x="8" y="664"/>
                    <a:pt x="8" y="660"/>
                    <a:pt x="12" y="652"/>
                  </a:cubicBezTo>
                  <a:cubicBezTo>
                    <a:pt x="20" y="640"/>
                    <a:pt x="32" y="628"/>
                    <a:pt x="48" y="620"/>
                  </a:cubicBezTo>
                  <a:cubicBezTo>
                    <a:pt x="68" y="604"/>
                    <a:pt x="92" y="596"/>
                    <a:pt x="120" y="592"/>
                  </a:cubicBezTo>
                  <a:cubicBezTo>
                    <a:pt x="152" y="584"/>
                    <a:pt x="188" y="584"/>
                    <a:pt x="220" y="584"/>
                  </a:cubicBezTo>
                  <a:cubicBezTo>
                    <a:pt x="264" y="584"/>
                    <a:pt x="308" y="580"/>
                    <a:pt x="352" y="576"/>
                  </a:cubicBezTo>
                  <a:cubicBezTo>
                    <a:pt x="400" y="568"/>
                    <a:pt x="448" y="556"/>
                    <a:pt x="496" y="544"/>
                  </a:cubicBezTo>
                  <a:cubicBezTo>
                    <a:pt x="544" y="528"/>
                    <a:pt x="596" y="516"/>
                    <a:pt x="644" y="500"/>
                  </a:cubicBezTo>
                  <a:cubicBezTo>
                    <a:pt x="700" y="492"/>
                    <a:pt x="752" y="472"/>
                    <a:pt x="800" y="440"/>
                  </a:cubicBezTo>
                  <a:cubicBezTo>
                    <a:pt x="844" y="400"/>
                    <a:pt x="872" y="344"/>
                    <a:pt x="876" y="284"/>
                  </a:cubicBezTo>
                  <a:cubicBezTo>
                    <a:pt x="876" y="268"/>
                    <a:pt x="880" y="252"/>
                    <a:pt x="880" y="236"/>
                  </a:cubicBezTo>
                  <a:cubicBezTo>
                    <a:pt x="884" y="236"/>
                    <a:pt x="888" y="232"/>
                    <a:pt x="896" y="228"/>
                  </a:cubicBezTo>
                  <a:cubicBezTo>
                    <a:pt x="916" y="220"/>
                    <a:pt x="940" y="216"/>
                    <a:pt x="976" y="208"/>
                  </a:cubicBezTo>
                  <a:cubicBezTo>
                    <a:pt x="996" y="204"/>
                    <a:pt x="1012" y="196"/>
                    <a:pt x="1028" y="184"/>
                  </a:cubicBezTo>
                  <a:cubicBezTo>
                    <a:pt x="1052" y="168"/>
                    <a:pt x="1068" y="148"/>
                    <a:pt x="1076" y="120"/>
                  </a:cubicBezTo>
                  <a:cubicBezTo>
                    <a:pt x="1080" y="88"/>
                    <a:pt x="1072" y="56"/>
                    <a:pt x="1048" y="32"/>
                  </a:cubicBezTo>
                  <a:cubicBezTo>
                    <a:pt x="1024" y="12"/>
                    <a:pt x="992" y="0"/>
                    <a:pt x="9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65"/>
            <p:cNvSpPr/>
            <p:nvPr/>
          </p:nvSpPr>
          <p:spPr>
            <a:xfrm flipH="1">
              <a:off x="5035482" y="1422087"/>
              <a:ext cx="98578" cy="102612"/>
            </a:xfrm>
            <a:custGeom>
              <a:avLst/>
              <a:gdLst/>
              <a:ahLst/>
              <a:cxnLst/>
              <a:rect l="l" t="t" r="r" b="b"/>
              <a:pathLst>
                <a:path w="733" h="763" extrusionOk="0">
                  <a:moveTo>
                    <a:pt x="51" y="0"/>
                  </a:moveTo>
                  <a:cubicBezTo>
                    <a:pt x="35" y="0"/>
                    <a:pt x="18" y="6"/>
                    <a:pt x="4" y="16"/>
                  </a:cubicBezTo>
                  <a:cubicBezTo>
                    <a:pt x="0" y="16"/>
                    <a:pt x="0" y="20"/>
                    <a:pt x="4" y="20"/>
                  </a:cubicBezTo>
                  <a:lnTo>
                    <a:pt x="8" y="20"/>
                  </a:lnTo>
                  <a:cubicBezTo>
                    <a:pt x="14" y="19"/>
                    <a:pt x="19" y="19"/>
                    <a:pt x="24" y="19"/>
                  </a:cubicBezTo>
                  <a:cubicBezTo>
                    <a:pt x="58" y="19"/>
                    <a:pt x="90" y="41"/>
                    <a:pt x="104" y="72"/>
                  </a:cubicBezTo>
                  <a:cubicBezTo>
                    <a:pt x="116" y="116"/>
                    <a:pt x="128" y="160"/>
                    <a:pt x="132" y="200"/>
                  </a:cubicBezTo>
                  <a:cubicBezTo>
                    <a:pt x="140" y="224"/>
                    <a:pt x="148" y="248"/>
                    <a:pt x="156" y="272"/>
                  </a:cubicBezTo>
                  <a:cubicBezTo>
                    <a:pt x="168" y="292"/>
                    <a:pt x="180" y="312"/>
                    <a:pt x="192" y="332"/>
                  </a:cubicBezTo>
                  <a:cubicBezTo>
                    <a:pt x="220" y="372"/>
                    <a:pt x="248" y="408"/>
                    <a:pt x="276" y="448"/>
                  </a:cubicBezTo>
                  <a:cubicBezTo>
                    <a:pt x="300" y="484"/>
                    <a:pt x="328" y="524"/>
                    <a:pt x="356" y="560"/>
                  </a:cubicBezTo>
                  <a:cubicBezTo>
                    <a:pt x="380" y="600"/>
                    <a:pt x="408" y="640"/>
                    <a:pt x="436" y="676"/>
                  </a:cubicBezTo>
                  <a:cubicBezTo>
                    <a:pt x="472" y="720"/>
                    <a:pt x="520" y="748"/>
                    <a:pt x="572" y="760"/>
                  </a:cubicBezTo>
                  <a:cubicBezTo>
                    <a:pt x="583" y="762"/>
                    <a:pt x="593" y="763"/>
                    <a:pt x="604" y="763"/>
                  </a:cubicBezTo>
                  <a:cubicBezTo>
                    <a:pt x="623" y="763"/>
                    <a:pt x="641" y="760"/>
                    <a:pt x="656" y="752"/>
                  </a:cubicBezTo>
                  <a:cubicBezTo>
                    <a:pt x="688" y="740"/>
                    <a:pt x="712" y="716"/>
                    <a:pt x="728" y="688"/>
                  </a:cubicBezTo>
                  <a:cubicBezTo>
                    <a:pt x="732" y="676"/>
                    <a:pt x="732" y="660"/>
                    <a:pt x="720" y="652"/>
                  </a:cubicBezTo>
                  <a:cubicBezTo>
                    <a:pt x="708" y="640"/>
                    <a:pt x="696" y="628"/>
                    <a:pt x="680" y="624"/>
                  </a:cubicBezTo>
                  <a:cubicBezTo>
                    <a:pt x="664" y="616"/>
                    <a:pt x="652" y="612"/>
                    <a:pt x="636" y="608"/>
                  </a:cubicBezTo>
                  <a:cubicBezTo>
                    <a:pt x="608" y="604"/>
                    <a:pt x="576" y="604"/>
                    <a:pt x="548" y="604"/>
                  </a:cubicBezTo>
                  <a:lnTo>
                    <a:pt x="472" y="604"/>
                  </a:lnTo>
                  <a:cubicBezTo>
                    <a:pt x="460" y="604"/>
                    <a:pt x="448" y="600"/>
                    <a:pt x="436" y="600"/>
                  </a:cubicBezTo>
                  <a:lnTo>
                    <a:pt x="432" y="596"/>
                  </a:lnTo>
                  <a:lnTo>
                    <a:pt x="380" y="544"/>
                  </a:lnTo>
                  <a:cubicBezTo>
                    <a:pt x="348" y="512"/>
                    <a:pt x="316" y="480"/>
                    <a:pt x="292" y="440"/>
                  </a:cubicBezTo>
                  <a:cubicBezTo>
                    <a:pt x="268" y="404"/>
                    <a:pt x="244" y="360"/>
                    <a:pt x="232" y="320"/>
                  </a:cubicBezTo>
                  <a:cubicBezTo>
                    <a:pt x="224" y="296"/>
                    <a:pt x="216" y="276"/>
                    <a:pt x="212" y="256"/>
                  </a:cubicBezTo>
                  <a:lnTo>
                    <a:pt x="192" y="192"/>
                  </a:lnTo>
                  <a:cubicBezTo>
                    <a:pt x="184" y="144"/>
                    <a:pt x="168" y="96"/>
                    <a:pt x="140" y="56"/>
                  </a:cubicBezTo>
                  <a:cubicBezTo>
                    <a:pt x="128" y="32"/>
                    <a:pt x="104" y="12"/>
                    <a:pt x="76" y="4"/>
                  </a:cubicBezTo>
                  <a:cubicBezTo>
                    <a:pt x="68" y="2"/>
                    <a:pt x="60" y="0"/>
                    <a:pt x="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65"/>
            <p:cNvSpPr/>
            <p:nvPr/>
          </p:nvSpPr>
          <p:spPr>
            <a:xfrm flipH="1">
              <a:off x="5160284" y="1423701"/>
              <a:ext cx="100729" cy="99922"/>
            </a:xfrm>
            <a:custGeom>
              <a:avLst/>
              <a:gdLst/>
              <a:ahLst/>
              <a:cxnLst/>
              <a:rect l="l" t="t" r="r" b="b"/>
              <a:pathLst>
                <a:path w="749" h="743" extrusionOk="0">
                  <a:moveTo>
                    <a:pt x="744" y="0"/>
                  </a:moveTo>
                  <a:cubicBezTo>
                    <a:pt x="676" y="0"/>
                    <a:pt x="612" y="16"/>
                    <a:pt x="552" y="52"/>
                  </a:cubicBezTo>
                  <a:cubicBezTo>
                    <a:pt x="544" y="56"/>
                    <a:pt x="540" y="64"/>
                    <a:pt x="540" y="76"/>
                  </a:cubicBezTo>
                  <a:lnTo>
                    <a:pt x="540" y="80"/>
                  </a:lnTo>
                  <a:cubicBezTo>
                    <a:pt x="540" y="124"/>
                    <a:pt x="532" y="168"/>
                    <a:pt x="520" y="212"/>
                  </a:cubicBezTo>
                  <a:cubicBezTo>
                    <a:pt x="504" y="260"/>
                    <a:pt x="488" y="304"/>
                    <a:pt x="468" y="348"/>
                  </a:cubicBezTo>
                  <a:cubicBezTo>
                    <a:pt x="428" y="440"/>
                    <a:pt x="364" y="516"/>
                    <a:pt x="288" y="580"/>
                  </a:cubicBezTo>
                  <a:cubicBezTo>
                    <a:pt x="272" y="592"/>
                    <a:pt x="256" y="604"/>
                    <a:pt x="236" y="616"/>
                  </a:cubicBezTo>
                  <a:cubicBezTo>
                    <a:pt x="228" y="616"/>
                    <a:pt x="220" y="612"/>
                    <a:pt x="212" y="608"/>
                  </a:cubicBezTo>
                  <a:cubicBezTo>
                    <a:pt x="192" y="604"/>
                    <a:pt x="168" y="588"/>
                    <a:pt x="144" y="580"/>
                  </a:cubicBezTo>
                  <a:cubicBezTo>
                    <a:pt x="130" y="575"/>
                    <a:pt x="116" y="572"/>
                    <a:pt x="101" y="572"/>
                  </a:cubicBezTo>
                  <a:cubicBezTo>
                    <a:pt x="82" y="572"/>
                    <a:pt x="64" y="577"/>
                    <a:pt x="48" y="588"/>
                  </a:cubicBezTo>
                  <a:cubicBezTo>
                    <a:pt x="28" y="596"/>
                    <a:pt x="16" y="612"/>
                    <a:pt x="8" y="632"/>
                  </a:cubicBezTo>
                  <a:cubicBezTo>
                    <a:pt x="0" y="652"/>
                    <a:pt x="4" y="676"/>
                    <a:pt x="16" y="696"/>
                  </a:cubicBezTo>
                  <a:cubicBezTo>
                    <a:pt x="37" y="724"/>
                    <a:pt x="66" y="742"/>
                    <a:pt x="99" y="742"/>
                  </a:cubicBezTo>
                  <a:cubicBezTo>
                    <a:pt x="104" y="742"/>
                    <a:pt x="110" y="742"/>
                    <a:pt x="116" y="740"/>
                  </a:cubicBezTo>
                  <a:cubicBezTo>
                    <a:pt x="144" y="736"/>
                    <a:pt x="176" y="728"/>
                    <a:pt x="200" y="716"/>
                  </a:cubicBezTo>
                  <a:cubicBezTo>
                    <a:pt x="248" y="692"/>
                    <a:pt x="292" y="660"/>
                    <a:pt x="328" y="620"/>
                  </a:cubicBezTo>
                  <a:cubicBezTo>
                    <a:pt x="364" y="580"/>
                    <a:pt x="392" y="536"/>
                    <a:pt x="416" y="492"/>
                  </a:cubicBezTo>
                  <a:cubicBezTo>
                    <a:pt x="440" y="448"/>
                    <a:pt x="464" y="404"/>
                    <a:pt x="492" y="364"/>
                  </a:cubicBezTo>
                  <a:cubicBezTo>
                    <a:pt x="524" y="320"/>
                    <a:pt x="552" y="276"/>
                    <a:pt x="576" y="232"/>
                  </a:cubicBezTo>
                  <a:cubicBezTo>
                    <a:pt x="596" y="188"/>
                    <a:pt x="604" y="136"/>
                    <a:pt x="600" y="88"/>
                  </a:cubicBezTo>
                  <a:cubicBezTo>
                    <a:pt x="644" y="56"/>
                    <a:pt x="696" y="28"/>
                    <a:pt x="744" y="4"/>
                  </a:cubicBezTo>
                  <a:cubicBezTo>
                    <a:pt x="748" y="4"/>
                    <a:pt x="748" y="0"/>
                    <a:pt x="7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65"/>
            <p:cNvSpPr/>
            <p:nvPr/>
          </p:nvSpPr>
          <p:spPr>
            <a:xfrm flipH="1">
              <a:off x="5174270" y="1398821"/>
              <a:ext cx="156137" cy="51104"/>
            </a:xfrm>
            <a:custGeom>
              <a:avLst/>
              <a:gdLst/>
              <a:ahLst/>
              <a:cxnLst/>
              <a:rect l="l" t="t" r="r" b="b"/>
              <a:pathLst>
                <a:path w="1161" h="380" extrusionOk="0">
                  <a:moveTo>
                    <a:pt x="982" y="1"/>
                  </a:moveTo>
                  <a:cubicBezTo>
                    <a:pt x="930" y="1"/>
                    <a:pt x="882" y="12"/>
                    <a:pt x="836" y="33"/>
                  </a:cubicBezTo>
                  <a:cubicBezTo>
                    <a:pt x="808" y="45"/>
                    <a:pt x="784" y="57"/>
                    <a:pt x="764" y="77"/>
                  </a:cubicBezTo>
                  <a:cubicBezTo>
                    <a:pt x="744" y="97"/>
                    <a:pt x="724" y="117"/>
                    <a:pt x="704" y="133"/>
                  </a:cubicBezTo>
                  <a:cubicBezTo>
                    <a:pt x="672" y="173"/>
                    <a:pt x="628" y="205"/>
                    <a:pt x="584" y="229"/>
                  </a:cubicBezTo>
                  <a:cubicBezTo>
                    <a:pt x="556" y="241"/>
                    <a:pt x="527" y="247"/>
                    <a:pt x="497" y="247"/>
                  </a:cubicBezTo>
                  <a:cubicBezTo>
                    <a:pt x="476" y="247"/>
                    <a:pt x="454" y="244"/>
                    <a:pt x="432" y="237"/>
                  </a:cubicBezTo>
                  <a:cubicBezTo>
                    <a:pt x="384" y="229"/>
                    <a:pt x="332" y="209"/>
                    <a:pt x="284" y="197"/>
                  </a:cubicBezTo>
                  <a:cubicBezTo>
                    <a:pt x="248" y="182"/>
                    <a:pt x="209" y="175"/>
                    <a:pt x="171" y="175"/>
                  </a:cubicBezTo>
                  <a:cubicBezTo>
                    <a:pt x="150" y="175"/>
                    <a:pt x="128" y="177"/>
                    <a:pt x="108" y="181"/>
                  </a:cubicBezTo>
                  <a:cubicBezTo>
                    <a:pt x="72" y="193"/>
                    <a:pt x="44" y="213"/>
                    <a:pt x="28" y="245"/>
                  </a:cubicBezTo>
                  <a:cubicBezTo>
                    <a:pt x="4" y="273"/>
                    <a:pt x="0" y="313"/>
                    <a:pt x="12" y="349"/>
                  </a:cubicBezTo>
                  <a:lnTo>
                    <a:pt x="12" y="353"/>
                  </a:lnTo>
                  <a:cubicBezTo>
                    <a:pt x="16" y="361"/>
                    <a:pt x="20" y="369"/>
                    <a:pt x="32" y="369"/>
                  </a:cubicBezTo>
                  <a:cubicBezTo>
                    <a:pt x="49" y="376"/>
                    <a:pt x="67" y="379"/>
                    <a:pt x="84" y="379"/>
                  </a:cubicBezTo>
                  <a:cubicBezTo>
                    <a:pt x="119" y="379"/>
                    <a:pt x="155" y="366"/>
                    <a:pt x="184" y="341"/>
                  </a:cubicBezTo>
                  <a:cubicBezTo>
                    <a:pt x="192" y="333"/>
                    <a:pt x="204" y="325"/>
                    <a:pt x="212" y="313"/>
                  </a:cubicBezTo>
                  <a:lnTo>
                    <a:pt x="232" y="289"/>
                  </a:lnTo>
                  <a:cubicBezTo>
                    <a:pt x="242" y="276"/>
                    <a:pt x="255" y="263"/>
                    <a:pt x="270" y="263"/>
                  </a:cubicBezTo>
                  <a:cubicBezTo>
                    <a:pt x="273" y="263"/>
                    <a:pt x="277" y="264"/>
                    <a:pt x="280" y="265"/>
                  </a:cubicBezTo>
                  <a:lnTo>
                    <a:pt x="284" y="265"/>
                  </a:lnTo>
                  <a:cubicBezTo>
                    <a:pt x="332" y="277"/>
                    <a:pt x="380" y="281"/>
                    <a:pt x="428" y="285"/>
                  </a:cubicBezTo>
                  <a:cubicBezTo>
                    <a:pt x="484" y="285"/>
                    <a:pt x="540" y="269"/>
                    <a:pt x="592" y="249"/>
                  </a:cubicBezTo>
                  <a:cubicBezTo>
                    <a:pt x="640" y="221"/>
                    <a:pt x="684" y="193"/>
                    <a:pt x="728" y="161"/>
                  </a:cubicBezTo>
                  <a:cubicBezTo>
                    <a:pt x="772" y="133"/>
                    <a:pt x="816" y="109"/>
                    <a:pt x="860" y="85"/>
                  </a:cubicBezTo>
                  <a:cubicBezTo>
                    <a:pt x="904" y="65"/>
                    <a:pt x="952" y="53"/>
                    <a:pt x="1004" y="49"/>
                  </a:cubicBezTo>
                  <a:cubicBezTo>
                    <a:pt x="1021" y="47"/>
                    <a:pt x="1039" y="45"/>
                    <a:pt x="1057" y="45"/>
                  </a:cubicBezTo>
                  <a:cubicBezTo>
                    <a:pt x="1089" y="45"/>
                    <a:pt x="1123" y="50"/>
                    <a:pt x="1156" y="57"/>
                  </a:cubicBezTo>
                  <a:lnTo>
                    <a:pt x="1160" y="57"/>
                  </a:lnTo>
                  <a:cubicBezTo>
                    <a:pt x="1160" y="53"/>
                    <a:pt x="1160" y="53"/>
                    <a:pt x="1160" y="49"/>
                  </a:cubicBezTo>
                  <a:cubicBezTo>
                    <a:pt x="1112" y="21"/>
                    <a:pt x="1060" y="1"/>
                    <a:pt x="1004" y="1"/>
                  </a:cubicBezTo>
                  <a:cubicBezTo>
                    <a:pt x="997" y="1"/>
                    <a:pt x="989" y="1"/>
                    <a:pt x="9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65"/>
            <p:cNvSpPr/>
            <p:nvPr/>
          </p:nvSpPr>
          <p:spPr>
            <a:xfrm flipH="1">
              <a:off x="5171580" y="1270119"/>
              <a:ext cx="129778" cy="120902"/>
            </a:xfrm>
            <a:custGeom>
              <a:avLst/>
              <a:gdLst/>
              <a:ahLst/>
              <a:cxnLst/>
              <a:rect l="l" t="t" r="r" b="b"/>
              <a:pathLst>
                <a:path w="965" h="899" extrusionOk="0">
                  <a:moveTo>
                    <a:pt x="98" y="0"/>
                  </a:moveTo>
                  <a:cubicBezTo>
                    <a:pt x="88" y="0"/>
                    <a:pt x="78" y="2"/>
                    <a:pt x="68" y="6"/>
                  </a:cubicBezTo>
                  <a:lnTo>
                    <a:pt x="64" y="6"/>
                  </a:lnTo>
                  <a:cubicBezTo>
                    <a:pt x="44" y="14"/>
                    <a:pt x="32" y="26"/>
                    <a:pt x="20" y="42"/>
                  </a:cubicBezTo>
                  <a:cubicBezTo>
                    <a:pt x="8" y="58"/>
                    <a:pt x="0" y="78"/>
                    <a:pt x="4" y="102"/>
                  </a:cubicBezTo>
                  <a:cubicBezTo>
                    <a:pt x="8" y="134"/>
                    <a:pt x="20" y="166"/>
                    <a:pt x="44" y="194"/>
                  </a:cubicBezTo>
                  <a:cubicBezTo>
                    <a:pt x="56" y="218"/>
                    <a:pt x="76" y="242"/>
                    <a:pt x="92" y="266"/>
                  </a:cubicBezTo>
                  <a:cubicBezTo>
                    <a:pt x="104" y="278"/>
                    <a:pt x="116" y="286"/>
                    <a:pt x="128" y="298"/>
                  </a:cubicBezTo>
                  <a:cubicBezTo>
                    <a:pt x="140" y="306"/>
                    <a:pt x="152" y="314"/>
                    <a:pt x="164" y="322"/>
                  </a:cubicBezTo>
                  <a:cubicBezTo>
                    <a:pt x="220" y="350"/>
                    <a:pt x="268" y="374"/>
                    <a:pt x="320" y="394"/>
                  </a:cubicBezTo>
                  <a:cubicBezTo>
                    <a:pt x="372" y="414"/>
                    <a:pt x="424" y="434"/>
                    <a:pt x="476" y="454"/>
                  </a:cubicBezTo>
                  <a:cubicBezTo>
                    <a:pt x="532" y="470"/>
                    <a:pt x="576" y="502"/>
                    <a:pt x="608" y="546"/>
                  </a:cubicBezTo>
                  <a:cubicBezTo>
                    <a:pt x="640" y="590"/>
                    <a:pt x="652" y="646"/>
                    <a:pt x="680" y="698"/>
                  </a:cubicBezTo>
                  <a:cubicBezTo>
                    <a:pt x="744" y="798"/>
                    <a:pt x="844" y="870"/>
                    <a:pt x="960" y="898"/>
                  </a:cubicBezTo>
                  <a:lnTo>
                    <a:pt x="964" y="898"/>
                  </a:lnTo>
                  <a:cubicBezTo>
                    <a:pt x="964" y="894"/>
                    <a:pt x="964" y="894"/>
                    <a:pt x="964" y="890"/>
                  </a:cubicBezTo>
                  <a:cubicBezTo>
                    <a:pt x="916" y="862"/>
                    <a:pt x="876" y="826"/>
                    <a:pt x="836" y="786"/>
                  </a:cubicBezTo>
                  <a:cubicBezTo>
                    <a:pt x="796" y="750"/>
                    <a:pt x="764" y="710"/>
                    <a:pt x="736" y="666"/>
                  </a:cubicBezTo>
                  <a:cubicBezTo>
                    <a:pt x="704" y="618"/>
                    <a:pt x="672" y="574"/>
                    <a:pt x="636" y="530"/>
                  </a:cubicBezTo>
                  <a:cubicBezTo>
                    <a:pt x="592" y="490"/>
                    <a:pt x="548" y="454"/>
                    <a:pt x="496" y="430"/>
                  </a:cubicBezTo>
                  <a:cubicBezTo>
                    <a:pt x="444" y="402"/>
                    <a:pt x="400" y="370"/>
                    <a:pt x="352" y="342"/>
                  </a:cubicBezTo>
                  <a:cubicBezTo>
                    <a:pt x="304" y="314"/>
                    <a:pt x="256" y="290"/>
                    <a:pt x="216" y="266"/>
                  </a:cubicBezTo>
                  <a:lnTo>
                    <a:pt x="216" y="226"/>
                  </a:lnTo>
                  <a:cubicBezTo>
                    <a:pt x="216" y="194"/>
                    <a:pt x="216" y="166"/>
                    <a:pt x="212" y="134"/>
                  </a:cubicBezTo>
                  <a:cubicBezTo>
                    <a:pt x="208" y="98"/>
                    <a:pt x="196" y="66"/>
                    <a:pt x="180" y="38"/>
                  </a:cubicBezTo>
                  <a:cubicBezTo>
                    <a:pt x="164" y="18"/>
                    <a:pt x="148" y="10"/>
                    <a:pt x="124" y="6"/>
                  </a:cubicBezTo>
                  <a:cubicBezTo>
                    <a:pt x="116" y="2"/>
                    <a:pt x="107" y="0"/>
                    <a:pt x="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65"/>
            <p:cNvSpPr/>
            <p:nvPr/>
          </p:nvSpPr>
          <p:spPr>
            <a:xfrm flipH="1">
              <a:off x="5052696" y="1189697"/>
              <a:ext cx="112564" cy="193793"/>
            </a:xfrm>
            <a:custGeom>
              <a:avLst/>
              <a:gdLst/>
              <a:ahLst/>
              <a:cxnLst/>
              <a:rect l="l" t="t" r="r" b="b"/>
              <a:pathLst>
                <a:path w="837" h="1441" extrusionOk="0">
                  <a:moveTo>
                    <a:pt x="748" y="68"/>
                  </a:moveTo>
                  <a:cubicBezTo>
                    <a:pt x="760" y="72"/>
                    <a:pt x="760" y="72"/>
                    <a:pt x="764" y="92"/>
                  </a:cubicBezTo>
                  <a:cubicBezTo>
                    <a:pt x="768" y="112"/>
                    <a:pt x="764" y="136"/>
                    <a:pt x="756" y="156"/>
                  </a:cubicBezTo>
                  <a:cubicBezTo>
                    <a:pt x="740" y="200"/>
                    <a:pt x="720" y="236"/>
                    <a:pt x="692" y="272"/>
                  </a:cubicBezTo>
                  <a:cubicBezTo>
                    <a:pt x="668" y="300"/>
                    <a:pt x="644" y="328"/>
                    <a:pt x="620" y="356"/>
                  </a:cubicBezTo>
                  <a:cubicBezTo>
                    <a:pt x="605" y="372"/>
                    <a:pt x="592" y="384"/>
                    <a:pt x="582" y="395"/>
                  </a:cubicBezTo>
                  <a:lnTo>
                    <a:pt x="582" y="395"/>
                  </a:lnTo>
                  <a:cubicBezTo>
                    <a:pt x="583" y="379"/>
                    <a:pt x="583" y="363"/>
                    <a:pt x="584" y="348"/>
                  </a:cubicBezTo>
                  <a:cubicBezTo>
                    <a:pt x="588" y="284"/>
                    <a:pt x="608" y="224"/>
                    <a:pt x="640" y="172"/>
                  </a:cubicBezTo>
                  <a:cubicBezTo>
                    <a:pt x="656" y="148"/>
                    <a:pt x="672" y="124"/>
                    <a:pt x="692" y="100"/>
                  </a:cubicBezTo>
                  <a:cubicBezTo>
                    <a:pt x="700" y="92"/>
                    <a:pt x="712" y="84"/>
                    <a:pt x="720" y="76"/>
                  </a:cubicBezTo>
                  <a:cubicBezTo>
                    <a:pt x="724" y="72"/>
                    <a:pt x="728" y="72"/>
                    <a:pt x="732" y="68"/>
                  </a:cubicBezTo>
                  <a:close/>
                  <a:moveTo>
                    <a:pt x="716" y="0"/>
                  </a:moveTo>
                  <a:cubicBezTo>
                    <a:pt x="704" y="4"/>
                    <a:pt x="692" y="8"/>
                    <a:pt x="684" y="16"/>
                  </a:cubicBezTo>
                  <a:cubicBezTo>
                    <a:pt x="668" y="24"/>
                    <a:pt x="656" y="36"/>
                    <a:pt x="644" y="52"/>
                  </a:cubicBezTo>
                  <a:cubicBezTo>
                    <a:pt x="616" y="76"/>
                    <a:pt x="596" y="104"/>
                    <a:pt x="580" y="136"/>
                  </a:cubicBezTo>
                  <a:cubicBezTo>
                    <a:pt x="544" y="200"/>
                    <a:pt x="524" y="272"/>
                    <a:pt x="524" y="344"/>
                  </a:cubicBezTo>
                  <a:cubicBezTo>
                    <a:pt x="524" y="416"/>
                    <a:pt x="532" y="484"/>
                    <a:pt x="532" y="552"/>
                  </a:cubicBezTo>
                  <a:cubicBezTo>
                    <a:pt x="528" y="584"/>
                    <a:pt x="524" y="616"/>
                    <a:pt x="512" y="648"/>
                  </a:cubicBezTo>
                  <a:cubicBezTo>
                    <a:pt x="496" y="676"/>
                    <a:pt x="476" y="704"/>
                    <a:pt x="452" y="728"/>
                  </a:cubicBezTo>
                  <a:cubicBezTo>
                    <a:pt x="404" y="772"/>
                    <a:pt x="352" y="816"/>
                    <a:pt x="296" y="852"/>
                  </a:cubicBezTo>
                  <a:cubicBezTo>
                    <a:pt x="248" y="896"/>
                    <a:pt x="192" y="928"/>
                    <a:pt x="148" y="972"/>
                  </a:cubicBezTo>
                  <a:cubicBezTo>
                    <a:pt x="100" y="1012"/>
                    <a:pt x="64" y="1056"/>
                    <a:pt x="36" y="1108"/>
                  </a:cubicBezTo>
                  <a:cubicBezTo>
                    <a:pt x="12" y="1156"/>
                    <a:pt x="0" y="1208"/>
                    <a:pt x="0" y="1260"/>
                  </a:cubicBezTo>
                  <a:cubicBezTo>
                    <a:pt x="4" y="1300"/>
                    <a:pt x="12" y="1340"/>
                    <a:pt x="36" y="1372"/>
                  </a:cubicBezTo>
                  <a:cubicBezTo>
                    <a:pt x="48" y="1396"/>
                    <a:pt x="64" y="1412"/>
                    <a:pt x="84" y="1428"/>
                  </a:cubicBezTo>
                  <a:cubicBezTo>
                    <a:pt x="92" y="1432"/>
                    <a:pt x="100" y="1436"/>
                    <a:pt x="108" y="1440"/>
                  </a:cubicBezTo>
                  <a:lnTo>
                    <a:pt x="112" y="1440"/>
                  </a:lnTo>
                  <a:cubicBezTo>
                    <a:pt x="112" y="1440"/>
                    <a:pt x="112" y="1436"/>
                    <a:pt x="112" y="1436"/>
                  </a:cubicBezTo>
                  <a:cubicBezTo>
                    <a:pt x="88" y="1416"/>
                    <a:pt x="72" y="1388"/>
                    <a:pt x="60" y="1360"/>
                  </a:cubicBezTo>
                  <a:cubicBezTo>
                    <a:pt x="48" y="1328"/>
                    <a:pt x="44" y="1296"/>
                    <a:pt x="48" y="1260"/>
                  </a:cubicBezTo>
                  <a:cubicBezTo>
                    <a:pt x="52" y="1216"/>
                    <a:pt x="64" y="1176"/>
                    <a:pt x="88" y="1140"/>
                  </a:cubicBezTo>
                  <a:cubicBezTo>
                    <a:pt x="116" y="1092"/>
                    <a:pt x="148" y="1052"/>
                    <a:pt x="188" y="1016"/>
                  </a:cubicBezTo>
                  <a:lnTo>
                    <a:pt x="320" y="884"/>
                  </a:lnTo>
                  <a:cubicBezTo>
                    <a:pt x="368" y="836"/>
                    <a:pt x="416" y="792"/>
                    <a:pt x="468" y="744"/>
                  </a:cubicBezTo>
                  <a:cubicBezTo>
                    <a:pt x="520" y="696"/>
                    <a:pt x="556" y="628"/>
                    <a:pt x="568" y="556"/>
                  </a:cubicBezTo>
                  <a:cubicBezTo>
                    <a:pt x="576" y="508"/>
                    <a:pt x="579" y="460"/>
                    <a:pt x="581" y="414"/>
                  </a:cubicBezTo>
                  <a:lnTo>
                    <a:pt x="581" y="414"/>
                  </a:lnTo>
                  <a:cubicBezTo>
                    <a:pt x="601" y="403"/>
                    <a:pt x="621" y="390"/>
                    <a:pt x="640" y="376"/>
                  </a:cubicBezTo>
                  <a:cubicBezTo>
                    <a:pt x="668" y="356"/>
                    <a:pt x="700" y="332"/>
                    <a:pt x="728" y="308"/>
                  </a:cubicBezTo>
                  <a:cubicBezTo>
                    <a:pt x="764" y="272"/>
                    <a:pt x="796" y="228"/>
                    <a:pt x="816" y="184"/>
                  </a:cubicBezTo>
                  <a:cubicBezTo>
                    <a:pt x="828" y="152"/>
                    <a:pt x="836" y="124"/>
                    <a:pt x="836" y="88"/>
                  </a:cubicBezTo>
                  <a:cubicBezTo>
                    <a:pt x="836" y="68"/>
                    <a:pt x="828" y="48"/>
                    <a:pt x="812" y="28"/>
                  </a:cubicBezTo>
                  <a:cubicBezTo>
                    <a:pt x="796" y="12"/>
                    <a:pt x="772" y="0"/>
                    <a:pt x="74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65"/>
            <p:cNvSpPr/>
            <p:nvPr/>
          </p:nvSpPr>
          <p:spPr>
            <a:xfrm flipH="1">
              <a:off x="5009660" y="1249408"/>
              <a:ext cx="109874" cy="142151"/>
            </a:xfrm>
            <a:custGeom>
              <a:avLst/>
              <a:gdLst/>
              <a:ahLst/>
              <a:cxnLst/>
              <a:rect l="l" t="t" r="r" b="b"/>
              <a:pathLst>
                <a:path w="817" h="1057" extrusionOk="0">
                  <a:moveTo>
                    <a:pt x="744" y="76"/>
                  </a:moveTo>
                  <a:cubicBezTo>
                    <a:pt x="740" y="76"/>
                    <a:pt x="744" y="76"/>
                    <a:pt x="744" y="84"/>
                  </a:cubicBezTo>
                  <a:cubicBezTo>
                    <a:pt x="744" y="92"/>
                    <a:pt x="756" y="132"/>
                    <a:pt x="744" y="156"/>
                  </a:cubicBezTo>
                  <a:lnTo>
                    <a:pt x="744" y="160"/>
                  </a:lnTo>
                  <a:cubicBezTo>
                    <a:pt x="724" y="196"/>
                    <a:pt x="684" y="224"/>
                    <a:pt x="664" y="264"/>
                  </a:cubicBezTo>
                  <a:cubicBezTo>
                    <a:pt x="672" y="228"/>
                    <a:pt x="684" y="188"/>
                    <a:pt x="696" y="144"/>
                  </a:cubicBezTo>
                  <a:cubicBezTo>
                    <a:pt x="700" y="124"/>
                    <a:pt x="708" y="108"/>
                    <a:pt x="716" y="92"/>
                  </a:cubicBezTo>
                  <a:cubicBezTo>
                    <a:pt x="720" y="84"/>
                    <a:pt x="728" y="76"/>
                    <a:pt x="740" y="76"/>
                  </a:cubicBezTo>
                  <a:close/>
                  <a:moveTo>
                    <a:pt x="740" y="0"/>
                  </a:moveTo>
                  <a:cubicBezTo>
                    <a:pt x="700" y="4"/>
                    <a:pt x="668" y="24"/>
                    <a:pt x="656" y="60"/>
                  </a:cubicBezTo>
                  <a:cubicBezTo>
                    <a:pt x="644" y="80"/>
                    <a:pt x="640" y="104"/>
                    <a:pt x="636" y="132"/>
                  </a:cubicBezTo>
                  <a:cubicBezTo>
                    <a:pt x="624" y="212"/>
                    <a:pt x="620" y="280"/>
                    <a:pt x="612" y="332"/>
                  </a:cubicBezTo>
                  <a:cubicBezTo>
                    <a:pt x="612" y="352"/>
                    <a:pt x="612" y="372"/>
                    <a:pt x="608" y="384"/>
                  </a:cubicBezTo>
                  <a:cubicBezTo>
                    <a:pt x="608" y="396"/>
                    <a:pt x="592" y="420"/>
                    <a:pt x="588" y="440"/>
                  </a:cubicBezTo>
                  <a:cubicBezTo>
                    <a:pt x="568" y="488"/>
                    <a:pt x="544" y="540"/>
                    <a:pt x="516" y="588"/>
                  </a:cubicBezTo>
                  <a:cubicBezTo>
                    <a:pt x="492" y="636"/>
                    <a:pt x="456" y="672"/>
                    <a:pt x="412" y="700"/>
                  </a:cubicBezTo>
                  <a:cubicBezTo>
                    <a:pt x="368" y="720"/>
                    <a:pt x="324" y="740"/>
                    <a:pt x="276" y="756"/>
                  </a:cubicBezTo>
                  <a:cubicBezTo>
                    <a:pt x="236" y="776"/>
                    <a:pt x="192" y="792"/>
                    <a:pt x="152" y="816"/>
                  </a:cubicBezTo>
                  <a:cubicBezTo>
                    <a:pt x="92" y="852"/>
                    <a:pt x="40" y="908"/>
                    <a:pt x="12" y="972"/>
                  </a:cubicBezTo>
                  <a:cubicBezTo>
                    <a:pt x="4" y="992"/>
                    <a:pt x="0" y="1012"/>
                    <a:pt x="0" y="1032"/>
                  </a:cubicBezTo>
                  <a:lnTo>
                    <a:pt x="0" y="1052"/>
                  </a:lnTo>
                  <a:cubicBezTo>
                    <a:pt x="0" y="1052"/>
                    <a:pt x="0" y="1056"/>
                    <a:pt x="4" y="1056"/>
                  </a:cubicBezTo>
                  <a:cubicBezTo>
                    <a:pt x="4" y="1056"/>
                    <a:pt x="8" y="1056"/>
                    <a:pt x="8" y="1052"/>
                  </a:cubicBezTo>
                  <a:lnTo>
                    <a:pt x="12" y="1032"/>
                  </a:lnTo>
                  <a:cubicBezTo>
                    <a:pt x="16" y="1016"/>
                    <a:pt x="24" y="1000"/>
                    <a:pt x="36" y="984"/>
                  </a:cubicBezTo>
                  <a:cubicBezTo>
                    <a:pt x="76" y="932"/>
                    <a:pt x="124" y="892"/>
                    <a:pt x="180" y="864"/>
                  </a:cubicBezTo>
                  <a:cubicBezTo>
                    <a:pt x="216" y="848"/>
                    <a:pt x="260" y="832"/>
                    <a:pt x="300" y="812"/>
                  </a:cubicBezTo>
                  <a:cubicBezTo>
                    <a:pt x="348" y="788"/>
                    <a:pt x="392" y="760"/>
                    <a:pt x="432" y="728"/>
                  </a:cubicBezTo>
                  <a:cubicBezTo>
                    <a:pt x="472" y="688"/>
                    <a:pt x="504" y="644"/>
                    <a:pt x="532" y="596"/>
                  </a:cubicBezTo>
                  <a:cubicBezTo>
                    <a:pt x="560" y="548"/>
                    <a:pt x="588" y="500"/>
                    <a:pt x="616" y="452"/>
                  </a:cubicBezTo>
                  <a:cubicBezTo>
                    <a:pt x="648" y="404"/>
                    <a:pt x="676" y="360"/>
                    <a:pt x="704" y="312"/>
                  </a:cubicBezTo>
                  <a:lnTo>
                    <a:pt x="780" y="172"/>
                  </a:lnTo>
                  <a:cubicBezTo>
                    <a:pt x="796" y="144"/>
                    <a:pt x="808" y="116"/>
                    <a:pt x="812" y="88"/>
                  </a:cubicBezTo>
                  <a:cubicBezTo>
                    <a:pt x="816" y="64"/>
                    <a:pt x="812" y="44"/>
                    <a:pt x="800" y="28"/>
                  </a:cubicBezTo>
                  <a:cubicBezTo>
                    <a:pt x="784" y="8"/>
                    <a:pt x="764" y="0"/>
                    <a:pt x="74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65"/>
            <p:cNvSpPr/>
            <p:nvPr/>
          </p:nvSpPr>
          <p:spPr>
            <a:xfrm flipH="1">
              <a:off x="4954253" y="1325258"/>
              <a:ext cx="145378" cy="89970"/>
            </a:xfrm>
            <a:custGeom>
              <a:avLst/>
              <a:gdLst/>
              <a:ahLst/>
              <a:cxnLst/>
              <a:rect l="l" t="t" r="r" b="b"/>
              <a:pathLst>
                <a:path w="1081" h="669" extrusionOk="0">
                  <a:moveTo>
                    <a:pt x="968" y="72"/>
                  </a:moveTo>
                  <a:cubicBezTo>
                    <a:pt x="980" y="72"/>
                    <a:pt x="992" y="76"/>
                    <a:pt x="1000" y="84"/>
                  </a:cubicBezTo>
                  <a:cubicBezTo>
                    <a:pt x="1012" y="88"/>
                    <a:pt x="1016" y="96"/>
                    <a:pt x="1016" y="108"/>
                  </a:cubicBezTo>
                  <a:cubicBezTo>
                    <a:pt x="1016" y="128"/>
                    <a:pt x="988" y="152"/>
                    <a:pt x="960" y="164"/>
                  </a:cubicBezTo>
                  <a:cubicBezTo>
                    <a:pt x="932" y="176"/>
                    <a:pt x="908" y="188"/>
                    <a:pt x="884" y="204"/>
                  </a:cubicBezTo>
                  <a:cubicBezTo>
                    <a:pt x="884" y="205"/>
                    <a:pt x="883" y="205"/>
                    <a:pt x="883" y="205"/>
                  </a:cubicBezTo>
                  <a:lnTo>
                    <a:pt x="883" y="205"/>
                  </a:lnTo>
                  <a:cubicBezTo>
                    <a:pt x="886" y="184"/>
                    <a:pt x="891" y="162"/>
                    <a:pt x="896" y="140"/>
                  </a:cubicBezTo>
                  <a:cubicBezTo>
                    <a:pt x="908" y="104"/>
                    <a:pt x="932" y="80"/>
                    <a:pt x="968" y="72"/>
                  </a:cubicBezTo>
                  <a:close/>
                  <a:moveTo>
                    <a:pt x="956" y="0"/>
                  </a:moveTo>
                  <a:cubicBezTo>
                    <a:pt x="924" y="4"/>
                    <a:pt x="896" y="16"/>
                    <a:pt x="872" y="40"/>
                  </a:cubicBezTo>
                  <a:cubicBezTo>
                    <a:pt x="852" y="64"/>
                    <a:pt x="836" y="88"/>
                    <a:pt x="828" y="120"/>
                  </a:cubicBezTo>
                  <a:cubicBezTo>
                    <a:pt x="816" y="172"/>
                    <a:pt x="812" y="224"/>
                    <a:pt x="816" y="280"/>
                  </a:cubicBezTo>
                  <a:cubicBezTo>
                    <a:pt x="816" y="328"/>
                    <a:pt x="804" y="376"/>
                    <a:pt x="776" y="412"/>
                  </a:cubicBezTo>
                  <a:cubicBezTo>
                    <a:pt x="736" y="448"/>
                    <a:pt x="688" y="472"/>
                    <a:pt x="640" y="480"/>
                  </a:cubicBezTo>
                  <a:cubicBezTo>
                    <a:pt x="592" y="492"/>
                    <a:pt x="540" y="500"/>
                    <a:pt x="488" y="504"/>
                  </a:cubicBezTo>
                  <a:cubicBezTo>
                    <a:pt x="440" y="512"/>
                    <a:pt x="392" y="512"/>
                    <a:pt x="348" y="516"/>
                  </a:cubicBezTo>
                  <a:lnTo>
                    <a:pt x="220" y="524"/>
                  </a:lnTo>
                  <a:cubicBezTo>
                    <a:pt x="180" y="528"/>
                    <a:pt x="144" y="532"/>
                    <a:pt x="108" y="544"/>
                  </a:cubicBezTo>
                  <a:cubicBezTo>
                    <a:pt x="76" y="556"/>
                    <a:pt x="52" y="572"/>
                    <a:pt x="28" y="596"/>
                  </a:cubicBezTo>
                  <a:cubicBezTo>
                    <a:pt x="12" y="616"/>
                    <a:pt x="0" y="640"/>
                    <a:pt x="0" y="668"/>
                  </a:cubicBezTo>
                  <a:lnTo>
                    <a:pt x="4" y="668"/>
                  </a:lnTo>
                  <a:cubicBezTo>
                    <a:pt x="8" y="664"/>
                    <a:pt x="12" y="656"/>
                    <a:pt x="16" y="652"/>
                  </a:cubicBezTo>
                  <a:cubicBezTo>
                    <a:pt x="24" y="636"/>
                    <a:pt x="36" y="624"/>
                    <a:pt x="48" y="616"/>
                  </a:cubicBezTo>
                  <a:cubicBezTo>
                    <a:pt x="72" y="600"/>
                    <a:pt x="96" y="592"/>
                    <a:pt x="120" y="588"/>
                  </a:cubicBezTo>
                  <a:cubicBezTo>
                    <a:pt x="152" y="584"/>
                    <a:pt x="188" y="580"/>
                    <a:pt x="224" y="580"/>
                  </a:cubicBezTo>
                  <a:cubicBezTo>
                    <a:pt x="268" y="580"/>
                    <a:pt x="312" y="580"/>
                    <a:pt x="352" y="572"/>
                  </a:cubicBezTo>
                  <a:cubicBezTo>
                    <a:pt x="400" y="564"/>
                    <a:pt x="448" y="552"/>
                    <a:pt x="496" y="540"/>
                  </a:cubicBezTo>
                  <a:cubicBezTo>
                    <a:pt x="548" y="524"/>
                    <a:pt x="596" y="512"/>
                    <a:pt x="648" y="500"/>
                  </a:cubicBezTo>
                  <a:cubicBezTo>
                    <a:pt x="700" y="488"/>
                    <a:pt x="752" y="468"/>
                    <a:pt x="800" y="440"/>
                  </a:cubicBezTo>
                  <a:cubicBezTo>
                    <a:pt x="848" y="400"/>
                    <a:pt x="876" y="344"/>
                    <a:pt x="876" y="284"/>
                  </a:cubicBezTo>
                  <a:cubicBezTo>
                    <a:pt x="876" y="268"/>
                    <a:pt x="877" y="252"/>
                    <a:pt x="879" y="236"/>
                  </a:cubicBezTo>
                  <a:lnTo>
                    <a:pt x="879" y="236"/>
                  </a:lnTo>
                  <a:cubicBezTo>
                    <a:pt x="885" y="232"/>
                    <a:pt x="891" y="230"/>
                    <a:pt x="896" y="228"/>
                  </a:cubicBezTo>
                  <a:cubicBezTo>
                    <a:pt x="916" y="220"/>
                    <a:pt x="940" y="216"/>
                    <a:pt x="976" y="208"/>
                  </a:cubicBezTo>
                  <a:cubicBezTo>
                    <a:pt x="992" y="200"/>
                    <a:pt x="1012" y="192"/>
                    <a:pt x="1028" y="184"/>
                  </a:cubicBezTo>
                  <a:cubicBezTo>
                    <a:pt x="1052" y="168"/>
                    <a:pt x="1068" y="144"/>
                    <a:pt x="1072" y="120"/>
                  </a:cubicBezTo>
                  <a:cubicBezTo>
                    <a:pt x="1080" y="88"/>
                    <a:pt x="1068" y="56"/>
                    <a:pt x="1044" y="32"/>
                  </a:cubicBezTo>
                  <a:cubicBezTo>
                    <a:pt x="1020" y="12"/>
                    <a:pt x="988" y="0"/>
                    <a:pt x="95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65"/>
            <p:cNvSpPr/>
            <p:nvPr/>
          </p:nvSpPr>
          <p:spPr>
            <a:xfrm flipH="1">
              <a:off x="5035482" y="1422625"/>
              <a:ext cx="98578" cy="103150"/>
            </a:xfrm>
            <a:custGeom>
              <a:avLst/>
              <a:gdLst/>
              <a:ahLst/>
              <a:cxnLst/>
              <a:rect l="l" t="t" r="r" b="b"/>
              <a:pathLst>
                <a:path w="733" h="767" extrusionOk="0">
                  <a:moveTo>
                    <a:pt x="481" y="641"/>
                  </a:moveTo>
                  <a:cubicBezTo>
                    <a:pt x="503" y="646"/>
                    <a:pt x="526" y="649"/>
                    <a:pt x="548" y="652"/>
                  </a:cubicBezTo>
                  <a:cubicBezTo>
                    <a:pt x="572" y="656"/>
                    <a:pt x="596" y="660"/>
                    <a:pt x="620" y="668"/>
                  </a:cubicBezTo>
                  <a:cubicBezTo>
                    <a:pt x="628" y="672"/>
                    <a:pt x="638" y="676"/>
                    <a:pt x="646" y="679"/>
                  </a:cubicBezTo>
                  <a:lnTo>
                    <a:pt x="646" y="679"/>
                  </a:lnTo>
                  <a:cubicBezTo>
                    <a:pt x="633" y="689"/>
                    <a:pt x="617" y="695"/>
                    <a:pt x="600" y="695"/>
                  </a:cubicBezTo>
                  <a:cubicBezTo>
                    <a:pt x="593" y="695"/>
                    <a:pt x="587" y="694"/>
                    <a:pt x="580" y="692"/>
                  </a:cubicBezTo>
                  <a:cubicBezTo>
                    <a:pt x="564" y="692"/>
                    <a:pt x="544" y="688"/>
                    <a:pt x="532" y="676"/>
                  </a:cubicBezTo>
                  <a:cubicBezTo>
                    <a:pt x="512" y="668"/>
                    <a:pt x="497" y="653"/>
                    <a:pt x="481" y="641"/>
                  </a:cubicBezTo>
                  <a:close/>
                  <a:moveTo>
                    <a:pt x="51" y="0"/>
                  </a:moveTo>
                  <a:cubicBezTo>
                    <a:pt x="35" y="0"/>
                    <a:pt x="18" y="6"/>
                    <a:pt x="4" y="16"/>
                  </a:cubicBezTo>
                  <a:lnTo>
                    <a:pt x="0" y="20"/>
                  </a:lnTo>
                  <a:cubicBezTo>
                    <a:pt x="0" y="24"/>
                    <a:pt x="0" y="24"/>
                    <a:pt x="0" y="24"/>
                  </a:cubicBezTo>
                  <a:cubicBezTo>
                    <a:pt x="2" y="26"/>
                    <a:pt x="3" y="27"/>
                    <a:pt x="4" y="27"/>
                  </a:cubicBezTo>
                  <a:cubicBezTo>
                    <a:pt x="5" y="27"/>
                    <a:pt x="6" y="26"/>
                    <a:pt x="8" y="24"/>
                  </a:cubicBezTo>
                  <a:cubicBezTo>
                    <a:pt x="12" y="24"/>
                    <a:pt x="15" y="24"/>
                    <a:pt x="18" y="24"/>
                  </a:cubicBezTo>
                  <a:cubicBezTo>
                    <a:pt x="55" y="24"/>
                    <a:pt x="90" y="44"/>
                    <a:pt x="104" y="80"/>
                  </a:cubicBezTo>
                  <a:cubicBezTo>
                    <a:pt x="116" y="120"/>
                    <a:pt x="128" y="164"/>
                    <a:pt x="132" y="208"/>
                  </a:cubicBezTo>
                  <a:cubicBezTo>
                    <a:pt x="140" y="232"/>
                    <a:pt x="148" y="252"/>
                    <a:pt x="156" y="276"/>
                  </a:cubicBezTo>
                  <a:cubicBezTo>
                    <a:pt x="168" y="296"/>
                    <a:pt x="176" y="320"/>
                    <a:pt x="192" y="340"/>
                  </a:cubicBezTo>
                  <a:cubicBezTo>
                    <a:pt x="216" y="380"/>
                    <a:pt x="244" y="416"/>
                    <a:pt x="276" y="452"/>
                  </a:cubicBezTo>
                  <a:cubicBezTo>
                    <a:pt x="304" y="492"/>
                    <a:pt x="328" y="528"/>
                    <a:pt x="356" y="568"/>
                  </a:cubicBezTo>
                  <a:cubicBezTo>
                    <a:pt x="380" y="608"/>
                    <a:pt x="408" y="644"/>
                    <a:pt x="436" y="684"/>
                  </a:cubicBezTo>
                  <a:cubicBezTo>
                    <a:pt x="472" y="724"/>
                    <a:pt x="520" y="752"/>
                    <a:pt x="572" y="764"/>
                  </a:cubicBezTo>
                  <a:cubicBezTo>
                    <a:pt x="583" y="766"/>
                    <a:pt x="593" y="767"/>
                    <a:pt x="604" y="767"/>
                  </a:cubicBezTo>
                  <a:cubicBezTo>
                    <a:pt x="623" y="767"/>
                    <a:pt x="641" y="764"/>
                    <a:pt x="656" y="756"/>
                  </a:cubicBezTo>
                  <a:cubicBezTo>
                    <a:pt x="688" y="744"/>
                    <a:pt x="712" y="724"/>
                    <a:pt x="728" y="696"/>
                  </a:cubicBezTo>
                  <a:lnTo>
                    <a:pt x="728" y="692"/>
                  </a:lnTo>
                  <a:cubicBezTo>
                    <a:pt x="732" y="680"/>
                    <a:pt x="732" y="664"/>
                    <a:pt x="720" y="656"/>
                  </a:cubicBezTo>
                  <a:cubicBezTo>
                    <a:pt x="708" y="640"/>
                    <a:pt x="696" y="632"/>
                    <a:pt x="680" y="624"/>
                  </a:cubicBezTo>
                  <a:cubicBezTo>
                    <a:pt x="664" y="616"/>
                    <a:pt x="648" y="612"/>
                    <a:pt x="632" y="608"/>
                  </a:cubicBezTo>
                  <a:cubicBezTo>
                    <a:pt x="613" y="606"/>
                    <a:pt x="593" y="603"/>
                    <a:pt x="573" y="603"/>
                  </a:cubicBezTo>
                  <a:cubicBezTo>
                    <a:pt x="565" y="603"/>
                    <a:pt x="557" y="603"/>
                    <a:pt x="548" y="604"/>
                  </a:cubicBezTo>
                  <a:lnTo>
                    <a:pt x="472" y="604"/>
                  </a:lnTo>
                  <a:cubicBezTo>
                    <a:pt x="460" y="604"/>
                    <a:pt x="448" y="600"/>
                    <a:pt x="436" y="596"/>
                  </a:cubicBezTo>
                  <a:cubicBezTo>
                    <a:pt x="435" y="596"/>
                    <a:pt x="433" y="595"/>
                    <a:pt x="431" y="595"/>
                  </a:cubicBezTo>
                  <a:lnTo>
                    <a:pt x="431" y="595"/>
                  </a:lnTo>
                  <a:cubicBezTo>
                    <a:pt x="414" y="578"/>
                    <a:pt x="397" y="561"/>
                    <a:pt x="380" y="544"/>
                  </a:cubicBezTo>
                  <a:cubicBezTo>
                    <a:pt x="348" y="512"/>
                    <a:pt x="316" y="476"/>
                    <a:pt x="292" y="440"/>
                  </a:cubicBezTo>
                  <a:cubicBezTo>
                    <a:pt x="268" y="400"/>
                    <a:pt x="244" y="360"/>
                    <a:pt x="232" y="316"/>
                  </a:cubicBezTo>
                  <a:cubicBezTo>
                    <a:pt x="224" y="296"/>
                    <a:pt x="216" y="276"/>
                    <a:pt x="212" y="256"/>
                  </a:cubicBezTo>
                  <a:lnTo>
                    <a:pt x="192" y="192"/>
                  </a:lnTo>
                  <a:cubicBezTo>
                    <a:pt x="184" y="144"/>
                    <a:pt x="168" y="96"/>
                    <a:pt x="140" y="56"/>
                  </a:cubicBezTo>
                  <a:cubicBezTo>
                    <a:pt x="128" y="32"/>
                    <a:pt x="104" y="12"/>
                    <a:pt x="76" y="4"/>
                  </a:cubicBezTo>
                  <a:cubicBezTo>
                    <a:pt x="68" y="2"/>
                    <a:pt x="60" y="0"/>
                    <a:pt x="5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65"/>
            <p:cNvSpPr/>
            <p:nvPr/>
          </p:nvSpPr>
          <p:spPr>
            <a:xfrm flipH="1">
              <a:off x="5160284" y="1423701"/>
              <a:ext cx="100191" cy="99788"/>
            </a:xfrm>
            <a:custGeom>
              <a:avLst/>
              <a:gdLst/>
              <a:ahLst/>
              <a:cxnLst/>
              <a:rect l="l" t="t" r="r" b="b"/>
              <a:pathLst>
                <a:path w="745" h="742" extrusionOk="0">
                  <a:moveTo>
                    <a:pt x="128" y="628"/>
                  </a:moveTo>
                  <a:cubicBezTo>
                    <a:pt x="140" y="628"/>
                    <a:pt x="168" y="636"/>
                    <a:pt x="192" y="640"/>
                  </a:cubicBezTo>
                  <a:cubicBezTo>
                    <a:pt x="184" y="644"/>
                    <a:pt x="176" y="648"/>
                    <a:pt x="168" y="652"/>
                  </a:cubicBezTo>
                  <a:cubicBezTo>
                    <a:pt x="160" y="656"/>
                    <a:pt x="144" y="672"/>
                    <a:pt x="128" y="676"/>
                  </a:cubicBezTo>
                  <a:lnTo>
                    <a:pt x="120" y="680"/>
                  </a:lnTo>
                  <a:cubicBezTo>
                    <a:pt x="100" y="680"/>
                    <a:pt x="84" y="672"/>
                    <a:pt x="76" y="660"/>
                  </a:cubicBezTo>
                  <a:cubicBezTo>
                    <a:pt x="72" y="656"/>
                    <a:pt x="72" y="656"/>
                    <a:pt x="72" y="652"/>
                  </a:cubicBezTo>
                  <a:cubicBezTo>
                    <a:pt x="68" y="628"/>
                    <a:pt x="116" y="628"/>
                    <a:pt x="128" y="628"/>
                  </a:cubicBezTo>
                  <a:close/>
                  <a:moveTo>
                    <a:pt x="740" y="0"/>
                  </a:moveTo>
                  <a:cubicBezTo>
                    <a:pt x="672" y="0"/>
                    <a:pt x="608" y="16"/>
                    <a:pt x="548" y="48"/>
                  </a:cubicBezTo>
                  <a:cubicBezTo>
                    <a:pt x="540" y="56"/>
                    <a:pt x="536" y="64"/>
                    <a:pt x="536" y="72"/>
                  </a:cubicBezTo>
                  <a:lnTo>
                    <a:pt x="536" y="76"/>
                  </a:lnTo>
                  <a:cubicBezTo>
                    <a:pt x="540" y="120"/>
                    <a:pt x="532" y="168"/>
                    <a:pt x="516" y="208"/>
                  </a:cubicBezTo>
                  <a:cubicBezTo>
                    <a:pt x="504" y="256"/>
                    <a:pt x="488" y="304"/>
                    <a:pt x="468" y="348"/>
                  </a:cubicBezTo>
                  <a:cubicBezTo>
                    <a:pt x="424" y="436"/>
                    <a:pt x="364" y="516"/>
                    <a:pt x="284" y="576"/>
                  </a:cubicBezTo>
                  <a:cubicBezTo>
                    <a:pt x="268" y="592"/>
                    <a:pt x="252" y="604"/>
                    <a:pt x="236" y="616"/>
                  </a:cubicBezTo>
                  <a:cubicBezTo>
                    <a:pt x="228" y="612"/>
                    <a:pt x="216" y="612"/>
                    <a:pt x="208" y="608"/>
                  </a:cubicBezTo>
                  <a:cubicBezTo>
                    <a:pt x="188" y="600"/>
                    <a:pt x="164" y="588"/>
                    <a:pt x="140" y="580"/>
                  </a:cubicBezTo>
                  <a:cubicBezTo>
                    <a:pt x="126" y="573"/>
                    <a:pt x="111" y="570"/>
                    <a:pt x="97" y="570"/>
                  </a:cubicBezTo>
                  <a:cubicBezTo>
                    <a:pt x="78" y="570"/>
                    <a:pt x="60" y="575"/>
                    <a:pt x="44" y="584"/>
                  </a:cubicBezTo>
                  <a:cubicBezTo>
                    <a:pt x="28" y="596"/>
                    <a:pt x="12" y="612"/>
                    <a:pt x="8" y="628"/>
                  </a:cubicBezTo>
                  <a:cubicBezTo>
                    <a:pt x="0" y="652"/>
                    <a:pt x="4" y="676"/>
                    <a:pt x="16" y="692"/>
                  </a:cubicBezTo>
                  <a:cubicBezTo>
                    <a:pt x="34" y="725"/>
                    <a:pt x="68" y="741"/>
                    <a:pt x="104" y="741"/>
                  </a:cubicBezTo>
                  <a:cubicBezTo>
                    <a:pt x="108" y="741"/>
                    <a:pt x="112" y="741"/>
                    <a:pt x="116" y="740"/>
                  </a:cubicBezTo>
                  <a:cubicBezTo>
                    <a:pt x="144" y="736"/>
                    <a:pt x="172" y="728"/>
                    <a:pt x="196" y="716"/>
                  </a:cubicBezTo>
                  <a:cubicBezTo>
                    <a:pt x="248" y="692"/>
                    <a:pt x="288" y="660"/>
                    <a:pt x="328" y="620"/>
                  </a:cubicBezTo>
                  <a:cubicBezTo>
                    <a:pt x="360" y="580"/>
                    <a:pt x="388" y="536"/>
                    <a:pt x="412" y="492"/>
                  </a:cubicBezTo>
                  <a:cubicBezTo>
                    <a:pt x="440" y="448"/>
                    <a:pt x="464" y="404"/>
                    <a:pt x="492" y="360"/>
                  </a:cubicBezTo>
                  <a:cubicBezTo>
                    <a:pt x="524" y="320"/>
                    <a:pt x="548" y="276"/>
                    <a:pt x="572" y="228"/>
                  </a:cubicBezTo>
                  <a:cubicBezTo>
                    <a:pt x="592" y="184"/>
                    <a:pt x="600" y="136"/>
                    <a:pt x="596" y="88"/>
                  </a:cubicBezTo>
                  <a:cubicBezTo>
                    <a:pt x="644" y="56"/>
                    <a:pt x="692" y="28"/>
                    <a:pt x="744" y="4"/>
                  </a:cubicBezTo>
                  <a:cubicBezTo>
                    <a:pt x="744" y="0"/>
                    <a:pt x="740" y="0"/>
                    <a:pt x="74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65"/>
            <p:cNvSpPr/>
            <p:nvPr/>
          </p:nvSpPr>
          <p:spPr>
            <a:xfrm flipH="1">
              <a:off x="5174270" y="1398283"/>
              <a:ext cx="156137" cy="51104"/>
            </a:xfrm>
            <a:custGeom>
              <a:avLst/>
              <a:gdLst/>
              <a:ahLst/>
              <a:cxnLst/>
              <a:rect l="l" t="t" r="r" b="b"/>
              <a:pathLst>
                <a:path w="1161" h="380" extrusionOk="0">
                  <a:moveTo>
                    <a:pt x="192" y="245"/>
                  </a:moveTo>
                  <a:cubicBezTo>
                    <a:pt x="210" y="248"/>
                    <a:pt x="228" y="251"/>
                    <a:pt x="246" y="254"/>
                  </a:cubicBezTo>
                  <a:lnTo>
                    <a:pt x="246" y="254"/>
                  </a:lnTo>
                  <a:cubicBezTo>
                    <a:pt x="235" y="258"/>
                    <a:pt x="223" y="262"/>
                    <a:pt x="212" y="269"/>
                  </a:cubicBezTo>
                  <a:cubicBezTo>
                    <a:pt x="204" y="273"/>
                    <a:pt x="192" y="281"/>
                    <a:pt x="184" y="289"/>
                  </a:cubicBezTo>
                  <a:cubicBezTo>
                    <a:pt x="176" y="297"/>
                    <a:pt x="168" y="301"/>
                    <a:pt x="160" y="305"/>
                  </a:cubicBezTo>
                  <a:cubicBezTo>
                    <a:pt x="143" y="316"/>
                    <a:pt x="124" y="321"/>
                    <a:pt x="105" y="321"/>
                  </a:cubicBezTo>
                  <a:cubicBezTo>
                    <a:pt x="94" y="321"/>
                    <a:pt x="82" y="319"/>
                    <a:pt x="71" y="316"/>
                  </a:cubicBezTo>
                  <a:lnTo>
                    <a:pt x="71" y="316"/>
                  </a:lnTo>
                  <a:cubicBezTo>
                    <a:pt x="74" y="293"/>
                    <a:pt x="98" y="263"/>
                    <a:pt x="128" y="253"/>
                  </a:cubicBezTo>
                  <a:cubicBezTo>
                    <a:pt x="148" y="249"/>
                    <a:pt x="172" y="245"/>
                    <a:pt x="192" y="245"/>
                  </a:cubicBezTo>
                  <a:close/>
                  <a:moveTo>
                    <a:pt x="979" y="1"/>
                  </a:moveTo>
                  <a:cubicBezTo>
                    <a:pt x="930" y="1"/>
                    <a:pt x="882" y="12"/>
                    <a:pt x="836" y="33"/>
                  </a:cubicBezTo>
                  <a:cubicBezTo>
                    <a:pt x="808" y="45"/>
                    <a:pt x="784" y="61"/>
                    <a:pt x="764" y="77"/>
                  </a:cubicBezTo>
                  <a:cubicBezTo>
                    <a:pt x="740" y="97"/>
                    <a:pt x="724" y="117"/>
                    <a:pt x="704" y="133"/>
                  </a:cubicBezTo>
                  <a:cubicBezTo>
                    <a:pt x="672" y="173"/>
                    <a:pt x="628" y="209"/>
                    <a:pt x="584" y="229"/>
                  </a:cubicBezTo>
                  <a:cubicBezTo>
                    <a:pt x="556" y="241"/>
                    <a:pt x="527" y="247"/>
                    <a:pt x="497" y="247"/>
                  </a:cubicBezTo>
                  <a:cubicBezTo>
                    <a:pt x="476" y="247"/>
                    <a:pt x="454" y="244"/>
                    <a:pt x="432" y="237"/>
                  </a:cubicBezTo>
                  <a:cubicBezTo>
                    <a:pt x="384" y="229"/>
                    <a:pt x="332" y="209"/>
                    <a:pt x="284" y="197"/>
                  </a:cubicBezTo>
                  <a:cubicBezTo>
                    <a:pt x="248" y="182"/>
                    <a:pt x="209" y="175"/>
                    <a:pt x="170" y="175"/>
                  </a:cubicBezTo>
                  <a:cubicBezTo>
                    <a:pt x="148" y="175"/>
                    <a:pt x="126" y="177"/>
                    <a:pt x="104" y="181"/>
                  </a:cubicBezTo>
                  <a:cubicBezTo>
                    <a:pt x="72" y="193"/>
                    <a:pt x="44" y="217"/>
                    <a:pt x="24" y="245"/>
                  </a:cubicBezTo>
                  <a:cubicBezTo>
                    <a:pt x="4" y="277"/>
                    <a:pt x="0" y="317"/>
                    <a:pt x="12" y="349"/>
                  </a:cubicBezTo>
                  <a:lnTo>
                    <a:pt x="12" y="353"/>
                  </a:lnTo>
                  <a:cubicBezTo>
                    <a:pt x="16" y="361"/>
                    <a:pt x="20" y="369"/>
                    <a:pt x="28" y="369"/>
                  </a:cubicBezTo>
                  <a:cubicBezTo>
                    <a:pt x="47" y="376"/>
                    <a:pt x="65" y="379"/>
                    <a:pt x="83" y="379"/>
                  </a:cubicBezTo>
                  <a:cubicBezTo>
                    <a:pt x="119" y="379"/>
                    <a:pt x="155" y="366"/>
                    <a:pt x="184" y="341"/>
                  </a:cubicBezTo>
                  <a:cubicBezTo>
                    <a:pt x="192" y="333"/>
                    <a:pt x="204" y="325"/>
                    <a:pt x="208" y="313"/>
                  </a:cubicBezTo>
                  <a:lnTo>
                    <a:pt x="232" y="289"/>
                  </a:lnTo>
                  <a:cubicBezTo>
                    <a:pt x="242" y="276"/>
                    <a:pt x="255" y="263"/>
                    <a:pt x="270" y="263"/>
                  </a:cubicBezTo>
                  <a:cubicBezTo>
                    <a:pt x="273" y="263"/>
                    <a:pt x="277" y="264"/>
                    <a:pt x="280" y="265"/>
                  </a:cubicBezTo>
                  <a:lnTo>
                    <a:pt x="284" y="265"/>
                  </a:lnTo>
                  <a:cubicBezTo>
                    <a:pt x="286" y="265"/>
                    <a:pt x="287" y="265"/>
                    <a:pt x="287" y="264"/>
                  </a:cubicBezTo>
                  <a:lnTo>
                    <a:pt x="287" y="264"/>
                  </a:lnTo>
                  <a:cubicBezTo>
                    <a:pt x="335" y="275"/>
                    <a:pt x="380" y="281"/>
                    <a:pt x="428" y="281"/>
                  </a:cubicBezTo>
                  <a:cubicBezTo>
                    <a:pt x="435" y="282"/>
                    <a:pt x="443" y="282"/>
                    <a:pt x="450" y="282"/>
                  </a:cubicBezTo>
                  <a:cubicBezTo>
                    <a:pt x="498" y="282"/>
                    <a:pt x="546" y="270"/>
                    <a:pt x="588" y="249"/>
                  </a:cubicBezTo>
                  <a:cubicBezTo>
                    <a:pt x="640" y="225"/>
                    <a:pt x="684" y="197"/>
                    <a:pt x="728" y="165"/>
                  </a:cubicBezTo>
                  <a:cubicBezTo>
                    <a:pt x="772" y="137"/>
                    <a:pt x="816" y="113"/>
                    <a:pt x="860" y="89"/>
                  </a:cubicBezTo>
                  <a:cubicBezTo>
                    <a:pt x="904" y="69"/>
                    <a:pt x="952" y="57"/>
                    <a:pt x="1004" y="53"/>
                  </a:cubicBezTo>
                  <a:cubicBezTo>
                    <a:pt x="1021" y="51"/>
                    <a:pt x="1039" y="49"/>
                    <a:pt x="1057" y="49"/>
                  </a:cubicBezTo>
                  <a:cubicBezTo>
                    <a:pt x="1089" y="49"/>
                    <a:pt x="1123" y="54"/>
                    <a:pt x="1156" y="61"/>
                  </a:cubicBezTo>
                  <a:cubicBezTo>
                    <a:pt x="1156" y="57"/>
                    <a:pt x="1160" y="57"/>
                    <a:pt x="1160" y="57"/>
                  </a:cubicBezTo>
                  <a:cubicBezTo>
                    <a:pt x="1160" y="53"/>
                    <a:pt x="1160" y="53"/>
                    <a:pt x="1160" y="49"/>
                  </a:cubicBezTo>
                  <a:cubicBezTo>
                    <a:pt x="1112" y="21"/>
                    <a:pt x="1056" y="5"/>
                    <a:pt x="1000" y="1"/>
                  </a:cubicBezTo>
                  <a:cubicBezTo>
                    <a:pt x="993" y="1"/>
                    <a:pt x="986" y="1"/>
                    <a:pt x="97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65"/>
            <p:cNvSpPr/>
            <p:nvPr/>
          </p:nvSpPr>
          <p:spPr>
            <a:xfrm flipH="1">
              <a:off x="5172118" y="1271060"/>
              <a:ext cx="130316" cy="120499"/>
            </a:xfrm>
            <a:custGeom>
              <a:avLst/>
              <a:gdLst/>
              <a:ahLst/>
              <a:cxnLst/>
              <a:rect l="l" t="t" r="r" b="b"/>
              <a:pathLst>
                <a:path w="969" h="896" extrusionOk="0">
                  <a:moveTo>
                    <a:pt x="112" y="58"/>
                  </a:moveTo>
                  <a:cubicBezTo>
                    <a:pt x="123" y="58"/>
                    <a:pt x="133" y="62"/>
                    <a:pt x="140" y="71"/>
                  </a:cubicBezTo>
                  <a:cubicBezTo>
                    <a:pt x="156" y="91"/>
                    <a:pt x="168" y="115"/>
                    <a:pt x="172" y="139"/>
                  </a:cubicBezTo>
                  <a:cubicBezTo>
                    <a:pt x="180" y="167"/>
                    <a:pt x="184" y="199"/>
                    <a:pt x="192" y="227"/>
                  </a:cubicBezTo>
                  <a:cubicBezTo>
                    <a:pt x="192" y="235"/>
                    <a:pt x="193" y="243"/>
                    <a:pt x="194" y="251"/>
                  </a:cubicBezTo>
                  <a:lnTo>
                    <a:pt x="194" y="251"/>
                  </a:lnTo>
                  <a:cubicBezTo>
                    <a:pt x="189" y="247"/>
                    <a:pt x="184" y="243"/>
                    <a:pt x="180" y="239"/>
                  </a:cubicBezTo>
                  <a:cubicBezTo>
                    <a:pt x="172" y="231"/>
                    <a:pt x="164" y="223"/>
                    <a:pt x="152" y="211"/>
                  </a:cubicBezTo>
                  <a:cubicBezTo>
                    <a:pt x="132" y="195"/>
                    <a:pt x="112" y="175"/>
                    <a:pt x="96" y="155"/>
                  </a:cubicBezTo>
                  <a:cubicBezTo>
                    <a:pt x="84" y="139"/>
                    <a:pt x="72" y="119"/>
                    <a:pt x="68" y="99"/>
                  </a:cubicBezTo>
                  <a:cubicBezTo>
                    <a:pt x="65" y="85"/>
                    <a:pt x="71" y="73"/>
                    <a:pt x="88" y="62"/>
                  </a:cubicBezTo>
                  <a:lnTo>
                    <a:pt x="88" y="62"/>
                  </a:lnTo>
                  <a:cubicBezTo>
                    <a:pt x="96" y="60"/>
                    <a:pt x="104" y="58"/>
                    <a:pt x="112" y="58"/>
                  </a:cubicBezTo>
                  <a:close/>
                  <a:moveTo>
                    <a:pt x="98" y="0"/>
                  </a:moveTo>
                  <a:cubicBezTo>
                    <a:pt x="88" y="0"/>
                    <a:pt x="78" y="1"/>
                    <a:pt x="68" y="3"/>
                  </a:cubicBezTo>
                  <a:lnTo>
                    <a:pt x="64" y="3"/>
                  </a:lnTo>
                  <a:cubicBezTo>
                    <a:pt x="44" y="11"/>
                    <a:pt x="32" y="23"/>
                    <a:pt x="20" y="39"/>
                  </a:cubicBezTo>
                  <a:cubicBezTo>
                    <a:pt x="8" y="55"/>
                    <a:pt x="0" y="79"/>
                    <a:pt x="4" y="99"/>
                  </a:cubicBezTo>
                  <a:cubicBezTo>
                    <a:pt x="8" y="135"/>
                    <a:pt x="20" y="167"/>
                    <a:pt x="44" y="191"/>
                  </a:cubicBezTo>
                  <a:cubicBezTo>
                    <a:pt x="60" y="219"/>
                    <a:pt x="80" y="239"/>
                    <a:pt x="100" y="259"/>
                  </a:cubicBezTo>
                  <a:cubicBezTo>
                    <a:pt x="112" y="271"/>
                    <a:pt x="124" y="283"/>
                    <a:pt x="132" y="291"/>
                  </a:cubicBezTo>
                  <a:cubicBezTo>
                    <a:pt x="148" y="299"/>
                    <a:pt x="160" y="311"/>
                    <a:pt x="172" y="319"/>
                  </a:cubicBezTo>
                  <a:cubicBezTo>
                    <a:pt x="228" y="347"/>
                    <a:pt x="276" y="367"/>
                    <a:pt x="328" y="391"/>
                  </a:cubicBezTo>
                  <a:cubicBezTo>
                    <a:pt x="380" y="411"/>
                    <a:pt x="436" y="431"/>
                    <a:pt x="484" y="451"/>
                  </a:cubicBezTo>
                  <a:cubicBezTo>
                    <a:pt x="540" y="467"/>
                    <a:pt x="584" y="499"/>
                    <a:pt x="616" y="543"/>
                  </a:cubicBezTo>
                  <a:cubicBezTo>
                    <a:pt x="648" y="583"/>
                    <a:pt x="660" y="643"/>
                    <a:pt x="688" y="691"/>
                  </a:cubicBezTo>
                  <a:cubicBezTo>
                    <a:pt x="751" y="790"/>
                    <a:pt x="849" y="861"/>
                    <a:pt x="962" y="890"/>
                  </a:cubicBezTo>
                  <a:lnTo>
                    <a:pt x="962" y="890"/>
                  </a:lnTo>
                  <a:cubicBezTo>
                    <a:pt x="919" y="858"/>
                    <a:pt x="876" y="823"/>
                    <a:pt x="836" y="787"/>
                  </a:cubicBezTo>
                  <a:cubicBezTo>
                    <a:pt x="800" y="747"/>
                    <a:pt x="768" y="707"/>
                    <a:pt x="736" y="663"/>
                  </a:cubicBezTo>
                  <a:cubicBezTo>
                    <a:pt x="708" y="619"/>
                    <a:pt x="672" y="571"/>
                    <a:pt x="636" y="527"/>
                  </a:cubicBezTo>
                  <a:cubicBezTo>
                    <a:pt x="596" y="487"/>
                    <a:pt x="548" y="455"/>
                    <a:pt x="496" y="427"/>
                  </a:cubicBezTo>
                  <a:cubicBezTo>
                    <a:pt x="448" y="399"/>
                    <a:pt x="400" y="367"/>
                    <a:pt x="352" y="339"/>
                  </a:cubicBezTo>
                  <a:cubicBezTo>
                    <a:pt x="307" y="313"/>
                    <a:pt x="258" y="290"/>
                    <a:pt x="216" y="264"/>
                  </a:cubicBezTo>
                  <a:lnTo>
                    <a:pt x="216" y="264"/>
                  </a:lnTo>
                  <a:cubicBezTo>
                    <a:pt x="214" y="251"/>
                    <a:pt x="215" y="238"/>
                    <a:pt x="216" y="223"/>
                  </a:cubicBezTo>
                  <a:cubicBezTo>
                    <a:pt x="212" y="195"/>
                    <a:pt x="212" y="163"/>
                    <a:pt x="212" y="131"/>
                  </a:cubicBezTo>
                  <a:cubicBezTo>
                    <a:pt x="208" y="99"/>
                    <a:pt x="196" y="63"/>
                    <a:pt x="180" y="35"/>
                  </a:cubicBezTo>
                  <a:cubicBezTo>
                    <a:pt x="164" y="19"/>
                    <a:pt x="144" y="7"/>
                    <a:pt x="124" y="3"/>
                  </a:cubicBezTo>
                  <a:cubicBezTo>
                    <a:pt x="116" y="1"/>
                    <a:pt x="107" y="0"/>
                    <a:pt x="98" y="0"/>
                  </a:cubicBezTo>
                  <a:close/>
                  <a:moveTo>
                    <a:pt x="962" y="890"/>
                  </a:moveTo>
                  <a:lnTo>
                    <a:pt x="962" y="890"/>
                  </a:lnTo>
                  <a:cubicBezTo>
                    <a:pt x="963" y="890"/>
                    <a:pt x="964" y="891"/>
                    <a:pt x="964" y="891"/>
                  </a:cubicBezTo>
                  <a:cubicBezTo>
                    <a:pt x="964" y="891"/>
                    <a:pt x="964" y="895"/>
                    <a:pt x="964" y="895"/>
                  </a:cubicBezTo>
                  <a:cubicBezTo>
                    <a:pt x="964" y="895"/>
                    <a:pt x="964" y="891"/>
                    <a:pt x="968" y="891"/>
                  </a:cubicBezTo>
                  <a:cubicBezTo>
                    <a:pt x="966" y="891"/>
                    <a:pt x="964" y="890"/>
                    <a:pt x="962" y="89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65"/>
            <p:cNvSpPr/>
            <p:nvPr/>
          </p:nvSpPr>
          <p:spPr>
            <a:xfrm flipH="1">
              <a:off x="5146297" y="1237439"/>
              <a:ext cx="51239" cy="167568"/>
            </a:xfrm>
            <a:custGeom>
              <a:avLst/>
              <a:gdLst/>
              <a:ahLst/>
              <a:cxnLst/>
              <a:rect l="l" t="t" r="r" b="b"/>
              <a:pathLst>
                <a:path w="381" h="1246" extrusionOk="0">
                  <a:moveTo>
                    <a:pt x="92" y="61"/>
                  </a:moveTo>
                  <a:lnTo>
                    <a:pt x="84" y="65"/>
                  </a:lnTo>
                  <a:cubicBezTo>
                    <a:pt x="100" y="65"/>
                    <a:pt x="112" y="77"/>
                    <a:pt x="116" y="93"/>
                  </a:cubicBezTo>
                  <a:cubicBezTo>
                    <a:pt x="124" y="113"/>
                    <a:pt x="124" y="133"/>
                    <a:pt x="116" y="153"/>
                  </a:cubicBezTo>
                  <a:cubicBezTo>
                    <a:pt x="107" y="185"/>
                    <a:pt x="95" y="217"/>
                    <a:pt x="82" y="248"/>
                  </a:cubicBezTo>
                  <a:lnTo>
                    <a:pt x="82" y="248"/>
                  </a:lnTo>
                  <a:cubicBezTo>
                    <a:pt x="75" y="218"/>
                    <a:pt x="66" y="188"/>
                    <a:pt x="56" y="157"/>
                  </a:cubicBezTo>
                  <a:cubicBezTo>
                    <a:pt x="52" y="137"/>
                    <a:pt x="52" y="113"/>
                    <a:pt x="56" y="93"/>
                  </a:cubicBezTo>
                  <a:cubicBezTo>
                    <a:pt x="64" y="77"/>
                    <a:pt x="76" y="65"/>
                    <a:pt x="92" y="61"/>
                  </a:cubicBezTo>
                  <a:close/>
                  <a:moveTo>
                    <a:pt x="85" y="1"/>
                  </a:moveTo>
                  <a:cubicBezTo>
                    <a:pt x="82" y="1"/>
                    <a:pt x="79" y="1"/>
                    <a:pt x="76" y="1"/>
                  </a:cubicBezTo>
                  <a:cubicBezTo>
                    <a:pt x="72" y="1"/>
                    <a:pt x="68" y="5"/>
                    <a:pt x="68" y="5"/>
                  </a:cubicBezTo>
                  <a:cubicBezTo>
                    <a:pt x="36" y="21"/>
                    <a:pt x="16" y="49"/>
                    <a:pt x="8" y="81"/>
                  </a:cubicBezTo>
                  <a:cubicBezTo>
                    <a:pt x="0" y="109"/>
                    <a:pt x="4" y="141"/>
                    <a:pt x="16" y="169"/>
                  </a:cubicBezTo>
                  <a:cubicBezTo>
                    <a:pt x="32" y="207"/>
                    <a:pt x="52" y="239"/>
                    <a:pt x="70" y="274"/>
                  </a:cubicBezTo>
                  <a:lnTo>
                    <a:pt x="70" y="274"/>
                  </a:lnTo>
                  <a:cubicBezTo>
                    <a:pt x="64" y="286"/>
                    <a:pt x="59" y="298"/>
                    <a:pt x="52" y="309"/>
                  </a:cubicBezTo>
                  <a:cubicBezTo>
                    <a:pt x="24" y="361"/>
                    <a:pt x="8" y="421"/>
                    <a:pt x="4" y="481"/>
                  </a:cubicBezTo>
                  <a:cubicBezTo>
                    <a:pt x="4" y="513"/>
                    <a:pt x="4" y="545"/>
                    <a:pt x="12" y="573"/>
                  </a:cubicBezTo>
                  <a:cubicBezTo>
                    <a:pt x="20" y="601"/>
                    <a:pt x="32" y="629"/>
                    <a:pt x="40" y="657"/>
                  </a:cubicBezTo>
                  <a:cubicBezTo>
                    <a:pt x="60" y="713"/>
                    <a:pt x="84" y="769"/>
                    <a:pt x="112" y="821"/>
                  </a:cubicBezTo>
                  <a:cubicBezTo>
                    <a:pt x="144" y="873"/>
                    <a:pt x="180" y="921"/>
                    <a:pt x="220" y="961"/>
                  </a:cubicBezTo>
                  <a:cubicBezTo>
                    <a:pt x="264" y="997"/>
                    <a:pt x="296" y="1041"/>
                    <a:pt x="324" y="1085"/>
                  </a:cubicBezTo>
                  <a:cubicBezTo>
                    <a:pt x="352" y="1133"/>
                    <a:pt x="352" y="1193"/>
                    <a:pt x="332" y="1241"/>
                  </a:cubicBezTo>
                  <a:cubicBezTo>
                    <a:pt x="328" y="1241"/>
                    <a:pt x="328" y="1245"/>
                    <a:pt x="328" y="1245"/>
                  </a:cubicBezTo>
                  <a:lnTo>
                    <a:pt x="332" y="1245"/>
                  </a:lnTo>
                  <a:cubicBezTo>
                    <a:pt x="356" y="1225"/>
                    <a:pt x="372" y="1197"/>
                    <a:pt x="376" y="1165"/>
                  </a:cubicBezTo>
                  <a:cubicBezTo>
                    <a:pt x="380" y="1133"/>
                    <a:pt x="380" y="1101"/>
                    <a:pt x="368" y="1069"/>
                  </a:cubicBezTo>
                  <a:cubicBezTo>
                    <a:pt x="356" y="1037"/>
                    <a:pt x="344" y="1009"/>
                    <a:pt x="324" y="985"/>
                  </a:cubicBezTo>
                  <a:cubicBezTo>
                    <a:pt x="304" y="961"/>
                    <a:pt x="284" y="941"/>
                    <a:pt x="264" y="917"/>
                  </a:cubicBezTo>
                  <a:cubicBezTo>
                    <a:pt x="220" y="881"/>
                    <a:pt x="180" y="841"/>
                    <a:pt x="144" y="797"/>
                  </a:cubicBezTo>
                  <a:cubicBezTo>
                    <a:pt x="104" y="757"/>
                    <a:pt x="76" y="705"/>
                    <a:pt x="60" y="653"/>
                  </a:cubicBezTo>
                  <a:cubicBezTo>
                    <a:pt x="48" y="625"/>
                    <a:pt x="44" y="597"/>
                    <a:pt x="40" y="569"/>
                  </a:cubicBezTo>
                  <a:cubicBezTo>
                    <a:pt x="36" y="541"/>
                    <a:pt x="40" y="513"/>
                    <a:pt x="44" y="485"/>
                  </a:cubicBezTo>
                  <a:cubicBezTo>
                    <a:pt x="60" y="433"/>
                    <a:pt x="84" y="385"/>
                    <a:pt x="112" y="337"/>
                  </a:cubicBezTo>
                  <a:cubicBezTo>
                    <a:pt x="144" y="285"/>
                    <a:pt x="168" y="229"/>
                    <a:pt x="188" y="173"/>
                  </a:cubicBezTo>
                  <a:cubicBezTo>
                    <a:pt x="196" y="137"/>
                    <a:pt x="196" y="97"/>
                    <a:pt x="180" y="65"/>
                  </a:cubicBezTo>
                  <a:cubicBezTo>
                    <a:pt x="165" y="28"/>
                    <a:pt x="126" y="1"/>
                    <a:pt x="8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65"/>
            <p:cNvSpPr/>
            <p:nvPr/>
          </p:nvSpPr>
          <p:spPr>
            <a:xfrm flipH="1">
              <a:off x="7491850" y="2809434"/>
              <a:ext cx="410045" cy="325454"/>
            </a:xfrm>
            <a:custGeom>
              <a:avLst/>
              <a:gdLst/>
              <a:ahLst/>
              <a:cxnLst/>
              <a:rect l="l" t="t" r="r" b="b"/>
              <a:pathLst>
                <a:path w="3049" h="2420" extrusionOk="0">
                  <a:moveTo>
                    <a:pt x="1572" y="1"/>
                  </a:moveTo>
                  <a:cubicBezTo>
                    <a:pt x="1440" y="5"/>
                    <a:pt x="1312" y="45"/>
                    <a:pt x="1204" y="117"/>
                  </a:cubicBezTo>
                  <a:cubicBezTo>
                    <a:pt x="1116" y="181"/>
                    <a:pt x="1036" y="253"/>
                    <a:pt x="972" y="337"/>
                  </a:cubicBezTo>
                  <a:cubicBezTo>
                    <a:pt x="920" y="401"/>
                    <a:pt x="876" y="469"/>
                    <a:pt x="836" y="537"/>
                  </a:cubicBezTo>
                  <a:cubicBezTo>
                    <a:pt x="808" y="581"/>
                    <a:pt x="788" y="617"/>
                    <a:pt x="772" y="649"/>
                  </a:cubicBezTo>
                  <a:cubicBezTo>
                    <a:pt x="768" y="648"/>
                    <a:pt x="763" y="648"/>
                    <a:pt x="759" y="648"/>
                  </a:cubicBezTo>
                  <a:cubicBezTo>
                    <a:pt x="720" y="648"/>
                    <a:pt x="685" y="663"/>
                    <a:pt x="652" y="685"/>
                  </a:cubicBezTo>
                  <a:cubicBezTo>
                    <a:pt x="616" y="709"/>
                    <a:pt x="584" y="741"/>
                    <a:pt x="560" y="777"/>
                  </a:cubicBezTo>
                  <a:cubicBezTo>
                    <a:pt x="540" y="801"/>
                    <a:pt x="524" y="825"/>
                    <a:pt x="508" y="853"/>
                  </a:cubicBezTo>
                  <a:cubicBezTo>
                    <a:pt x="480" y="897"/>
                    <a:pt x="456" y="941"/>
                    <a:pt x="440" y="989"/>
                  </a:cubicBezTo>
                  <a:cubicBezTo>
                    <a:pt x="424" y="1025"/>
                    <a:pt x="408" y="1061"/>
                    <a:pt x="396" y="1101"/>
                  </a:cubicBezTo>
                  <a:cubicBezTo>
                    <a:pt x="392" y="1121"/>
                    <a:pt x="384" y="1141"/>
                    <a:pt x="380" y="1157"/>
                  </a:cubicBezTo>
                  <a:cubicBezTo>
                    <a:pt x="376" y="1173"/>
                    <a:pt x="368" y="1189"/>
                    <a:pt x="360" y="1205"/>
                  </a:cubicBezTo>
                  <a:cubicBezTo>
                    <a:pt x="344" y="1237"/>
                    <a:pt x="324" y="1269"/>
                    <a:pt x="300" y="1293"/>
                  </a:cubicBezTo>
                  <a:cubicBezTo>
                    <a:pt x="276" y="1321"/>
                    <a:pt x="244" y="1341"/>
                    <a:pt x="216" y="1361"/>
                  </a:cubicBezTo>
                  <a:cubicBezTo>
                    <a:pt x="152" y="1401"/>
                    <a:pt x="80" y="1433"/>
                    <a:pt x="8" y="1449"/>
                  </a:cubicBezTo>
                  <a:lnTo>
                    <a:pt x="0" y="1449"/>
                  </a:lnTo>
                  <a:lnTo>
                    <a:pt x="0" y="1457"/>
                  </a:lnTo>
                  <a:cubicBezTo>
                    <a:pt x="4" y="1489"/>
                    <a:pt x="16" y="1521"/>
                    <a:pt x="36" y="1549"/>
                  </a:cubicBezTo>
                  <a:cubicBezTo>
                    <a:pt x="56" y="1581"/>
                    <a:pt x="92" y="1597"/>
                    <a:pt x="128" y="1597"/>
                  </a:cubicBezTo>
                  <a:cubicBezTo>
                    <a:pt x="132" y="1599"/>
                    <a:pt x="136" y="1600"/>
                    <a:pt x="141" y="1600"/>
                  </a:cubicBezTo>
                  <a:cubicBezTo>
                    <a:pt x="145" y="1600"/>
                    <a:pt x="150" y="1599"/>
                    <a:pt x="156" y="1597"/>
                  </a:cubicBezTo>
                  <a:lnTo>
                    <a:pt x="176" y="1597"/>
                  </a:lnTo>
                  <a:cubicBezTo>
                    <a:pt x="188" y="1597"/>
                    <a:pt x="200" y="1601"/>
                    <a:pt x="212" y="1605"/>
                  </a:cubicBezTo>
                  <a:cubicBezTo>
                    <a:pt x="236" y="1621"/>
                    <a:pt x="260" y="1637"/>
                    <a:pt x="280" y="1657"/>
                  </a:cubicBezTo>
                  <a:cubicBezTo>
                    <a:pt x="324" y="1697"/>
                    <a:pt x="368" y="1745"/>
                    <a:pt x="416" y="1789"/>
                  </a:cubicBezTo>
                  <a:cubicBezTo>
                    <a:pt x="440" y="1809"/>
                    <a:pt x="464" y="1833"/>
                    <a:pt x="492" y="1853"/>
                  </a:cubicBezTo>
                  <a:cubicBezTo>
                    <a:pt x="504" y="1861"/>
                    <a:pt x="520" y="1873"/>
                    <a:pt x="536" y="1881"/>
                  </a:cubicBezTo>
                  <a:lnTo>
                    <a:pt x="556" y="1893"/>
                  </a:lnTo>
                  <a:lnTo>
                    <a:pt x="576" y="1901"/>
                  </a:lnTo>
                  <a:cubicBezTo>
                    <a:pt x="684" y="1953"/>
                    <a:pt x="784" y="2025"/>
                    <a:pt x="868" y="2109"/>
                  </a:cubicBezTo>
                  <a:cubicBezTo>
                    <a:pt x="880" y="2117"/>
                    <a:pt x="888" y="2129"/>
                    <a:pt x="896" y="2141"/>
                  </a:cubicBezTo>
                  <a:cubicBezTo>
                    <a:pt x="904" y="2149"/>
                    <a:pt x="912" y="2161"/>
                    <a:pt x="916" y="2173"/>
                  </a:cubicBezTo>
                  <a:lnTo>
                    <a:pt x="916" y="2177"/>
                  </a:lnTo>
                  <a:lnTo>
                    <a:pt x="920" y="2185"/>
                  </a:lnTo>
                  <a:lnTo>
                    <a:pt x="932" y="2197"/>
                  </a:lnTo>
                  <a:cubicBezTo>
                    <a:pt x="940" y="2209"/>
                    <a:pt x="948" y="2217"/>
                    <a:pt x="960" y="2225"/>
                  </a:cubicBezTo>
                  <a:cubicBezTo>
                    <a:pt x="976" y="2241"/>
                    <a:pt x="1000" y="2253"/>
                    <a:pt x="1028" y="2257"/>
                  </a:cubicBezTo>
                  <a:cubicBezTo>
                    <a:pt x="1042" y="2260"/>
                    <a:pt x="1055" y="2261"/>
                    <a:pt x="1069" y="2261"/>
                  </a:cubicBezTo>
                  <a:cubicBezTo>
                    <a:pt x="1097" y="2261"/>
                    <a:pt x="1126" y="2256"/>
                    <a:pt x="1152" y="2245"/>
                  </a:cubicBezTo>
                  <a:cubicBezTo>
                    <a:pt x="1184" y="2233"/>
                    <a:pt x="1220" y="2217"/>
                    <a:pt x="1252" y="2197"/>
                  </a:cubicBezTo>
                  <a:lnTo>
                    <a:pt x="1292" y="2173"/>
                  </a:lnTo>
                  <a:cubicBezTo>
                    <a:pt x="1296" y="2177"/>
                    <a:pt x="1300" y="2181"/>
                    <a:pt x="1304" y="2185"/>
                  </a:cubicBezTo>
                  <a:cubicBezTo>
                    <a:pt x="1368" y="2237"/>
                    <a:pt x="1440" y="2281"/>
                    <a:pt x="1512" y="2325"/>
                  </a:cubicBezTo>
                  <a:cubicBezTo>
                    <a:pt x="1596" y="2373"/>
                    <a:pt x="1692" y="2405"/>
                    <a:pt x="1792" y="2417"/>
                  </a:cubicBezTo>
                  <a:cubicBezTo>
                    <a:pt x="1817" y="2419"/>
                    <a:pt x="1842" y="2420"/>
                    <a:pt x="1866" y="2420"/>
                  </a:cubicBezTo>
                  <a:cubicBezTo>
                    <a:pt x="1945" y="2420"/>
                    <a:pt x="2024" y="2409"/>
                    <a:pt x="2100" y="2385"/>
                  </a:cubicBezTo>
                  <a:cubicBezTo>
                    <a:pt x="2200" y="2353"/>
                    <a:pt x="2296" y="2297"/>
                    <a:pt x="2376" y="2229"/>
                  </a:cubicBezTo>
                  <a:cubicBezTo>
                    <a:pt x="2456" y="2161"/>
                    <a:pt x="2528" y="2077"/>
                    <a:pt x="2580" y="1985"/>
                  </a:cubicBezTo>
                  <a:cubicBezTo>
                    <a:pt x="2628" y="1897"/>
                    <a:pt x="2672" y="1805"/>
                    <a:pt x="2712" y="1717"/>
                  </a:cubicBezTo>
                  <a:cubicBezTo>
                    <a:pt x="2740" y="1641"/>
                    <a:pt x="2768" y="1569"/>
                    <a:pt x="2788" y="1493"/>
                  </a:cubicBezTo>
                  <a:lnTo>
                    <a:pt x="2792" y="1485"/>
                  </a:lnTo>
                  <a:cubicBezTo>
                    <a:pt x="2796" y="1485"/>
                    <a:pt x="2796" y="1481"/>
                    <a:pt x="2800" y="1481"/>
                  </a:cubicBezTo>
                  <a:cubicBezTo>
                    <a:pt x="2808" y="1477"/>
                    <a:pt x="2812" y="1473"/>
                    <a:pt x="2820" y="1469"/>
                  </a:cubicBezTo>
                  <a:cubicBezTo>
                    <a:pt x="2840" y="1461"/>
                    <a:pt x="2860" y="1457"/>
                    <a:pt x="2880" y="1445"/>
                  </a:cubicBezTo>
                  <a:cubicBezTo>
                    <a:pt x="2908" y="1433"/>
                    <a:pt x="2932" y="1417"/>
                    <a:pt x="2952" y="1397"/>
                  </a:cubicBezTo>
                  <a:cubicBezTo>
                    <a:pt x="2992" y="1357"/>
                    <a:pt x="3020" y="1301"/>
                    <a:pt x="3036" y="1241"/>
                  </a:cubicBezTo>
                  <a:cubicBezTo>
                    <a:pt x="3044" y="1185"/>
                    <a:pt x="3048" y="1129"/>
                    <a:pt x="3044" y="1073"/>
                  </a:cubicBezTo>
                  <a:cubicBezTo>
                    <a:pt x="3040" y="1017"/>
                    <a:pt x="3040" y="973"/>
                    <a:pt x="3040" y="917"/>
                  </a:cubicBezTo>
                  <a:lnTo>
                    <a:pt x="3040" y="749"/>
                  </a:lnTo>
                  <a:cubicBezTo>
                    <a:pt x="3040" y="693"/>
                    <a:pt x="3032" y="637"/>
                    <a:pt x="3020" y="581"/>
                  </a:cubicBezTo>
                  <a:cubicBezTo>
                    <a:pt x="3004" y="529"/>
                    <a:pt x="2976" y="481"/>
                    <a:pt x="2940" y="437"/>
                  </a:cubicBezTo>
                  <a:cubicBezTo>
                    <a:pt x="2908" y="405"/>
                    <a:pt x="2872" y="373"/>
                    <a:pt x="2832" y="353"/>
                  </a:cubicBezTo>
                  <a:cubicBezTo>
                    <a:pt x="2792" y="329"/>
                    <a:pt x="2760" y="313"/>
                    <a:pt x="2732" y="297"/>
                  </a:cubicBezTo>
                  <a:lnTo>
                    <a:pt x="2656" y="257"/>
                  </a:lnTo>
                  <a:cubicBezTo>
                    <a:pt x="2644" y="253"/>
                    <a:pt x="2632" y="249"/>
                    <a:pt x="2624" y="241"/>
                  </a:cubicBezTo>
                  <a:cubicBezTo>
                    <a:pt x="2616" y="217"/>
                    <a:pt x="2608" y="197"/>
                    <a:pt x="2592" y="177"/>
                  </a:cubicBezTo>
                  <a:cubicBezTo>
                    <a:pt x="2568" y="141"/>
                    <a:pt x="2532" y="117"/>
                    <a:pt x="2488" y="109"/>
                  </a:cubicBezTo>
                  <a:cubicBezTo>
                    <a:pt x="2444" y="109"/>
                    <a:pt x="2404" y="121"/>
                    <a:pt x="2372" y="145"/>
                  </a:cubicBezTo>
                  <a:cubicBezTo>
                    <a:pt x="2344" y="165"/>
                    <a:pt x="2312" y="181"/>
                    <a:pt x="2280" y="189"/>
                  </a:cubicBezTo>
                  <a:cubicBezTo>
                    <a:pt x="2274" y="190"/>
                    <a:pt x="2268" y="190"/>
                    <a:pt x="2262" y="190"/>
                  </a:cubicBezTo>
                  <a:cubicBezTo>
                    <a:pt x="2233" y="190"/>
                    <a:pt x="2207" y="183"/>
                    <a:pt x="2180" y="173"/>
                  </a:cubicBezTo>
                  <a:cubicBezTo>
                    <a:pt x="2112" y="149"/>
                    <a:pt x="2048" y="121"/>
                    <a:pt x="1980" y="93"/>
                  </a:cubicBezTo>
                  <a:cubicBezTo>
                    <a:pt x="1848" y="37"/>
                    <a:pt x="1712" y="5"/>
                    <a:pt x="15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65"/>
            <p:cNvSpPr/>
            <p:nvPr/>
          </p:nvSpPr>
          <p:spPr>
            <a:xfrm flipH="1">
              <a:off x="7728544" y="2902498"/>
              <a:ext cx="173889" cy="211007"/>
            </a:xfrm>
            <a:custGeom>
              <a:avLst/>
              <a:gdLst/>
              <a:ahLst/>
              <a:cxnLst/>
              <a:rect l="l" t="t" r="r" b="b"/>
              <a:pathLst>
                <a:path w="1293" h="1569" extrusionOk="0">
                  <a:moveTo>
                    <a:pt x="736" y="1"/>
                  </a:moveTo>
                  <a:cubicBezTo>
                    <a:pt x="712" y="5"/>
                    <a:pt x="688" y="17"/>
                    <a:pt x="668" y="33"/>
                  </a:cubicBezTo>
                  <a:lnTo>
                    <a:pt x="508" y="157"/>
                  </a:lnTo>
                  <a:cubicBezTo>
                    <a:pt x="484" y="201"/>
                    <a:pt x="460" y="249"/>
                    <a:pt x="440" y="297"/>
                  </a:cubicBezTo>
                  <a:cubicBezTo>
                    <a:pt x="424" y="333"/>
                    <a:pt x="408" y="369"/>
                    <a:pt x="396" y="409"/>
                  </a:cubicBezTo>
                  <a:cubicBezTo>
                    <a:pt x="392" y="429"/>
                    <a:pt x="388" y="445"/>
                    <a:pt x="380" y="465"/>
                  </a:cubicBezTo>
                  <a:cubicBezTo>
                    <a:pt x="376" y="481"/>
                    <a:pt x="368" y="497"/>
                    <a:pt x="364" y="513"/>
                  </a:cubicBezTo>
                  <a:cubicBezTo>
                    <a:pt x="348" y="545"/>
                    <a:pt x="328" y="577"/>
                    <a:pt x="304" y="601"/>
                  </a:cubicBezTo>
                  <a:cubicBezTo>
                    <a:pt x="276" y="625"/>
                    <a:pt x="248" y="649"/>
                    <a:pt x="216" y="669"/>
                  </a:cubicBezTo>
                  <a:cubicBezTo>
                    <a:pt x="152" y="709"/>
                    <a:pt x="80" y="741"/>
                    <a:pt x="8" y="757"/>
                  </a:cubicBezTo>
                  <a:lnTo>
                    <a:pt x="0" y="757"/>
                  </a:lnTo>
                  <a:lnTo>
                    <a:pt x="0" y="761"/>
                  </a:lnTo>
                  <a:cubicBezTo>
                    <a:pt x="8" y="797"/>
                    <a:pt x="16" y="829"/>
                    <a:pt x="36" y="857"/>
                  </a:cubicBezTo>
                  <a:cubicBezTo>
                    <a:pt x="56" y="885"/>
                    <a:pt x="92" y="905"/>
                    <a:pt x="132" y="905"/>
                  </a:cubicBezTo>
                  <a:lnTo>
                    <a:pt x="176" y="905"/>
                  </a:lnTo>
                  <a:cubicBezTo>
                    <a:pt x="188" y="905"/>
                    <a:pt x="200" y="909"/>
                    <a:pt x="212" y="913"/>
                  </a:cubicBezTo>
                  <a:cubicBezTo>
                    <a:pt x="236" y="925"/>
                    <a:pt x="260" y="945"/>
                    <a:pt x="280" y="965"/>
                  </a:cubicBezTo>
                  <a:cubicBezTo>
                    <a:pt x="328" y="1005"/>
                    <a:pt x="368" y="1049"/>
                    <a:pt x="416" y="1097"/>
                  </a:cubicBezTo>
                  <a:cubicBezTo>
                    <a:pt x="440" y="1117"/>
                    <a:pt x="464" y="1141"/>
                    <a:pt x="492" y="1157"/>
                  </a:cubicBezTo>
                  <a:cubicBezTo>
                    <a:pt x="508" y="1169"/>
                    <a:pt x="524" y="1181"/>
                    <a:pt x="536" y="1189"/>
                  </a:cubicBezTo>
                  <a:lnTo>
                    <a:pt x="556" y="1197"/>
                  </a:lnTo>
                  <a:lnTo>
                    <a:pt x="580" y="1209"/>
                  </a:lnTo>
                  <a:cubicBezTo>
                    <a:pt x="688" y="1261"/>
                    <a:pt x="784" y="1333"/>
                    <a:pt x="872" y="1417"/>
                  </a:cubicBezTo>
                  <a:cubicBezTo>
                    <a:pt x="880" y="1425"/>
                    <a:pt x="888" y="1437"/>
                    <a:pt x="896" y="1445"/>
                  </a:cubicBezTo>
                  <a:cubicBezTo>
                    <a:pt x="904" y="1457"/>
                    <a:pt x="912" y="1469"/>
                    <a:pt x="920" y="1481"/>
                  </a:cubicBezTo>
                  <a:lnTo>
                    <a:pt x="920" y="1485"/>
                  </a:lnTo>
                  <a:lnTo>
                    <a:pt x="924" y="1489"/>
                  </a:lnTo>
                  <a:lnTo>
                    <a:pt x="932" y="1505"/>
                  </a:lnTo>
                  <a:cubicBezTo>
                    <a:pt x="940" y="1517"/>
                    <a:pt x="948" y="1525"/>
                    <a:pt x="960" y="1533"/>
                  </a:cubicBezTo>
                  <a:cubicBezTo>
                    <a:pt x="980" y="1549"/>
                    <a:pt x="1004" y="1561"/>
                    <a:pt x="1028" y="1565"/>
                  </a:cubicBezTo>
                  <a:cubicBezTo>
                    <a:pt x="1042" y="1568"/>
                    <a:pt x="1055" y="1569"/>
                    <a:pt x="1069" y="1569"/>
                  </a:cubicBezTo>
                  <a:cubicBezTo>
                    <a:pt x="1097" y="1569"/>
                    <a:pt x="1126" y="1564"/>
                    <a:pt x="1152" y="1553"/>
                  </a:cubicBezTo>
                  <a:cubicBezTo>
                    <a:pt x="1188" y="1541"/>
                    <a:pt x="1220" y="1525"/>
                    <a:pt x="1252" y="1505"/>
                  </a:cubicBezTo>
                  <a:lnTo>
                    <a:pt x="1292" y="1481"/>
                  </a:lnTo>
                  <a:cubicBezTo>
                    <a:pt x="1148" y="1325"/>
                    <a:pt x="984" y="1189"/>
                    <a:pt x="804" y="1077"/>
                  </a:cubicBezTo>
                  <a:lnTo>
                    <a:pt x="1096" y="845"/>
                  </a:lnTo>
                  <a:cubicBezTo>
                    <a:pt x="1140" y="813"/>
                    <a:pt x="1180" y="773"/>
                    <a:pt x="1208" y="729"/>
                  </a:cubicBezTo>
                  <a:cubicBezTo>
                    <a:pt x="1236" y="677"/>
                    <a:pt x="1284" y="629"/>
                    <a:pt x="1248" y="589"/>
                  </a:cubicBezTo>
                  <a:cubicBezTo>
                    <a:pt x="1199" y="536"/>
                    <a:pt x="1103" y="519"/>
                    <a:pt x="1006" y="519"/>
                  </a:cubicBezTo>
                  <a:cubicBezTo>
                    <a:pt x="985" y="519"/>
                    <a:pt x="965" y="520"/>
                    <a:pt x="944" y="521"/>
                  </a:cubicBezTo>
                  <a:cubicBezTo>
                    <a:pt x="931" y="521"/>
                    <a:pt x="917" y="512"/>
                    <a:pt x="903" y="512"/>
                  </a:cubicBezTo>
                  <a:cubicBezTo>
                    <a:pt x="901" y="512"/>
                    <a:pt x="899" y="512"/>
                    <a:pt x="896" y="513"/>
                  </a:cubicBezTo>
                  <a:cubicBezTo>
                    <a:pt x="880" y="517"/>
                    <a:pt x="872" y="537"/>
                    <a:pt x="864" y="553"/>
                  </a:cubicBezTo>
                  <a:cubicBezTo>
                    <a:pt x="833" y="606"/>
                    <a:pt x="776" y="637"/>
                    <a:pt x="716" y="637"/>
                  </a:cubicBezTo>
                  <a:cubicBezTo>
                    <a:pt x="699" y="637"/>
                    <a:pt x="681" y="634"/>
                    <a:pt x="664" y="629"/>
                  </a:cubicBezTo>
                  <a:cubicBezTo>
                    <a:pt x="736" y="481"/>
                    <a:pt x="784" y="325"/>
                    <a:pt x="808" y="161"/>
                  </a:cubicBezTo>
                  <a:cubicBezTo>
                    <a:pt x="816" y="129"/>
                    <a:pt x="816" y="93"/>
                    <a:pt x="808" y="61"/>
                  </a:cubicBezTo>
                  <a:cubicBezTo>
                    <a:pt x="800" y="29"/>
                    <a:pt x="768" y="5"/>
                    <a:pt x="736" y="1"/>
                  </a:cubicBezTo>
                  <a:close/>
                </a:path>
              </a:pathLst>
            </a:custGeom>
            <a:solidFill>
              <a:srgbClr val="A29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65"/>
            <p:cNvSpPr/>
            <p:nvPr/>
          </p:nvSpPr>
          <p:spPr>
            <a:xfrm flipH="1">
              <a:off x="7573079" y="2839424"/>
              <a:ext cx="172813" cy="166492"/>
            </a:xfrm>
            <a:custGeom>
              <a:avLst/>
              <a:gdLst/>
              <a:ahLst/>
              <a:cxnLst/>
              <a:rect l="l" t="t" r="r" b="b"/>
              <a:pathLst>
                <a:path w="1285" h="1238" extrusionOk="0">
                  <a:moveTo>
                    <a:pt x="540" y="0"/>
                  </a:moveTo>
                  <a:cubicBezTo>
                    <a:pt x="379" y="0"/>
                    <a:pt x="219" y="46"/>
                    <a:pt x="80" y="138"/>
                  </a:cubicBezTo>
                  <a:lnTo>
                    <a:pt x="104" y="142"/>
                  </a:lnTo>
                  <a:lnTo>
                    <a:pt x="24" y="242"/>
                  </a:lnTo>
                  <a:cubicBezTo>
                    <a:pt x="38" y="241"/>
                    <a:pt x="52" y="240"/>
                    <a:pt x="66" y="240"/>
                  </a:cubicBezTo>
                  <a:cubicBezTo>
                    <a:pt x="132" y="240"/>
                    <a:pt x="197" y="255"/>
                    <a:pt x="256" y="282"/>
                  </a:cubicBezTo>
                  <a:cubicBezTo>
                    <a:pt x="198" y="314"/>
                    <a:pt x="132" y="328"/>
                    <a:pt x="67" y="328"/>
                  </a:cubicBezTo>
                  <a:cubicBezTo>
                    <a:pt x="51" y="328"/>
                    <a:pt x="36" y="327"/>
                    <a:pt x="20" y="326"/>
                  </a:cubicBezTo>
                  <a:lnTo>
                    <a:pt x="20" y="326"/>
                  </a:lnTo>
                  <a:cubicBezTo>
                    <a:pt x="100" y="356"/>
                    <a:pt x="186" y="372"/>
                    <a:pt x="274" y="372"/>
                  </a:cubicBezTo>
                  <a:cubicBezTo>
                    <a:pt x="326" y="372"/>
                    <a:pt x="380" y="366"/>
                    <a:pt x="432" y="354"/>
                  </a:cubicBezTo>
                  <a:cubicBezTo>
                    <a:pt x="568" y="322"/>
                    <a:pt x="696" y="270"/>
                    <a:pt x="820" y="206"/>
                  </a:cubicBezTo>
                  <a:lnTo>
                    <a:pt x="820" y="206"/>
                  </a:lnTo>
                  <a:cubicBezTo>
                    <a:pt x="672" y="410"/>
                    <a:pt x="444" y="546"/>
                    <a:pt x="192" y="582"/>
                  </a:cubicBezTo>
                  <a:cubicBezTo>
                    <a:pt x="120" y="594"/>
                    <a:pt x="40" y="602"/>
                    <a:pt x="0" y="662"/>
                  </a:cubicBezTo>
                  <a:cubicBezTo>
                    <a:pt x="78" y="704"/>
                    <a:pt x="162" y="725"/>
                    <a:pt x="248" y="725"/>
                  </a:cubicBezTo>
                  <a:cubicBezTo>
                    <a:pt x="268" y="725"/>
                    <a:pt x="288" y="724"/>
                    <a:pt x="308" y="722"/>
                  </a:cubicBezTo>
                  <a:lnTo>
                    <a:pt x="308" y="722"/>
                  </a:lnTo>
                  <a:lnTo>
                    <a:pt x="152" y="846"/>
                  </a:lnTo>
                  <a:cubicBezTo>
                    <a:pt x="181" y="851"/>
                    <a:pt x="210" y="854"/>
                    <a:pt x="238" y="854"/>
                  </a:cubicBezTo>
                  <a:cubicBezTo>
                    <a:pt x="314" y="854"/>
                    <a:pt x="390" y="835"/>
                    <a:pt x="456" y="794"/>
                  </a:cubicBezTo>
                  <a:cubicBezTo>
                    <a:pt x="544" y="738"/>
                    <a:pt x="616" y="658"/>
                    <a:pt x="672" y="570"/>
                  </a:cubicBezTo>
                  <a:cubicBezTo>
                    <a:pt x="696" y="522"/>
                    <a:pt x="728" y="478"/>
                    <a:pt x="768" y="446"/>
                  </a:cubicBezTo>
                  <a:cubicBezTo>
                    <a:pt x="787" y="433"/>
                    <a:pt x="808" y="426"/>
                    <a:pt x="829" y="426"/>
                  </a:cubicBezTo>
                  <a:cubicBezTo>
                    <a:pt x="858" y="426"/>
                    <a:pt x="887" y="439"/>
                    <a:pt x="908" y="462"/>
                  </a:cubicBezTo>
                  <a:cubicBezTo>
                    <a:pt x="924" y="502"/>
                    <a:pt x="920" y="542"/>
                    <a:pt x="900" y="578"/>
                  </a:cubicBezTo>
                  <a:cubicBezTo>
                    <a:pt x="836" y="734"/>
                    <a:pt x="708" y="858"/>
                    <a:pt x="584" y="978"/>
                  </a:cubicBezTo>
                  <a:cubicBezTo>
                    <a:pt x="456" y="1106"/>
                    <a:pt x="304" y="1238"/>
                    <a:pt x="124" y="1238"/>
                  </a:cubicBezTo>
                  <a:cubicBezTo>
                    <a:pt x="304" y="1238"/>
                    <a:pt x="476" y="1170"/>
                    <a:pt x="640" y="1094"/>
                  </a:cubicBezTo>
                  <a:cubicBezTo>
                    <a:pt x="704" y="1066"/>
                    <a:pt x="764" y="1030"/>
                    <a:pt x="820" y="990"/>
                  </a:cubicBezTo>
                  <a:cubicBezTo>
                    <a:pt x="900" y="914"/>
                    <a:pt x="972" y="830"/>
                    <a:pt x="1028" y="734"/>
                  </a:cubicBezTo>
                  <a:cubicBezTo>
                    <a:pt x="1076" y="662"/>
                    <a:pt x="1116" y="590"/>
                    <a:pt x="1152" y="518"/>
                  </a:cubicBezTo>
                  <a:cubicBezTo>
                    <a:pt x="1232" y="354"/>
                    <a:pt x="1260" y="178"/>
                    <a:pt x="1284" y="2"/>
                  </a:cubicBezTo>
                  <a:lnTo>
                    <a:pt x="1284" y="2"/>
                  </a:lnTo>
                  <a:lnTo>
                    <a:pt x="944" y="206"/>
                  </a:lnTo>
                  <a:lnTo>
                    <a:pt x="1024" y="98"/>
                  </a:lnTo>
                  <a:lnTo>
                    <a:pt x="1024" y="98"/>
                  </a:lnTo>
                  <a:cubicBezTo>
                    <a:pt x="920" y="134"/>
                    <a:pt x="816" y="162"/>
                    <a:pt x="708" y="178"/>
                  </a:cubicBezTo>
                  <a:cubicBezTo>
                    <a:pt x="772" y="158"/>
                    <a:pt x="828" y="118"/>
                    <a:pt x="876" y="70"/>
                  </a:cubicBezTo>
                  <a:cubicBezTo>
                    <a:pt x="769" y="23"/>
                    <a:pt x="654" y="0"/>
                    <a:pt x="5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65"/>
            <p:cNvSpPr/>
            <p:nvPr/>
          </p:nvSpPr>
          <p:spPr>
            <a:xfrm flipH="1">
              <a:off x="7546182" y="2885821"/>
              <a:ext cx="153985" cy="172275"/>
            </a:xfrm>
            <a:custGeom>
              <a:avLst/>
              <a:gdLst/>
              <a:ahLst/>
              <a:cxnLst/>
              <a:rect l="l" t="t" r="r" b="b"/>
              <a:pathLst>
                <a:path w="1145" h="1281" extrusionOk="0">
                  <a:moveTo>
                    <a:pt x="1116" y="1"/>
                  </a:moveTo>
                  <a:lnTo>
                    <a:pt x="1116" y="1"/>
                  </a:lnTo>
                  <a:cubicBezTo>
                    <a:pt x="1088" y="257"/>
                    <a:pt x="976" y="493"/>
                    <a:pt x="800" y="681"/>
                  </a:cubicBezTo>
                  <a:cubicBezTo>
                    <a:pt x="624" y="865"/>
                    <a:pt x="420" y="1021"/>
                    <a:pt x="200" y="1149"/>
                  </a:cubicBezTo>
                  <a:cubicBezTo>
                    <a:pt x="152" y="1185"/>
                    <a:pt x="92" y="1205"/>
                    <a:pt x="32" y="1205"/>
                  </a:cubicBezTo>
                  <a:lnTo>
                    <a:pt x="0" y="1221"/>
                  </a:lnTo>
                  <a:cubicBezTo>
                    <a:pt x="49" y="1255"/>
                    <a:pt x="106" y="1272"/>
                    <a:pt x="162" y="1272"/>
                  </a:cubicBezTo>
                  <a:cubicBezTo>
                    <a:pt x="206" y="1272"/>
                    <a:pt x="249" y="1262"/>
                    <a:pt x="288" y="1243"/>
                  </a:cubicBezTo>
                  <a:lnTo>
                    <a:pt x="288" y="1243"/>
                  </a:lnTo>
                  <a:cubicBezTo>
                    <a:pt x="273" y="1256"/>
                    <a:pt x="257" y="1268"/>
                    <a:pt x="240" y="1281"/>
                  </a:cubicBezTo>
                  <a:cubicBezTo>
                    <a:pt x="640" y="1241"/>
                    <a:pt x="976" y="965"/>
                    <a:pt x="1092" y="581"/>
                  </a:cubicBezTo>
                  <a:lnTo>
                    <a:pt x="1092" y="581"/>
                  </a:lnTo>
                  <a:cubicBezTo>
                    <a:pt x="1044" y="649"/>
                    <a:pt x="980" y="701"/>
                    <a:pt x="912" y="741"/>
                  </a:cubicBezTo>
                  <a:cubicBezTo>
                    <a:pt x="980" y="629"/>
                    <a:pt x="1040" y="513"/>
                    <a:pt x="1088" y="389"/>
                  </a:cubicBezTo>
                  <a:cubicBezTo>
                    <a:pt x="1136" y="265"/>
                    <a:pt x="1144" y="133"/>
                    <a:pt x="1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65"/>
            <p:cNvSpPr/>
            <p:nvPr/>
          </p:nvSpPr>
          <p:spPr>
            <a:xfrm flipH="1">
              <a:off x="7542954" y="3001479"/>
              <a:ext cx="105033" cy="111488"/>
            </a:xfrm>
            <a:custGeom>
              <a:avLst/>
              <a:gdLst/>
              <a:ahLst/>
              <a:cxnLst/>
              <a:rect l="l" t="t" r="r" b="b"/>
              <a:pathLst>
                <a:path w="781" h="829" extrusionOk="0">
                  <a:moveTo>
                    <a:pt x="780" y="1"/>
                  </a:moveTo>
                  <a:cubicBezTo>
                    <a:pt x="748" y="24"/>
                    <a:pt x="733" y="58"/>
                    <a:pt x="724" y="96"/>
                  </a:cubicBezTo>
                  <a:lnTo>
                    <a:pt x="724" y="96"/>
                  </a:lnTo>
                  <a:cubicBezTo>
                    <a:pt x="744" y="66"/>
                    <a:pt x="763" y="34"/>
                    <a:pt x="780" y="1"/>
                  </a:cubicBezTo>
                  <a:close/>
                  <a:moveTo>
                    <a:pt x="628" y="421"/>
                  </a:moveTo>
                  <a:cubicBezTo>
                    <a:pt x="625" y="427"/>
                    <a:pt x="621" y="433"/>
                    <a:pt x="617" y="439"/>
                  </a:cubicBezTo>
                  <a:lnTo>
                    <a:pt x="617" y="439"/>
                  </a:lnTo>
                  <a:cubicBezTo>
                    <a:pt x="623" y="435"/>
                    <a:pt x="627" y="428"/>
                    <a:pt x="628" y="421"/>
                  </a:cubicBezTo>
                  <a:close/>
                  <a:moveTo>
                    <a:pt x="724" y="96"/>
                  </a:moveTo>
                  <a:cubicBezTo>
                    <a:pt x="686" y="156"/>
                    <a:pt x="644" y="212"/>
                    <a:pt x="596" y="265"/>
                  </a:cubicBezTo>
                  <a:cubicBezTo>
                    <a:pt x="500" y="357"/>
                    <a:pt x="396" y="437"/>
                    <a:pt x="288" y="513"/>
                  </a:cubicBezTo>
                  <a:cubicBezTo>
                    <a:pt x="264" y="533"/>
                    <a:pt x="232" y="549"/>
                    <a:pt x="200" y="565"/>
                  </a:cubicBezTo>
                  <a:cubicBezTo>
                    <a:pt x="176" y="573"/>
                    <a:pt x="151" y="574"/>
                    <a:pt x="125" y="574"/>
                  </a:cubicBezTo>
                  <a:cubicBezTo>
                    <a:pt x="101" y="574"/>
                    <a:pt x="77" y="573"/>
                    <a:pt x="53" y="573"/>
                  </a:cubicBezTo>
                  <a:cubicBezTo>
                    <a:pt x="35" y="573"/>
                    <a:pt x="18" y="574"/>
                    <a:pt x="0" y="577"/>
                  </a:cubicBezTo>
                  <a:lnTo>
                    <a:pt x="32" y="617"/>
                  </a:lnTo>
                  <a:cubicBezTo>
                    <a:pt x="32" y="609"/>
                    <a:pt x="36" y="601"/>
                    <a:pt x="36" y="589"/>
                  </a:cubicBezTo>
                  <a:cubicBezTo>
                    <a:pt x="88" y="599"/>
                    <a:pt x="141" y="604"/>
                    <a:pt x="194" y="604"/>
                  </a:cubicBezTo>
                  <a:cubicBezTo>
                    <a:pt x="265" y="604"/>
                    <a:pt x="336" y="595"/>
                    <a:pt x="404" y="577"/>
                  </a:cubicBezTo>
                  <a:lnTo>
                    <a:pt x="404" y="577"/>
                  </a:lnTo>
                  <a:cubicBezTo>
                    <a:pt x="340" y="701"/>
                    <a:pt x="200" y="769"/>
                    <a:pt x="72" y="829"/>
                  </a:cubicBezTo>
                  <a:cubicBezTo>
                    <a:pt x="297" y="775"/>
                    <a:pt x="492" y="634"/>
                    <a:pt x="617" y="439"/>
                  </a:cubicBezTo>
                  <a:lnTo>
                    <a:pt x="617" y="439"/>
                  </a:lnTo>
                  <a:cubicBezTo>
                    <a:pt x="611" y="444"/>
                    <a:pt x="602" y="447"/>
                    <a:pt x="594" y="447"/>
                  </a:cubicBezTo>
                  <a:cubicBezTo>
                    <a:pt x="589" y="447"/>
                    <a:pt x="585" y="447"/>
                    <a:pt x="580" y="445"/>
                  </a:cubicBezTo>
                  <a:cubicBezTo>
                    <a:pt x="640" y="365"/>
                    <a:pt x="680" y="277"/>
                    <a:pt x="708" y="185"/>
                  </a:cubicBezTo>
                  <a:cubicBezTo>
                    <a:pt x="714" y="156"/>
                    <a:pt x="717" y="125"/>
                    <a:pt x="724" y="9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65"/>
            <p:cNvSpPr/>
            <p:nvPr/>
          </p:nvSpPr>
          <p:spPr>
            <a:xfrm flipH="1">
              <a:off x="7501533" y="2880980"/>
              <a:ext cx="26494" cy="98578"/>
            </a:xfrm>
            <a:custGeom>
              <a:avLst/>
              <a:gdLst/>
              <a:ahLst/>
              <a:cxnLst/>
              <a:rect l="l" t="t" r="r" b="b"/>
              <a:pathLst>
                <a:path w="197" h="733" extrusionOk="0">
                  <a:moveTo>
                    <a:pt x="20" y="1"/>
                  </a:moveTo>
                  <a:lnTo>
                    <a:pt x="0" y="13"/>
                  </a:lnTo>
                  <a:cubicBezTo>
                    <a:pt x="16" y="57"/>
                    <a:pt x="24" y="105"/>
                    <a:pt x="20" y="149"/>
                  </a:cubicBezTo>
                  <a:cubicBezTo>
                    <a:pt x="20" y="213"/>
                    <a:pt x="32" y="273"/>
                    <a:pt x="52" y="333"/>
                  </a:cubicBezTo>
                  <a:cubicBezTo>
                    <a:pt x="68" y="373"/>
                    <a:pt x="80" y="417"/>
                    <a:pt x="88" y="461"/>
                  </a:cubicBezTo>
                  <a:cubicBezTo>
                    <a:pt x="92" y="489"/>
                    <a:pt x="92" y="517"/>
                    <a:pt x="88" y="545"/>
                  </a:cubicBezTo>
                  <a:cubicBezTo>
                    <a:pt x="84" y="609"/>
                    <a:pt x="76" y="673"/>
                    <a:pt x="72" y="733"/>
                  </a:cubicBezTo>
                  <a:cubicBezTo>
                    <a:pt x="108" y="649"/>
                    <a:pt x="128" y="553"/>
                    <a:pt x="128" y="457"/>
                  </a:cubicBezTo>
                  <a:cubicBezTo>
                    <a:pt x="120" y="417"/>
                    <a:pt x="124" y="377"/>
                    <a:pt x="136" y="341"/>
                  </a:cubicBezTo>
                  <a:cubicBezTo>
                    <a:pt x="144" y="317"/>
                    <a:pt x="164" y="297"/>
                    <a:pt x="172" y="273"/>
                  </a:cubicBezTo>
                  <a:cubicBezTo>
                    <a:pt x="196" y="221"/>
                    <a:pt x="188" y="157"/>
                    <a:pt x="156" y="109"/>
                  </a:cubicBezTo>
                  <a:cubicBezTo>
                    <a:pt x="124" y="61"/>
                    <a:pt x="76" y="21"/>
                    <a:pt x="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65"/>
            <p:cNvSpPr/>
            <p:nvPr/>
          </p:nvSpPr>
          <p:spPr>
            <a:xfrm flipH="1">
              <a:off x="7643549" y="2813738"/>
              <a:ext cx="176579" cy="304071"/>
            </a:xfrm>
            <a:custGeom>
              <a:avLst/>
              <a:gdLst/>
              <a:ahLst/>
              <a:cxnLst/>
              <a:rect l="l" t="t" r="r" b="b"/>
              <a:pathLst>
                <a:path w="1313" h="2261" extrusionOk="0">
                  <a:moveTo>
                    <a:pt x="856" y="1"/>
                  </a:moveTo>
                  <a:cubicBezTo>
                    <a:pt x="851" y="4"/>
                    <a:pt x="845" y="8"/>
                    <a:pt x="840" y="11"/>
                  </a:cubicBezTo>
                  <a:lnTo>
                    <a:pt x="840" y="11"/>
                  </a:lnTo>
                  <a:cubicBezTo>
                    <a:pt x="843" y="10"/>
                    <a:pt x="846" y="10"/>
                    <a:pt x="848" y="9"/>
                  </a:cubicBezTo>
                  <a:lnTo>
                    <a:pt x="856" y="1"/>
                  </a:lnTo>
                  <a:close/>
                  <a:moveTo>
                    <a:pt x="13" y="1316"/>
                  </a:moveTo>
                  <a:lnTo>
                    <a:pt x="13" y="1316"/>
                  </a:lnTo>
                  <a:cubicBezTo>
                    <a:pt x="9" y="1318"/>
                    <a:pt x="5" y="1321"/>
                    <a:pt x="0" y="1325"/>
                  </a:cubicBezTo>
                  <a:cubicBezTo>
                    <a:pt x="4" y="1322"/>
                    <a:pt x="9" y="1319"/>
                    <a:pt x="13" y="1316"/>
                  </a:cubicBezTo>
                  <a:close/>
                  <a:moveTo>
                    <a:pt x="840" y="11"/>
                  </a:moveTo>
                  <a:cubicBezTo>
                    <a:pt x="577" y="78"/>
                    <a:pt x="399" y="319"/>
                    <a:pt x="244" y="545"/>
                  </a:cubicBezTo>
                  <a:cubicBezTo>
                    <a:pt x="216" y="581"/>
                    <a:pt x="196" y="621"/>
                    <a:pt x="188" y="661"/>
                  </a:cubicBezTo>
                  <a:cubicBezTo>
                    <a:pt x="184" y="689"/>
                    <a:pt x="188" y="717"/>
                    <a:pt x="192" y="745"/>
                  </a:cubicBezTo>
                  <a:cubicBezTo>
                    <a:pt x="208" y="853"/>
                    <a:pt x="204" y="961"/>
                    <a:pt x="176" y="1065"/>
                  </a:cubicBezTo>
                  <a:cubicBezTo>
                    <a:pt x="153" y="1164"/>
                    <a:pt x="94" y="1252"/>
                    <a:pt x="13" y="1316"/>
                  </a:cubicBezTo>
                  <a:lnTo>
                    <a:pt x="13" y="1316"/>
                  </a:lnTo>
                  <a:cubicBezTo>
                    <a:pt x="46" y="1296"/>
                    <a:pt x="74" y="1320"/>
                    <a:pt x="152" y="1277"/>
                  </a:cubicBezTo>
                  <a:cubicBezTo>
                    <a:pt x="159" y="1274"/>
                    <a:pt x="165" y="1273"/>
                    <a:pt x="172" y="1273"/>
                  </a:cubicBezTo>
                  <a:cubicBezTo>
                    <a:pt x="193" y="1273"/>
                    <a:pt x="216" y="1283"/>
                    <a:pt x="237" y="1283"/>
                  </a:cubicBezTo>
                  <a:cubicBezTo>
                    <a:pt x="245" y="1283"/>
                    <a:pt x="253" y="1282"/>
                    <a:pt x="260" y="1277"/>
                  </a:cubicBezTo>
                  <a:cubicBezTo>
                    <a:pt x="280" y="1265"/>
                    <a:pt x="288" y="1237"/>
                    <a:pt x="308" y="1221"/>
                  </a:cubicBezTo>
                  <a:cubicBezTo>
                    <a:pt x="344" y="1189"/>
                    <a:pt x="385" y="1176"/>
                    <a:pt x="430" y="1176"/>
                  </a:cubicBezTo>
                  <a:cubicBezTo>
                    <a:pt x="436" y="1176"/>
                    <a:pt x="442" y="1176"/>
                    <a:pt x="448" y="1177"/>
                  </a:cubicBezTo>
                  <a:cubicBezTo>
                    <a:pt x="484" y="1185"/>
                    <a:pt x="516" y="1201"/>
                    <a:pt x="548" y="1217"/>
                  </a:cubicBezTo>
                  <a:cubicBezTo>
                    <a:pt x="580" y="1229"/>
                    <a:pt x="652" y="1253"/>
                    <a:pt x="656" y="1285"/>
                  </a:cubicBezTo>
                  <a:cubicBezTo>
                    <a:pt x="656" y="1321"/>
                    <a:pt x="592" y="1369"/>
                    <a:pt x="576" y="1397"/>
                  </a:cubicBezTo>
                  <a:cubicBezTo>
                    <a:pt x="492" y="1549"/>
                    <a:pt x="352" y="1661"/>
                    <a:pt x="184" y="1697"/>
                  </a:cubicBezTo>
                  <a:cubicBezTo>
                    <a:pt x="380" y="1849"/>
                    <a:pt x="580" y="1989"/>
                    <a:pt x="792" y="2125"/>
                  </a:cubicBezTo>
                  <a:cubicBezTo>
                    <a:pt x="896" y="2189"/>
                    <a:pt x="1008" y="2253"/>
                    <a:pt x="1128" y="2261"/>
                  </a:cubicBezTo>
                  <a:cubicBezTo>
                    <a:pt x="1136" y="2261"/>
                    <a:pt x="1144" y="2261"/>
                    <a:pt x="1152" y="2257"/>
                  </a:cubicBezTo>
                  <a:cubicBezTo>
                    <a:pt x="1160" y="2245"/>
                    <a:pt x="1164" y="2233"/>
                    <a:pt x="1164" y="2221"/>
                  </a:cubicBezTo>
                  <a:cubicBezTo>
                    <a:pt x="1176" y="2149"/>
                    <a:pt x="1236" y="2093"/>
                    <a:pt x="1312" y="2085"/>
                  </a:cubicBezTo>
                  <a:lnTo>
                    <a:pt x="1312" y="2085"/>
                  </a:lnTo>
                  <a:cubicBezTo>
                    <a:pt x="1307" y="2085"/>
                    <a:pt x="1303" y="2085"/>
                    <a:pt x="1298" y="2085"/>
                  </a:cubicBezTo>
                  <a:cubicBezTo>
                    <a:pt x="1175" y="2085"/>
                    <a:pt x="1061" y="2038"/>
                    <a:pt x="980" y="1953"/>
                  </a:cubicBezTo>
                  <a:cubicBezTo>
                    <a:pt x="1008" y="1949"/>
                    <a:pt x="1032" y="1933"/>
                    <a:pt x="1044" y="1909"/>
                  </a:cubicBezTo>
                  <a:cubicBezTo>
                    <a:pt x="900" y="1881"/>
                    <a:pt x="760" y="1841"/>
                    <a:pt x="624" y="1793"/>
                  </a:cubicBezTo>
                  <a:cubicBezTo>
                    <a:pt x="680" y="1721"/>
                    <a:pt x="768" y="1685"/>
                    <a:pt x="852" y="1645"/>
                  </a:cubicBezTo>
                  <a:cubicBezTo>
                    <a:pt x="1000" y="1569"/>
                    <a:pt x="1140" y="1477"/>
                    <a:pt x="1272" y="1373"/>
                  </a:cubicBezTo>
                  <a:lnTo>
                    <a:pt x="1272" y="1373"/>
                  </a:lnTo>
                  <a:cubicBezTo>
                    <a:pt x="1220" y="1413"/>
                    <a:pt x="1160" y="1441"/>
                    <a:pt x="1096" y="1461"/>
                  </a:cubicBezTo>
                  <a:cubicBezTo>
                    <a:pt x="1054" y="1472"/>
                    <a:pt x="1009" y="1475"/>
                    <a:pt x="965" y="1475"/>
                  </a:cubicBezTo>
                  <a:cubicBezTo>
                    <a:pt x="935" y="1475"/>
                    <a:pt x="905" y="1474"/>
                    <a:pt x="876" y="1474"/>
                  </a:cubicBezTo>
                  <a:cubicBezTo>
                    <a:pt x="824" y="1474"/>
                    <a:pt x="773" y="1477"/>
                    <a:pt x="724" y="1493"/>
                  </a:cubicBezTo>
                  <a:cubicBezTo>
                    <a:pt x="689" y="1506"/>
                    <a:pt x="645" y="1525"/>
                    <a:pt x="609" y="1525"/>
                  </a:cubicBezTo>
                  <a:cubicBezTo>
                    <a:pt x="588" y="1525"/>
                    <a:pt x="570" y="1518"/>
                    <a:pt x="556" y="1501"/>
                  </a:cubicBezTo>
                  <a:cubicBezTo>
                    <a:pt x="576" y="1377"/>
                    <a:pt x="692" y="1297"/>
                    <a:pt x="800" y="1233"/>
                  </a:cubicBezTo>
                  <a:lnTo>
                    <a:pt x="976" y="1133"/>
                  </a:lnTo>
                  <a:lnTo>
                    <a:pt x="976" y="1133"/>
                  </a:lnTo>
                  <a:cubicBezTo>
                    <a:pt x="914" y="1159"/>
                    <a:pt x="848" y="1171"/>
                    <a:pt x="783" y="1171"/>
                  </a:cubicBezTo>
                  <a:cubicBezTo>
                    <a:pt x="678" y="1171"/>
                    <a:pt x="573" y="1139"/>
                    <a:pt x="484" y="1077"/>
                  </a:cubicBezTo>
                  <a:lnTo>
                    <a:pt x="504" y="1005"/>
                  </a:lnTo>
                  <a:lnTo>
                    <a:pt x="504" y="1005"/>
                  </a:lnTo>
                  <a:cubicBezTo>
                    <a:pt x="499" y="1006"/>
                    <a:pt x="494" y="1006"/>
                    <a:pt x="488" y="1006"/>
                  </a:cubicBezTo>
                  <a:cubicBezTo>
                    <a:pt x="415" y="1006"/>
                    <a:pt x="381" y="906"/>
                    <a:pt x="448" y="865"/>
                  </a:cubicBezTo>
                  <a:lnTo>
                    <a:pt x="448" y="865"/>
                  </a:lnTo>
                  <a:cubicBezTo>
                    <a:pt x="447" y="865"/>
                    <a:pt x="445" y="865"/>
                    <a:pt x="444" y="865"/>
                  </a:cubicBezTo>
                  <a:cubicBezTo>
                    <a:pt x="422" y="865"/>
                    <a:pt x="405" y="839"/>
                    <a:pt x="408" y="813"/>
                  </a:cubicBezTo>
                  <a:cubicBezTo>
                    <a:pt x="412" y="789"/>
                    <a:pt x="424" y="769"/>
                    <a:pt x="444" y="753"/>
                  </a:cubicBezTo>
                  <a:cubicBezTo>
                    <a:pt x="487" y="707"/>
                    <a:pt x="537" y="657"/>
                    <a:pt x="597" y="657"/>
                  </a:cubicBezTo>
                  <a:cubicBezTo>
                    <a:pt x="600" y="657"/>
                    <a:pt x="602" y="657"/>
                    <a:pt x="604" y="657"/>
                  </a:cubicBezTo>
                  <a:cubicBezTo>
                    <a:pt x="512" y="641"/>
                    <a:pt x="404" y="609"/>
                    <a:pt x="384" y="517"/>
                  </a:cubicBezTo>
                  <a:cubicBezTo>
                    <a:pt x="372" y="453"/>
                    <a:pt x="412" y="393"/>
                    <a:pt x="456" y="345"/>
                  </a:cubicBezTo>
                  <a:cubicBezTo>
                    <a:pt x="564" y="214"/>
                    <a:pt x="695" y="101"/>
                    <a:pt x="840" y="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65"/>
            <p:cNvSpPr/>
            <p:nvPr/>
          </p:nvSpPr>
          <p:spPr>
            <a:xfrm flipH="1">
              <a:off x="7493464" y="2809972"/>
              <a:ext cx="409507" cy="325454"/>
            </a:xfrm>
            <a:custGeom>
              <a:avLst/>
              <a:gdLst/>
              <a:ahLst/>
              <a:cxnLst/>
              <a:rect l="l" t="t" r="r" b="b"/>
              <a:pathLst>
                <a:path w="3045" h="2420" extrusionOk="0">
                  <a:moveTo>
                    <a:pt x="2636" y="309"/>
                  </a:moveTo>
                  <a:cubicBezTo>
                    <a:pt x="2640" y="317"/>
                    <a:pt x="2648" y="329"/>
                    <a:pt x="2656" y="337"/>
                  </a:cubicBezTo>
                  <a:cubicBezTo>
                    <a:pt x="2648" y="337"/>
                    <a:pt x="2640" y="337"/>
                    <a:pt x="2636" y="341"/>
                  </a:cubicBezTo>
                  <a:cubicBezTo>
                    <a:pt x="2636" y="333"/>
                    <a:pt x="2636" y="321"/>
                    <a:pt x="2636" y="309"/>
                  </a:cubicBezTo>
                  <a:close/>
                  <a:moveTo>
                    <a:pt x="2744" y="409"/>
                  </a:moveTo>
                  <a:lnTo>
                    <a:pt x="2776" y="433"/>
                  </a:lnTo>
                  <a:cubicBezTo>
                    <a:pt x="2808" y="457"/>
                    <a:pt x="2840" y="485"/>
                    <a:pt x="2876" y="509"/>
                  </a:cubicBezTo>
                  <a:cubicBezTo>
                    <a:pt x="2916" y="533"/>
                    <a:pt x="2948" y="565"/>
                    <a:pt x="2976" y="605"/>
                  </a:cubicBezTo>
                  <a:cubicBezTo>
                    <a:pt x="2984" y="613"/>
                    <a:pt x="2988" y="625"/>
                    <a:pt x="2992" y="633"/>
                  </a:cubicBezTo>
                  <a:cubicBezTo>
                    <a:pt x="2996" y="645"/>
                    <a:pt x="3000" y="657"/>
                    <a:pt x="3004" y="669"/>
                  </a:cubicBezTo>
                  <a:cubicBezTo>
                    <a:pt x="3008" y="697"/>
                    <a:pt x="3008" y="721"/>
                    <a:pt x="3004" y="745"/>
                  </a:cubicBezTo>
                  <a:cubicBezTo>
                    <a:pt x="2992" y="801"/>
                    <a:pt x="2976" y="853"/>
                    <a:pt x="2956" y="905"/>
                  </a:cubicBezTo>
                  <a:cubicBezTo>
                    <a:pt x="2940" y="957"/>
                    <a:pt x="2932" y="1013"/>
                    <a:pt x="2932" y="1073"/>
                  </a:cubicBezTo>
                  <a:cubicBezTo>
                    <a:pt x="2928" y="1121"/>
                    <a:pt x="2920" y="1169"/>
                    <a:pt x="2912" y="1217"/>
                  </a:cubicBezTo>
                  <a:cubicBezTo>
                    <a:pt x="2908" y="1257"/>
                    <a:pt x="2892" y="1293"/>
                    <a:pt x="2872" y="1329"/>
                  </a:cubicBezTo>
                  <a:cubicBezTo>
                    <a:pt x="2856" y="1349"/>
                    <a:pt x="2836" y="1369"/>
                    <a:pt x="2812" y="1385"/>
                  </a:cubicBezTo>
                  <a:cubicBezTo>
                    <a:pt x="2824" y="1325"/>
                    <a:pt x="2832" y="1265"/>
                    <a:pt x="2836" y="1201"/>
                  </a:cubicBezTo>
                  <a:cubicBezTo>
                    <a:pt x="2840" y="1133"/>
                    <a:pt x="2836" y="1061"/>
                    <a:pt x="2828" y="989"/>
                  </a:cubicBezTo>
                  <a:cubicBezTo>
                    <a:pt x="2820" y="933"/>
                    <a:pt x="2804" y="881"/>
                    <a:pt x="2784" y="829"/>
                  </a:cubicBezTo>
                  <a:cubicBezTo>
                    <a:pt x="2772" y="793"/>
                    <a:pt x="2756" y="761"/>
                    <a:pt x="2736" y="733"/>
                  </a:cubicBezTo>
                  <a:lnTo>
                    <a:pt x="2732" y="729"/>
                  </a:lnTo>
                  <a:cubicBezTo>
                    <a:pt x="2736" y="665"/>
                    <a:pt x="2740" y="609"/>
                    <a:pt x="2744" y="557"/>
                  </a:cubicBezTo>
                  <a:cubicBezTo>
                    <a:pt x="2748" y="509"/>
                    <a:pt x="2748" y="457"/>
                    <a:pt x="2744" y="409"/>
                  </a:cubicBezTo>
                  <a:close/>
                  <a:moveTo>
                    <a:pt x="1610" y="100"/>
                  </a:moveTo>
                  <a:cubicBezTo>
                    <a:pt x="1731" y="100"/>
                    <a:pt x="1851" y="120"/>
                    <a:pt x="1964" y="153"/>
                  </a:cubicBezTo>
                  <a:cubicBezTo>
                    <a:pt x="2032" y="169"/>
                    <a:pt x="2100" y="189"/>
                    <a:pt x="2172" y="213"/>
                  </a:cubicBezTo>
                  <a:cubicBezTo>
                    <a:pt x="2199" y="222"/>
                    <a:pt x="2229" y="226"/>
                    <a:pt x="2259" y="226"/>
                  </a:cubicBezTo>
                  <a:cubicBezTo>
                    <a:pt x="2268" y="226"/>
                    <a:pt x="2278" y="226"/>
                    <a:pt x="2288" y="225"/>
                  </a:cubicBezTo>
                  <a:cubicBezTo>
                    <a:pt x="2324" y="213"/>
                    <a:pt x="2360" y="197"/>
                    <a:pt x="2392" y="173"/>
                  </a:cubicBezTo>
                  <a:cubicBezTo>
                    <a:pt x="2420" y="153"/>
                    <a:pt x="2452" y="145"/>
                    <a:pt x="2488" y="145"/>
                  </a:cubicBezTo>
                  <a:cubicBezTo>
                    <a:pt x="2516" y="153"/>
                    <a:pt x="2544" y="173"/>
                    <a:pt x="2560" y="201"/>
                  </a:cubicBezTo>
                  <a:cubicBezTo>
                    <a:pt x="2596" y="257"/>
                    <a:pt x="2584" y="329"/>
                    <a:pt x="2564" y="401"/>
                  </a:cubicBezTo>
                  <a:cubicBezTo>
                    <a:pt x="2524" y="541"/>
                    <a:pt x="2468" y="677"/>
                    <a:pt x="2400" y="805"/>
                  </a:cubicBezTo>
                  <a:cubicBezTo>
                    <a:pt x="2332" y="929"/>
                    <a:pt x="2252" y="1045"/>
                    <a:pt x="2156" y="1149"/>
                  </a:cubicBezTo>
                  <a:cubicBezTo>
                    <a:pt x="2068" y="1245"/>
                    <a:pt x="1972" y="1333"/>
                    <a:pt x="1864" y="1409"/>
                  </a:cubicBezTo>
                  <a:cubicBezTo>
                    <a:pt x="1768" y="1473"/>
                    <a:pt x="1664" y="1525"/>
                    <a:pt x="1556" y="1569"/>
                  </a:cubicBezTo>
                  <a:cubicBezTo>
                    <a:pt x="1460" y="1605"/>
                    <a:pt x="1364" y="1633"/>
                    <a:pt x="1268" y="1653"/>
                  </a:cubicBezTo>
                  <a:cubicBezTo>
                    <a:pt x="1192" y="1665"/>
                    <a:pt x="1116" y="1673"/>
                    <a:pt x="1036" y="1673"/>
                  </a:cubicBezTo>
                  <a:lnTo>
                    <a:pt x="972" y="1673"/>
                  </a:lnTo>
                  <a:lnTo>
                    <a:pt x="1004" y="1653"/>
                  </a:lnTo>
                  <a:cubicBezTo>
                    <a:pt x="1028" y="1637"/>
                    <a:pt x="1056" y="1617"/>
                    <a:pt x="1080" y="1597"/>
                  </a:cubicBezTo>
                  <a:cubicBezTo>
                    <a:pt x="1124" y="1561"/>
                    <a:pt x="1172" y="1517"/>
                    <a:pt x="1212" y="1473"/>
                  </a:cubicBezTo>
                  <a:cubicBezTo>
                    <a:pt x="1232" y="1449"/>
                    <a:pt x="1252" y="1425"/>
                    <a:pt x="1268" y="1397"/>
                  </a:cubicBezTo>
                  <a:cubicBezTo>
                    <a:pt x="1276" y="1385"/>
                    <a:pt x="1284" y="1369"/>
                    <a:pt x="1288" y="1353"/>
                  </a:cubicBezTo>
                  <a:cubicBezTo>
                    <a:pt x="1288" y="1345"/>
                    <a:pt x="1292" y="1333"/>
                    <a:pt x="1296" y="1325"/>
                  </a:cubicBezTo>
                  <a:cubicBezTo>
                    <a:pt x="1296" y="1313"/>
                    <a:pt x="1292" y="1301"/>
                    <a:pt x="1288" y="1293"/>
                  </a:cubicBezTo>
                  <a:cubicBezTo>
                    <a:pt x="1288" y="1289"/>
                    <a:pt x="1288" y="1285"/>
                    <a:pt x="1284" y="1285"/>
                  </a:cubicBezTo>
                  <a:lnTo>
                    <a:pt x="1284" y="1285"/>
                  </a:lnTo>
                  <a:cubicBezTo>
                    <a:pt x="1292" y="1285"/>
                    <a:pt x="1300" y="1289"/>
                    <a:pt x="1308" y="1289"/>
                  </a:cubicBezTo>
                  <a:cubicBezTo>
                    <a:pt x="1315" y="1290"/>
                    <a:pt x="1322" y="1290"/>
                    <a:pt x="1329" y="1290"/>
                  </a:cubicBezTo>
                  <a:cubicBezTo>
                    <a:pt x="1362" y="1290"/>
                    <a:pt x="1395" y="1282"/>
                    <a:pt x="1424" y="1269"/>
                  </a:cubicBezTo>
                  <a:cubicBezTo>
                    <a:pt x="1476" y="1253"/>
                    <a:pt x="1528" y="1237"/>
                    <a:pt x="1576" y="1213"/>
                  </a:cubicBezTo>
                  <a:cubicBezTo>
                    <a:pt x="1636" y="1189"/>
                    <a:pt x="1692" y="1161"/>
                    <a:pt x="1744" y="1129"/>
                  </a:cubicBezTo>
                  <a:cubicBezTo>
                    <a:pt x="1772" y="1105"/>
                    <a:pt x="1796" y="1085"/>
                    <a:pt x="1816" y="1061"/>
                  </a:cubicBezTo>
                  <a:cubicBezTo>
                    <a:pt x="1836" y="1037"/>
                    <a:pt x="1860" y="1013"/>
                    <a:pt x="1880" y="993"/>
                  </a:cubicBezTo>
                  <a:cubicBezTo>
                    <a:pt x="1900" y="973"/>
                    <a:pt x="1920" y="949"/>
                    <a:pt x="1940" y="929"/>
                  </a:cubicBezTo>
                  <a:cubicBezTo>
                    <a:pt x="1956" y="905"/>
                    <a:pt x="1968" y="885"/>
                    <a:pt x="1980" y="861"/>
                  </a:cubicBezTo>
                  <a:cubicBezTo>
                    <a:pt x="1992" y="841"/>
                    <a:pt x="2004" y="821"/>
                    <a:pt x="2012" y="805"/>
                  </a:cubicBezTo>
                  <a:cubicBezTo>
                    <a:pt x="2020" y="785"/>
                    <a:pt x="2024" y="765"/>
                    <a:pt x="2016" y="745"/>
                  </a:cubicBezTo>
                  <a:cubicBezTo>
                    <a:pt x="2012" y="729"/>
                    <a:pt x="2004" y="721"/>
                    <a:pt x="1992" y="717"/>
                  </a:cubicBezTo>
                  <a:cubicBezTo>
                    <a:pt x="1988" y="713"/>
                    <a:pt x="1984" y="713"/>
                    <a:pt x="1980" y="713"/>
                  </a:cubicBezTo>
                  <a:lnTo>
                    <a:pt x="1980" y="717"/>
                  </a:lnTo>
                  <a:cubicBezTo>
                    <a:pt x="1988" y="725"/>
                    <a:pt x="1996" y="737"/>
                    <a:pt x="1996" y="749"/>
                  </a:cubicBezTo>
                  <a:cubicBezTo>
                    <a:pt x="1992" y="761"/>
                    <a:pt x="1988" y="773"/>
                    <a:pt x="1980" y="785"/>
                  </a:cubicBezTo>
                  <a:lnTo>
                    <a:pt x="1940" y="837"/>
                  </a:lnTo>
                  <a:cubicBezTo>
                    <a:pt x="1928" y="853"/>
                    <a:pt x="1912" y="873"/>
                    <a:pt x="1900" y="897"/>
                  </a:cubicBezTo>
                  <a:cubicBezTo>
                    <a:pt x="1884" y="921"/>
                    <a:pt x="1872" y="949"/>
                    <a:pt x="1856" y="973"/>
                  </a:cubicBezTo>
                  <a:cubicBezTo>
                    <a:pt x="1844" y="997"/>
                    <a:pt x="1824" y="1025"/>
                    <a:pt x="1808" y="1045"/>
                  </a:cubicBezTo>
                  <a:cubicBezTo>
                    <a:pt x="1788" y="1069"/>
                    <a:pt x="1760" y="1089"/>
                    <a:pt x="1732" y="1101"/>
                  </a:cubicBezTo>
                  <a:cubicBezTo>
                    <a:pt x="1704" y="1109"/>
                    <a:pt x="1676" y="1117"/>
                    <a:pt x="1644" y="1129"/>
                  </a:cubicBezTo>
                  <a:lnTo>
                    <a:pt x="1560" y="1157"/>
                  </a:lnTo>
                  <a:cubicBezTo>
                    <a:pt x="1508" y="1177"/>
                    <a:pt x="1456" y="1197"/>
                    <a:pt x="1408" y="1221"/>
                  </a:cubicBezTo>
                  <a:lnTo>
                    <a:pt x="1352" y="1253"/>
                  </a:lnTo>
                  <a:cubicBezTo>
                    <a:pt x="1340" y="1257"/>
                    <a:pt x="1324" y="1261"/>
                    <a:pt x="1308" y="1265"/>
                  </a:cubicBezTo>
                  <a:cubicBezTo>
                    <a:pt x="1304" y="1267"/>
                    <a:pt x="1299" y="1268"/>
                    <a:pt x="1294" y="1268"/>
                  </a:cubicBezTo>
                  <a:cubicBezTo>
                    <a:pt x="1289" y="1268"/>
                    <a:pt x="1284" y="1267"/>
                    <a:pt x="1280" y="1265"/>
                  </a:cubicBezTo>
                  <a:cubicBezTo>
                    <a:pt x="1264" y="1245"/>
                    <a:pt x="1240" y="1229"/>
                    <a:pt x="1220" y="1221"/>
                  </a:cubicBezTo>
                  <a:cubicBezTo>
                    <a:pt x="1188" y="1209"/>
                    <a:pt x="1160" y="1197"/>
                    <a:pt x="1128" y="1193"/>
                  </a:cubicBezTo>
                  <a:cubicBezTo>
                    <a:pt x="1100" y="1185"/>
                    <a:pt x="1068" y="1181"/>
                    <a:pt x="1036" y="1181"/>
                  </a:cubicBezTo>
                  <a:cubicBezTo>
                    <a:pt x="1004" y="1181"/>
                    <a:pt x="976" y="1189"/>
                    <a:pt x="944" y="1197"/>
                  </a:cubicBezTo>
                  <a:cubicBezTo>
                    <a:pt x="928" y="1205"/>
                    <a:pt x="916" y="1213"/>
                    <a:pt x="904" y="1225"/>
                  </a:cubicBezTo>
                  <a:cubicBezTo>
                    <a:pt x="892" y="1233"/>
                    <a:pt x="880" y="1245"/>
                    <a:pt x="872" y="1253"/>
                  </a:cubicBezTo>
                  <a:cubicBezTo>
                    <a:pt x="848" y="1269"/>
                    <a:pt x="824" y="1281"/>
                    <a:pt x="796" y="1289"/>
                  </a:cubicBezTo>
                  <a:cubicBezTo>
                    <a:pt x="772" y="1301"/>
                    <a:pt x="744" y="1309"/>
                    <a:pt x="716" y="1313"/>
                  </a:cubicBezTo>
                  <a:lnTo>
                    <a:pt x="692" y="1317"/>
                  </a:lnTo>
                  <a:cubicBezTo>
                    <a:pt x="704" y="1297"/>
                    <a:pt x="716" y="1281"/>
                    <a:pt x="724" y="1265"/>
                  </a:cubicBezTo>
                  <a:cubicBezTo>
                    <a:pt x="744" y="1229"/>
                    <a:pt x="764" y="1193"/>
                    <a:pt x="780" y="1157"/>
                  </a:cubicBezTo>
                  <a:cubicBezTo>
                    <a:pt x="812" y="1085"/>
                    <a:pt x="840" y="1009"/>
                    <a:pt x="860" y="933"/>
                  </a:cubicBezTo>
                  <a:cubicBezTo>
                    <a:pt x="860" y="929"/>
                    <a:pt x="864" y="925"/>
                    <a:pt x="864" y="917"/>
                  </a:cubicBezTo>
                  <a:lnTo>
                    <a:pt x="872" y="909"/>
                  </a:lnTo>
                  <a:cubicBezTo>
                    <a:pt x="912" y="873"/>
                    <a:pt x="952" y="841"/>
                    <a:pt x="996" y="809"/>
                  </a:cubicBezTo>
                  <a:cubicBezTo>
                    <a:pt x="1024" y="793"/>
                    <a:pt x="1052" y="777"/>
                    <a:pt x="1080" y="765"/>
                  </a:cubicBezTo>
                  <a:cubicBezTo>
                    <a:pt x="1116" y="749"/>
                    <a:pt x="1152" y="741"/>
                    <a:pt x="1188" y="741"/>
                  </a:cubicBezTo>
                  <a:cubicBezTo>
                    <a:pt x="1217" y="738"/>
                    <a:pt x="1247" y="735"/>
                    <a:pt x="1276" y="735"/>
                  </a:cubicBezTo>
                  <a:cubicBezTo>
                    <a:pt x="1289" y="735"/>
                    <a:pt x="1301" y="736"/>
                    <a:pt x="1312" y="737"/>
                  </a:cubicBezTo>
                  <a:cubicBezTo>
                    <a:pt x="1356" y="737"/>
                    <a:pt x="1400" y="733"/>
                    <a:pt x="1444" y="725"/>
                  </a:cubicBezTo>
                  <a:cubicBezTo>
                    <a:pt x="1488" y="717"/>
                    <a:pt x="1532" y="705"/>
                    <a:pt x="1576" y="693"/>
                  </a:cubicBezTo>
                  <a:cubicBezTo>
                    <a:pt x="1616" y="681"/>
                    <a:pt x="1660" y="669"/>
                    <a:pt x="1700" y="657"/>
                  </a:cubicBezTo>
                  <a:cubicBezTo>
                    <a:pt x="1736" y="641"/>
                    <a:pt x="1776" y="625"/>
                    <a:pt x="1808" y="605"/>
                  </a:cubicBezTo>
                  <a:cubicBezTo>
                    <a:pt x="1840" y="585"/>
                    <a:pt x="1872" y="565"/>
                    <a:pt x="1896" y="541"/>
                  </a:cubicBezTo>
                  <a:cubicBezTo>
                    <a:pt x="1940" y="501"/>
                    <a:pt x="1972" y="461"/>
                    <a:pt x="2000" y="413"/>
                  </a:cubicBezTo>
                  <a:cubicBezTo>
                    <a:pt x="2012" y="393"/>
                    <a:pt x="2020" y="377"/>
                    <a:pt x="2028" y="357"/>
                  </a:cubicBezTo>
                  <a:lnTo>
                    <a:pt x="2024" y="353"/>
                  </a:lnTo>
                  <a:lnTo>
                    <a:pt x="2012" y="365"/>
                  </a:lnTo>
                  <a:cubicBezTo>
                    <a:pt x="2004" y="373"/>
                    <a:pt x="1996" y="385"/>
                    <a:pt x="1980" y="397"/>
                  </a:cubicBezTo>
                  <a:cubicBezTo>
                    <a:pt x="1968" y="413"/>
                    <a:pt x="1952" y="429"/>
                    <a:pt x="1932" y="445"/>
                  </a:cubicBezTo>
                  <a:cubicBezTo>
                    <a:pt x="1912" y="465"/>
                    <a:pt x="1892" y="485"/>
                    <a:pt x="1864" y="501"/>
                  </a:cubicBezTo>
                  <a:cubicBezTo>
                    <a:pt x="1840" y="521"/>
                    <a:pt x="1812" y="541"/>
                    <a:pt x="1784" y="565"/>
                  </a:cubicBezTo>
                  <a:cubicBezTo>
                    <a:pt x="1752" y="585"/>
                    <a:pt x="1720" y="609"/>
                    <a:pt x="1684" y="629"/>
                  </a:cubicBezTo>
                  <a:cubicBezTo>
                    <a:pt x="1612" y="669"/>
                    <a:pt x="1528" y="693"/>
                    <a:pt x="1440" y="693"/>
                  </a:cubicBezTo>
                  <a:cubicBezTo>
                    <a:pt x="1366" y="693"/>
                    <a:pt x="1291" y="680"/>
                    <a:pt x="1214" y="680"/>
                  </a:cubicBezTo>
                  <a:cubicBezTo>
                    <a:pt x="1204" y="680"/>
                    <a:pt x="1194" y="680"/>
                    <a:pt x="1184" y="681"/>
                  </a:cubicBezTo>
                  <a:cubicBezTo>
                    <a:pt x="1140" y="681"/>
                    <a:pt x="1096" y="689"/>
                    <a:pt x="1060" y="709"/>
                  </a:cubicBezTo>
                  <a:cubicBezTo>
                    <a:pt x="1024" y="725"/>
                    <a:pt x="992" y="745"/>
                    <a:pt x="964" y="769"/>
                  </a:cubicBezTo>
                  <a:cubicBezTo>
                    <a:pt x="932" y="801"/>
                    <a:pt x="900" y="833"/>
                    <a:pt x="872" y="869"/>
                  </a:cubicBezTo>
                  <a:cubicBezTo>
                    <a:pt x="876" y="849"/>
                    <a:pt x="880" y="829"/>
                    <a:pt x="880" y="809"/>
                  </a:cubicBezTo>
                  <a:cubicBezTo>
                    <a:pt x="884" y="785"/>
                    <a:pt x="884" y="761"/>
                    <a:pt x="876" y="737"/>
                  </a:cubicBezTo>
                  <a:cubicBezTo>
                    <a:pt x="876" y="725"/>
                    <a:pt x="872" y="709"/>
                    <a:pt x="864" y="697"/>
                  </a:cubicBezTo>
                  <a:cubicBezTo>
                    <a:pt x="856" y="677"/>
                    <a:pt x="836" y="661"/>
                    <a:pt x="816" y="653"/>
                  </a:cubicBezTo>
                  <a:lnTo>
                    <a:pt x="808" y="653"/>
                  </a:lnTo>
                  <a:cubicBezTo>
                    <a:pt x="828" y="629"/>
                    <a:pt x="848" y="601"/>
                    <a:pt x="876" y="565"/>
                  </a:cubicBezTo>
                  <a:cubicBezTo>
                    <a:pt x="920" y="517"/>
                    <a:pt x="968" y="453"/>
                    <a:pt x="1032" y="389"/>
                  </a:cubicBezTo>
                  <a:cubicBezTo>
                    <a:pt x="1100" y="317"/>
                    <a:pt x="1176" y="253"/>
                    <a:pt x="1260" y="201"/>
                  </a:cubicBezTo>
                  <a:cubicBezTo>
                    <a:pt x="1356" y="141"/>
                    <a:pt x="1464" y="109"/>
                    <a:pt x="1576" y="101"/>
                  </a:cubicBezTo>
                  <a:cubicBezTo>
                    <a:pt x="1588" y="101"/>
                    <a:pt x="1599" y="100"/>
                    <a:pt x="1610" y="100"/>
                  </a:cubicBezTo>
                  <a:close/>
                  <a:moveTo>
                    <a:pt x="768" y="753"/>
                  </a:moveTo>
                  <a:cubicBezTo>
                    <a:pt x="772" y="753"/>
                    <a:pt x="772" y="757"/>
                    <a:pt x="772" y="761"/>
                  </a:cubicBezTo>
                  <a:cubicBezTo>
                    <a:pt x="776" y="777"/>
                    <a:pt x="776" y="793"/>
                    <a:pt x="776" y="809"/>
                  </a:cubicBezTo>
                  <a:cubicBezTo>
                    <a:pt x="776" y="845"/>
                    <a:pt x="772" y="881"/>
                    <a:pt x="764" y="917"/>
                  </a:cubicBezTo>
                  <a:cubicBezTo>
                    <a:pt x="752" y="989"/>
                    <a:pt x="732" y="1065"/>
                    <a:pt x="708" y="1133"/>
                  </a:cubicBezTo>
                  <a:cubicBezTo>
                    <a:pt x="696" y="1169"/>
                    <a:pt x="684" y="1205"/>
                    <a:pt x="668" y="1241"/>
                  </a:cubicBezTo>
                  <a:cubicBezTo>
                    <a:pt x="652" y="1273"/>
                    <a:pt x="636" y="1305"/>
                    <a:pt x="612" y="1329"/>
                  </a:cubicBezTo>
                  <a:lnTo>
                    <a:pt x="560" y="1381"/>
                  </a:lnTo>
                  <a:lnTo>
                    <a:pt x="628" y="1373"/>
                  </a:lnTo>
                  <a:cubicBezTo>
                    <a:pt x="688" y="1365"/>
                    <a:pt x="748" y="1349"/>
                    <a:pt x="804" y="1329"/>
                  </a:cubicBezTo>
                  <a:cubicBezTo>
                    <a:pt x="836" y="1317"/>
                    <a:pt x="864" y="1301"/>
                    <a:pt x="888" y="1285"/>
                  </a:cubicBezTo>
                  <a:cubicBezTo>
                    <a:pt x="892" y="1277"/>
                    <a:pt x="900" y="1273"/>
                    <a:pt x="904" y="1269"/>
                  </a:cubicBezTo>
                  <a:lnTo>
                    <a:pt x="916" y="1257"/>
                  </a:lnTo>
                  <a:lnTo>
                    <a:pt x="920" y="1257"/>
                  </a:lnTo>
                  <a:cubicBezTo>
                    <a:pt x="928" y="1245"/>
                    <a:pt x="936" y="1241"/>
                    <a:pt x="948" y="1237"/>
                  </a:cubicBezTo>
                  <a:cubicBezTo>
                    <a:pt x="976" y="1229"/>
                    <a:pt x="1004" y="1225"/>
                    <a:pt x="1032" y="1225"/>
                  </a:cubicBezTo>
                  <a:cubicBezTo>
                    <a:pt x="1060" y="1225"/>
                    <a:pt x="1084" y="1229"/>
                    <a:pt x="1112" y="1237"/>
                  </a:cubicBezTo>
                  <a:cubicBezTo>
                    <a:pt x="1140" y="1241"/>
                    <a:pt x="1164" y="1253"/>
                    <a:pt x="1192" y="1265"/>
                  </a:cubicBezTo>
                  <a:cubicBezTo>
                    <a:pt x="1212" y="1277"/>
                    <a:pt x="1228" y="1293"/>
                    <a:pt x="1240" y="1317"/>
                  </a:cubicBezTo>
                  <a:cubicBezTo>
                    <a:pt x="1240" y="1317"/>
                    <a:pt x="1240" y="1325"/>
                    <a:pt x="1240" y="1329"/>
                  </a:cubicBezTo>
                  <a:cubicBezTo>
                    <a:pt x="1240" y="1333"/>
                    <a:pt x="1236" y="1337"/>
                    <a:pt x="1236" y="1341"/>
                  </a:cubicBezTo>
                  <a:cubicBezTo>
                    <a:pt x="1232" y="1353"/>
                    <a:pt x="1224" y="1361"/>
                    <a:pt x="1216" y="1373"/>
                  </a:cubicBezTo>
                  <a:cubicBezTo>
                    <a:pt x="1200" y="1393"/>
                    <a:pt x="1180" y="1413"/>
                    <a:pt x="1160" y="1433"/>
                  </a:cubicBezTo>
                  <a:cubicBezTo>
                    <a:pt x="1120" y="1473"/>
                    <a:pt x="1076" y="1509"/>
                    <a:pt x="1028" y="1541"/>
                  </a:cubicBezTo>
                  <a:cubicBezTo>
                    <a:pt x="980" y="1569"/>
                    <a:pt x="932" y="1597"/>
                    <a:pt x="880" y="1625"/>
                  </a:cubicBezTo>
                  <a:cubicBezTo>
                    <a:pt x="856" y="1633"/>
                    <a:pt x="832" y="1645"/>
                    <a:pt x="804" y="1653"/>
                  </a:cubicBezTo>
                  <a:cubicBezTo>
                    <a:pt x="784" y="1661"/>
                    <a:pt x="756" y="1665"/>
                    <a:pt x="732" y="1665"/>
                  </a:cubicBezTo>
                  <a:lnTo>
                    <a:pt x="596" y="1677"/>
                  </a:lnTo>
                  <a:lnTo>
                    <a:pt x="704" y="1761"/>
                  </a:lnTo>
                  <a:cubicBezTo>
                    <a:pt x="788" y="1825"/>
                    <a:pt x="872" y="1893"/>
                    <a:pt x="956" y="1961"/>
                  </a:cubicBezTo>
                  <a:cubicBezTo>
                    <a:pt x="996" y="1997"/>
                    <a:pt x="1036" y="2033"/>
                    <a:pt x="1072" y="2069"/>
                  </a:cubicBezTo>
                  <a:cubicBezTo>
                    <a:pt x="1092" y="2089"/>
                    <a:pt x="1108" y="2105"/>
                    <a:pt x="1124" y="2125"/>
                  </a:cubicBezTo>
                  <a:lnTo>
                    <a:pt x="1116" y="2129"/>
                  </a:lnTo>
                  <a:cubicBezTo>
                    <a:pt x="1102" y="2132"/>
                    <a:pt x="1088" y="2135"/>
                    <a:pt x="1074" y="2135"/>
                  </a:cubicBezTo>
                  <a:cubicBezTo>
                    <a:pt x="1068" y="2135"/>
                    <a:pt x="1062" y="2134"/>
                    <a:pt x="1056" y="2133"/>
                  </a:cubicBezTo>
                  <a:cubicBezTo>
                    <a:pt x="1052" y="2133"/>
                    <a:pt x="1044" y="2129"/>
                    <a:pt x="1040" y="2125"/>
                  </a:cubicBezTo>
                  <a:cubicBezTo>
                    <a:pt x="1040" y="2125"/>
                    <a:pt x="1036" y="2125"/>
                    <a:pt x="1032" y="2121"/>
                  </a:cubicBezTo>
                  <a:lnTo>
                    <a:pt x="1032" y="2117"/>
                  </a:lnTo>
                  <a:lnTo>
                    <a:pt x="1028" y="2113"/>
                  </a:lnTo>
                  <a:lnTo>
                    <a:pt x="1024" y="2105"/>
                  </a:lnTo>
                  <a:cubicBezTo>
                    <a:pt x="1016" y="2089"/>
                    <a:pt x="1004" y="2077"/>
                    <a:pt x="992" y="2061"/>
                  </a:cubicBezTo>
                  <a:cubicBezTo>
                    <a:pt x="984" y="2049"/>
                    <a:pt x="972" y="2033"/>
                    <a:pt x="960" y="2021"/>
                  </a:cubicBezTo>
                  <a:cubicBezTo>
                    <a:pt x="912" y="1973"/>
                    <a:pt x="856" y="1933"/>
                    <a:pt x="796" y="1901"/>
                  </a:cubicBezTo>
                  <a:cubicBezTo>
                    <a:pt x="740" y="1865"/>
                    <a:pt x="684" y="1837"/>
                    <a:pt x="624" y="1813"/>
                  </a:cubicBezTo>
                  <a:lnTo>
                    <a:pt x="604" y="1801"/>
                  </a:lnTo>
                  <a:lnTo>
                    <a:pt x="584" y="1793"/>
                  </a:lnTo>
                  <a:cubicBezTo>
                    <a:pt x="568" y="1785"/>
                    <a:pt x="560" y="1781"/>
                    <a:pt x="544" y="1773"/>
                  </a:cubicBezTo>
                  <a:cubicBezTo>
                    <a:pt x="520" y="1757"/>
                    <a:pt x="496" y="1741"/>
                    <a:pt x="472" y="1721"/>
                  </a:cubicBezTo>
                  <a:cubicBezTo>
                    <a:pt x="424" y="1685"/>
                    <a:pt x="376" y="1645"/>
                    <a:pt x="324" y="1605"/>
                  </a:cubicBezTo>
                  <a:cubicBezTo>
                    <a:pt x="296" y="1581"/>
                    <a:pt x="264" y="1565"/>
                    <a:pt x="232" y="1553"/>
                  </a:cubicBezTo>
                  <a:cubicBezTo>
                    <a:pt x="218" y="1550"/>
                    <a:pt x="204" y="1547"/>
                    <a:pt x="191" y="1547"/>
                  </a:cubicBezTo>
                  <a:cubicBezTo>
                    <a:pt x="186" y="1547"/>
                    <a:pt x="181" y="1548"/>
                    <a:pt x="176" y="1549"/>
                  </a:cubicBezTo>
                  <a:lnTo>
                    <a:pt x="160" y="1553"/>
                  </a:lnTo>
                  <a:lnTo>
                    <a:pt x="148" y="1557"/>
                  </a:lnTo>
                  <a:cubicBezTo>
                    <a:pt x="140" y="1557"/>
                    <a:pt x="136" y="1561"/>
                    <a:pt x="128" y="1561"/>
                  </a:cubicBezTo>
                  <a:cubicBezTo>
                    <a:pt x="125" y="1561"/>
                    <a:pt x="121" y="1562"/>
                    <a:pt x="118" y="1562"/>
                  </a:cubicBezTo>
                  <a:cubicBezTo>
                    <a:pt x="94" y="1562"/>
                    <a:pt x="74" y="1550"/>
                    <a:pt x="60" y="1533"/>
                  </a:cubicBezTo>
                  <a:cubicBezTo>
                    <a:pt x="40" y="1513"/>
                    <a:pt x="28" y="1485"/>
                    <a:pt x="16" y="1461"/>
                  </a:cubicBezTo>
                  <a:cubicBezTo>
                    <a:pt x="96" y="1457"/>
                    <a:pt x="172" y="1437"/>
                    <a:pt x="240" y="1405"/>
                  </a:cubicBezTo>
                  <a:cubicBezTo>
                    <a:pt x="276" y="1385"/>
                    <a:pt x="312" y="1365"/>
                    <a:pt x="344" y="1337"/>
                  </a:cubicBezTo>
                  <a:cubicBezTo>
                    <a:pt x="376" y="1309"/>
                    <a:pt x="404" y="1277"/>
                    <a:pt x="428" y="1241"/>
                  </a:cubicBezTo>
                  <a:cubicBezTo>
                    <a:pt x="440" y="1225"/>
                    <a:pt x="448" y="1205"/>
                    <a:pt x="456" y="1185"/>
                  </a:cubicBezTo>
                  <a:cubicBezTo>
                    <a:pt x="464" y="1165"/>
                    <a:pt x="468" y="1149"/>
                    <a:pt x="476" y="1129"/>
                  </a:cubicBezTo>
                  <a:cubicBezTo>
                    <a:pt x="492" y="1093"/>
                    <a:pt x="504" y="1061"/>
                    <a:pt x="524" y="1025"/>
                  </a:cubicBezTo>
                  <a:cubicBezTo>
                    <a:pt x="552" y="961"/>
                    <a:pt x="592" y="897"/>
                    <a:pt x="640" y="841"/>
                  </a:cubicBezTo>
                  <a:cubicBezTo>
                    <a:pt x="660" y="813"/>
                    <a:pt x="684" y="789"/>
                    <a:pt x="712" y="769"/>
                  </a:cubicBezTo>
                  <a:cubicBezTo>
                    <a:pt x="728" y="757"/>
                    <a:pt x="748" y="753"/>
                    <a:pt x="768" y="753"/>
                  </a:cubicBezTo>
                  <a:close/>
                  <a:moveTo>
                    <a:pt x="2649" y="346"/>
                  </a:moveTo>
                  <a:cubicBezTo>
                    <a:pt x="2653" y="346"/>
                    <a:pt x="2657" y="347"/>
                    <a:pt x="2660" y="349"/>
                  </a:cubicBezTo>
                  <a:lnTo>
                    <a:pt x="2672" y="349"/>
                  </a:lnTo>
                  <a:lnTo>
                    <a:pt x="2688" y="365"/>
                  </a:lnTo>
                  <a:cubicBezTo>
                    <a:pt x="2692" y="373"/>
                    <a:pt x="2700" y="377"/>
                    <a:pt x="2708" y="381"/>
                  </a:cubicBezTo>
                  <a:cubicBezTo>
                    <a:pt x="2712" y="389"/>
                    <a:pt x="2716" y="397"/>
                    <a:pt x="2716" y="409"/>
                  </a:cubicBezTo>
                  <a:cubicBezTo>
                    <a:pt x="2716" y="457"/>
                    <a:pt x="2712" y="509"/>
                    <a:pt x="2704" y="557"/>
                  </a:cubicBezTo>
                  <a:cubicBezTo>
                    <a:pt x="2696" y="617"/>
                    <a:pt x="2688" y="681"/>
                    <a:pt x="2680" y="753"/>
                  </a:cubicBezTo>
                  <a:cubicBezTo>
                    <a:pt x="2676" y="825"/>
                    <a:pt x="2668" y="905"/>
                    <a:pt x="2660" y="989"/>
                  </a:cubicBezTo>
                  <a:cubicBezTo>
                    <a:pt x="2656" y="1073"/>
                    <a:pt x="2644" y="1157"/>
                    <a:pt x="2620" y="1241"/>
                  </a:cubicBezTo>
                  <a:cubicBezTo>
                    <a:pt x="2596" y="1329"/>
                    <a:pt x="2556" y="1413"/>
                    <a:pt x="2504" y="1493"/>
                  </a:cubicBezTo>
                  <a:cubicBezTo>
                    <a:pt x="2476" y="1529"/>
                    <a:pt x="2448" y="1565"/>
                    <a:pt x="2416" y="1601"/>
                  </a:cubicBezTo>
                  <a:cubicBezTo>
                    <a:pt x="2380" y="1637"/>
                    <a:pt x="2344" y="1669"/>
                    <a:pt x="2308" y="1697"/>
                  </a:cubicBezTo>
                  <a:cubicBezTo>
                    <a:pt x="2232" y="1753"/>
                    <a:pt x="2152" y="1801"/>
                    <a:pt x="2064" y="1841"/>
                  </a:cubicBezTo>
                  <a:cubicBezTo>
                    <a:pt x="1980" y="1877"/>
                    <a:pt x="1892" y="1901"/>
                    <a:pt x="1804" y="1917"/>
                  </a:cubicBezTo>
                  <a:cubicBezTo>
                    <a:pt x="1720" y="1933"/>
                    <a:pt x="1632" y="1937"/>
                    <a:pt x="1548" y="1937"/>
                  </a:cubicBezTo>
                  <a:cubicBezTo>
                    <a:pt x="1472" y="1933"/>
                    <a:pt x="1396" y="1925"/>
                    <a:pt x="1320" y="1909"/>
                  </a:cubicBezTo>
                  <a:cubicBezTo>
                    <a:pt x="1256" y="1897"/>
                    <a:pt x="1196" y="1877"/>
                    <a:pt x="1136" y="1857"/>
                  </a:cubicBezTo>
                  <a:cubicBezTo>
                    <a:pt x="1088" y="1837"/>
                    <a:pt x="1040" y="1817"/>
                    <a:pt x="996" y="1797"/>
                  </a:cubicBezTo>
                  <a:cubicBezTo>
                    <a:pt x="960" y="1777"/>
                    <a:pt x="928" y="1761"/>
                    <a:pt x="912" y="1749"/>
                  </a:cubicBezTo>
                  <a:lnTo>
                    <a:pt x="880" y="1729"/>
                  </a:lnTo>
                  <a:lnTo>
                    <a:pt x="876" y="1737"/>
                  </a:lnTo>
                  <a:lnTo>
                    <a:pt x="904" y="1757"/>
                  </a:lnTo>
                  <a:cubicBezTo>
                    <a:pt x="920" y="1773"/>
                    <a:pt x="948" y="1793"/>
                    <a:pt x="984" y="1817"/>
                  </a:cubicBezTo>
                  <a:cubicBezTo>
                    <a:pt x="1084" y="1881"/>
                    <a:pt x="1196" y="1929"/>
                    <a:pt x="1308" y="1957"/>
                  </a:cubicBezTo>
                  <a:cubicBezTo>
                    <a:pt x="1403" y="1985"/>
                    <a:pt x="1501" y="1998"/>
                    <a:pt x="1599" y="1998"/>
                  </a:cubicBezTo>
                  <a:cubicBezTo>
                    <a:pt x="1671" y="1998"/>
                    <a:pt x="1743" y="1991"/>
                    <a:pt x="1812" y="1977"/>
                  </a:cubicBezTo>
                  <a:cubicBezTo>
                    <a:pt x="1908" y="1957"/>
                    <a:pt x="1996" y="1925"/>
                    <a:pt x="2084" y="1885"/>
                  </a:cubicBezTo>
                  <a:cubicBezTo>
                    <a:pt x="2172" y="1841"/>
                    <a:pt x="2256" y="1789"/>
                    <a:pt x="2328" y="1721"/>
                  </a:cubicBezTo>
                  <a:cubicBezTo>
                    <a:pt x="2468" y="1593"/>
                    <a:pt x="2580" y="1429"/>
                    <a:pt x="2652" y="1253"/>
                  </a:cubicBezTo>
                  <a:cubicBezTo>
                    <a:pt x="2680" y="1169"/>
                    <a:pt x="2700" y="1081"/>
                    <a:pt x="2712" y="993"/>
                  </a:cubicBezTo>
                  <a:cubicBezTo>
                    <a:pt x="2720" y="921"/>
                    <a:pt x="2724" y="853"/>
                    <a:pt x="2728" y="793"/>
                  </a:cubicBezTo>
                  <a:cubicBezTo>
                    <a:pt x="2732" y="809"/>
                    <a:pt x="2736" y="825"/>
                    <a:pt x="2740" y="845"/>
                  </a:cubicBezTo>
                  <a:cubicBezTo>
                    <a:pt x="2748" y="897"/>
                    <a:pt x="2752" y="945"/>
                    <a:pt x="2752" y="997"/>
                  </a:cubicBezTo>
                  <a:cubicBezTo>
                    <a:pt x="2752" y="1065"/>
                    <a:pt x="2748" y="1133"/>
                    <a:pt x="2740" y="1197"/>
                  </a:cubicBezTo>
                  <a:cubicBezTo>
                    <a:pt x="2728" y="1277"/>
                    <a:pt x="2716" y="1357"/>
                    <a:pt x="2696" y="1433"/>
                  </a:cubicBezTo>
                  <a:cubicBezTo>
                    <a:pt x="2676" y="1517"/>
                    <a:pt x="2656" y="1605"/>
                    <a:pt x="2636" y="1697"/>
                  </a:cubicBezTo>
                  <a:cubicBezTo>
                    <a:pt x="2616" y="1793"/>
                    <a:pt x="2588" y="1885"/>
                    <a:pt x="2548" y="1973"/>
                  </a:cubicBezTo>
                  <a:cubicBezTo>
                    <a:pt x="2500" y="2057"/>
                    <a:pt x="2432" y="2129"/>
                    <a:pt x="2352" y="2181"/>
                  </a:cubicBezTo>
                  <a:cubicBezTo>
                    <a:pt x="2268" y="2233"/>
                    <a:pt x="2180" y="2265"/>
                    <a:pt x="2084" y="2285"/>
                  </a:cubicBezTo>
                  <a:cubicBezTo>
                    <a:pt x="2033" y="2297"/>
                    <a:pt x="1981" y="2303"/>
                    <a:pt x="1927" y="2303"/>
                  </a:cubicBezTo>
                  <a:cubicBezTo>
                    <a:pt x="1889" y="2303"/>
                    <a:pt x="1851" y="2300"/>
                    <a:pt x="1812" y="2293"/>
                  </a:cubicBezTo>
                  <a:cubicBezTo>
                    <a:pt x="1732" y="2281"/>
                    <a:pt x="1652" y="2253"/>
                    <a:pt x="1576" y="2213"/>
                  </a:cubicBezTo>
                  <a:cubicBezTo>
                    <a:pt x="1544" y="2197"/>
                    <a:pt x="1516" y="2177"/>
                    <a:pt x="1484" y="2161"/>
                  </a:cubicBezTo>
                  <a:lnTo>
                    <a:pt x="1484" y="2161"/>
                  </a:lnTo>
                  <a:cubicBezTo>
                    <a:pt x="1512" y="2169"/>
                    <a:pt x="1540" y="2173"/>
                    <a:pt x="1572" y="2177"/>
                  </a:cubicBezTo>
                  <a:cubicBezTo>
                    <a:pt x="1604" y="2177"/>
                    <a:pt x="1640" y="2173"/>
                    <a:pt x="1676" y="2169"/>
                  </a:cubicBezTo>
                  <a:cubicBezTo>
                    <a:pt x="1708" y="2165"/>
                    <a:pt x="1744" y="2157"/>
                    <a:pt x="1776" y="2153"/>
                  </a:cubicBezTo>
                  <a:cubicBezTo>
                    <a:pt x="1808" y="2149"/>
                    <a:pt x="1840" y="2145"/>
                    <a:pt x="1876" y="2145"/>
                  </a:cubicBezTo>
                  <a:cubicBezTo>
                    <a:pt x="1908" y="2145"/>
                    <a:pt x="1936" y="2141"/>
                    <a:pt x="1968" y="2137"/>
                  </a:cubicBezTo>
                  <a:cubicBezTo>
                    <a:pt x="2052" y="2121"/>
                    <a:pt x="2132" y="2089"/>
                    <a:pt x="2208" y="2049"/>
                  </a:cubicBezTo>
                  <a:lnTo>
                    <a:pt x="2208" y="2041"/>
                  </a:lnTo>
                  <a:cubicBezTo>
                    <a:pt x="2208" y="2041"/>
                    <a:pt x="2188" y="2041"/>
                    <a:pt x="2160" y="2049"/>
                  </a:cubicBezTo>
                  <a:cubicBezTo>
                    <a:pt x="2128" y="2053"/>
                    <a:pt x="2088" y="2061"/>
                    <a:pt x="2040" y="2069"/>
                  </a:cubicBezTo>
                  <a:cubicBezTo>
                    <a:pt x="2016" y="2073"/>
                    <a:pt x="1988" y="2081"/>
                    <a:pt x="1960" y="2089"/>
                  </a:cubicBezTo>
                  <a:cubicBezTo>
                    <a:pt x="1928" y="2093"/>
                    <a:pt x="1904" y="2105"/>
                    <a:pt x="1872" y="2113"/>
                  </a:cubicBezTo>
                  <a:cubicBezTo>
                    <a:pt x="1840" y="2125"/>
                    <a:pt x="1808" y="2129"/>
                    <a:pt x="1776" y="2137"/>
                  </a:cubicBezTo>
                  <a:lnTo>
                    <a:pt x="1676" y="2137"/>
                  </a:lnTo>
                  <a:cubicBezTo>
                    <a:pt x="1644" y="2133"/>
                    <a:pt x="1608" y="2129"/>
                    <a:pt x="1576" y="2125"/>
                  </a:cubicBezTo>
                  <a:cubicBezTo>
                    <a:pt x="1544" y="2117"/>
                    <a:pt x="1516" y="2109"/>
                    <a:pt x="1484" y="2101"/>
                  </a:cubicBezTo>
                  <a:cubicBezTo>
                    <a:pt x="1428" y="2081"/>
                    <a:pt x="1372" y="2061"/>
                    <a:pt x="1320" y="2045"/>
                  </a:cubicBezTo>
                  <a:cubicBezTo>
                    <a:pt x="1304" y="2041"/>
                    <a:pt x="1288" y="2037"/>
                    <a:pt x="1272" y="2033"/>
                  </a:cubicBezTo>
                  <a:cubicBezTo>
                    <a:pt x="1244" y="2017"/>
                    <a:pt x="1216" y="2001"/>
                    <a:pt x="1188" y="1989"/>
                  </a:cubicBezTo>
                  <a:lnTo>
                    <a:pt x="1116" y="1945"/>
                  </a:lnTo>
                  <a:cubicBezTo>
                    <a:pt x="1088" y="1921"/>
                    <a:pt x="1060" y="1897"/>
                    <a:pt x="1028" y="1873"/>
                  </a:cubicBezTo>
                  <a:cubicBezTo>
                    <a:pt x="1012" y="1857"/>
                    <a:pt x="992" y="1841"/>
                    <a:pt x="972" y="1829"/>
                  </a:cubicBezTo>
                  <a:cubicBezTo>
                    <a:pt x="968" y="1821"/>
                    <a:pt x="968" y="1817"/>
                    <a:pt x="964" y="1813"/>
                  </a:cubicBezTo>
                  <a:lnTo>
                    <a:pt x="956" y="1813"/>
                  </a:lnTo>
                  <a:cubicBezTo>
                    <a:pt x="924" y="1789"/>
                    <a:pt x="888" y="1761"/>
                    <a:pt x="856" y="1737"/>
                  </a:cubicBezTo>
                  <a:cubicBezTo>
                    <a:pt x="880" y="1729"/>
                    <a:pt x="904" y="1717"/>
                    <a:pt x="928" y="1705"/>
                  </a:cubicBezTo>
                  <a:cubicBezTo>
                    <a:pt x="956" y="1709"/>
                    <a:pt x="992" y="1717"/>
                    <a:pt x="1032" y="1725"/>
                  </a:cubicBezTo>
                  <a:cubicBezTo>
                    <a:pt x="1080" y="1730"/>
                    <a:pt x="1128" y="1732"/>
                    <a:pt x="1175" y="1732"/>
                  </a:cubicBezTo>
                  <a:cubicBezTo>
                    <a:pt x="1315" y="1732"/>
                    <a:pt x="1454" y="1711"/>
                    <a:pt x="1588" y="1669"/>
                  </a:cubicBezTo>
                  <a:cubicBezTo>
                    <a:pt x="1708" y="1633"/>
                    <a:pt x="1824" y="1577"/>
                    <a:pt x="1932" y="1509"/>
                  </a:cubicBezTo>
                  <a:cubicBezTo>
                    <a:pt x="2048" y="1433"/>
                    <a:pt x="2156" y="1337"/>
                    <a:pt x="2244" y="1233"/>
                  </a:cubicBezTo>
                  <a:cubicBezTo>
                    <a:pt x="2344" y="1117"/>
                    <a:pt x="2424" y="989"/>
                    <a:pt x="2488" y="857"/>
                  </a:cubicBezTo>
                  <a:cubicBezTo>
                    <a:pt x="2520" y="785"/>
                    <a:pt x="2548" y="713"/>
                    <a:pt x="2572" y="641"/>
                  </a:cubicBezTo>
                  <a:cubicBezTo>
                    <a:pt x="2592" y="569"/>
                    <a:pt x="2612" y="493"/>
                    <a:pt x="2624" y="417"/>
                  </a:cubicBezTo>
                  <a:cubicBezTo>
                    <a:pt x="2628" y="397"/>
                    <a:pt x="2632" y="373"/>
                    <a:pt x="2632" y="353"/>
                  </a:cubicBezTo>
                  <a:cubicBezTo>
                    <a:pt x="2637" y="348"/>
                    <a:pt x="2643" y="346"/>
                    <a:pt x="2649" y="346"/>
                  </a:cubicBezTo>
                  <a:close/>
                  <a:moveTo>
                    <a:pt x="1568" y="1"/>
                  </a:moveTo>
                  <a:cubicBezTo>
                    <a:pt x="1436" y="5"/>
                    <a:pt x="1308" y="45"/>
                    <a:pt x="1200" y="121"/>
                  </a:cubicBezTo>
                  <a:cubicBezTo>
                    <a:pt x="1112" y="181"/>
                    <a:pt x="1032" y="253"/>
                    <a:pt x="968" y="341"/>
                  </a:cubicBezTo>
                  <a:cubicBezTo>
                    <a:pt x="916" y="401"/>
                    <a:pt x="872" y="469"/>
                    <a:pt x="832" y="541"/>
                  </a:cubicBezTo>
                  <a:cubicBezTo>
                    <a:pt x="804" y="585"/>
                    <a:pt x="784" y="621"/>
                    <a:pt x="768" y="649"/>
                  </a:cubicBezTo>
                  <a:cubicBezTo>
                    <a:pt x="728" y="649"/>
                    <a:pt x="684" y="661"/>
                    <a:pt x="652" y="685"/>
                  </a:cubicBezTo>
                  <a:cubicBezTo>
                    <a:pt x="616" y="713"/>
                    <a:pt x="584" y="741"/>
                    <a:pt x="556" y="777"/>
                  </a:cubicBezTo>
                  <a:cubicBezTo>
                    <a:pt x="508" y="841"/>
                    <a:pt x="468" y="913"/>
                    <a:pt x="436" y="989"/>
                  </a:cubicBezTo>
                  <a:cubicBezTo>
                    <a:pt x="420" y="1029"/>
                    <a:pt x="404" y="1065"/>
                    <a:pt x="396" y="1105"/>
                  </a:cubicBezTo>
                  <a:cubicBezTo>
                    <a:pt x="388" y="1121"/>
                    <a:pt x="384" y="1141"/>
                    <a:pt x="376" y="1157"/>
                  </a:cubicBezTo>
                  <a:cubicBezTo>
                    <a:pt x="372" y="1177"/>
                    <a:pt x="368" y="1193"/>
                    <a:pt x="356" y="1209"/>
                  </a:cubicBezTo>
                  <a:cubicBezTo>
                    <a:pt x="344" y="1241"/>
                    <a:pt x="324" y="1269"/>
                    <a:pt x="300" y="1297"/>
                  </a:cubicBezTo>
                  <a:cubicBezTo>
                    <a:pt x="272" y="1321"/>
                    <a:pt x="244" y="1345"/>
                    <a:pt x="212" y="1365"/>
                  </a:cubicBezTo>
                  <a:cubicBezTo>
                    <a:pt x="148" y="1405"/>
                    <a:pt x="76" y="1433"/>
                    <a:pt x="4" y="1453"/>
                  </a:cubicBezTo>
                  <a:lnTo>
                    <a:pt x="0" y="1453"/>
                  </a:lnTo>
                  <a:lnTo>
                    <a:pt x="0" y="1457"/>
                  </a:lnTo>
                  <a:cubicBezTo>
                    <a:pt x="4" y="1489"/>
                    <a:pt x="16" y="1521"/>
                    <a:pt x="32" y="1549"/>
                  </a:cubicBezTo>
                  <a:cubicBezTo>
                    <a:pt x="52" y="1581"/>
                    <a:pt x="88" y="1601"/>
                    <a:pt x="128" y="1601"/>
                  </a:cubicBezTo>
                  <a:lnTo>
                    <a:pt x="172" y="1601"/>
                  </a:lnTo>
                  <a:cubicBezTo>
                    <a:pt x="184" y="1601"/>
                    <a:pt x="196" y="1601"/>
                    <a:pt x="208" y="1609"/>
                  </a:cubicBezTo>
                  <a:cubicBezTo>
                    <a:pt x="236" y="1621"/>
                    <a:pt x="256" y="1637"/>
                    <a:pt x="280" y="1657"/>
                  </a:cubicBezTo>
                  <a:cubicBezTo>
                    <a:pt x="324" y="1697"/>
                    <a:pt x="364" y="1745"/>
                    <a:pt x="412" y="1789"/>
                  </a:cubicBezTo>
                  <a:cubicBezTo>
                    <a:pt x="436" y="1813"/>
                    <a:pt x="460" y="1833"/>
                    <a:pt x="488" y="1853"/>
                  </a:cubicBezTo>
                  <a:cubicBezTo>
                    <a:pt x="504" y="1861"/>
                    <a:pt x="520" y="1873"/>
                    <a:pt x="532" y="1881"/>
                  </a:cubicBezTo>
                  <a:lnTo>
                    <a:pt x="552" y="1893"/>
                  </a:lnTo>
                  <a:lnTo>
                    <a:pt x="576" y="1905"/>
                  </a:lnTo>
                  <a:cubicBezTo>
                    <a:pt x="684" y="1957"/>
                    <a:pt x="780" y="2025"/>
                    <a:pt x="868" y="2109"/>
                  </a:cubicBezTo>
                  <a:cubicBezTo>
                    <a:pt x="876" y="2121"/>
                    <a:pt x="884" y="2129"/>
                    <a:pt x="892" y="2141"/>
                  </a:cubicBezTo>
                  <a:cubicBezTo>
                    <a:pt x="900" y="2153"/>
                    <a:pt x="908" y="2161"/>
                    <a:pt x="916" y="2173"/>
                  </a:cubicBezTo>
                  <a:lnTo>
                    <a:pt x="920" y="2181"/>
                  </a:lnTo>
                  <a:lnTo>
                    <a:pt x="924" y="2185"/>
                  </a:lnTo>
                  <a:lnTo>
                    <a:pt x="932" y="2201"/>
                  </a:lnTo>
                  <a:cubicBezTo>
                    <a:pt x="940" y="2209"/>
                    <a:pt x="948" y="2221"/>
                    <a:pt x="960" y="2229"/>
                  </a:cubicBezTo>
                  <a:cubicBezTo>
                    <a:pt x="980" y="2245"/>
                    <a:pt x="1000" y="2253"/>
                    <a:pt x="1028" y="2257"/>
                  </a:cubicBezTo>
                  <a:cubicBezTo>
                    <a:pt x="1043" y="2260"/>
                    <a:pt x="1057" y="2261"/>
                    <a:pt x="1072" y="2261"/>
                  </a:cubicBezTo>
                  <a:cubicBezTo>
                    <a:pt x="1099" y="2261"/>
                    <a:pt x="1127" y="2257"/>
                    <a:pt x="1152" y="2249"/>
                  </a:cubicBezTo>
                  <a:cubicBezTo>
                    <a:pt x="1184" y="2237"/>
                    <a:pt x="1220" y="2221"/>
                    <a:pt x="1252" y="2201"/>
                  </a:cubicBezTo>
                  <a:lnTo>
                    <a:pt x="1292" y="2173"/>
                  </a:lnTo>
                  <a:lnTo>
                    <a:pt x="1304" y="2185"/>
                  </a:lnTo>
                  <a:cubicBezTo>
                    <a:pt x="1372" y="2237"/>
                    <a:pt x="1440" y="2285"/>
                    <a:pt x="1512" y="2325"/>
                  </a:cubicBezTo>
                  <a:cubicBezTo>
                    <a:pt x="1600" y="2377"/>
                    <a:pt x="1692" y="2405"/>
                    <a:pt x="1792" y="2417"/>
                  </a:cubicBezTo>
                  <a:cubicBezTo>
                    <a:pt x="1817" y="2419"/>
                    <a:pt x="1842" y="2420"/>
                    <a:pt x="1866" y="2420"/>
                  </a:cubicBezTo>
                  <a:cubicBezTo>
                    <a:pt x="1946" y="2420"/>
                    <a:pt x="2025" y="2409"/>
                    <a:pt x="2104" y="2385"/>
                  </a:cubicBezTo>
                  <a:cubicBezTo>
                    <a:pt x="2204" y="2353"/>
                    <a:pt x="2296" y="2301"/>
                    <a:pt x="2376" y="2229"/>
                  </a:cubicBezTo>
                  <a:cubicBezTo>
                    <a:pt x="2456" y="2161"/>
                    <a:pt x="2528" y="2077"/>
                    <a:pt x="2580" y="1985"/>
                  </a:cubicBezTo>
                  <a:cubicBezTo>
                    <a:pt x="2628" y="1897"/>
                    <a:pt x="2672" y="1809"/>
                    <a:pt x="2708" y="1717"/>
                  </a:cubicBezTo>
                  <a:cubicBezTo>
                    <a:pt x="2740" y="1645"/>
                    <a:pt x="2764" y="1569"/>
                    <a:pt x="2784" y="1493"/>
                  </a:cubicBezTo>
                  <a:lnTo>
                    <a:pt x="2792" y="1485"/>
                  </a:lnTo>
                  <a:cubicBezTo>
                    <a:pt x="2792" y="1485"/>
                    <a:pt x="2792" y="1485"/>
                    <a:pt x="2800" y="1481"/>
                  </a:cubicBezTo>
                  <a:cubicBezTo>
                    <a:pt x="2804" y="1477"/>
                    <a:pt x="2812" y="1473"/>
                    <a:pt x="2820" y="1469"/>
                  </a:cubicBezTo>
                  <a:cubicBezTo>
                    <a:pt x="2836" y="1465"/>
                    <a:pt x="2856" y="1457"/>
                    <a:pt x="2880" y="1445"/>
                  </a:cubicBezTo>
                  <a:cubicBezTo>
                    <a:pt x="2904" y="1437"/>
                    <a:pt x="2928" y="1421"/>
                    <a:pt x="2948" y="1401"/>
                  </a:cubicBezTo>
                  <a:cubicBezTo>
                    <a:pt x="2992" y="1357"/>
                    <a:pt x="3020" y="1305"/>
                    <a:pt x="3032" y="1245"/>
                  </a:cubicBezTo>
                  <a:cubicBezTo>
                    <a:pt x="3044" y="1189"/>
                    <a:pt x="3044" y="1133"/>
                    <a:pt x="3040" y="1073"/>
                  </a:cubicBezTo>
                  <a:cubicBezTo>
                    <a:pt x="3040" y="1021"/>
                    <a:pt x="3036" y="969"/>
                    <a:pt x="3040" y="917"/>
                  </a:cubicBezTo>
                  <a:cubicBezTo>
                    <a:pt x="3040" y="865"/>
                    <a:pt x="3040" y="805"/>
                    <a:pt x="3040" y="749"/>
                  </a:cubicBezTo>
                  <a:cubicBezTo>
                    <a:pt x="3040" y="693"/>
                    <a:pt x="3032" y="637"/>
                    <a:pt x="3016" y="585"/>
                  </a:cubicBezTo>
                  <a:cubicBezTo>
                    <a:pt x="3000" y="529"/>
                    <a:pt x="2976" y="481"/>
                    <a:pt x="2940" y="441"/>
                  </a:cubicBezTo>
                  <a:cubicBezTo>
                    <a:pt x="2908" y="405"/>
                    <a:pt x="2872" y="377"/>
                    <a:pt x="2828" y="353"/>
                  </a:cubicBezTo>
                  <a:cubicBezTo>
                    <a:pt x="2792" y="333"/>
                    <a:pt x="2760" y="313"/>
                    <a:pt x="2728" y="301"/>
                  </a:cubicBezTo>
                  <a:lnTo>
                    <a:pt x="2652" y="261"/>
                  </a:lnTo>
                  <a:lnTo>
                    <a:pt x="2620" y="241"/>
                  </a:lnTo>
                  <a:cubicBezTo>
                    <a:pt x="2616" y="221"/>
                    <a:pt x="2604" y="197"/>
                    <a:pt x="2592" y="181"/>
                  </a:cubicBezTo>
                  <a:cubicBezTo>
                    <a:pt x="2568" y="141"/>
                    <a:pt x="2528" y="117"/>
                    <a:pt x="2488" y="113"/>
                  </a:cubicBezTo>
                  <a:cubicBezTo>
                    <a:pt x="2483" y="112"/>
                    <a:pt x="2478" y="112"/>
                    <a:pt x="2472" y="112"/>
                  </a:cubicBezTo>
                  <a:cubicBezTo>
                    <a:pt x="2435" y="112"/>
                    <a:pt x="2400" y="124"/>
                    <a:pt x="2372" y="149"/>
                  </a:cubicBezTo>
                  <a:cubicBezTo>
                    <a:pt x="2344" y="169"/>
                    <a:pt x="2312" y="181"/>
                    <a:pt x="2276" y="193"/>
                  </a:cubicBezTo>
                  <a:cubicBezTo>
                    <a:pt x="2244" y="193"/>
                    <a:pt x="2208" y="189"/>
                    <a:pt x="2176" y="173"/>
                  </a:cubicBezTo>
                  <a:cubicBezTo>
                    <a:pt x="2108" y="149"/>
                    <a:pt x="2044" y="121"/>
                    <a:pt x="1976" y="97"/>
                  </a:cubicBezTo>
                  <a:cubicBezTo>
                    <a:pt x="1848" y="37"/>
                    <a:pt x="1708" y="5"/>
                    <a:pt x="1568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65"/>
            <p:cNvSpPr/>
            <p:nvPr/>
          </p:nvSpPr>
          <p:spPr>
            <a:xfrm flipH="1">
              <a:off x="7607507" y="1275767"/>
              <a:ext cx="1087849" cy="776920"/>
            </a:xfrm>
            <a:custGeom>
              <a:avLst/>
              <a:gdLst/>
              <a:ahLst/>
              <a:cxnLst/>
              <a:rect l="l" t="t" r="r" b="b"/>
              <a:pathLst>
                <a:path w="8089" h="5777" extrusionOk="0">
                  <a:moveTo>
                    <a:pt x="7264" y="0"/>
                  </a:moveTo>
                  <a:lnTo>
                    <a:pt x="7084" y="68"/>
                  </a:lnTo>
                  <a:cubicBezTo>
                    <a:pt x="7008" y="96"/>
                    <a:pt x="6932" y="132"/>
                    <a:pt x="6856" y="172"/>
                  </a:cubicBezTo>
                  <a:cubicBezTo>
                    <a:pt x="6780" y="212"/>
                    <a:pt x="6712" y="260"/>
                    <a:pt x="6648" y="316"/>
                  </a:cubicBezTo>
                  <a:cubicBezTo>
                    <a:pt x="6612" y="348"/>
                    <a:pt x="6580" y="384"/>
                    <a:pt x="6556" y="420"/>
                  </a:cubicBezTo>
                  <a:cubicBezTo>
                    <a:pt x="6544" y="440"/>
                    <a:pt x="6532" y="460"/>
                    <a:pt x="6520" y="480"/>
                  </a:cubicBezTo>
                  <a:cubicBezTo>
                    <a:pt x="6512" y="496"/>
                    <a:pt x="6508" y="512"/>
                    <a:pt x="6496" y="528"/>
                  </a:cubicBezTo>
                  <a:cubicBezTo>
                    <a:pt x="6464" y="600"/>
                    <a:pt x="6424" y="664"/>
                    <a:pt x="6380" y="736"/>
                  </a:cubicBezTo>
                  <a:cubicBezTo>
                    <a:pt x="6296" y="868"/>
                    <a:pt x="6204" y="1000"/>
                    <a:pt x="6108" y="1124"/>
                  </a:cubicBezTo>
                  <a:cubicBezTo>
                    <a:pt x="6056" y="1188"/>
                    <a:pt x="6004" y="1248"/>
                    <a:pt x="5952" y="1308"/>
                  </a:cubicBezTo>
                  <a:cubicBezTo>
                    <a:pt x="5900" y="1368"/>
                    <a:pt x="5844" y="1428"/>
                    <a:pt x="5788" y="1484"/>
                  </a:cubicBezTo>
                  <a:cubicBezTo>
                    <a:pt x="5672" y="1592"/>
                    <a:pt x="5556" y="1700"/>
                    <a:pt x="5436" y="1808"/>
                  </a:cubicBezTo>
                  <a:cubicBezTo>
                    <a:pt x="5312" y="1916"/>
                    <a:pt x="5196" y="2024"/>
                    <a:pt x="5084" y="2144"/>
                  </a:cubicBezTo>
                  <a:lnTo>
                    <a:pt x="5004" y="2232"/>
                  </a:lnTo>
                  <a:lnTo>
                    <a:pt x="4928" y="2328"/>
                  </a:lnTo>
                  <a:cubicBezTo>
                    <a:pt x="4876" y="2392"/>
                    <a:pt x="4828" y="2460"/>
                    <a:pt x="4788" y="2532"/>
                  </a:cubicBezTo>
                  <a:cubicBezTo>
                    <a:pt x="4760" y="2584"/>
                    <a:pt x="4736" y="2636"/>
                    <a:pt x="4716" y="2688"/>
                  </a:cubicBezTo>
                  <a:cubicBezTo>
                    <a:pt x="4716" y="2688"/>
                    <a:pt x="4712" y="2684"/>
                    <a:pt x="4712" y="2680"/>
                  </a:cubicBezTo>
                  <a:cubicBezTo>
                    <a:pt x="4700" y="2636"/>
                    <a:pt x="4680" y="2592"/>
                    <a:pt x="4656" y="2552"/>
                  </a:cubicBezTo>
                  <a:cubicBezTo>
                    <a:pt x="4640" y="2524"/>
                    <a:pt x="4620" y="2496"/>
                    <a:pt x="4600" y="2468"/>
                  </a:cubicBezTo>
                  <a:cubicBezTo>
                    <a:pt x="4572" y="2436"/>
                    <a:pt x="4544" y="2404"/>
                    <a:pt x="4516" y="2380"/>
                  </a:cubicBezTo>
                  <a:cubicBezTo>
                    <a:pt x="4448" y="2312"/>
                    <a:pt x="4368" y="2252"/>
                    <a:pt x="4284" y="2208"/>
                  </a:cubicBezTo>
                  <a:cubicBezTo>
                    <a:pt x="4184" y="2152"/>
                    <a:pt x="4076" y="2108"/>
                    <a:pt x="3968" y="2076"/>
                  </a:cubicBezTo>
                  <a:cubicBezTo>
                    <a:pt x="3936" y="2068"/>
                    <a:pt x="3908" y="2060"/>
                    <a:pt x="3876" y="2056"/>
                  </a:cubicBezTo>
                  <a:cubicBezTo>
                    <a:pt x="3860" y="2052"/>
                    <a:pt x="3844" y="2048"/>
                    <a:pt x="3824" y="2048"/>
                  </a:cubicBezTo>
                  <a:cubicBezTo>
                    <a:pt x="3808" y="2044"/>
                    <a:pt x="3788" y="2044"/>
                    <a:pt x="3768" y="2044"/>
                  </a:cubicBezTo>
                  <a:cubicBezTo>
                    <a:pt x="3748" y="2044"/>
                    <a:pt x="3728" y="2048"/>
                    <a:pt x="3708" y="2052"/>
                  </a:cubicBezTo>
                  <a:lnTo>
                    <a:pt x="3700" y="2052"/>
                  </a:lnTo>
                  <a:lnTo>
                    <a:pt x="3680" y="2060"/>
                  </a:lnTo>
                  <a:cubicBezTo>
                    <a:pt x="3676" y="2060"/>
                    <a:pt x="3668" y="2060"/>
                    <a:pt x="3664" y="2064"/>
                  </a:cubicBezTo>
                  <a:cubicBezTo>
                    <a:pt x="3636" y="2072"/>
                    <a:pt x="3608" y="2076"/>
                    <a:pt x="3580" y="2080"/>
                  </a:cubicBezTo>
                  <a:cubicBezTo>
                    <a:pt x="3452" y="2100"/>
                    <a:pt x="3328" y="2108"/>
                    <a:pt x="3200" y="2108"/>
                  </a:cubicBezTo>
                  <a:cubicBezTo>
                    <a:pt x="3068" y="2108"/>
                    <a:pt x="2936" y="2104"/>
                    <a:pt x="2808" y="2088"/>
                  </a:cubicBezTo>
                  <a:cubicBezTo>
                    <a:pt x="2743" y="2075"/>
                    <a:pt x="2678" y="2069"/>
                    <a:pt x="2613" y="2069"/>
                  </a:cubicBezTo>
                  <a:cubicBezTo>
                    <a:pt x="2539" y="2069"/>
                    <a:pt x="2465" y="2077"/>
                    <a:pt x="2392" y="2092"/>
                  </a:cubicBezTo>
                  <a:cubicBezTo>
                    <a:pt x="2328" y="2104"/>
                    <a:pt x="2260" y="2120"/>
                    <a:pt x="2196" y="2144"/>
                  </a:cubicBezTo>
                  <a:cubicBezTo>
                    <a:pt x="2164" y="2156"/>
                    <a:pt x="2136" y="2168"/>
                    <a:pt x="2104" y="2184"/>
                  </a:cubicBezTo>
                  <a:cubicBezTo>
                    <a:pt x="2068" y="2200"/>
                    <a:pt x="2036" y="2224"/>
                    <a:pt x="2016" y="2252"/>
                  </a:cubicBezTo>
                  <a:cubicBezTo>
                    <a:pt x="2008" y="2268"/>
                    <a:pt x="2004" y="2284"/>
                    <a:pt x="2004" y="2300"/>
                  </a:cubicBezTo>
                  <a:cubicBezTo>
                    <a:pt x="2004" y="2308"/>
                    <a:pt x="2008" y="2320"/>
                    <a:pt x="2016" y="2328"/>
                  </a:cubicBezTo>
                  <a:cubicBezTo>
                    <a:pt x="2016" y="2332"/>
                    <a:pt x="2020" y="2336"/>
                    <a:pt x="2024" y="2344"/>
                  </a:cubicBezTo>
                  <a:lnTo>
                    <a:pt x="2032" y="2348"/>
                  </a:lnTo>
                  <a:cubicBezTo>
                    <a:pt x="2032" y="2348"/>
                    <a:pt x="2032" y="2348"/>
                    <a:pt x="2032" y="2352"/>
                  </a:cubicBezTo>
                  <a:cubicBezTo>
                    <a:pt x="2036" y="2356"/>
                    <a:pt x="2036" y="2360"/>
                    <a:pt x="2040" y="2364"/>
                  </a:cubicBezTo>
                  <a:cubicBezTo>
                    <a:pt x="2044" y="2388"/>
                    <a:pt x="2048" y="2412"/>
                    <a:pt x="2044" y="2440"/>
                  </a:cubicBezTo>
                  <a:cubicBezTo>
                    <a:pt x="2040" y="2492"/>
                    <a:pt x="2032" y="2548"/>
                    <a:pt x="2020" y="2600"/>
                  </a:cubicBezTo>
                  <a:cubicBezTo>
                    <a:pt x="1992" y="2700"/>
                    <a:pt x="1960" y="2800"/>
                    <a:pt x="1916" y="2896"/>
                  </a:cubicBezTo>
                  <a:cubicBezTo>
                    <a:pt x="1896" y="2940"/>
                    <a:pt x="1876" y="2984"/>
                    <a:pt x="1852" y="3024"/>
                  </a:cubicBezTo>
                  <a:cubicBezTo>
                    <a:pt x="1844" y="3044"/>
                    <a:pt x="1832" y="3068"/>
                    <a:pt x="1824" y="3088"/>
                  </a:cubicBezTo>
                  <a:cubicBezTo>
                    <a:pt x="1812" y="3112"/>
                    <a:pt x="1808" y="3136"/>
                    <a:pt x="1800" y="3156"/>
                  </a:cubicBezTo>
                  <a:cubicBezTo>
                    <a:pt x="1780" y="3236"/>
                    <a:pt x="1796" y="3320"/>
                    <a:pt x="1840" y="3393"/>
                  </a:cubicBezTo>
                  <a:cubicBezTo>
                    <a:pt x="1868" y="3433"/>
                    <a:pt x="1904" y="3465"/>
                    <a:pt x="1944" y="3493"/>
                  </a:cubicBezTo>
                  <a:cubicBezTo>
                    <a:pt x="1952" y="3497"/>
                    <a:pt x="1960" y="3501"/>
                    <a:pt x="1968" y="3505"/>
                  </a:cubicBezTo>
                  <a:cubicBezTo>
                    <a:pt x="1912" y="3589"/>
                    <a:pt x="1860" y="3681"/>
                    <a:pt x="1820" y="3777"/>
                  </a:cubicBezTo>
                  <a:cubicBezTo>
                    <a:pt x="1800" y="3821"/>
                    <a:pt x="1780" y="3865"/>
                    <a:pt x="1768" y="3913"/>
                  </a:cubicBezTo>
                  <a:cubicBezTo>
                    <a:pt x="1756" y="3957"/>
                    <a:pt x="1744" y="4001"/>
                    <a:pt x="1740" y="4049"/>
                  </a:cubicBezTo>
                  <a:cubicBezTo>
                    <a:pt x="1684" y="4021"/>
                    <a:pt x="1632" y="3997"/>
                    <a:pt x="1576" y="3977"/>
                  </a:cubicBezTo>
                  <a:cubicBezTo>
                    <a:pt x="1508" y="3945"/>
                    <a:pt x="1436" y="3925"/>
                    <a:pt x="1360" y="3909"/>
                  </a:cubicBezTo>
                  <a:cubicBezTo>
                    <a:pt x="1340" y="3905"/>
                    <a:pt x="1320" y="3905"/>
                    <a:pt x="1300" y="3905"/>
                  </a:cubicBezTo>
                  <a:lnTo>
                    <a:pt x="1248" y="3905"/>
                  </a:lnTo>
                  <a:cubicBezTo>
                    <a:pt x="1212" y="3901"/>
                    <a:pt x="1176" y="3897"/>
                    <a:pt x="1140" y="3893"/>
                  </a:cubicBezTo>
                  <a:cubicBezTo>
                    <a:pt x="1068" y="3885"/>
                    <a:pt x="996" y="3877"/>
                    <a:pt x="924" y="3865"/>
                  </a:cubicBezTo>
                  <a:lnTo>
                    <a:pt x="708" y="3837"/>
                  </a:lnTo>
                  <a:lnTo>
                    <a:pt x="620" y="3837"/>
                  </a:lnTo>
                  <a:cubicBezTo>
                    <a:pt x="608" y="3837"/>
                    <a:pt x="596" y="3837"/>
                    <a:pt x="584" y="3841"/>
                  </a:cubicBezTo>
                  <a:cubicBezTo>
                    <a:pt x="540" y="3849"/>
                    <a:pt x="500" y="3865"/>
                    <a:pt x="464" y="3885"/>
                  </a:cubicBezTo>
                  <a:cubicBezTo>
                    <a:pt x="396" y="3925"/>
                    <a:pt x="332" y="3969"/>
                    <a:pt x="276" y="4021"/>
                  </a:cubicBezTo>
                  <a:cubicBezTo>
                    <a:pt x="220" y="4069"/>
                    <a:pt x="168" y="4125"/>
                    <a:pt x="120" y="4181"/>
                  </a:cubicBezTo>
                  <a:lnTo>
                    <a:pt x="0" y="4313"/>
                  </a:lnTo>
                  <a:lnTo>
                    <a:pt x="0" y="4313"/>
                  </a:lnTo>
                  <a:lnTo>
                    <a:pt x="160" y="4241"/>
                  </a:lnTo>
                  <a:cubicBezTo>
                    <a:pt x="197" y="4222"/>
                    <a:pt x="237" y="4213"/>
                    <a:pt x="278" y="4213"/>
                  </a:cubicBezTo>
                  <a:cubicBezTo>
                    <a:pt x="308" y="4213"/>
                    <a:pt x="339" y="4218"/>
                    <a:pt x="368" y="4229"/>
                  </a:cubicBezTo>
                  <a:cubicBezTo>
                    <a:pt x="400" y="4241"/>
                    <a:pt x="432" y="4257"/>
                    <a:pt x="460" y="4285"/>
                  </a:cubicBezTo>
                  <a:cubicBezTo>
                    <a:pt x="484" y="4313"/>
                    <a:pt x="508" y="4341"/>
                    <a:pt x="532" y="4373"/>
                  </a:cubicBezTo>
                  <a:cubicBezTo>
                    <a:pt x="576" y="4437"/>
                    <a:pt x="620" y="4505"/>
                    <a:pt x="664" y="4569"/>
                  </a:cubicBezTo>
                  <a:lnTo>
                    <a:pt x="796" y="4769"/>
                  </a:lnTo>
                  <a:cubicBezTo>
                    <a:pt x="880" y="4905"/>
                    <a:pt x="980" y="5033"/>
                    <a:pt x="1096" y="5149"/>
                  </a:cubicBezTo>
                  <a:cubicBezTo>
                    <a:pt x="1156" y="5213"/>
                    <a:pt x="1228" y="5261"/>
                    <a:pt x="1308" y="5293"/>
                  </a:cubicBezTo>
                  <a:cubicBezTo>
                    <a:pt x="1332" y="5301"/>
                    <a:pt x="1356" y="5309"/>
                    <a:pt x="1380" y="5313"/>
                  </a:cubicBezTo>
                  <a:cubicBezTo>
                    <a:pt x="1392" y="5317"/>
                    <a:pt x="1404" y="5317"/>
                    <a:pt x="1420" y="5317"/>
                  </a:cubicBezTo>
                  <a:lnTo>
                    <a:pt x="1448" y="5317"/>
                  </a:lnTo>
                  <a:cubicBezTo>
                    <a:pt x="1484" y="5317"/>
                    <a:pt x="1520" y="5317"/>
                    <a:pt x="1560" y="5325"/>
                  </a:cubicBezTo>
                  <a:cubicBezTo>
                    <a:pt x="1632" y="5337"/>
                    <a:pt x="1704" y="5353"/>
                    <a:pt x="1784" y="5369"/>
                  </a:cubicBezTo>
                  <a:cubicBezTo>
                    <a:pt x="1860" y="5385"/>
                    <a:pt x="1936" y="5405"/>
                    <a:pt x="2008" y="5429"/>
                  </a:cubicBezTo>
                  <a:cubicBezTo>
                    <a:pt x="2164" y="5465"/>
                    <a:pt x="2312" y="5509"/>
                    <a:pt x="2472" y="5541"/>
                  </a:cubicBezTo>
                  <a:cubicBezTo>
                    <a:pt x="2548" y="5561"/>
                    <a:pt x="2632" y="5573"/>
                    <a:pt x="2712" y="5585"/>
                  </a:cubicBezTo>
                  <a:cubicBezTo>
                    <a:pt x="2719" y="5585"/>
                    <a:pt x="2726" y="5585"/>
                    <a:pt x="2734" y="5585"/>
                  </a:cubicBezTo>
                  <a:cubicBezTo>
                    <a:pt x="2811" y="5585"/>
                    <a:pt x="2891" y="5566"/>
                    <a:pt x="2960" y="5533"/>
                  </a:cubicBezTo>
                  <a:cubicBezTo>
                    <a:pt x="3036" y="5501"/>
                    <a:pt x="3108" y="5465"/>
                    <a:pt x="3176" y="5425"/>
                  </a:cubicBezTo>
                  <a:cubicBezTo>
                    <a:pt x="3212" y="5401"/>
                    <a:pt x="3248" y="5381"/>
                    <a:pt x="3284" y="5357"/>
                  </a:cubicBezTo>
                  <a:cubicBezTo>
                    <a:pt x="3306" y="5359"/>
                    <a:pt x="3328" y="5360"/>
                    <a:pt x="3350" y="5360"/>
                  </a:cubicBezTo>
                  <a:cubicBezTo>
                    <a:pt x="3372" y="5360"/>
                    <a:pt x="3394" y="5359"/>
                    <a:pt x="3416" y="5357"/>
                  </a:cubicBezTo>
                  <a:cubicBezTo>
                    <a:pt x="3440" y="5357"/>
                    <a:pt x="3472" y="5349"/>
                    <a:pt x="3496" y="5345"/>
                  </a:cubicBezTo>
                  <a:cubicBezTo>
                    <a:pt x="3516" y="5341"/>
                    <a:pt x="3532" y="5337"/>
                    <a:pt x="3548" y="5333"/>
                  </a:cubicBezTo>
                  <a:lnTo>
                    <a:pt x="3568" y="5329"/>
                  </a:lnTo>
                  <a:lnTo>
                    <a:pt x="3704" y="5293"/>
                  </a:lnTo>
                  <a:lnTo>
                    <a:pt x="3712" y="5293"/>
                  </a:lnTo>
                  <a:cubicBezTo>
                    <a:pt x="3692" y="5313"/>
                    <a:pt x="3676" y="5333"/>
                    <a:pt x="3660" y="5357"/>
                  </a:cubicBezTo>
                  <a:cubicBezTo>
                    <a:pt x="3640" y="5393"/>
                    <a:pt x="3624" y="5429"/>
                    <a:pt x="3616" y="5469"/>
                  </a:cubicBezTo>
                  <a:cubicBezTo>
                    <a:pt x="3612" y="5489"/>
                    <a:pt x="3612" y="5509"/>
                    <a:pt x="3612" y="5533"/>
                  </a:cubicBezTo>
                  <a:cubicBezTo>
                    <a:pt x="3612" y="5553"/>
                    <a:pt x="3612" y="5573"/>
                    <a:pt x="3616" y="5593"/>
                  </a:cubicBezTo>
                  <a:lnTo>
                    <a:pt x="3616" y="5621"/>
                  </a:lnTo>
                  <a:lnTo>
                    <a:pt x="3648" y="5629"/>
                  </a:lnTo>
                  <a:cubicBezTo>
                    <a:pt x="3688" y="5637"/>
                    <a:pt x="3728" y="5641"/>
                    <a:pt x="3768" y="5645"/>
                  </a:cubicBezTo>
                  <a:cubicBezTo>
                    <a:pt x="3808" y="5649"/>
                    <a:pt x="3848" y="5653"/>
                    <a:pt x="3892" y="5657"/>
                  </a:cubicBezTo>
                  <a:cubicBezTo>
                    <a:pt x="3932" y="5657"/>
                    <a:pt x="3972" y="5653"/>
                    <a:pt x="4016" y="5649"/>
                  </a:cubicBezTo>
                  <a:cubicBezTo>
                    <a:pt x="4036" y="5649"/>
                    <a:pt x="4060" y="5645"/>
                    <a:pt x="4080" y="5641"/>
                  </a:cubicBezTo>
                  <a:lnTo>
                    <a:pt x="4108" y="5637"/>
                  </a:lnTo>
                  <a:cubicBezTo>
                    <a:pt x="4120" y="5633"/>
                    <a:pt x="4132" y="5629"/>
                    <a:pt x="4144" y="5625"/>
                  </a:cubicBezTo>
                  <a:cubicBezTo>
                    <a:pt x="4164" y="5617"/>
                    <a:pt x="4184" y="5605"/>
                    <a:pt x="4204" y="5597"/>
                  </a:cubicBezTo>
                  <a:cubicBezTo>
                    <a:pt x="4224" y="5585"/>
                    <a:pt x="4244" y="5573"/>
                    <a:pt x="4260" y="5561"/>
                  </a:cubicBezTo>
                  <a:cubicBezTo>
                    <a:pt x="4296" y="5537"/>
                    <a:pt x="4328" y="5513"/>
                    <a:pt x="4360" y="5485"/>
                  </a:cubicBezTo>
                  <a:cubicBezTo>
                    <a:pt x="4392" y="5457"/>
                    <a:pt x="4420" y="5429"/>
                    <a:pt x="4448" y="5397"/>
                  </a:cubicBezTo>
                  <a:cubicBezTo>
                    <a:pt x="4456" y="5425"/>
                    <a:pt x="4460" y="5445"/>
                    <a:pt x="4464" y="5469"/>
                  </a:cubicBezTo>
                  <a:cubicBezTo>
                    <a:pt x="4476" y="5501"/>
                    <a:pt x="4484" y="5533"/>
                    <a:pt x="4500" y="5565"/>
                  </a:cubicBezTo>
                  <a:cubicBezTo>
                    <a:pt x="4504" y="5581"/>
                    <a:pt x="4516" y="5597"/>
                    <a:pt x="4524" y="5613"/>
                  </a:cubicBezTo>
                  <a:cubicBezTo>
                    <a:pt x="4528" y="5621"/>
                    <a:pt x="4532" y="5625"/>
                    <a:pt x="4540" y="5633"/>
                  </a:cubicBezTo>
                  <a:lnTo>
                    <a:pt x="4556" y="5653"/>
                  </a:lnTo>
                  <a:cubicBezTo>
                    <a:pt x="4568" y="5665"/>
                    <a:pt x="4584" y="5677"/>
                    <a:pt x="4600" y="5685"/>
                  </a:cubicBezTo>
                  <a:cubicBezTo>
                    <a:pt x="4612" y="5697"/>
                    <a:pt x="4628" y="5705"/>
                    <a:pt x="4644" y="5709"/>
                  </a:cubicBezTo>
                  <a:cubicBezTo>
                    <a:pt x="4676" y="5725"/>
                    <a:pt x="4704" y="5733"/>
                    <a:pt x="4736" y="5741"/>
                  </a:cubicBezTo>
                  <a:cubicBezTo>
                    <a:pt x="4796" y="5757"/>
                    <a:pt x="4860" y="5769"/>
                    <a:pt x="4920" y="5777"/>
                  </a:cubicBezTo>
                  <a:lnTo>
                    <a:pt x="4932" y="5777"/>
                  </a:lnTo>
                  <a:cubicBezTo>
                    <a:pt x="4972" y="5761"/>
                    <a:pt x="5008" y="5741"/>
                    <a:pt x="5044" y="5721"/>
                  </a:cubicBezTo>
                  <a:cubicBezTo>
                    <a:pt x="5080" y="5697"/>
                    <a:pt x="5112" y="5673"/>
                    <a:pt x="5144" y="5645"/>
                  </a:cubicBezTo>
                  <a:cubicBezTo>
                    <a:pt x="5176" y="5617"/>
                    <a:pt x="5204" y="5585"/>
                    <a:pt x="5228" y="5549"/>
                  </a:cubicBezTo>
                  <a:cubicBezTo>
                    <a:pt x="5240" y="5533"/>
                    <a:pt x="5252" y="5513"/>
                    <a:pt x="5260" y="5493"/>
                  </a:cubicBezTo>
                  <a:cubicBezTo>
                    <a:pt x="5268" y="5473"/>
                    <a:pt x="5276" y="5453"/>
                    <a:pt x="5280" y="5433"/>
                  </a:cubicBezTo>
                  <a:cubicBezTo>
                    <a:pt x="5292" y="5389"/>
                    <a:pt x="5296" y="5345"/>
                    <a:pt x="5296" y="5301"/>
                  </a:cubicBezTo>
                  <a:cubicBezTo>
                    <a:pt x="5292" y="5261"/>
                    <a:pt x="5288" y="5221"/>
                    <a:pt x="5284" y="5177"/>
                  </a:cubicBezTo>
                  <a:cubicBezTo>
                    <a:pt x="5276" y="5141"/>
                    <a:pt x="5272" y="5101"/>
                    <a:pt x="5272" y="5061"/>
                  </a:cubicBezTo>
                  <a:cubicBezTo>
                    <a:pt x="5268" y="5045"/>
                    <a:pt x="5272" y="5029"/>
                    <a:pt x="5276" y="5013"/>
                  </a:cubicBezTo>
                  <a:cubicBezTo>
                    <a:pt x="5276" y="5005"/>
                    <a:pt x="5280" y="4997"/>
                    <a:pt x="5284" y="4993"/>
                  </a:cubicBezTo>
                  <a:cubicBezTo>
                    <a:pt x="5312" y="4985"/>
                    <a:pt x="5340" y="4981"/>
                    <a:pt x="5368" y="4977"/>
                  </a:cubicBezTo>
                  <a:lnTo>
                    <a:pt x="5468" y="4977"/>
                  </a:lnTo>
                  <a:cubicBezTo>
                    <a:pt x="5484" y="4981"/>
                    <a:pt x="5500" y="4981"/>
                    <a:pt x="5512" y="4985"/>
                  </a:cubicBezTo>
                  <a:cubicBezTo>
                    <a:pt x="5528" y="4989"/>
                    <a:pt x="5548" y="4993"/>
                    <a:pt x="5564" y="4997"/>
                  </a:cubicBezTo>
                  <a:lnTo>
                    <a:pt x="5668" y="5029"/>
                  </a:lnTo>
                  <a:cubicBezTo>
                    <a:pt x="5744" y="5053"/>
                    <a:pt x="5820" y="5069"/>
                    <a:pt x="5900" y="5073"/>
                  </a:cubicBezTo>
                  <a:cubicBezTo>
                    <a:pt x="5912" y="5074"/>
                    <a:pt x="5924" y="5074"/>
                    <a:pt x="5936" y="5074"/>
                  </a:cubicBezTo>
                  <a:cubicBezTo>
                    <a:pt x="5966" y="5074"/>
                    <a:pt x="5996" y="5071"/>
                    <a:pt x="6024" y="5069"/>
                  </a:cubicBezTo>
                  <a:cubicBezTo>
                    <a:pt x="6064" y="5065"/>
                    <a:pt x="6108" y="5053"/>
                    <a:pt x="6148" y="5037"/>
                  </a:cubicBezTo>
                  <a:lnTo>
                    <a:pt x="6156" y="5033"/>
                  </a:lnTo>
                  <a:lnTo>
                    <a:pt x="6168" y="5025"/>
                  </a:lnTo>
                  <a:cubicBezTo>
                    <a:pt x="6180" y="5013"/>
                    <a:pt x="6192" y="5001"/>
                    <a:pt x="6200" y="4989"/>
                  </a:cubicBezTo>
                  <a:cubicBezTo>
                    <a:pt x="6212" y="4977"/>
                    <a:pt x="6224" y="4965"/>
                    <a:pt x="6232" y="4953"/>
                  </a:cubicBezTo>
                  <a:cubicBezTo>
                    <a:pt x="6252" y="4921"/>
                    <a:pt x="6264" y="4885"/>
                    <a:pt x="6272" y="4853"/>
                  </a:cubicBezTo>
                  <a:cubicBezTo>
                    <a:pt x="6276" y="4829"/>
                    <a:pt x="6276" y="4809"/>
                    <a:pt x="6272" y="4789"/>
                  </a:cubicBezTo>
                  <a:cubicBezTo>
                    <a:pt x="6268" y="4777"/>
                    <a:pt x="6268" y="4765"/>
                    <a:pt x="6260" y="4757"/>
                  </a:cubicBezTo>
                  <a:lnTo>
                    <a:pt x="6256" y="4741"/>
                  </a:lnTo>
                  <a:lnTo>
                    <a:pt x="6252" y="4733"/>
                  </a:lnTo>
                  <a:lnTo>
                    <a:pt x="6252" y="4729"/>
                  </a:lnTo>
                  <a:lnTo>
                    <a:pt x="6248" y="4721"/>
                  </a:lnTo>
                  <a:lnTo>
                    <a:pt x="6236" y="4705"/>
                  </a:lnTo>
                  <a:cubicBezTo>
                    <a:pt x="6228" y="4697"/>
                    <a:pt x="6220" y="4693"/>
                    <a:pt x="6212" y="4685"/>
                  </a:cubicBezTo>
                  <a:cubicBezTo>
                    <a:pt x="6204" y="4673"/>
                    <a:pt x="6188" y="4661"/>
                    <a:pt x="6176" y="4653"/>
                  </a:cubicBezTo>
                  <a:cubicBezTo>
                    <a:pt x="6132" y="4617"/>
                    <a:pt x="6080" y="4589"/>
                    <a:pt x="6028" y="4565"/>
                  </a:cubicBezTo>
                  <a:lnTo>
                    <a:pt x="5996" y="4549"/>
                  </a:lnTo>
                  <a:cubicBezTo>
                    <a:pt x="6020" y="4533"/>
                    <a:pt x="6044" y="4517"/>
                    <a:pt x="6072" y="4505"/>
                  </a:cubicBezTo>
                  <a:cubicBezTo>
                    <a:pt x="6088" y="4501"/>
                    <a:pt x="6100" y="4493"/>
                    <a:pt x="6116" y="4489"/>
                  </a:cubicBezTo>
                  <a:cubicBezTo>
                    <a:pt x="6128" y="4485"/>
                    <a:pt x="6140" y="4485"/>
                    <a:pt x="6152" y="4485"/>
                  </a:cubicBezTo>
                  <a:lnTo>
                    <a:pt x="6188" y="4485"/>
                  </a:lnTo>
                  <a:lnTo>
                    <a:pt x="6204" y="4481"/>
                  </a:lnTo>
                  <a:lnTo>
                    <a:pt x="6228" y="4473"/>
                  </a:lnTo>
                  <a:cubicBezTo>
                    <a:pt x="6236" y="4469"/>
                    <a:pt x="6240" y="4469"/>
                    <a:pt x="6248" y="4465"/>
                  </a:cubicBezTo>
                  <a:lnTo>
                    <a:pt x="6264" y="4453"/>
                  </a:lnTo>
                  <a:cubicBezTo>
                    <a:pt x="6272" y="4449"/>
                    <a:pt x="6280" y="4441"/>
                    <a:pt x="6292" y="4433"/>
                  </a:cubicBezTo>
                  <a:cubicBezTo>
                    <a:pt x="6324" y="4409"/>
                    <a:pt x="6352" y="4381"/>
                    <a:pt x="6380" y="4349"/>
                  </a:cubicBezTo>
                  <a:cubicBezTo>
                    <a:pt x="6404" y="4317"/>
                    <a:pt x="6428" y="4289"/>
                    <a:pt x="6452" y="4257"/>
                  </a:cubicBezTo>
                  <a:cubicBezTo>
                    <a:pt x="6500" y="4193"/>
                    <a:pt x="6544" y="4129"/>
                    <a:pt x="6584" y="4065"/>
                  </a:cubicBezTo>
                  <a:lnTo>
                    <a:pt x="6608" y="4021"/>
                  </a:lnTo>
                  <a:lnTo>
                    <a:pt x="6564" y="4017"/>
                  </a:lnTo>
                  <a:cubicBezTo>
                    <a:pt x="6524" y="4013"/>
                    <a:pt x="6488" y="4013"/>
                    <a:pt x="6448" y="4013"/>
                  </a:cubicBezTo>
                  <a:lnTo>
                    <a:pt x="6412" y="4013"/>
                  </a:lnTo>
                  <a:lnTo>
                    <a:pt x="6376" y="4017"/>
                  </a:lnTo>
                  <a:cubicBezTo>
                    <a:pt x="6496" y="3921"/>
                    <a:pt x="6612" y="3821"/>
                    <a:pt x="6728" y="3721"/>
                  </a:cubicBezTo>
                  <a:cubicBezTo>
                    <a:pt x="6856" y="3605"/>
                    <a:pt x="6984" y="3489"/>
                    <a:pt x="7108" y="3365"/>
                  </a:cubicBezTo>
                  <a:cubicBezTo>
                    <a:pt x="7232" y="3244"/>
                    <a:pt x="7352" y="3116"/>
                    <a:pt x="7464" y="2980"/>
                  </a:cubicBezTo>
                  <a:cubicBezTo>
                    <a:pt x="7520" y="2912"/>
                    <a:pt x="7572" y="2836"/>
                    <a:pt x="7616" y="2756"/>
                  </a:cubicBezTo>
                  <a:cubicBezTo>
                    <a:pt x="7628" y="2732"/>
                    <a:pt x="7640" y="2712"/>
                    <a:pt x="7648" y="2688"/>
                  </a:cubicBezTo>
                  <a:lnTo>
                    <a:pt x="7652" y="2668"/>
                  </a:lnTo>
                  <a:lnTo>
                    <a:pt x="7656" y="2652"/>
                  </a:lnTo>
                  <a:lnTo>
                    <a:pt x="7668" y="2620"/>
                  </a:lnTo>
                  <a:lnTo>
                    <a:pt x="7704" y="2500"/>
                  </a:lnTo>
                  <a:cubicBezTo>
                    <a:pt x="7800" y="2172"/>
                    <a:pt x="7912" y="1844"/>
                    <a:pt x="8008" y="1512"/>
                  </a:cubicBezTo>
                  <a:lnTo>
                    <a:pt x="8044" y="1384"/>
                  </a:lnTo>
                  <a:cubicBezTo>
                    <a:pt x="8052" y="1344"/>
                    <a:pt x="8064" y="1300"/>
                    <a:pt x="8072" y="1252"/>
                  </a:cubicBezTo>
                  <a:cubicBezTo>
                    <a:pt x="8088" y="1160"/>
                    <a:pt x="8084" y="1068"/>
                    <a:pt x="8064" y="976"/>
                  </a:cubicBezTo>
                  <a:cubicBezTo>
                    <a:pt x="8044" y="888"/>
                    <a:pt x="8012" y="800"/>
                    <a:pt x="7964" y="724"/>
                  </a:cubicBezTo>
                  <a:cubicBezTo>
                    <a:pt x="7916" y="644"/>
                    <a:pt x="7860" y="576"/>
                    <a:pt x="7792" y="512"/>
                  </a:cubicBezTo>
                  <a:lnTo>
                    <a:pt x="7732" y="456"/>
                  </a:lnTo>
                  <a:lnTo>
                    <a:pt x="7732" y="540"/>
                  </a:lnTo>
                  <a:cubicBezTo>
                    <a:pt x="7724" y="648"/>
                    <a:pt x="7704" y="756"/>
                    <a:pt x="7668" y="856"/>
                  </a:cubicBezTo>
                  <a:cubicBezTo>
                    <a:pt x="7632" y="964"/>
                    <a:pt x="7588" y="1064"/>
                    <a:pt x="7536" y="1160"/>
                  </a:cubicBezTo>
                  <a:cubicBezTo>
                    <a:pt x="7484" y="1260"/>
                    <a:pt x="7428" y="1356"/>
                    <a:pt x="7364" y="1448"/>
                  </a:cubicBezTo>
                  <a:cubicBezTo>
                    <a:pt x="7336" y="1484"/>
                    <a:pt x="7308" y="1520"/>
                    <a:pt x="7284" y="1560"/>
                  </a:cubicBezTo>
                  <a:lnTo>
                    <a:pt x="7308" y="1476"/>
                  </a:lnTo>
                  <a:cubicBezTo>
                    <a:pt x="7316" y="1444"/>
                    <a:pt x="7328" y="1408"/>
                    <a:pt x="7328" y="1372"/>
                  </a:cubicBezTo>
                  <a:cubicBezTo>
                    <a:pt x="7328" y="1336"/>
                    <a:pt x="7332" y="1304"/>
                    <a:pt x="7332" y="1268"/>
                  </a:cubicBezTo>
                  <a:cubicBezTo>
                    <a:pt x="7332" y="1232"/>
                    <a:pt x="7328" y="1196"/>
                    <a:pt x="7324" y="1160"/>
                  </a:cubicBezTo>
                  <a:cubicBezTo>
                    <a:pt x="7320" y="1124"/>
                    <a:pt x="7312" y="1092"/>
                    <a:pt x="7304" y="1056"/>
                  </a:cubicBezTo>
                  <a:cubicBezTo>
                    <a:pt x="7296" y="1024"/>
                    <a:pt x="7284" y="988"/>
                    <a:pt x="7272" y="956"/>
                  </a:cubicBezTo>
                  <a:cubicBezTo>
                    <a:pt x="7264" y="920"/>
                    <a:pt x="7248" y="888"/>
                    <a:pt x="7236" y="856"/>
                  </a:cubicBezTo>
                  <a:cubicBezTo>
                    <a:pt x="7208" y="792"/>
                    <a:pt x="7176" y="728"/>
                    <a:pt x="7140" y="668"/>
                  </a:cubicBezTo>
                  <a:lnTo>
                    <a:pt x="7092" y="580"/>
                  </a:lnTo>
                  <a:lnTo>
                    <a:pt x="7072" y="544"/>
                  </a:lnTo>
                  <a:lnTo>
                    <a:pt x="7064" y="520"/>
                  </a:lnTo>
                  <a:lnTo>
                    <a:pt x="7064" y="512"/>
                  </a:lnTo>
                  <a:cubicBezTo>
                    <a:pt x="7060" y="488"/>
                    <a:pt x="7064" y="460"/>
                    <a:pt x="7068" y="436"/>
                  </a:cubicBezTo>
                  <a:cubicBezTo>
                    <a:pt x="7076" y="404"/>
                    <a:pt x="7084" y="376"/>
                    <a:pt x="7096" y="348"/>
                  </a:cubicBezTo>
                  <a:cubicBezTo>
                    <a:pt x="7108" y="316"/>
                    <a:pt x="7120" y="288"/>
                    <a:pt x="7132" y="260"/>
                  </a:cubicBezTo>
                  <a:cubicBezTo>
                    <a:pt x="7144" y="228"/>
                    <a:pt x="7160" y="200"/>
                    <a:pt x="7172" y="172"/>
                  </a:cubicBezTo>
                  <a:lnTo>
                    <a:pt x="726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65"/>
            <p:cNvSpPr/>
            <p:nvPr/>
          </p:nvSpPr>
          <p:spPr>
            <a:xfrm flipH="1">
              <a:off x="7805469" y="1814783"/>
              <a:ext cx="412734" cy="237904"/>
            </a:xfrm>
            <a:custGeom>
              <a:avLst/>
              <a:gdLst/>
              <a:ahLst/>
              <a:cxnLst/>
              <a:rect l="l" t="t" r="r" b="b"/>
              <a:pathLst>
                <a:path w="3069" h="1769" extrusionOk="0">
                  <a:moveTo>
                    <a:pt x="2908" y="1"/>
                  </a:moveTo>
                  <a:lnTo>
                    <a:pt x="2792" y="49"/>
                  </a:lnTo>
                  <a:cubicBezTo>
                    <a:pt x="2480" y="473"/>
                    <a:pt x="1924" y="585"/>
                    <a:pt x="1924" y="585"/>
                  </a:cubicBezTo>
                  <a:cubicBezTo>
                    <a:pt x="1744" y="717"/>
                    <a:pt x="1552" y="837"/>
                    <a:pt x="1348" y="933"/>
                  </a:cubicBezTo>
                  <a:cubicBezTo>
                    <a:pt x="1044" y="1077"/>
                    <a:pt x="344" y="1097"/>
                    <a:pt x="108" y="1225"/>
                  </a:cubicBezTo>
                  <a:cubicBezTo>
                    <a:pt x="64" y="1249"/>
                    <a:pt x="24" y="1285"/>
                    <a:pt x="0" y="1325"/>
                  </a:cubicBezTo>
                  <a:lnTo>
                    <a:pt x="20" y="1321"/>
                  </a:lnTo>
                  <a:lnTo>
                    <a:pt x="156" y="1285"/>
                  </a:lnTo>
                  <a:lnTo>
                    <a:pt x="164" y="1285"/>
                  </a:lnTo>
                  <a:cubicBezTo>
                    <a:pt x="144" y="1305"/>
                    <a:pt x="128" y="1325"/>
                    <a:pt x="112" y="1349"/>
                  </a:cubicBezTo>
                  <a:cubicBezTo>
                    <a:pt x="92" y="1385"/>
                    <a:pt x="76" y="1421"/>
                    <a:pt x="68" y="1461"/>
                  </a:cubicBezTo>
                  <a:cubicBezTo>
                    <a:pt x="64" y="1481"/>
                    <a:pt x="64" y="1501"/>
                    <a:pt x="64" y="1525"/>
                  </a:cubicBezTo>
                  <a:cubicBezTo>
                    <a:pt x="64" y="1545"/>
                    <a:pt x="64" y="1565"/>
                    <a:pt x="68" y="1585"/>
                  </a:cubicBezTo>
                  <a:lnTo>
                    <a:pt x="68" y="1613"/>
                  </a:lnTo>
                  <a:lnTo>
                    <a:pt x="100" y="1621"/>
                  </a:lnTo>
                  <a:cubicBezTo>
                    <a:pt x="140" y="1629"/>
                    <a:pt x="180" y="1633"/>
                    <a:pt x="220" y="1637"/>
                  </a:cubicBezTo>
                  <a:cubicBezTo>
                    <a:pt x="260" y="1641"/>
                    <a:pt x="300" y="1645"/>
                    <a:pt x="344" y="1649"/>
                  </a:cubicBezTo>
                  <a:cubicBezTo>
                    <a:pt x="384" y="1649"/>
                    <a:pt x="424" y="1645"/>
                    <a:pt x="468" y="1641"/>
                  </a:cubicBezTo>
                  <a:cubicBezTo>
                    <a:pt x="488" y="1641"/>
                    <a:pt x="512" y="1637"/>
                    <a:pt x="532" y="1633"/>
                  </a:cubicBezTo>
                  <a:lnTo>
                    <a:pt x="560" y="1629"/>
                  </a:lnTo>
                  <a:cubicBezTo>
                    <a:pt x="572" y="1625"/>
                    <a:pt x="584" y="1621"/>
                    <a:pt x="596" y="1617"/>
                  </a:cubicBezTo>
                  <a:cubicBezTo>
                    <a:pt x="616" y="1609"/>
                    <a:pt x="636" y="1597"/>
                    <a:pt x="656" y="1589"/>
                  </a:cubicBezTo>
                  <a:cubicBezTo>
                    <a:pt x="676" y="1577"/>
                    <a:pt x="696" y="1565"/>
                    <a:pt x="712" y="1553"/>
                  </a:cubicBezTo>
                  <a:cubicBezTo>
                    <a:pt x="748" y="1529"/>
                    <a:pt x="780" y="1505"/>
                    <a:pt x="812" y="1477"/>
                  </a:cubicBezTo>
                  <a:cubicBezTo>
                    <a:pt x="844" y="1449"/>
                    <a:pt x="872" y="1421"/>
                    <a:pt x="900" y="1389"/>
                  </a:cubicBezTo>
                  <a:cubicBezTo>
                    <a:pt x="908" y="1417"/>
                    <a:pt x="912" y="1437"/>
                    <a:pt x="916" y="1461"/>
                  </a:cubicBezTo>
                  <a:cubicBezTo>
                    <a:pt x="928" y="1493"/>
                    <a:pt x="936" y="1525"/>
                    <a:pt x="952" y="1557"/>
                  </a:cubicBezTo>
                  <a:cubicBezTo>
                    <a:pt x="956" y="1573"/>
                    <a:pt x="968" y="1589"/>
                    <a:pt x="976" y="1605"/>
                  </a:cubicBezTo>
                  <a:cubicBezTo>
                    <a:pt x="980" y="1613"/>
                    <a:pt x="984" y="1617"/>
                    <a:pt x="992" y="1625"/>
                  </a:cubicBezTo>
                  <a:lnTo>
                    <a:pt x="1008" y="1645"/>
                  </a:lnTo>
                  <a:cubicBezTo>
                    <a:pt x="1020" y="1657"/>
                    <a:pt x="1036" y="1669"/>
                    <a:pt x="1052" y="1677"/>
                  </a:cubicBezTo>
                  <a:cubicBezTo>
                    <a:pt x="1064" y="1689"/>
                    <a:pt x="1080" y="1697"/>
                    <a:pt x="1096" y="1701"/>
                  </a:cubicBezTo>
                  <a:cubicBezTo>
                    <a:pt x="1128" y="1717"/>
                    <a:pt x="1156" y="1725"/>
                    <a:pt x="1188" y="1733"/>
                  </a:cubicBezTo>
                  <a:cubicBezTo>
                    <a:pt x="1248" y="1749"/>
                    <a:pt x="1312" y="1761"/>
                    <a:pt x="1372" y="1769"/>
                  </a:cubicBezTo>
                  <a:lnTo>
                    <a:pt x="1384" y="1769"/>
                  </a:lnTo>
                  <a:cubicBezTo>
                    <a:pt x="1424" y="1753"/>
                    <a:pt x="1460" y="1733"/>
                    <a:pt x="1496" y="1713"/>
                  </a:cubicBezTo>
                  <a:cubicBezTo>
                    <a:pt x="1532" y="1689"/>
                    <a:pt x="1564" y="1665"/>
                    <a:pt x="1596" y="1637"/>
                  </a:cubicBezTo>
                  <a:cubicBezTo>
                    <a:pt x="1628" y="1609"/>
                    <a:pt x="1656" y="1577"/>
                    <a:pt x="1680" y="1541"/>
                  </a:cubicBezTo>
                  <a:cubicBezTo>
                    <a:pt x="1692" y="1525"/>
                    <a:pt x="1704" y="1505"/>
                    <a:pt x="1712" y="1485"/>
                  </a:cubicBezTo>
                  <a:cubicBezTo>
                    <a:pt x="1720" y="1465"/>
                    <a:pt x="1728" y="1445"/>
                    <a:pt x="1732" y="1425"/>
                  </a:cubicBezTo>
                  <a:cubicBezTo>
                    <a:pt x="1744" y="1381"/>
                    <a:pt x="1748" y="1337"/>
                    <a:pt x="1748" y="1293"/>
                  </a:cubicBezTo>
                  <a:cubicBezTo>
                    <a:pt x="1744" y="1253"/>
                    <a:pt x="1740" y="1213"/>
                    <a:pt x="1736" y="1169"/>
                  </a:cubicBezTo>
                  <a:cubicBezTo>
                    <a:pt x="1728" y="1133"/>
                    <a:pt x="1724" y="1093"/>
                    <a:pt x="1724" y="1053"/>
                  </a:cubicBezTo>
                  <a:cubicBezTo>
                    <a:pt x="1720" y="1037"/>
                    <a:pt x="1724" y="1021"/>
                    <a:pt x="1728" y="1005"/>
                  </a:cubicBezTo>
                  <a:cubicBezTo>
                    <a:pt x="1728" y="997"/>
                    <a:pt x="1732" y="989"/>
                    <a:pt x="1736" y="985"/>
                  </a:cubicBezTo>
                  <a:cubicBezTo>
                    <a:pt x="1764" y="977"/>
                    <a:pt x="1792" y="973"/>
                    <a:pt x="1820" y="969"/>
                  </a:cubicBezTo>
                  <a:lnTo>
                    <a:pt x="1920" y="969"/>
                  </a:lnTo>
                  <a:cubicBezTo>
                    <a:pt x="1936" y="973"/>
                    <a:pt x="1952" y="973"/>
                    <a:pt x="1964" y="977"/>
                  </a:cubicBezTo>
                  <a:cubicBezTo>
                    <a:pt x="1980" y="981"/>
                    <a:pt x="2000" y="985"/>
                    <a:pt x="2016" y="989"/>
                  </a:cubicBezTo>
                  <a:lnTo>
                    <a:pt x="2120" y="1021"/>
                  </a:lnTo>
                  <a:cubicBezTo>
                    <a:pt x="2196" y="1045"/>
                    <a:pt x="2272" y="1061"/>
                    <a:pt x="2352" y="1065"/>
                  </a:cubicBezTo>
                  <a:cubicBezTo>
                    <a:pt x="2364" y="1066"/>
                    <a:pt x="2376" y="1066"/>
                    <a:pt x="2388" y="1066"/>
                  </a:cubicBezTo>
                  <a:cubicBezTo>
                    <a:pt x="2418" y="1066"/>
                    <a:pt x="2448" y="1063"/>
                    <a:pt x="2476" y="1061"/>
                  </a:cubicBezTo>
                  <a:cubicBezTo>
                    <a:pt x="2516" y="1057"/>
                    <a:pt x="2560" y="1045"/>
                    <a:pt x="2600" y="1029"/>
                  </a:cubicBezTo>
                  <a:lnTo>
                    <a:pt x="2608" y="1025"/>
                  </a:lnTo>
                  <a:lnTo>
                    <a:pt x="2620" y="1017"/>
                  </a:lnTo>
                  <a:cubicBezTo>
                    <a:pt x="2632" y="1005"/>
                    <a:pt x="2644" y="993"/>
                    <a:pt x="2652" y="981"/>
                  </a:cubicBezTo>
                  <a:cubicBezTo>
                    <a:pt x="2664" y="969"/>
                    <a:pt x="2676" y="957"/>
                    <a:pt x="2684" y="945"/>
                  </a:cubicBezTo>
                  <a:cubicBezTo>
                    <a:pt x="2704" y="913"/>
                    <a:pt x="2716" y="877"/>
                    <a:pt x="2724" y="845"/>
                  </a:cubicBezTo>
                  <a:cubicBezTo>
                    <a:pt x="2728" y="821"/>
                    <a:pt x="2728" y="801"/>
                    <a:pt x="2724" y="781"/>
                  </a:cubicBezTo>
                  <a:cubicBezTo>
                    <a:pt x="2720" y="769"/>
                    <a:pt x="2720" y="757"/>
                    <a:pt x="2712" y="749"/>
                  </a:cubicBezTo>
                  <a:lnTo>
                    <a:pt x="2708" y="733"/>
                  </a:lnTo>
                  <a:lnTo>
                    <a:pt x="2704" y="725"/>
                  </a:lnTo>
                  <a:lnTo>
                    <a:pt x="2704" y="717"/>
                  </a:lnTo>
                  <a:lnTo>
                    <a:pt x="2700" y="713"/>
                  </a:lnTo>
                  <a:lnTo>
                    <a:pt x="2688" y="697"/>
                  </a:lnTo>
                  <a:cubicBezTo>
                    <a:pt x="2680" y="689"/>
                    <a:pt x="2672" y="681"/>
                    <a:pt x="2664" y="673"/>
                  </a:cubicBezTo>
                  <a:cubicBezTo>
                    <a:pt x="2656" y="661"/>
                    <a:pt x="2640" y="649"/>
                    <a:pt x="2628" y="641"/>
                  </a:cubicBezTo>
                  <a:cubicBezTo>
                    <a:pt x="2584" y="605"/>
                    <a:pt x="2532" y="577"/>
                    <a:pt x="2480" y="553"/>
                  </a:cubicBezTo>
                  <a:lnTo>
                    <a:pt x="2448" y="537"/>
                  </a:lnTo>
                  <a:cubicBezTo>
                    <a:pt x="2472" y="521"/>
                    <a:pt x="2496" y="509"/>
                    <a:pt x="2524" y="497"/>
                  </a:cubicBezTo>
                  <a:cubicBezTo>
                    <a:pt x="2540" y="489"/>
                    <a:pt x="2552" y="485"/>
                    <a:pt x="2568" y="481"/>
                  </a:cubicBezTo>
                  <a:cubicBezTo>
                    <a:pt x="2580" y="477"/>
                    <a:pt x="2592" y="473"/>
                    <a:pt x="2604" y="473"/>
                  </a:cubicBezTo>
                  <a:lnTo>
                    <a:pt x="2648" y="473"/>
                  </a:lnTo>
                  <a:lnTo>
                    <a:pt x="2660" y="469"/>
                  </a:lnTo>
                  <a:lnTo>
                    <a:pt x="2688" y="461"/>
                  </a:lnTo>
                  <a:cubicBezTo>
                    <a:pt x="2692" y="461"/>
                    <a:pt x="2700" y="457"/>
                    <a:pt x="2708" y="453"/>
                  </a:cubicBezTo>
                  <a:lnTo>
                    <a:pt x="2720" y="445"/>
                  </a:lnTo>
                  <a:cubicBezTo>
                    <a:pt x="2732" y="437"/>
                    <a:pt x="2740" y="433"/>
                    <a:pt x="2748" y="425"/>
                  </a:cubicBezTo>
                  <a:cubicBezTo>
                    <a:pt x="2780" y="397"/>
                    <a:pt x="2812" y="369"/>
                    <a:pt x="2836" y="337"/>
                  </a:cubicBezTo>
                  <a:cubicBezTo>
                    <a:pt x="2860" y="309"/>
                    <a:pt x="2888" y="277"/>
                    <a:pt x="2912" y="245"/>
                  </a:cubicBezTo>
                  <a:cubicBezTo>
                    <a:pt x="2956" y="185"/>
                    <a:pt x="3000" y="121"/>
                    <a:pt x="3040" y="53"/>
                  </a:cubicBezTo>
                  <a:lnTo>
                    <a:pt x="3068" y="13"/>
                  </a:lnTo>
                  <a:lnTo>
                    <a:pt x="3024" y="5"/>
                  </a:lnTo>
                  <a:cubicBezTo>
                    <a:pt x="2988" y="1"/>
                    <a:pt x="2948" y="1"/>
                    <a:pt x="2908" y="1"/>
                  </a:cubicBezTo>
                  <a:close/>
                </a:path>
              </a:pathLst>
            </a:custGeom>
            <a:solidFill>
              <a:srgbClr val="A29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65"/>
            <p:cNvSpPr/>
            <p:nvPr/>
          </p:nvSpPr>
          <p:spPr>
            <a:xfrm flipH="1">
              <a:off x="8056149" y="1682988"/>
              <a:ext cx="380996" cy="268029"/>
            </a:xfrm>
            <a:custGeom>
              <a:avLst/>
              <a:gdLst/>
              <a:ahLst/>
              <a:cxnLst/>
              <a:rect l="l" t="t" r="r" b="b"/>
              <a:pathLst>
                <a:path w="2833" h="1993" extrusionOk="0">
                  <a:moveTo>
                    <a:pt x="580" y="0"/>
                  </a:moveTo>
                  <a:lnTo>
                    <a:pt x="580" y="0"/>
                  </a:lnTo>
                  <a:cubicBezTo>
                    <a:pt x="644" y="132"/>
                    <a:pt x="668" y="280"/>
                    <a:pt x="660" y="429"/>
                  </a:cubicBezTo>
                  <a:lnTo>
                    <a:pt x="460" y="204"/>
                  </a:lnTo>
                  <a:cubicBezTo>
                    <a:pt x="452" y="401"/>
                    <a:pt x="324" y="569"/>
                    <a:pt x="212" y="733"/>
                  </a:cubicBezTo>
                  <a:cubicBezTo>
                    <a:pt x="100" y="897"/>
                    <a:pt x="0" y="1093"/>
                    <a:pt x="52" y="1285"/>
                  </a:cubicBezTo>
                  <a:cubicBezTo>
                    <a:pt x="88" y="1417"/>
                    <a:pt x="196" y="1513"/>
                    <a:pt x="296" y="1605"/>
                  </a:cubicBezTo>
                  <a:lnTo>
                    <a:pt x="596" y="1881"/>
                  </a:lnTo>
                  <a:lnTo>
                    <a:pt x="608" y="1861"/>
                  </a:lnTo>
                  <a:cubicBezTo>
                    <a:pt x="432" y="1757"/>
                    <a:pt x="332" y="1565"/>
                    <a:pt x="348" y="1361"/>
                  </a:cubicBezTo>
                  <a:lnTo>
                    <a:pt x="348" y="1361"/>
                  </a:lnTo>
                  <a:cubicBezTo>
                    <a:pt x="705" y="1741"/>
                    <a:pt x="1203" y="1957"/>
                    <a:pt x="1726" y="1957"/>
                  </a:cubicBezTo>
                  <a:cubicBezTo>
                    <a:pt x="1731" y="1957"/>
                    <a:pt x="1735" y="1957"/>
                    <a:pt x="1740" y="1957"/>
                  </a:cubicBezTo>
                  <a:cubicBezTo>
                    <a:pt x="1368" y="1857"/>
                    <a:pt x="1064" y="1581"/>
                    <a:pt x="932" y="1221"/>
                  </a:cubicBezTo>
                  <a:lnTo>
                    <a:pt x="932" y="1221"/>
                  </a:lnTo>
                  <a:lnTo>
                    <a:pt x="2424" y="1993"/>
                  </a:lnTo>
                  <a:cubicBezTo>
                    <a:pt x="2228" y="1805"/>
                    <a:pt x="2072" y="1581"/>
                    <a:pt x="1960" y="1337"/>
                  </a:cubicBezTo>
                  <a:lnTo>
                    <a:pt x="1960" y="1337"/>
                  </a:lnTo>
                  <a:cubicBezTo>
                    <a:pt x="2136" y="1529"/>
                    <a:pt x="2356" y="1685"/>
                    <a:pt x="2600" y="1785"/>
                  </a:cubicBezTo>
                  <a:cubicBezTo>
                    <a:pt x="2637" y="1805"/>
                    <a:pt x="2680" y="1814"/>
                    <a:pt x="2721" y="1814"/>
                  </a:cubicBezTo>
                  <a:cubicBezTo>
                    <a:pt x="2729" y="1814"/>
                    <a:pt x="2736" y="1813"/>
                    <a:pt x="2744" y="1813"/>
                  </a:cubicBezTo>
                  <a:cubicBezTo>
                    <a:pt x="2792" y="1805"/>
                    <a:pt x="2832" y="1765"/>
                    <a:pt x="2832" y="1713"/>
                  </a:cubicBezTo>
                  <a:cubicBezTo>
                    <a:pt x="2752" y="1701"/>
                    <a:pt x="2700" y="1617"/>
                    <a:pt x="2692" y="1537"/>
                  </a:cubicBezTo>
                  <a:cubicBezTo>
                    <a:pt x="2692" y="1457"/>
                    <a:pt x="2700" y="1377"/>
                    <a:pt x="2720" y="1301"/>
                  </a:cubicBezTo>
                  <a:cubicBezTo>
                    <a:pt x="2760" y="1049"/>
                    <a:pt x="2696" y="789"/>
                    <a:pt x="2540" y="589"/>
                  </a:cubicBezTo>
                  <a:cubicBezTo>
                    <a:pt x="2296" y="264"/>
                    <a:pt x="1864" y="140"/>
                    <a:pt x="1456" y="128"/>
                  </a:cubicBezTo>
                  <a:cubicBezTo>
                    <a:pt x="1440" y="128"/>
                    <a:pt x="1424" y="128"/>
                    <a:pt x="1408" y="128"/>
                  </a:cubicBezTo>
                  <a:cubicBezTo>
                    <a:pt x="1333" y="128"/>
                    <a:pt x="1257" y="130"/>
                    <a:pt x="1181" y="130"/>
                  </a:cubicBezTo>
                  <a:cubicBezTo>
                    <a:pt x="967" y="130"/>
                    <a:pt x="756" y="115"/>
                    <a:pt x="5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65"/>
            <p:cNvSpPr/>
            <p:nvPr/>
          </p:nvSpPr>
          <p:spPr>
            <a:xfrm flipH="1">
              <a:off x="7704336" y="1509771"/>
              <a:ext cx="298153" cy="355578"/>
            </a:xfrm>
            <a:custGeom>
              <a:avLst/>
              <a:gdLst/>
              <a:ahLst/>
              <a:cxnLst/>
              <a:rect l="l" t="t" r="r" b="b"/>
              <a:pathLst>
                <a:path w="2217" h="2644" extrusionOk="0">
                  <a:moveTo>
                    <a:pt x="2216" y="0"/>
                  </a:moveTo>
                  <a:lnTo>
                    <a:pt x="2216" y="0"/>
                  </a:lnTo>
                  <a:cubicBezTo>
                    <a:pt x="2084" y="416"/>
                    <a:pt x="1788" y="760"/>
                    <a:pt x="1396" y="948"/>
                  </a:cubicBezTo>
                  <a:cubicBezTo>
                    <a:pt x="1232" y="1024"/>
                    <a:pt x="1060" y="1076"/>
                    <a:pt x="896" y="1152"/>
                  </a:cubicBezTo>
                  <a:cubicBezTo>
                    <a:pt x="736" y="1232"/>
                    <a:pt x="584" y="1352"/>
                    <a:pt x="516" y="1516"/>
                  </a:cubicBezTo>
                  <a:cubicBezTo>
                    <a:pt x="636" y="1504"/>
                    <a:pt x="752" y="1476"/>
                    <a:pt x="860" y="1428"/>
                  </a:cubicBezTo>
                  <a:lnTo>
                    <a:pt x="860" y="1428"/>
                  </a:lnTo>
                  <a:cubicBezTo>
                    <a:pt x="500" y="1689"/>
                    <a:pt x="112" y="1989"/>
                    <a:pt x="20" y="2425"/>
                  </a:cubicBezTo>
                  <a:cubicBezTo>
                    <a:pt x="0" y="2477"/>
                    <a:pt x="8" y="2537"/>
                    <a:pt x="32" y="2585"/>
                  </a:cubicBezTo>
                  <a:cubicBezTo>
                    <a:pt x="63" y="2624"/>
                    <a:pt x="110" y="2643"/>
                    <a:pt x="157" y="2643"/>
                  </a:cubicBezTo>
                  <a:cubicBezTo>
                    <a:pt x="177" y="2643"/>
                    <a:pt x="197" y="2640"/>
                    <a:pt x="216" y="2633"/>
                  </a:cubicBezTo>
                  <a:cubicBezTo>
                    <a:pt x="276" y="2605"/>
                    <a:pt x="336" y="2565"/>
                    <a:pt x="380" y="2517"/>
                  </a:cubicBezTo>
                  <a:lnTo>
                    <a:pt x="392" y="2525"/>
                  </a:lnTo>
                  <a:cubicBezTo>
                    <a:pt x="576" y="2209"/>
                    <a:pt x="776" y="1905"/>
                    <a:pt x="988" y="1612"/>
                  </a:cubicBezTo>
                  <a:cubicBezTo>
                    <a:pt x="1124" y="1408"/>
                    <a:pt x="1284" y="1228"/>
                    <a:pt x="1468" y="1068"/>
                  </a:cubicBezTo>
                  <a:cubicBezTo>
                    <a:pt x="1568" y="988"/>
                    <a:pt x="1676" y="920"/>
                    <a:pt x="1772" y="832"/>
                  </a:cubicBezTo>
                  <a:cubicBezTo>
                    <a:pt x="2008" y="616"/>
                    <a:pt x="2136" y="308"/>
                    <a:pt x="22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65"/>
            <p:cNvSpPr/>
            <p:nvPr/>
          </p:nvSpPr>
          <p:spPr>
            <a:xfrm flipH="1">
              <a:off x="7664529" y="1544199"/>
              <a:ext cx="226069" cy="284167"/>
            </a:xfrm>
            <a:custGeom>
              <a:avLst/>
              <a:gdLst/>
              <a:ahLst/>
              <a:cxnLst/>
              <a:rect l="l" t="t" r="r" b="b"/>
              <a:pathLst>
                <a:path w="1681" h="2113" extrusionOk="0">
                  <a:moveTo>
                    <a:pt x="1680" y="0"/>
                  </a:moveTo>
                  <a:lnTo>
                    <a:pt x="1680" y="0"/>
                  </a:lnTo>
                  <a:cubicBezTo>
                    <a:pt x="1584" y="288"/>
                    <a:pt x="1480" y="600"/>
                    <a:pt x="1236" y="780"/>
                  </a:cubicBezTo>
                  <a:cubicBezTo>
                    <a:pt x="1044" y="920"/>
                    <a:pt x="792" y="960"/>
                    <a:pt x="600" y="1100"/>
                  </a:cubicBezTo>
                  <a:cubicBezTo>
                    <a:pt x="292" y="1324"/>
                    <a:pt x="208" y="1737"/>
                    <a:pt x="0" y="2049"/>
                  </a:cubicBezTo>
                  <a:lnTo>
                    <a:pt x="68" y="2029"/>
                  </a:lnTo>
                  <a:lnTo>
                    <a:pt x="68" y="2029"/>
                  </a:lnTo>
                  <a:cubicBezTo>
                    <a:pt x="32" y="2041"/>
                    <a:pt x="12" y="2077"/>
                    <a:pt x="16" y="2113"/>
                  </a:cubicBezTo>
                  <a:cubicBezTo>
                    <a:pt x="264" y="2049"/>
                    <a:pt x="384" y="1781"/>
                    <a:pt x="512" y="1557"/>
                  </a:cubicBezTo>
                  <a:cubicBezTo>
                    <a:pt x="660" y="1288"/>
                    <a:pt x="876" y="1036"/>
                    <a:pt x="1160" y="920"/>
                  </a:cubicBezTo>
                  <a:lnTo>
                    <a:pt x="1160" y="920"/>
                  </a:lnTo>
                  <a:cubicBezTo>
                    <a:pt x="1016" y="1104"/>
                    <a:pt x="896" y="1308"/>
                    <a:pt x="804" y="1529"/>
                  </a:cubicBezTo>
                  <a:cubicBezTo>
                    <a:pt x="1024" y="1397"/>
                    <a:pt x="1224" y="1236"/>
                    <a:pt x="1396" y="1048"/>
                  </a:cubicBezTo>
                  <a:cubicBezTo>
                    <a:pt x="1456" y="984"/>
                    <a:pt x="1504" y="912"/>
                    <a:pt x="1544" y="836"/>
                  </a:cubicBezTo>
                  <a:cubicBezTo>
                    <a:pt x="1592" y="724"/>
                    <a:pt x="1620" y="600"/>
                    <a:pt x="1624" y="480"/>
                  </a:cubicBezTo>
                  <a:cubicBezTo>
                    <a:pt x="1644" y="320"/>
                    <a:pt x="1660" y="160"/>
                    <a:pt x="1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65"/>
            <p:cNvSpPr/>
            <p:nvPr/>
          </p:nvSpPr>
          <p:spPr>
            <a:xfrm flipH="1">
              <a:off x="8332112" y="1845983"/>
              <a:ext cx="293850" cy="145378"/>
            </a:xfrm>
            <a:custGeom>
              <a:avLst/>
              <a:gdLst/>
              <a:ahLst/>
              <a:cxnLst/>
              <a:rect l="l" t="t" r="r" b="b"/>
              <a:pathLst>
                <a:path w="2185" h="1081" extrusionOk="0">
                  <a:moveTo>
                    <a:pt x="0" y="1"/>
                  </a:moveTo>
                  <a:lnTo>
                    <a:pt x="448" y="565"/>
                  </a:lnTo>
                  <a:cubicBezTo>
                    <a:pt x="568" y="713"/>
                    <a:pt x="704" y="873"/>
                    <a:pt x="892" y="909"/>
                  </a:cubicBezTo>
                  <a:cubicBezTo>
                    <a:pt x="844" y="805"/>
                    <a:pt x="772" y="717"/>
                    <a:pt x="684" y="649"/>
                  </a:cubicBezTo>
                  <a:lnTo>
                    <a:pt x="684" y="649"/>
                  </a:lnTo>
                  <a:cubicBezTo>
                    <a:pt x="1152" y="885"/>
                    <a:pt x="1660" y="1033"/>
                    <a:pt x="2184" y="1081"/>
                  </a:cubicBezTo>
                  <a:lnTo>
                    <a:pt x="1704" y="829"/>
                  </a:lnTo>
                  <a:cubicBezTo>
                    <a:pt x="1584" y="761"/>
                    <a:pt x="1464" y="705"/>
                    <a:pt x="1336" y="661"/>
                  </a:cubicBezTo>
                  <a:cubicBezTo>
                    <a:pt x="1152" y="605"/>
                    <a:pt x="948" y="597"/>
                    <a:pt x="776" y="501"/>
                  </a:cubicBezTo>
                  <a:cubicBezTo>
                    <a:pt x="528" y="365"/>
                    <a:pt x="376" y="69"/>
                    <a:pt x="100" y="13"/>
                  </a:cubicBezTo>
                  <a:lnTo>
                    <a:pt x="100" y="13"/>
                  </a:lnTo>
                  <a:lnTo>
                    <a:pt x="164" y="6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65"/>
            <p:cNvSpPr/>
            <p:nvPr/>
          </p:nvSpPr>
          <p:spPr>
            <a:xfrm flipH="1">
              <a:off x="8079818" y="1575400"/>
              <a:ext cx="337961" cy="144840"/>
            </a:xfrm>
            <a:custGeom>
              <a:avLst/>
              <a:gdLst/>
              <a:ahLst/>
              <a:cxnLst/>
              <a:rect l="l" t="t" r="r" b="b"/>
              <a:pathLst>
                <a:path w="2513" h="1077" extrusionOk="0">
                  <a:moveTo>
                    <a:pt x="516" y="0"/>
                  </a:moveTo>
                  <a:cubicBezTo>
                    <a:pt x="548" y="64"/>
                    <a:pt x="604" y="112"/>
                    <a:pt x="668" y="136"/>
                  </a:cubicBezTo>
                  <a:cubicBezTo>
                    <a:pt x="536" y="105"/>
                    <a:pt x="403" y="41"/>
                    <a:pt x="274" y="41"/>
                  </a:cubicBezTo>
                  <a:cubicBezTo>
                    <a:pt x="240" y="41"/>
                    <a:pt x="206" y="45"/>
                    <a:pt x="172" y="56"/>
                  </a:cubicBezTo>
                  <a:cubicBezTo>
                    <a:pt x="248" y="128"/>
                    <a:pt x="276" y="240"/>
                    <a:pt x="240" y="336"/>
                  </a:cubicBezTo>
                  <a:cubicBezTo>
                    <a:pt x="212" y="256"/>
                    <a:pt x="168" y="176"/>
                    <a:pt x="112" y="112"/>
                  </a:cubicBezTo>
                  <a:lnTo>
                    <a:pt x="112" y="112"/>
                  </a:lnTo>
                  <a:cubicBezTo>
                    <a:pt x="148" y="300"/>
                    <a:pt x="136" y="492"/>
                    <a:pt x="76" y="676"/>
                  </a:cubicBezTo>
                  <a:cubicBezTo>
                    <a:pt x="52" y="740"/>
                    <a:pt x="28" y="804"/>
                    <a:pt x="16" y="876"/>
                  </a:cubicBezTo>
                  <a:cubicBezTo>
                    <a:pt x="0" y="944"/>
                    <a:pt x="16" y="1016"/>
                    <a:pt x="56" y="1076"/>
                  </a:cubicBezTo>
                  <a:cubicBezTo>
                    <a:pt x="64" y="1064"/>
                    <a:pt x="68" y="1056"/>
                    <a:pt x="76" y="1052"/>
                  </a:cubicBezTo>
                  <a:lnTo>
                    <a:pt x="76" y="1052"/>
                  </a:lnTo>
                  <a:lnTo>
                    <a:pt x="68" y="1068"/>
                  </a:lnTo>
                  <a:cubicBezTo>
                    <a:pt x="96" y="1048"/>
                    <a:pt x="124" y="1024"/>
                    <a:pt x="148" y="996"/>
                  </a:cubicBezTo>
                  <a:cubicBezTo>
                    <a:pt x="176" y="980"/>
                    <a:pt x="204" y="956"/>
                    <a:pt x="224" y="932"/>
                  </a:cubicBezTo>
                  <a:cubicBezTo>
                    <a:pt x="232" y="916"/>
                    <a:pt x="244" y="904"/>
                    <a:pt x="252" y="892"/>
                  </a:cubicBezTo>
                  <a:cubicBezTo>
                    <a:pt x="268" y="880"/>
                    <a:pt x="284" y="872"/>
                    <a:pt x="296" y="860"/>
                  </a:cubicBezTo>
                  <a:cubicBezTo>
                    <a:pt x="324" y="836"/>
                    <a:pt x="312" y="788"/>
                    <a:pt x="300" y="752"/>
                  </a:cubicBezTo>
                  <a:cubicBezTo>
                    <a:pt x="300" y="744"/>
                    <a:pt x="296" y="736"/>
                    <a:pt x="296" y="728"/>
                  </a:cubicBezTo>
                  <a:cubicBezTo>
                    <a:pt x="300" y="704"/>
                    <a:pt x="304" y="680"/>
                    <a:pt x="308" y="656"/>
                  </a:cubicBezTo>
                  <a:cubicBezTo>
                    <a:pt x="381" y="685"/>
                    <a:pt x="457" y="695"/>
                    <a:pt x="535" y="695"/>
                  </a:cubicBezTo>
                  <a:cubicBezTo>
                    <a:pt x="630" y="695"/>
                    <a:pt x="726" y="681"/>
                    <a:pt x="820" y="672"/>
                  </a:cubicBezTo>
                  <a:cubicBezTo>
                    <a:pt x="910" y="664"/>
                    <a:pt x="1000" y="661"/>
                    <a:pt x="1090" y="661"/>
                  </a:cubicBezTo>
                  <a:cubicBezTo>
                    <a:pt x="1520" y="661"/>
                    <a:pt x="1950" y="741"/>
                    <a:pt x="2380" y="764"/>
                  </a:cubicBezTo>
                  <a:cubicBezTo>
                    <a:pt x="2420" y="764"/>
                    <a:pt x="2464" y="764"/>
                    <a:pt x="2484" y="732"/>
                  </a:cubicBezTo>
                  <a:cubicBezTo>
                    <a:pt x="2512" y="692"/>
                    <a:pt x="2476" y="640"/>
                    <a:pt x="2444" y="604"/>
                  </a:cubicBezTo>
                  <a:cubicBezTo>
                    <a:pt x="2296" y="456"/>
                    <a:pt x="2128" y="332"/>
                    <a:pt x="1944" y="240"/>
                  </a:cubicBezTo>
                  <a:cubicBezTo>
                    <a:pt x="1948" y="224"/>
                    <a:pt x="1962" y="218"/>
                    <a:pt x="1979" y="218"/>
                  </a:cubicBezTo>
                  <a:cubicBezTo>
                    <a:pt x="1994" y="218"/>
                    <a:pt x="2011" y="223"/>
                    <a:pt x="2024" y="228"/>
                  </a:cubicBezTo>
                  <a:cubicBezTo>
                    <a:pt x="2196" y="316"/>
                    <a:pt x="2364" y="428"/>
                    <a:pt x="2512" y="556"/>
                  </a:cubicBezTo>
                  <a:cubicBezTo>
                    <a:pt x="2436" y="336"/>
                    <a:pt x="2236" y="176"/>
                    <a:pt x="2016" y="96"/>
                  </a:cubicBezTo>
                  <a:cubicBezTo>
                    <a:pt x="1837" y="33"/>
                    <a:pt x="1641" y="14"/>
                    <a:pt x="1446" y="14"/>
                  </a:cubicBezTo>
                  <a:cubicBezTo>
                    <a:pt x="1407" y="14"/>
                    <a:pt x="1367" y="15"/>
                    <a:pt x="1328" y="16"/>
                  </a:cubicBezTo>
                  <a:cubicBezTo>
                    <a:pt x="1187" y="21"/>
                    <a:pt x="1045" y="29"/>
                    <a:pt x="903" y="29"/>
                  </a:cubicBezTo>
                  <a:cubicBezTo>
                    <a:pt x="811" y="29"/>
                    <a:pt x="719" y="26"/>
                    <a:pt x="628" y="16"/>
                  </a:cubicBezTo>
                  <a:cubicBezTo>
                    <a:pt x="592" y="12"/>
                    <a:pt x="556" y="8"/>
                    <a:pt x="5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65"/>
            <p:cNvSpPr/>
            <p:nvPr/>
          </p:nvSpPr>
          <p:spPr>
            <a:xfrm flipH="1">
              <a:off x="7741992" y="1350541"/>
              <a:ext cx="309450" cy="408431"/>
            </a:xfrm>
            <a:custGeom>
              <a:avLst/>
              <a:gdLst/>
              <a:ahLst/>
              <a:cxnLst/>
              <a:rect l="l" t="t" r="r" b="b"/>
              <a:pathLst>
                <a:path w="2301" h="3037" extrusionOk="0">
                  <a:moveTo>
                    <a:pt x="1892" y="0"/>
                  </a:moveTo>
                  <a:cubicBezTo>
                    <a:pt x="1856" y="76"/>
                    <a:pt x="1876" y="164"/>
                    <a:pt x="1884" y="244"/>
                  </a:cubicBezTo>
                  <a:cubicBezTo>
                    <a:pt x="1896" y="324"/>
                    <a:pt x="1892" y="424"/>
                    <a:pt x="1828" y="476"/>
                  </a:cubicBezTo>
                  <a:cubicBezTo>
                    <a:pt x="1816" y="420"/>
                    <a:pt x="1804" y="368"/>
                    <a:pt x="1784" y="320"/>
                  </a:cubicBezTo>
                  <a:cubicBezTo>
                    <a:pt x="1696" y="472"/>
                    <a:pt x="1612" y="620"/>
                    <a:pt x="1524" y="772"/>
                  </a:cubicBezTo>
                  <a:cubicBezTo>
                    <a:pt x="1432" y="936"/>
                    <a:pt x="1324" y="1092"/>
                    <a:pt x="1204" y="1236"/>
                  </a:cubicBezTo>
                  <a:cubicBezTo>
                    <a:pt x="1052" y="1388"/>
                    <a:pt x="888" y="1520"/>
                    <a:pt x="712" y="1636"/>
                  </a:cubicBezTo>
                  <a:cubicBezTo>
                    <a:pt x="1016" y="1384"/>
                    <a:pt x="1252" y="1060"/>
                    <a:pt x="1400" y="696"/>
                  </a:cubicBezTo>
                  <a:lnTo>
                    <a:pt x="1400" y="696"/>
                  </a:lnTo>
                  <a:cubicBezTo>
                    <a:pt x="1140" y="932"/>
                    <a:pt x="984" y="1260"/>
                    <a:pt x="732" y="1504"/>
                  </a:cubicBezTo>
                  <a:cubicBezTo>
                    <a:pt x="584" y="1652"/>
                    <a:pt x="404" y="1764"/>
                    <a:pt x="256" y="1912"/>
                  </a:cubicBezTo>
                  <a:cubicBezTo>
                    <a:pt x="112" y="2064"/>
                    <a:pt x="0" y="2272"/>
                    <a:pt x="36" y="2476"/>
                  </a:cubicBezTo>
                  <a:lnTo>
                    <a:pt x="28" y="2496"/>
                  </a:lnTo>
                  <a:cubicBezTo>
                    <a:pt x="124" y="2560"/>
                    <a:pt x="208" y="2636"/>
                    <a:pt x="280" y="2720"/>
                  </a:cubicBezTo>
                  <a:cubicBezTo>
                    <a:pt x="356" y="2809"/>
                    <a:pt x="392" y="2921"/>
                    <a:pt x="384" y="3037"/>
                  </a:cubicBezTo>
                  <a:cubicBezTo>
                    <a:pt x="644" y="2873"/>
                    <a:pt x="632" y="2480"/>
                    <a:pt x="852" y="2264"/>
                  </a:cubicBezTo>
                  <a:cubicBezTo>
                    <a:pt x="896" y="2220"/>
                    <a:pt x="948" y="2184"/>
                    <a:pt x="1000" y="2148"/>
                  </a:cubicBezTo>
                  <a:lnTo>
                    <a:pt x="1860" y="1584"/>
                  </a:lnTo>
                  <a:cubicBezTo>
                    <a:pt x="1932" y="1540"/>
                    <a:pt x="2000" y="1488"/>
                    <a:pt x="2064" y="1428"/>
                  </a:cubicBezTo>
                  <a:cubicBezTo>
                    <a:pt x="2200" y="1288"/>
                    <a:pt x="2280" y="1100"/>
                    <a:pt x="2292" y="904"/>
                  </a:cubicBezTo>
                  <a:cubicBezTo>
                    <a:pt x="2300" y="708"/>
                    <a:pt x="2268" y="516"/>
                    <a:pt x="2200" y="332"/>
                  </a:cubicBezTo>
                  <a:lnTo>
                    <a:pt x="2200" y="332"/>
                  </a:lnTo>
                  <a:cubicBezTo>
                    <a:pt x="2204" y="368"/>
                    <a:pt x="2192" y="408"/>
                    <a:pt x="2164" y="432"/>
                  </a:cubicBezTo>
                  <a:cubicBezTo>
                    <a:pt x="2128" y="260"/>
                    <a:pt x="2032" y="104"/>
                    <a:pt x="18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65"/>
            <p:cNvSpPr/>
            <p:nvPr/>
          </p:nvSpPr>
          <p:spPr>
            <a:xfrm flipH="1">
              <a:off x="8016342" y="1939047"/>
              <a:ext cx="62536" cy="90912"/>
            </a:xfrm>
            <a:custGeom>
              <a:avLst/>
              <a:gdLst/>
              <a:ahLst/>
              <a:cxnLst/>
              <a:rect l="l" t="t" r="r" b="b"/>
              <a:pathLst>
                <a:path w="465" h="676" extrusionOk="0">
                  <a:moveTo>
                    <a:pt x="464" y="1"/>
                  </a:moveTo>
                  <a:lnTo>
                    <a:pt x="464" y="1"/>
                  </a:lnTo>
                  <a:cubicBezTo>
                    <a:pt x="448" y="13"/>
                    <a:pt x="435" y="29"/>
                    <a:pt x="425" y="46"/>
                  </a:cubicBezTo>
                  <a:lnTo>
                    <a:pt x="425" y="46"/>
                  </a:lnTo>
                  <a:cubicBezTo>
                    <a:pt x="430" y="45"/>
                    <a:pt x="435" y="45"/>
                    <a:pt x="440" y="45"/>
                  </a:cubicBezTo>
                  <a:lnTo>
                    <a:pt x="464" y="1"/>
                  </a:lnTo>
                  <a:close/>
                  <a:moveTo>
                    <a:pt x="425" y="46"/>
                  </a:moveTo>
                  <a:cubicBezTo>
                    <a:pt x="334" y="56"/>
                    <a:pt x="248" y="83"/>
                    <a:pt x="164" y="121"/>
                  </a:cubicBezTo>
                  <a:cubicBezTo>
                    <a:pt x="112" y="137"/>
                    <a:pt x="72" y="169"/>
                    <a:pt x="40" y="213"/>
                  </a:cubicBezTo>
                  <a:cubicBezTo>
                    <a:pt x="8" y="273"/>
                    <a:pt x="0" y="345"/>
                    <a:pt x="20" y="413"/>
                  </a:cubicBezTo>
                  <a:cubicBezTo>
                    <a:pt x="24" y="469"/>
                    <a:pt x="44" y="525"/>
                    <a:pt x="72" y="573"/>
                  </a:cubicBezTo>
                  <a:cubicBezTo>
                    <a:pt x="100" y="621"/>
                    <a:pt x="148" y="661"/>
                    <a:pt x="208" y="673"/>
                  </a:cubicBezTo>
                  <a:cubicBezTo>
                    <a:pt x="214" y="674"/>
                    <a:pt x="220" y="675"/>
                    <a:pt x="226" y="675"/>
                  </a:cubicBezTo>
                  <a:cubicBezTo>
                    <a:pt x="249" y="675"/>
                    <a:pt x="272" y="663"/>
                    <a:pt x="288" y="641"/>
                  </a:cubicBezTo>
                  <a:cubicBezTo>
                    <a:pt x="292" y="629"/>
                    <a:pt x="292" y="617"/>
                    <a:pt x="288" y="601"/>
                  </a:cubicBezTo>
                  <a:lnTo>
                    <a:pt x="280" y="473"/>
                  </a:lnTo>
                  <a:cubicBezTo>
                    <a:pt x="276" y="453"/>
                    <a:pt x="280" y="429"/>
                    <a:pt x="300" y="429"/>
                  </a:cubicBezTo>
                  <a:cubicBezTo>
                    <a:pt x="316" y="521"/>
                    <a:pt x="376" y="601"/>
                    <a:pt x="456" y="645"/>
                  </a:cubicBezTo>
                  <a:cubicBezTo>
                    <a:pt x="428" y="589"/>
                    <a:pt x="408" y="525"/>
                    <a:pt x="408" y="461"/>
                  </a:cubicBezTo>
                  <a:cubicBezTo>
                    <a:pt x="400" y="389"/>
                    <a:pt x="396" y="313"/>
                    <a:pt x="392" y="241"/>
                  </a:cubicBezTo>
                  <a:cubicBezTo>
                    <a:pt x="389" y="174"/>
                    <a:pt x="393" y="100"/>
                    <a:pt x="425" y="46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65"/>
            <p:cNvSpPr/>
            <p:nvPr/>
          </p:nvSpPr>
          <p:spPr>
            <a:xfrm flipH="1">
              <a:off x="7890464" y="1913226"/>
              <a:ext cx="77060" cy="20038"/>
            </a:xfrm>
            <a:custGeom>
              <a:avLst/>
              <a:gdLst/>
              <a:ahLst/>
              <a:cxnLst/>
              <a:rect l="l" t="t" r="r" b="b"/>
              <a:pathLst>
                <a:path w="573" h="149" extrusionOk="0">
                  <a:moveTo>
                    <a:pt x="232" y="1"/>
                  </a:moveTo>
                  <a:cubicBezTo>
                    <a:pt x="184" y="1"/>
                    <a:pt x="135" y="7"/>
                    <a:pt x="88" y="21"/>
                  </a:cubicBezTo>
                  <a:cubicBezTo>
                    <a:pt x="52" y="29"/>
                    <a:pt x="20" y="49"/>
                    <a:pt x="0" y="77"/>
                  </a:cubicBezTo>
                  <a:cubicBezTo>
                    <a:pt x="64" y="109"/>
                    <a:pt x="140" y="129"/>
                    <a:pt x="216" y="129"/>
                  </a:cubicBezTo>
                  <a:lnTo>
                    <a:pt x="520" y="149"/>
                  </a:lnTo>
                  <a:cubicBezTo>
                    <a:pt x="532" y="149"/>
                    <a:pt x="548" y="149"/>
                    <a:pt x="548" y="137"/>
                  </a:cubicBezTo>
                  <a:lnTo>
                    <a:pt x="572" y="125"/>
                  </a:lnTo>
                  <a:cubicBezTo>
                    <a:pt x="477" y="44"/>
                    <a:pt x="355" y="1"/>
                    <a:pt x="232" y="1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65"/>
            <p:cNvSpPr/>
            <p:nvPr/>
          </p:nvSpPr>
          <p:spPr>
            <a:xfrm flipH="1">
              <a:off x="7606969" y="1337092"/>
              <a:ext cx="431562" cy="556902"/>
            </a:xfrm>
            <a:custGeom>
              <a:avLst/>
              <a:gdLst/>
              <a:ahLst/>
              <a:cxnLst/>
              <a:rect l="l" t="t" r="r" b="b"/>
              <a:pathLst>
                <a:path w="3209" h="4141" extrusionOk="0">
                  <a:moveTo>
                    <a:pt x="2906" y="175"/>
                  </a:moveTo>
                  <a:lnTo>
                    <a:pt x="2906" y="175"/>
                  </a:lnTo>
                  <a:cubicBezTo>
                    <a:pt x="2941" y="219"/>
                    <a:pt x="2972" y="267"/>
                    <a:pt x="2996" y="316"/>
                  </a:cubicBezTo>
                  <a:cubicBezTo>
                    <a:pt x="3036" y="388"/>
                    <a:pt x="3064" y="464"/>
                    <a:pt x="3076" y="544"/>
                  </a:cubicBezTo>
                  <a:cubicBezTo>
                    <a:pt x="3092" y="620"/>
                    <a:pt x="3092" y="700"/>
                    <a:pt x="3076" y="780"/>
                  </a:cubicBezTo>
                  <a:cubicBezTo>
                    <a:pt x="3068" y="820"/>
                    <a:pt x="3056" y="860"/>
                    <a:pt x="3044" y="900"/>
                  </a:cubicBezTo>
                  <a:lnTo>
                    <a:pt x="3008" y="1020"/>
                  </a:lnTo>
                  <a:cubicBezTo>
                    <a:pt x="2904" y="1348"/>
                    <a:pt x="2788" y="1672"/>
                    <a:pt x="2680" y="2004"/>
                  </a:cubicBezTo>
                  <a:cubicBezTo>
                    <a:pt x="2668" y="2044"/>
                    <a:pt x="2656" y="2084"/>
                    <a:pt x="2644" y="2128"/>
                  </a:cubicBezTo>
                  <a:lnTo>
                    <a:pt x="2632" y="2160"/>
                  </a:lnTo>
                  <a:lnTo>
                    <a:pt x="2628" y="2172"/>
                  </a:lnTo>
                  <a:lnTo>
                    <a:pt x="2628" y="2176"/>
                  </a:lnTo>
                  <a:lnTo>
                    <a:pt x="2628" y="2184"/>
                  </a:lnTo>
                  <a:cubicBezTo>
                    <a:pt x="2620" y="2200"/>
                    <a:pt x="2612" y="2216"/>
                    <a:pt x="2604" y="2232"/>
                  </a:cubicBezTo>
                  <a:cubicBezTo>
                    <a:pt x="2564" y="2304"/>
                    <a:pt x="2520" y="2368"/>
                    <a:pt x="2468" y="2432"/>
                  </a:cubicBezTo>
                  <a:cubicBezTo>
                    <a:pt x="2360" y="2564"/>
                    <a:pt x="2248" y="2692"/>
                    <a:pt x="2128" y="2812"/>
                  </a:cubicBezTo>
                  <a:cubicBezTo>
                    <a:pt x="2008" y="2933"/>
                    <a:pt x="1888" y="3053"/>
                    <a:pt x="1764" y="3173"/>
                  </a:cubicBezTo>
                  <a:cubicBezTo>
                    <a:pt x="1640" y="3293"/>
                    <a:pt x="1512" y="3409"/>
                    <a:pt x="1384" y="3525"/>
                  </a:cubicBezTo>
                  <a:lnTo>
                    <a:pt x="1376" y="3533"/>
                  </a:lnTo>
                  <a:lnTo>
                    <a:pt x="1372" y="3541"/>
                  </a:lnTo>
                  <a:cubicBezTo>
                    <a:pt x="1360" y="3561"/>
                    <a:pt x="1352" y="3581"/>
                    <a:pt x="1340" y="3601"/>
                  </a:cubicBezTo>
                  <a:cubicBezTo>
                    <a:pt x="1328" y="3621"/>
                    <a:pt x="1316" y="3641"/>
                    <a:pt x="1304" y="3661"/>
                  </a:cubicBezTo>
                  <a:cubicBezTo>
                    <a:pt x="1276" y="3701"/>
                    <a:pt x="1244" y="3737"/>
                    <a:pt x="1212" y="3769"/>
                  </a:cubicBezTo>
                  <a:cubicBezTo>
                    <a:pt x="1148" y="3837"/>
                    <a:pt x="1072" y="3897"/>
                    <a:pt x="988" y="3949"/>
                  </a:cubicBezTo>
                  <a:cubicBezTo>
                    <a:pt x="908" y="3997"/>
                    <a:pt x="816" y="4037"/>
                    <a:pt x="724" y="4065"/>
                  </a:cubicBezTo>
                  <a:cubicBezTo>
                    <a:pt x="632" y="4093"/>
                    <a:pt x="536" y="4113"/>
                    <a:pt x="440" y="4125"/>
                  </a:cubicBezTo>
                  <a:lnTo>
                    <a:pt x="440" y="4129"/>
                  </a:lnTo>
                  <a:cubicBezTo>
                    <a:pt x="336" y="4089"/>
                    <a:pt x="244" y="4025"/>
                    <a:pt x="176" y="3937"/>
                  </a:cubicBezTo>
                  <a:cubicBezTo>
                    <a:pt x="144" y="3893"/>
                    <a:pt x="116" y="3845"/>
                    <a:pt x="96" y="3797"/>
                  </a:cubicBezTo>
                  <a:cubicBezTo>
                    <a:pt x="92" y="3785"/>
                    <a:pt x="84" y="3769"/>
                    <a:pt x="84" y="3761"/>
                  </a:cubicBezTo>
                  <a:cubicBezTo>
                    <a:pt x="80" y="3749"/>
                    <a:pt x="76" y="3737"/>
                    <a:pt x="72" y="3725"/>
                  </a:cubicBezTo>
                  <a:cubicBezTo>
                    <a:pt x="68" y="3701"/>
                    <a:pt x="68" y="3677"/>
                    <a:pt x="72" y="3653"/>
                  </a:cubicBezTo>
                  <a:cubicBezTo>
                    <a:pt x="96" y="3549"/>
                    <a:pt x="144" y="3453"/>
                    <a:pt x="212" y="3369"/>
                  </a:cubicBezTo>
                  <a:cubicBezTo>
                    <a:pt x="272" y="3281"/>
                    <a:pt x="344" y="3193"/>
                    <a:pt x="412" y="3101"/>
                  </a:cubicBezTo>
                  <a:cubicBezTo>
                    <a:pt x="480" y="3005"/>
                    <a:pt x="540" y="2904"/>
                    <a:pt x="580" y="2792"/>
                  </a:cubicBezTo>
                  <a:lnTo>
                    <a:pt x="596" y="2748"/>
                  </a:lnTo>
                  <a:lnTo>
                    <a:pt x="604" y="2708"/>
                  </a:lnTo>
                  <a:cubicBezTo>
                    <a:pt x="612" y="2684"/>
                    <a:pt x="620" y="2664"/>
                    <a:pt x="632" y="2648"/>
                  </a:cubicBezTo>
                  <a:cubicBezTo>
                    <a:pt x="660" y="2604"/>
                    <a:pt x="692" y="2564"/>
                    <a:pt x="728" y="2528"/>
                  </a:cubicBezTo>
                  <a:cubicBezTo>
                    <a:pt x="804" y="2448"/>
                    <a:pt x="884" y="2376"/>
                    <a:pt x="972" y="2308"/>
                  </a:cubicBezTo>
                  <a:cubicBezTo>
                    <a:pt x="1056" y="2240"/>
                    <a:pt x="1144" y="2172"/>
                    <a:pt x="1236" y="2104"/>
                  </a:cubicBezTo>
                  <a:cubicBezTo>
                    <a:pt x="1412" y="1972"/>
                    <a:pt x="1596" y="1840"/>
                    <a:pt x="1776" y="1708"/>
                  </a:cubicBezTo>
                  <a:cubicBezTo>
                    <a:pt x="1868" y="1644"/>
                    <a:pt x="1956" y="1580"/>
                    <a:pt x="2048" y="1508"/>
                  </a:cubicBezTo>
                  <a:cubicBezTo>
                    <a:pt x="2140" y="1444"/>
                    <a:pt x="2224" y="1368"/>
                    <a:pt x="2304" y="1288"/>
                  </a:cubicBezTo>
                  <a:lnTo>
                    <a:pt x="2408" y="1156"/>
                  </a:lnTo>
                  <a:lnTo>
                    <a:pt x="2508" y="1020"/>
                  </a:lnTo>
                  <a:cubicBezTo>
                    <a:pt x="2572" y="928"/>
                    <a:pt x="2636" y="832"/>
                    <a:pt x="2688" y="732"/>
                  </a:cubicBezTo>
                  <a:cubicBezTo>
                    <a:pt x="2744" y="632"/>
                    <a:pt x="2792" y="532"/>
                    <a:pt x="2836" y="424"/>
                  </a:cubicBezTo>
                  <a:cubicBezTo>
                    <a:pt x="2866" y="343"/>
                    <a:pt x="2890" y="260"/>
                    <a:pt x="2906" y="175"/>
                  </a:cubicBezTo>
                  <a:close/>
                  <a:moveTo>
                    <a:pt x="2852" y="0"/>
                  </a:moveTo>
                  <a:lnTo>
                    <a:pt x="2852" y="84"/>
                  </a:lnTo>
                  <a:cubicBezTo>
                    <a:pt x="2844" y="192"/>
                    <a:pt x="2820" y="300"/>
                    <a:pt x="2784" y="400"/>
                  </a:cubicBezTo>
                  <a:cubicBezTo>
                    <a:pt x="2752" y="508"/>
                    <a:pt x="2708" y="608"/>
                    <a:pt x="2656" y="708"/>
                  </a:cubicBezTo>
                  <a:cubicBezTo>
                    <a:pt x="2604" y="804"/>
                    <a:pt x="2544" y="900"/>
                    <a:pt x="2484" y="992"/>
                  </a:cubicBezTo>
                  <a:cubicBezTo>
                    <a:pt x="2448" y="1036"/>
                    <a:pt x="2416" y="1080"/>
                    <a:pt x="2384" y="1124"/>
                  </a:cubicBezTo>
                  <a:lnTo>
                    <a:pt x="2276" y="1256"/>
                  </a:lnTo>
                  <a:cubicBezTo>
                    <a:pt x="2200" y="1332"/>
                    <a:pt x="2112" y="1400"/>
                    <a:pt x="2020" y="1464"/>
                  </a:cubicBezTo>
                  <a:cubicBezTo>
                    <a:pt x="1928" y="1524"/>
                    <a:pt x="1836" y="1584"/>
                    <a:pt x="1740" y="1648"/>
                  </a:cubicBezTo>
                  <a:cubicBezTo>
                    <a:pt x="1552" y="1768"/>
                    <a:pt x="1360" y="1884"/>
                    <a:pt x="1176" y="2012"/>
                  </a:cubicBezTo>
                  <a:cubicBezTo>
                    <a:pt x="1084" y="2076"/>
                    <a:pt x="988" y="2140"/>
                    <a:pt x="900" y="2212"/>
                  </a:cubicBezTo>
                  <a:cubicBezTo>
                    <a:pt x="808" y="2280"/>
                    <a:pt x="724" y="2356"/>
                    <a:pt x="644" y="2440"/>
                  </a:cubicBezTo>
                  <a:cubicBezTo>
                    <a:pt x="604" y="2484"/>
                    <a:pt x="564" y="2532"/>
                    <a:pt x="536" y="2584"/>
                  </a:cubicBezTo>
                  <a:cubicBezTo>
                    <a:pt x="528" y="2600"/>
                    <a:pt x="520" y="2612"/>
                    <a:pt x="512" y="2628"/>
                  </a:cubicBezTo>
                  <a:cubicBezTo>
                    <a:pt x="504" y="2644"/>
                    <a:pt x="500" y="2660"/>
                    <a:pt x="496" y="2680"/>
                  </a:cubicBezTo>
                  <a:lnTo>
                    <a:pt x="488" y="2720"/>
                  </a:lnTo>
                  <a:lnTo>
                    <a:pt x="476" y="2756"/>
                  </a:lnTo>
                  <a:cubicBezTo>
                    <a:pt x="440" y="2856"/>
                    <a:pt x="388" y="2953"/>
                    <a:pt x="328" y="3037"/>
                  </a:cubicBezTo>
                  <a:cubicBezTo>
                    <a:pt x="264" y="3129"/>
                    <a:pt x="200" y="3221"/>
                    <a:pt x="140" y="3317"/>
                  </a:cubicBezTo>
                  <a:cubicBezTo>
                    <a:pt x="72" y="3413"/>
                    <a:pt x="24" y="3525"/>
                    <a:pt x="4" y="3645"/>
                  </a:cubicBezTo>
                  <a:cubicBezTo>
                    <a:pt x="0" y="3673"/>
                    <a:pt x="4" y="3709"/>
                    <a:pt x="12" y="3737"/>
                  </a:cubicBezTo>
                  <a:cubicBezTo>
                    <a:pt x="16" y="3753"/>
                    <a:pt x="20" y="3769"/>
                    <a:pt x="24" y="3781"/>
                  </a:cubicBezTo>
                  <a:cubicBezTo>
                    <a:pt x="32" y="3797"/>
                    <a:pt x="40" y="3809"/>
                    <a:pt x="44" y="3821"/>
                  </a:cubicBezTo>
                  <a:cubicBezTo>
                    <a:pt x="72" y="3873"/>
                    <a:pt x="104" y="3921"/>
                    <a:pt x="144" y="3965"/>
                  </a:cubicBezTo>
                  <a:cubicBezTo>
                    <a:pt x="224" y="4053"/>
                    <a:pt x="324" y="4113"/>
                    <a:pt x="440" y="4141"/>
                  </a:cubicBezTo>
                  <a:lnTo>
                    <a:pt x="440" y="4137"/>
                  </a:lnTo>
                  <a:cubicBezTo>
                    <a:pt x="488" y="4137"/>
                    <a:pt x="540" y="4133"/>
                    <a:pt x="588" y="4129"/>
                  </a:cubicBezTo>
                  <a:cubicBezTo>
                    <a:pt x="640" y="4125"/>
                    <a:pt x="692" y="4117"/>
                    <a:pt x="740" y="4105"/>
                  </a:cubicBezTo>
                  <a:cubicBezTo>
                    <a:pt x="840" y="4081"/>
                    <a:pt x="936" y="4049"/>
                    <a:pt x="1024" y="4005"/>
                  </a:cubicBezTo>
                  <a:cubicBezTo>
                    <a:pt x="1116" y="3957"/>
                    <a:pt x="1200" y="3897"/>
                    <a:pt x="1276" y="3829"/>
                  </a:cubicBezTo>
                  <a:cubicBezTo>
                    <a:pt x="1312" y="3793"/>
                    <a:pt x="1348" y="3757"/>
                    <a:pt x="1380" y="3717"/>
                  </a:cubicBezTo>
                  <a:cubicBezTo>
                    <a:pt x="1396" y="3697"/>
                    <a:pt x="1412" y="3673"/>
                    <a:pt x="1424" y="3653"/>
                  </a:cubicBezTo>
                  <a:cubicBezTo>
                    <a:pt x="1438" y="3633"/>
                    <a:pt x="1451" y="3613"/>
                    <a:pt x="1462" y="3593"/>
                  </a:cubicBezTo>
                  <a:lnTo>
                    <a:pt x="1462" y="3593"/>
                  </a:lnTo>
                  <a:cubicBezTo>
                    <a:pt x="1595" y="3483"/>
                    <a:pt x="1723" y="3374"/>
                    <a:pt x="1848" y="3265"/>
                  </a:cubicBezTo>
                  <a:cubicBezTo>
                    <a:pt x="1976" y="3149"/>
                    <a:pt x="2104" y="3033"/>
                    <a:pt x="2228" y="2909"/>
                  </a:cubicBezTo>
                  <a:cubicBezTo>
                    <a:pt x="2356" y="2788"/>
                    <a:pt x="2476" y="2660"/>
                    <a:pt x="2584" y="2524"/>
                  </a:cubicBezTo>
                  <a:cubicBezTo>
                    <a:pt x="2644" y="2456"/>
                    <a:pt x="2696" y="2380"/>
                    <a:pt x="2740" y="2300"/>
                  </a:cubicBezTo>
                  <a:cubicBezTo>
                    <a:pt x="2752" y="2276"/>
                    <a:pt x="2760" y="2252"/>
                    <a:pt x="2768" y="2228"/>
                  </a:cubicBezTo>
                  <a:lnTo>
                    <a:pt x="2776" y="2212"/>
                  </a:lnTo>
                  <a:lnTo>
                    <a:pt x="2780" y="2196"/>
                  </a:lnTo>
                  <a:lnTo>
                    <a:pt x="2788" y="2164"/>
                  </a:lnTo>
                  <a:lnTo>
                    <a:pt x="2824" y="2040"/>
                  </a:lnTo>
                  <a:cubicBezTo>
                    <a:pt x="2924" y="1712"/>
                    <a:pt x="3032" y="1388"/>
                    <a:pt x="3128" y="1052"/>
                  </a:cubicBezTo>
                  <a:lnTo>
                    <a:pt x="3164" y="928"/>
                  </a:lnTo>
                  <a:cubicBezTo>
                    <a:pt x="3176" y="884"/>
                    <a:pt x="3184" y="840"/>
                    <a:pt x="3192" y="796"/>
                  </a:cubicBezTo>
                  <a:cubicBezTo>
                    <a:pt x="3208" y="704"/>
                    <a:pt x="3204" y="612"/>
                    <a:pt x="3184" y="520"/>
                  </a:cubicBezTo>
                  <a:cubicBezTo>
                    <a:pt x="3164" y="432"/>
                    <a:pt x="3132" y="344"/>
                    <a:pt x="3084" y="268"/>
                  </a:cubicBezTo>
                  <a:cubicBezTo>
                    <a:pt x="3036" y="188"/>
                    <a:pt x="2980" y="116"/>
                    <a:pt x="2912" y="56"/>
                  </a:cubicBezTo>
                  <a:lnTo>
                    <a:pt x="2852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65"/>
            <p:cNvSpPr/>
            <p:nvPr/>
          </p:nvSpPr>
          <p:spPr>
            <a:xfrm flipH="1">
              <a:off x="7958244" y="1653939"/>
              <a:ext cx="506874" cy="344820"/>
            </a:xfrm>
            <a:custGeom>
              <a:avLst/>
              <a:gdLst/>
              <a:ahLst/>
              <a:cxnLst/>
              <a:rect l="l" t="t" r="r" b="b"/>
              <a:pathLst>
                <a:path w="3769" h="2564" extrusionOk="0">
                  <a:moveTo>
                    <a:pt x="600" y="0"/>
                  </a:moveTo>
                  <a:lnTo>
                    <a:pt x="616" y="48"/>
                  </a:lnTo>
                  <a:cubicBezTo>
                    <a:pt x="640" y="128"/>
                    <a:pt x="660" y="228"/>
                    <a:pt x="608" y="296"/>
                  </a:cubicBezTo>
                  <a:cubicBezTo>
                    <a:pt x="596" y="316"/>
                    <a:pt x="580" y="328"/>
                    <a:pt x="560" y="340"/>
                  </a:cubicBezTo>
                  <a:cubicBezTo>
                    <a:pt x="544" y="356"/>
                    <a:pt x="524" y="372"/>
                    <a:pt x="508" y="392"/>
                  </a:cubicBezTo>
                  <a:cubicBezTo>
                    <a:pt x="472" y="424"/>
                    <a:pt x="444" y="460"/>
                    <a:pt x="412" y="500"/>
                  </a:cubicBezTo>
                  <a:cubicBezTo>
                    <a:pt x="288" y="645"/>
                    <a:pt x="184" y="809"/>
                    <a:pt x="104" y="981"/>
                  </a:cubicBezTo>
                  <a:cubicBezTo>
                    <a:pt x="84" y="1025"/>
                    <a:pt x="68" y="1073"/>
                    <a:pt x="52" y="1117"/>
                  </a:cubicBezTo>
                  <a:cubicBezTo>
                    <a:pt x="40" y="1165"/>
                    <a:pt x="28" y="1213"/>
                    <a:pt x="24" y="1261"/>
                  </a:cubicBezTo>
                  <a:cubicBezTo>
                    <a:pt x="0" y="1361"/>
                    <a:pt x="0" y="1461"/>
                    <a:pt x="20" y="1561"/>
                  </a:cubicBezTo>
                  <a:cubicBezTo>
                    <a:pt x="48" y="1657"/>
                    <a:pt x="96" y="1749"/>
                    <a:pt x="164" y="1825"/>
                  </a:cubicBezTo>
                  <a:cubicBezTo>
                    <a:pt x="224" y="1901"/>
                    <a:pt x="288" y="1977"/>
                    <a:pt x="356" y="2045"/>
                  </a:cubicBezTo>
                  <a:cubicBezTo>
                    <a:pt x="428" y="2109"/>
                    <a:pt x="508" y="2169"/>
                    <a:pt x="592" y="2221"/>
                  </a:cubicBezTo>
                  <a:cubicBezTo>
                    <a:pt x="672" y="2273"/>
                    <a:pt x="760" y="2321"/>
                    <a:pt x="848" y="2361"/>
                  </a:cubicBezTo>
                  <a:cubicBezTo>
                    <a:pt x="936" y="2401"/>
                    <a:pt x="1028" y="2437"/>
                    <a:pt x="1120" y="2469"/>
                  </a:cubicBezTo>
                  <a:cubicBezTo>
                    <a:pt x="1212" y="2501"/>
                    <a:pt x="1304" y="2525"/>
                    <a:pt x="1400" y="2541"/>
                  </a:cubicBezTo>
                  <a:cubicBezTo>
                    <a:pt x="1474" y="2555"/>
                    <a:pt x="1549" y="2564"/>
                    <a:pt x="1623" y="2564"/>
                  </a:cubicBezTo>
                  <a:cubicBezTo>
                    <a:pt x="1649" y="2564"/>
                    <a:pt x="1674" y="2563"/>
                    <a:pt x="1700" y="2561"/>
                  </a:cubicBezTo>
                  <a:cubicBezTo>
                    <a:pt x="1728" y="2557"/>
                    <a:pt x="1752" y="2557"/>
                    <a:pt x="1780" y="2549"/>
                  </a:cubicBezTo>
                  <a:cubicBezTo>
                    <a:pt x="1808" y="2545"/>
                    <a:pt x="1828" y="2537"/>
                    <a:pt x="1852" y="2533"/>
                  </a:cubicBezTo>
                  <a:lnTo>
                    <a:pt x="1988" y="2497"/>
                  </a:lnTo>
                  <a:lnTo>
                    <a:pt x="2536" y="2345"/>
                  </a:lnTo>
                  <a:lnTo>
                    <a:pt x="2608" y="2345"/>
                  </a:lnTo>
                  <a:cubicBezTo>
                    <a:pt x="2636" y="2345"/>
                    <a:pt x="2668" y="2341"/>
                    <a:pt x="2696" y="2341"/>
                  </a:cubicBezTo>
                  <a:cubicBezTo>
                    <a:pt x="2756" y="2333"/>
                    <a:pt x="2816" y="2329"/>
                    <a:pt x="2872" y="2317"/>
                  </a:cubicBezTo>
                  <a:cubicBezTo>
                    <a:pt x="2932" y="2305"/>
                    <a:pt x="2988" y="2289"/>
                    <a:pt x="3044" y="2273"/>
                  </a:cubicBezTo>
                  <a:cubicBezTo>
                    <a:pt x="3072" y="2265"/>
                    <a:pt x="3100" y="2253"/>
                    <a:pt x="3128" y="2245"/>
                  </a:cubicBezTo>
                  <a:cubicBezTo>
                    <a:pt x="3156" y="2237"/>
                    <a:pt x="3184" y="2225"/>
                    <a:pt x="3212" y="2213"/>
                  </a:cubicBezTo>
                  <a:cubicBezTo>
                    <a:pt x="3240" y="2201"/>
                    <a:pt x="3268" y="2189"/>
                    <a:pt x="3292" y="2177"/>
                  </a:cubicBezTo>
                  <a:lnTo>
                    <a:pt x="3372" y="2137"/>
                  </a:lnTo>
                  <a:cubicBezTo>
                    <a:pt x="3420" y="2105"/>
                    <a:pt x="3472" y="2073"/>
                    <a:pt x="3516" y="2037"/>
                  </a:cubicBezTo>
                  <a:cubicBezTo>
                    <a:pt x="3540" y="2021"/>
                    <a:pt x="3564" y="2001"/>
                    <a:pt x="3588" y="1985"/>
                  </a:cubicBezTo>
                  <a:lnTo>
                    <a:pt x="3652" y="1925"/>
                  </a:lnTo>
                  <a:cubicBezTo>
                    <a:pt x="3692" y="1885"/>
                    <a:pt x="3732" y="1841"/>
                    <a:pt x="3768" y="1797"/>
                  </a:cubicBezTo>
                  <a:lnTo>
                    <a:pt x="3760" y="1785"/>
                  </a:lnTo>
                  <a:cubicBezTo>
                    <a:pt x="3716" y="1825"/>
                    <a:pt x="3676" y="1865"/>
                    <a:pt x="3628" y="1901"/>
                  </a:cubicBezTo>
                  <a:lnTo>
                    <a:pt x="3560" y="1949"/>
                  </a:lnTo>
                  <a:cubicBezTo>
                    <a:pt x="3540" y="1965"/>
                    <a:pt x="3512" y="1981"/>
                    <a:pt x="3488" y="1993"/>
                  </a:cubicBezTo>
                  <a:cubicBezTo>
                    <a:pt x="3464" y="2009"/>
                    <a:pt x="3440" y="2025"/>
                    <a:pt x="3416" y="2037"/>
                  </a:cubicBezTo>
                  <a:lnTo>
                    <a:pt x="3340" y="2077"/>
                  </a:lnTo>
                  <a:lnTo>
                    <a:pt x="3264" y="2109"/>
                  </a:lnTo>
                  <a:cubicBezTo>
                    <a:pt x="3212" y="2129"/>
                    <a:pt x="3156" y="2149"/>
                    <a:pt x="3104" y="2161"/>
                  </a:cubicBezTo>
                  <a:cubicBezTo>
                    <a:pt x="3076" y="2169"/>
                    <a:pt x="3048" y="2177"/>
                    <a:pt x="3020" y="2185"/>
                  </a:cubicBezTo>
                  <a:cubicBezTo>
                    <a:pt x="2968" y="2197"/>
                    <a:pt x="2912" y="2205"/>
                    <a:pt x="2856" y="2213"/>
                  </a:cubicBezTo>
                  <a:cubicBezTo>
                    <a:pt x="2800" y="2221"/>
                    <a:pt x="2744" y="2225"/>
                    <a:pt x="2688" y="2225"/>
                  </a:cubicBezTo>
                  <a:lnTo>
                    <a:pt x="2604" y="2225"/>
                  </a:lnTo>
                  <a:cubicBezTo>
                    <a:pt x="2580" y="2225"/>
                    <a:pt x="2548" y="2221"/>
                    <a:pt x="2524" y="2221"/>
                  </a:cubicBezTo>
                  <a:lnTo>
                    <a:pt x="2516" y="2221"/>
                  </a:lnTo>
                  <a:lnTo>
                    <a:pt x="2504" y="2225"/>
                  </a:lnTo>
                  <a:lnTo>
                    <a:pt x="1956" y="2353"/>
                  </a:lnTo>
                  <a:lnTo>
                    <a:pt x="1816" y="2389"/>
                  </a:lnTo>
                  <a:cubicBezTo>
                    <a:pt x="1796" y="2393"/>
                    <a:pt x="1772" y="2401"/>
                    <a:pt x="1752" y="2405"/>
                  </a:cubicBezTo>
                  <a:cubicBezTo>
                    <a:pt x="1732" y="2405"/>
                    <a:pt x="1712" y="2413"/>
                    <a:pt x="1692" y="2413"/>
                  </a:cubicBezTo>
                  <a:cubicBezTo>
                    <a:pt x="1604" y="2413"/>
                    <a:pt x="1516" y="2409"/>
                    <a:pt x="1428" y="2393"/>
                  </a:cubicBezTo>
                  <a:cubicBezTo>
                    <a:pt x="1340" y="2377"/>
                    <a:pt x="1248" y="2353"/>
                    <a:pt x="1164" y="2329"/>
                  </a:cubicBezTo>
                  <a:cubicBezTo>
                    <a:pt x="1076" y="2301"/>
                    <a:pt x="988" y="2269"/>
                    <a:pt x="904" y="2233"/>
                  </a:cubicBezTo>
                  <a:cubicBezTo>
                    <a:pt x="820" y="2193"/>
                    <a:pt x="740" y="2153"/>
                    <a:pt x="660" y="2109"/>
                  </a:cubicBezTo>
                  <a:cubicBezTo>
                    <a:pt x="584" y="2061"/>
                    <a:pt x="508" y="2009"/>
                    <a:pt x="440" y="1949"/>
                  </a:cubicBezTo>
                  <a:cubicBezTo>
                    <a:pt x="376" y="1889"/>
                    <a:pt x="308" y="1821"/>
                    <a:pt x="248" y="1749"/>
                  </a:cubicBezTo>
                  <a:cubicBezTo>
                    <a:pt x="120" y="1625"/>
                    <a:pt x="64" y="1441"/>
                    <a:pt x="100" y="1265"/>
                  </a:cubicBezTo>
                  <a:cubicBezTo>
                    <a:pt x="104" y="1221"/>
                    <a:pt x="112" y="1177"/>
                    <a:pt x="120" y="1133"/>
                  </a:cubicBezTo>
                  <a:cubicBezTo>
                    <a:pt x="132" y="1085"/>
                    <a:pt x="144" y="1041"/>
                    <a:pt x="160" y="1001"/>
                  </a:cubicBezTo>
                  <a:cubicBezTo>
                    <a:pt x="228" y="825"/>
                    <a:pt x="324" y="665"/>
                    <a:pt x="444" y="520"/>
                  </a:cubicBezTo>
                  <a:cubicBezTo>
                    <a:pt x="472" y="484"/>
                    <a:pt x="504" y="448"/>
                    <a:pt x="536" y="416"/>
                  </a:cubicBezTo>
                  <a:cubicBezTo>
                    <a:pt x="552" y="400"/>
                    <a:pt x="568" y="384"/>
                    <a:pt x="584" y="368"/>
                  </a:cubicBezTo>
                  <a:cubicBezTo>
                    <a:pt x="608" y="356"/>
                    <a:pt x="628" y="340"/>
                    <a:pt x="644" y="320"/>
                  </a:cubicBezTo>
                  <a:cubicBezTo>
                    <a:pt x="672" y="276"/>
                    <a:pt x="688" y="224"/>
                    <a:pt x="684" y="168"/>
                  </a:cubicBezTo>
                  <a:cubicBezTo>
                    <a:pt x="684" y="136"/>
                    <a:pt x="682" y="104"/>
                    <a:pt x="676" y="72"/>
                  </a:cubicBezTo>
                  <a:lnTo>
                    <a:pt x="676" y="72"/>
                  </a:lnTo>
                  <a:lnTo>
                    <a:pt x="728" y="88"/>
                  </a:lnTo>
                  <a:lnTo>
                    <a:pt x="828" y="112"/>
                  </a:lnTo>
                  <a:cubicBezTo>
                    <a:pt x="896" y="124"/>
                    <a:pt x="964" y="132"/>
                    <a:pt x="1028" y="140"/>
                  </a:cubicBezTo>
                  <a:cubicBezTo>
                    <a:pt x="1112" y="145"/>
                    <a:pt x="1196" y="149"/>
                    <a:pt x="1280" y="149"/>
                  </a:cubicBezTo>
                  <a:cubicBezTo>
                    <a:pt x="1332" y="149"/>
                    <a:pt x="1384" y="148"/>
                    <a:pt x="1436" y="144"/>
                  </a:cubicBezTo>
                  <a:cubicBezTo>
                    <a:pt x="1572" y="140"/>
                    <a:pt x="1704" y="128"/>
                    <a:pt x="1836" y="124"/>
                  </a:cubicBezTo>
                  <a:cubicBezTo>
                    <a:pt x="1852" y="123"/>
                    <a:pt x="1868" y="123"/>
                    <a:pt x="1884" y="123"/>
                  </a:cubicBezTo>
                  <a:cubicBezTo>
                    <a:pt x="1927" y="123"/>
                    <a:pt x="1968" y="127"/>
                    <a:pt x="2012" y="132"/>
                  </a:cubicBezTo>
                  <a:lnTo>
                    <a:pt x="2036" y="140"/>
                  </a:lnTo>
                  <a:lnTo>
                    <a:pt x="2044" y="140"/>
                  </a:lnTo>
                  <a:lnTo>
                    <a:pt x="2040" y="136"/>
                  </a:lnTo>
                  <a:lnTo>
                    <a:pt x="2052" y="144"/>
                  </a:lnTo>
                  <a:cubicBezTo>
                    <a:pt x="2072" y="152"/>
                    <a:pt x="2088" y="156"/>
                    <a:pt x="2108" y="160"/>
                  </a:cubicBezTo>
                  <a:cubicBezTo>
                    <a:pt x="2144" y="168"/>
                    <a:pt x="2180" y="176"/>
                    <a:pt x="2212" y="180"/>
                  </a:cubicBezTo>
                  <a:cubicBezTo>
                    <a:pt x="2352" y="200"/>
                    <a:pt x="2484" y="200"/>
                    <a:pt x="2620" y="204"/>
                  </a:cubicBezTo>
                  <a:cubicBezTo>
                    <a:pt x="2748" y="204"/>
                    <a:pt x="2880" y="216"/>
                    <a:pt x="3008" y="236"/>
                  </a:cubicBezTo>
                  <a:lnTo>
                    <a:pt x="3052" y="244"/>
                  </a:lnTo>
                  <a:cubicBezTo>
                    <a:pt x="3064" y="248"/>
                    <a:pt x="3088" y="260"/>
                    <a:pt x="3096" y="264"/>
                  </a:cubicBezTo>
                  <a:cubicBezTo>
                    <a:pt x="3104" y="264"/>
                    <a:pt x="3120" y="276"/>
                    <a:pt x="3132" y="284"/>
                  </a:cubicBezTo>
                  <a:lnTo>
                    <a:pt x="3168" y="308"/>
                  </a:lnTo>
                  <a:cubicBezTo>
                    <a:pt x="3216" y="352"/>
                    <a:pt x="3256" y="400"/>
                    <a:pt x="3292" y="456"/>
                  </a:cubicBezTo>
                  <a:cubicBezTo>
                    <a:pt x="3368" y="565"/>
                    <a:pt x="3432" y="681"/>
                    <a:pt x="3488" y="801"/>
                  </a:cubicBezTo>
                  <a:lnTo>
                    <a:pt x="3504" y="805"/>
                  </a:lnTo>
                  <a:cubicBezTo>
                    <a:pt x="3464" y="677"/>
                    <a:pt x="3412" y="553"/>
                    <a:pt x="3344" y="432"/>
                  </a:cubicBezTo>
                  <a:cubicBezTo>
                    <a:pt x="3312" y="372"/>
                    <a:pt x="3272" y="316"/>
                    <a:pt x="3224" y="268"/>
                  </a:cubicBezTo>
                  <a:lnTo>
                    <a:pt x="3180" y="228"/>
                  </a:lnTo>
                  <a:cubicBezTo>
                    <a:pt x="3168" y="216"/>
                    <a:pt x="3148" y="208"/>
                    <a:pt x="3132" y="196"/>
                  </a:cubicBezTo>
                  <a:cubicBezTo>
                    <a:pt x="3116" y="188"/>
                    <a:pt x="3100" y="184"/>
                    <a:pt x="3084" y="176"/>
                  </a:cubicBezTo>
                  <a:cubicBezTo>
                    <a:pt x="3068" y="172"/>
                    <a:pt x="3048" y="164"/>
                    <a:pt x="3032" y="160"/>
                  </a:cubicBezTo>
                  <a:cubicBezTo>
                    <a:pt x="2900" y="132"/>
                    <a:pt x="2764" y="112"/>
                    <a:pt x="2628" y="108"/>
                  </a:cubicBezTo>
                  <a:cubicBezTo>
                    <a:pt x="2492" y="96"/>
                    <a:pt x="2360" y="92"/>
                    <a:pt x="2232" y="72"/>
                  </a:cubicBezTo>
                  <a:cubicBezTo>
                    <a:pt x="2200" y="68"/>
                    <a:pt x="2172" y="64"/>
                    <a:pt x="2144" y="56"/>
                  </a:cubicBezTo>
                  <a:cubicBezTo>
                    <a:pt x="2128" y="52"/>
                    <a:pt x="2116" y="48"/>
                    <a:pt x="2104" y="40"/>
                  </a:cubicBezTo>
                  <a:lnTo>
                    <a:pt x="2076" y="32"/>
                  </a:lnTo>
                  <a:lnTo>
                    <a:pt x="2052" y="24"/>
                  </a:lnTo>
                  <a:cubicBezTo>
                    <a:pt x="1997" y="12"/>
                    <a:pt x="1940" y="7"/>
                    <a:pt x="1884" y="7"/>
                  </a:cubicBezTo>
                  <a:cubicBezTo>
                    <a:pt x="1866" y="7"/>
                    <a:pt x="1849" y="8"/>
                    <a:pt x="1832" y="8"/>
                  </a:cubicBezTo>
                  <a:cubicBezTo>
                    <a:pt x="1692" y="16"/>
                    <a:pt x="1564" y="32"/>
                    <a:pt x="1432" y="44"/>
                  </a:cubicBezTo>
                  <a:cubicBezTo>
                    <a:pt x="1300" y="60"/>
                    <a:pt x="1168" y="68"/>
                    <a:pt x="1036" y="68"/>
                  </a:cubicBezTo>
                  <a:cubicBezTo>
                    <a:pt x="972" y="64"/>
                    <a:pt x="908" y="60"/>
                    <a:pt x="840" y="52"/>
                  </a:cubicBezTo>
                  <a:lnTo>
                    <a:pt x="744" y="36"/>
                  </a:lnTo>
                  <a:lnTo>
                    <a:pt x="648" y="12"/>
                  </a:lnTo>
                  <a:lnTo>
                    <a:pt x="600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65"/>
            <p:cNvSpPr/>
            <p:nvPr/>
          </p:nvSpPr>
          <p:spPr>
            <a:xfrm flipH="1">
              <a:off x="8241738" y="1792189"/>
              <a:ext cx="454156" cy="235349"/>
            </a:xfrm>
            <a:custGeom>
              <a:avLst/>
              <a:gdLst/>
              <a:ahLst/>
              <a:cxnLst/>
              <a:rect l="l" t="t" r="r" b="b"/>
              <a:pathLst>
                <a:path w="3377" h="1750" extrusionOk="0">
                  <a:moveTo>
                    <a:pt x="620" y="1"/>
                  </a:moveTo>
                  <a:cubicBezTo>
                    <a:pt x="608" y="1"/>
                    <a:pt x="596" y="5"/>
                    <a:pt x="584" y="5"/>
                  </a:cubicBezTo>
                  <a:cubicBezTo>
                    <a:pt x="540" y="13"/>
                    <a:pt x="500" y="29"/>
                    <a:pt x="464" y="49"/>
                  </a:cubicBezTo>
                  <a:cubicBezTo>
                    <a:pt x="396" y="89"/>
                    <a:pt x="332" y="133"/>
                    <a:pt x="276" y="185"/>
                  </a:cubicBezTo>
                  <a:cubicBezTo>
                    <a:pt x="220" y="237"/>
                    <a:pt x="168" y="289"/>
                    <a:pt x="116" y="345"/>
                  </a:cubicBezTo>
                  <a:lnTo>
                    <a:pt x="0" y="477"/>
                  </a:lnTo>
                  <a:lnTo>
                    <a:pt x="160" y="405"/>
                  </a:lnTo>
                  <a:cubicBezTo>
                    <a:pt x="197" y="386"/>
                    <a:pt x="236" y="377"/>
                    <a:pt x="276" y="377"/>
                  </a:cubicBezTo>
                  <a:cubicBezTo>
                    <a:pt x="306" y="377"/>
                    <a:pt x="337" y="382"/>
                    <a:pt x="368" y="393"/>
                  </a:cubicBezTo>
                  <a:cubicBezTo>
                    <a:pt x="400" y="405"/>
                    <a:pt x="432" y="425"/>
                    <a:pt x="460" y="449"/>
                  </a:cubicBezTo>
                  <a:cubicBezTo>
                    <a:pt x="484" y="477"/>
                    <a:pt x="508" y="505"/>
                    <a:pt x="532" y="537"/>
                  </a:cubicBezTo>
                  <a:cubicBezTo>
                    <a:pt x="576" y="601"/>
                    <a:pt x="620" y="669"/>
                    <a:pt x="664" y="733"/>
                  </a:cubicBezTo>
                  <a:lnTo>
                    <a:pt x="792" y="933"/>
                  </a:lnTo>
                  <a:cubicBezTo>
                    <a:pt x="880" y="1069"/>
                    <a:pt x="980" y="1197"/>
                    <a:pt x="1092" y="1313"/>
                  </a:cubicBezTo>
                  <a:cubicBezTo>
                    <a:pt x="1156" y="1377"/>
                    <a:pt x="1228" y="1425"/>
                    <a:pt x="1308" y="1461"/>
                  </a:cubicBezTo>
                  <a:cubicBezTo>
                    <a:pt x="1332" y="1469"/>
                    <a:pt x="1356" y="1473"/>
                    <a:pt x="1380" y="1477"/>
                  </a:cubicBezTo>
                  <a:cubicBezTo>
                    <a:pt x="1392" y="1481"/>
                    <a:pt x="1404" y="1481"/>
                    <a:pt x="1416" y="1481"/>
                  </a:cubicBezTo>
                  <a:lnTo>
                    <a:pt x="1444" y="1481"/>
                  </a:lnTo>
                  <a:cubicBezTo>
                    <a:pt x="1484" y="1481"/>
                    <a:pt x="1520" y="1485"/>
                    <a:pt x="1556" y="1489"/>
                  </a:cubicBezTo>
                  <a:cubicBezTo>
                    <a:pt x="1632" y="1501"/>
                    <a:pt x="1704" y="1517"/>
                    <a:pt x="1780" y="1537"/>
                  </a:cubicBezTo>
                  <a:cubicBezTo>
                    <a:pt x="1860" y="1553"/>
                    <a:pt x="1932" y="1573"/>
                    <a:pt x="2008" y="1593"/>
                  </a:cubicBezTo>
                  <a:cubicBezTo>
                    <a:pt x="2160" y="1629"/>
                    <a:pt x="2312" y="1673"/>
                    <a:pt x="2468" y="1709"/>
                  </a:cubicBezTo>
                  <a:cubicBezTo>
                    <a:pt x="2548" y="1725"/>
                    <a:pt x="2628" y="1741"/>
                    <a:pt x="2712" y="1749"/>
                  </a:cubicBezTo>
                  <a:cubicBezTo>
                    <a:pt x="2720" y="1749"/>
                    <a:pt x="2729" y="1749"/>
                    <a:pt x="2737" y="1749"/>
                  </a:cubicBezTo>
                  <a:cubicBezTo>
                    <a:pt x="2813" y="1749"/>
                    <a:pt x="2892" y="1733"/>
                    <a:pt x="2960" y="1697"/>
                  </a:cubicBezTo>
                  <a:cubicBezTo>
                    <a:pt x="3036" y="1665"/>
                    <a:pt x="3108" y="1629"/>
                    <a:pt x="3176" y="1589"/>
                  </a:cubicBezTo>
                  <a:cubicBezTo>
                    <a:pt x="3244" y="1549"/>
                    <a:pt x="3312" y="1505"/>
                    <a:pt x="3376" y="1457"/>
                  </a:cubicBezTo>
                  <a:lnTo>
                    <a:pt x="3368" y="1445"/>
                  </a:lnTo>
                  <a:cubicBezTo>
                    <a:pt x="3296" y="1477"/>
                    <a:pt x="3228" y="1513"/>
                    <a:pt x="3152" y="1541"/>
                  </a:cubicBezTo>
                  <a:cubicBezTo>
                    <a:pt x="3080" y="1569"/>
                    <a:pt x="3008" y="1597"/>
                    <a:pt x="2932" y="1617"/>
                  </a:cubicBezTo>
                  <a:cubicBezTo>
                    <a:pt x="2885" y="1633"/>
                    <a:pt x="2836" y="1642"/>
                    <a:pt x="2787" y="1642"/>
                  </a:cubicBezTo>
                  <a:cubicBezTo>
                    <a:pt x="2765" y="1642"/>
                    <a:pt x="2742" y="1640"/>
                    <a:pt x="2720" y="1637"/>
                  </a:cubicBezTo>
                  <a:cubicBezTo>
                    <a:pt x="2644" y="1625"/>
                    <a:pt x="2572" y="1605"/>
                    <a:pt x="2500" y="1585"/>
                  </a:cubicBezTo>
                  <a:cubicBezTo>
                    <a:pt x="2348" y="1541"/>
                    <a:pt x="2196" y="1493"/>
                    <a:pt x="2044" y="1449"/>
                  </a:cubicBezTo>
                  <a:cubicBezTo>
                    <a:pt x="1888" y="1405"/>
                    <a:pt x="1732" y="1373"/>
                    <a:pt x="1572" y="1353"/>
                  </a:cubicBezTo>
                  <a:cubicBezTo>
                    <a:pt x="1541" y="1350"/>
                    <a:pt x="1512" y="1347"/>
                    <a:pt x="1482" y="1347"/>
                  </a:cubicBezTo>
                  <a:cubicBezTo>
                    <a:pt x="1470" y="1347"/>
                    <a:pt x="1457" y="1347"/>
                    <a:pt x="1444" y="1349"/>
                  </a:cubicBezTo>
                  <a:lnTo>
                    <a:pt x="1392" y="1349"/>
                  </a:lnTo>
                  <a:cubicBezTo>
                    <a:pt x="1376" y="1345"/>
                    <a:pt x="1364" y="1341"/>
                    <a:pt x="1348" y="1337"/>
                  </a:cubicBezTo>
                  <a:cubicBezTo>
                    <a:pt x="1284" y="1313"/>
                    <a:pt x="1220" y="1273"/>
                    <a:pt x="1168" y="1229"/>
                  </a:cubicBezTo>
                  <a:cubicBezTo>
                    <a:pt x="1052" y="1125"/>
                    <a:pt x="944" y="1013"/>
                    <a:pt x="848" y="893"/>
                  </a:cubicBezTo>
                  <a:cubicBezTo>
                    <a:pt x="800" y="833"/>
                    <a:pt x="748" y="769"/>
                    <a:pt x="704" y="705"/>
                  </a:cubicBezTo>
                  <a:lnTo>
                    <a:pt x="564" y="513"/>
                  </a:lnTo>
                  <a:cubicBezTo>
                    <a:pt x="540" y="481"/>
                    <a:pt x="516" y="449"/>
                    <a:pt x="488" y="417"/>
                  </a:cubicBezTo>
                  <a:cubicBezTo>
                    <a:pt x="456" y="385"/>
                    <a:pt x="424" y="361"/>
                    <a:pt x="384" y="345"/>
                  </a:cubicBezTo>
                  <a:cubicBezTo>
                    <a:pt x="343" y="329"/>
                    <a:pt x="302" y="320"/>
                    <a:pt x="260" y="318"/>
                  </a:cubicBezTo>
                  <a:lnTo>
                    <a:pt x="260" y="318"/>
                  </a:lnTo>
                  <a:cubicBezTo>
                    <a:pt x="339" y="256"/>
                    <a:pt x="425" y="202"/>
                    <a:pt x="516" y="157"/>
                  </a:cubicBezTo>
                  <a:cubicBezTo>
                    <a:pt x="540" y="145"/>
                    <a:pt x="572" y="133"/>
                    <a:pt x="600" y="125"/>
                  </a:cubicBezTo>
                  <a:cubicBezTo>
                    <a:pt x="604" y="125"/>
                    <a:pt x="612" y="121"/>
                    <a:pt x="616" y="121"/>
                  </a:cubicBezTo>
                  <a:lnTo>
                    <a:pt x="644" y="121"/>
                  </a:lnTo>
                  <a:lnTo>
                    <a:pt x="692" y="129"/>
                  </a:lnTo>
                  <a:lnTo>
                    <a:pt x="912" y="149"/>
                  </a:lnTo>
                  <a:cubicBezTo>
                    <a:pt x="980" y="153"/>
                    <a:pt x="1056" y="161"/>
                    <a:pt x="1132" y="165"/>
                  </a:cubicBezTo>
                  <a:lnTo>
                    <a:pt x="1244" y="165"/>
                  </a:lnTo>
                  <a:cubicBezTo>
                    <a:pt x="1264" y="165"/>
                    <a:pt x="1284" y="161"/>
                    <a:pt x="1300" y="161"/>
                  </a:cubicBezTo>
                  <a:lnTo>
                    <a:pt x="1352" y="161"/>
                  </a:lnTo>
                  <a:cubicBezTo>
                    <a:pt x="1420" y="169"/>
                    <a:pt x="1492" y="181"/>
                    <a:pt x="1560" y="197"/>
                  </a:cubicBezTo>
                  <a:cubicBezTo>
                    <a:pt x="1632" y="213"/>
                    <a:pt x="1700" y="233"/>
                    <a:pt x="1772" y="249"/>
                  </a:cubicBezTo>
                  <a:lnTo>
                    <a:pt x="1776" y="233"/>
                  </a:lnTo>
                  <a:cubicBezTo>
                    <a:pt x="1712" y="197"/>
                    <a:pt x="1644" y="169"/>
                    <a:pt x="1576" y="141"/>
                  </a:cubicBezTo>
                  <a:cubicBezTo>
                    <a:pt x="1504" y="113"/>
                    <a:pt x="1432" y="89"/>
                    <a:pt x="1360" y="73"/>
                  </a:cubicBezTo>
                  <a:cubicBezTo>
                    <a:pt x="1340" y="69"/>
                    <a:pt x="1320" y="69"/>
                    <a:pt x="1300" y="69"/>
                  </a:cubicBezTo>
                  <a:lnTo>
                    <a:pt x="1244" y="69"/>
                  </a:lnTo>
                  <a:cubicBezTo>
                    <a:pt x="1212" y="65"/>
                    <a:pt x="1176" y="61"/>
                    <a:pt x="1140" y="57"/>
                  </a:cubicBezTo>
                  <a:cubicBezTo>
                    <a:pt x="1068" y="49"/>
                    <a:pt x="996" y="41"/>
                    <a:pt x="924" y="29"/>
                  </a:cubicBezTo>
                  <a:lnTo>
                    <a:pt x="708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65"/>
            <p:cNvSpPr/>
            <p:nvPr/>
          </p:nvSpPr>
          <p:spPr>
            <a:xfrm flipH="1">
              <a:off x="8060453" y="1552268"/>
              <a:ext cx="395520" cy="197021"/>
            </a:xfrm>
            <a:custGeom>
              <a:avLst/>
              <a:gdLst/>
              <a:ahLst/>
              <a:cxnLst/>
              <a:rect l="l" t="t" r="r" b="b"/>
              <a:pathLst>
                <a:path w="2941" h="1465" extrusionOk="0">
                  <a:moveTo>
                    <a:pt x="1984" y="0"/>
                  </a:moveTo>
                  <a:cubicBezTo>
                    <a:pt x="1964" y="0"/>
                    <a:pt x="1944" y="4"/>
                    <a:pt x="1924" y="8"/>
                  </a:cubicBezTo>
                  <a:lnTo>
                    <a:pt x="1912" y="8"/>
                  </a:lnTo>
                  <a:lnTo>
                    <a:pt x="1896" y="12"/>
                  </a:lnTo>
                  <a:cubicBezTo>
                    <a:pt x="1888" y="16"/>
                    <a:pt x="1884" y="16"/>
                    <a:pt x="1880" y="16"/>
                  </a:cubicBezTo>
                  <a:cubicBezTo>
                    <a:pt x="1852" y="24"/>
                    <a:pt x="1824" y="32"/>
                    <a:pt x="1792" y="36"/>
                  </a:cubicBezTo>
                  <a:cubicBezTo>
                    <a:pt x="1668" y="52"/>
                    <a:pt x="1540" y="64"/>
                    <a:pt x="1416" y="64"/>
                  </a:cubicBezTo>
                  <a:cubicBezTo>
                    <a:pt x="1284" y="64"/>
                    <a:pt x="1152" y="60"/>
                    <a:pt x="1020" y="40"/>
                  </a:cubicBezTo>
                  <a:cubicBezTo>
                    <a:pt x="957" y="29"/>
                    <a:pt x="893" y="23"/>
                    <a:pt x="829" y="23"/>
                  </a:cubicBezTo>
                  <a:cubicBezTo>
                    <a:pt x="755" y="23"/>
                    <a:pt x="681" y="31"/>
                    <a:pt x="608" y="48"/>
                  </a:cubicBezTo>
                  <a:cubicBezTo>
                    <a:pt x="540" y="60"/>
                    <a:pt x="476" y="76"/>
                    <a:pt x="412" y="96"/>
                  </a:cubicBezTo>
                  <a:cubicBezTo>
                    <a:pt x="380" y="108"/>
                    <a:pt x="348" y="120"/>
                    <a:pt x="320" y="136"/>
                  </a:cubicBezTo>
                  <a:cubicBezTo>
                    <a:pt x="284" y="152"/>
                    <a:pt x="252" y="176"/>
                    <a:pt x="228" y="204"/>
                  </a:cubicBezTo>
                  <a:cubicBezTo>
                    <a:pt x="220" y="220"/>
                    <a:pt x="216" y="236"/>
                    <a:pt x="220" y="252"/>
                  </a:cubicBezTo>
                  <a:cubicBezTo>
                    <a:pt x="220" y="260"/>
                    <a:pt x="224" y="272"/>
                    <a:pt x="228" y="280"/>
                  </a:cubicBezTo>
                  <a:cubicBezTo>
                    <a:pt x="232" y="284"/>
                    <a:pt x="236" y="292"/>
                    <a:pt x="240" y="296"/>
                  </a:cubicBezTo>
                  <a:lnTo>
                    <a:pt x="244" y="300"/>
                  </a:lnTo>
                  <a:lnTo>
                    <a:pt x="248" y="304"/>
                  </a:lnTo>
                  <a:cubicBezTo>
                    <a:pt x="252" y="308"/>
                    <a:pt x="256" y="312"/>
                    <a:pt x="256" y="316"/>
                  </a:cubicBezTo>
                  <a:cubicBezTo>
                    <a:pt x="260" y="340"/>
                    <a:pt x="264" y="364"/>
                    <a:pt x="260" y="392"/>
                  </a:cubicBezTo>
                  <a:cubicBezTo>
                    <a:pt x="256" y="444"/>
                    <a:pt x="248" y="500"/>
                    <a:pt x="232" y="552"/>
                  </a:cubicBezTo>
                  <a:cubicBezTo>
                    <a:pt x="208" y="652"/>
                    <a:pt x="176" y="752"/>
                    <a:pt x="132" y="848"/>
                  </a:cubicBezTo>
                  <a:cubicBezTo>
                    <a:pt x="112" y="892"/>
                    <a:pt x="92" y="932"/>
                    <a:pt x="72" y="976"/>
                  </a:cubicBezTo>
                  <a:cubicBezTo>
                    <a:pt x="60" y="996"/>
                    <a:pt x="48" y="1020"/>
                    <a:pt x="40" y="1040"/>
                  </a:cubicBezTo>
                  <a:cubicBezTo>
                    <a:pt x="32" y="1064"/>
                    <a:pt x="24" y="1084"/>
                    <a:pt x="20" y="1108"/>
                  </a:cubicBezTo>
                  <a:cubicBezTo>
                    <a:pt x="0" y="1188"/>
                    <a:pt x="12" y="1272"/>
                    <a:pt x="56" y="1345"/>
                  </a:cubicBezTo>
                  <a:cubicBezTo>
                    <a:pt x="84" y="1385"/>
                    <a:pt x="120" y="1417"/>
                    <a:pt x="164" y="1445"/>
                  </a:cubicBezTo>
                  <a:cubicBezTo>
                    <a:pt x="176" y="1453"/>
                    <a:pt x="192" y="1461"/>
                    <a:pt x="208" y="1465"/>
                  </a:cubicBezTo>
                  <a:lnTo>
                    <a:pt x="216" y="1453"/>
                  </a:lnTo>
                  <a:cubicBezTo>
                    <a:pt x="204" y="1441"/>
                    <a:pt x="192" y="1429"/>
                    <a:pt x="184" y="1421"/>
                  </a:cubicBezTo>
                  <a:cubicBezTo>
                    <a:pt x="152" y="1389"/>
                    <a:pt x="128" y="1353"/>
                    <a:pt x="112" y="1313"/>
                  </a:cubicBezTo>
                  <a:cubicBezTo>
                    <a:pt x="88" y="1252"/>
                    <a:pt x="88" y="1188"/>
                    <a:pt x="112" y="1132"/>
                  </a:cubicBezTo>
                  <a:cubicBezTo>
                    <a:pt x="116" y="1116"/>
                    <a:pt x="128" y="1096"/>
                    <a:pt x="132" y="1080"/>
                  </a:cubicBezTo>
                  <a:lnTo>
                    <a:pt x="168" y="1028"/>
                  </a:lnTo>
                  <a:cubicBezTo>
                    <a:pt x="192" y="988"/>
                    <a:pt x="220" y="944"/>
                    <a:pt x="244" y="896"/>
                  </a:cubicBezTo>
                  <a:cubicBezTo>
                    <a:pt x="296" y="796"/>
                    <a:pt x="336" y="688"/>
                    <a:pt x="360" y="576"/>
                  </a:cubicBezTo>
                  <a:cubicBezTo>
                    <a:pt x="372" y="516"/>
                    <a:pt x="376" y="456"/>
                    <a:pt x="372" y="396"/>
                  </a:cubicBezTo>
                  <a:cubicBezTo>
                    <a:pt x="368" y="360"/>
                    <a:pt x="360" y="324"/>
                    <a:pt x="344" y="288"/>
                  </a:cubicBezTo>
                  <a:cubicBezTo>
                    <a:pt x="336" y="280"/>
                    <a:pt x="332" y="272"/>
                    <a:pt x="324" y="264"/>
                  </a:cubicBezTo>
                  <a:lnTo>
                    <a:pt x="312" y="252"/>
                  </a:lnTo>
                  <a:lnTo>
                    <a:pt x="304" y="244"/>
                  </a:lnTo>
                  <a:lnTo>
                    <a:pt x="302" y="242"/>
                  </a:lnTo>
                  <a:lnTo>
                    <a:pt x="302" y="242"/>
                  </a:lnTo>
                  <a:cubicBezTo>
                    <a:pt x="317" y="223"/>
                    <a:pt x="333" y="204"/>
                    <a:pt x="356" y="192"/>
                  </a:cubicBezTo>
                  <a:cubicBezTo>
                    <a:pt x="380" y="172"/>
                    <a:pt x="408" y="160"/>
                    <a:pt x="436" y="148"/>
                  </a:cubicBezTo>
                  <a:cubicBezTo>
                    <a:pt x="496" y="120"/>
                    <a:pt x="556" y="100"/>
                    <a:pt x="620" y="88"/>
                  </a:cubicBezTo>
                  <a:cubicBezTo>
                    <a:pt x="668" y="79"/>
                    <a:pt x="718" y="75"/>
                    <a:pt x="768" y="75"/>
                  </a:cubicBezTo>
                  <a:cubicBezTo>
                    <a:pt x="784" y="75"/>
                    <a:pt x="800" y="75"/>
                    <a:pt x="816" y="76"/>
                  </a:cubicBezTo>
                  <a:cubicBezTo>
                    <a:pt x="848" y="80"/>
                    <a:pt x="880" y="84"/>
                    <a:pt x="912" y="92"/>
                  </a:cubicBezTo>
                  <a:cubicBezTo>
                    <a:pt x="944" y="96"/>
                    <a:pt x="976" y="108"/>
                    <a:pt x="1008" y="116"/>
                  </a:cubicBezTo>
                  <a:cubicBezTo>
                    <a:pt x="1140" y="156"/>
                    <a:pt x="1280" y="180"/>
                    <a:pt x="1416" y="188"/>
                  </a:cubicBezTo>
                  <a:cubicBezTo>
                    <a:pt x="1464" y="191"/>
                    <a:pt x="1512" y="193"/>
                    <a:pt x="1559" y="193"/>
                  </a:cubicBezTo>
                  <a:cubicBezTo>
                    <a:pt x="1646" y="193"/>
                    <a:pt x="1731" y="188"/>
                    <a:pt x="1816" y="180"/>
                  </a:cubicBezTo>
                  <a:cubicBezTo>
                    <a:pt x="1852" y="176"/>
                    <a:pt x="1884" y="168"/>
                    <a:pt x="1916" y="164"/>
                  </a:cubicBezTo>
                  <a:cubicBezTo>
                    <a:pt x="1924" y="160"/>
                    <a:pt x="1936" y="156"/>
                    <a:pt x="1944" y="156"/>
                  </a:cubicBezTo>
                  <a:lnTo>
                    <a:pt x="1952" y="152"/>
                  </a:lnTo>
                  <a:lnTo>
                    <a:pt x="1956" y="152"/>
                  </a:lnTo>
                  <a:lnTo>
                    <a:pt x="1948" y="156"/>
                  </a:lnTo>
                  <a:lnTo>
                    <a:pt x="1960" y="152"/>
                  </a:lnTo>
                  <a:cubicBezTo>
                    <a:pt x="1964" y="150"/>
                    <a:pt x="1969" y="149"/>
                    <a:pt x="1974" y="149"/>
                  </a:cubicBezTo>
                  <a:cubicBezTo>
                    <a:pt x="1979" y="149"/>
                    <a:pt x="1984" y="150"/>
                    <a:pt x="1988" y="152"/>
                  </a:cubicBezTo>
                  <a:cubicBezTo>
                    <a:pt x="2000" y="152"/>
                    <a:pt x="2012" y="152"/>
                    <a:pt x="2024" y="156"/>
                  </a:cubicBezTo>
                  <a:cubicBezTo>
                    <a:pt x="2040" y="156"/>
                    <a:pt x="2052" y="160"/>
                    <a:pt x="2064" y="160"/>
                  </a:cubicBezTo>
                  <a:cubicBezTo>
                    <a:pt x="2092" y="164"/>
                    <a:pt x="2120" y="168"/>
                    <a:pt x="2148" y="176"/>
                  </a:cubicBezTo>
                  <a:cubicBezTo>
                    <a:pt x="2248" y="200"/>
                    <a:pt x="2348" y="232"/>
                    <a:pt x="2444" y="276"/>
                  </a:cubicBezTo>
                  <a:cubicBezTo>
                    <a:pt x="2524" y="312"/>
                    <a:pt x="2600" y="356"/>
                    <a:pt x="2672" y="408"/>
                  </a:cubicBezTo>
                  <a:cubicBezTo>
                    <a:pt x="2708" y="428"/>
                    <a:pt x="2736" y="452"/>
                    <a:pt x="2760" y="476"/>
                  </a:cubicBezTo>
                  <a:cubicBezTo>
                    <a:pt x="2784" y="500"/>
                    <a:pt x="2804" y="524"/>
                    <a:pt x="2828" y="544"/>
                  </a:cubicBezTo>
                  <a:cubicBezTo>
                    <a:pt x="2856" y="576"/>
                    <a:pt x="2880" y="612"/>
                    <a:pt x="2904" y="652"/>
                  </a:cubicBezTo>
                  <a:lnTo>
                    <a:pt x="2928" y="692"/>
                  </a:lnTo>
                  <a:lnTo>
                    <a:pt x="2940" y="688"/>
                  </a:lnTo>
                  <a:lnTo>
                    <a:pt x="2928" y="640"/>
                  </a:lnTo>
                  <a:cubicBezTo>
                    <a:pt x="2912" y="592"/>
                    <a:pt x="2896" y="548"/>
                    <a:pt x="2872" y="508"/>
                  </a:cubicBezTo>
                  <a:cubicBezTo>
                    <a:pt x="2856" y="484"/>
                    <a:pt x="2836" y="452"/>
                    <a:pt x="2812" y="424"/>
                  </a:cubicBezTo>
                  <a:cubicBezTo>
                    <a:pt x="2788" y="392"/>
                    <a:pt x="2760" y="364"/>
                    <a:pt x="2732" y="336"/>
                  </a:cubicBezTo>
                  <a:cubicBezTo>
                    <a:pt x="2660" y="268"/>
                    <a:pt x="2584" y="212"/>
                    <a:pt x="2496" y="164"/>
                  </a:cubicBezTo>
                  <a:cubicBezTo>
                    <a:pt x="2400" y="108"/>
                    <a:pt x="2292" y="64"/>
                    <a:pt x="2180" y="32"/>
                  </a:cubicBezTo>
                  <a:cubicBezTo>
                    <a:pt x="2152" y="24"/>
                    <a:pt x="2120" y="16"/>
                    <a:pt x="2088" y="12"/>
                  </a:cubicBezTo>
                  <a:cubicBezTo>
                    <a:pt x="2072" y="8"/>
                    <a:pt x="2056" y="8"/>
                    <a:pt x="2040" y="4"/>
                  </a:cubicBezTo>
                  <a:cubicBezTo>
                    <a:pt x="2020" y="4"/>
                    <a:pt x="2004" y="0"/>
                    <a:pt x="198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65"/>
            <p:cNvSpPr/>
            <p:nvPr/>
          </p:nvSpPr>
          <p:spPr>
            <a:xfrm flipH="1">
              <a:off x="7709178" y="1275767"/>
              <a:ext cx="357865" cy="404665"/>
            </a:xfrm>
            <a:custGeom>
              <a:avLst/>
              <a:gdLst/>
              <a:ahLst/>
              <a:cxnLst/>
              <a:rect l="l" t="t" r="r" b="b"/>
              <a:pathLst>
                <a:path w="2661" h="3009" extrusionOk="0">
                  <a:moveTo>
                    <a:pt x="2592" y="0"/>
                  </a:moveTo>
                  <a:lnTo>
                    <a:pt x="2412" y="68"/>
                  </a:lnTo>
                  <a:cubicBezTo>
                    <a:pt x="2336" y="100"/>
                    <a:pt x="2260" y="132"/>
                    <a:pt x="2184" y="176"/>
                  </a:cubicBezTo>
                  <a:cubicBezTo>
                    <a:pt x="2112" y="212"/>
                    <a:pt x="2040" y="264"/>
                    <a:pt x="1976" y="320"/>
                  </a:cubicBezTo>
                  <a:cubicBezTo>
                    <a:pt x="1940" y="348"/>
                    <a:pt x="1908" y="384"/>
                    <a:pt x="1884" y="420"/>
                  </a:cubicBezTo>
                  <a:cubicBezTo>
                    <a:pt x="1872" y="440"/>
                    <a:pt x="1860" y="460"/>
                    <a:pt x="1848" y="480"/>
                  </a:cubicBezTo>
                  <a:cubicBezTo>
                    <a:pt x="1844" y="496"/>
                    <a:pt x="1836" y="512"/>
                    <a:pt x="1824" y="528"/>
                  </a:cubicBezTo>
                  <a:cubicBezTo>
                    <a:pt x="1792" y="600"/>
                    <a:pt x="1752" y="668"/>
                    <a:pt x="1708" y="732"/>
                  </a:cubicBezTo>
                  <a:cubicBezTo>
                    <a:pt x="1624" y="868"/>
                    <a:pt x="1532" y="1000"/>
                    <a:pt x="1436" y="1124"/>
                  </a:cubicBezTo>
                  <a:cubicBezTo>
                    <a:pt x="1384" y="1188"/>
                    <a:pt x="1332" y="1248"/>
                    <a:pt x="1280" y="1308"/>
                  </a:cubicBezTo>
                  <a:cubicBezTo>
                    <a:pt x="1228" y="1368"/>
                    <a:pt x="1172" y="1428"/>
                    <a:pt x="1116" y="1484"/>
                  </a:cubicBezTo>
                  <a:cubicBezTo>
                    <a:pt x="1000" y="1592"/>
                    <a:pt x="884" y="1700"/>
                    <a:pt x="764" y="1808"/>
                  </a:cubicBezTo>
                  <a:cubicBezTo>
                    <a:pt x="644" y="1912"/>
                    <a:pt x="524" y="2020"/>
                    <a:pt x="412" y="2140"/>
                  </a:cubicBezTo>
                  <a:lnTo>
                    <a:pt x="332" y="2232"/>
                  </a:lnTo>
                  <a:lnTo>
                    <a:pt x="256" y="2328"/>
                  </a:lnTo>
                  <a:cubicBezTo>
                    <a:pt x="204" y="2392"/>
                    <a:pt x="156" y="2460"/>
                    <a:pt x="116" y="2532"/>
                  </a:cubicBezTo>
                  <a:cubicBezTo>
                    <a:pt x="72" y="2604"/>
                    <a:pt x="40" y="2680"/>
                    <a:pt x="16" y="2760"/>
                  </a:cubicBezTo>
                  <a:cubicBezTo>
                    <a:pt x="8" y="2800"/>
                    <a:pt x="0" y="2844"/>
                    <a:pt x="0" y="2884"/>
                  </a:cubicBezTo>
                  <a:cubicBezTo>
                    <a:pt x="0" y="2928"/>
                    <a:pt x="12" y="2972"/>
                    <a:pt x="36" y="3008"/>
                  </a:cubicBezTo>
                  <a:lnTo>
                    <a:pt x="52" y="2996"/>
                  </a:lnTo>
                  <a:cubicBezTo>
                    <a:pt x="32" y="2924"/>
                    <a:pt x="40" y="2844"/>
                    <a:pt x="76" y="2776"/>
                  </a:cubicBezTo>
                  <a:cubicBezTo>
                    <a:pt x="92" y="2740"/>
                    <a:pt x="108" y="2704"/>
                    <a:pt x="128" y="2672"/>
                  </a:cubicBezTo>
                  <a:cubicBezTo>
                    <a:pt x="152" y="2640"/>
                    <a:pt x="172" y="2608"/>
                    <a:pt x="196" y="2576"/>
                  </a:cubicBezTo>
                  <a:cubicBezTo>
                    <a:pt x="240" y="2512"/>
                    <a:pt x="288" y="2452"/>
                    <a:pt x="340" y="2392"/>
                  </a:cubicBezTo>
                  <a:cubicBezTo>
                    <a:pt x="392" y="2336"/>
                    <a:pt x="448" y="2280"/>
                    <a:pt x="504" y="2220"/>
                  </a:cubicBezTo>
                  <a:cubicBezTo>
                    <a:pt x="556" y="2164"/>
                    <a:pt x="616" y="2112"/>
                    <a:pt x="672" y="2052"/>
                  </a:cubicBezTo>
                  <a:cubicBezTo>
                    <a:pt x="728" y="1996"/>
                    <a:pt x="784" y="1940"/>
                    <a:pt x="840" y="1880"/>
                  </a:cubicBezTo>
                  <a:cubicBezTo>
                    <a:pt x="892" y="1820"/>
                    <a:pt x="944" y="1760"/>
                    <a:pt x="1000" y="1700"/>
                  </a:cubicBezTo>
                  <a:cubicBezTo>
                    <a:pt x="1052" y="1640"/>
                    <a:pt x="1104" y="1576"/>
                    <a:pt x="1156" y="1516"/>
                  </a:cubicBezTo>
                  <a:cubicBezTo>
                    <a:pt x="1260" y="1392"/>
                    <a:pt x="1368" y="1272"/>
                    <a:pt x="1472" y="1152"/>
                  </a:cubicBezTo>
                  <a:cubicBezTo>
                    <a:pt x="1580" y="1032"/>
                    <a:pt x="1684" y="908"/>
                    <a:pt x="1784" y="784"/>
                  </a:cubicBezTo>
                  <a:cubicBezTo>
                    <a:pt x="1836" y="720"/>
                    <a:pt x="1884" y="652"/>
                    <a:pt x="1928" y="584"/>
                  </a:cubicBezTo>
                  <a:cubicBezTo>
                    <a:pt x="1940" y="564"/>
                    <a:pt x="1948" y="544"/>
                    <a:pt x="1960" y="528"/>
                  </a:cubicBezTo>
                  <a:cubicBezTo>
                    <a:pt x="1968" y="512"/>
                    <a:pt x="1976" y="496"/>
                    <a:pt x="1988" y="484"/>
                  </a:cubicBezTo>
                  <a:cubicBezTo>
                    <a:pt x="2008" y="456"/>
                    <a:pt x="2032" y="432"/>
                    <a:pt x="2060" y="412"/>
                  </a:cubicBezTo>
                  <a:cubicBezTo>
                    <a:pt x="2120" y="364"/>
                    <a:pt x="2184" y="324"/>
                    <a:pt x="2252" y="292"/>
                  </a:cubicBezTo>
                  <a:cubicBezTo>
                    <a:pt x="2266" y="285"/>
                    <a:pt x="2279" y="279"/>
                    <a:pt x="2293" y="272"/>
                  </a:cubicBezTo>
                  <a:lnTo>
                    <a:pt x="2293" y="272"/>
                  </a:lnTo>
                  <a:cubicBezTo>
                    <a:pt x="2290" y="280"/>
                    <a:pt x="2287" y="288"/>
                    <a:pt x="2284" y="296"/>
                  </a:cubicBezTo>
                  <a:cubicBezTo>
                    <a:pt x="2272" y="332"/>
                    <a:pt x="2260" y="368"/>
                    <a:pt x="2256" y="404"/>
                  </a:cubicBezTo>
                  <a:cubicBezTo>
                    <a:pt x="2248" y="444"/>
                    <a:pt x="2244" y="488"/>
                    <a:pt x="2252" y="532"/>
                  </a:cubicBezTo>
                  <a:cubicBezTo>
                    <a:pt x="2252" y="544"/>
                    <a:pt x="2256" y="556"/>
                    <a:pt x="2260" y="572"/>
                  </a:cubicBezTo>
                  <a:lnTo>
                    <a:pt x="2272" y="592"/>
                  </a:lnTo>
                  <a:cubicBezTo>
                    <a:pt x="2280" y="612"/>
                    <a:pt x="2292" y="632"/>
                    <a:pt x="2300" y="648"/>
                  </a:cubicBezTo>
                  <a:cubicBezTo>
                    <a:pt x="2320" y="676"/>
                    <a:pt x="2336" y="704"/>
                    <a:pt x="2356" y="736"/>
                  </a:cubicBezTo>
                  <a:cubicBezTo>
                    <a:pt x="2392" y="792"/>
                    <a:pt x="2424" y="848"/>
                    <a:pt x="2456" y="904"/>
                  </a:cubicBezTo>
                  <a:cubicBezTo>
                    <a:pt x="2472" y="932"/>
                    <a:pt x="2488" y="964"/>
                    <a:pt x="2500" y="992"/>
                  </a:cubicBezTo>
                  <a:cubicBezTo>
                    <a:pt x="2512" y="1024"/>
                    <a:pt x="2524" y="1052"/>
                    <a:pt x="2536" y="1084"/>
                  </a:cubicBezTo>
                  <a:cubicBezTo>
                    <a:pt x="2548" y="1112"/>
                    <a:pt x="2556" y="1144"/>
                    <a:pt x="2564" y="1176"/>
                  </a:cubicBezTo>
                  <a:cubicBezTo>
                    <a:pt x="2572" y="1208"/>
                    <a:pt x="2580" y="1240"/>
                    <a:pt x="2584" y="1272"/>
                  </a:cubicBezTo>
                  <a:cubicBezTo>
                    <a:pt x="2588" y="1304"/>
                    <a:pt x="2588" y="1336"/>
                    <a:pt x="2592" y="1368"/>
                  </a:cubicBezTo>
                  <a:lnTo>
                    <a:pt x="2588" y="1468"/>
                  </a:lnTo>
                  <a:lnTo>
                    <a:pt x="2572" y="1568"/>
                  </a:lnTo>
                  <a:lnTo>
                    <a:pt x="2548" y="1664"/>
                  </a:lnTo>
                  <a:lnTo>
                    <a:pt x="2560" y="1672"/>
                  </a:lnTo>
                  <a:cubicBezTo>
                    <a:pt x="2576" y="1640"/>
                    <a:pt x="2592" y="1612"/>
                    <a:pt x="2604" y="1580"/>
                  </a:cubicBezTo>
                  <a:lnTo>
                    <a:pt x="2636" y="1480"/>
                  </a:lnTo>
                  <a:cubicBezTo>
                    <a:pt x="2644" y="1444"/>
                    <a:pt x="2656" y="1408"/>
                    <a:pt x="2656" y="1376"/>
                  </a:cubicBezTo>
                  <a:cubicBezTo>
                    <a:pt x="2656" y="1340"/>
                    <a:pt x="2660" y="1304"/>
                    <a:pt x="2660" y="1268"/>
                  </a:cubicBezTo>
                  <a:cubicBezTo>
                    <a:pt x="2660" y="1196"/>
                    <a:pt x="2648" y="1128"/>
                    <a:pt x="2632" y="1056"/>
                  </a:cubicBezTo>
                  <a:cubicBezTo>
                    <a:pt x="2624" y="1024"/>
                    <a:pt x="2616" y="988"/>
                    <a:pt x="2604" y="956"/>
                  </a:cubicBezTo>
                  <a:cubicBezTo>
                    <a:pt x="2592" y="924"/>
                    <a:pt x="2576" y="888"/>
                    <a:pt x="2564" y="856"/>
                  </a:cubicBezTo>
                  <a:cubicBezTo>
                    <a:pt x="2536" y="792"/>
                    <a:pt x="2504" y="728"/>
                    <a:pt x="2472" y="668"/>
                  </a:cubicBezTo>
                  <a:lnTo>
                    <a:pt x="2420" y="580"/>
                  </a:lnTo>
                  <a:lnTo>
                    <a:pt x="2400" y="544"/>
                  </a:lnTo>
                  <a:lnTo>
                    <a:pt x="2392" y="520"/>
                  </a:lnTo>
                  <a:lnTo>
                    <a:pt x="2392" y="512"/>
                  </a:lnTo>
                  <a:cubicBezTo>
                    <a:pt x="2392" y="488"/>
                    <a:pt x="2392" y="460"/>
                    <a:pt x="2400" y="436"/>
                  </a:cubicBezTo>
                  <a:cubicBezTo>
                    <a:pt x="2404" y="408"/>
                    <a:pt x="2416" y="376"/>
                    <a:pt x="2424" y="348"/>
                  </a:cubicBezTo>
                  <a:cubicBezTo>
                    <a:pt x="2436" y="320"/>
                    <a:pt x="2448" y="288"/>
                    <a:pt x="2460" y="260"/>
                  </a:cubicBezTo>
                  <a:cubicBezTo>
                    <a:pt x="2472" y="228"/>
                    <a:pt x="2488" y="200"/>
                    <a:pt x="2500" y="172"/>
                  </a:cubicBezTo>
                  <a:lnTo>
                    <a:pt x="2592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65"/>
            <p:cNvSpPr/>
            <p:nvPr/>
          </p:nvSpPr>
          <p:spPr>
            <a:xfrm flipH="1">
              <a:off x="7762434" y="1361300"/>
              <a:ext cx="229835" cy="388527"/>
            </a:xfrm>
            <a:custGeom>
              <a:avLst/>
              <a:gdLst/>
              <a:ahLst/>
              <a:cxnLst/>
              <a:rect l="l" t="t" r="r" b="b"/>
              <a:pathLst>
                <a:path w="1709" h="2889" extrusionOk="0">
                  <a:moveTo>
                    <a:pt x="1584" y="0"/>
                  </a:moveTo>
                  <a:lnTo>
                    <a:pt x="1576" y="8"/>
                  </a:lnTo>
                  <a:cubicBezTo>
                    <a:pt x="1592" y="56"/>
                    <a:pt x="1604" y="108"/>
                    <a:pt x="1612" y="156"/>
                  </a:cubicBezTo>
                  <a:cubicBezTo>
                    <a:pt x="1620" y="212"/>
                    <a:pt x="1628" y="268"/>
                    <a:pt x="1632" y="328"/>
                  </a:cubicBezTo>
                  <a:cubicBezTo>
                    <a:pt x="1636" y="400"/>
                    <a:pt x="1636" y="476"/>
                    <a:pt x="1632" y="548"/>
                  </a:cubicBezTo>
                  <a:cubicBezTo>
                    <a:pt x="1624" y="636"/>
                    <a:pt x="1612" y="724"/>
                    <a:pt x="1592" y="808"/>
                  </a:cubicBezTo>
                  <a:cubicBezTo>
                    <a:pt x="1584" y="852"/>
                    <a:pt x="1564" y="900"/>
                    <a:pt x="1552" y="944"/>
                  </a:cubicBezTo>
                  <a:cubicBezTo>
                    <a:pt x="1536" y="992"/>
                    <a:pt x="1516" y="1036"/>
                    <a:pt x="1488" y="1076"/>
                  </a:cubicBezTo>
                  <a:cubicBezTo>
                    <a:pt x="1424" y="1160"/>
                    <a:pt x="1348" y="1232"/>
                    <a:pt x="1260" y="1296"/>
                  </a:cubicBezTo>
                  <a:cubicBezTo>
                    <a:pt x="1176" y="1360"/>
                    <a:pt x="1084" y="1420"/>
                    <a:pt x="988" y="1480"/>
                  </a:cubicBezTo>
                  <a:cubicBezTo>
                    <a:pt x="896" y="1540"/>
                    <a:pt x="800" y="1600"/>
                    <a:pt x="716" y="1668"/>
                  </a:cubicBezTo>
                  <a:cubicBezTo>
                    <a:pt x="628" y="1732"/>
                    <a:pt x="548" y="1804"/>
                    <a:pt x="472" y="1880"/>
                  </a:cubicBezTo>
                  <a:cubicBezTo>
                    <a:pt x="332" y="2016"/>
                    <a:pt x="220" y="2176"/>
                    <a:pt x="140" y="2352"/>
                  </a:cubicBezTo>
                  <a:cubicBezTo>
                    <a:pt x="124" y="2388"/>
                    <a:pt x="108" y="2424"/>
                    <a:pt x="96" y="2460"/>
                  </a:cubicBezTo>
                  <a:cubicBezTo>
                    <a:pt x="80" y="2496"/>
                    <a:pt x="72" y="2532"/>
                    <a:pt x="60" y="2564"/>
                  </a:cubicBezTo>
                  <a:cubicBezTo>
                    <a:pt x="44" y="2620"/>
                    <a:pt x="32" y="2680"/>
                    <a:pt x="20" y="2737"/>
                  </a:cubicBezTo>
                  <a:cubicBezTo>
                    <a:pt x="12" y="2785"/>
                    <a:pt x="8" y="2825"/>
                    <a:pt x="4" y="2849"/>
                  </a:cubicBezTo>
                  <a:cubicBezTo>
                    <a:pt x="0" y="2877"/>
                    <a:pt x="0" y="2889"/>
                    <a:pt x="0" y="2889"/>
                  </a:cubicBezTo>
                  <a:lnTo>
                    <a:pt x="8" y="2889"/>
                  </a:lnTo>
                  <a:lnTo>
                    <a:pt x="20" y="2853"/>
                  </a:lnTo>
                  <a:cubicBezTo>
                    <a:pt x="24" y="2825"/>
                    <a:pt x="32" y="2789"/>
                    <a:pt x="48" y="2745"/>
                  </a:cubicBezTo>
                  <a:cubicBezTo>
                    <a:pt x="56" y="2720"/>
                    <a:pt x="64" y="2696"/>
                    <a:pt x="72" y="2668"/>
                  </a:cubicBezTo>
                  <a:lnTo>
                    <a:pt x="104" y="2580"/>
                  </a:lnTo>
                  <a:lnTo>
                    <a:pt x="144" y="2480"/>
                  </a:lnTo>
                  <a:cubicBezTo>
                    <a:pt x="160" y="2444"/>
                    <a:pt x="176" y="2408"/>
                    <a:pt x="192" y="2372"/>
                  </a:cubicBezTo>
                  <a:cubicBezTo>
                    <a:pt x="236" y="2296"/>
                    <a:pt x="280" y="2224"/>
                    <a:pt x="332" y="2152"/>
                  </a:cubicBezTo>
                  <a:cubicBezTo>
                    <a:pt x="392" y="2072"/>
                    <a:pt x="452" y="1996"/>
                    <a:pt x="520" y="1928"/>
                  </a:cubicBezTo>
                  <a:cubicBezTo>
                    <a:pt x="672" y="1776"/>
                    <a:pt x="836" y="1632"/>
                    <a:pt x="1008" y="1508"/>
                  </a:cubicBezTo>
                  <a:lnTo>
                    <a:pt x="1272" y="1308"/>
                  </a:lnTo>
                  <a:cubicBezTo>
                    <a:pt x="1360" y="1244"/>
                    <a:pt x="1440" y="1172"/>
                    <a:pt x="1516" y="1092"/>
                  </a:cubicBezTo>
                  <a:cubicBezTo>
                    <a:pt x="1548" y="1052"/>
                    <a:pt x="1576" y="1008"/>
                    <a:pt x="1600" y="960"/>
                  </a:cubicBezTo>
                  <a:cubicBezTo>
                    <a:pt x="1620" y="912"/>
                    <a:pt x="1636" y="864"/>
                    <a:pt x="1648" y="816"/>
                  </a:cubicBezTo>
                  <a:cubicBezTo>
                    <a:pt x="1708" y="596"/>
                    <a:pt x="1704" y="364"/>
                    <a:pt x="1640" y="144"/>
                  </a:cubicBezTo>
                  <a:cubicBezTo>
                    <a:pt x="1624" y="96"/>
                    <a:pt x="1608" y="48"/>
                    <a:pt x="158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65"/>
            <p:cNvSpPr/>
            <p:nvPr/>
          </p:nvSpPr>
          <p:spPr>
            <a:xfrm flipH="1">
              <a:off x="7846890" y="1419935"/>
              <a:ext cx="189489" cy="273408"/>
            </a:xfrm>
            <a:custGeom>
              <a:avLst/>
              <a:gdLst/>
              <a:ahLst/>
              <a:cxnLst/>
              <a:rect l="l" t="t" r="r" b="b"/>
              <a:pathLst>
                <a:path w="1409" h="2033" extrusionOk="0">
                  <a:moveTo>
                    <a:pt x="1400" y="0"/>
                  </a:moveTo>
                  <a:cubicBezTo>
                    <a:pt x="1400" y="0"/>
                    <a:pt x="1372" y="28"/>
                    <a:pt x="1332" y="84"/>
                  </a:cubicBezTo>
                  <a:cubicBezTo>
                    <a:pt x="1308" y="108"/>
                    <a:pt x="1284" y="140"/>
                    <a:pt x="1252" y="176"/>
                  </a:cubicBezTo>
                  <a:cubicBezTo>
                    <a:pt x="1224" y="216"/>
                    <a:pt x="1188" y="256"/>
                    <a:pt x="1152" y="304"/>
                  </a:cubicBezTo>
                  <a:cubicBezTo>
                    <a:pt x="1116" y="348"/>
                    <a:pt x="1080" y="400"/>
                    <a:pt x="1040" y="452"/>
                  </a:cubicBezTo>
                  <a:cubicBezTo>
                    <a:pt x="1000" y="508"/>
                    <a:pt x="960" y="564"/>
                    <a:pt x="920" y="624"/>
                  </a:cubicBezTo>
                  <a:cubicBezTo>
                    <a:pt x="876" y="688"/>
                    <a:pt x="832" y="748"/>
                    <a:pt x="780" y="804"/>
                  </a:cubicBezTo>
                  <a:cubicBezTo>
                    <a:pt x="732" y="864"/>
                    <a:pt x="680" y="920"/>
                    <a:pt x="624" y="976"/>
                  </a:cubicBezTo>
                  <a:cubicBezTo>
                    <a:pt x="568" y="1028"/>
                    <a:pt x="508" y="1084"/>
                    <a:pt x="460" y="1140"/>
                  </a:cubicBezTo>
                  <a:cubicBezTo>
                    <a:pt x="408" y="1196"/>
                    <a:pt x="360" y="1252"/>
                    <a:pt x="308" y="1308"/>
                  </a:cubicBezTo>
                  <a:cubicBezTo>
                    <a:pt x="220" y="1412"/>
                    <a:pt x="144" y="1524"/>
                    <a:pt x="88" y="1648"/>
                  </a:cubicBezTo>
                  <a:cubicBezTo>
                    <a:pt x="64" y="1700"/>
                    <a:pt x="44" y="1748"/>
                    <a:pt x="32" y="1804"/>
                  </a:cubicBezTo>
                  <a:cubicBezTo>
                    <a:pt x="20" y="1844"/>
                    <a:pt x="12" y="1884"/>
                    <a:pt x="4" y="1924"/>
                  </a:cubicBezTo>
                  <a:cubicBezTo>
                    <a:pt x="4" y="1952"/>
                    <a:pt x="0" y="1980"/>
                    <a:pt x="0" y="2004"/>
                  </a:cubicBezTo>
                  <a:lnTo>
                    <a:pt x="0" y="2032"/>
                  </a:lnTo>
                  <a:lnTo>
                    <a:pt x="8" y="2032"/>
                  </a:lnTo>
                  <a:cubicBezTo>
                    <a:pt x="8" y="2032"/>
                    <a:pt x="8" y="2024"/>
                    <a:pt x="12" y="2008"/>
                  </a:cubicBezTo>
                  <a:cubicBezTo>
                    <a:pt x="20" y="1980"/>
                    <a:pt x="24" y="1956"/>
                    <a:pt x="32" y="1928"/>
                  </a:cubicBezTo>
                  <a:cubicBezTo>
                    <a:pt x="44" y="1892"/>
                    <a:pt x="60" y="1852"/>
                    <a:pt x="72" y="1816"/>
                  </a:cubicBezTo>
                  <a:cubicBezTo>
                    <a:pt x="92" y="1772"/>
                    <a:pt x="112" y="1724"/>
                    <a:pt x="144" y="1676"/>
                  </a:cubicBezTo>
                  <a:cubicBezTo>
                    <a:pt x="172" y="1624"/>
                    <a:pt x="204" y="1572"/>
                    <a:pt x="244" y="1520"/>
                  </a:cubicBezTo>
                  <a:cubicBezTo>
                    <a:pt x="280" y="1468"/>
                    <a:pt x="320" y="1408"/>
                    <a:pt x="368" y="1352"/>
                  </a:cubicBezTo>
                  <a:cubicBezTo>
                    <a:pt x="452" y="1240"/>
                    <a:pt x="560" y="1124"/>
                    <a:pt x="652" y="1000"/>
                  </a:cubicBezTo>
                  <a:cubicBezTo>
                    <a:pt x="700" y="936"/>
                    <a:pt x="748" y="876"/>
                    <a:pt x="800" y="816"/>
                  </a:cubicBezTo>
                  <a:cubicBezTo>
                    <a:pt x="848" y="756"/>
                    <a:pt x="900" y="700"/>
                    <a:pt x="948" y="648"/>
                  </a:cubicBezTo>
                  <a:cubicBezTo>
                    <a:pt x="1000" y="592"/>
                    <a:pt x="1048" y="540"/>
                    <a:pt x="1092" y="488"/>
                  </a:cubicBezTo>
                  <a:cubicBezTo>
                    <a:pt x="1132" y="440"/>
                    <a:pt x="1168" y="388"/>
                    <a:pt x="1204" y="340"/>
                  </a:cubicBezTo>
                  <a:cubicBezTo>
                    <a:pt x="1272" y="244"/>
                    <a:pt x="1324" y="160"/>
                    <a:pt x="1356" y="100"/>
                  </a:cubicBezTo>
                  <a:cubicBezTo>
                    <a:pt x="1388" y="40"/>
                    <a:pt x="1408" y="4"/>
                    <a:pt x="1408" y="4"/>
                  </a:cubicBezTo>
                  <a:lnTo>
                    <a:pt x="1400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65"/>
            <p:cNvSpPr/>
            <p:nvPr/>
          </p:nvSpPr>
          <p:spPr>
            <a:xfrm flipH="1">
              <a:off x="7827525" y="1502240"/>
              <a:ext cx="181420" cy="229835"/>
            </a:xfrm>
            <a:custGeom>
              <a:avLst/>
              <a:gdLst/>
              <a:ahLst/>
              <a:cxnLst/>
              <a:rect l="l" t="t" r="r" b="b"/>
              <a:pathLst>
                <a:path w="1349" h="1709" extrusionOk="0">
                  <a:moveTo>
                    <a:pt x="1344" y="0"/>
                  </a:moveTo>
                  <a:cubicBezTo>
                    <a:pt x="1344" y="0"/>
                    <a:pt x="1312" y="8"/>
                    <a:pt x="1252" y="28"/>
                  </a:cubicBezTo>
                  <a:cubicBezTo>
                    <a:pt x="1120" y="80"/>
                    <a:pt x="992" y="156"/>
                    <a:pt x="884" y="248"/>
                  </a:cubicBezTo>
                  <a:cubicBezTo>
                    <a:pt x="836" y="292"/>
                    <a:pt x="792" y="336"/>
                    <a:pt x="752" y="388"/>
                  </a:cubicBezTo>
                  <a:cubicBezTo>
                    <a:pt x="708" y="436"/>
                    <a:pt x="668" y="492"/>
                    <a:pt x="624" y="548"/>
                  </a:cubicBezTo>
                  <a:cubicBezTo>
                    <a:pt x="584" y="600"/>
                    <a:pt x="536" y="652"/>
                    <a:pt x="488" y="708"/>
                  </a:cubicBezTo>
                  <a:cubicBezTo>
                    <a:pt x="444" y="760"/>
                    <a:pt x="400" y="816"/>
                    <a:pt x="356" y="872"/>
                  </a:cubicBezTo>
                  <a:cubicBezTo>
                    <a:pt x="316" y="928"/>
                    <a:pt x="276" y="984"/>
                    <a:pt x="240" y="1040"/>
                  </a:cubicBezTo>
                  <a:cubicBezTo>
                    <a:pt x="176" y="1140"/>
                    <a:pt x="120" y="1248"/>
                    <a:pt x="76" y="1364"/>
                  </a:cubicBezTo>
                  <a:cubicBezTo>
                    <a:pt x="60" y="1408"/>
                    <a:pt x="44" y="1456"/>
                    <a:pt x="32" y="1504"/>
                  </a:cubicBezTo>
                  <a:cubicBezTo>
                    <a:pt x="24" y="1544"/>
                    <a:pt x="16" y="1580"/>
                    <a:pt x="8" y="1612"/>
                  </a:cubicBezTo>
                  <a:cubicBezTo>
                    <a:pt x="0" y="1676"/>
                    <a:pt x="0" y="1709"/>
                    <a:pt x="0" y="1709"/>
                  </a:cubicBezTo>
                  <a:lnTo>
                    <a:pt x="4" y="1709"/>
                  </a:lnTo>
                  <a:lnTo>
                    <a:pt x="12" y="1685"/>
                  </a:lnTo>
                  <a:cubicBezTo>
                    <a:pt x="20" y="1668"/>
                    <a:pt x="28" y="1648"/>
                    <a:pt x="36" y="1616"/>
                  </a:cubicBezTo>
                  <a:cubicBezTo>
                    <a:pt x="48" y="1588"/>
                    <a:pt x="60" y="1552"/>
                    <a:pt x="76" y="1516"/>
                  </a:cubicBezTo>
                  <a:cubicBezTo>
                    <a:pt x="92" y="1476"/>
                    <a:pt x="112" y="1436"/>
                    <a:pt x="132" y="1388"/>
                  </a:cubicBezTo>
                  <a:cubicBezTo>
                    <a:pt x="156" y="1336"/>
                    <a:pt x="180" y="1288"/>
                    <a:pt x="208" y="1236"/>
                  </a:cubicBezTo>
                  <a:cubicBezTo>
                    <a:pt x="240" y="1184"/>
                    <a:pt x="272" y="1132"/>
                    <a:pt x="304" y="1076"/>
                  </a:cubicBezTo>
                  <a:cubicBezTo>
                    <a:pt x="336" y="1016"/>
                    <a:pt x="372" y="960"/>
                    <a:pt x="408" y="904"/>
                  </a:cubicBezTo>
                  <a:lnTo>
                    <a:pt x="520" y="728"/>
                  </a:lnTo>
                  <a:cubicBezTo>
                    <a:pt x="556" y="668"/>
                    <a:pt x="596" y="612"/>
                    <a:pt x="640" y="560"/>
                  </a:cubicBezTo>
                  <a:cubicBezTo>
                    <a:pt x="680" y="504"/>
                    <a:pt x="728" y="452"/>
                    <a:pt x="776" y="408"/>
                  </a:cubicBezTo>
                  <a:cubicBezTo>
                    <a:pt x="824" y="364"/>
                    <a:pt x="876" y="324"/>
                    <a:pt x="924" y="292"/>
                  </a:cubicBezTo>
                  <a:cubicBezTo>
                    <a:pt x="968" y="256"/>
                    <a:pt x="1012" y="220"/>
                    <a:pt x="1056" y="192"/>
                  </a:cubicBezTo>
                  <a:cubicBezTo>
                    <a:pt x="1140" y="132"/>
                    <a:pt x="1216" y="84"/>
                    <a:pt x="1264" y="52"/>
                  </a:cubicBezTo>
                  <a:lnTo>
                    <a:pt x="1348" y="4"/>
                  </a:lnTo>
                  <a:lnTo>
                    <a:pt x="1344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65"/>
            <p:cNvSpPr/>
            <p:nvPr/>
          </p:nvSpPr>
          <p:spPr>
            <a:xfrm flipH="1">
              <a:off x="8378375" y="1595572"/>
              <a:ext cx="21114" cy="106916"/>
            </a:xfrm>
            <a:custGeom>
              <a:avLst/>
              <a:gdLst/>
              <a:ahLst/>
              <a:cxnLst/>
              <a:rect l="l" t="t" r="r" b="b"/>
              <a:pathLst>
                <a:path w="157" h="795" extrusionOk="0">
                  <a:moveTo>
                    <a:pt x="54" y="1"/>
                  </a:moveTo>
                  <a:cubicBezTo>
                    <a:pt x="44" y="1"/>
                    <a:pt x="33" y="5"/>
                    <a:pt x="24" y="10"/>
                  </a:cubicBezTo>
                  <a:lnTo>
                    <a:pt x="24" y="18"/>
                  </a:lnTo>
                  <a:cubicBezTo>
                    <a:pt x="36" y="18"/>
                    <a:pt x="48" y="22"/>
                    <a:pt x="56" y="30"/>
                  </a:cubicBezTo>
                  <a:cubicBezTo>
                    <a:pt x="76" y="46"/>
                    <a:pt x="88" y="70"/>
                    <a:pt x="92" y="94"/>
                  </a:cubicBezTo>
                  <a:cubicBezTo>
                    <a:pt x="92" y="114"/>
                    <a:pt x="92" y="130"/>
                    <a:pt x="92" y="150"/>
                  </a:cubicBezTo>
                  <a:lnTo>
                    <a:pt x="92" y="218"/>
                  </a:lnTo>
                  <a:cubicBezTo>
                    <a:pt x="92" y="246"/>
                    <a:pt x="88" y="270"/>
                    <a:pt x="84" y="298"/>
                  </a:cubicBezTo>
                  <a:cubicBezTo>
                    <a:pt x="80" y="322"/>
                    <a:pt x="72" y="346"/>
                    <a:pt x="60" y="374"/>
                  </a:cubicBezTo>
                  <a:cubicBezTo>
                    <a:pt x="40" y="422"/>
                    <a:pt x="24" y="470"/>
                    <a:pt x="12" y="522"/>
                  </a:cubicBezTo>
                  <a:cubicBezTo>
                    <a:pt x="4" y="570"/>
                    <a:pt x="0" y="618"/>
                    <a:pt x="8" y="666"/>
                  </a:cubicBezTo>
                  <a:cubicBezTo>
                    <a:pt x="12" y="698"/>
                    <a:pt x="24" y="734"/>
                    <a:pt x="44" y="762"/>
                  </a:cubicBezTo>
                  <a:cubicBezTo>
                    <a:pt x="52" y="774"/>
                    <a:pt x="60" y="782"/>
                    <a:pt x="68" y="794"/>
                  </a:cubicBezTo>
                  <a:lnTo>
                    <a:pt x="72" y="790"/>
                  </a:lnTo>
                  <a:lnTo>
                    <a:pt x="72" y="782"/>
                  </a:lnTo>
                  <a:cubicBezTo>
                    <a:pt x="72" y="770"/>
                    <a:pt x="72" y="762"/>
                    <a:pt x="72" y="754"/>
                  </a:cubicBezTo>
                  <a:cubicBezTo>
                    <a:pt x="68" y="722"/>
                    <a:pt x="68" y="694"/>
                    <a:pt x="72" y="662"/>
                  </a:cubicBezTo>
                  <a:cubicBezTo>
                    <a:pt x="72" y="626"/>
                    <a:pt x="80" y="582"/>
                    <a:pt x="84" y="534"/>
                  </a:cubicBezTo>
                  <a:cubicBezTo>
                    <a:pt x="88" y="510"/>
                    <a:pt x="88" y="486"/>
                    <a:pt x="92" y="458"/>
                  </a:cubicBezTo>
                  <a:cubicBezTo>
                    <a:pt x="96" y="434"/>
                    <a:pt x="96" y="406"/>
                    <a:pt x="96" y="378"/>
                  </a:cubicBezTo>
                  <a:cubicBezTo>
                    <a:pt x="96" y="350"/>
                    <a:pt x="100" y="326"/>
                    <a:pt x="104" y="298"/>
                  </a:cubicBezTo>
                  <a:cubicBezTo>
                    <a:pt x="112" y="274"/>
                    <a:pt x="120" y="250"/>
                    <a:pt x="128" y="226"/>
                  </a:cubicBezTo>
                  <a:cubicBezTo>
                    <a:pt x="140" y="202"/>
                    <a:pt x="148" y="178"/>
                    <a:pt x="152" y="154"/>
                  </a:cubicBezTo>
                  <a:cubicBezTo>
                    <a:pt x="156" y="130"/>
                    <a:pt x="156" y="102"/>
                    <a:pt x="148" y="78"/>
                  </a:cubicBezTo>
                  <a:cubicBezTo>
                    <a:pt x="140" y="58"/>
                    <a:pt x="128" y="38"/>
                    <a:pt x="112" y="26"/>
                  </a:cubicBezTo>
                  <a:cubicBezTo>
                    <a:pt x="100" y="14"/>
                    <a:pt x="84" y="6"/>
                    <a:pt x="64" y="2"/>
                  </a:cubicBezTo>
                  <a:cubicBezTo>
                    <a:pt x="61" y="1"/>
                    <a:pt x="57" y="1"/>
                    <a:pt x="54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65"/>
            <p:cNvSpPr/>
            <p:nvPr/>
          </p:nvSpPr>
          <p:spPr>
            <a:xfrm flipH="1">
              <a:off x="8069060" y="1575938"/>
              <a:ext cx="279325" cy="91046"/>
            </a:xfrm>
            <a:custGeom>
              <a:avLst/>
              <a:gdLst/>
              <a:ahLst/>
              <a:cxnLst/>
              <a:rect l="l" t="t" r="r" b="b"/>
              <a:pathLst>
                <a:path w="2077" h="677" extrusionOk="0">
                  <a:moveTo>
                    <a:pt x="4" y="0"/>
                  </a:moveTo>
                  <a:lnTo>
                    <a:pt x="0" y="8"/>
                  </a:lnTo>
                  <a:lnTo>
                    <a:pt x="20" y="20"/>
                  </a:lnTo>
                  <a:cubicBezTo>
                    <a:pt x="40" y="32"/>
                    <a:pt x="64" y="44"/>
                    <a:pt x="88" y="52"/>
                  </a:cubicBezTo>
                  <a:cubicBezTo>
                    <a:pt x="172" y="80"/>
                    <a:pt x="260" y="92"/>
                    <a:pt x="344" y="92"/>
                  </a:cubicBezTo>
                  <a:cubicBezTo>
                    <a:pt x="400" y="92"/>
                    <a:pt x="456" y="88"/>
                    <a:pt x="516" y="84"/>
                  </a:cubicBezTo>
                  <a:cubicBezTo>
                    <a:pt x="576" y="80"/>
                    <a:pt x="640" y="72"/>
                    <a:pt x="704" y="72"/>
                  </a:cubicBezTo>
                  <a:cubicBezTo>
                    <a:pt x="772" y="72"/>
                    <a:pt x="840" y="80"/>
                    <a:pt x="904" y="92"/>
                  </a:cubicBezTo>
                  <a:cubicBezTo>
                    <a:pt x="972" y="108"/>
                    <a:pt x="1040" y="124"/>
                    <a:pt x="1108" y="148"/>
                  </a:cubicBezTo>
                  <a:cubicBezTo>
                    <a:pt x="1240" y="192"/>
                    <a:pt x="1376" y="236"/>
                    <a:pt x="1496" y="284"/>
                  </a:cubicBezTo>
                  <a:cubicBezTo>
                    <a:pt x="1604" y="332"/>
                    <a:pt x="1708" y="384"/>
                    <a:pt x="1808" y="448"/>
                  </a:cubicBezTo>
                  <a:cubicBezTo>
                    <a:pt x="1852" y="476"/>
                    <a:pt x="1888" y="504"/>
                    <a:pt x="1924" y="532"/>
                  </a:cubicBezTo>
                  <a:cubicBezTo>
                    <a:pt x="1952" y="556"/>
                    <a:pt x="1976" y="580"/>
                    <a:pt x="2004" y="604"/>
                  </a:cubicBezTo>
                  <a:cubicBezTo>
                    <a:pt x="2020" y="620"/>
                    <a:pt x="2036" y="636"/>
                    <a:pt x="2052" y="656"/>
                  </a:cubicBezTo>
                  <a:lnTo>
                    <a:pt x="2068" y="676"/>
                  </a:lnTo>
                  <a:lnTo>
                    <a:pt x="2076" y="672"/>
                  </a:lnTo>
                  <a:lnTo>
                    <a:pt x="2064" y="648"/>
                  </a:lnTo>
                  <a:cubicBezTo>
                    <a:pt x="2052" y="628"/>
                    <a:pt x="2040" y="604"/>
                    <a:pt x="2024" y="588"/>
                  </a:cubicBezTo>
                  <a:cubicBezTo>
                    <a:pt x="2004" y="556"/>
                    <a:pt x="1980" y="524"/>
                    <a:pt x="1956" y="496"/>
                  </a:cubicBezTo>
                  <a:cubicBezTo>
                    <a:pt x="1920" y="460"/>
                    <a:pt x="1884" y="428"/>
                    <a:pt x="1844" y="396"/>
                  </a:cubicBezTo>
                  <a:cubicBezTo>
                    <a:pt x="1800" y="360"/>
                    <a:pt x="1752" y="328"/>
                    <a:pt x="1700" y="300"/>
                  </a:cubicBezTo>
                  <a:cubicBezTo>
                    <a:pt x="1644" y="268"/>
                    <a:pt x="1584" y="240"/>
                    <a:pt x="1524" y="220"/>
                  </a:cubicBezTo>
                  <a:cubicBezTo>
                    <a:pt x="1460" y="196"/>
                    <a:pt x="1392" y="172"/>
                    <a:pt x="1324" y="156"/>
                  </a:cubicBezTo>
                  <a:cubicBezTo>
                    <a:pt x="1260" y="136"/>
                    <a:pt x="1188" y="120"/>
                    <a:pt x="1120" y="108"/>
                  </a:cubicBezTo>
                  <a:lnTo>
                    <a:pt x="912" y="72"/>
                  </a:lnTo>
                  <a:cubicBezTo>
                    <a:pt x="844" y="56"/>
                    <a:pt x="776" y="44"/>
                    <a:pt x="712" y="32"/>
                  </a:cubicBezTo>
                  <a:cubicBezTo>
                    <a:pt x="648" y="24"/>
                    <a:pt x="580" y="20"/>
                    <a:pt x="516" y="20"/>
                  </a:cubicBezTo>
                  <a:cubicBezTo>
                    <a:pt x="456" y="24"/>
                    <a:pt x="400" y="32"/>
                    <a:pt x="348" y="32"/>
                  </a:cubicBezTo>
                  <a:cubicBezTo>
                    <a:pt x="317" y="34"/>
                    <a:pt x="287" y="35"/>
                    <a:pt x="256" y="35"/>
                  </a:cubicBezTo>
                  <a:cubicBezTo>
                    <a:pt x="203" y="35"/>
                    <a:pt x="149" y="32"/>
                    <a:pt x="96" y="24"/>
                  </a:cubicBezTo>
                  <a:cubicBezTo>
                    <a:pt x="72" y="20"/>
                    <a:pt x="52" y="16"/>
                    <a:pt x="28" y="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65"/>
            <p:cNvSpPr/>
            <p:nvPr/>
          </p:nvSpPr>
          <p:spPr>
            <a:xfrm flipH="1">
              <a:off x="8156744" y="1616687"/>
              <a:ext cx="144302" cy="48146"/>
            </a:xfrm>
            <a:custGeom>
              <a:avLst/>
              <a:gdLst/>
              <a:ahLst/>
              <a:cxnLst/>
              <a:rect l="l" t="t" r="r" b="b"/>
              <a:pathLst>
                <a:path w="1073" h="358" extrusionOk="0">
                  <a:moveTo>
                    <a:pt x="154" y="1"/>
                  </a:moveTo>
                  <a:cubicBezTo>
                    <a:pt x="112" y="1"/>
                    <a:pt x="71" y="13"/>
                    <a:pt x="32" y="33"/>
                  </a:cubicBezTo>
                  <a:cubicBezTo>
                    <a:pt x="24" y="41"/>
                    <a:pt x="12" y="49"/>
                    <a:pt x="4" y="61"/>
                  </a:cubicBezTo>
                  <a:lnTo>
                    <a:pt x="0" y="73"/>
                  </a:lnTo>
                  <a:lnTo>
                    <a:pt x="4" y="77"/>
                  </a:lnTo>
                  <a:lnTo>
                    <a:pt x="16" y="69"/>
                  </a:lnTo>
                  <a:cubicBezTo>
                    <a:pt x="28" y="65"/>
                    <a:pt x="36" y="61"/>
                    <a:pt x="48" y="61"/>
                  </a:cubicBezTo>
                  <a:cubicBezTo>
                    <a:pt x="68" y="57"/>
                    <a:pt x="88" y="55"/>
                    <a:pt x="108" y="55"/>
                  </a:cubicBezTo>
                  <a:cubicBezTo>
                    <a:pt x="128" y="55"/>
                    <a:pt x="148" y="57"/>
                    <a:pt x="168" y="61"/>
                  </a:cubicBezTo>
                  <a:cubicBezTo>
                    <a:pt x="192" y="61"/>
                    <a:pt x="220" y="69"/>
                    <a:pt x="252" y="73"/>
                  </a:cubicBezTo>
                  <a:cubicBezTo>
                    <a:pt x="280" y="77"/>
                    <a:pt x="312" y="77"/>
                    <a:pt x="348" y="81"/>
                  </a:cubicBezTo>
                  <a:cubicBezTo>
                    <a:pt x="380" y="85"/>
                    <a:pt x="412" y="89"/>
                    <a:pt x="448" y="97"/>
                  </a:cubicBezTo>
                  <a:cubicBezTo>
                    <a:pt x="480" y="109"/>
                    <a:pt x="512" y="121"/>
                    <a:pt x="548" y="137"/>
                  </a:cubicBezTo>
                  <a:cubicBezTo>
                    <a:pt x="612" y="169"/>
                    <a:pt x="676" y="193"/>
                    <a:pt x="736" y="225"/>
                  </a:cubicBezTo>
                  <a:cubicBezTo>
                    <a:pt x="796" y="253"/>
                    <a:pt x="852" y="273"/>
                    <a:pt x="900" y="293"/>
                  </a:cubicBezTo>
                  <a:cubicBezTo>
                    <a:pt x="952" y="313"/>
                    <a:pt x="992" y="329"/>
                    <a:pt x="1024" y="341"/>
                  </a:cubicBezTo>
                  <a:cubicBezTo>
                    <a:pt x="1052" y="353"/>
                    <a:pt x="1072" y="357"/>
                    <a:pt x="1072" y="357"/>
                  </a:cubicBezTo>
                  <a:lnTo>
                    <a:pt x="1072" y="349"/>
                  </a:lnTo>
                  <a:cubicBezTo>
                    <a:pt x="1028" y="309"/>
                    <a:pt x="980" y="273"/>
                    <a:pt x="928" y="241"/>
                  </a:cubicBezTo>
                  <a:cubicBezTo>
                    <a:pt x="908" y="225"/>
                    <a:pt x="880" y="209"/>
                    <a:pt x="852" y="197"/>
                  </a:cubicBezTo>
                  <a:cubicBezTo>
                    <a:pt x="824" y="181"/>
                    <a:pt x="792" y="169"/>
                    <a:pt x="764" y="157"/>
                  </a:cubicBezTo>
                  <a:cubicBezTo>
                    <a:pt x="732" y="145"/>
                    <a:pt x="696" y="133"/>
                    <a:pt x="664" y="125"/>
                  </a:cubicBezTo>
                  <a:cubicBezTo>
                    <a:pt x="628" y="113"/>
                    <a:pt x="592" y="105"/>
                    <a:pt x="556" y="101"/>
                  </a:cubicBezTo>
                  <a:cubicBezTo>
                    <a:pt x="520" y="93"/>
                    <a:pt x="484" y="89"/>
                    <a:pt x="452" y="77"/>
                  </a:cubicBezTo>
                  <a:cubicBezTo>
                    <a:pt x="416" y="69"/>
                    <a:pt x="384" y="57"/>
                    <a:pt x="352" y="45"/>
                  </a:cubicBezTo>
                  <a:cubicBezTo>
                    <a:pt x="320" y="33"/>
                    <a:pt x="288" y="21"/>
                    <a:pt x="260" y="13"/>
                  </a:cubicBezTo>
                  <a:cubicBezTo>
                    <a:pt x="228" y="9"/>
                    <a:pt x="200" y="1"/>
                    <a:pt x="172" y="1"/>
                  </a:cubicBezTo>
                  <a:cubicBezTo>
                    <a:pt x="166" y="1"/>
                    <a:pt x="160" y="1"/>
                    <a:pt x="154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65"/>
            <p:cNvSpPr/>
            <p:nvPr/>
          </p:nvSpPr>
          <p:spPr>
            <a:xfrm flipH="1">
              <a:off x="8170730" y="1898164"/>
              <a:ext cx="198096" cy="81901"/>
            </a:xfrm>
            <a:custGeom>
              <a:avLst/>
              <a:gdLst/>
              <a:ahLst/>
              <a:cxnLst/>
              <a:rect l="l" t="t" r="r" b="b"/>
              <a:pathLst>
                <a:path w="1473" h="609" extrusionOk="0">
                  <a:moveTo>
                    <a:pt x="12" y="1"/>
                  </a:moveTo>
                  <a:lnTo>
                    <a:pt x="0" y="5"/>
                  </a:lnTo>
                  <a:cubicBezTo>
                    <a:pt x="8" y="25"/>
                    <a:pt x="20" y="49"/>
                    <a:pt x="32" y="69"/>
                  </a:cubicBezTo>
                  <a:cubicBezTo>
                    <a:pt x="68" y="121"/>
                    <a:pt x="112" y="169"/>
                    <a:pt x="160" y="209"/>
                  </a:cubicBezTo>
                  <a:cubicBezTo>
                    <a:pt x="196" y="233"/>
                    <a:pt x="228" y="257"/>
                    <a:pt x="268" y="277"/>
                  </a:cubicBezTo>
                  <a:cubicBezTo>
                    <a:pt x="304" y="301"/>
                    <a:pt x="348" y="317"/>
                    <a:pt x="392" y="337"/>
                  </a:cubicBezTo>
                  <a:cubicBezTo>
                    <a:pt x="488" y="377"/>
                    <a:pt x="576" y="417"/>
                    <a:pt x="668" y="465"/>
                  </a:cubicBezTo>
                  <a:cubicBezTo>
                    <a:pt x="712" y="489"/>
                    <a:pt x="760" y="513"/>
                    <a:pt x="808" y="529"/>
                  </a:cubicBezTo>
                  <a:cubicBezTo>
                    <a:pt x="856" y="549"/>
                    <a:pt x="904" y="561"/>
                    <a:pt x="952" y="577"/>
                  </a:cubicBezTo>
                  <a:cubicBezTo>
                    <a:pt x="1036" y="597"/>
                    <a:pt x="1128" y="609"/>
                    <a:pt x="1216" y="609"/>
                  </a:cubicBezTo>
                  <a:cubicBezTo>
                    <a:pt x="1280" y="605"/>
                    <a:pt x="1344" y="601"/>
                    <a:pt x="1404" y="585"/>
                  </a:cubicBezTo>
                  <a:cubicBezTo>
                    <a:pt x="1448" y="573"/>
                    <a:pt x="1472" y="565"/>
                    <a:pt x="1472" y="565"/>
                  </a:cubicBezTo>
                  <a:lnTo>
                    <a:pt x="1472" y="557"/>
                  </a:lnTo>
                  <a:lnTo>
                    <a:pt x="1324" y="557"/>
                  </a:lnTo>
                  <a:cubicBezTo>
                    <a:pt x="1296" y="553"/>
                    <a:pt x="1260" y="549"/>
                    <a:pt x="1224" y="545"/>
                  </a:cubicBezTo>
                  <a:cubicBezTo>
                    <a:pt x="1188" y="545"/>
                    <a:pt x="1148" y="537"/>
                    <a:pt x="1104" y="529"/>
                  </a:cubicBezTo>
                  <a:cubicBezTo>
                    <a:pt x="1084" y="525"/>
                    <a:pt x="1060" y="525"/>
                    <a:pt x="1040" y="521"/>
                  </a:cubicBezTo>
                  <a:cubicBezTo>
                    <a:pt x="1016" y="517"/>
                    <a:pt x="996" y="509"/>
                    <a:pt x="972" y="505"/>
                  </a:cubicBezTo>
                  <a:cubicBezTo>
                    <a:pt x="880" y="489"/>
                    <a:pt x="784" y="461"/>
                    <a:pt x="684" y="433"/>
                  </a:cubicBezTo>
                  <a:cubicBezTo>
                    <a:pt x="636" y="417"/>
                    <a:pt x="588" y="401"/>
                    <a:pt x="544" y="377"/>
                  </a:cubicBezTo>
                  <a:cubicBezTo>
                    <a:pt x="496" y="357"/>
                    <a:pt x="456" y="333"/>
                    <a:pt x="416" y="305"/>
                  </a:cubicBezTo>
                  <a:cubicBezTo>
                    <a:pt x="376" y="277"/>
                    <a:pt x="336" y="249"/>
                    <a:pt x="300" y="225"/>
                  </a:cubicBezTo>
                  <a:cubicBezTo>
                    <a:pt x="268" y="205"/>
                    <a:pt x="232" y="181"/>
                    <a:pt x="200" y="161"/>
                  </a:cubicBezTo>
                  <a:cubicBezTo>
                    <a:pt x="152" y="129"/>
                    <a:pt x="104" y="89"/>
                    <a:pt x="60" y="49"/>
                  </a:cubicBezTo>
                  <a:cubicBezTo>
                    <a:pt x="48" y="37"/>
                    <a:pt x="36" y="25"/>
                    <a:pt x="24" y="13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65"/>
            <p:cNvSpPr/>
            <p:nvPr/>
          </p:nvSpPr>
          <p:spPr>
            <a:xfrm flipH="1">
              <a:off x="8093267" y="1862660"/>
              <a:ext cx="188951" cy="99115"/>
            </a:xfrm>
            <a:custGeom>
              <a:avLst/>
              <a:gdLst/>
              <a:ahLst/>
              <a:cxnLst/>
              <a:rect l="l" t="t" r="r" b="b"/>
              <a:pathLst>
                <a:path w="1405" h="737" extrusionOk="0">
                  <a:moveTo>
                    <a:pt x="4" y="1"/>
                  </a:moveTo>
                  <a:lnTo>
                    <a:pt x="0" y="5"/>
                  </a:lnTo>
                  <a:cubicBezTo>
                    <a:pt x="16" y="25"/>
                    <a:pt x="28" y="41"/>
                    <a:pt x="44" y="61"/>
                  </a:cubicBezTo>
                  <a:cubicBezTo>
                    <a:pt x="88" y="105"/>
                    <a:pt x="132" y="145"/>
                    <a:pt x="180" y="185"/>
                  </a:cubicBezTo>
                  <a:cubicBezTo>
                    <a:pt x="212" y="209"/>
                    <a:pt x="244" y="233"/>
                    <a:pt x="280" y="253"/>
                  </a:cubicBezTo>
                  <a:cubicBezTo>
                    <a:pt x="316" y="277"/>
                    <a:pt x="360" y="297"/>
                    <a:pt x="400" y="317"/>
                  </a:cubicBezTo>
                  <a:cubicBezTo>
                    <a:pt x="444" y="337"/>
                    <a:pt x="484" y="357"/>
                    <a:pt x="528" y="381"/>
                  </a:cubicBezTo>
                  <a:cubicBezTo>
                    <a:pt x="572" y="401"/>
                    <a:pt x="616" y="429"/>
                    <a:pt x="660" y="453"/>
                  </a:cubicBezTo>
                  <a:cubicBezTo>
                    <a:pt x="704" y="477"/>
                    <a:pt x="748" y="501"/>
                    <a:pt x="796" y="521"/>
                  </a:cubicBezTo>
                  <a:lnTo>
                    <a:pt x="928" y="573"/>
                  </a:lnTo>
                  <a:cubicBezTo>
                    <a:pt x="1016" y="609"/>
                    <a:pt x="1096" y="637"/>
                    <a:pt x="1168" y="661"/>
                  </a:cubicBezTo>
                  <a:lnTo>
                    <a:pt x="1400" y="737"/>
                  </a:lnTo>
                  <a:lnTo>
                    <a:pt x="1404" y="733"/>
                  </a:lnTo>
                  <a:cubicBezTo>
                    <a:pt x="1336" y="681"/>
                    <a:pt x="1264" y="637"/>
                    <a:pt x="1188" y="601"/>
                  </a:cubicBezTo>
                  <a:cubicBezTo>
                    <a:pt x="1112" y="565"/>
                    <a:pt x="1032" y="533"/>
                    <a:pt x="952" y="509"/>
                  </a:cubicBezTo>
                  <a:lnTo>
                    <a:pt x="816" y="461"/>
                  </a:lnTo>
                  <a:lnTo>
                    <a:pt x="676" y="417"/>
                  </a:lnTo>
                  <a:cubicBezTo>
                    <a:pt x="628" y="401"/>
                    <a:pt x="584" y="385"/>
                    <a:pt x="540" y="361"/>
                  </a:cubicBezTo>
                  <a:cubicBezTo>
                    <a:pt x="496" y="341"/>
                    <a:pt x="456" y="313"/>
                    <a:pt x="420" y="285"/>
                  </a:cubicBezTo>
                  <a:lnTo>
                    <a:pt x="312" y="205"/>
                  </a:lnTo>
                  <a:cubicBezTo>
                    <a:pt x="276" y="181"/>
                    <a:pt x="244" y="157"/>
                    <a:pt x="212" y="137"/>
                  </a:cubicBezTo>
                  <a:cubicBezTo>
                    <a:pt x="148" y="97"/>
                    <a:pt x="100" y="61"/>
                    <a:pt x="64" y="37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65"/>
            <p:cNvSpPr/>
            <p:nvPr/>
          </p:nvSpPr>
          <p:spPr>
            <a:xfrm flipH="1">
              <a:off x="8006659" y="1723871"/>
              <a:ext cx="91046" cy="199710"/>
            </a:xfrm>
            <a:custGeom>
              <a:avLst/>
              <a:gdLst/>
              <a:ahLst/>
              <a:cxnLst/>
              <a:rect l="l" t="t" r="r" b="b"/>
              <a:pathLst>
                <a:path w="677" h="1485" extrusionOk="0">
                  <a:moveTo>
                    <a:pt x="0" y="0"/>
                  </a:moveTo>
                  <a:lnTo>
                    <a:pt x="0" y="8"/>
                  </a:lnTo>
                  <a:cubicBezTo>
                    <a:pt x="0" y="8"/>
                    <a:pt x="12" y="33"/>
                    <a:pt x="40" y="69"/>
                  </a:cubicBezTo>
                  <a:cubicBezTo>
                    <a:pt x="64" y="109"/>
                    <a:pt x="104" y="161"/>
                    <a:pt x="152" y="225"/>
                  </a:cubicBezTo>
                  <a:cubicBezTo>
                    <a:pt x="172" y="253"/>
                    <a:pt x="196" y="289"/>
                    <a:pt x="224" y="325"/>
                  </a:cubicBezTo>
                  <a:cubicBezTo>
                    <a:pt x="248" y="361"/>
                    <a:pt x="276" y="401"/>
                    <a:pt x="300" y="441"/>
                  </a:cubicBezTo>
                  <a:cubicBezTo>
                    <a:pt x="324" y="485"/>
                    <a:pt x="344" y="533"/>
                    <a:pt x="352" y="581"/>
                  </a:cubicBezTo>
                  <a:cubicBezTo>
                    <a:pt x="360" y="633"/>
                    <a:pt x="360" y="685"/>
                    <a:pt x="352" y="737"/>
                  </a:cubicBezTo>
                  <a:cubicBezTo>
                    <a:pt x="344" y="789"/>
                    <a:pt x="340" y="841"/>
                    <a:pt x="336" y="893"/>
                  </a:cubicBezTo>
                  <a:cubicBezTo>
                    <a:pt x="336" y="949"/>
                    <a:pt x="344" y="1001"/>
                    <a:pt x="360" y="1053"/>
                  </a:cubicBezTo>
                  <a:cubicBezTo>
                    <a:pt x="384" y="1145"/>
                    <a:pt x="436" y="1229"/>
                    <a:pt x="504" y="1297"/>
                  </a:cubicBezTo>
                  <a:cubicBezTo>
                    <a:pt x="528" y="1321"/>
                    <a:pt x="556" y="1345"/>
                    <a:pt x="588" y="1369"/>
                  </a:cubicBezTo>
                  <a:cubicBezTo>
                    <a:pt x="608" y="1385"/>
                    <a:pt x="628" y="1401"/>
                    <a:pt x="644" y="1421"/>
                  </a:cubicBezTo>
                  <a:cubicBezTo>
                    <a:pt x="656" y="1441"/>
                    <a:pt x="664" y="1461"/>
                    <a:pt x="660" y="1485"/>
                  </a:cubicBezTo>
                  <a:lnTo>
                    <a:pt x="664" y="1485"/>
                  </a:lnTo>
                  <a:cubicBezTo>
                    <a:pt x="668" y="1477"/>
                    <a:pt x="672" y="1473"/>
                    <a:pt x="672" y="1465"/>
                  </a:cubicBezTo>
                  <a:cubicBezTo>
                    <a:pt x="676" y="1445"/>
                    <a:pt x="676" y="1425"/>
                    <a:pt x="668" y="1405"/>
                  </a:cubicBezTo>
                  <a:cubicBezTo>
                    <a:pt x="656" y="1381"/>
                    <a:pt x="640" y="1353"/>
                    <a:pt x="616" y="1333"/>
                  </a:cubicBezTo>
                  <a:cubicBezTo>
                    <a:pt x="596" y="1309"/>
                    <a:pt x="572" y="1285"/>
                    <a:pt x="548" y="1253"/>
                  </a:cubicBezTo>
                  <a:cubicBezTo>
                    <a:pt x="496" y="1185"/>
                    <a:pt x="452" y="1109"/>
                    <a:pt x="428" y="1029"/>
                  </a:cubicBezTo>
                  <a:cubicBezTo>
                    <a:pt x="412" y="985"/>
                    <a:pt x="400" y="937"/>
                    <a:pt x="396" y="889"/>
                  </a:cubicBezTo>
                  <a:cubicBezTo>
                    <a:pt x="392" y="841"/>
                    <a:pt x="392" y="789"/>
                    <a:pt x="392" y="733"/>
                  </a:cubicBezTo>
                  <a:cubicBezTo>
                    <a:pt x="384" y="629"/>
                    <a:pt x="364" y="525"/>
                    <a:pt x="332" y="425"/>
                  </a:cubicBezTo>
                  <a:cubicBezTo>
                    <a:pt x="316" y="377"/>
                    <a:pt x="296" y="333"/>
                    <a:pt x="272" y="289"/>
                  </a:cubicBezTo>
                  <a:cubicBezTo>
                    <a:pt x="248" y="253"/>
                    <a:pt x="224" y="217"/>
                    <a:pt x="196" y="185"/>
                  </a:cubicBezTo>
                  <a:cubicBezTo>
                    <a:pt x="152" y="137"/>
                    <a:pt x="108" y="89"/>
                    <a:pt x="60" y="49"/>
                  </a:cubicBezTo>
                  <a:cubicBezTo>
                    <a:pt x="24" y="1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65"/>
            <p:cNvSpPr/>
            <p:nvPr/>
          </p:nvSpPr>
          <p:spPr>
            <a:xfrm flipH="1">
              <a:off x="7656998" y="1460280"/>
              <a:ext cx="315367" cy="429411"/>
            </a:xfrm>
            <a:custGeom>
              <a:avLst/>
              <a:gdLst/>
              <a:ahLst/>
              <a:cxnLst/>
              <a:rect l="l" t="t" r="r" b="b"/>
              <a:pathLst>
                <a:path w="2345" h="3193" extrusionOk="0">
                  <a:moveTo>
                    <a:pt x="2336" y="0"/>
                  </a:moveTo>
                  <a:lnTo>
                    <a:pt x="2324" y="44"/>
                  </a:lnTo>
                  <a:cubicBezTo>
                    <a:pt x="2316" y="76"/>
                    <a:pt x="2304" y="116"/>
                    <a:pt x="2284" y="168"/>
                  </a:cubicBezTo>
                  <a:cubicBezTo>
                    <a:pt x="2264" y="228"/>
                    <a:pt x="2236" y="288"/>
                    <a:pt x="2208" y="348"/>
                  </a:cubicBezTo>
                  <a:cubicBezTo>
                    <a:pt x="2172" y="416"/>
                    <a:pt x="2136" y="492"/>
                    <a:pt x="2088" y="576"/>
                  </a:cubicBezTo>
                  <a:lnTo>
                    <a:pt x="1928" y="836"/>
                  </a:lnTo>
                  <a:cubicBezTo>
                    <a:pt x="1876" y="932"/>
                    <a:pt x="1812" y="1028"/>
                    <a:pt x="1748" y="1120"/>
                  </a:cubicBezTo>
                  <a:cubicBezTo>
                    <a:pt x="1672" y="1216"/>
                    <a:pt x="1584" y="1300"/>
                    <a:pt x="1484" y="1368"/>
                  </a:cubicBezTo>
                  <a:cubicBezTo>
                    <a:pt x="1388" y="1448"/>
                    <a:pt x="1292" y="1528"/>
                    <a:pt x="1196" y="1612"/>
                  </a:cubicBezTo>
                  <a:cubicBezTo>
                    <a:pt x="1008" y="1780"/>
                    <a:pt x="844" y="1968"/>
                    <a:pt x="700" y="2173"/>
                  </a:cubicBezTo>
                  <a:cubicBezTo>
                    <a:pt x="572" y="2349"/>
                    <a:pt x="468" y="2541"/>
                    <a:pt x="380" y="2741"/>
                  </a:cubicBezTo>
                  <a:cubicBezTo>
                    <a:pt x="340" y="2829"/>
                    <a:pt x="312" y="2909"/>
                    <a:pt x="276" y="2973"/>
                  </a:cubicBezTo>
                  <a:cubicBezTo>
                    <a:pt x="244" y="3029"/>
                    <a:pt x="204" y="3081"/>
                    <a:pt x="152" y="3121"/>
                  </a:cubicBezTo>
                  <a:cubicBezTo>
                    <a:pt x="120" y="3149"/>
                    <a:pt x="84" y="3165"/>
                    <a:pt x="44" y="3177"/>
                  </a:cubicBezTo>
                  <a:cubicBezTo>
                    <a:pt x="28" y="3181"/>
                    <a:pt x="12" y="3185"/>
                    <a:pt x="0" y="3185"/>
                  </a:cubicBezTo>
                  <a:lnTo>
                    <a:pt x="0" y="3193"/>
                  </a:lnTo>
                  <a:lnTo>
                    <a:pt x="44" y="3193"/>
                  </a:lnTo>
                  <a:cubicBezTo>
                    <a:pt x="88" y="3185"/>
                    <a:pt x="132" y="3169"/>
                    <a:pt x="168" y="3145"/>
                  </a:cubicBezTo>
                  <a:cubicBezTo>
                    <a:pt x="228" y="3109"/>
                    <a:pt x="276" y="3057"/>
                    <a:pt x="312" y="3001"/>
                  </a:cubicBezTo>
                  <a:cubicBezTo>
                    <a:pt x="360" y="2925"/>
                    <a:pt x="400" y="2849"/>
                    <a:pt x="436" y="2769"/>
                  </a:cubicBezTo>
                  <a:cubicBezTo>
                    <a:pt x="532" y="2577"/>
                    <a:pt x="640" y="2393"/>
                    <a:pt x="760" y="2217"/>
                  </a:cubicBezTo>
                  <a:cubicBezTo>
                    <a:pt x="824" y="2117"/>
                    <a:pt x="896" y="2021"/>
                    <a:pt x="976" y="1924"/>
                  </a:cubicBezTo>
                  <a:cubicBezTo>
                    <a:pt x="1052" y="1828"/>
                    <a:pt x="1136" y="1732"/>
                    <a:pt x="1220" y="1644"/>
                  </a:cubicBezTo>
                  <a:cubicBezTo>
                    <a:pt x="1308" y="1552"/>
                    <a:pt x="1400" y="1468"/>
                    <a:pt x="1496" y="1388"/>
                  </a:cubicBezTo>
                  <a:cubicBezTo>
                    <a:pt x="1596" y="1316"/>
                    <a:pt x="1692" y="1236"/>
                    <a:pt x="1776" y="1148"/>
                  </a:cubicBezTo>
                  <a:cubicBezTo>
                    <a:pt x="1852" y="1060"/>
                    <a:pt x="1920" y="968"/>
                    <a:pt x="1980" y="872"/>
                  </a:cubicBezTo>
                  <a:cubicBezTo>
                    <a:pt x="2040" y="780"/>
                    <a:pt x="2092" y="688"/>
                    <a:pt x="2136" y="604"/>
                  </a:cubicBezTo>
                  <a:cubicBezTo>
                    <a:pt x="2180" y="528"/>
                    <a:pt x="2216" y="452"/>
                    <a:pt x="2248" y="372"/>
                  </a:cubicBezTo>
                  <a:cubicBezTo>
                    <a:pt x="2276" y="308"/>
                    <a:pt x="2296" y="244"/>
                    <a:pt x="2312" y="180"/>
                  </a:cubicBezTo>
                  <a:cubicBezTo>
                    <a:pt x="2328" y="124"/>
                    <a:pt x="2336" y="80"/>
                    <a:pt x="2340" y="52"/>
                  </a:cubicBezTo>
                  <a:lnTo>
                    <a:pt x="2344" y="8"/>
                  </a:lnTo>
                  <a:lnTo>
                    <a:pt x="2336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65"/>
            <p:cNvSpPr/>
            <p:nvPr/>
          </p:nvSpPr>
          <p:spPr>
            <a:xfrm flipH="1">
              <a:off x="7754365" y="1686215"/>
              <a:ext cx="86205" cy="120633"/>
            </a:xfrm>
            <a:custGeom>
              <a:avLst/>
              <a:gdLst/>
              <a:ahLst/>
              <a:cxnLst/>
              <a:rect l="l" t="t" r="r" b="b"/>
              <a:pathLst>
                <a:path w="641" h="897" extrusionOk="0">
                  <a:moveTo>
                    <a:pt x="636" y="0"/>
                  </a:moveTo>
                  <a:lnTo>
                    <a:pt x="600" y="32"/>
                  </a:lnTo>
                  <a:lnTo>
                    <a:pt x="512" y="116"/>
                  </a:lnTo>
                  <a:cubicBezTo>
                    <a:pt x="492" y="136"/>
                    <a:pt x="472" y="156"/>
                    <a:pt x="452" y="176"/>
                  </a:cubicBezTo>
                  <a:cubicBezTo>
                    <a:pt x="436" y="200"/>
                    <a:pt x="416" y="228"/>
                    <a:pt x="400" y="252"/>
                  </a:cubicBezTo>
                  <a:cubicBezTo>
                    <a:pt x="364" y="313"/>
                    <a:pt x="320" y="365"/>
                    <a:pt x="272" y="413"/>
                  </a:cubicBezTo>
                  <a:cubicBezTo>
                    <a:pt x="248" y="437"/>
                    <a:pt x="224" y="465"/>
                    <a:pt x="204" y="489"/>
                  </a:cubicBezTo>
                  <a:cubicBezTo>
                    <a:pt x="180" y="517"/>
                    <a:pt x="160" y="545"/>
                    <a:pt x="144" y="573"/>
                  </a:cubicBezTo>
                  <a:cubicBezTo>
                    <a:pt x="124" y="597"/>
                    <a:pt x="108" y="625"/>
                    <a:pt x="92" y="653"/>
                  </a:cubicBezTo>
                  <a:cubicBezTo>
                    <a:pt x="76" y="677"/>
                    <a:pt x="64" y="705"/>
                    <a:pt x="56" y="729"/>
                  </a:cubicBezTo>
                  <a:cubicBezTo>
                    <a:pt x="32" y="781"/>
                    <a:pt x="12" y="837"/>
                    <a:pt x="0" y="893"/>
                  </a:cubicBezTo>
                  <a:lnTo>
                    <a:pt x="8" y="897"/>
                  </a:lnTo>
                  <a:lnTo>
                    <a:pt x="36" y="861"/>
                  </a:lnTo>
                  <a:cubicBezTo>
                    <a:pt x="56" y="837"/>
                    <a:pt x="80" y="801"/>
                    <a:pt x="108" y="761"/>
                  </a:cubicBezTo>
                  <a:cubicBezTo>
                    <a:pt x="136" y="717"/>
                    <a:pt x="172" y="669"/>
                    <a:pt x="204" y="613"/>
                  </a:cubicBezTo>
                  <a:cubicBezTo>
                    <a:pt x="236" y="557"/>
                    <a:pt x="272" y="501"/>
                    <a:pt x="304" y="437"/>
                  </a:cubicBezTo>
                  <a:cubicBezTo>
                    <a:pt x="320" y="409"/>
                    <a:pt x="336" y="381"/>
                    <a:pt x="360" y="353"/>
                  </a:cubicBezTo>
                  <a:cubicBezTo>
                    <a:pt x="380" y="325"/>
                    <a:pt x="400" y="300"/>
                    <a:pt x="428" y="280"/>
                  </a:cubicBezTo>
                  <a:cubicBezTo>
                    <a:pt x="452" y="260"/>
                    <a:pt x="476" y="240"/>
                    <a:pt x="496" y="220"/>
                  </a:cubicBezTo>
                  <a:cubicBezTo>
                    <a:pt x="520" y="200"/>
                    <a:pt x="536" y="176"/>
                    <a:pt x="556" y="160"/>
                  </a:cubicBezTo>
                  <a:cubicBezTo>
                    <a:pt x="584" y="124"/>
                    <a:pt x="608" y="88"/>
                    <a:pt x="624" y="52"/>
                  </a:cubicBezTo>
                  <a:cubicBezTo>
                    <a:pt x="632" y="36"/>
                    <a:pt x="640" y="20"/>
                    <a:pt x="640" y="4"/>
                  </a:cubicBezTo>
                  <a:lnTo>
                    <a:pt x="636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65"/>
            <p:cNvSpPr/>
            <p:nvPr/>
          </p:nvSpPr>
          <p:spPr>
            <a:xfrm flipH="1">
              <a:off x="8419259" y="1835628"/>
              <a:ext cx="205628" cy="80960"/>
            </a:xfrm>
            <a:custGeom>
              <a:avLst/>
              <a:gdLst/>
              <a:ahLst/>
              <a:cxnLst/>
              <a:rect l="l" t="t" r="r" b="b"/>
              <a:pathLst>
                <a:path w="1529" h="602" extrusionOk="0">
                  <a:moveTo>
                    <a:pt x="115" y="0"/>
                  </a:moveTo>
                  <a:cubicBezTo>
                    <a:pt x="101" y="0"/>
                    <a:pt x="86" y="1"/>
                    <a:pt x="72" y="2"/>
                  </a:cubicBezTo>
                  <a:cubicBezTo>
                    <a:pt x="44" y="6"/>
                    <a:pt x="20" y="10"/>
                    <a:pt x="0" y="18"/>
                  </a:cubicBezTo>
                  <a:lnTo>
                    <a:pt x="0" y="26"/>
                  </a:lnTo>
                  <a:lnTo>
                    <a:pt x="16" y="26"/>
                  </a:lnTo>
                  <a:cubicBezTo>
                    <a:pt x="36" y="26"/>
                    <a:pt x="52" y="30"/>
                    <a:pt x="68" y="30"/>
                  </a:cubicBezTo>
                  <a:cubicBezTo>
                    <a:pt x="128" y="42"/>
                    <a:pt x="188" y="58"/>
                    <a:pt x="244" y="78"/>
                  </a:cubicBezTo>
                  <a:cubicBezTo>
                    <a:pt x="280" y="86"/>
                    <a:pt x="316" y="102"/>
                    <a:pt x="356" y="122"/>
                  </a:cubicBezTo>
                  <a:cubicBezTo>
                    <a:pt x="396" y="138"/>
                    <a:pt x="440" y="154"/>
                    <a:pt x="484" y="174"/>
                  </a:cubicBezTo>
                  <a:cubicBezTo>
                    <a:pt x="528" y="194"/>
                    <a:pt x="576" y="214"/>
                    <a:pt x="616" y="242"/>
                  </a:cubicBezTo>
                  <a:cubicBezTo>
                    <a:pt x="660" y="270"/>
                    <a:pt x="700" y="302"/>
                    <a:pt x="744" y="330"/>
                  </a:cubicBezTo>
                  <a:cubicBezTo>
                    <a:pt x="784" y="362"/>
                    <a:pt x="828" y="390"/>
                    <a:pt x="876" y="414"/>
                  </a:cubicBezTo>
                  <a:cubicBezTo>
                    <a:pt x="920" y="438"/>
                    <a:pt x="968" y="462"/>
                    <a:pt x="1016" y="478"/>
                  </a:cubicBezTo>
                  <a:cubicBezTo>
                    <a:pt x="1100" y="506"/>
                    <a:pt x="1188" y="530"/>
                    <a:pt x="1272" y="546"/>
                  </a:cubicBezTo>
                  <a:cubicBezTo>
                    <a:pt x="1348" y="562"/>
                    <a:pt x="1412" y="574"/>
                    <a:pt x="1456" y="586"/>
                  </a:cubicBezTo>
                  <a:lnTo>
                    <a:pt x="1524" y="602"/>
                  </a:lnTo>
                  <a:lnTo>
                    <a:pt x="1528" y="598"/>
                  </a:lnTo>
                  <a:cubicBezTo>
                    <a:pt x="1508" y="586"/>
                    <a:pt x="1488" y="570"/>
                    <a:pt x="1464" y="562"/>
                  </a:cubicBezTo>
                  <a:cubicBezTo>
                    <a:pt x="1408" y="530"/>
                    <a:pt x="1352" y="506"/>
                    <a:pt x="1288" y="486"/>
                  </a:cubicBezTo>
                  <a:cubicBezTo>
                    <a:pt x="1216" y="462"/>
                    <a:pt x="1132" y="438"/>
                    <a:pt x="1040" y="410"/>
                  </a:cubicBezTo>
                  <a:cubicBezTo>
                    <a:pt x="944" y="378"/>
                    <a:pt x="852" y="342"/>
                    <a:pt x="764" y="298"/>
                  </a:cubicBezTo>
                  <a:cubicBezTo>
                    <a:pt x="716" y="278"/>
                    <a:pt x="672" y="254"/>
                    <a:pt x="628" y="226"/>
                  </a:cubicBezTo>
                  <a:cubicBezTo>
                    <a:pt x="584" y="198"/>
                    <a:pt x="544" y="170"/>
                    <a:pt x="504" y="142"/>
                  </a:cubicBezTo>
                  <a:cubicBezTo>
                    <a:pt x="464" y="114"/>
                    <a:pt x="424" y="86"/>
                    <a:pt x="384" y="66"/>
                  </a:cubicBezTo>
                  <a:cubicBezTo>
                    <a:pt x="344" y="46"/>
                    <a:pt x="304" y="30"/>
                    <a:pt x="264" y="22"/>
                  </a:cubicBezTo>
                  <a:cubicBezTo>
                    <a:pt x="214" y="6"/>
                    <a:pt x="165" y="0"/>
                    <a:pt x="115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65"/>
            <p:cNvSpPr/>
            <p:nvPr/>
          </p:nvSpPr>
          <p:spPr>
            <a:xfrm flipH="1">
              <a:off x="8254111" y="1962716"/>
              <a:ext cx="243283" cy="48415"/>
            </a:xfrm>
            <a:custGeom>
              <a:avLst/>
              <a:gdLst/>
              <a:ahLst/>
              <a:cxnLst/>
              <a:rect l="l" t="t" r="r" b="b"/>
              <a:pathLst>
                <a:path w="1809" h="360" extrusionOk="0">
                  <a:moveTo>
                    <a:pt x="84" y="1"/>
                  </a:moveTo>
                  <a:cubicBezTo>
                    <a:pt x="56" y="1"/>
                    <a:pt x="28" y="1"/>
                    <a:pt x="0" y="5"/>
                  </a:cubicBezTo>
                  <a:lnTo>
                    <a:pt x="0" y="9"/>
                  </a:lnTo>
                  <a:lnTo>
                    <a:pt x="20" y="13"/>
                  </a:lnTo>
                  <a:cubicBezTo>
                    <a:pt x="36" y="17"/>
                    <a:pt x="56" y="21"/>
                    <a:pt x="80" y="25"/>
                  </a:cubicBezTo>
                  <a:lnTo>
                    <a:pt x="168" y="49"/>
                  </a:lnTo>
                  <a:lnTo>
                    <a:pt x="280" y="77"/>
                  </a:lnTo>
                  <a:lnTo>
                    <a:pt x="416" y="117"/>
                  </a:lnTo>
                  <a:cubicBezTo>
                    <a:pt x="464" y="129"/>
                    <a:pt x="516" y="141"/>
                    <a:pt x="568" y="153"/>
                  </a:cubicBezTo>
                  <a:cubicBezTo>
                    <a:pt x="624" y="169"/>
                    <a:pt x="680" y="185"/>
                    <a:pt x="732" y="205"/>
                  </a:cubicBezTo>
                  <a:cubicBezTo>
                    <a:pt x="788" y="221"/>
                    <a:pt x="840" y="245"/>
                    <a:pt x="896" y="265"/>
                  </a:cubicBezTo>
                  <a:cubicBezTo>
                    <a:pt x="948" y="289"/>
                    <a:pt x="1004" y="305"/>
                    <a:pt x="1064" y="321"/>
                  </a:cubicBezTo>
                  <a:cubicBezTo>
                    <a:pt x="1120" y="333"/>
                    <a:pt x="1176" y="345"/>
                    <a:pt x="1232" y="353"/>
                  </a:cubicBezTo>
                  <a:cubicBezTo>
                    <a:pt x="1270" y="357"/>
                    <a:pt x="1307" y="359"/>
                    <a:pt x="1344" y="359"/>
                  </a:cubicBezTo>
                  <a:cubicBezTo>
                    <a:pt x="1410" y="359"/>
                    <a:pt x="1476" y="352"/>
                    <a:pt x="1540" y="337"/>
                  </a:cubicBezTo>
                  <a:lnTo>
                    <a:pt x="1604" y="321"/>
                  </a:lnTo>
                  <a:cubicBezTo>
                    <a:pt x="1624" y="313"/>
                    <a:pt x="1640" y="305"/>
                    <a:pt x="1656" y="297"/>
                  </a:cubicBezTo>
                  <a:cubicBezTo>
                    <a:pt x="1684" y="285"/>
                    <a:pt x="1712" y="269"/>
                    <a:pt x="1740" y="253"/>
                  </a:cubicBezTo>
                  <a:cubicBezTo>
                    <a:pt x="1756" y="245"/>
                    <a:pt x="1776" y="233"/>
                    <a:pt x="1792" y="217"/>
                  </a:cubicBezTo>
                  <a:lnTo>
                    <a:pt x="1808" y="205"/>
                  </a:lnTo>
                  <a:lnTo>
                    <a:pt x="1804" y="201"/>
                  </a:lnTo>
                  <a:lnTo>
                    <a:pt x="1784" y="209"/>
                  </a:lnTo>
                  <a:cubicBezTo>
                    <a:pt x="1764" y="217"/>
                    <a:pt x="1748" y="225"/>
                    <a:pt x="1728" y="229"/>
                  </a:cubicBezTo>
                  <a:cubicBezTo>
                    <a:pt x="1704" y="237"/>
                    <a:pt x="1676" y="249"/>
                    <a:pt x="1644" y="257"/>
                  </a:cubicBezTo>
                  <a:cubicBezTo>
                    <a:pt x="1608" y="265"/>
                    <a:pt x="1572" y="273"/>
                    <a:pt x="1528" y="277"/>
                  </a:cubicBezTo>
                  <a:cubicBezTo>
                    <a:pt x="1484" y="281"/>
                    <a:pt x="1440" y="285"/>
                    <a:pt x="1392" y="285"/>
                  </a:cubicBezTo>
                  <a:cubicBezTo>
                    <a:pt x="1344" y="285"/>
                    <a:pt x="1292" y="285"/>
                    <a:pt x="1240" y="281"/>
                  </a:cubicBezTo>
                  <a:cubicBezTo>
                    <a:pt x="1128" y="269"/>
                    <a:pt x="1016" y="253"/>
                    <a:pt x="908" y="229"/>
                  </a:cubicBezTo>
                  <a:cubicBezTo>
                    <a:pt x="848" y="217"/>
                    <a:pt x="792" y="205"/>
                    <a:pt x="740" y="185"/>
                  </a:cubicBezTo>
                  <a:cubicBezTo>
                    <a:pt x="684" y="169"/>
                    <a:pt x="632" y="145"/>
                    <a:pt x="580" y="121"/>
                  </a:cubicBezTo>
                  <a:cubicBezTo>
                    <a:pt x="532" y="101"/>
                    <a:pt x="484" y="77"/>
                    <a:pt x="436" y="61"/>
                  </a:cubicBezTo>
                  <a:cubicBezTo>
                    <a:pt x="388" y="49"/>
                    <a:pt x="344" y="33"/>
                    <a:pt x="296" y="25"/>
                  </a:cubicBezTo>
                  <a:cubicBezTo>
                    <a:pt x="228" y="9"/>
                    <a:pt x="156" y="1"/>
                    <a:pt x="84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65"/>
            <p:cNvSpPr/>
            <p:nvPr/>
          </p:nvSpPr>
          <p:spPr>
            <a:xfrm flipH="1">
              <a:off x="8457990" y="1826618"/>
              <a:ext cx="71681" cy="22190"/>
            </a:xfrm>
            <a:custGeom>
              <a:avLst/>
              <a:gdLst/>
              <a:ahLst/>
              <a:cxnLst/>
              <a:rect l="l" t="t" r="r" b="b"/>
              <a:pathLst>
                <a:path w="533" h="165" extrusionOk="0">
                  <a:moveTo>
                    <a:pt x="88" y="1"/>
                  </a:moveTo>
                  <a:cubicBezTo>
                    <a:pt x="60" y="1"/>
                    <a:pt x="28" y="13"/>
                    <a:pt x="4" y="29"/>
                  </a:cubicBezTo>
                  <a:lnTo>
                    <a:pt x="0" y="33"/>
                  </a:lnTo>
                  <a:cubicBezTo>
                    <a:pt x="8" y="37"/>
                    <a:pt x="16" y="41"/>
                    <a:pt x="24" y="45"/>
                  </a:cubicBezTo>
                  <a:cubicBezTo>
                    <a:pt x="44" y="49"/>
                    <a:pt x="64" y="53"/>
                    <a:pt x="84" y="57"/>
                  </a:cubicBezTo>
                  <a:cubicBezTo>
                    <a:pt x="100" y="61"/>
                    <a:pt x="112" y="61"/>
                    <a:pt x="128" y="61"/>
                  </a:cubicBezTo>
                  <a:cubicBezTo>
                    <a:pt x="140" y="61"/>
                    <a:pt x="156" y="61"/>
                    <a:pt x="172" y="57"/>
                  </a:cubicBezTo>
                  <a:cubicBezTo>
                    <a:pt x="180" y="55"/>
                    <a:pt x="188" y="54"/>
                    <a:pt x="197" y="54"/>
                  </a:cubicBezTo>
                  <a:cubicBezTo>
                    <a:pt x="205" y="54"/>
                    <a:pt x="214" y="55"/>
                    <a:pt x="224" y="57"/>
                  </a:cubicBezTo>
                  <a:cubicBezTo>
                    <a:pt x="240" y="61"/>
                    <a:pt x="256" y="65"/>
                    <a:pt x="272" y="77"/>
                  </a:cubicBezTo>
                  <a:cubicBezTo>
                    <a:pt x="300" y="93"/>
                    <a:pt x="328" y="109"/>
                    <a:pt x="360" y="121"/>
                  </a:cubicBezTo>
                  <a:cubicBezTo>
                    <a:pt x="388" y="133"/>
                    <a:pt x="412" y="141"/>
                    <a:pt x="440" y="149"/>
                  </a:cubicBezTo>
                  <a:cubicBezTo>
                    <a:pt x="468" y="157"/>
                    <a:pt x="500" y="161"/>
                    <a:pt x="528" y="165"/>
                  </a:cubicBezTo>
                  <a:lnTo>
                    <a:pt x="532" y="161"/>
                  </a:lnTo>
                  <a:cubicBezTo>
                    <a:pt x="516" y="133"/>
                    <a:pt x="492" y="113"/>
                    <a:pt x="468" y="93"/>
                  </a:cubicBezTo>
                  <a:cubicBezTo>
                    <a:pt x="456" y="85"/>
                    <a:pt x="444" y="77"/>
                    <a:pt x="432" y="73"/>
                  </a:cubicBezTo>
                  <a:cubicBezTo>
                    <a:pt x="416" y="65"/>
                    <a:pt x="400" y="57"/>
                    <a:pt x="384" y="53"/>
                  </a:cubicBezTo>
                  <a:cubicBezTo>
                    <a:pt x="368" y="49"/>
                    <a:pt x="352" y="45"/>
                    <a:pt x="336" y="41"/>
                  </a:cubicBezTo>
                  <a:cubicBezTo>
                    <a:pt x="316" y="37"/>
                    <a:pt x="300" y="37"/>
                    <a:pt x="280" y="37"/>
                  </a:cubicBezTo>
                  <a:cubicBezTo>
                    <a:pt x="275" y="38"/>
                    <a:pt x="269" y="38"/>
                    <a:pt x="264" y="38"/>
                  </a:cubicBezTo>
                  <a:cubicBezTo>
                    <a:pt x="253" y="38"/>
                    <a:pt x="241" y="37"/>
                    <a:pt x="228" y="37"/>
                  </a:cubicBezTo>
                  <a:cubicBezTo>
                    <a:pt x="212" y="33"/>
                    <a:pt x="196" y="25"/>
                    <a:pt x="180" y="17"/>
                  </a:cubicBezTo>
                  <a:cubicBezTo>
                    <a:pt x="164" y="13"/>
                    <a:pt x="148" y="5"/>
                    <a:pt x="132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65"/>
            <p:cNvSpPr/>
            <p:nvPr/>
          </p:nvSpPr>
          <p:spPr>
            <a:xfrm flipH="1">
              <a:off x="7805469" y="1816128"/>
              <a:ext cx="404127" cy="236559"/>
            </a:xfrm>
            <a:custGeom>
              <a:avLst/>
              <a:gdLst/>
              <a:ahLst/>
              <a:cxnLst/>
              <a:rect l="l" t="t" r="r" b="b"/>
              <a:pathLst>
                <a:path w="3005" h="1759" extrusionOk="0">
                  <a:moveTo>
                    <a:pt x="2886" y="1"/>
                  </a:moveTo>
                  <a:cubicBezTo>
                    <a:pt x="2861" y="1"/>
                    <a:pt x="2836" y="3"/>
                    <a:pt x="2812" y="7"/>
                  </a:cubicBezTo>
                  <a:cubicBezTo>
                    <a:pt x="2760" y="7"/>
                    <a:pt x="2712" y="23"/>
                    <a:pt x="2668" y="47"/>
                  </a:cubicBezTo>
                  <a:lnTo>
                    <a:pt x="2676" y="59"/>
                  </a:lnTo>
                  <a:cubicBezTo>
                    <a:pt x="2713" y="49"/>
                    <a:pt x="2749" y="41"/>
                    <a:pt x="2787" y="41"/>
                  </a:cubicBezTo>
                  <a:cubicBezTo>
                    <a:pt x="2795" y="41"/>
                    <a:pt x="2804" y="42"/>
                    <a:pt x="2812" y="43"/>
                  </a:cubicBezTo>
                  <a:cubicBezTo>
                    <a:pt x="2841" y="45"/>
                    <a:pt x="2871" y="49"/>
                    <a:pt x="2900" y="55"/>
                  </a:cubicBezTo>
                  <a:lnTo>
                    <a:pt x="2900" y="55"/>
                  </a:lnTo>
                  <a:cubicBezTo>
                    <a:pt x="2863" y="102"/>
                    <a:pt x="2822" y="146"/>
                    <a:pt x="2784" y="191"/>
                  </a:cubicBezTo>
                  <a:cubicBezTo>
                    <a:pt x="2756" y="219"/>
                    <a:pt x="2732" y="243"/>
                    <a:pt x="2704" y="271"/>
                  </a:cubicBezTo>
                  <a:cubicBezTo>
                    <a:pt x="2680" y="295"/>
                    <a:pt x="2652" y="315"/>
                    <a:pt x="2624" y="335"/>
                  </a:cubicBezTo>
                  <a:cubicBezTo>
                    <a:pt x="2616" y="339"/>
                    <a:pt x="2612" y="343"/>
                    <a:pt x="2604" y="347"/>
                  </a:cubicBezTo>
                  <a:cubicBezTo>
                    <a:pt x="2600" y="351"/>
                    <a:pt x="2588" y="355"/>
                    <a:pt x="2588" y="355"/>
                  </a:cubicBezTo>
                  <a:lnTo>
                    <a:pt x="2560" y="355"/>
                  </a:lnTo>
                  <a:cubicBezTo>
                    <a:pt x="2549" y="353"/>
                    <a:pt x="2538" y="352"/>
                    <a:pt x="2527" y="352"/>
                  </a:cubicBezTo>
                  <a:cubicBezTo>
                    <a:pt x="2512" y="352"/>
                    <a:pt x="2498" y="354"/>
                    <a:pt x="2484" y="359"/>
                  </a:cubicBezTo>
                  <a:cubicBezTo>
                    <a:pt x="2460" y="363"/>
                    <a:pt x="2440" y="367"/>
                    <a:pt x="2420" y="375"/>
                  </a:cubicBezTo>
                  <a:cubicBezTo>
                    <a:pt x="2380" y="391"/>
                    <a:pt x="2344" y="411"/>
                    <a:pt x="2308" y="431"/>
                  </a:cubicBezTo>
                  <a:cubicBezTo>
                    <a:pt x="2272" y="451"/>
                    <a:pt x="2240" y="475"/>
                    <a:pt x="2208" y="499"/>
                  </a:cubicBezTo>
                  <a:lnTo>
                    <a:pt x="2112" y="575"/>
                  </a:lnTo>
                  <a:lnTo>
                    <a:pt x="2228" y="619"/>
                  </a:lnTo>
                  <a:cubicBezTo>
                    <a:pt x="2272" y="639"/>
                    <a:pt x="2316" y="659"/>
                    <a:pt x="2360" y="683"/>
                  </a:cubicBezTo>
                  <a:cubicBezTo>
                    <a:pt x="2404" y="703"/>
                    <a:pt x="2444" y="727"/>
                    <a:pt x="2484" y="755"/>
                  </a:cubicBezTo>
                  <a:cubicBezTo>
                    <a:pt x="2492" y="763"/>
                    <a:pt x="2500" y="767"/>
                    <a:pt x="2504" y="775"/>
                  </a:cubicBezTo>
                  <a:lnTo>
                    <a:pt x="2512" y="779"/>
                  </a:lnTo>
                  <a:lnTo>
                    <a:pt x="2524" y="795"/>
                  </a:lnTo>
                  <a:cubicBezTo>
                    <a:pt x="2520" y="795"/>
                    <a:pt x="2520" y="791"/>
                    <a:pt x="2520" y="791"/>
                  </a:cubicBezTo>
                  <a:lnTo>
                    <a:pt x="2520" y="795"/>
                  </a:lnTo>
                  <a:lnTo>
                    <a:pt x="2520" y="799"/>
                  </a:lnTo>
                  <a:cubicBezTo>
                    <a:pt x="2520" y="803"/>
                    <a:pt x="2520" y="807"/>
                    <a:pt x="2520" y="815"/>
                  </a:cubicBezTo>
                  <a:cubicBezTo>
                    <a:pt x="2516" y="827"/>
                    <a:pt x="2508" y="843"/>
                    <a:pt x="2500" y="859"/>
                  </a:cubicBezTo>
                  <a:cubicBezTo>
                    <a:pt x="2496" y="867"/>
                    <a:pt x="2488" y="875"/>
                    <a:pt x="2484" y="883"/>
                  </a:cubicBezTo>
                  <a:cubicBezTo>
                    <a:pt x="2480" y="887"/>
                    <a:pt x="2475" y="892"/>
                    <a:pt x="2471" y="896"/>
                  </a:cubicBezTo>
                  <a:lnTo>
                    <a:pt x="2471" y="896"/>
                  </a:lnTo>
                  <a:cubicBezTo>
                    <a:pt x="2447" y="905"/>
                    <a:pt x="2420" y="911"/>
                    <a:pt x="2396" y="915"/>
                  </a:cubicBezTo>
                  <a:cubicBezTo>
                    <a:pt x="2364" y="923"/>
                    <a:pt x="2332" y="923"/>
                    <a:pt x="2300" y="923"/>
                  </a:cubicBezTo>
                  <a:cubicBezTo>
                    <a:pt x="2228" y="923"/>
                    <a:pt x="2160" y="911"/>
                    <a:pt x="2096" y="895"/>
                  </a:cubicBezTo>
                  <a:lnTo>
                    <a:pt x="1988" y="867"/>
                  </a:lnTo>
                  <a:cubicBezTo>
                    <a:pt x="1968" y="859"/>
                    <a:pt x="1948" y="855"/>
                    <a:pt x="1928" y="855"/>
                  </a:cubicBezTo>
                  <a:cubicBezTo>
                    <a:pt x="1908" y="851"/>
                    <a:pt x="1888" y="847"/>
                    <a:pt x="1864" y="847"/>
                  </a:cubicBezTo>
                  <a:cubicBezTo>
                    <a:pt x="1824" y="847"/>
                    <a:pt x="1784" y="851"/>
                    <a:pt x="1748" y="859"/>
                  </a:cubicBezTo>
                  <a:cubicBezTo>
                    <a:pt x="1708" y="867"/>
                    <a:pt x="1668" y="875"/>
                    <a:pt x="1632" y="887"/>
                  </a:cubicBezTo>
                  <a:lnTo>
                    <a:pt x="1612" y="895"/>
                  </a:lnTo>
                  <a:lnTo>
                    <a:pt x="1608" y="907"/>
                  </a:lnTo>
                  <a:cubicBezTo>
                    <a:pt x="1592" y="931"/>
                    <a:pt x="1584" y="955"/>
                    <a:pt x="1580" y="983"/>
                  </a:cubicBezTo>
                  <a:cubicBezTo>
                    <a:pt x="1576" y="1007"/>
                    <a:pt x="1576" y="1031"/>
                    <a:pt x="1580" y="1055"/>
                  </a:cubicBezTo>
                  <a:cubicBezTo>
                    <a:pt x="1588" y="1095"/>
                    <a:pt x="1596" y="1135"/>
                    <a:pt x="1604" y="1179"/>
                  </a:cubicBezTo>
                  <a:cubicBezTo>
                    <a:pt x="1616" y="1215"/>
                    <a:pt x="1620" y="1255"/>
                    <a:pt x="1628" y="1295"/>
                  </a:cubicBezTo>
                  <a:cubicBezTo>
                    <a:pt x="1632" y="1331"/>
                    <a:pt x="1632" y="1367"/>
                    <a:pt x="1628" y="1407"/>
                  </a:cubicBezTo>
                  <a:cubicBezTo>
                    <a:pt x="1624" y="1423"/>
                    <a:pt x="1616" y="1443"/>
                    <a:pt x="1612" y="1459"/>
                  </a:cubicBezTo>
                  <a:cubicBezTo>
                    <a:pt x="1604" y="1479"/>
                    <a:pt x="1596" y="1495"/>
                    <a:pt x="1584" y="1511"/>
                  </a:cubicBezTo>
                  <a:cubicBezTo>
                    <a:pt x="1564" y="1543"/>
                    <a:pt x="1540" y="1571"/>
                    <a:pt x="1512" y="1599"/>
                  </a:cubicBezTo>
                  <a:cubicBezTo>
                    <a:pt x="1480" y="1627"/>
                    <a:pt x="1448" y="1647"/>
                    <a:pt x="1416" y="1667"/>
                  </a:cubicBezTo>
                  <a:cubicBezTo>
                    <a:pt x="1385" y="1686"/>
                    <a:pt x="1350" y="1702"/>
                    <a:pt x="1315" y="1717"/>
                  </a:cubicBezTo>
                  <a:lnTo>
                    <a:pt x="1315" y="1717"/>
                  </a:lnTo>
                  <a:cubicBezTo>
                    <a:pt x="1260" y="1706"/>
                    <a:pt x="1202" y="1690"/>
                    <a:pt x="1148" y="1667"/>
                  </a:cubicBezTo>
                  <a:cubicBezTo>
                    <a:pt x="1120" y="1659"/>
                    <a:pt x="1096" y="1647"/>
                    <a:pt x="1072" y="1631"/>
                  </a:cubicBezTo>
                  <a:cubicBezTo>
                    <a:pt x="1060" y="1623"/>
                    <a:pt x="1048" y="1615"/>
                    <a:pt x="1036" y="1607"/>
                  </a:cubicBezTo>
                  <a:cubicBezTo>
                    <a:pt x="1028" y="1599"/>
                    <a:pt x="1016" y="1591"/>
                    <a:pt x="1008" y="1583"/>
                  </a:cubicBezTo>
                  <a:lnTo>
                    <a:pt x="1000" y="1571"/>
                  </a:lnTo>
                  <a:cubicBezTo>
                    <a:pt x="996" y="1567"/>
                    <a:pt x="992" y="1559"/>
                    <a:pt x="988" y="1551"/>
                  </a:cubicBezTo>
                  <a:cubicBezTo>
                    <a:pt x="984" y="1539"/>
                    <a:pt x="980" y="1527"/>
                    <a:pt x="976" y="1515"/>
                  </a:cubicBezTo>
                  <a:cubicBezTo>
                    <a:pt x="968" y="1487"/>
                    <a:pt x="960" y="1459"/>
                    <a:pt x="956" y="1431"/>
                  </a:cubicBezTo>
                  <a:cubicBezTo>
                    <a:pt x="948" y="1403"/>
                    <a:pt x="948" y="1375"/>
                    <a:pt x="944" y="1347"/>
                  </a:cubicBezTo>
                  <a:cubicBezTo>
                    <a:pt x="940" y="1319"/>
                    <a:pt x="940" y="1287"/>
                    <a:pt x="940" y="1263"/>
                  </a:cubicBezTo>
                  <a:lnTo>
                    <a:pt x="940" y="1155"/>
                  </a:lnTo>
                  <a:lnTo>
                    <a:pt x="848" y="1211"/>
                  </a:lnTo>
                  <a:cubicBezTo>
                    <a:pt x="828" y="1223"/>
                    <a:pt x="808" y="1239"/>
                    <a:pt x="792" y="1255"/>
                  </a:cubicBezTo>
                  <a:lnTo>
                    <a:pt x="748" y="1299"/>
                  </a:lnTo>
                  <a:cubicBezTo>
                    <a:pt x="720" y="1327"/>
                    <a:pt x="692" y="1351"/>
                    <a:pt x="664" y="1375"/>
                  </a:cubicBezTo>
                  <a:cubicBezTo>
                    <a:pt x="636" y="1403"/>
                    <a:pt x="608" y="1427"/>
                    <a:pt x="580" y="1447"/>
                  </a:cubicBezTo>
                  <a:cubicBezTo>
                    <a:pt x="564" y="1459"/>
                    <a:pt x="548" y="1467"/>
                    <a:pt x="536" y="1475"/>
                  </a:cubicBezTo>
                  <a:cubicBezTo>
                    <a:pt x="520" y="1487"/>
                    <a:pt x="504" y="1495"/>
                    <a:pt x="488" y="1499"/>
                  </a:cubicBezTo>
                  <a:lnTo>
                    <a:pt x="468" y="1507"/>
                  </a:lnTo>
                  <a:lnTo>
                    <a:pt x="440" y="1515"/>
                  </a:lnTo>
                  <a:cubicBezTo>
                    <a:pt x="428" y="1519"/>
                    <a:pt x="408" y="1523"/>
                    <a:pt x="388" y="1527"/>
                  </a:cubicBezTo>
                  <a:cubicBezTo>
                    <a:pt x="352" y="1531"/>
                    <a:pt x="316" y="1535"/>
                    <a:pt x="280" y="1535"/>
                  </a:cubicBezTo>
                  <a:cubicBezTo>
                    <a:pt x="247" y="1536"/>
                    <a:pt x="215" y="1537"/>
                    <a:pt x="183" y="1537"/>
                  </a:cubicBezTo>
                  <a:cubicBezTo>
                    <a:pt x="147" y="1537"/>
                    <a:pt x="113" y="1536"/>
                    <a:pt x="78" y="1533"/>
                  </a:cubicBezTo>
                  <a:lnTo>
                    <a:pt x="78" y="1533"/>
                  </a:lnTo>
                  <a:cubicBezTo>
                    <a:pt x="77" y="1527"/>
                    <a:pt x="76" y="1521"/>
                    <a:pt x="76" y="1515"/>
                  </a:cubicBezTo>
                  <a:cubicBezTo>
                    <a:pt x="72" y="1495"/>
                    <a:pt x="72" y="1479"/>
                    <a:pt x="76" y="1463"/>
                  </a:cubicBezTo>
                  <a:cubicBezTo>
                    <a:pt x="76" y="1455"/>
                    <a:pt x="76" y="1447"/>
                    <a:pt x="76" y="1439"/>
                  </a:cubicBezTo>
                  <a:cubicBezTo>
                    <a:pt x="80" y="1431"/>
                    <a:pt x="80" y="1423"/>
                    <a:pt x="84" y="1415"/>
                  </a:cubicBezTo>
                  <a:cubicBezTo>
                    <a:pt x="88" y="1395"/>
                    <a:pt x="92" y="1379"/>
                    <a:pt x="96" y="1363"/>
                  </a:cubicBezTo>
                  <a:cubicBezTo>
                    <a:pt x="124" y="1299"/>
                    <a:pt x="168" y="1239"/>
                    <a:pt x="220" y="1191"/>
                  </a:cubicBezTo>
                  <a:lnTo>
                    <a:pt x="216" y="1175"/>
                  </a:lnTo>
                  <a:cubicBezTo>
                    <a:pt x="180" y="1195"/>
                    <a:pt x="152" y="1215"/>
                    <a:pt x="124" y="1243"/>
                  </a:cubicBezTo>
                  <a:cubicBezTo>
                    <a:pt x="96" y="1271"/>
                    <a:pt x="72" y="1303"/>
                    <a:pt x="52" y="1335"/>
                  </a:cubicBezTo>
                  <a:cubicBezTo>
                    <a:pt x="28" y="1371"/>
                    <a:pt x="12" y="1411"/>
                    <a:pt x="8" y="1451"/>
                  </a:cubicBezTo>
                  <a:cubicBezTo>
                    <a:pt x="0" y="1471"/>
                    <a:pt x="0" y="1491"/>
                    <a:pt x="0" y="1511"/>
                  </a:cubicBezTo>
                  <a:cubicBezTo>
                    <a:pt x="0" y="1531"/>
                    <a:pt x="0" y="1555"/>
                    <a:pt x="4" y="1575"/>
                  </a:cubicBezTo>
                  <a:lnTo>
                    <a:pt x="4" y="1599"/>
                  </a:lnTo>
                  <a:lnTo>
                    <a:pt x="36" y="1607"/>
                  </a:lnTo>
                  <a:cubicBezTo>
                    <a:pt x="76" y="1615"/>
                    <a:pt x="116" y="1623"/>
                    <a:pt x="156" y="1627"/>
                  </a:cubicBezTo>
                  <a:cubicBezTo>
                    <a:pt x="196" y="1631"/>
                    <a:pt x="236" y="1635"/>
                    <a:pt x="280" y="1635"/>
                  </a:cubicBezTo>
                  <a:cubicBezTo>
                    <a:pt x="320" y="1635"/>
                    <a:pt x="360" y="1635"/>
                    <a:pt x="404" y="1631"/>
                  </a:cubicBezTo>
                  <a:cubicBezTo>
                    <a:pt x="424" y="1627"/>
                    <a:pt x="440" y="1627"/>
                    <a:pt x="468" y="1623"/>
                  </a:cubicBezTo>
                  <a:lnTo>
                    <a:pt x="496" y="1615"/>
                  </a:lnTo>
                  <a:cubicBezTo>
                    <a:pt x="508" y="1611"/>
                    <a:pt x="520" y="1607"/>
                    <a:pt x="532" y="1603"/>
                  </a:cubicBezTo>
                  <a:cubicBezTo>
                    <a:pt x="552" y="1595"/>
                    <a:pt x="572" y="1587"/>
                    <a:pt x="592" y="1575"/>
                  </a:cubicBezTo>
                  <a:cubicBezTo>
                    <a:pt x="612" y="1563"/>
                    <a:pt x="632" y="1555"/>
                    <a:pt x="648" y="1543"/>
                  </a:cubicBezTo>
                  <a:cubicBezTo>
                    <a:pt x="684" y="1515"/>
                    <a:pt x="716" y="1491"/>
                    <a:pt x="748" y="1463"/>
                  </a:cubicBezTo>
                  <a:cubicBezTo>
                    <a:pt x="780" y="1435"/>
                    <a:pt x="808" y="1407"/>
                    <a:pt x="835" y="1379"/>
                  </a:cubicBezTo>
                  <a:lnTo>
                    <a:pt x="835" y="1379"/>
                  </a:lnTo>
                  <a:cubicBezTo>
                    <a:pt x="840" y="1404"/>
                    <a:pt x="847" y="1429"/>
                    <a:pt x="856" y="1451"/>
                  </a:cubicBezTo>
                  <a:cubicBezTo>
                    <a:pt x="864" y="1483"/>
                    <a:pt x="872" y="1515"/>
                    <a:pt x="888" y="1547"/>
                  </a:cubicBezTo>
                  <a:cubicBezTo>
                    <a:pt x="896" y="1563"/>
                    <a:pt x="904" y="1579"/>
                    <a:pt x="912" y="1595"/>
                  </a:cubicBezTo>
                  <a:cubicBezTo>
                    <a:pt x="916" y="1603"/>
                    <a:pt x="920" y="1607"/>
                    <a:pt x="928" y="1615"/>
                  </a:cubicBezTo>
                  <a:lnTo>
                    <a:pt x="952" y="1635"/>
                  </a:lnTo>
                  <a:cubicBezTo>
                    <a:pt x="964" y="1647"/>
                    <a:pt x="980" y="1659"/>
                    <a:pt x="992" y="1667"/>
                  </a:cubicBezTo>
                  <a:cubicBezTo>
                    <a:pt x="1008" y="1679"/>
                    <a:pt x="1024" y="1687"/>
                    <a:pt x="1040" y="1691"/>
                  </a:cubicBezTo>
                  <a:cubicBezTo>
                    <a:pt x="1068" y="1707"/>
                    <a:pt x="1100" y="1715"/>
                    <a:pt x="1132" y="1727"/>
                  </a:cubicBezTo>
                  <a:cubicBezTo>
                    <a:pt x="1192" y="1743"/>
                    <a:pt x="1252" y="1755"/>
                    <a:pt x="1316" y="1759"/>
                  </a:cubicBezTo>
                  <a:lnTo>
                    <a:pt x="1328" y="1759"/>
                  </a:lnTo>
                  <a:cubicBezTo>
                    <a:pt x="1368" y="1743"/>
                    <a:pt x="1404" y="1723"/>
                    <a:pt x="1440" y="1703"/>
                  </a:cubicBezTo>
                  <a:cubicBezTo>
                    <a:pt x="1476" y="1679"/>
                    <a:pt x="1508" y="1655"/>
                    <a:pt x="1540" y="1627"/>
                  </a:cubicBezTo>
                  <a:cubicBezTo>
                    <a:pt x="1572" y="1599"/>
                    <a:pt x="1600" y="1567"/>
                    <a:pt x="1624" y="1531"/>
                  </a:cubicBezTo>
                  <a:cubicBezTo>
                    <a:pt x="1636" y="1515"/>
                    <a:pt x="1644" y="1495"/>
                    <a:pt x="1656" y="1475"/>
                  </a:cubicBezTo>
                  <a:cubicBezTo>
                    <a:pt x="1664" y="1455"/>
                    <a:pt x="1672" y="1435"/>
                    <a:pt x="1676" y="1415"/>
                  </a:cubicBezTo>
                  <a:cubicBezTo>
                    <a:pt x="1684" y="1371"/>
                    <a:pt x="1688" y="1327"/>
                    <a:pt x="1684" y="1287"/>
                  </a:cubicBezTo>
                  <a:cubicBezTo>
                    <a:pt x="1684" y="1243"/>
                    <a:pt x="1680" y="1203"/>
                    <a:pt x="1672" y="1159"/>
                  </a:cubicBezTo>
                  <a:cubicBezTo>
                    <a:pt x="1664" y="1123"/>
                    <a:pt x="1660" y="1083"/>
                    <a:pt x="1660" y="1043"/>
                  </a:cubicBezTo>
                  <a:cubicBezTo>
                    <a:pt x="1660" y="1027"/>
                    <a:pt x="1660" y="1011"/>
                    <a:pt x="1664" y="995"/>
                  </a:cubicBezTo>
                  <a:cubicBezTo>
                    <a:pt x="1667" y="987"/>
                    <a:pt x="1670" y="979"/>
                    <a:pt x="1673" y="971"/>
                  </a:cubicBezTo>
                  <a:lnTo>
                    <a:pt x="1673" y="971"/>
                  </a:lnTo>
                  <a:cubicBezTo>
                    <a:pt x="1700" y="965"/>
                    <a:pt x="1727" y="962"/>
                    <a:pt x="1756" y="959"/>
                  </a:cubicBezTo>
                  <a:lnTo>
                    <a:pt x="1856" y="959"/>
                  </a:lnTo>
                  <a:cubicBezTo>
                    <a:pt x="1872" y="963"/>
                    <a:pt x="1888" y="963"/>
                    <a:pt x="1904" y="967"/>
                  </a:cubicBezTo>
                  <a:cubicBezTo>
                    <a:pt x="1916" y="971"/>
                    <a:pt x="1940" y="975"/>
                    <a:pt x="1952" y="979"/>
                  </a:cubicBezTo>
                  <a:lnTo>
                    <a:pt x="2056" y="1015"/>
                  </a:lnTo>
                  <a:cubicBezTo>
                    <a:pt x="2132" y="1035"/>
                    <a:pt x="2212" y="1051"/>
                    <a:pt x="2288" y="1055"/>
                  </a:cubicBezTo>
                  <a:cubicBezTo>
                    <a:pt x="2307" y="1056"/>
                    <a:pt x="2324" y="1057"/>
                    <a:pt x="2341" y="1057"/>
                  </a:cubicBezTo>
                  <a:cubicBezTo>
                    <a:pt x="2365" y="1057"/>
                    <a:pt x="2389" y="1055"/>
                    <a:pt x="2412" y="1051"/>
                  </a:cubicBezTo>
                  <a:cubicBezTo>
                    <a:pt x="2456" y="1047"/>
                    <a:pt x="2496" y="1035"/>
                    <a:pt x="2536" y="1019"/>
                  </a:cubicBezTo>
                  <a:lnTo>
                    <a:pt x="2544" y="1015"/>
                  </a:lnTo>
                  <a:lnTo>
                    <a:pt x="2556" y="1007"/>
                  </a:lnTo>
                  <a:cubicBezTo>
                    <a:pt x="2580" y="987"/>
                    <a:pt x="2600" y="959"/>
                    <a:pt x="2620" y="935"/>
                  </a:cubicBezTo>
                  <a:cubicBezTo>
                    <a:pt x="2640" y="903"/>
                    <a:pt x="2652" y="871"/>
                    <a:pt x="2660" y="835"/>
                  </a:cubicBezTo>
                  <a:cubicBezTo>
                    <a:pt x="2664" y="811"/>
                    <a:pt x="2664" y="791"/>
                    <a:pt x="2660" y="771"/>
                  </a:cubicBezTo>
                  <a:cubicBezTo>
                    <a:pt x="2660" y="759"/>
                    <a:pt x="2656" y="747"/>
                    <a:pt x="2652" y="739"/>
                  </a:cubicBezTo>
                  <a:lnTo>
                    <a:pt x="2644" y="723"/>
                  </a:lnTo>
                  <a:lnTo>
                    <a:pt x="2640" y="715"/>
                  </a:lnTo>
                  <a:lnTo>
                    <a:pt x="2636" y="711"/>
                  </a:lnTo>
                  <a:lnTo>
                    <a:pt x="2624" y="695"/>
                  </a:lnTo>
                  <a:cubicBezTo>
                    <a:pt x="2620" y="687"/>
                    <a:pt x="2612" y="679"/>
                    <a:pt x="2604" y="671"/>
                  </a:cubicBezTo>
                  <a:cubicBezTo>
                    <a:pt x="2592" y="659"/>
                    <a:pt x="2580" y="647"/>
                    <a:pt x="2568" y="639"/>
                  </a:cubicBezTo>
                  <a:cubicBezTo>
                    <a:pt x="2520" y="603"/>
                    <a:pt x="2472" y="575"/>
                    <a:pt x="2420" y="551"/>
                  </a:cubicBezTo>
                  <a:cubicBezTo>
                    <a:pt x="2409" y="545"/>
                    <a:pt x="2397" y="539"/>
                    <a:pt x="2385" y="534"/>
                  </a:cubicBezTo>
                  <a:lnTo>
                    <a:pt x="2385" y="534"/>
                  </a:lnTo>
                  <a:cubicBezTo>
                    <a:pt x="2410" y="518"/>
                    <a:pt x="2437" y="505"/>
                    <a:pt x="2464" y="495"/>
                  </a:cubicBezTo>
                  <a:cubicBezTo>
                    <a:pt x="2476" y="487"/>
                    <a:pt x="2492" y="483"/>
                    <a:pt x="2508" y="479"/>
                  </a:cubicBezTo>
                  <a:cubicBezTo>
                    <a:pt x="2520" y="475"/>
                    <a:pt x="2532" y="471"/>
                    <a:pt x="2544" y="471"/>
                  </a:cubicBezTo>
                  <a:lnTo>
                    <a:pt x="2588" y="471"/>
                  </a:lnTo>
                  <a:lnTo>
                    <a:pt x="2600" y="467"/>
                  </a:lnTo>
                  <a:cubicBezTo>
                    <a:pt x="2608" y="467"/>
                    <a:pt x="2616" y="463"/>
                    <a:pt x="2624" y="459"/>
                  </a:cubicBezTo>
                  <a:cubicBezTo>
                    <a:pt x="2632" y="459"/>
                    <a:pt x="2640" y="455"/>
                    <a:pt x="2644" y="451"/>
                  </a:cubicBezTo>
                  <a:lnTo>
                    <a:pt x="2660" y="443"/>
                  </a:lnTo>
                  <a:cubicBezTo>
                    <a:pt x="2668" y="435"/>
                    <a:pt x="2680" y="431"/>
                    <a:pt x="2688" y="423"/>
                  </a:cubicBezTo>
                  <a:cubicBezTo>
                    <a:pt x="2720" y="395"/>
                    <a:pt x="2748" y="367"/>
                    <a:pt x="2776" y="339"/>
                  </a:cubicBezTo>
                  <a:cubicBezTo>
                    <a:pt x="2800" y="307"/>
                    <a:pt x="2828" y="275"/>
                    <a:pt x="2848" y="247"/>
                  </a:cubicBezTo>
                  <a:cubicBezTo>
                    <a:pt x="2896" y="183"/>
                    <a:pt x="2940" y="119"/>
                    <a:pt x="2980" y="51"/>
                  </a:cubicBezTo>
                  <a:lnTo>
                    <a:pt x="3004" y="11"/>
                  </a:lnTo>
                  <a:lnTo>
                    <a:pt x="2960" y="7"/>
                  </a:lnTo>
                  <a:cubicBezTo>
                    <a:pt x="2936" y="3"/>
                    <a:pt x="2911" y="1"/>
                    <a:pt x="2886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65"/>
            <p:cNvSpPr/>
            <p:nvPr/>
          </p:nvSpPr>
          <p:spPr>
            <a:xfrm flipH="1">
              <a:off x="8149751" y="1440646"/>
              <a:ext cx="154523" cy="223649"/>
            </a:xfrm>
            <a:custGeom>
              <a:avLst/>
              <a:gdLst/>
              <a:ahLst/>
              <a:cxnLst/>
              <a:rect l="l" t="t" r="r" b="b"/>
              <a:pathLst>
                <a:path w="1149" h="1663" extrusionOk="0">
                  <a:moveTo>
                    <a:pt x="102" y="1"/>
                  </a:moveTo>
                  <a:cubicBezTo>
                    <a:pt x="87" y="1"/>
                    <a:pt x="71" y="4"/>
                    <a:pt x="56" y="10"/>
                  </a:cubicBezTo>
                  <a:cubicBezTo>
                    <a:pt x="28" y="18"/>
                    <a:pt x="8" y="42"/>
                    <a:pt x="0" y="74"/>
                  </a:cubicBezTo>
                  <a:cubicBezTo>
                    <a:pt x="0" y="94"/>
                    <a:pt x="0" y="114"/>
                    <a:pt x="8" y="134"/>
                  </a:cubicBezTo>
                  <a:cubicBezTo>
                    <a:pt x="20" y="218"/>
                    <a:pt x="56" y="294"/>
                    <a:pt x="104" y="362"/>
                  </a:cubicBezTo>
                  <a:cubicBezTo>
                    <a:pt x="136" y="394"/>
                    <a:pt x="172" y="426"/>
                    <a:pt x="212" y="450"/>
                  </a:cubicBezTo>
                  <a:cubicBezTo>
                    <a:pt x="228" y="458"/>
                    <a:pt x="240" y="466"/>
                    <a:pt x="252" y="474"/>
                  </a:cubicBezTo>
                  <a:cubicBezTo>
                    <a:pt x="448" y="618"/>
                    <a:pt x="552" y="854"/>
                    <a:pt x="656" y="1082"/>
                  </a:cubicBezTo>
                  <a:lnTo>
                    <a:pt x="684" y="1146"/>
                  </a:lnTo>
                  <a:cubicBezTo>
                    <a:pt x="768" y="1326"/>
                    <a:pt x="868" y="1514"/>
                    <a:pt x="1012" y="1646"/>
                  </a:cubicBezTo>
                  <a:lnTo>
                    <a:pt x="1032" y="1646"/>
                  </a:lnTo>
                  <a:cubicBezTo>
                    <a:pt x="1072" y="1654"/>
                    <a:pt x="1112" y="1658"/>
                    <a:pt x="1148" y="1662"/>
                  </a:cubicBezTo>
                  <a:cubicBezTo>
                    <a:pt x="964" y="1542"/>
                    <a:pt x="844" y="1322"/>
                    <a:pt x="748" y="1118"/>
                  </a:cubicBezTo>
                  <a:lnTo>
                    <a:pt x="720" y="1054"/>
                  </a:lnTo>
                  <a:cubicBezTo>
                    <a:pt x="616" y="818"/>
                    <a:pt x="504" y="574"/>
                    <a:pt x="292" y="418"/>
                  </a:cubicBezTo>
                  <a:cubicBezTo>
                    <a:pt x="280" y="410"/>
                    <a:pt x="268" y="402"/>
                    <a:pt x="252" y="394"/>
                  </a:cubicBezTo>
                  <a:lnTo>
                    <a:pt x="212" y="362"/>
                  </a:lnTo>
                  <a:cubicBezTo>
                    <a:pt x="236" y="298"/>
                    <a:pt x="244" y="226"/>
                    <a:pt x="236" y="158"/>
                  </a:cubicBezTo>
                  <a:cubicBezTo>
                    <a:pt x="232" y="102"/>
                    <a:pt x="208" y="50"/>
                    <a:pt x="164" y="18"/>
                  </a:cubicBezTo>
                  <a:cubicBezTo>
                    <a:pt x="146" y="7"/>
                    <a:pt x="124" y="1"/>
                    <a:pt x="1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65"/>
            <p:cNvSpPr/>
            <p:nvPr/>
          </p:nvSpPr>
          <p:spPr>
            <a:xfrm flipH="1">
              <a:off x="8083584" y="1470905"/>
              <a:ext cx="93736" cy="198231"/>
            </a:xfrm>
            <a:custGeom>
              <a:avLst/>
              <a:gdLst/>
              <a:ahLst/>
              <a:cxnLst/>
              <a:rect l="l" t="t" r="r" b="b"/>
              <a:pathLst>
                <a:path w="697" h="1474" extrusionOk="0">
                  <a:moveTo>
                    <a:pt x="122" y="0"/>
                  </a:moveTo>
                  <a:cubicBezTo>
                    <a:pt x="108" y="0"/>
                    <a:pt x="94" y="3"/>
                    <a:pt x="80" y="9"/>
                  </a:cubicBezTo>
                  <a:cubicBezTo>
                    <a:pt x="24" y="45"/>
                    <a:pt x="0" y="113"/>
                    <a:pt x="24" y="173"/>
                  </a:cubicBezTo>
                  <a:cubicBezTo>
                    <a:pt x="40" y="209"/>
                    <a:pt x="88" y="241"/>
                    <a:pt x="140" y="273"/>
                  </a:cubicBezTo>
                  <a:lnTo>
                    <a:pt x="168" y="293"/>
                  </a:lnTo>
                  <a:cubicBezTo>
                    <a:pt x="136" y="425"/>
                    <a:pt x="124" y="561"/>
                    <a:pt x="140" y="697"/>
                  </a:cubicBezTo>
                  <a:cubicBezTo>
                    <a:pt x="168" y="849"/>
                    <a:pt x="248" y="989"/>
                    <a:pt x="368" y="1089"/>
                  </a:cubicBezTo>
                  <a:cubicBezTo>
                    <a:pt x="384" y="1101"/>
                    <a:pt x="400" y="1113"/>
                    <a:pt x="416" y="1125"/>
                  </a:cubicBezTo>
                  <a:cubicBezTo>
                    <a:pt x="440" y="1141"/>
                    <a:pt x="464" y="1161"/>
                    <a:pt x="488" y="1181"/>
                  </a:cubicBezTo>
                  <a:cubicBezTo>
                    <a:pt x="560" y="1261"/>
                    <a:pt x="608" y="1361"/>
                    <a:pt x="624" y="1465"/>
                  </a:cubicBezTo>
                  <a:cubicBezTo>
                    <a:pt x="644" y="1469"/>
                    <a:pt x="672" y="1473"/>
                    <a:pt x="696" y="1473"/>
                  </a:cubicBezTo>
                  <a:cubicBezTo>
                    <a:pt x="672" y="1357"/>
                    <a:pt x="632" y="1225"/>
                    <a:pt x="536" y="1133"/>
                  </a:cubicBezTo>
                  <a:cubicBezTo>
                    <a:pt x="512" y="1109"/>
                    <a:pt x="484" y="1089"/>
                    <a:pt x="456" y="1069"/>
                  </a:cubicBezTo>
                  <a:cubicBezTo>
                    <a:pt x="444" y="1057"/>
                    <a:pt x="428" y="1049"/>
                    <a:pt x="412" y="1037"/>
                  </a:cubicBezTo>
                  <a:cubicBezTo>
                    <a:pt x="304" y="949"/>
                    <a:pt x="232" y="825"/>
                    <a:pt x="208" y="685"/>
                  </a:cubicBezTo>
                  <a:cubicBezTo>
                    <a:pt x="188" y="549"/>
                    <a:pt x="216" y="405"/>
                    <a:pt x="244" y="257"/>
                  </a:cubicBezTo>
                  <a:cubicBezTo>
                    <a:pt x="260" y="205"/>
                    <a:pt x="260" y="145"/>
                    <a:pt x="244" y="93"/>
                  </a:cubicBezTo>
                  <a:cubicBezTo>
                    <a:pt x="232" y="57"/>
                    <a:pt x="200" y="25"/>
                    <a:pt x="164" y="9"/>
                  </a:cubicBezTo>
                  <a:cubicBezTo>
                    <a:pt x="150" y="3"/>
                    <a:pt x="136" y="0"/>
                    <a:pt x="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65"/>
            <p:cNvSpPr/>
            <p:nvPr/>
          </p:nvSpPr>
          <p:spPr>
            <a:xfrm flipH="1">
              <a:off x="8021721" y="1465660"/>
              <a:ext cx="71143" cy="226607"/>
            </a:xfrm>
            <a:custGeom>
              <a:avLst/>
              <a:gdLst/>
              <a:ahLst/>
              <a:cxnLst/>
              <a:rect l="l" t="t" r="r" b="b"/>
              <a:pathLst>
                <a:path w="529" h="1685" extrusionOk="0">
                  <a:moveTo>
                    <a:pt x="128" y="0"/>
                  </a:moveTo>
                  <a:cubicBezTo>
                    <a:pt x="88" y="0"/>
                    <a:pt x="48" y="16"/>
                    <a:pt x="28" y="52"/>
                  </a:cubicBezTo>
                  <a:cubicBezTo>
                    <a:pt x="0" y="108"/>
                    <a:pt x="12" y="176"/>
                    <a:pt x="60" y="220"/>
                  </a:cubicBezTo>
                  <a:cubicBezTo>
                    <a:pt x="84" y="244"/>
                    <a:pt x="108" y="268"/>
                    <a:pt x="140" y="284"/>
                  </a:cubicBezTo>
                  <a:cubicBezTo>
                    <a:pt x="144" y="288"/>
                    <a:pt x="144" y="292"/>
                    <a:pt x="152" y="292"/>
                  </a:cubicBezTo>
                  <a:cubicBezTo>
                    <a:pt x="156" y="300"/>
                    <a:pt x="164" y="304"/>
                    <a:pt x="172" y="312"/>
                  </a:cubicBezTo>
                  <a:cubicBezTo>
                    <a:pt x="320" y="424"/>
                    <a:pt x="364" y="628"/>
                    <a:pt x="376" y="784"/>
                  </a:cubicBezTo>
                  <a:cubicBezTo>
                    <a:pt x="384" y="852"/>
                    <a:pt x="384" y="920"/>
                    <a:pt x="384" y="992"/>
                  </a:cubicBezTo>
                  <a:cubicBezTo>
                    <a:pt x="380" y="1108"/>
                    <a:pt x="388" y="1228"/>
                    <a:pt x="408" y="1344"/>
                  </a:cubicBezTo>
                  <a:cubicBezTo>
                    <a:pt x="412" y="1360"/>
                    <a:pt x="412" y="1376"/>
                    <a:pt x="416" y="1392"/>
                  </a:cubicBezTo>
                  <a:cubicBezTo>
                    <a:pt x="436" y="1476"/>
                    <a:pt x="452" y="1564"/>
                    <a:pt x="428" y="1632"/>
                  </a:cubicBezTo>
                  <a:lnTo>
                    <a:pt x="452" y="1656"/>
                  </a:lnTo>
                  <a:cubicBezTo>
                    <a:pt x="464" y="1664"/>
                    <a:pt x="472" y="1672"/>
                    <a:pt x="480" y="1684"/>
                  </a:cubicBezTo>
                  <a:cubicBezTo>
                    <a:pt x="528" y="1592"/>
                    <a:pt x="504" y="1476"/>
                    <a:pt x="484" y="1376"/>
                  </a:cubicBezTo>
                  <a:cubicBezTo>
                    <a:pt x="480" y="1360"/>
                    <a:pt x="476" y="1344"/>
                    <a:pt x="476" y="1332"/>
                  </a:cubicBezTo>
                  <a:cubicBezTo>
                    <a:pt x="456" y="1220"/>
                    <a:pt x="448" y="1104"/>
                    <a:pt x="452" y="988"/>
                  </a:cubicBezTo>
                  <a:cubicBezTo>
                    <a:pt x="452" y="920"/>
                    <a:pt x="452" y="848"/>
                    <a:pt x="444" y="776"/>
                  </a:cubicBezTo>
                  <a:cubicBezTo>
                    <a:pt x="432" y="612"/>
                    <a:pt x="384" y="384"/>
                    <a:pt x="216" y="256"/>
                  </a:cubicBezTo>
                  <a:cubicBezTo>
                    <a:pt x="208" y="252"/>
                    <a:pt x="200" y="244"/>
                    <a:pt x="196" y="240"/>
                  </a:cubicBezTo>
                  <a:cubicBezTo>
                    <a:pt x="192" y="212"/>
                    <a:pt x="196" y="184"/>
                    <a:pt x="200" y="156"/>
                  </a:cubicBezTo>
                  <a:cubicBezTo>
                    <a:pt x="208" y="120"/>
                    <a:pt x="208" y="84"/>
                    <a:pt x="200" y="52"/>
                  </a:cubicBezTo>
                  <a:cubicBezTo>
                    <a:pt x="188" y="24"/>
                    <a:pt x="160" y="4"/>
                    <a:pt x="1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65"/>
            <p:cNvSpPr/>
            <p:nvPr/>
          </p:nvSpPr>
          <p:spPr>
            <a:xfrm flipH="1">
              <a:off x="7958782" y="1455574"/>
              <a:ext cx="48549" cy="233466"/>
            </a:xfrm>
            <a:custGeom>
              <a:avLst/>
              <a:gdLst/>
              <a:ahLst/>
              <a:cxnLst/>
              <a:rect l="l" t="t" r="r" b="b"/>
              <a:pathLst>
                <a:path w="361" h="1736" extrusionOk="0">
                  <a:moveTo>
                    <a:pt x="165" y="0"/>
                  </a:moveTo>
                  <a:cubicBezTo>
                    <a:pt x="118" y="0"/>
                    <a:pt x="72" y="24"/>
                    <a:pt x="44" y="63"/>
                  </a:cubicBezTo>
                  <a:cubicBezTo>
                    <a:pt x="12" y="111"/>
                    <a:pt x="0" y="171"/>
                    <a:pt x="12" y="227"/>
                  </a:cubicBezTo>
                  <a:cubicBezTo>
                    <a:pt x="28" y="279"/>
                    <a:pt x="48" y="331"/>
                    <a:pt x="80" y="375"/>
                  </a:cubicBezTo>
                  <a:cubicBezTo>
                    <a:pt x="96" y="403"/>
                    <a:pt x="112" y="431"/>
                    <a:pt x="124" y="463"/>
                  </a:cubicBezTo>
                  <a:cubicBezTo>
                    <a:pt x="140" y="507"/>
                    <a:pt x="152" y="555"/>
                    <a:pt x="160" y="603"/>
                  </a:cubicBezTo>
                  <a:lnTo>
                    <a:pt x="200" y="819"/>
                  </a:lnTo>
                  <a:cubicBezTo>
                    <a:pt x="224" y="951"/>
                    <a:pt x="248" y="1087"/>
                    <a:pt x="264" y="1223"/>
                  </a:cubicBezTo>
                  <a:cubicBezTo>
                    <a:pt x="268" y="1251"/>
                    <a:pt x="272" y="1275"/>
                    <a:pt x="276" y="1303"/>
                  </a:cubicBezTo>
                  <a:cubicBezTo>
                    <a:pt x="280" y="1363"/>
                    <a:pt x="288" y="1427"/>
                    <a:pt x="288" y="1487"/>
                  </a:cubicBezTo>
                  <a:lnTo>
                    <a:pt x="288" y="1539"/>
                  </a:lnTo>
                  <a:cubicBezTo>
                    <a:pt x="288" y="1547"/>
                    <a:pt x="288" y="1555"/>
                    <a:pt x="288" y="1563"/>
                  </a:cubicBezTo>
                  <a:lnTo>
                    <a:pt x="288" y="1619"/>
                  </a:lnTo>
                  <a:cubicBezTo>
                    <a:pt x="288" y="1659"/>
                    <a:pt x="288" y="1699"/>
                    <a:pt x="284" y="1735"/>
                  </a:cubicBezTo>
                  <a:cubicBezTo>
                    <a:pt x="288" y="1723"/>
                    <a:pt x="296" y="1715"/>
                    <a:pt x="300" y="1703"/>
                  </a:cubicBezTo>
                  <a:cubicBezTo>
                    <a:pt x="316" y="1675"/>
                    <a:pt x="336" y="1647"/>
                    <a:pt x="356" y="1623"/>
                  </a:cubicBezTo>
                  <a:cubicBezTo>
                    <a:pt x="356" y="1587"/>
                    <a:pt x="360" y="1555"/>
                    <a:pt x="356" y="1519"/>
                  </a:cubicBezTo>
                  <a:cubicBezTo>
                    <a:pt x="356" y="1487"/>
                    <a:pt x="352" y="1451"/>
                    <a:pt x="352" y="1415"/>
                  </a:cubicBezTo>
                  <a:cubicBezTo>
                    <a:pt x="348" y="1383"/>
                    <a:pt x="344" y="1343"/>
                    <a:pt x="344" y="1315"/>
                  </a:cubicBezTo>
                  <a:cubicBezTo>
                    <a:pt x="340" y="1283"/>
                    <a:pt x="336" y="1251"/>
                    <a:pt x="332" y="1219"/>
                  </a:cubicBezTo>
                  <a:cubicBezTo>
                    <a:pt x="332" y="1215"/>
                    <a:pt x="332" y="1211"/>
                    <a:pt x="332" y="1211"/>
                  </a:cubicBezTo>
                  <a:cubicBezTo>
                    <a:pt x="328" y="1175"/>
                    <a:pt x="324" y="1143"/>
                    <a:pt x="316" y="1111"/>
                  </a:cubicBezTo>
                  <a:cubicBezTo>
                    <a:pt x="304" y="1007"/>
                    <a:pt x="284" y="907"/>
                    <a:pt x="268" y="807"/>
                  </a:cubicBezTo>
                  <a:lnTo>
                    <a:pt x="228" y="591"/>
                  </a:lnTo>
                  <a:cubicBezTo>
                    <a:pt x="220" y="539"/>
                    <a:pt x="208" y="487"/>
                    <a:pt x="188" y="435"/>
                  </a:cubicBezTo>
                  <a:cubicBezTo>
                    <a:pt x="176" y="403"/>
                    <a:pt x="156" y="375"/>
                    <a:pt x="140" y="347"/>
                  </a:cubicBezTo>
                  <a:cubicBezTo>
                    <a:pt x="152" y="327"/>
                    <a:pt x="168" y="307"/>
                    <a:pt x="184" y="291"/>
                  </a:cubicBezTo>
                  <a:cubicBezTo>
                    <a:pt x="212" y="267"/>
                    <a:pt x="236" y="239"/>
                    <a:pt x="252" y="207"/>
                  </a:cubicBezTo>
                  <a:cubicBezTo>
                    <a:pt x="268" y="155"/>
                    <a:pt x="268" y="103"/>
                    <a:pt x="252" y="55"/>
                  </a:cubicBezTo>
                  <a:cubicBezTo>
                    <a:pt x="244" y="31"/>
                    <a:pt x="228" y="15"/>
                    <a:pt x="208" y="7"/>
                  </a:cubicBezTo>
                  <a:cubicBezTo>
                    <a:pt x="194" y="3"/>
                    <a:pt x="179" y="0"/>
                    <a:pt x="1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5"/>
            <p:cNvSpPr/>
            <p:nvPr/>
          </p:nvSpPr>
          <p:spPr>
            <a:xfrm flipH="1">
              <a:off x="8205158" y="1577282"/>
              <a:ext cx="119557" cy="76253"/>
            </a:xfrm>
            <a:custGeom>
              <a:avLst/>
              <a:gdLst/>
              <a:ahLst/>
              <a:cxnLst/>
              <a:rect l="l" t="t" r="r" b="b"/>
              <a:pathLst>
                <a:path w="889" h="567" extrusionOk="0">
                  <a:moveTo>
                    <a:pt x="183" y="1"/>
                  </a:moveTo>
                  <a:cubicBezTo>
                    <a:pt x="160" y="1"/>
                    <a:pt x="138" y="3"/>
                    <a:pt x="116" y="6"/>
                  </a:cubicBezTo>
                  <a:cubicBezTo>
                    <a:pt x="64" y="18"/>
                    <a:pt x="16" y="58"/>
                    <a:pt x="0" y="114"/>
                  </a:cubicBezTo>
                  <a:lnTo>
                    <a:pt x="0" y="130"/>
                  </a:lnTo>
                  <a:cubicBezTo>
                    <a:pt x="4" y="158"/>
                    <a:pt x="24" y="186"/>
                    <a:pt x="52" y="202"/>
                  </a:cubicBezTo>
                  <a:cubicBezTo>
                    <a:pt x="76" y="213"/>
                    <a:pt x="103" y="220"/>
                    <a:pt x="129" y="220"/>
                  </a:cubicBezTo>
                  <a:cubicBezTo>
                    <a:pt x="151" y="220"/>
                    <a:pt x="172" y="215"/>
                    <a:pt x="192" y="206"/>
                  </a:cubicBezTo>
                  <a:cubicBezTo>
                    <a:pt x="220" y="190"/>
                    <a:pt x="248" y="174"/>
                    <a:pt x="272" y="154"/>
                  </a:cubicBezTo>
                  <a:cubicBezTo>
                    <a:pt x="292" y="138"/>
                    <a:pt x="320" y="122"/>
                    <a:pt x="344" y="110"/>
                  </a:cubicBezTo>
                  <a:lnTo>
                    <a:pt x="340" y="102"/>
                  </a:lnTo>
                  <a:lnTo>
                    <a:pt x="340" y="102"/>
                  </a:lnTo>
                  <a:cubicBezTo>
                    <a:pt x="448" y="146"/>
                    <a:pt x="544" y="210"/>
                    <a:pt x="624" y="298"/>
                  </a:cubicBezTo>
                  <a:cubicBezTo>
                    <a:pt x="700" y="378"/>
                    <a:pt x="764" y="466"/>
                    <a:pt x="812" y="566"/>
                  </a:cubicBezTo>
                  <a:lnTo>
                    <a:pt x="888" y="566"/>
                  </a:lnTo>
                  <a:cubicBezTo>
                    <a:pt x="832" y="450"/>
                    <a:pt x="760" y="342"/>
                    <a:pt x="672" y="250"/>
                  </a:cubicBezTo>
                  <a:cubicBezTo>
                    <a:pt x="564" y="130"/>
                    <a:pt x="420" y="46"/>
                    <a:pt x="264" y="10"/>
                  </a:cubicBezTo>
                  <a:cubicBezTo>
                    <a:pt x="238" y="4"/>
                    <a:pt x="210" y="1"/>
                    <a:pt x="1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5"/>
            <p:cNvSpPr/>
            <p:nvPr/>
          </p:nvSpPr>
          <p:spPr>
            <a:xfrm flipH="1">
              <a:off x="8263256" y="1589521"/>
              <a:ext cx="108260" cy="68856"/>
            </a:xfrm>
            <a:custGeom>
              <a:avLst/>
              <a:gdLst/>
              <a:ahLst/>
              <a:cxnLst/>
              <a:rect l="l" t="t" r="r" b="b"/>
              <a:pathLst>
                <a:path w="805" h="512" extrusionOk="0">
                  <a:moveTo>
                    <a:pt x="116" y="0"/>
                  </a:moveTo>
                  <a:cubicBezTo>
                    <a:pt x="81" y="0"/>
                    <a:pt x="46" y="15"/>
                    <a:pt x="20" y="43"/>
                  </a:cubicBezTo>
                  <a:cubicBezTo>
                    <a:pt x="0" y="79"/>
                    <a:pt x="12" y="123"/>
                    <a:pt x="48" y="143"/>
                  </a:cubicBezTo>
                  <a:cubicBezTo>
                    <a:pt x="92" y="171"/>
                    <a:pt x="140" y="199"/>
                    <a:pt x="192" y="219"/>
                  </a:cubicBezTo>
                  <a:cubicBezTo>
                    <a:pt x="212" y="227"/>
                    <a:pt x="228" y="235"/>
                    <a:pt x="248" y="243"/>
                  </a:cubicBezTo>
                  <a:cubicBezTo>
                    <a:pt x="340" y="287"/>
                    <a:pt x="436" y="323"/>
                    <a:pt x="532" y="355"/>
                  </a:cubicBezTo>
                  <a:cubicBezTo>
                    <a:pt x="548" y="371"/>
                    <a:pt x="568" y="379"/>
                    <a:pt x="592" y="383"/>
                  </a:cubicBezTo>
                  <a:cubicBezTo>
                    <a:pt x="600" y="383"/>
                    <a:pt x="608" y="387"/>
                    <a:pt x="616" y="391"/>
                  </a:cubicBezTo>
                  <a:cubicBezTo>
                    <a:pt x="628" y="403"/>
                    <a:pt x="640" y="415"/>
                    <a:pt x="644" y="427"/>
                  </a:cubicBezTo>
                  <a:cubicBezTo>
                    <a:pt x="652" y="439"/>
                    <a:pt x="660" y="451"/>
                    <a:pt x="668" y="463"/>
                  </a:cubicBezTo>
                  <a:cubicBezTo>
                    <a:pt x="680" y="475"/>
                    <a:pt x="692" y="487"/>
                    <a:pt x="704" y="499"/>
                  </a:cubicBezTo>
                  <a:lnTo>
                    <a:pt x="716" y="507"/>
                  </a:lnTo>
                  <a:lnTo>
                    <a:pt x="720" y="511"/>
                  </a:lnTo>
                  <a:lnTo>
                    <a:pt x="732" y="511"/>
                  </a:lnTo>
                  <a:lnTo>
                    <a:pt x="804" y="503"/>
                  </a:lnTo>
                  <a:cubicBezTo>
                    <a:pt x="792" y="487"/>
                    <a:pt x="776" y="471"/>
                    <a:pt x="760" y="459"/>
                  </a:cubicBezTo>
                  <a:lnTo>
                    <a:pt x="748" y="447"/>
                  </a:lnTo>
                  <a:cubicBezTo>
                    <a:pt x="740" y="439"/>
                    <a:pt x="728" y="431"/>
                    <a:pt x="720" y="419"/>
                  </a:cubicBezTo>
                  <a:cubicBezTo>
                    <a:pt x="716" y="411"/>
                    <a:pt x="708" y="403"/>
                    <a:pt x="704" y="395"/>
                  </a:cubicBezTo>
                  <a:cubicBezTo>
                    <a:pt x="692" y="371"/>
                    <a:pt x="676" y="351"/>
                    <a:pt x="656" y="335"/>
                  </a:cubicBezTo>
                  <a:cubicBezTo>
                    <a:pt x="640" y="327"/>
                    <a:pt x="624" y="319"/>
                    <a:pt x="604" y="319"/>
                  </a:cubicBezTo>
                  <a:cubicBezTo>
                    <a:pt x="588" y="315"/>
                    <a:pt x="588" y="315"/>
                    <a:pt x="580" y="307"/>
                  </a:cubicBezTo>
                  <a:lnTo>
                    <a:pt x="576" y="295"/>
                  </a:lnTo>
                  <a:lnTo>
                    <a:pt x="564" y="291"/>
                  </a:lnTo>
                  <a:cubicBezTo>
                    <a:pt x="464" y="263"/>
                    <a:pt x="368" y="227"/>
                    <a:pt x="276" y="183"/>
                  </a:cubicBezTo>
                  <a:lnTo>
                    <a:pt x="252" y="171"/>
                  </a:lnTo>
                  <a:cubicBezTo>
                    <a:pt x="260" y="107"/>
                    <a:pt x="228" y="47"/>
                    <a:pt x="176" y="15"/>
                  </a:cubicBezTo>
                  <a:cubicBezTo>
                    <a:pt x="157" y="5"/>
                    <a:pt x="137" y="0"/>
                    <a:pt x="1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65"/>
            <p:cNvSpPr/>
            <p:nvPr/>
          </p:nvSpPr>
          <p:spPr>
            <a:xfrm flipH="1">
              <a:off x="8149213" y="1440646"/>
              <a:ext cx="155061" cy="223649"/>
            </a:xfrm>
            <a:custGeom>
              <a:avLst/>
              <a:gdLst/>
              <a:ahLst/>
              <a:cxnLst/>
              <a:rect l="l" t="t" r="r" b="b"/>
              <a:pathLst>
                <a:path w="1153" h="1663" extrusionOk="0">
                  <a:moveTo>
                    <a:pt x="101" y="70"/>
                  </a:moveTo>
                  <a:cubicBezTo>
                    <a:pt x="109" y="70"/>
                    <a:pt x="117" y="72"/>
                    <a:pt x="124" y="74"/>
                  </a:cubicBezTo>
                  <a:cubicBezTo>
                    <a:pt x="148" y="98"/>
                    <a:pt x="164" y="130"/>
                    <a:pt x="168" y="166"/>
                  </a:cubicBezTo>
                  <a:cubicBezTo>
                    <a:pt x="172" y="214"/>
                    <a:pt x="168" y="266"/>
                    <a:pt x="156" y="314"/>
                  </a:cubicBezTo>
                  <a:cubicBezTo>
                    <a:pt x="116" y="254"/>
                    <a:pt x="88" y="186"/>
                    <a:pt x="76" y="118"/>
                  </a:cubicBezTo>
                  <a:cubicBezTo>
                    <a:pt x="72" y="106"/>
                    <a:pt x="68" y="98"/>
                    <a:pt x="72" y="86"/>
                  </a:cubicBezTo>
                  <a:cubicBezTo>
                    <a:pt x="72" y="86"/>
                    <a:pt x="72" y="82"/>
                    <a:pt x="72" y="82"/>
                  </a:cubicBezTo>
                  <a:cubicBezTo>
                    <a:pt x="72" y="78"/>
                    <a:pt x="76" y="74"/>
                    <a:pt x="84" y="74"/>
                  </a:cubicBezTo>
                  <a:cubicBezTo>
                    <a:pt x="89" y="71"/>
                    <a:pt x="95" y="70"/>
                    <a:pt x="101" y="70"/>
                  </a:cubicBezTo>
                  <a:close/>
                  <a:moveTo>
                    <a:pt x="102" y="1"/>
                  </a:moveTo>
                  <a:cubicBezTo>
                    <a:pt x="87" y="1"/>
                    <a:pt x="71" y="4"/>
                    <a:pt x="56" y="10"/>
                  </a:cubicBezTo>
                  <a:cubicBezTo>
                    <a:pt x="28" y="18"/>
                    <a:pt x="8" y="42"/>
                    <a:pt x="4" y="74"/>
                  </a:cubicBezTo>
                  <a:cubicBezTo>
                    <a:pt x="0" y="94"/>
                    <a:pt x="0" y="114"/>
                    <a:pt x="8" y="134"/>
                  </a:cubicBezTo>
                  <a:cubicBezTo>
                    <a:pt x="24" y="218"/>
                    <a:pt x="56" y="294"/>
                    <a:pt x="104" y="362"/>
                  </a:cubicBezTo>
                  <a:cubicBezTo>
                    <a:pt x="140" y="394"/>
                    <a:pt x="176" y="426"/>
                    <a:pt x="216" y="450"/>
                  </a:cubicBezTo>
                  <a:cubicBezTo>
                    <a:pt x="228" y="458"/>
                    <a:pt x="240" y="466"/>
                    <a:pt x="252" y="474"/>
                  </a:cubicBezTo>
                  <a:cubicBezTo>
                    <a:pt x="448" y="618"/>
                    <a:pt x="556" y="854"/>
                    <a:pt x="660" y="1082"/>
                  </a:cubicBezTo>
                  <a:lnTo>
                    <a:pt x="688" y="1146"/>
                  </a:lnTo>
                  <a:cubicBezTo>
                    <a:pt x="768" y="1326"/>
                    <a:pt x="868" y="1514"/>
                    <a:pt x="1016" y="1646"/>
                  </a:cubicBezTo>
                  <a:cubicBezTo>
                    <a:pt x="1020" y="1646"/>
                    <a:pt x="1028" y="1646"/>
                    <a:pt x="1036" y="1650"/>
                  </a:cubicBezTo>
                  <a:cubicBezTo>
                    <a:pt x="1072" y="1654"/>
                    <a:pt x="1112" y="1658"/>
                    <a:pt x="1152" y="1662"/>
                  </a:cubicBezTo>
                  <a:cubicBezTo>
                    <a:pt x="964" y="1542"/>
                    <a:pt x="844" y="1322"/>
                    <a:pt x="752" y="1118"/>
                  </a:cubicBezTo>
                  <a:lnTo>
                    <a:pt x="720" y="1054"/>
                  </a:lnTo>
                  <a:cubicBezTo>
                    <a:pt x="616" y="818"/>
                    <a:pt x="504" y="574"/>
                    <a:pt x="296" y="422"/>
                  </a:cubicBezTo>
                  <a:cubicBezTo>
                    <a:pt x="280" y="410"/>
                    <a:pt x="268" y="402"/>
                    <a:pt x="256" y="394"/>
                  </a:cubicBezTo>
                  <a:lnTo>
                    <a:pt x="212" y="362"/>
                  </a:lnTo>
                  <a:cubicBezTo>
                    <a:pt x="236" y="298"/>
                    <a:pt x="244" y="226"/>
                    <a:pt x="236" y="158"/>
                  </a:cubicBezTo>
                  <a:cubicBezTo>
                    <a:pt x="236" y="102"/>
                    <a:pt x="208" y="50"/>
                    <a:pt x="164" y="18"/>
                  </a:cubicBezTo>
                  <a:cubicBezTo>
                    <a:pt x="146" y="7"/>
                    <a:pt x="124" y="1"/>
                    <a:pt x="102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65"/>
            <p:cNvSpPr/>
            <p:nvPr/>
          </p:nvSpPr>
          <p:spPr>
            <a:xfrm flipH="1">
              <a:off x="8083584" y="1471039"/>
              <a:ext cx="93736" cy="198634"/>
            </a:xfrm>
            <a:custGeom>
              <a:avLst/>
              <a:gdLst/>
              <a:ahLst/>
              <a:cxnLst/>
              <a:rect l="l" t="t" r="r" b="b"/>
              <a:pathLst>
                <a:path w="697" h="1477" extrusionOk="0">
                  <a:moveTo>
                    <a:pt x="124" y="69"/>
                  </a:moveTo>
                  <a:cubicBezTo>
                    <a:pt x="129" y="69"/>
                    <a:pt x="134" y="70"/>
                    <a:pt x="140" y="72"/>
                  </a:cubicBezTo>
                  <a:cubicBezTo>
                    <a:pt x="156" y="80"/>
                    <a:pt x="172" y="96"/>
                    <a:pt x="180" y="116"/>
                  </a:cubicBezTo>
                  <a:cubicBezTo>
                    <a:pt x="188" y="148"/>
                    <a:pt x="188" y="184"/>
                    <a:pt x="180" y="220"/>
                  </a:cubicBezTo>
                  <a:cubicBezTo>
                    <a:pt x="180" y="216"/>
                    <a:pt x="176" y="216"/>
                    <a:pt x="176" y="216"/>
                  </a:cubicBezTo>
                  <a:cubicBezTo>
                    <a:pt x="148" y="200"/>
                    <a:pt x="96" y="164"/>
                    <a:pt x="92" y="148"/>
                  </a:cubicBezTo>
                  <a:cubicBezTo>
                    <a:pt x="84" y="128"/>
                    <a:pt x="84" y="104"/>
                    <a:pt x="92" y="88"/>
                  </a:cubicBezTo>
                  <a:cubicBezTo>
                    <a:pt x="96" y="80"/>
                    <a:pt x="104" y="76"/>
                    <a:pt x="108" y="72"/>
                  </a:cubicBezTo>
                  <a:cubicBezTo>
                    <a:pt x="114" y="70"/>
                    <a:pt x="119" y="69"/>
                    <a:pt x="124" y="69"/>
                  </a:cubicBezTo>
                  <a:close/>
                  <a:moveTo>
                    <a:pt x="124" y="0"/>
                  </a:moveTo>
                  <a:cubicBezTo>
                    <a:pt x="109" y="0"/>
                    <a:pt x="94" y="4"/>
                    <a:pt x="80" y="12"/>
                  </a:cubicBezTo>
                  <a:cubicBezTo>
                    <a:pt x="24" y="44"/>
                    <a:pt x="0" y="112"/>
                    <a:pt x="28" y="172"/>
                  </a:cubicBezTo>
                  <a:cubicBezTo>
                    <a:pt x="40" y="212"/>
                    <a:pt x="92" y="244"/>
                    <a:pt x="140" y="272"/>
                  </a:cubicBezTo>
                  <a:lnTo>
                    <a:pt x="168" y="292"/>
                  </a:lnTo>
                  <a:cubicBezTo>
                    <a:pt x="136" y="424"/>
                    <a:pt x="128" y="560"/>
                    <a:pt x="144" y="696"/>
                  </a:cubicBezTo>
                  <a:cubicBezTo>
                    <a:pt x="168" y="848"/>
                    <a:pt x="248" y="988"/>
                    <a:pt x="372" y="1088"/>
                  </a:cubicBezTo>
                  <a:cubicBezTo>
                    <a:pt x="384" y="1100"/>
                    <a:pt x="400" y="1112"/>
                    <a:pt x="416" y="1124"/>
                  </a:cubicBezTo>
                  <a:cubicBezTo>
                    <a:pt x="444" y="1144"/>
                    <a:pt x="468" y="1160"/>
                    <a:pt x="488" y="1184"/>
                  </a:cubicBezTo>
                  <a:cubicBezTo>
                    <a:pt x="560" y="1260"/>
                    <a:pt x="608" y="1360"/>
                    <a:pt x="624" y="1468"/>
                  </a:cubicBezTo>
                  <a:cubicBezTo>
                    <a:pt x="648" y="1468"/>
                    <a:pt x="676" y="1472"/>
                    <a:pt x="696" y="1476"/>
                  </a:cubicBezTo>
                  <a:cubicBezTo>
                    <a:pt x="672" y="1356"/>
                    <a:pt x="632" y="1224"/>
                    <a:pt x="536" y="1132"/>
                  </a:cubicBezTo>
                  <a:cubicBezTo>
                    <a:pt x="512" y="1108"/>
                    <a:pt x="484" y="1088"/>
                    <a:pt x="460" y="1068"/>
                  </a:cubicBezTo>
                  <a:cubicBezTo>
                    <a:pt x="444" y="1060"/>
                    <a:pt x="428" y="1048"/>
                    <a:pt x="416" y="1036"/>
                  </a:cubicBezTo>
                  <a:cubicBezTo>
                    <a:pt x="308" y="948"/>
                    <a:pt x="232" y="824"/>
                    <a:pt x="212" y="684"/>
                  </a:cubicBezTo>
                  <a:cubicBezTo>
                    <a:pt x="188" y="548"/>
                    <a:pt x="216" y="404"/>
                    <a:pt x="244" y="256"/>
                  </a:cubicBezTo>
                  <a:cubicBezTo>
                    <a:pt x="260" y="204"/>
                    <a:pt x="260" y="144"/>
                    <a:pt x="244" y="92"/>
                  </a:cubicBezTo>
                  <a:cubicBezTo>
                    <a:pt x="232" y="56"/>
                    <a:pt x="204" y="24"/>
                    <a:pt x="164" y="12"/>
                  </a:cubicBezTo>
                  <a:cubicBezTo>
                    <a:pt x="152" y="4"/>
                    <a:pt x="138" y="0"/>
                    <a:pt x="12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65"/>
            <p:cNvSpPr/>
            <p:nvPr/>
          </p:nvSpPr>
          <p:spPr>
            <a:xfrm flipH="1">
              <a:off x="8021721" y="1465525"/>
              <a:ext cx="71143" cy="226742"/>
            </a:xfrm>
            <a:custGeom>
              <a:avLst/>
              <a:gdLst/>
              <a:ahLst/>
              <a:cxnLst/>
              <a:rect l="l" t="t" r="r" b="b"/>
              <a:pathLst>
                <a:path w="529" h="1686" extrusionOk="0">
                  <a:moveTo>
                    <a:pt x="120" y="69"/>
                  </a:moveTo>
                  <a:cubicBezTo>
                    <a:pt x="124" y="73"/>
                    <a:pt x="132" y="73"/>
                    <a:pt x="136" y="77"/>
                  </a:cubicBezTo>
                  <a:cubicBezTo>
                    <a:pt x="136" y="101"/>
                    <a:pt x="136" y="125"/>
                    <a:pt x="132" y="145"/>
                  </a:cubicBezTo>
                  <a:cubicBezTo>
                    <a:pt x="132" y="161"/>
                    <a:pt x="128" y="177"/>
                    <a:pt x="124" y="193"/>
                  </a:cubicBezTo>
                  <a:cubicBezTo>
                    <a:pt x="120" y="185"/>
                    <a:pt x="112" y="181"/>
                    <a:pt x="108" y="173"/>
                  </a:cubicBezTo>
                  <a:cubicBezTo>
                    <a:pt x="84" y="149"/>
                    <a:pt x="76" y="117"/>
                    <a:pt x="84" y="85"/>
                  </a:cubicBezTo>
                  <a:cubicBezTo>
                    <a:pt x="92" y="73"/>
                    <a:pt x="108" y="69"/>
                    <a:pt x="120" y="69"/>
                  </a:cubicBezTo>
                  <a:close/>
                  <a:moveTo>
                    <a:pt x="114" y="1"/>
                  </a:moveTo>
                  <a:cubicBezTo>
                    <a:pt x="78" y="1"/>
                    <a:pt x="46" y="20"/>
                    <a:pt x="24" y="49"/>
                  </a:cubicBezTo>
                  <a:cubicBezTo>
                    <a:pt x="0" y="109"/>
                    <a:pt x="12" y="177"/>
                    <a:pt x="60" y="221"/>
                  </a:cubicBezTo>
                  <a:cubicBezTo>
                    <a:pt x="80" y="245"/>
                    <a:pt x="108" y="269"/>
                    <a:pt x="140" y="289"/>
                  </a:cubicBezTo>
                  <a:cubicBezTo>
                    <a:pt x="144" y="289"/>
                    <a:pt x="144" y="293"/>
                    <a:pt x="152" y="297"/>
                  </a:cubicBezTo>
                  <a:cubicBezTo>
                    <a:pt x="156" y="301"/>
                    <a:pt x="164" y="305"/>
                    <a:pt x="172" y="313"/>
                  </a:cubicBezTo>
                  <a:cubicBezTo>
                    <a:pt x="324" y="425"/>
                    <a:pt x="364" y="633"/>
                    <a:pt x="376" y="785"/>
                  </a:cubicBezTo>
                  <a:cubicBezTo>
                    <a:pt x="384" y="853"/>
                    <a:pt x="384" y="925"/>
                    <a:pt x="384" y="993"/>
                  </a:cubicBezTo>
                  <a:cubicBezTo>
                    <a:pt x="380" y="1109"/>
                    <a:pt x="388" y="1229"/>
                    <a:pt x="408" y="1345"/>
                  </a:cubicBezTo>
                  <a:cubicBezTo>
                    <a:pt x="412" y="1361"/>
                    <a:pt x="412" y="1377"/>
                    <a:pt x="416" y="1393"/>
                  </a:cubicBezTo>
                  <a:cubicBezTo>
                    <a:pt x="436" y="1477"/>
                    <a:pt x="452" y="1565"/>
                    <a:pt x="428" y="1633"/>
                  </a:cubicBezTo>
                  <a:lnTo>
                    <a:pt x="452" y="1657"/>
                  </a:lnTo>
                  <a:cubicBezTo>
                    <a:pt x="464" y="1665"/>
                    <a:pt x="472" y="1677"/>
                    <a:pt x="480" y="1685"/>
                  </a:cubicBezTo>
                  <a:cubicBezTo>
                    <a:pt x="528" y="1593"/>
                    <a:pt x="508" y="1481"/>
                    <a:pt x="484" y="1377"/>
                  </a:cubicBezTo>
                  <a:cubicBezTo>
                    <a:pt x="480" y="1361"/>
                    <a:pt x="476" y="1349"/>
                    <a:pt x="476" y="1333"/>
                  </a:cubicBezTo>
                  <a:cubicBezTo>
                    <a:pt x="456" y="1221"/>
                    <a:pt x="448" y="1105"/>
                    <a:pt x="452" y="993"/>
                  </a:cubicBezTo>
                  <a:cubicBezTo>
                    <a:pt x="452" y="921"/>
                    <a:pt x="452" y="849"/>
                    <a:pt x="444" y="781"/>
                  </a:cubicBezTo>
                  <a:cubicBezTo>
                    <a:pt x="432" y="613"/>
                    <a:pt x="384" y="389"/>
                    <a:pt x="216" y="257"/>
                  </a:cubicBezTo>
                  <a:cubicBezTo>
                    <a:pt x="208" y="253"/>
                    <a:pt x="200" y="249"/>
                    <a:pt x="196" y="241"/>
                  </a:cubicBezTo>
                  <a:cubicBezTo>
                    <a:pt x="192" y="213"/>
                    <a:pt x="196" y="185"/>
                    <a:pt x="200" y="157"/>
                  </a:cubicBezTo>
                  <a:cubicBezTo>
                    <a:pt x="208" y="121"/>
                    <a:pt x="208" y="89"/>
                    <a:pt x="200" y="53"/>
                  </a:cubicBezTo>
                  <a:cubicBezTo>
                    <a:pt x="188" y="21"/>
                    <a:pt x="160" y="1"/>
                    <a:pt x="124" y="1"/>
                  </a:cubicBezTo>
                  <a:cubicBezTo>
                    <a:pt x="121" y="1"/>
                    <a:pt x="117" y="1"/>
                    <a:pt x="11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65"/>
            <p:cNvSpPr/>
            <p:nvPr/>
          </p:nvSpPr>
          <p:spPr>
            <a:xfrm flipH="1">
              <a:off x="7959858" y="1455977"/>
              <a:ext cx="48011" cy="233600"/>
            </a:xfrm>
            <a:custGeom>
              <a:avLst/>
              <a:gdLst/>
              <a:ahLst/>
              <a:cxnLst/>
              <a:rect l="l" t="t" r="r" b="b"/>
              <a:pathLst>
                <a:path w="357" h="1737" extrusionOk="0">
                  <a:moveTo>
                    <a:pt x="165" y="70"/>
                  </a:moveTo>
                  <a:cubicBezTo>
                    <a:pt x="171" y="70"/>
                    <a:pt x="178" y="71"/>
                    <a:pt x="184" y="72"/>
                  </a:cubicBezTo>
                  <a:lnTo>
                    <a:pt x="192" y="76"/>
                  </a:lnTo>
                  <a:cubicBezTo>
                    <a:pt x="200" y="108"/>
                    <a:pt x="200" y="140"/>
                    <a:pt x="196" y="168"/>
                  </a:cubicBezTo>
                  <a:cubicBezTo>
                    <a:pt x="180" y="196"/>
                    <a:pt x="164" y="220"/>
                    <a:pt x="140" y="240"/>
                  </a:cubicBezTo>
                  <a:cubicBezTo>
                    <a:pt x="128" y="252"/>
                    <a:pt x="116" y="260"/>
                    <a:pt x="104" y="276"/>
                  </a:cubicBezTo>
                  <a:cubicBezTo>
                    <a:pt x="96" y="256"/>
                    <a:pt x="88" y="232"/>
                    <a:pt x="84" y="212"/>
                  </a:cubicBezTo>
                  <a:cubicBezTo>
                    <a:pt x="72" y="172"/>
                    <a:pt x="80" y="136"/>
                    <a:pt x="100" y="104"/>
                  </a:cubicBezTo>
                  <a:cubicBezTo>
                    <a:pt x="116" y="82"/>
                    <a:pt x="140" y="70"/>
                    <a:pt x="165" y="70"/>
                  </a:cubicBezTo>
                  <a:close/>
                  <a:moveTo>
                    <a:pt x="161" y="1"/>
                  </a:moveTo>
                  <a:cubicBezTo>
                    <a:pt x="116" y="1"/>
                    <a:pt x="71" y="22"/>
                    <a:pt x="44" y="60"/>
                  </a:cubicBezTo>
                  <a:cubicBezTo>
                    <a:pt x="12" y="108"/>
                    <a:pt x="0" y="168"/>
                    <a:pt x="12" y="224"/>
                  </a:cubicBezTo>
                  <a:cubicBezTo>
                    <a:pt x="28" y="276"/>
                    <a:pt x="52" y="328"/>
                    <a:pt x="80" y="376"/>
                  </a:cubicBezTo>
                  <a:cubicBezTo>
                    <a:pt x="96" y="400"/>
                    <a:pt x="112" y="432"/>
                    <a:pt x="124" y="460"/>
                  </a:cubicBezTo>
                  <a:cubicBezTo>
                    <a:pt x="144" y="508"/>
                    <a:pt x="156" y="552"/>
                    <a:pt x="160" y="604"/>
                  </a:cubicBezTo>
                  <a:lnTo>
                    <a:pt x="200" y="816"/>
                  </a:lnTo>
                  <a:cubicBezTo>
                    <a:pt x="224" y="948"/>
                    <a:pt x="248" y="1084"/>
                    <a:pt x="264" y="1220"/>
                  </a:cubicBezTo>
                  <a:cubicBezTo>
                    <a:pt x="268" y="1248"/>
                    <a:pt x="272" y="1276"/>
                    <a:pt x="276" y="1300"/>
                  </a:cubicBezTo>
                  <a:cubicBezTo>
                    <a:pt x="280" y="1364"/>
                    <a:pt x="288" y="1424"/>
                    <a:pt x="288" y="1484"/>
                  </a:cubicBezTo>
                  <a:lnTo>
                    <a:pt x="288" y="1536"/>
                  </a:lnTo>
                  <a:cubicBezTo>
                    <a:pt x="292" y="1544"/>
                    <a:pt x="292" y="1552"/>
                    <a:pt x="288" y="1564"/>
                  </a:cubicBezTo>
                  <a:lnTo>
                    <a:pt x="288" y="1620"/>
                  </a:lnTo>
                  <a:cubicBezTo>
                    <a:pt x="288" y="1660"/>
                    <a:pt x="288" y="1696"/>
                    <a:pt x="284" y="1736"/>
                  </a:cubicBezTo>
                  <a:cubicBezTo>
                    <a:pt x="288" y="1724"/>
                    <a:pt x="296" y="1712"/>
                    <a:pt x="300" y="1704"/>
                  </a:cubicBezTo>
                  <a:cubicBezTo>
                    <a:pt x="320" y="1672"/>
                    <a:pt x="336" y="1648"/>
                    <a:pt x="356" y="1620"/>
                  </a:cubicBezTo>
                  <a:lnTo>
                    <a:pt x="356" y="1520"/>
                  </a:lnTo>
                  <a:cubicBezTo>
                    <a:pt x="356" y="1484"/>
                    <a:pt x="356" y="1448"/>
                    <a:pt x="352" y="1416"/>
                  </a:cubicBezTo>
                  <a:cubicBezTo>
                    <a:pt x="348" y="1380"/>
                    <a:pt x="348" y="1348"/>
                    <a:pt x="344" y="1312"/>
                  </a:cubicBezTo>
                  <a:cubicBezTo>
                    <a:pt x="340" y="1276"/>
                    <a:pt x="336" y="1248"/>
                    <a:pt x="332" y="1216"/>
                  </a:cubicBezTo>
                  <a:cubicBezTo>
                    <a:pt x="332" y="1216"/>
                    <a:pt x="332" y="1212"/>
                    <a:pt x="332" y="1208"/>
                  </a:cubicBezTo>
                  <a:cubicBezTo>
                    <a:pt x="328" y="1176"/>
                    <a:pt x="324" y="1140"/>
                    <a:pt x="316" y="1108"/>
                  </a:cubicBezTo>
                  <a:cubicBezTo>
                    <a:pt x="304" y="1008"/>
                    <a:pt x="284" y="904"/>
                    <a:pt x="268" y="804"/>
                  </a:cubicBezTo>
                  <a:lnTo>
                    <a:pt x="228" y="592"/>
                  </a:lnTo>
                  <a:cubicBezTo>
                    <a:pt x="224" y="536"/>
                    <a:pt x="208" y="484"/>
                    <a:pt x="188" y="436"/>
                  </a:cubicBezTo>
                  <a:cubicBezTo>
                    <a:pt x="176" y="404"/>
                    <a:pt x="160" y="372"/>
                    <a:pt x="140" y="344"/>
                  </a:cubicBezTo>
                  <a:cubicBezTo>
                    <a:pt x="152" y="324"/>
                    <a:pt x="168" y="308"/>
                    <a:pt x="188" y="292"/>
                  </a:cubicBezTo>
                  <a:cubicBezTo>
                    <a:pt x="212" y="268"/>
                    <a:pt x="236" y="236"/>
                    <a:pt x="256" y="204"/>
                  </a:cubicBezTo>
                  <a:cubicBezTo>
                    <a:pt x="268" y="156"/>
                    <a:pt x="268" y="104"/>
                    <a:pt x="256" y="52"/>
                  </a:cubicBezTo>
                  <a:cubicBezTo>
                    <a:pt x="248" y="32"/>
                    <a:pt x="228" y="16"/>
                    <a:pt x="208" y="8"/>
                  </a:cubicBezTo>
                  <a:cubicBezTo>
                    <a:pt x="193" y="3"/>
                    <a:pt x="177" y="1"/>
                    <a:pt x="161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5"/>
            <p:cNvSpPr/>
            <p:nvPr/>
          </p:nvSpPr>
          <p:spPr>
            <a:xfrm flipH="1">
              <a:off x="8205158" y="1577148"/>
              <a:ext cx="119557" cy="76387"/>
            </a:xfrm>
            <a:custGeom>
              <a:avLst/>
              <a:gdLst/>
              <a:ahLst/>
              <a:cxnLst/>
              <a:rect l="l" t="t" r="r" b="b"/>
              <a:pathLst>
                <a:path w="889" h="568" extrusionOk="0">
                  <a:moveTo>
                    <a:pt x="179" y="71"/>
                  </a:moveTo>
                  <a:cubicBezTo>
                    <a:pt x="202" y="71"/>
                    <a:pt x="226" y="75"/>
                    <a:pt x="248" y="79"/>
                  </a:cubicBezTo>
                  <a:lnTo>
                    <a:pt x="264" y="83"/>
                  </a:lnTo>
                  <a:cubicBezTo>
                    <a:pt x="252" y="87"/>
                    <a:pt x="240" y="95"/>
                    <a:pt x="232" y="103"/>
                  </a:cubicBezTo>
                  <a:cubicBezTo>
                    <a:pt x="212" y="119"/>
                    <a:pt x="188" y="131"/>
                    <a:pt x="168" y="143"/>
                  </a:cubicBezTo>
                  <a:cubicBezTo>
                    <a:pt x="154" y="149"/>
                    <a:pt x="140" y="152"/>
                    <a:pt x="126" y="152"/>
                  </a:cubicBezTo>
                  <a:cubicBezTo>
                    <a:pt x="112" y="152"/>
                    <a:pt x="98" y="149"/>
                    <a:pt x="84" y="143"/>
                  </a:cubicBezTo>
                  <a:cubicBezTo>
                    <a:pt x="80" y="139"/>
                    <a:pt x="72" y="131"/>
                    <a:pt x="68" y="127"/>
                  </a:cubicBezTo>
                  <a:cubicBezTo>
                    <a:pt x="84" y="99"/>
                    <a:pt x="108" y="83"/>
                    <a:pt x="136" y="75"/>
                  </a:cubicBezTo>
                  <a:cubicBezTo>
                    <a:pt x="150" y="72"/>
                    <a:pt x="164" y="71"/>
                    <a:pt x="179" y="71"/>
                  </a:cubicBezTo>
                  <a:close/>
                  <a:moveTo>
                    <a:pt x="181" y="0"/>
                  </a:moveTo>
                  <a:cubicBezTo>
                    <a:pt x="160" y="0"/>
                    <a:pt x="140" y="2"/>
                    <a:pt x="120" y="7"/>
                  </a:cubicBezTo>
                  <a:cubicBezTo>
                    <a:pt x="64" y="19"/>
                    <a:pt x="20" y="59"/>
                    <a:pt x="0" y="115"/>
                  </a:cubicBezTo>
                  <a:lnTo>
                    <a:pt x="0" y="127"/>
                  </a:lnTo>
                  <a:cubicBezTo>
                    <a:pt x="4" y="159"/>
                    <a:pt x="24" y="187"/>
                    <a:pt x="52" y="203"/>
                  </a:cubicBezTo>
                  <a:cubicBezTo>
                    <a:pt x="75" y="214"/>
                    <a:pt x="101" y="219"/>
                    <a:pt x="127" y="219"/>
                  </a:cubicBezTo>
                  <a:cubicBezTo>
                    <a:pt x="150" y="219"/>
                    <a:pt x="174" y="215"/>
                    <a:pt x="196" y="207"/>
                  </a:cubicBezTo>
                  <a:cubicBezTo>
                    <a:pt x="220" y="191"/>
                    <a:pt x="248" y="175"/>
                    <a:pt x="272" y="155"/>
                  </a:cubicBezTo>
                  <a:cubicBezTo>
                    <a:pt x="296" y="139"/>
                    <a:pt x="320" y="123"/>
                    <a:pt x="344" y="111"/>
                  </a:cubicBezTo>
                  <a:lnTo>
                    <a:pt x="344" y="103"/>
                  </a:lnTo>
                  <a:cubicBezTo>
                    <a:pt x="448" y="147"/>
                    <a:pt x="544" y="211"/>
                    <a:pt x="624" y="295"/>
                  </a:cubicBezTo>
                  <a:cubicBezTo>
                    <a:pt x="700" y="375"/>
                    <a:pt x="764" y="467"/>
                    <a:pt x="812" y="567"/>
                  </a:cubicBezTo>
                  <a:lnTo>
                    <a:pt x="888" y="567"/>
                  </a:lnTo>
                  <a:cubicBezTo>
                    <a:pt x="832" y="447"/>
                    <a:pt x="760" y="343"/>
                    <a:pt x="676" y="247"/>
                  </a:cubicBezTo>
                  <a:cubicBezTo>
                    <a:pt x="564" y="131"/>
                    <a:pt x="420" y="47"/>
                    <a:pt x="264" y="11"/>
                  </a:cubicBezTo>
                  <a:cubicBezTo>
                    <a:pt x="236" y="4"/>
                    <a:pt x="208" y="0"/>
                    <a:pt x="18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5"/>
            <p:cNvSpPr/>
            <p:nvPr/>
          </p:nvSpPr>
          <p:spPr>
            <a:xfrm flipH="1">
              <a:off x="8262718" y="1589924"/>
              <a:ext cx="108260" cy="68991"/>
            </a:xfrm>
            <a:custGeom>
              <a:avLst/>
              <a:gdLst/>
              <a:ahLst/>
              <a:cxnLst/>
              <a:rect l="l" t="t" r="r" b="b"/>
              <a:pathLst>
                <a:path w="805" h="513" extrusionOk="0">
                  <a:moveTo>
                    <a:pt x="111" y="69"/>
                  </a:moveTo>
                  <a:cubicBezTo>
                    <a:pt x="119" y="69"/>
                    <a:pt x="128" y="71"/>
                    <a:pt x="136" y="76"/>
                  </a:cubicBezTo>
                  <a:cubicBezTo>
                    <a:pt x="160" y="88"/>
                    <a:pt x="176" y="112"/>
                    <a:pt x="180" y="140"/>
                  </a:cubicBezTo>
                  <a:cubicBezTo>
                    <a:pt x="144" y="124"/>
                    <a:pt x="112" y="108"/>
                    <a:pt x="84" y="84"/>
                  </a:cubicBezTo>
                  <a:cubicBezTo>
                    <a:pt x="80" y="84"/>
                    <a:pt x="80" y="80"/>
                    <a:pt x="76" y="80"/>
                  </a:cubicBezTo>
                  <a:cubicBezTo>
                    <a:pt x="88" y="73"/>
                    <a:pt x="99" y="69"/>
                    <a:pt x="111" y="69"/>
                  </a:cubicBezTo>
                  <a:close/>
                  <a:moveTo>
                    <a:pt x="117" y="0"/>
                  </a:moveTo>
                  <a:cubicBezTo>
                    <a:pt x="80" y="0"/>
                    <a:pt x="44" y="15"/>
                    <a:pt x="20" y="44"/>
                  </a:cubicBezTo>
                  <a:cubicBezTo>
                    <a:pt x="0" y="76"/>
                    <a:pt x="8" y="120"/>
                    <a:pt x="44" y="140"/>
                  </a:cubicBezTo>
                  <a:cubicBezTo>
                    <a:pt x="88" y="172"/>
                    <a:pt x="136" y="196"/>
                    <a:pt x="188" y="216"/>
                  </a:cubicBezTo>
                  <a:cubicBezTo>
                    <a:pt x="208" y="224"/>
                    <a:pt x="224" y="232"/>
                    <a:pt x="244" y="244"/>
                  </a:cubicBezTo>
                  <a:cubicBezTo>
                    <a:pt x="336" y="288"/>
                    <a:pt x="432" y="324"/>
                    <a:pt x="528" y="352"/>
                  </a:cubicBezTo>
                  <a:cubicBezTo>
                    <a:pt x="544" y="368"/>
                    <a:pt x="564" y="380"/>
                    <a:pt x="588" y="384"/>
                  </a:cubicBezTo>
                  <a:cubicBezTo>
                    <a:pt x="596" y="384"/>
                    <a:pt x="604" y="384"/>
                    <a:pt x="616" y="392"/>
                  </a:cubicBezTo>
                  <a:cubicBezTo>
                    <a:pt x="624" y="400"/>
                    <a:pt x="636" y="412"/>
                    <a:pt x="640" y="428"/>
                  </a:cubicBezTo>
                  <a:cubicBezTo>
                    <a:pt x="648" y="436"/>
                    <a:pt x="656" y="448"/>
                    <a:pt x="664" y="460"/>
                  </a:cubicBezTo>
                  <a:cubicBezTo>
                    <a:pt x="676" y="476"/>
                    <a:pt x="688" y="488"/>
                    <a:pt x="704" y="500"/>
                  </a:cubicBezTo>
                  <a:lnTo>
                    <a:pt x="712" y="508"/>
                  </a:lnTo>
                  <a:lnTo>
                    <a:pt x="716" y="512"/>
                  </a:lnTo>
                  <a:lnTo>
                    <a:pt x="728" y="512"/>
                  </a:lnTo>
                  <a:lnTo>
                    <a:pt x="804" y="504"/>
                  </a:lnTo>
                  <a:cubicBezTo>
                    <a:pt x="788" y="488"/>
                    <a:pt x="776" y="472"/>
                    <a:pt x="760" y="456"/>
                  </a:cubicBezTo>
                  <a:lnTo>
                    <a:pt x="748" y="448"/>
                  </a:lnTo>
                  <a:cubicBezTo>
                    <a:pt x="736" y="440"/>
                    <a:pt x="728" y="428"/>
                    <a:pt x="720" y="420"/>
                  </a:cubicBezTo>
                  <a:cubicBezTo>
                    <a:pt x="712" y="412"/>
                    <a:pt x="708" y="404"/>
                    <a:pt x="700" y="392"/>
                  </a:cubicBezTo>
                  <a:cubicBezTo>
                    <a:pt x="692" y="368"/>
                    <a:pt x="672" y="348"/>
                    <a:pt x="652" y="332"/>
                  </a:cubicBezTo>
                  <a:cubicBezTo>
                    <a:pt x="636" y="324"/>
                    <a:pt x="620" y="316"/>
                    <a:pt x="600" y="316"/>
                  </a:cubicBezTo>
                  <a:cubicBezTo>
                    <a:pt x="584" y="312"/>
                    <a:pt x="584" y="312"/>
                    <a:pt x="580" y="304"/>
                  </a:cubicBezTo>
                  <a:lnTo>
                    <a:pt x="572" y="296"/>
                  </a:lnTo>
                  <a:lnTo>
                    <a:pt x="560" y="292"/>
                  </a:lnTo>
                  <a:cubicBezTo>
                    <a:pt x="460" y="260"/>
                    <a:pt x="364" y="224"/>
                    <a:pt x="272" y="180"/>
                  </a:cubicBezTo>
                  <a:lnTo>
                    <a:pt x="248" y="168"/>
                  </a:lnTo>
                  <a:cubicBezTo>
                    <a:pt x="256" y="108"/>
                    <a:pt x="228" y="44"/>
                    <a:pt x="172" y="12"/>
                  </a:cubicBezTo>
                  <a:cubicBezTo>
                    <a:pt x="155" y="4"/>
                    <a:pt x="135" y="0"/>
                    <a:pt x="11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65"/>
            <p:cNvSpPr/>
            <p:nvPr/>
          </p:nvSpPr>
          <p:spPr>
            <a:xfrm flipH="1">
              <a:off x="5870902" y="1479646"/>
              <a:ext cx="3470116" cy="1951377"/>
            </a:xfrm>
            <a:custGeom>
              <a:avLst/>
              <a:gdLst/>
              <a:ahLst/>
              <a:cxnLst/>
              <a:rect l="l" t="t" r="r" b="b"/>
              <a:pathLst>
                <a:path w="25803" h="14510" extrusionOk="0">
                  <a:moveTo>
                    <a:pt x="13156" y="1"/>
                  </a:moveTo>
                  <a:cubicBezTo>
                    <a:pt x="13061" y="1"/>
                    <a:pt x="12965" y="23"/>
                    <a:pt x="12877" y="64"/>
                  </a:cubicBezTo>
                  <a:lnTo>
                    <a:pt x="12857" y="76"/>
                  </a:lnTo>
                  <a:lnTo>
                    <a:pt x="12849" y="100"/>
                  </a:lnTo>
                  <a:cubicBezTo>
                    <a:pt x="12817" y="196"/>
                    <a:pt x="12781" y="288"/>
                    <a:pt x="12749" y="384"/>
                  </a:cubicBezTo>
                  <a:cubicBezTo>
                    <a:pt x="12717" y="480"/>
                    <a:pt x="12673" y="572"/>
                    <a:pt x="12633" y="664"/>
                  </a:cubicBezTo>
                  <a:cubicBezTo>
                    <a:pt x="12597" y="760"/>
                    <a:pt x="12553" y="852"/>
                    <a:pt x="12509" y="944"/>
                  </a:cubicBezTo>
                  <a:cubicBezTo>
                    <a:pt x="12469" y="1032"/>
                    <a:pt x="12421" y="1124"/>
                    <a:pt x="12377" y="1216"/>
                  </a:cubicBezTo>
                  <a:cubicBezTo>
                    <a:pt x="12329" y="1304"/>
                    <a:pt x="12281" y="1392"/>
                    <a:pt x="12229" y="1480"/>
                  </a:cubicBezTo>
                  <a:cubicBezTo>
                    <a:pt x="12181" y="1568"/>
                    <a:pt x="12129" y="1656"/>
                    <a:pt x="12077" y="1744"/>
                  </a:cubicBezTo>
                  <a:cubicBezTo>
                    <a:pt x="12021" y="1828"/>
                    <a:pt x="11969" y="1913"/>
                    <a:pt x="11913" y="1997"/>
                  </a:cubicBezTo>
                  <a:cubicBezTo>
                    <a:pt x="11873" y="2053"/>
                    <a:pt x="11833" y="2109"/>
                    <a:pt x="11793" y="2165"/>
                  </a:cubicBezTo>
                  <a:cubicBezTo>
                    <a:pt x="11613" y="1824"/>
                    <a:pt x="11445" y="1480"/>
                    <a:pt x="11289" y="1128"/>
                  </a:cubicBezTo>
                  <a:lnTo>
                    <a:pt x="11225" y="984"/>
                  </a:lnTo>
                  <a:cubicBezTo>
                    <a:pt x="11217" y="960"/>
                    <a:pt x="11209" y="940"/>
                    <a:pt x="11201" y="916"/>
                  </a:cubicBezTo>
                  <a:lnTo>
                    <a:pt x="11177" y="840"/>
                  </a:lnTo>
                  <a:cubicBezTo>
                    <a:pt x="11161" y="792"/>
                    <a:pt x="11141" y="740"/>
                    <a:pt x="11121" y="692"/>
                  </a:cubicBezTo>
                  <a:cubicBezTo>
                    <a:pt x="11101" y="636"/>
                    <a:pt x="11069" y="588"/>
                    <a:pt x="11037" y="540"/>
                  </a:cubicBezTo>
                  <a:cubicBezTo>
                    <a:pt x="11013" y="516"/>
                    <a:pt x="10989" y="492"/>
                    <a:pt x="10961" y="472"/>
                  </a:cubicBezTo>
                  <a:cubicBezTo>
                    <a:pt x="10949" y="468"/>
                    <a:pt x="10937" y="464"/>
                    <a:pt x="10929" y="464"/>
                  </a:cubicBezTo>
                  <a:cubicBezTo>
                    <a:pt x="10917" y="464"/>
                    <a:pt x="10909" y="460"/>
                    <a:pt x="10901" y="456"/>
                  </a:cubicBezTo>
                  <a:lnTo>
                    <a:pt x="10857" y="452"/>
                  </a:lnTo>
                  <a:cubicBezTo>
                    <a:pt x="10839" y="451"/>
                    <a:pt x="10820" y="451"/>
                    <a:pt x="10803" y="451"/>
                  </a:cubicBezTo>
                  <a:cubicBezTo>
                    <a:pt x="10767" y="451"/>
                    <a:pt x="10732" y="452"/>
                    <a:pt x="10697" y="452"/>
                  </a:cubicBezTo>
                  <a:cubicBezTo>
                    <a:pt x="10645" y="452"/>
                    <a:pt x="10593" y="456"/>
                    <a:pt x="10541" y="456"/>
                  </a:cubicBezTo>
                  <a:cubicBezTo>
                    <a:pt x="10517" y="456"/>
                    <a:pt x="10489" y="456"/>
                    <a:pt x="10469" y="452"/>
                  </a:cubicBezTo>
                  <a:cubicBezTo>
                    <a:pt x="10457" y="452"/>
                    <a:pt x="10449" y="448"/>
                    <a:pt x="10441" y="448"/>
                  </a:cubicBezTo>
                  <a:lnTo>
                    <a:pt x="10437" y="448"/>
                  </a:lnTo>
                  <a:cubicBezTo>
                    <a:pt x="10441" y="452"/>
                    <a:pt x="10445" y="456"/>
                    <a:pt x="10445" y="460"/>
                  </a:cubicBezTo>
                  <a:lnTo>
                    <a:pt x="10337" y="512"/>
                  </a:lnTo>
                  <a:cubicBezTo>
                    <a:pt x="10549" y="980"/>
                    <a:pt x="10765" y="1452"/>
                    <a:pt x="10881" y="1949"/>
                  </a:cubicBezTo>
                  <a:cubicBezTo>
                    <a:pt x="10937" y="2201"/>
                    <a:pt x="10973" y="2453"/>
                    <a:pt x="10989" y="2709"/>
                  </a:cubicBezTo>
                  <a:lnTo>
                    <a:pt x="11001" y="2901"/>
                  </a:lnTo>
                  <a:cubicBezTo>
                    <a:pt x="11005" y="2965"/>
                    <a:pt x="11009" y="3033"/>
                    <a:pt x="11021" y="3101"/>
                  </a:cubicBezTo>
                  <a:cubicBezTo>
                    <a:pt x="11037" y="3233"/>
                    <a:pt x="11065" y="3361"/>
                    <a:pt x="11085" y="3485"/>
                  </a:cubicBezTo>
                  <a:cubicBezTo>
                    <a:pt x="11113" y="3605"/>
                    <a:pt x="11117" y="3729"/>
                    <a:pt x="11101" y="3849"/>
                  </a:cubicBezTo>
                  <a:cubicBezTo>
                    <a:pt x="11077" y="3965"/>
                    <a:pt x="11013" y="4077"/>
                    <a:pt x="10977" y="4213"/>
                  </a:cubicBezTo>
                  <a:cubicBezTo>
                    <a:pt x="10969" y="4249"/>
                    <a:pt x="10965" y="4285"/>
                    <a:pt x="10961" y="4317"/>
                  </a:cubicBezTo>
                  <a:cubicBezTo>
                    <a:pt x="10957" y="4353"/>
                    <a:pt x="10957" y="4389"/>
                    <a:pt x="10957" y="4421"/>
                  </a:cubicBezTo>
                  <a:lnTo>
                    <a:pt x="10957" y="4613"/>
                  </a:lnTo>
                  <a:cubicBezTo>
                    <a:pt x="10957" y="4745"/>
                    <a:pt x="10953" y="4873"/>
                    <a:pt x="10941" y="5001"/>
                  </a:cubicBezTo>
                  <a:cubicBezTo>
                    <a:pt x="10909" y="5509"/>
                    <a:pt x="10805" y="6017"/>
                    <a:pt x="10733" y="6533"/>
                  </a:cubicBezTo>
                  <a:cubicBezTo>
                    <a:pt x="10693" y="6789"/>
                    <a:pt x="10669" y="7049"/>
                    <a:pt x="10657" y="7309"/>
                  </a:cubicBezTo>
                  <a:cubicBezTo>
                    <a:pt x="10653" y="7573"/>
                    <a:pt x="10669" y="7833"/>
                    <a:pt x="10685" y="8089"/>
                  </a:cubicBezTo>
                  <a:cubicBezTo>
                    <a:pt x="10689" y="8117"/>
                    <a:pt x="10689" y="8145"/>
                    <a:pt x="10685" y="8173"/>
                  </a:cubicBezTo>
                  <a:cubicBezTo>
                    <a:pt x="10681" y="8193"/>
                    <a:pt x="10673" y="8213"/>
                    <a:pt x="10653" y="8225"/>
                  </a:cubicBezTo>
                  <a:cubicBezTo>
                    <a:pt x="10605" y="8261"/>
                    <a:pt x="10549" y="8293"/>
                    <a:pt x="10497" y="8325"/>
                  </a:cubicBezTo>
                  <a:cubicBezTo>
                    <a:pt x="10441" y="8357"/>
                    <a:pt x="10385" y="8385"/>
                    <a:pt x="10329" y="8413"/>
                  </a:cubicBezTo>
                  <a:cubicBezTo>
                    <a:pt x="10273" y="8441"/>
                    <a:pt x="10213" y="8469"/>
                    <a:pt x="10157" y="8493"/>
                  </a:cubicBezTo>
                  <a:cubicBezTo>
                    <a:pt x="9921" y="8597"/>
                    <a:pt x="9677" y="8681"/>
                    <a:pt x="9433" y="8769"/>
                  </a:cubicBezTo>
                  <a:cubicBezTo>
                    <a:pt x="9313" y="8813"/>
                    <a:pt x="9189" y="8857"/>
                    <a:pt x="9069" y="8905"/>
                  </a:cubicBezTo>
                  <a:cubicBezTo>
                    <a:pt x="8949" y="8957"/>
                    <a:pt x="8829" y="9005"/>
                    <a:pt x="8709" y="9049"/>
                  </a:cubicBezTo>
                  <a:cubicBezTo>
                    <a:pt x="8473" y="9141"/>
                    <a:pt x="8221" y="9197"/>
                    <a:pt x="7969" y="9213"/>
                  </a:cubicBezTo>
                  <a:cubicBezTo>
                    <a:pt x="7717" y="9213"/>
                    <a:pt x="7465" y="9165"/>
                    <a:pt x="7229" y="9077"/>
                  </a:cubicBezTo>
                  <a:cubicBezTo>
                    <a:pt x="6985" y="8993"/>
                    <a:pt x="6749" y="8885"/>
                    <a:pt x="6501" y="8801"/>
                  </a:cubicBezTo>
                  <a:cubicBezTo>
                    <a:pt x="6009" y="8633"/>
                    <a:pt x="5493" y="8529"/>
                    <a:pt x="4973" y="8501"/>
                  </a:cubicBezTo>
                  <a:cubicBezTo>
                    <a:pt x="4665" y="8477"/>
                    <a:pt x="4359" y="8470"/>
                    <a:pt x="4052" y="8470"/>
                  </a:cubicBezTo>
                  <a:cubicBezTo>
                    <a:pt x="3841" y="8470"/>
                    <a:pt x="3629" y="8474"/>
                    <a:pt x="3417" y="8477"/>
                  </a:cubicBezTo>
                  <a:lnTo>
                    <a:pt x="313" y="8545"/>
                  </a:lnTo>
                  <a:cubicBezTo>
                    <a:pt x="245" y="8545"/>
                    <a:pt x="177" y="8561"/>
                    <a:pt x="113" y="8593"/>
                  </a:cubicBezTo>
                  <a:cubicBezTo>
                    <a:pt x="81" y="8609"/>
                    <a:pt x="53" y="8637"/>
                    <a:pt x="37" y="8669"/>
                  </a:cubicBezTo>
                  <a:cubicBezTo>
                    <a:pt x="17" y="8701"/>
                    <a:pt x="5" y="8737"/>
                    <a:pt x="5" y="8773"/>
                  </a:cubicBezTo>
                  <a:cubicBezTo>
                    <a:pt x="1" y="8841"/>
                    <a:pt x="1" y="8905"/>
                    <a:pt x="5" y="8973"/>
                  </a:cubicBezTo>
                  <a:lnTo>
                    <a:pt x="9" y="9165"/>
                  </a:lnTo>
                  <a:lnTo>
                    <a:pt x="29" y="9941"/>
                  </a:lnTo>
                  <a:lnTo>
                    <a:pt x="77" y="11493"/>
                  </a:lnTo>
                  <a:lnTo>
                    <a:pt x="125" y="13041"/>
                  </a:lnTo>
                  <a:cubicBezTo>
                    <a:pt x="133" y="13301"/>
                    <a:pt x="165" y="13561"/>
                    <a:pt x="221" y="13813"/>
                  </a:cubicBezTo>
                  <a:cubicBezTo>
                    <a:pt x="269" y="14017"/>
                    <a:pt x="349" y="14213"/>
                    <a:pt x="465" y="14389"/>
                  </a:cubicBezTo>
                  <a:lnTo>
                    <a:pt x="337" y="14453"/>
                  </a:lnTo>
                  <a:lnTo>
                    <a:pt x="341" y="14461"/>
                  </a:lnTo>
                  <a:lnTo>
                    <a:pt x="469" y="14397"/>
                  </a:lnTo>
                  <a:cubicBezTo>
                    <a:pt x="497" y="14437"/>
                    <a:pt x="525" y="14473"/>
                    <a:pt x="553" y="14509"/>
                  </a:cubicBezTo>
                  <a:lnTo>
                    <a:pt x="561" y="14505"/>
                  </a:lnTo>
                  <a:cubicBezTo>
                    <a:pt x="533" y="14469"/>
                    <a:pt x="509" y="14433"/>
                    <a:pt x="481" y="14393"/>
                  </a:cubicBezTo>
                  <a:lnTo>
                    <a:pt x="3061" y="13097"/>
                  </a:lnTo>
                  <a:cubicBezTo>
                    <a:pt x="3517" y="12877"/>
                    <a:pt x="3977" y="12657"/>
                    <a:pt x="4445" y="12461"/>
                  </a:cubicBezTo>
                  <a:cubicBezTo>
                    <a:pt x="4909" y="12261"/>
                    <a:pt x="5385" y="12089"/>
                    <a:pt x="5873" y="11945"/>
                  </a:cubicBezTo>
                  <a:cubicBezTo>
                    <a:pt x="6357" y="11801"/>
                    <a:pt x="6857" y="11709"/>
                    <a:pt x="7361" y="11661"/>
                  </a:cubicBezTo>
                  <a:cubicBezTo>
                    <a:pt x="7613" y="11637"/>
                    <a:pt x="7865" y="11631"/>
                    <a:pt x="8118" y="11631"/>
                  </a:cubicBezTo>
                  <a:cubicBezTo>
                    <a:pt x="8371" y="11631"/>
                    <a:pt x="8625" y="11637"/>
                    <a:pt x="8881" y="11637"/>
                  </a:cubicBezTo>
                  <a:cubicBezTo>
                    <a:pt x="9389" y="11637"/>
                    <a:pt x="9905" y="11625"/>
                    <a:pt x="10401" y="11489"/>
                  </a:cubicBezTo>
                  <a:cubicBezTo>
                    <a:pt x="10649" y="11421"/>
                    <a:pt x="10889" y="11321"/>
                    <a:pt x="11113" y="11193"/>
                  </a:cubicBezTo>
                  <a:cubicBezTo>
                    <a:pt x="11333" y="11061"/>
                    <a:pt x="11541" y="10909"/>
                    <a:pt x="11733" y="10741"/>
                  </a:cubicBezTo>
                  <a:cubicBezTo>
                    <a:pt x="12121" y="10401"/>
                    <a:pt x="12457" y="10021"/>
                    <a:pt x="12829" y="9677"/>
                  </a:cubicBezTo>
                  <a:cubicBezTo>
                    <a:pt x="12921" y="9593"/>
                    <a:pt x="13017" y="9509"/>
                    <a:pt x="13117" y="9433"/>
                  </a:cubicBezTo>
                  <a:cubicBezTo>
                    <a:pt x="13165" y="9393"/>
                    <a:pt x="13217" y="9357"/>
                    <a:pt x="13265" y="9321"/>
                  </a:cubicBezTo>
                  <a:lnTo>
                    <a:pt x="13421" y="9209"/>
                  </a:lnTo>
                  <a:cubicBezTo>
                    <a:pt x="13633" y="9069"/>
                    <a:pt x="13849" y="8941"/>
                    <a:pt x="14073" y="8825"/>
                  </a:cubicBezTo>
                  <a:cubicBezTo>
                    <a:pt x="14526" y="8597"/>
                    <a:pt x="14986" y="8393"/>
                    <a:pt x="15462" y="8217"/>
                  </a:cubicBezTo>
                  <a:cubicBezTo>
                    <a:pt x="15698" y="8125"/>
                    <a:pt x="15934" y="8037"/>
                    <a:pt x="16174" y="7949"/>
                  </a:cubicBezTo>
                  <a:lnTo>
                    <a:pt x="16530" y="7813"/>
                  </a:lnTo>
                  <a:lnTo>
                    <a:pt x="16710" y="7745"/>
                  </a:lnTo>
                  <a:cubicBezTo>
                    <a:pt x="16766" y="7725"/>
                    <a:pt x="16826" y="7705"/>
                    <a:pt x="16886" y="7689"/>
                  </a:cubicBezTo>
                  <a:cubicBezTo>
                    <a:pt x="17006" y="7657"/>
                    <a:pt x="17126" y="7633"/>
                    <a:pt x="17250" y="7617"/>
                  </a:cubicBezTo>
                  <a:lnTo>
                    <a:pt x="17442" y="7585"/>
                  </a:lnTo>
                  <a:lnTo>
                    <a:pt x="17466" y="7581"/>
                  </a:lnTo>
                  <a:lnTo>
                    <a:pt x="17490" y="7577"/>
                  </a:lnTo>
                  <a:cubicBezTo>
                    <a:pt x="17506" y="7573"/>
                    <a:pt x="17522" y="7569"/>
                    <a:pt x="17542" y="7565"/>
                  </a:cubicBezTo>
                  <a:cubicBezTo>
                    <a:pt x="17614" y="7541"/>
                    <a:pt x="17674" y="7493"/>
                    <a:pt x="17714" y="7429"/>
                  </a:cubicBezTo>
                  <a:cubicBezTo>
                    <a:pt x="17734" y="7397"/>
                    <a:pt x="17746" y="7369"/>
                    <a:pt x="17762" y="7337"/>
                  </a:cubicBezTo>
                  <a:cubicBezTo>
                    <a:pt x="17778" y="7285"/>
                    <a:pt x="17810" y="7237"/>
                    <a:pt x="17850" y="7201"/>
                  </a:cubicBezTo>
                  <a:cubicBezTo>
                    <a:pt x="17862" y="7193"/>
                    <a:pt x="17874" y="7185"/>
                    <a:pt x="17886" y="7181"/>
                  </a:cubicBezTo>
                  <a:lnTo>
                    <a:pt x="17926" y="7161"/>
                  </a:lnTo>
                  <a:cubicBezTo>
                    <a:pt x="17962" y="7145"/>
                    <a:pt x="17990" y="7121"/>
                    <a:pt x="18018" y="7093"/>
                  </a:cubicBezTo>
                  <a:cubicBezTo>
                    <a:pt x="18062" y="7045"/>
                    <a:pt x="18102" y="6993"/>
                    <a:pt x="18138" y="6937"/>
                  </a:cubicBezTo>
                  <a:cubicBezTo>
                    <a:pt x="18206" y="6825"/>
                    <a:pt x="18270" y="6713"/>
                    <a:pt x="18330" y="6605"/>
                  </a:cubicBezTo>
                  <a:cubicBezTo>
                    <a:pt x="18362" y="6549"/>
                    <a:pt x="18394" y="6493"/>
                    <a:pt x="18426" y="6441"/>
                  </a:cubicBezTo>
                  <a:lnTo>
                    <a:pt x="18530" y="6281"/>
                  </a:lnTo>
                  <a:cubicBezTo>
                    <a:pt x="18666" y="6069"/>
                    <a:pt x="18798" y="5853"/>
                    <a:pt x="18954" y="5657"/>
                  </a:cubicBezTo>
                  <a:cubicBezTo>
                    <a:pt x="19118" y="5461"/>
                    <a:pt x="19270" y="5253"/>
                    <a:pt x="19406" y="5037"/>
                  </a:cubicBezTo>
                  <a:cubicBezTo>
                    <a:pt x="19542" y="4821"/>
                    <a:pt x="19666" y="4597"/>
                    <a:pt x="19770" y="4361"/>
                  </a:cubicBezTo>
                  <a:cubicBezTo>
                    <a:pt x="19870" y="4133"/>
                    <a:pt x="19998" y="3917"/>
                    <a:pt x="20150" y="3717"/>
                  </a:cubicBezTo>
                  <a:cubicBezTo>
                    <a:pt x="20294" y="3517"/>
                    <a:pt x="20498" y="3365"/>
                    <a:pt x="20734" y="3285"/>
                  </a:cubicBezTo>
                  <a:lnTo>
                    <a:pt x="20742" y="3281"/>
                  </a:lnTo>
                  <a:lnTo>
                    <a:pt x="20750" y="3273"/>
                  </a:lnTo>
                  <a:cubicBezTo>
                    <a:pt x="20826" y="3193"/>
                    <a:pt x="20918" y="3125"/>
                    <a:pt x="21014" y="3073"/>
                  </a:cubicBezTo>
                  <a:cubicBezTo>
                    <a:pt x="21114" y="3017"/>
                    <a:pt x="21214" y="2957"/>
                    <a:pt x="21314" y="2901"/>
                  </a:cubicBezTo>
                  <a:cubicBezTo>
                    <a:pt x="21518" y="2801"/>
                    <a:pt x="21730" y="2709"/>
                    <a:pt x="21946" y="2629"/>
                  </a:cubicBezTo>
                  <a:cubicBezTo>
                    <a:pt x="22162" y="2549"/>
                    <a:pt x="22378" y="2473"/>
                    <a:pt x="22594" y="2393"/>
                  </a:cubicBezTo>
                  <a:lnTo>
                    <a:pt x="23246" y="2157"/>
                  </a:lnTo>
                  <a:lnTo>
                    <a:pt x="23894" y="1921"/>
                  </a:lnTo>
                  <a:lnTo>
                    <a:pt x="24222" y="1804"/>
                  </a:lnTo>
                  <a:cubicBezTo>
                    <a:pt x="24330" y="1764"/>
                    <a:pt x="24442" y="1736"/>
                    <a:pt x="24550" y="1704"/>
                  </a:cubicBezTo>
                  <a:cubicBezTo>
                    <a:pt x="24774" y="1644"/>
                    <a:pt x="24998" y="1584"/>
                    <a:pt x="25218" y="1504"/>
                  </a:cubicBezTo>
                  <a:cubicBezTo>
                    <a:pt x="25326" y="1468"/>
                    <a:pt x="25434" y="1420"/>
                    <a:pt x="25538" y="1364"/>
                  </a:cubicBezTo>
                  <a:cubicBezTo>
                    <a:pt x="25590" y="1336"/>
                    <a:pt x="25638" y="1300"/>
                    <a:pt x="25682" y="1264"/>
                  </a:cubicBezTo>
                  <a:cubicBezTo>
                    <a:pt x="25730" y="1224"/>
                    <a:pt x="25770" y="1172"/>
                    <a:pt x="25794" y="1116"/>
                  </a:cubicBezTo>
                  <a:lnTo>
                    <a:pt x="25802" y="1092"/>
                  </a:lnTo>
                  <a:lnTo>
                    <a:pt x="25778" y="1084"/>
                  </a:lnTo>
                  <a:cubicBezTo>
                    <a:pt x="25683" y="1056"/>
                    <a:pt x="25586" y="1044"/>
                    <a:pt x="25487" y="1044"/>
                  </a:cubicBezTo>
                  <a:cubicBezTo>
                    <a:pt x="25474" y="1044"/>
                    <a:pt x="25460" y="1044"/>
                    <a:pt x="25446" y="1044"/>
                  </a:cubicBezTo>
                  <a:cubicBezTo>
                    <a:pt x="25334" y="1052"/>
                    <a:pt x="25226" y="1068"/>
                    <a:pt x="25118" y="1092"/>
                  </a:cubicBezTo>
                  <a:cubicBezTo>
                    <a:pt x="24906" y="1152"/>
                    <a:pt x="24698" y="1228"/>
                    <a:pt x="24494" y="1312"/>
                  </a:cubicBezTo>
                  <a:cubicBezTo>
                    <a:pt x="24394" y="1352"/>
                    <a:pt x="24290" y="1392"/>
                    <a:pt x="24190" y="1428"/>
                  </a:cubicBezTo>
                  <a:cubicBezTo>
                    <a:pt x="24086" y="1460"/>
                    <a:pt x="23982" y="1488"/>
                    <a:pt x="23874" y="1520"/>
                  </a:cubicBezTo>
                  <a:lnTo>
                    <a:pt x="23246" y="1696"/>
                  </a:lnTo>
                  <a:cubicBezTo>
                    <a:pt x="23034" y="1756"/>
                    <a:pt x="22822" y="1816"/>
                    <a:pt x="22614" y="1873"/>
                  </a:cubicBezTo>
                  <a:lnTo>
                    <a:pt x="22294" y="1957"/>
                  </a:lnTo>
                  <a:cubicBezTo>
                    <a:pt x="22190" y="1985"/>
                    <a:pt x="22082" y="2013"/>
                    <a:pt x="21978" y="2045"/>
                  </a:cubicBezTo>
                  <a:cubicBezTo>
                    <a:pt x="21870" y="2077"/>
                    <a:pt x="21770" y="2117"/>
                    <a:pt x="21670" y="2165"/>
                  </a:cubicBezTo>
                  <a:cubicBezTo>
                    <a:pt x="21570" y="2213"/>
                    <a:pt x="21478" y="2269"/>
                    <a:pt x="21378" y="2317"/>
                  </a:cubicBezTo>
                  <a:cubicBezTo>
                    <a:pt x="21182" y="2413"/>
                    <a:pt x="20982" y="2497"/>
                    <a:pt x="20774" y="2565"/>
                  </a:cubicBezTo>
                  <a:lnTo>
                    <a:pt x="20698" y="2593"/>
                  </a:lnTo>
                  <a:cubicBezTo>
                    <a:pt x="20683" y="2602"/>
                    <a:pt x="20666" y="2606"/>
                    <a:pt x="20648" y="2606"/>
                  </a:cubicBezTo>
                  <a:cubicBezTo>
                    <a:pt x="20642" y="2606"/>
                    <a:pt x="20636" y="2606"/>
                    <a:pt x="20630" y="2605"/>
                  </a:cubicBezTo>
                  <a:cubicBezTo>
                    <a:pt x="20614" y="2597"/>
                    <a:pt x="20602" y="2577"/>
                    <a:pt x="20602" y="2553"/>
                  </a:cubicBezTo>
                  <a:cubicBezTo>
                    <a:pt x="20598" y="2529"/>
                    <a:pt x="20602" y="2501"/>
                    <a:pt x="20602" y="2473"/>
                  </a:cubicBezTo>
                  <a:cubicBezTo>
                    <a:pt x="20602" y="2365"/>
                    <a:pt x="20610" y="2257"/>
                    <a:pt x="20626" y="2149"/>
                  </a:cubicBezTo>
                  <a:cubicBezTo>
                    <a:pt x="20658" y="1933"/>
                    <a:pt x="20706" y="1720"/>
                    <a:pt x="20750" y="1504"/>
                  </a:cubicBezTo>
                  <a:cubicBezTo>
                    <a:pt x="20770" y="1396"/>
                    <a:pt x="20786" y="1288"/>
                    <a:pt x="20798" y="1180"/>
                  </a:cubicBezTo>
                  <a:cubicBezTo>
                    <a:pt x="20806" y="1124"/>
                    <a:pt x="20810" y="1068"/>
                    <a:pt x="20810" y="1012"/>
                  </a:cubicBezTo>
                  <a:cubicBezTo>
                    <a:pt x="20814" y="956"/>
                    <a:pt x="20814" y="900"/>
                    <a:pt x="20802" y="844"/>
                  </a:cubicBezTo>
                  <a:cubicBezTo>
                    <a:pt x="20798" y="816"/>
                    <a:pt x="20790" y="788"/>
                    <a:pt x="20774" y="764"/>
                  </a:cubicBezTo>
                  <a:cubicBezTo>
                    <a:pt x="20770" y="756"/>
                    <a:pt x="20770" y="752"/>
                    <a:pt x="20766" y="744"/>
                  </a:cubicBezTo>
                  <a:lnTo>
                    <a:pt x="20754" y="724"/>
                  </a:lnTo>
                  <a:cubicBezTo>
                    <a:pt x="20746" y="712"/>
                    <a:pt x="20738" y="704"/>
                    <a:pt x="20730" y="692"/>
                  </a:cubicBezTo>
                  <a:cubicBezTo>
                    <a:pt x="20710" y="668"/>
                    <a:pt x="20682" y="648"/>
                    <a:pt x="20654" y="636"/>
                  </a:cubicBezTo>
                  <a:cubicBezTo>
                    <a:pt x="20643" y="632"/>
                    <a:pt x="20632" y="631"/>
                    <a:pt x="20621" y="631"/>
                  </a:cubicBezTo>
                  <a:cubicBezTo>
                    <a:pt x="20599" y="631"/>
                    <a:pt x="20576" y="638"/>
                    <a:pt x="20558" y="648"/>
                  </a:cubicBezTo>
                  <a:cubicBezTo>
                    <a:pt x="20510" y="684"/>
                    <a:pt x="20474" y="728"/>
                    <a:pt x="20450" y="780"/>
                  </a:cubicBezTo>
                  <a:cubicBezTo>
                    <a:pt x="20422" y="832"/>
                    <a:pt x="20398" y="880"/>
                    <a:pt x="20382" y="932"/>
                  </a:cubicBezTo>
                  <a:cubicBezTo>
                    <a:pt x="20342" y="1036"/>
                    <a:pt x="20314" y="1144"/>
                    <a:pt x="20290" y="1248"/>
                  </a:cubicBezTo>
                  <a:cubicBezTo>
                    <a:pt x="20262" y="1360"/>
                    <a:pt x="20250" y="1468"/>
                    <a:pt x="20242" y="1580"/>
                  </a:cubicBezTo>
                  <a:cubicBezTo>
                    <a:pt x="20242" y="1608"/>
                    <a:pt x="20246" y="1636"/>
                    <a:pt x="20254" y="1664"/>
                  </a:cubicBezTo>
                  <a:cubicBezTo>
                    <a:pt x="20262" y="1692"/>
                    <a:pt x="20270" y="1716"/>
                    <a:pt x="20274" y="1744"/>
                  </a:cubicBezTo>
                  <a:cubicBezTo>
                    <a:pt x="20282" y="1796"/>
                    <a:pt x="20282" y="1849"/>
                    <a:pt x="20270" y="1897"/>
                  </a:cubicBezTo>
                  <a:cubicBezTo>
                    <a:pt x="20246" y="1997"/>
                    <a:pt x="20210" y="2109"/>
                    <a:pt x="20186" y="2213"/>
                  </a:cubicBezTo>
                  <a:cubicBezTo>
                    <a:pt x="20134" y="2425"/>
                    <a:pt x="20062" y="2633"/>
                    <a:pt x="19978" y="2829"/>
                  </a:cubicBezTo>
                  <a:cubicBezTo>
                    <a:pt x="19954" y="2881"/>
                    <a:pt x="19930" y="2925"/>
                    <a:pt x="19898" y="2965"/>
                  </a:cubicBezTo>
                  <a:cubicBezTo>
                    <a:pt x="19862" y="3005"/>
                    <a:pt x="19822" y="3041"/>
                    <a:pt x="19782" y="3081"/>
                  </a:cubicBezTo>
                  <a:cubicBezTo>
                    <a:pt x="19738" y="3121"/>
                    <a:pt x="19710" y="3173"/>
                    <a:pt x="19694" y="3233"/>
                  </a:cubicBezTo>
                  <a:cubicBezTo>
                    <a:pt x="19686" y="3261"/>
                    <a:pt x="19682" y="3293"/>
                    <a:pt x="19686" y="3325"/>
                  </a:cubicBezTo>
                  <a:cubicBezTo>
                    <a:pt x="19694" y="3349"/>
                    <a:pt x="19702" y="3373"/>
                    <a:pt x="19718" y="3393"/>
                  </a:cubicBezTo>
                  <a:lnTo>
                    <a:pt x="18566" y="4833"/>
                  </a:lnTo>
                  <a:cubicBezTo>
                    <a:pt x="18374" y="5073"/>
                    <a:pt x="18186" y="5321"/>
                    <a:pt x="17966" y="5541"/>
                  </a:cubicBezTo>
                  <a:cubicBezTo>
                    <a:pt x="17914" y="5593"/>
                    <a:pt x="17858" y="5649"/>
                    <a:pt x="17798" y="5697"/>
                  </a:cubicBezTo>
                  <a:cubicBezTo>
                    <a:pt x="17738" y="5745"/>
                    <a:pt x="17678" y="5793"/>
                    <a:pt x="17618" y="5849"/>
                  </a:cubicBezTo>
                  <a:cubicBezTo>
                    <a:pt x="17590" y="5881"/>
                    <a:pt x="17566" y="5913"/>
                    <a:pt x="17542" y="5945"/>
                  </a:cubicBezTo>
                  <a:cubicBezTo>
                    <a:pt x="17530" y="5961"/>
                    <a:pt x="17522" y="5981"/>
                    <a:pt x="17510" y="6001"/>
                  </a:cubicBezTo>
                  <a:lnTo>
                    <a:pt x="17486" y="6053"/>
                  </a:lnTo>
                  <a:cubicBezTo>
                    <a:pt x="17458" y="6125"/>
                    <a:pt x="17426" y="6193"/>
                    <a:pt x="17386" y="6261"/>
                  </a:cubicBezTo>
                  <a:cubicBezTo>
                    <a:pt x="17378" y="6277"/>
                    <a:pt x="17370" y="6293"/>
                    <a:pt x="17358" y="6305"/>
                  </a:cubicBezTo>
                  <a:lnTo>
                    <a:pt x="17354" y="6313"/>
                  </a:lnTo>
                  <a:lnTo>
                    <a:pt x="17326" y="6321"/>
                  </a:lnTo>
                  <a:lnTo>
                    <a:pt x="17214" y="6353"/>
                  </a:lnTo>
                  <a:cubicBezTo>
                    <a:pt x="17138" y="6373"/>
                    <a:pt x="17066" y="6393"/>
                    <a:pt x="16986" y="6417"/>
                  </a:cubicBezTo>
                  <a:cubicBezTo>
                    <a:pt x="16966" y="6425"/>
                    <a:pt x="16946" y="6437"/>
                    <a:pt x="16926" y="6449"/>
                  </a:cubicBezTo>
                  <a:cubicBezTo>
                    <a:pt x="16906" y="6465"/>
                    <a:pt x="16890" y="6485"/>
                    <a:pt x="16882" y="6509"/>
                  </a:cubicBezTo>
                  <a:cubicBezTo>
                    <a:pt x="16870" y="6557"/>
                    <a:pt x="16874" y="6605"/>
                    <a:pt x="16894" y="6649"/>
                  </a:cubicBezTo>
                  <a:cubicBezTo>
                    <a:pt x="16910" y="6681"/>
                    <a:pt x="16926" y="6713"/>
                    <a:pt x="16934" y="6749"/>
                  </a:cubicBezTo>
                  <a:cubicBezTo>
                    <a:pt x="16942" y="6777"/>
                    <a:pt x="16938" y="6805"/>
                    <a:pt x="16926" y="6833"/>
                  </a:cubicBezTo>
                  <a:cubicBezTo>
                    <a:pt x="16920" y="6839"/>
                    <a:pt x="16914" y="6842"/>
                    <a:pt x="16906" y="6842"/>
                  </a:cubicBezTo>
                  <a:cubicBezTo>
                    <a:pt x="16904" y="6842"/>
                    <a:pt x="16901" y="6842"/>
                    <a:pt x="16898" y="6841"/>
                  </a:cubicBezTo>
                  <a:cubicBezTo>
                    <a:pt x="16886" y="6841"/>
                    <a:pt x="16874" y="6837"/>
                    <a:pt x="16862" y="6829"/>
                  </a:cubicBezTo>
                  <a:cubicBezTo>
                    <a:pt x="16846" y="6817"/>
                    <a:pt x="16830" y="6805"/>
                    <a:pt x="16810" y="6797"/>
                  </a:cubicBezTo>
                  <a:cubicBezTo>
                    <a:pt x="16794" y="6785"/>
                    <a:pt x="16774" y="6777"/>
                    <a:pt x="16750" y="6773"/>
                  </a:cubicBezTo>
                  <a:cubicBezTo>
                    <a:pt x="16723" y="6766"/>
                    <a:pt x="16697" y="6763"/>
                    <a:pt x="16670" y="6763"/>
                  </a:cubicBezTo>
                  <a:cubicBezTo>
                    <a:pt x="16612" y="6763"/>
                    <a:pt x="16554" y="6778"/>
                    <a:pt x="16502" y="6809"/>
                  </a:cubicBezTo>
                  <a:cubicBezTo>
                    <a:pt x="16422" y="6849"/>
                    <a:pt x="16366" y="6929"/>
                    <a:pt x="16354" y="7017"/>
                  </a:cubicBezTo>
                  <a:cubicBezTo>
                    <a:pt x="16350" y="7041"/>
                    <a:pt x="16354" y="7061"/>
                    <a:pt x="16350" y="7077"/>
                  </a:cubicBezTo>
                  <a:cubicBezTo>
                    <a:pt x="16350" y="7089"/>
                    <a:pt x="16346" y="7097"/>
                    <a:pt x="16338" y="7105"/>
                  </a:cubicBezTo>
                  <a:cubicBezTo>
                    <a:pt x="16310" y="7125"/>
                    <a:pt x="16278" y="7141"/>
                    <a:pt x="16246" y="7153"/>
                  </a:cubicBezTo>
                  <a:cubicBezTo>
                    <a:pt x="16106" y="7213"/>
                    <a:pt x="15958" y="7257"/>
                    <a:pt x="15810" y="7289"/>
                  </a:cubicBezTo>
                  <a:cubicBezTo>
                    <a:pt x="15658" y="7325"/>
                    <a:pt x="15506" y="7349"/>
                    <a:pt x="15354" y="7373"/>
                  </a:cubicBezTo>
                  <a:cubicBezTo>
                    <a:pt x="15046" y="7425"/>
                    <a:pt x="14738" y="7465"/>
                    <a:pt x="14438" y="7561"/>
                  </a:cubicBezTo>
                  <a:cubicBezTo>
                    <a:pt x="14238" y="7609"/>
                    <a:pt x="14041" y="7645"/>
                    <a:pt x="13841" y="7673"/>
                  </a:cubicBezTo>
                  <a:cubicBezTo>
                    <a:pt x="13641" y="7697"/>
                    <a:pt x="13437" y="7685"/>
                    <a:pt x="13229" y="7717"/>
                  </a:cubicBezTo>
                  <a:cubicBezTo>
                    <a:pt x="13177" y="7725"/>
                    <a:pt x="13121" y="7737"/>
                    <a:pt x="13073" y="7757"/>
                  </a:cubicBezTo>
                  <a:cubicBezTo>
                    <a:pt x="13021" y="7777"/>
                    <a:pt x="12973" y="7813"/>
                    <a:pt x="12937" y="7857"/>
                  </a:cubicBezTo>
                  <a:cubicBezTo>
                    <a:pt x="12905" y="7893"/>
                    <a:pt x="12869" y="7921"/>
                    <a:pt x="12829" y="7941"/>
                  </a:cubicBezTo>
                  <a:cubicBezTo>
                    <a:pt x="12821" y="7945"/>
                    <a:pt x="12813" y="7949"/>
                    <a:pt x="12805" y="7949"/>
                  </a:cubicBezTo>
                  <a:lnTo>
                    <a:pt x="12789" y="7949"/>
                  </a:lnTo>
                  <a:cubicBezTo>
                    <a:pt x="12785" y="7949"/>
                    <a:pt x="12773" y="7937"/>
                    <a:pt x="12765" y="7917"/>
                  </a:cubicBezTo>
                  <a:cubicBezTo>
                    <a:pt x="12749" y="7873"/>
                    <a:pt x="12737" y="7825"/>
                    <a:pt x="12725" y="7777"/>
                  </a:cubicBezTo>
                  <a:cubicBezTo>
                    <a:pt x="12717" y="7745"/>
                    <a:pt x="12705" y="7717"/>
                    <a:pt x="12681" y="7689"/>
                  </a:cubicBezTo>
                  <a:cubicBezTo>
                    <a:pt x="12669" y="7681"/>
                    <a:pt x="12657" y="7669"/>
                    <a:pt x="12645" y="7661"/>
                  </a:cubicBezTo>
                  <a:lnTo>
                    <a:pt x="12609" y="7641"/>
                  </a:lnTo>
                  <a:cubicBezTo>
                    <a:pt x="12565" y="7613"/>
                    <a:pt x="12517" y="7589"/>
                    <a:pt x="12469" y="7569"/>
                  </a:cubicBezTo>
                  <a:cubicBezTo>
                    <a:pt x="12445" y="7557"/>
                    <a:pt x="12417" y="7549"/>
                    <a:pt x="12393" y="7541"/>
                  </a:cubicBezTo>
                  <a:cubicBezTo>
                    <a:pt x="12381" y="7537"/>
                    <a:pt x="12365" y="7533"/>
                    <a:pt x="12353" y="7533"/>
                  </a:cubicBezTo>
                  <a:lnTo>
                    <a:pt x="12205" y="6609"/>
                  </a:lnTo>
                  <a:lnTo>
                    <a:pt x="12173" y="6365"/>
                  </a:lnTo>
                  <a:lnTo>
                    <a:pt x="12153" y="6241"/>
                  </a:lnTo>
                  <a:cubicBezTo>
                    <a:pt x="12149" y="6205"/>
                    <a:pt x="12145" y="6161"/>
                    <a:pt x="12141" y="6121"/>
                  </a:cubicBezTo>
                  <a:cubicBezTo>
                    <a:pt x="12125" y="5957"/>
                    <a:pt x="12121" y="5793"/>
                    <a:pt x="12121" y="5629"/>
                  </a:cubicBezTo>
                  <a:cubicBezTo>
                    <a:pt x="12121" y="5465"/>
                    <a:pt x="12129" y="5301"/>
                    <a:pt x="12133" y="5137"/>
                  </a:cubicBezTo>
                  <a:lnTo>
                    <a:pt x="12149" y="4889"/>
                  </a:lnTo>
                  <a:lnTo>
                    <a:pt x="12157" y="4765"/>
                  </a:lnTo>
                  <a:cubicBezTo>
                    <a:pt x="12157" y="4745"/>
                    <a:pt x="12157" y="4729"/>
                    <a:pt x="12161" y="4709"/>
                  </a:cubicBezTo>
                  <a:cubicBezTo>
                    <a:pt x="12165" y="4689"/>
                    <a:pt x="12169" y="4673"/>
                    <a:pt x="12173" y="4653"/>
                  </a:cubicBezTo>
                  <a:cubicBezTo>
                    <a:pt x="12193" y="4577"/>
                    <a:pt x="12225" y="4501"/>
                    <a:pt x="12249" y="4421"/>
                  </a:cubicBezTo>
                  <a:cubicBezTo>
                    <a:pt x="12281" y="4341"/>
                    <a:pt x="12305" y="4257"/>
                    <a:pt x="12321" y="4173"/>
                  </a:cubicBezTo>
                  <a:cubicBezTo>
                    <a:pt x="12325" y="4149"/>
                    <a:pt x="12325" y="4125"/>
                    <a:pt x="12325" y="4101"/>
                  </a:cubicBezTo>
                  <a:cubicBezTo>
                    <a:pt x="12325" y="4089"/>
                    <a:pt x="12325" y="4077"/>
                    <a:pt x="12321" y="4065"/>
                  </a:cubicBezTo>
                  <a:cubicBezTo>
                    <a:pt x="12317" y="4053"/>
                    <a:pt x="12317" y="4041"/>
                    <a:pt x="12313" y="4029"/>
                  </a:cubicBezTo>
                  <a:cubicBezTo>
                    <a:pt x="12297" y="3981"/>
                    <a:pt x="12277" y="3941"/>
                    <a:pt x="12249" y="3901"/>
                  </a:cubicBezTo>
                  <a:cubicBezTo>
                    <a:pt x="12197" y="3829"/>
                    <a:pt x="12137" y="3773"/>
                    <a:pt x="12097" y="3709"/>
                  </a:cubicBezTo>
                  <a:cubicBezTo>
                    <a:pt x="12077" y="3681"/>
                    <a:pt x="12061" y="3649"/>
                    <a:pt x="12049" y="3613"/>
                  </a:cubicBezTo>
                  <a:cubicBezTo>
                    <a:pt x="12041" y="3577"/>
                    <a:pt x="12033" y="3537"/>
                    <a:pt x="12025" y="3501"/>
                  </a:cubicBezTo>
                  <a:cubicBezTo>
                    <a:pt x="12017" y="3421"/>
                    <a:pt x="12013" y="3341"/>
                    <a:pt x="12021" y="3261"/>
                  </a:cubicBezTo>
                  <a:cubicBezTo>
                    <a:pt x="12025" y="3181"/>
                    <a:pt x="12033" y="3101"/>
                    <a:pt x="12049" y="3021"/>
                  </a:cubicBezTo>
                  <a:cubicBezTo>
                    <a:pt x="12061" y="2941"/>
                    <a:pt x="12077" y="2861"/>
                    <a:pt x="12097" y="2785"/>
                  </a:cubicBezTo>
                  <a:cubicBezTo>
                    <a:pt x="12145" y="2629"/>
                    <a:pt x="12205" y="2477"/>
                    <a:pt x="12277" y="2333"/>
                  </a:cubicBezTo>
                  <a:cubicBezTo>
                    <a:pt x="12345" y="2185"/>
                    <a:pt x="12421" y="2037"/>
                    <a:pt x="12493" y="1889"/>
                  </a:cubicBezTo>
                  <a:lnTo>
                    <a:pt x="13373" y="108"/>
                  </a:lnTo>
                  <a:lnTo>
                    <a:pt x="13401" y="48"/>
                  </a:lnTo>
                  <a:lnTo>
                    <a:pt x="13337" y="28"/>
                  </a:lnTo>
                  <a:cubicBezTo>
                    <a:pt x="13278" y="10"/>
                    <a:pt x="13217" y="1"/>
                    <a:pt x="131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65"/>
            <p:cNvSpPr/>
            <p:nvPr/>
          </p:nvSpPr>
          <p:spPr>
            <a:xfrm flipH="1">
              <a:off x="7265915" y="2515181"/>
              <a:ext cx="2071338" cy="575730"/>
            </a:xfrm>
            <a:custGeom>
              <a:avLst/>
              <a:gdLst/>
              <a:ahLst/>
              <a:cxnLst/>
              <a:rect l="l" t="t" r="r" b="b"/>
              <a:pathLst>
                <a:path w="15402" h="4281" extrusionOk="0">
                  <a:moveTo>
                    <a:pt x="7380" y="2994"/>
                  </a:moveTo>
                  <a:cubicBezTo>
                    <a:pt x="6815" y="3047"/>
                    <a:pt x="6242" y="3067"/>
                    <a:pt x="5681" y="3133"/>
                  </a:cubicBezTo>
                  <a:cubicBezTo>
                    <a:pt x="5876" y="3172"/>
                    <a:pt x="6074" y="3191"/>
                    <a:pt x="6272" y="3191"/>
                  </a:cubicBezTo>
                  <a:cubicBezTo>
                    <a:pt x="6648" y="3191"/>
                    <a:pt x="7025" y="3122"/>
                    <a:pt x="7380" y="2994"/>
                  </a:cubicBezTo>
                  <a:close/>
                  <a:moveTo>
                    <a:pt x="15402" y="1"/>
                  </a:moveTo>
                  <a:lnTo>
                    <a:pt x="13365" y="501"/>
                  </a:lnTo>
                  <a:cubicBezTo>
                    <a:pt x="13093" y="565"/>
                    <a:pt x="12765" y="689"/>
                    <a:pt x="12721" y="965"/>
                  </a:cubicBezTo>
                  <a:cubicBezTo>
                    <a:pt x="12705" y="769"/>
                    <a:pt x="12693" y="569"/>
                    <a:pt x="12677" y="369"/>
                  </a:cubicBezTo>
                  <a:cubicBezTo>
                    <a:pt x="12441" y="873"/>
                    <a:pt x="12025" y="1269"/>
                    <a:pt x="11513" y="1477"/>
                  </a:cubicBezTo>
                  <a:cubicBezTo>
                    <a:pt x="11689" y="1041"/>
                    <a:pt x="11993" y="665"/>
                    <a:pt x="12393" y="409"/>
                  </a:cubicBezTo>
                  <a:cubicBezTo>
                    <a:pt x="12341" y="406"/>
                    <a:pt x="12289" y="405"/>
                    <a:pt x="12237" y="405"/>
                  </a:cubicBezTo>
                  <a:cubicBezTo>
                    <a:pt x="11667" y="405"/>
                    <a:pt x="11108" y="545"/>
                    <a:pt x="10605" y="813"/>
                  </a:cubicBezTo>
                  <a:lnTo>
                    <a:pt x="11289" y="1081"/>
                  </a:lnTo>
                  <a:cubicBezTo>
                    <a:pt x="11137" y="1063"/>
                    <a:pt x="10985" y="1054"/>
                    <a:pt x="10833" y="1054"/>
                  </a:cubicBezTo>
                  <a:cubicBezTo>
                    <a:pt x="10281" y="1054"/>
                    <a:pt x="9734" y="1173"/>
                    <a:pt x="9225" y="1405"/>
                  </a:cubicBezTo>
                  <a:cubicBezTo>
                    <a:pt x="8851" y="1574"/>
                    <a:pt x="8481" y="1813"/>
                    <a:pt x="8069" y="1813"/>
                  </a:cubicBezTo>
                  <a:cubicBezTo>
                    <a:pt x="8063" y="1813"/>
                    <a:pt x="8056" y="1813"/>
                    <a:pt x="8049" y="1813"/>
                  </a:cubicBezTo>
                  <a:cubicBezTo>
                    <a:pt x="7817" y="1813"/>
                    <a:pt x="7597" y="1729"/>
                    <a:pt x="7369" y="1701"/>
                  </a:cubicBezTo>
                  <a:cubicBezTo>
                    <a:pt x="7300" y="1692"/>
                    <a:pt x="7231" y="1688"/>
                    <a:pt x="7162" y="1688"/>
                  </a:cubicBezTo>
                  <a:cubicBezTo>
                    <a:pt x="6699" y="1688"/>
                    <a:pt x="6245" y="1868"/>
                    <a:pt x="5789" y="1973"/>
                  </a:cubicBezTo>
                  <a:cubicBezTo>
                    <a:pt x="5373" y="2070"/>
                    <a:pt x="4949" y="2106"/>
                    <a:pt x="4522" y="2106"/>
                  </a:cubicBezTo>
                  <a:cubicBezTo>
                    <a:pt x="3968" y="2106"/>
                    <a:pt x="3409" y="2046"/>
                    <a:pt x="2857" y="1985"/>
                  </a:cubicBezTo>
                  <a:cubicBezTo>
                    <a:pt x="4241" y="1769"/>
                    <a:pt x="5629" y="1593"/>
                    <a:pt x="7021" y="1461"/>
                  </a:cubicBezTo>
                  <a:cubicBezTo>
                    <a:pt x="6522" y="1373"/>
                    <a:pt x="6017" y="1334"/>
                    <a:pt x="5511" y="1334"/>
                  </a:cubicBezTo>
                  <a:cubicBezTo>
                    <a:pt x="4747" y="1334"/>
                    <a:pt x="3980" y="1423"/>
                    <a:pt x="3229" y="1565"/>
                  </a:cubicBezTo>
                  <a:cubicBezTo>
                    <a:pt x="2634" y="1675"/>
                    <a:pt x="2027" y="1820"/>
                    <a:pt x="1426" y="1820"/>
                  </a:cubicBezTo>
                  <a:cubicBezTo>
                    <a:pt x="1195" y="1820"/>
                    <a:pt x="965" y="1798"/>
                    <a:pt x="737" y="1745"/>
                  </a:cubicBezTo>
                  <a:lnTo>
                    <a:pt x="605" y="1661"/>
                  </a:lnTo>
                  <a:cubicBezTo>
                    <a:pt x="566" y="1644"/>
                    <a:pt x="526" y="1636"/>
                    <a:pt x="486" y="1636"/>
                  </a:cubicBezTo>
                  <a:cubicBezTo>
                    <a:pt x="285" y="1636"/>
                    <a:pt x="89" y="1835"/>
                    <a:pt x="49" y="2049"/>
                  </a:cubicBezTo>
                  <a:cubicBezTo>
                    <a:pt x="1" y="2301"/>
                    <a:pt x="97" y="2557"/>
                    <a:pt x="153" y="2813"/>
                  </a:cubicBezTo>
                  <a:cubicBezTo>
                    <a:pt x="261" y="3301"/>
                    <a:pt x="225" y="3809"/>
                    <a:pt x="49" y="4281"/>
                  </a:cubicBezTo>
                  <a:lnTo>
                    <a:pt x="1761" y="3445"/>
                  </a:lnTo>
                  <a:cubicBezTo>
                    <a:pt x="2065" y="3301"/>
                    <a:pt x="2377" y="3149"/>
                    <a:pt x="2713" y="3129"/>
                  </a:cubicBezTo>
                  <a:cubicBezTo>
                    <a:pt x="2744" y="3127"/>
                    <a:pt x="2774" y="3126"/>
                    <a:pt x="2805" y="3126"/>
                  </a:cubicBezTo>
                  <a:cubicBezTo>
                    <a:pt x="3070" y="3126"/>
                    <a:pt x="3331" y="3197"/>
                    <a:pt x="3593" y="3233"/>
                  </a:cubicBezTo>
                  <a:cubicBezTo>
                    <a:pt x="3746" y="3254"/>
                    <a:pt x="3900" y="3265"/>
                    <a:pt x="4053" y="3265"/>
                  </a:cubicBezTo>
                  <a:cubicBezTo>
                    <a:pt x="4584" y="3265"/>
                    <a:pt x="5110" y="3136"/>
                    <a:pt x="5585" y="2885"/>
                  </a:cubicBezTo>
                  <a:cubicBezTo>
                    <a:pt x="5248" y="2827"/>
                    <a:pt x="4912" y="2798"/>
                    <a:pt x="4573" y="2798"/>
                  </a:cubicBezTo>
                  <a:cubicBezTo>
                    <a:pt x="4513" y="2798"/>
                    <a:pt x="4453" y="2799"/>
                    <a:pt x="4393" y="2801"/>
                  </a:cubicBezTo>
                  <a:cubicBezTo>
                    <a:pt x="4820" y="2530"/>
                    <a:pt x="5311" y="2386"/>
                    <a:pt x="5815" y="2386"/>
                  </a:cubicBezTo>
                  <a:cubicBezTo>
                    <a:pt x="5877" y="2386"/>
                    <a:pt x="5939" y="2388"/>
                    <a:pt x="6001" y="2393"/>
                  </a:cubicBezTo>
                  <a:cubicBezTo>
                    <a:pt x="5801" y="2429"/>
                    <a:pt x="5609" y="2505"/>
                    <a:pt x="5437" y="2617"/>
                  </a:cubicBezTo>
                  <a:cubicBezTo>
                    <a:pt x="5645" y="2637"/>
                    <a:pt x="5853" y="2647"/>
                    <a:pt x="6061" y="2647"/>
                  </a:cubicBezTo>
                  <a:cubicBezTo>
                    <a:pt x="6974" y="2647"/>
                    <a:pt x="7880" y="2455"/>
                    <a:pt x="8717" y="2077"/>
                  </a:cubicBezTo>
                  <a:lnTo>
                    <a:pt x="8717" y="2077"/>
                  </a:lnTo>
                  <a:cubicBezTo>
                    <a:pt x="8363" y="2494"/>
                    <a:pt x="7894" y="2807"/>
                    <a:pt x="7380" y="2994"/>
                  </a:cubicBezTo>
                  <a:lnTo>
                    <a:pt x="7380" y="2994"/>
                  </a:lnTo>
                  <a:cubicBezTo>
                    <a:pt x="7985" y="2936"/>
                    <a:pt x="8579" y="2840"/>
                    <a:pt x="9137" y="2609"/>
                  </a:cubicBezTo>
                  <a:cubicBezTo>
                    <a:pt x="9773" y="2345"/>
                    <a:pt x="10325" y="1917"/>
                    <a:pt x="10865" y="1489"/>
                  </a:cubicBezTo>
                  <a:lnTo>
                    <a:pt x="10865" y="1489"/>
                  </a:lnTo>
                  <a:cubicBezTo>
                    <a:pt x="10629" y="2165"/>
                    <a:pt x="10125" y="2717"/>
                    <a:pt x="9469" y="3009"/>
                  </a:cubicBezTo>
                  <a:cubicBezTo>
                    <a:pt x="10201" y="2785"/>
                    <a:pt x="10873" y="2405"/>
                    <a:pt x="11445" y="1897"/>
                  </a:cubicBezTo>
                  <a:cubicBezTo>
                    <a:pt x="11533" y="1821"/>
                    <a:pt x="11652" y="1739"/>
                    <a:pt x="11755" y="1739"/>
                  </a:cubicBezTo>
                  <a:cubicBezTo>
                    <a:pt x="11798" y="1739"/>
                    <a:pt x="11839" y="1753"/>
                    <a:pt x="11873" y="1789"/>
                  </a:cubicBezTo>
                  <a:lnTo>
                    <a:pt x="11517" y="2241"/>
                  </a:lnTo>
                  <a:cubicBezTo>
                    <a:pt x="12705" y="1321"/>
                    <a:pt x="14009" y="565"/>
                    <a:pt x="154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65"/>
            <p:cNvSpPr/>
            <p:nvPr/>
          </p:nvSpPr>
          <p:spPr>
            <a:xfrm flipH="1">
              <a:off x="5865523" y="1472115"/>
              <a:ext cx="3480337" cy="1959984"/>
            </a:xfrm>
            <a:custGeom>
              <a:avLst/>
              <a:gdLst/>
              <a:ahLst/>
              <a:cxnLst/>
              <a:rect l="l" t="t" r="r" b="b"/>
              <a:pathLst>
                <a:path w="25879" h="14574" extrusionOk="0">
                  <a:moveTo>
                    <a:pt x="10481" y="434"/>
                  </a:moveTo>
                  <a:lnTo>
                    <a:pt x="10481" y="434"/>
                  </a:lnTo>
                  <a:cubicBezTo>
                    <a:pt x="10481" y="434"/>
                    <a:pt x="10480" y="439"/>
                    <a:pt x="10479" y="444"/>
                  </a:cubicBezTo>
                  <a:lnTo>
                    <a:pt x="10481" y="444"/>
                  </a:lnTo>
                  <a:cubicBezTo>
                    <a:pt x="10481" y="437"/>
                    <a:pt x="10481" y="434"/>
                    <a:pt x="10481" y="434"/>
                  </a:cubicBezTo>
                  <a:close/>
                  <a:moveTo>
                    <a:pt x="10494" y="568"/>
                  </a:moveTo>
                  <a:lnTo>
                    <a:pt x="10494" y="568"/>
                  </a:lnTo>
                  <a:cubicBezTo>
                    <a:pt x="10489" y="571"/>
                    <a:pt x="10483" y="572"/>
                    <a:pt x="10477" y="572"/>
                  </a:cubicBezTo>
                  <a:lnTo>
                    <a:pt x="10478" y="568"/>
                  </a:lnTo>
                  <a:close/>
                  <a:moveTo>
                    <a:pt x="10961" y="584"/>
                  </a:moveTo>
                  <a:lnTo>
                    <a:pt x="10963" y="586"/>
                  </a:lnTo>
                  <a:lnTo>
                    <a:pt x="10957" y="584"/>
                  </a:lnTo>
                  <a:close/>
                  <a:moveTo>
                    <a:pt x="17364" y="6351"/>
                  </a:moveTo>
                  <a:lnTo>
                    <a:pt x="17364" y="6351"/>
                  </a:lnTo>
                  <a:cubicBezTo>
                    <a:pt x="17360" y="6356"/>
                    <a:pt x="17358" y="6360"/>
                    <a:pt x="17358" y="6362"/>
                  </a:cubicBezTo>
                  <a:lnTo>
                    <a:pt x="17358" y="6362"/>
                  </a:lnTo>
                  <a:cubicBezTo>
                    <a:pt x="17358" y="6361"/>
                    <a:pt x="17358" y="6359"/>
                    <a:pt x="17358" y="6357"/>
                  </a:cubicBezTo>
                  <a:cubicBezTo>
                    <a:pt x="17362" y="6353"/>
                    <a:pt x="17362" y="6353"/>
                    <a:pt x="17362" y="6353"/>
                  </a:cubicBezTo>
                  <a:lnTo>
                    <a:pt x="17364" y="6351"/>
                  </a:lnTo>
                  <a:close/>
                  <a:moveTo>
                    <a:pt x="17410" y="6367"/>
                  </a:moveTo>
                  <a:cubicBezTo>
                    <a:pt x="17410" y="6367"/>
                    <a:pt x="17411" y="6368"/>
                    <a:pt x="17410" y="6371"/>
                  </a:cubicBezTo>
                  <a:lnTo>
                    <a:pt x="17410" y="6371"/>
                  </a:lnTo>
                  <a:cubicBezTo>
                    <a:pt x="17410" y="6370"/>
                    <a:pt x="17410" y="6370"/>
                    <a:pt x="17410" y="6369"/>
                  </a:cubicBezTo>
                  <a:cubicBezTo>
                    <a:pt x="17410" y="6368"/>
                    <a:pt x="17410" y="6367"/>
                    <a:pt x="17410" y="6367"/>
                  </a:cubicBezTo>
                  <a:close/>
                  <a:moveTo>
                    <a:pt x="17401" y="6387"/>
                  </a:moveTo>
                  <a:cubicBezTo>
                    <a:pt x="17400" y="6388"/>
                    <a:pt x="17399" y="6388"/>
                    <a:pt x="17398" y="6388"/>
                  </a:cubicBezTo>
                  <a:lnTo>
                    <a:pt x="17398" y="6388"/>
                  </a:lnTo>
                  <a:lnTo>
                    <a:pt x="17401" y="6387"/>
                  </a:lnTo>
                  <a:close/>
                  <a:moveTo>
                    <a:pt x="12811" y="7938"/>
                  </a:moveTo>
                  <a:lnTo>
                    <a:pt x="12811" y="7938"/>
                  </a:lnTo>
                  <a:cubicBezTo>
                    <a:pt x="12811" y="7938"/>
                    <a:pt x="12811" y="7938"/>
                    <a:pt x="12811" y="7938"/>
                  </a:cubicBezTo>
                  <a:lnTo>
                    <a:pt x="12811" y="7938"/>
                  </a:lnTo>
                  <a:cubicBezTo>
                    <a:pt x="12807" y="7939"/>
                    <a:pt x="12804" y="7941"/>
                    <a:pt x="12801" y="7941"/>
                  </a:cubicBezTo>
                  <a:lnTo>
                    <a:pt x="12811" y="7938"/>
                  </a:lnTo>
                  <a:close/>
                  <a:moveTo>
                    <a:pt x="12812" y="7938"/>
                  </a:moveTo>
                  <a:cubicBezTo>
                    <a:pt x="12816" y="7939"/>
                    <a:pt x="12819" y="7942"/>
                    <a:pt x="12821" y="7945"/>
                  </a:cubicBezTo>
                  <a:lnTo>
                    <a:pt x="12813" y="7941"/>
                  </a:lnTo>
                  <a:lnTo>
                    <a:pt x="12812" y="7938"/>
                  </a:lnTo>
                  <a:close/>
                  <a:moveTo>
                    <a:pt x="13197" y="115"/>
                  </a:moveTo>
                  <a:cubicBezTo>
                    <a:pt x="13229" y="115"/>
                    <a:pt x="13260" y="119"/>
                    <a:pt x="13289" y="124"/>
                  </a:cubicBezTo>
                  <a:lnTo>
                    <a:pt x="13321" y="132"/>
                  </a:lnTo>
                  <a:lnTo>
                    <a:pt x="13353" y="140"/>
                  </a:lnTo>
                  <a:lnTo>
                    <a:pt x="13361" y="143"/>
                  </a:lnTo>
                  <a:lnTo>
                    <a:pt x="13361" y="143"/>
                  </a:lnTo>
                  <a:lnTo>
                    <a:pt x="12829" y="1224"/>
                  </a:lnTo>
                  <a:lnTo>
                    <a:pt x="12285" y="2369"/>
                  </a:lnTo>
                  <a:cubicBezTo>
                    <a:pt x="12237" y="2461"/>
                    <a:pt x="12197" y="2561"/>
                    <a:pt x="12157" y="2661"/>
                  </a:cubicBezTo>
                  <a:cubicBezTo>
                    <a:pt x="12141" y="2713"/>
                    <a:pt x="12125" y="2757"/>
                    <a:pt x="12109" y="2817"/>
                  </a:cubicBezTo>
                  <a:cubicBezTo>
                    <a:pt x="12093" y="2873"/>
                    <a:pt x="12085" y="2921"/>
                    <a:pt x="12073" y="2973"/>
                  </a:cubicBezTo>
                  <a:lnTo>
                    <a:pt x="12057" y="3053"/>
                  </a:lnTo>
                  <a:lnTo>
                    <a:pt x="12053" y="3069"/>
                  </a:lnTo>
                  <a:lnTo>
                    <a:pt x="12053" y="3077"/>
                  </a:lnTo>
                  <a:lnTo>
                    <a:pt x="12053" y="3085"/>
                  </a:lnTo>
                  <a:lnTo>
                    <a:pt x="12053" y="3097"/>
                  </a:lnTo>
                  <a:lnTo>
                    <a:pt x="12049" y="3133"/>
                  </a:lnTo>
                  <a:lnTo>
                    <a:pt x="12029" y="3293"/>
                  </a:lnTo>
                  <a:cubicBezTo>
                    <a:pt x="12021" y="3349"/>
                    <a:pt x="12021" y="3401"/>
                    <a:pt x="12025" y="3457"/>
                  </a:cubicBezTo>
                  <a:cubicBezTo>
                    <a:pt x="12025" y="3485"/>
                    <a:pt x="12029" y="3513"/>
                    <a:pt x="12029" y="3541"/>
                  </a:cubicBezTo>
                  <a:lnTo>
                    <a:pt x="12033" y="3561"/>
                  </a:lnTo>
                  <a:lnTo>
                    <a:pt x="12033" y="3569"/>
                  </a:lnTo>
                  <a:lnTo>
                    <a:pt x="12033" y="3585"/>
                  </a:lnTo>
                  <a:lnTo>
                    <a:pt x="12041" y="3621"/>
                  </a:lnTo>
                  <a:lnTo>
                    <a:pt x="12049" y="3661"/>
                  </a:lnTo>
                  <a:lnTo>
                    <a:pt x="12053" y="3681"/>
                  </a:lnTo>
                  <a:lnTo>
                    <a:pt x="12053" y="3689"/>
                  </a:lnTo>
                  <a:lnTo>
                    <a:pt x="12053" y="3697"/>
                  </a:lnTo>
                  <a:lnTo>
                    <a:pt x="12053" y="3705"/>
                  </a:lnTo>
                  <a:cubicBezTo>
                    <a:pt x="12061" y="3733"/>
                    <a:pt x="12077" y="3761"/>
                    <a:pt x="12093" y="3785"/>
                  </a:cubicBezTo>
                  <a:cubicBezTo>
                    <a:pt x="12121" y="3833"/>
                    <a:pt x="12153" y="3877"/>
                    <a:pt x="12193" y="3917"/>
                  </a:cubicBezTo>
                  <a:cubicBezTo>
                    <a:pt x="12225" y="3953"/>
                    <a:pt x="12257" y="3993"/>
                    <a:pt x="12281" y="4037"/>
                  </a:cubicBezTo>
                  <a:cubicBezTo>
                    <a:pt x="12293" y="4057"/>
                    <a:pt x="12305" y="4077"/>
                    <a:pt x="12313" y="4097"/>
                  </a:cubicBezTo>
                  <a:cubicBezTo>
                    <a:pt x="12313" y="4105"/>
                    <a:pt x="12317" y="4121"/>
                    <a:pt x="12321" y="4133"/>
                  </a:cubicBezTo>
                  <a:lnTo>
                    <a:pt x="12321" y="4141"/>
                  </a:lnTo>
                  <a:lnTo>
                    <a:pt x="12321" y="4149"/>
                  </a:lnTo>
                  <a:lnTo>
                    <a:pt x="12321" y="4169"/>
                  </a:lnTo>
                  <a:cubicBezTo>
                    <a:pt x="12321" y="4217"/>
                    <a:pt x="12313" y="4265"/>
                    <a:pt x="12301" y="4309"/>
                  </a:cubicBezTo>
                  <a:cubicBezTo>
                    <a:pt x="12285" y="4353"/>
                    <a:pt x="12269" y="4405"/>
                    <a:pt x="12249" y="4453"/>
                  </a:cubicBezTo>
                  <a:cubicBezTo>
                    <a:pt x="12209" y="4557"/>
                    <a:pt x="12181" y="4661"/>
                    <a:pt x="12157" y="4765"/>
                  </a:cubicBezTo>
                  <a:lnTo>
                    <a:pt x="12153" y="4809"/>
                  </a:lnTo>
                  <a:lnTo>
                    <a:pt x="12153" y="4821"/>
                  </a:lnTo>
                  <a:lnTo>
                    <a:pt x="12153" y="4837"/>
                  </a:lnTo>
                  <a:lnTo>
                    <a:pt x="12153" y="4857"/>
                  </a:lnTo>
                  <a:lnTo>
                    <a:pt x="12145" y="4949"/>
                  </a:lnTo>
                  <a:lnTo>
                    <a:pt x="12137" y="5125"/>
                  </a:lnTo>
                  <a:lnTo>
                    <a:pt x="12133" y="5217"/>
                  </a:lnTo>
                  <a:lnTo>
                    <a:pt x="12133" y="5305"/>
                  </a:lnTo>
                  <a:lnTo>
                    <a:pt x="12129" y="5481"/>
                  </a:lnTo>
                  <a:lnTo>
                    <a:pt x="12125" y="5657"/>
                  </a:lnTo>
                  <a:cubicBezTo>
                    <a:pt x="12121" y="5721"/>
                    <a:pt x="12121" y="5777"/>
                    <a:pt x="12125" y="5837"/>
                  </a:cubicBezTo>
                  <a:cubicBezTo>
                    <a:pt x="12125" y="5897"/>
                    <a:pt x="12129" y="5957"/>
                    <a:pt x="12133" y="6017"/>
                  </a:cubicBezTo>
                  <a:cubicBezTo>
                    <a:pt x="12133" y="6077"/>
                    <a:pt x="12137" y="6137"/>
                    <a:pt x="12145" y="6197"/>
                  </a:cubicBezTo>
                  <a:cubicBezTo>
                    <a:pt x="12149" y="6253"/>
                    <a:pt x="12157" y="6317"/>
                    <a:pt x="12165" y="6373"/>
                  </a:cubicBezTo>
                  <a:lnTo>
                    <a:pt x="12193" y="6549"/>
                  </a:lnTo>
                  <a:cubicBezTo>
                    <a:pt x="12201" y="6609"/>
                    <a:pt x="12209" y="6669"/>
                    <a:pt x="12217" y="6725"/>
                  </a:cubicBezTo>
                  <a:lnTo>
                    <a:pt x="12245" y="6901"/>
                  </a:lnTo>
                  <a:lnTo>
                    <a:pt x="12357" y="7601"/>
                  </a:lnTo>
                  <a:lnTo>
                    <a:pt x="12361" y="7629"/>
                  </a:lnTo>
                  <a:lnTo>
                    <a:pt x="12389" y="7633"/>
                  </a:lnTo>
                  <a:lnTo>
                    <a:pt x="12413" y="7637"/>
                  </a:lnTo>
                  <a:lnTo>
                    <a:pt x="12429" y="7637"/>
                  </a:lnTo>
                  <a:lnTo>
                    <a:pt x="12473" y="7653"/>
                  </a:lnTo>
                  <a:lnTo>
                    <a:pt x="12493" y="7661"/>
                  </a:lnTo>
                  <a:lnTo>
                    <a:pt x="12497" y="7661"/>
                  </a:lnTo>
                  <a:lnTo>
                    <a:pt x="12505" y="7665"/>
                  </a:lnTo>
                  <a:lnTo>
                    <a:pt x="12549" y="7689"/>
                  </a:lnTo>
                  <a:lnTo>
                    <a:pt x="12629" y="7729"/>
                  </a:lnTo>
                  <a:lnTo>
                    <a:pt x="12649" y="7741"/>
                  </a:lnTo>
                  <a:lnTo>
                    <a:pt x="12665" y="7749"/>
                  </a:lnTo>
                  <a:lnTo>
                    <a:pt x="12697" y="7773"/>
                  </a:lnTo>
                  <a:lnTo>
                    <a:pt x="12693" y="7773"/>
                  </a:lnTo>
                  <a:cubicBezTo>
                    <a:pt x="12709" y="7785"/>
                    <a:pt x="12717" y="7805"/>
                    <a:pt x="12721" y="7821"/>
                  </a:cubicBezTo>
                  <a:lnTo>
                    <a:pt x="12729" y="7837"/>
                  </a:lnTo>
                  <a:lnTo>
                    <a:pt x="12729" y="7845"/>
                  </a:lnTo>
                  <a:lnTo>
                    <a:pt x="12729" y="7853"/>
                  </a:lnTo>
                  <a:lnTo>
                    <a:pt x="12737" y="7889"/>
                  </a:lnTo>
                  <a:cubicBezTo>
                    <a:pt x="12741" y="7909"/>
                    <a:pt x="12749" y="7933"/>
                    <a:pt x="12757" y="7957"/>
                  </a:cubicBezTo>
                  <a:lnTo>
                    <a:pt x="12761" y="7977"/>
                  </a:lnTo>
                  <a:cubicBezTo>
                    <a:pt x="12765" y="7985"/>
                    <a:pt x="12765" y="7989"/>
                    <a:pt x="12769" y="7997"/>
                  </a:cubicBezTo>
                  <a:cubicBezTo>
                    <a:pt x="12773" y="8005"/>
                    <a:pt x="12777" y="8013"/>
                    <a:pt x="12781" y="8017"/>
                  </a:cubicBezTo>
                  <a:cubicBezTo>
                    <a:pt x="12785" y="8021"/>
                    <a:pt x="12789" y="8025"/>
                    <a:pt x="12793" y="8029"/>
                  </a:cubicBezTo>
                  <a:cubicBezTo>
                    <a:pt x="12796" y="8034"/>
                    <a:pt x="12801" y="8037"/>
                    <a:pt x="12807" y="8039"/>
                  </a:cubicBezTo>
                  <a:lnTo>
                    <a:pt x="12807" y="8039"/>
                  </a:lnTo>
                  <a:cubicBezTo>
                    <a:pt x="12812" y="8043"/>
                    <a:pt x="12820" y="8045"/>
                    <a:pt x="12825" y="8045"/>
                  </a:cubicBezTo>
                  <a:lnTo>
                    <a:pt x="12837" y="8045"/>
                  </a:lnTo>
                  <a:lnTo>
                    <a:pt x="12849" y="8041"/>
                  </a:lnTo>
                  <a:lnTo>
                    <a:pt x="12849" y="8041"/>
                  </a:lnTo>
                  <a:cubicBezTo>
                    <a:pt x="12848" y="8042"/>
                    <a:pt x="12848" y="8043"/>
                    <a:pt x="12849" y="8043"/>
                  </a:cubicBezTo>
                  <a:cubicBezTo>
                    <a:pt x="12851" y="8043"/>
                    <a:pt x="12856" y="8041"/>
                    <a:pt x="12861" y="8041"/>
                  </a:cubicBezTo>
                  <a:cubicBezTo>
                    <a:pt x="12869" y="8037"/>
                    <a:pt x="12873" y="8033"/>
                    <a:pt x="12881" y="8029"/>
                  </a:cubicBezTo>
                  <a:lnTo>
                    <a:pt x="12877" y="8029"/>
                  </a:lnTo>
                  <a:cubicBezTo>
                    <a:pt x="12913" y="8013"/>
                    <a:pt x="12945" y="7989"/>
                    <a:pt x="12973" y="7961"/>
                  </a:cubicBezTo>
                  <a:cubicBezTo>
                    <a:pt x="13001" y="7933"/>
                    <a:pt x="13021" y="7909"/>
                    <a:pt x="13045" y="7889"/>
                  </a:cubicBezTo>
                  <a:cubicBezTo>
                    <a:pt x="13069" y="7869"/>
                    <a:pt x="13097" y="7853"/>
                    <a:pt x="13125" y="7841"/>
                  </a:cubicBezTo>
                  <a:cubicBezTo>
                    <a:pt x="13157" y="7829"/>
                    <a:pt x="13189" y="7821"/>
                    <a:pt x="13221" y="7817"/>
                  </a:cubicBezTo>
                  <a:cubicBezTo>
                    <a:pt x="13289" y="7805"/>
                    <a:pt x="13357" y="7797"/>
                    <a:pt x="13425" y="7789"/>
                  </a:cubicBezTo>
                  <a:cubicBezTo>
                    <a:pt x="13497" y="7785"/>
                    <a:pt x="13565" y="7781"/>
                    <a:pt x="13637" y="7781"/>
                  </a:cubicBezTo>
                  <a:cubicBezTo>
                    <a:pt x="13777" y="7773"/>
                    <a:pt x="13921" y="7761"/>
                    <a:pt x="14061" y="7733"/>
                  </a:cubicBezTo>
                  <a:cubicBezTo>
                    <a:pt x="14202" y="7709"/>
                    <a:pt x="14338" y="7681"/>
                    <a:pt x="14478" y="7649"/>
                  </a:cubicBezTo>
                  <a:lnTo>
                    <a:pt x="14482" y="7649"/>
                  </a:lnTo>
                  <a:cubicBezTo>
                    <a:pt x="14690" y="7585"/>
                    <a:pt x="14906" y="7537"/>
                    <a:pt x="15122" y="7505"/>
                  </a:cubicBezTo>
                  <a:lnTo>
                    <a:pt x="15286" y="7477"/>
                  </a:lnTo>
                  <a:cubicBezTo>
                    <a:pt x="15338" y="7469"/>
                    <a:pt x="15394" y="7461"/>
                    <a:pt x="15450" y="7449"/>
                  </a:cubicBezTo>
                  <a:lnTo>
                    <a:pt x="15774" y="7389"/>
                  </a:lnTo>
                  <a:lnTo>
                    <a:pt x="15858" y="7373"/>
                  </a:lnTo>
                  <a:lnTo>
                    <a:pt x="15938" y="7353"/>
                  </a:lnTo>
                  <a:cubicBezTo>
                    <a:pt x="15990" y="7341"/>
                    <a:pt x="16046" y="7325"/>
                    <a:pt x="16098" y="7309"/>
                  </a:cubicBezTo>
                  <a:cubicBezTo>
                    <a:pt x="16150" y="7289"/>
                    <a:pt x="16202" y="7273"/>
                    <a:pt x="16254" y="7249"/>
                  </a:cubicBezTo>
                  <a:lnTo>
                    <a:pt x="16334" y="7217"/>
                  </a:lnTo>
                  <a:cubicBezTo>
                    <a:pt x="16346" y="7213"/>
                    <a:pt x="16362" y="7205"/>
                    <a:pt x="16374" y="7201"/>
                  </a:cubicBezTo>
                  <a:lnTo>
                    <a:pt x="16386" y="7193"/>
                  </a:lnTo>
                  <a:lnTo>
                    <a:pt x="16390" y="7185"/>
                  </a:lnTo>
                  <a:lnTo>
                    <a:pt x="16394" y="7181"/>
                  </a:lnTo>
                  <a:cubicBezTo>
                    <a:pt x="16406" y="7173"/>
                    <a:pt x="16410" y="7161"/>
                    <a:pt x="16414" y="7149"/>
                  </a:cubicBezTo>
                  <a:cubicBezTo>
                    <a:pt x="16414" y="7133"/>
                    <a:pt x="16418" y="7117"/>
                    <a:pt x="16418" y="7101"/>
                  </a:cubicBezTo>
                  <a:lnTo>
                    <a:pt x="16418" y="7081"/>
                  </a:lnTo>
                  <a:lnTo>
                    <a:pt x="16418" y="7065"/>
                  </a:lnTo>
                  <a:cubicBezTo>
                    <a:pt x="16422" y="7041"/>
                    <a:pt x="16430" y="7017"/>
                    <a:pt x="16442" y="6993"/>
                  </a:cubicBezTo>
                  <a:cubicBezTo>
                    <a:pt x="16466" y="6953"/>
                    <a:pt x="16502" y="6913"/>
                    <a:pt x="16546" y="6889"/>
                  </a:cubicBezTo>
                  <a:cubicBezTo>
                    <a:pt x="16590" y="6865"/>
                    <a:pt x="16638" y="6849"/>
                    <a:pt x="16690" y="6845"/>
                  </a:cubicBezTo>
                  <a:cubicBezTo>
                    <a:pt x="16714" y="6845"/>
                    <a:pt x="16738" y="6845"/>
                    <a:pt x="16762" y="6849"/>
                  </a:cubicBezTo>
                  <a:cubicBezTo>
                    <a:pt x="16786" y="6853"/>
                    <a:pt x="16810" y="6865"/>
                    <a:pt x="16834" y="6873"/>
                  </a:cubicBezTo>
                  <a:cubicBezTo>
                    <a:pt x="16846" y="6881"/>
                    <a:pt x="16862" y="6893"/>
                    <a:pt x="16882" y="6905"/>
                  </a:cubicBezTo>
                  <a:cubicBezTo>
                    <a:pt x="16894" y="6913"/>
                    <a:pt x="16906" y="6917"/>
                    <a:pt x="16918" y="6921"/>
                  </a:cubicBezTo>
                  <a:lnTo>
                    <a:pt x="16946" y="6921"/>
                  </a:lnTo>
                  <a:cubicBezTo>
                    <a:pt x="16954" y="6921"/>
                    <a:pt x="16966" y="6917"/>
                    <a:pt x="16974" y="6909"/>
                  </a:cubicBezTo>
                  <a:cubicBezTo>
                    <a:pt x="16986" y="6897"/>
                    <a:pt x="16994" y="6885"/>
                    <a:pt x="16994" y="6869"/>
                  </a:cubicBezTo>
                  <a:cubicBezTo>
                    <a:pt x="16998" y="6857"/>
                    <a:pt x="17002" y="6845"/>
                    <a:pt x="16998" y="6829"/>
                  </a:cubicBezTo>
                  <a:cubicBezTo>
                    <a:pt x="16998" y="6817"/>
                    <a:pt x="16998" y="6805"/>
                    <a:pt x="16994" y="6793"/>
                  </a:cubicBezTo>
                  <a:cubicBezTo>
                    <a:pt x="16994" y="6785"/>
                    <a:pt x="16990" y="6773"/>
                    <a:pt x="16986" y="6761"/>
                  </a:cubicBezTo>
                  <a:cubicBezTo>
                    <a:pt x="16966" y="6725"/>
                    <a:pt x="16950" y="6689"/>
                    <a:pt x="16938" y="6649"/>
                  </a:cubicBezTo>
                  <a:cubicBezTo>
                    <a:pt x="16934" y="6633"/>
                    <a:pt x="16934" y="6617"/>
                    <a:pt x="16934" y="6597"/>
                  </a:cubicBezTo>
                  <a:cubicBezTo>
                    <a:pt x="16934" y="6589"/>
                    <a:pt x="16938" y="6581"/>
                    <a:pt x="16938" y="6573"/>
                  </a:cubicBezTo>
                  <a:cubicBezTo>
                    <a:pt x="16942" y="6565"/>
                    <a:pt x="16946" y="6561"/>
                    <a:pt x="16950" y="6553"/>
                  </a:cubicBezTo>
                  <a:cubicBezTo>
                    <a:pt x="16958" y="6537"/>
                    <a:pt x="16974" y="6525"/>
                    <a:pt x="16986" y="6517"/>
                  </a:cubicBezTo>
                  <a:cubicBezTo>
                    <a:pt x="17002" y="6509"/>
                    <a:pt x="17018" y="6501"/>
                    <a:pt x="17038" y="6493"/>
                  </a:cubicBezTo>
                  <a:lnTo>
                    <a:pt x="17154" y="6457"/>
                  </a:lnTo>
                  <a:lnTo>
                    <a:pt x="17394" y="6389"/>
                  </a:lnTo>
                  <a:lnTo>
                    <a:pt x="17402" y="6389"/>
                  </a:lnTo>
                  <a:lnTo>
                    <a:pt x="17406" y="6385"/>
                  </a:lnTo>
                  <a:lnTo>
                    <a:pt x="17410" y="6381"/>
                  </a:lnTo>
                  <a:cubicBezTo>
                    <a:pt x="17454" y="6313"/>
                    <a:pt x="17494" y="6241"/>
                    <a:pt x="17522" y="6169"/>
                  </a:cubicBezTo>
                  <a:cubicBezTo>
                    <a:pt x="17538" y="6133"/>
                    <a:pt x="17554" y="6093"/>
                    <a:pt x="17570" y="6061"/>
                  </a:cubicBezTo>
                  <a:cubicBezTo>
                    <a:pt x="17578" y="6045"/>
                    <a:pt x="17586" y="6025"/>
                    <a:pt x="17598" y="6013"/>
                  </a:cubicBezTo>
                  <a:cubicBezTo>
                    <a:pt x="17606" y="5997"/>
                    <a:pt x="17618" y="5981"/>
                    <a:pt x="17630" y="5969"/>
                  </a:cubicBezTo>
                  <a:cubicBezTo>
                    <a:pt x="17682" y="5909"/>
                    <a:pt x="17738" y="5857"/>
                    <a:pt x="17802" y="5813"/>
                  </a:cubicBezTo>
                  <a:cubicBezTo>
                    <a:pt x="17862" y="5761"/>
                    <a:pt x="17914" y="5705"/>
                    <a:pt x="17974" y="5653"/>
                  </a:cubicBezTo>
                  <a:cubicBezTo>
                    <a:pt x="18034" y="5601"/>
                    <a:pt x="18086" y="5541"/>
                    <a:pt x="18142" y="5481"/>
                  </a:cubicBezTo>
                  <a:cubicBezTo>
                    <a:pt x="18194" y="5425"/>
                    <a:pt x="18246" y="5365"/>
                    <a:pt x="18294" y="5305"/>
                  </a:cubicBezTo>
                  <a:cubicBezTo>
                    <a:pt x="18394" y="5181"/>
                    <a:pt x="18490" y="5057"/>
                    <a:pt x="18590" y="4937"/>
                  </a:cubicBezTo>
                  <a:lnTo>
                    <a:pt x="19762" y="3465"/>
                  </a:lnTo>
                  <a:lnTo>
                    <a:pt x="19774" y="3453"/>
                  </a:lnTo>
                  <a:lnTo>
                    <a:pt x="19762" y="3437"/>
                  </a:lnTo>
                  <a:cubicBezTo>
                    <a:pt x="19730" y="3389"/>
                    <a:pt x="19726" y="3325"/>
                    <a:pt x="19750" y="3269"/>
                  </a:cubicBezTo>
                  <a:cubicBezTo>
                    <a:pt x="19778" y="3213"/>
                    <a:pt x="19814" y="3161"/>
                    <a:pt x="19862" y="3121"/>
                  </a:cubicBezTo>
                  <a:cubicBezTo>
                    <a:pt x="19914" y="3077"/>
                    <a:pt x="19958" y="3021"/>
                    <a:pt x="19990" y="2961"/>
                  </a:cubicBezTo>
                  <a:cubicBezTo>
                    <a:pt x="20022" y="2905"/>
                    <a:pt x="20050" y="2845"/>
                    <a:pt x="20074" y="2781"/>
                  </a:cubicBezTo>
                  <a:cubicBezTo>
                    <a:pt x="20122" y="2657"/>
                    <a:pt x="20162" y="2533"/>
                    <a:pt x="20198" y="2405"/>
                  </a:cubicBezTo>
                  <a:lnTo>
                    <a:pt x="20302" y="2021"/>
                  </a:lnTo>
                  <a:cubicBezTo>
                    <a:pt x="20326" y="1957"/>
                    <a:pt x="20330" y="1888"/>
                    <a:pt x="20326" y="1820"/>
                  </a:cubicBezTo>
                  <a:cubicBezTo>
                    <a:pt x="20318" y="1784"/>
                    <a:pt x="20310" y="1756"/>
                    <a:pt x="20302" y="1720"/>
                  </a:cubicBezTo>
                  <a:cubicBezTo>
                    <a:pt x="20294" y="1688"/>
                    <a:pt x="20290" y="1660"/>
                    <a:pt x="20290" y="1628"/>
                  </a:cubicBezTo>
                  <a:cubicBezTo>
                    <a:pt x="20298" y="1496"/>
                    <a:pt x="20322" y="1368"/>
                    <a:pt x="20354" y="1240"/>
                  </a:cubicBezTo>
                  <a:cubicBezTo>
                    <a:pt x="20382" y="1112"/>
                    <a:pt x="20426" y="992"/>
                    <a:pt x="20482" y="872"/>
                  </a:cubicBezTo>
                  <a:cubicBezTo>
                    <a:pt x="20506" y="812"/>
                    <a:pt x="20546" y="760"/>
                    <a:pt x="20594" y="724"/>
                  </a:cubicBezTo>
                  <a:cubicBezTo>
                    <a:pt x="20610" y="711"/>
                    <a:pt x="20628" y="705"/>
                    <a:pt x="20647" y="705"/>
                  </a:cubicBezTo>
                  <a:cubicBezTo>
                    <a:pt x="20656" y="705"/>
                    <a:pt x="20665" y="706"/>
                    <a:pt x="20674" y="708"/>
                  </a:cubicBezTo>
                  <a:cubicBezTo>
                    <a:pt x="20702" y="716"/>
                    <a:pt x="20726" y="732"/>
                    <a:pt x="20742" y="756"/>
                  </a:cubicBezTo>
                  <a:cubicBezTo>
                    <a:pt x="20766" y="784"/>
                    <a:pt x="20786" y="816"/>
                    <a:pt x="20798" y="852"/>
                  </a:cubicBezTo>
                  <a:cubicBezTo>
                    <a:pt x="20814" y="884"/>
                    <a:pt x="20822" y="920"/>
                    <a:pt x="20822" y="960"/>
                  </a:cubicBezTo>
                  <a:cubicBezTo>
                    <a:pt x="20826" y="996"/>
                    <a:pt x="20826" y="1032"/>
                    <a:pt x="20822" y="1072"/>
                  </a:cubicBezTo>
                  <a:lnTo>
                    <a:pt x="20814" y="1188"/>
                  </a:lnTo>
                  <a:cubicBezTo>
                    <a:pt x="20814" y="1204"/>
                    <a:pt x="20810" y="1228"/>
                    <a:pt x="20810" y="1244"/>
                  </a:cubicBezTo>
                  <a:lnTo>
                    <a:pt x="20798" y="1300"/>
                  </a:lnTo>
                  <a:lnTo>
                    <a:pt x="20782" y="1416"/>
                  </a:lnTo>
                  <a:cubicBezTo>
                    <a:pt x="20770" y="1492"/>
                    <a:pt x="20758" y="1568"/>
                    <a:pt x="20742" y="1640"/>
                  </a:cubicBezTo>
                  <a:cubicBezTo>
                    <a:pt x="20714" y="1792"/>
                    <a:pt x="20678" y="1945"/>
                    <a:pt x="20654" y="2097"/>
                  </a:cubicBezTo>
                  <a:cubicBezTo>
                    <a:pt x="20626" y="2249"/>
                    <a:pt x="20610" y="2405"/>
                    <a:pt x="20610" y="2561"/>
                  </a:cubicBezTo>
                  <a:cubicBezTo>
                    <a:pt x="20610" y="2581"/>
                    <a:pt x="20610" y="2601"/>
                    <a:pt x="20614" y="2621"/>
                  </a:cubicBezTo>
                  <a:cubicBezTo>
                    <a:pt x="20618" y="2633"/>
                    <a:pt x="20622" y="2645"/>
                    <a:pt x="20626" y="2657"/>
                  </a:cubicBezTo>
                  <a:cubicBezTo>
                    <a:pt x="20634" y="2669"/>
                    <a:pt x="20650" y="2677"/>
                    <a:pt x="20662" y="2681"/>
                  </a:cubicBezTo>
                  <a:cubicBezTo>
                    <a:pt x="20668" y="2682"/>
                    <a:pt x="20675" y="2682"/>
                    <a:pt x="20681" y="2682"/>
                  </a:cubicBezTo>
                  <a:cubicBezTo>
                    <a:pt x="20698" y="2682"/>
                    <a:pt x="20715" y="2678"/>
                    <a:pt x="20730" y="2673"/>
                  </a:cubicBezTo>
                  <a:lnTo>
                    <a:pt x="20786" y="2653"/>
                  </a:lnTo>
                  <a:cubicBezTo>
                    <a:pt x="20858" y="2629"/>
                    <a:pt x="20930" y="2601"/>
                    <a:pt x="21002" y="2573"/>
                  </a:cubicBezTo>
                  <a:cubicBezTo>
                    <a:pt x="21150" y="2517"/>
                    <a:pt x="21290" y="2457"/>
                    <a:pt x="21430" y="2389"/>
                  </a:cubicBezTo>
                  <a:lnTo>
                    <a:pt x="21634" y="2281"/>
                  </a:lnTo>
                  <a:cubicBezTo>
                    <a:pt x="21702" y="2241"/>
                    <a:pt x="21770" y="2209"/>
                    <a:pt x="21842" y="2181"/>
                  </a:cubicBezTo>
                  <a:cubicBezTo>
                    <a:pt x="21986" y="2133"/>
                    <a:pt x="22134" y="2089"/>
                    <a:pt x="22282" y="2053"/>
                  </a:cubicBezTo>
                  <a:lnTo>
                    <a:pt x="22730" y="1933"/>
                  </a:lnTo>
                  <a:lnTo>
                    <a:pt x="23174" y="1808"/>
                  </a:lnTo>
                  <a:lnTo>
                    <a:pt x="23622" y="1684"/>
                  </a:lnTo>
                  <a:cubicBezTo>
                    <a:pt x="23766" y="1644"/>
                    <a:pt x="23918" y="1600"/>
                    <a:pt x="24066" y="1560"/>
                  </a:cubicBezTo>
                  <a:lnTo>
                    <a:pt x="24178" y="1524"/>
                  </a:lnTo>
                  <a:cubicBezTo>
                    <a:pt x="24198" y="1520"/>
                    <a:pt x="24214" y="1516"/>
                    <a:pt x="24234" y="1508"/>
                  </a:cubicBezTo>
                  <a:lnTo>
                    <a:pt x="24290" y="1488"/>
                  </a:lnTo>
                  <a:lnTo>
                    <a:pt x="24506" y="1408"/>
                  </a:lnTo>
                  <a:cubicBezTo>
                    <a:pt x="24654" y="1352"/>
                    <a:pt x="24794" y="1296"/>
                    <a:pt x="24938" y="1248"/>
                  </a:cubicBezTo>
                  <a:cubicBezTo>
                    <a:pt x="25010" y="1220"/>
                    <a:pt x="25086" y="1200"/>
                    <a:pt x="25158" y="1180"/>
                  </a:cubicBezTo>
                  <a:cubicBezTo>
                    <a:pt x="25230" y="1164"/>
                    <a:pt x="25306" y="1148"/>
                    <a:pt x="25382" y="1140"/>
                  </a:cubicBezTo>
                  <a:cubicBezTo>
                    <a:pt x="25425" y="1135"/>
                    <a:pt x="25467" y="1132"/>
                    <a:pt x="25510" y="1132"/>
                  </a:cubicBezTo>
                  <a:cubicBezTo>
                    <a:pt x="25604" y="1132"/>
                    <a:pt x="25698" y="1145"/>
                    <a:pt x="25789" y="1170"/>
                  </a:cubicBezTo>
                  <a:lnTo>
                    <a:pt x="25789" y="1170"/>
                  </a:lnTo>
                  <a:cubicBezTo>
                    <a:pt x="25750" y="1256"/>
                    <a:pt x="25671" y="1315"/>
                    <a:pt x="25586" y="1368"/>
                  </a:cubicBezTo>
                  <a:cubicBezTo>
                    <a:pt x="25486" y="1424"/>
                    <a:pt x="25382" y="1472"/>
                    <a:pt x="25278" y="1512"/>
                  </a:cubicBezTo>
                  <a:cubicBezTo>
                    <a:pt x="25062" y="1596"/>
                    <a:pt x="24838" y="1656"/>
                    <a:pt x="24614" y="1716"/>
                  </a:cubicBezTo>
                  <a:lnTo>
                    <a:pt x="24278" y="1812"/>
                  </a:lnTo>
                  <a:cubicBezTo>
                    <a:pt x="24162" y="1848"/>
                    <a:pt x="24058" y="1892"/>
                    <a:pt x="23946" y="1929"/>
                  </a:cubicBezTo>
                  <a:lnTo>
                    <a:pt x="23290" y="2165"/>
                  </a:lnTo>
                  <a:lnTo>
                    <a:pt x="21974" y="2637"/>
                  </a:lnTo>
                  <a:cubicBezTo>
                    <a:pt x="21754" y="2717"/>
                    <a:pt x="21538" y="2809"/>
                    <a:pt x="21330" y="2913"/>
                  </a:cubicBezTo>
                  <a:lnTo>
                    <a:pt x="21026" y="3085"/>
                  </a:lnTo>
                  <a:cubicBezTo>
                    <a:pt x="20923" y="3142"/>
                    <a:pt x="20828" y="3209"/>
                    <a:pt x="20750" y="3295"/>
                  </a:cubicBezTo>
                  <a:lnTo>
                    <a:pt x="20750" y="3295"/>
                  </a:lnTo>
                  <a:cubicBezTo>
                    <a:pt x="20649" y="3327"/>
                    <a:pt x="20556" y="3374"/>
                    <a:pt x="20470" y="3433"/>
                  </a:cubicBezTo>
                  <a:cubicBezTo>
                    <a:pt x="20382" y="3493"/>
                    <a:pt x="20302" y="3561"/>
                    <a:pt x="20230" y="3637"/>
                  </a:cubicBezTo>
                  <a:cubicBezTo>
                    <a:pt x="20158" y="3717"/>
                    <a:pt x="20094" y="3797"/>
                    <a:pt x="20034" y="3885"/>
                  </a:cubicBezTo>
                  <a:cubicBezTo>
                    <a:pt x="19978" y="3973"/>
                    <a:pt x="19922" y="4061"/>
                    <a:pt x="19874" y="4153"/>
                  </a:cubicBezTo>
                  <a:cubicBezTo>
                    <a:pt x="19826" y="4245"/>
                    <a:pt x="19782" y="4341"/>
                    <a:pt x="19742" y="4433"/>
                  </a:cubicBezTo>
                  <a:cubicBezTo>
                    <a:pt x="19698" y="4525"/>
                    <a:pt x="19654" y="4617"/>
                    <a:pt x="19606" y="4705"/>
                  </a:cubicBezTo>
                  <a:cubicBezTo>
                    <a:pt x="19510" y="4885"/>
                    <a:pt x="19406" y="5057"/>
                    <a:pt x="19290" y="5225"/>
                  </a:cubicBezTo>
                  <a:cubicBezTo>
                    <a:pt x="19234" y="5309"/>
                    <a:pt x="19174" y="5389"/>
                    <a:pt x="19114" y="5473"/>
                  </a:cubicBezTo>
                  <a:cubicBezTo>
                    <a:pt x="19050" y="5553"/>
                    <a:pt x="18986" y="5629"/>
                    <a:pt x="18922" y="5713"/>
                  </a:cubicBezTo>
                  <a:cubicBezTo>
                    <a:pt x="18790" y="5877"/>
                    <a:pt x="18682" y="6049"/>
                    <a:pt x="18570" y="6221"/>
                  </a:cubicBezTo>
                  <a:lnTo>
                    <a:pt x="18402" y="6481"/>
                  </a:lnTo>
                  <a:lnTo>
                    <a:pt x="18250" y="6749"/>
                  </a:lnTo>
                  <a:lnTo>
                    <a:pt x="18174" y="6881"/>
                  </a:lnTo>
                  <a:lnTo>
                    <a:pt x="18134" y="6945"/>
                  </a:lnTo>
                  <a:lnTo>
                    <a:pt x="18126" y="6965"/>
                  </a:lnTo>
                  <a:lnTo>
                    <a:pt x="18122" y="6969"/>
                  </a:lnTo>
                  <a:lnTo>
                    <a:pt x="18118" y="6977"/>
                  </a:lnTo>
                  <a:lnTo>
                    <a:pt x="18094" y="7005"/>
                  </a:lnTo>
                  <a:cubicBezTo>
                    <a:pt x="18070" y="7049"/>
                    <a:pt x="18038" y="7085"/>
                    <a:pt x="18006" y="7121"/>
                  </a:cubicBezTo>
                  <a:cubicBezTo>
                    <a:pt x="17990" y="7137"/>
                    <a:pt x="17974" y="7149"/>
                    <a:pt x="17954" y="7161"/>
                  </a:cubicBezTo>
                  <a:lnTo>
                    <a:pt x="17942" y="7169"/>
                  </a:lnTo>
                  <a:lnTo>
                    <a:pt x="17926" y="7177"/>
                  </a:lnTo>
                  <a:lnTo>
                    <a:pt x="17894" y="7193"/>
                  </a:lnTo>
                  <a:lnTo>
                    <a:pt x="17890" y="7193"/>
                  </a:lnTo>
                  <a:lnTo>
                    <a:pt x="17854" y="7213"/>
                  </a:lnTo>
                  <a:cubicBezTo>
                    <a:pt x="17814" y="7245"/>
                    <a:pt x="17786" y="7285"/>
                    <a:pt x="17766" y="7333"/>
                  </a:cubicBezTo>
                  <a:lnTo>
                    <a:pt x="17750" y="7365"/>
                  </a:lnTo>
                  <a:cubicBezTo>
                    <a:pt x="17750" y="7369"/>
                    <a:pt x="17742" y="7381"/>
                    <a:pt x="17738" y="7389"/>
                  </a:cubicBezTo>
                  <a:lnTo>
                    <a:pt x="17710" y="7445"/>
                  </a:lnTo>
                  <a:lnTo>
                    <a:pt x="17706" y="7453"/>
                  </a:lnTo>
                  <a:lnTo>
                    <a:pt x="17706" y="7457"/>
                  </a:lnTo>
                  <a:lnTo>
                    <a:pt x="17698" y="7469"/>
                  </a:lnTo>
                  <a:lnTo>
                    <a:pt x="17682" y="7493"/>
                  </a:lnTo>
                  <a:cubicBezTo>
                    <a:pt x="17674" y="7497"/>
                    <a:pt x="17670" y="7505"/>
                    <a:pt x="17662" y="7509"/>
                  </a:cubicBezTo>
                  <a:cubicBezTo>
                    <a:pt x="17658" y="7517"/>
                    <a:pt x="17650" y="7521"/>
                    <a:pt x="17642" y="7529"/>
                  </a:cubicBezTo>
                  <a:cubicBezTo>
                    <a:pt x="17610" y="7549"/>
                    <a:pt x="17578" y="7565"/>
                    <a:pt x="17542" y="7573"/>
                  </a:cubicBezTo>
                  <a:lnTo>
                    <a:pt x="17510" y="7585"/>
                  </a:lnTo>
                  <a:cubicBezTo>
                    <a:pt x="17510" y="7585"/>
                    <a:pt x="17490" y="7589"/>
                    <a:pt x="17486" y="7589"/>
                  </a:cubicBezTo>
                  <a:lnTo>
                    <a:pt x="17422" y="7597"/>
                  </a:lnTo>
                  <a:lnTo>
                    <a:pt x="17298" y="7617"/>
                  </a:lnTo>
                  <a:cubicBezTo>
                    <a:pt x="17214" y="7629"/>
                    <a:pt x="17126" y="7645"/>
                    <a:pt x="17042" y="7661"/>
                  </a:cubicBezTo>
                  <a:cubicBezTo>
                    <a:pt x="16998" y="7673"/>
                    <a:pt x="16962" y="7677"/>
                    <a:pt x="16914" y="7693"/>
                  </a:cubicBezTo>
                  <a:cubicBezTo>
                    <a:pt x="16870" y="7705"/>
                    <a:pt x="16834" y="7721"/>
                    <a:pt x="16790" y="7733"/>
                  </a:cubicBezTo>
                  <a:lnTo>
                    <a:pt x="16730" y="7753"/>
                  </a:lnTo>
                  <a:lnTo>
                    <a:pt x="16670" y="7777"/>
                  </a:lnTo>
                  <a:lnTo>
                    <a:pt x="16550" y="7825"/>
                  </a:lnTo>
                  <a:lnTo>
                    <a:pt x="16070" y="8005"/>
                  </a:lnTo>
                  <a:cubicBezTo>
                    <a:pt x="15750" y="8125"/>
                    <a:pt x="15430" y="8245"/>
                    <a:pt x="15114" y="8373"/>
                  </a:cubicBezTo>
                  <a:cubicBezTo>
                    <a:pt x="14798" y="8505"/>
                    <a:pt x="14482" y="8645"/>
                    <a:pt x="14178" y="8801"/>
                  </a:cubicBezTo>
                  <a:cubicBezTo>
                    <a:pt x="13869" y="8953"/>
                    <a:pt x="13577" y="9133"/>
                    <a:pt x="13297" y="9333"/>
                  </a:cubicBezTo>
                  <a:cubicBezTo>
                    <a:pt x="13261" y="9361"/>
                    <a:pt x="13229" y="9385"/>
                    <a:pt x="13193" y="9409"/>
                  </a:cubicBezTo>
                  <a:lnTo>
                    <a:pt x="13145" y="9449"/>
                  </a:lnTo>
                  <a:lnTo>
                    <a:pt x="13133" y="9457"/>
                  </a:lnTo>
                  <a:lnTo>
                    <a:pt x="13117" y="9469"/>
                  </a:lnTo>
                  <a:lnTo>
                    <a:pt x="13093" y="9489"/>
                  </a:lnTo>
                  <a:lnTo>
                    <a:pt x="12901" y="9657"/>
                  </a:lnTo>
                  <a:cubicBezTo>
                    <a:pt x="12769" y="9773"/>
                    <a:pt x="12649" y="9893"/>
                    <a:pt x="12525" y="10013"/>
                  </a:cubicBezTo>
                  <a:cubicBezTo>
                    <a:pt x="12285" y="10257"/>
                    <a:pt x="12053" y="10505"/>
                    <a:pt x="11797" y="10729"/>
                  </a:cubicBezTo>
                  <a:cubicBezTo>
                    <a:pt x="11549" y="10961"/>
                    <a:pt x="11273" y="11157"/>
                    <a:pt x="10969" y="11317"/>
                  </a:cubicBezTo>
                  <a:cubicBezTo>
                    <a:pt x="10665" y="11465"/>
                    <a:pt x="10337" y="11565"/>
                    <a:pt x="10001" y="11613"/>
                  </a:cubicBezTo>
                  <a:cubicBezTo>
                    <a:pt x="9665" y="11657"/>
                    <a:pt x="9325" y="11677"/>
                    <a:pt x="8981" y="11677"/>
                  </a:cubicBezTo>
                  <a:cubicBezTo>
                    <a:pt x="8755" y="11677"/>
                    <a:pt x="8528" y="11673"/>
                    <a:pt x="8300" y="11673"/>
                  </a:cubicBezTo>
                  <a:cubicBezTo>
                    <a:pt x="8186" y="11673"/>
                    <a:pt x="8072" y="11674"/>
                    <a:pt x="7957" y="11677"/>
                  </a:cubicBezTo>
                  <a:cubicBezTo>
                    <a:pt x="7617" y="11681"/>
                    <a:pt x="7273" y="11709"/>
                    <a:pt x="6937" y="11761"/>
                  </a:cubicBezTo>
                  <a:cubicBezTo>
                    <a:pt x="6261" y="11865"/>
                    <a:pt x="5601" y="12065"/>
                    <a:pt x="4965" y="12313"/>
                  </a:cubicBezTo>
                  <a:cubicBezTo>
                    <a:pt x="4329" y="12557"/>
                    <a:pt x="3709" y="12849"/>
                    <a:pt x="3097" y="13149"/>
                  </a:cubicBezTo>
                  <a:lnTo>
                    <a:pt x="521" y="14439"/>
                  </a:lnTo>
                  <a:lnTo>
                    <a:pt x="517" y="14433"/>
                  </a:lnTo>
                  <a:lnTo>
                    <a:pt x="515" y="14442"/>
                  </a:lnTo>
                  <a:lnTo>
                    <a:pt x="515" y="14442"/>
                  </a:lnTo>
                  <a:lnTo>
                    <a:pt x="514" y="14442"/>
                  </a:lnTo>
                  <a:lnTo>
                    <a:pt x="514" y="14442"/>
                  </a:lnTo>
                  <a:lnTo>
                    <a:pt x="509" y="14437"/>
                  </a:lnTo>
                  <a:cubicBezTo>
                    <a:pt x="373" y="14221"/>
                    <a:pt x="281" y="13977"/>
                    <a:pt x="241" y="13725"/>
                  </a:cubicBezTo>
                  <a:cubicBezTo>
                    <a:pt x="201" y="13473"/>
                    <a:pt x="177" y="13217"/>
                    <a:pt x="173" y="12961"/>
                  </a:cubicBezTo>
                  <a:lnTo>
                    <a:pt x="133" y="11425"/>
                  </a:lnTo>
                  <a:lnTo>
                    <a:pt x="93" y="9885"/>
                  </a:lnTo>
                  <a:lnTo>
                    <a:pt x="77" y="9117"/>
                  </a:lnTo>
                  <a:lnTo>
                    <a:pt x="69" y="8925"/>
                  </a:lnTo>
                  <a:cubicBezTo>
                    <a:pt x="65" y="8865"/>
                    <a:pt x="73" y="8805"/>
                    <a:pt x="93" y="8749"/>
                  </a:cubicBezTo>
                  <a:cubicBezTo>
                    <a:pt x="105" y="8725"/>
                    <a:pt x="125" y="8701"/>
                    <a:pt x="145" y="8685"/>
                  </a:cubicBezTo>
                  <a:cubicBezTo>
                    <a:pt x="169" y="8669"/>
                    <a:pt x="193" y="8657"/>
                    <a:pt x="221" y="8649"/>
                  </a:cubicBezTo>
                  <a:cubicBezTo>
                    <a:pt x="249" y="8637"/>
                    <a:pt x="277" y="8633"/>
                    <a:pt x="309" y="8633"/>
                  </a:cubicBezTo>
                  <a:lnTo>
                    <a:pt x="353" y="8629"/>
                  </a:lnTo>
                  <a:lnTo>
                    <a:pt x="405" y="8629"/>
                  </a:lnTo>
                  <a:lnTo>
                    <a:pt x="3481" y="8577"/>
                  </a:lnTo>
                  <a:cubicBezTo>
                    <a:pt x="3664" y="8574"/>
                    <a:pt x="3848" y="8572"/>
                    <a:pt x="4031" y="8572"/>
                  </a:cubicBezTo>
                  <a:cubicBezTo>
                    <a:pt x="4359" y="8572"/>
                    <a:pt x="4687" y="8579"/>
                    <a:pt x="5013" y="8605"/>
                  </a:cubicBezTo>
                  <a:cubicBezTo>
                    <a:pt x="5525" y="8637"/>
                    <a:pt x="6025" y="8733"/>
                    <a:pt x="6509" y="8897"/>
                  </a:cubicBezTo>
                  <a:cubicBezTo>
                    <a:pt x="6745" y="8981"/>
                    <a:pt x="6981" y="9089"/>
                    <a:pt x="7225" y="9173"/>
                  </a:cubicBezTo>
                  <a:cubicBezTo>
                    <a:pt x="7473" y="9269"/>
                    <a:pt x="7733" y="9321"/>
                    <a:pt x="7997" y="9325"/>
                  </a:cubicBezTo>
                  <a:cubicBezTo>
                    <a:pt x="8257" y="9313"/>
                    <a:pt x="8517" y="9257"/>
                    <a:pt x="8761" y="9161"/>
                  </a:cubicBezTo>
                  <a:lnTo>
                    <a:pt x="9121" y="9021"/>
                  </a:lnTo>
                  <a:lnTo>
                    <a:pt x="9481" y="8885"/>
                  </a:lnTo>
                  <a:cubicBezTo>
                    <a:pt x="9721" y="8797"/>
                    <a:pt x="9965" y="8713"/>
                    <a:pt x="10205" y="8613"/>
                  </a:cubicBezTo>
                  <a:lnTo>
                    <a:pt x="10381" y="8529"/>
                  </a:lnTo>
                  <a:lnTo>
                    <a:pt x="10389" y="8525"/>
                  </a:lnTo>
                  <a:lnTo>
                    <a:pt x="10405" y="8517"/>
                  </a:lnTo>
                  <a:lnTo>
                    <a:pt x="10425" y="8505"/>
                  </a:lnTo>
                  <a:lnTo>
                    <a:pt x="10469" y="8485"/>
                  </a:lnTo>
                  <a:lnTo>
                    <a:pt x="10553" y="8437"/>
                  </a:lnTo>
                  <a:cubicBezTo>
                    <a:pt x="10613" y="8405"/>
                    <a:pt x="10669" y="8373"/>
                    <a:pt x="10725" y="8333"/>
                  </a:cubicBezTo>
                  <a:lnTo>
                    <a:pt x="10737" y="8325"/>
                  </a:lnTo>
                  <a:lnTo>
                    <a:pt x="10749" y="8313"/>
                  </a:lnTo>
                  <a:cubicBezTo>
                    <a:pt x="10761" y="8301"/>
                    <a:pt x="10769" y="8289"/>
                    <a:pt x="10773" y="8277"/>
                  </a:cubicBezTo>
                  <a:cubicBezTo>
                    <a:pt x="10785" y="8253"/>
                    <a:pt x="10789" y="8229"/>
                    <a:pt x="10789" y="8205"/>
                  </a:cubicBezTo>
                  <a:cubicBezTo>
                    <a:pt x="10789" y="8169"/>
                    <a:pt x="10785" y="8137"/>
                    <a:pt x="10785" y="8105"/>
                  </a:cubicBezTo>
                  <a:cubicBezTo>
                    <a:pt x="10761" y="7853"/>
                    <a:pt x="10757" y="7597"/>
                    <a:pt x="10761" y="7345"/>
                  </a:cubicBezTo>
                  <a:cubicBezTo>
                    <a:pt x="10773" y="7089"/>
                    <a:pt x="10801" y="6837"/>
                    <a:pt x="10837" y="6585"/>
                  </a:cubicBezTo>
                  <a:cubicBezTo>
                    <a:pt x="10909" y="6077"/>
                    <a:pt x="11013" y="5573"/>
                    <a:pt x="11045" y="5053"/>
                  </a:cubicBezTo>
                  <a:lnTo>
                    <a:pt x="11061" y="4669"/>
                  </a:lnTo>
                  <a:lnTo>
                    <a:pt x="11061" y="4477"/>
                  </a:lnTo>
                  <a:lnTo>
                    <a:pt x="11061" y="4389"/>
                  </a:lnTo>
                  <a:lnTo>
                    <a:pt x="11077" y="4293"/>
                  </a:lnTo>
                  <a:lnTo>
                    <a:pt x="11077" y="4285"/>
                  </a:lnTo>
                  <a:lnTo>
                    <a:pt x="11081" y="4277"/>
                  </a:lnTo>
                  <a:lnTo>
                    <a:pt x="11089" y="4253"/>
                  </a:lnTo>
                  <a:cubicBezTo>
                    <a:pt x="11093" y="4241"/>
                    <a:pt x="11097" y="4225"/>
                    <a:pt x="11101" y="4209"/>
                  </a:cubicBezTo>
                  <a:cubicBezTo>
                    <a:pt x="11113" y="4181"/>
                    <a:pt x="11121" y="4153"/>
                    <a:pt x="11133" y="4121"/>
                  </a:cubicBezTo>
                  <a:cubicBezTo>
                    <a:pt x="11161" y="4061"/>
                    <a:pt x="11181" y="3997"/>
                    <a:pt x="11197" y="3933"/>
                  </a:cubicBezTo>
                  <a:cubicBezTo>
                    <a:pt x="11217" y="3797"/>
                    <a:pt x="11213" y="3661"/>
                    <a:pt x="11185" y="3529"/>
                  </a:cubicBezTo>
                  <a:lnTo>
                    <a:pt x="11121" y="3153"/>
                  </a:lnTo>
                  <a:lnTo>
                    <a:pt x="11105" y="2961"/>
                  </a:lnTo>
                  <a:lnTo>
                    <a:pt x="11089" y="2769"/>
                  </a:lnTo>
                  <a:cubicBezTo>
                    <a:pt x="11073" y="2509"/>
                    <a:pt x="11037" y="2253"/>
                    <a:pt x="10981" y="2001"/>
                  </a:cubicBezTo>
                  <a:cubicBezTo>
                    <a:pt x="10862" y="1508"/>
                    <a:pt x="10658" y="1053"/>
                    <a:pt x="10454" y="603"/>
                  </a:cubicBezTo>
                  <a:lnTo>
                    <a:pt x="10454" y="603"/>
                  </a:lnTo>
                  <a:lnTo>
                    <a:pt x="10509" y="576"/>
                  </a:lnTo>
                  <a:lnTo>
                    <a:pt x="10527" y="568"/>
                  </a:lnTo>
                  <a:lnTo>
                    <a:pt x="10893" y="568"/>
                  </a:lnTo>
                  <a:lnTo>
                    <a:pt x="10925" y="572"/>
                  </a:lnTo>
                  <a:lnTo>
                    <a:pt x="10941" y="580"/>
                  </a:lnTo>
                  <a:lnTo>
                    <a:pt x="10937" y="580"/>
                  </a:lnTo>
                  <a:lnTo>
                    <a:pt x="10965" y="588"/>
                  </a:lnTo>
                  <a:lnTo>
                    <a:pt x="10977" y="592"/>
                  </a:lnTo>
                  <a:cubicBezTo>
                    <a:pt x="10989" y="604"/>
                    <a:pt x="11001" y="612"/>
                    <a:pt x="11013" y="624"/>
                  </a:cubicBezTo>
                  <a:cubicBezTo>
                    <a:pt x="11033" y="652"/>
                    <a:pt x="11053" y="684"/>
                    <a:pt x="11069" y="716"/>
                  </a:cubicBezTo>
                  <a:cubicBezTo>
                    <a:pt x="11077" y="732"/>
                    <a:pt x="11089" y="752"/>
                    <a:pt x="11093" y="764"/>
                  </a:cubicBezTo>
                  <a:cubicBezTo>
                    <a:pt x="11101" y="780"/>
                    <a:pt x="11105" y="800"/>
                    <a:pt x="11113" y="820"/>
                  </a:cubicBezTo>
                  <a:lnTo>
                    <a:pt x="11153" y="932"/>
                  </a:lnTo>
                  <a:lnTo>
                    <a:pt x="11173" y="988"/>
                  </a:lnTo>
                  <a:lnTo>
                    <a:pt x="11193" y="1048"/>
                  </a:lnTo>
                  <a:cubicBezTo>
                    <a:pt x="11213" y="1092"/>
                    <a:pt x="11229" y="1124"/>
                    <a:pt x="11245" y="1160"/>
                  </a:cubicBezTo>
                  <a:lnTo>
                    <a:pt x="11345" y="1384"/>
                  </a:lnTo>
                  <a:cubicBezTo>
                    <a:pt x="11481" y="1676"/>
                    <a:pt x="11621" y="1969"/>
                    <a:pt x="11773" y="2253"/>
                  </a:cubicBezTo>
                  <a:lnTo>
                    <a:pt x="11817" y="2333"/>
                  </a:lnTo>
                  <a:lnTo>
                    <a:pt x="11869" y="2261"/>
                  </a:lnTo>
                  <a:lnTo>
                    <a:pt x="11953" y="2141"/>
                  </a:lnTo>
                  <a:cubicBezTo>
                    <a:pt x="11969" y="2117"/>
                    <a:pt x="11981" y="2101"/>
                    <a:pt x="11997" y="2077"/>
                  </a:cubicBezTo>
                  <a:lnTo>
                    <a:pt x="12037" y="2017"/>
                  </a:lnTo>
                  <a:lnTo>
                    <a:pt x="12117" y="1892"/>
                  </a:lnTo>
                  <a:lnTo>
                    <a:pt x="12157" y="1828"/>
                  </a:lnTo>
                  <a:lnTo>
                    <a:pt x="12197" y="1764"/>
                  </a:lnTo>
                  <a:lnTo>
                    <a:pt x="12269" y="1636"/>
                  </a:lnTo>
                  <a:lnTo>
                    <a:pt x="12309" y="1572"/>
                  </a:lnTo>
                  <a:lnTo>
                    <a:pt x="12345" y="1508"/>
                  </a:lnTo>
                  <a:lnTo>
                    <a:pt x="12413" y="1376"/>
                  </a:lnTo>
                  <a:lnTo>
                    <a:pt x="12449" y="1312"/>
                  </a:lnTo>
                  <a:cubicBezTo>
                    <a:pt x="12461" y="1288"/>
                    <a:pt x="12473" y="1268"/>
                    <a:pt x="12485" y="1244"/>
                  </a:cubicBezTo>
                  <a:lnTo>
                    <a:pt x="12549" y="1112"/>
                  </a:lnTo>
                  <a:lnTo>
                    <a:pt x="12581" y="1048"/>
                  </a:lnTo>
                  <a:lnTo>
                    <a:pt x="12589" y="1032"/>
                  </a:lnTo>
                  <a:lnTo>
                    <a:pt x="12597" y="1012"/>
                  </a:lnTo>
                  <a:lnTo>
                    <a:pt x="12613" y="980"/>
                  </a:lnTo>
                  <a:lnTo>
                    <a:pt x="12673" y="844"/>
                  </a:lnTo>
                  <a:lnTo>
                    <a:pt x="12701" y="776"/>
                  </a:lnTo>
                  <a:lnTo>
                    <a:pt x="12717" y="740"/>
                  </a:lnTo>
                  <a:lnTo>
                    <a:pt x="12733" y="708"/>
                  </a:lnTo>
                  <a:lnTo>
                    <a:pt x="12785" y="572"/>
                  </a:lnTo>
                  <a:cubicBezTo>
                    <a:pt x="12805" y="524"/>
                    <a:pt x="12825" y="480"/>
                    <a:pt x="12841" y="432"/>
                  </a:cubicBezTo>
                  <a:lnTo>
                    <a:pt x="12934" y="174"/>
                  </a:lnTo>
                  <a:lnTo>
                    <a:pt x="12934" y="174"/>
                  </a:lnTo>
                  <a:cubicBezTo>
                    <a:pt x="12948" y="168"/>
                    <a:pt x="12960" y="162"/>
                    <a:pt x="12973" y="156"/>
                  </a:cubicBezTo>
                  <a:cubicBezTo>
                    <a:pt x="12993" y="148"/>
                    <a:pt x="13013" y="140"/>
                    <a:pt x="13037" y="136"/>
                  </a:cubicBezTo>
                  <a:cubicBezTo>
                    <a:pt x="13077" y="124"/>
                    <a:pt x="13121" y="116"/>
                    <a:pt x="13161" y="116"/>
                  </a:cubicBezTo>
                  <a:cubicBezTo>
                    <a:pt x="13173" y="115"/>
                    <a:pt x="13185" y="115"/>
                    <a:pt x="13197" y="115"/>
                  </a:cubicBezTo>
                  <a:close/>
                  <a:moveTo>
                    <a:pt x="13145" y="0"/>
                  </a:moveTo>
                  <a:cubicBezTo>
                    <a:pt x="13093" y="4"/>
                    <a:pt x="13041" y="12"/>
                    <a:pt x="12993" y="24"/>
                  </a:cubicBezTo>
                  <a:cubicBezTo>
                    <a:pt x="12969" y="32"/>
                    <a:pt x="12945" y="40"/>
                    <a:pt x="12921" y="48"/>
                  </a:cubicBezTo>
                  <a:cubicBezTo>
                    <a:pt x="12897" y="56"/>
                    <a:pt x="12873" y="72"/>
                    <a:pt x="12853" y="80"/>
                  </a:cubicBezTo>
                  <a:lnTo>
                    <a:pt x="12833" y="88"/>
                  </a:lnTo>
                  <a:lnTo>
                    <a:pt x="12825" y="112"/>
                  </a:lnTo>
                  <a:lnTo>
                    <a:pt x="12725" y="388"/>
                  </a:lnTo>
                  <a:cubicBezTo>
                    <a:pt x="12713" y="428"/>
                    <a:pt x="12689" y="476"/>
                    <a:pt x="12673" y="524"/>
                  </a:cubicBezTo>
                  <a:lnTo>
                    <a:pt x="12617" y="660"/>
                  </a:lnTo>
                  <a:lnTo>
                    <a:pt x="12605" y="692"/>
                  </a:lnTo>
                  <a:lnTo>
                    <a:pt x="12589" y="724"/>
                  </a:lnTo>
                  <a:lnTo>
                    <a:pt x="12561" y="792"/>
                  </a:lnTo>
                  <a:lnTo>
                    <a:pt x="12501" y="924"/>
                  </a:lnTo>
                  <a:lnTo>
                    <a:pt x="12485" y="960"/>
                  </a:lnTo>
                  <a:lnTo>
                    <a:pt x="12477" y="976"/>
                  </a:lnTo>
                  <a:lnTo>
                    <a:pt x="12469" y="992"/>
                  </a:lnTo>
                  <a:lnTo>
                    <a:pt x="12437" y="1056"/>
                  </a:lnTo>
                  <a:lnTo>
                    <a:pt x="12373" y="1188"/>
                  </a:lnTo>
                  <a:cubicBezTo>
                    <a:pt x="12361" y="1208"/>
                    <a:pt x="12349" y="1236"/>
                    <a:pt x="12341" y="1252"/>
                  </a:cubicBezTo>
                  <a:lnTo>
                    <a:pt x="12305" y="1316"/>
                  </a:lnTo>
                  <a:lnTo>
                    <a:pt x="12233" y="1448"/>
                  </a:lnTo>
                  <a:lnTo>
                    <a:pt x="12201" y="1508"/>
                  </a:lnTo>
                  <a:lnTo>
                    <a:pt x="12161" y="1572"/>
                  </a:lnTo>
                  <a:lnTo>
                    <a:pt x="12085" y="1700"/>
                  </a:lnTo>
                  <a:lnTo>
                    <a:pt x="12049" y="1760"/>
                  </a:lnTo>
                  <a:lnTo>
                    <a:pt x="12009" y="1820"/>
                  </a:lnTo>
                  <a:lnTo>
                    <a:pt x="11929" y="1945"/>
                  </a:lnTo>
                  <a:lnTo>
                    <a:pt x="11889" y="2009"/>
                  </a:lnTo>
                  <a:cubicBezTo>
                    <a:pt x="11881" y="2025"/>
                    <a:pt x="11861" y="2049"/>
                    <a:pt x="11849" y="2065"/>
                  </a:cubicBezTo>
                  <a:lnTo>
                    <a:pt x="11819" y="2110"/>
                  </a:lnTo>
                  <a:lnTo>
                    <a:pt x="11819" y="2110"/>
                  </a:lnTo>
                  <a:cubicBezTo>
                    <a:pt x="11686" y="1853"/>
                    <a:pt x="11557" y="1592"/>
                    <a:pt x="11437" y="1328"/>
                  </a:cubicBezTo>
                  <a:lnTo>
                    <a:pt x="11337" y="1108"/>
                  </a:lnTo>
                  <a:cubicBezTo>
                    <a:pt x="11321" y="1072"/>
                    <a:pt x="11301" y="1032"/>
                    <a:pt x="11289" y="1000"/>
                  </a:cubicBezTo>
                  <a:lnTo>
                    <a:pt x="11269" y="944"/>
                  </a:lnTo>
                  <a:lnTo>
                    <a:pt x="11253" y="888"/>
                  </a:lnTo>
                  <a:lnTo>
                    <a:pt x="11209" y="772"/>
                  </a:lnTo>
                  <a:cubicBezTo>
                    <a:pt x="11201" y="752"/>
                    <a:pt x="11197" y="732"/>
                    <a:pt x="11189" y="712"/>
                  </a:cubicBezTo>
                  <a:cubicBezTo>
                    <a:pt x="11181" y="692"/>
                    <a:pt x="11173" y="672"/>
                    <a:pt x="11161" y="652"/>
                  </a:cubicBezTo>
                  <a:cubicBezTo>
                    <a:pt x="11141" y="612"/>
                    <a:pt x="11117" y="576"/>
                    <a:pt x="11085" y="540"/>
                  </a:cubicBezTo>
                  <a:cubicBezTo>
                    <a:pt x="11069" y="520"/>
                    <a:pt x="11053" y="504"/>
                    <a:pt x="11033" y="492"/>
                  </a:cubicBezTo>
                  <a:lnTo>
                    <a:pt x="11017" y="480"/>
                  </a:lnTo>
                  <a:lnTo>
                    <a:pt x="11009" y="476"/>
                  </a:lnTo>
                  <a:lnTo>
                    <a:pt x="11005" y="472"/>
                  </a:lnTo>
                  <a:lnTo>
                    <a:pt x="10997" y="468"/>
                  </a:lnTo>
                  <a:lnTo>
                    <a:pt x="10993" y="468"/>
                  </a:lnTo>
                  <a:lnTo>
                    <a:pt x="10965" y="456"/>
                  </a:lnTo>
                  <a:lnTo>
                    <a:pt x="10961" y="456"/>
                  </a:lnTo>
                  <a:cubicBezTo>
                    <a:pt x="10949" y="456"/>
                    <a:pt x="10941" y="452"/>
                    <a:pt x="10921" y="448"/>
                  </a:cubicBezTo>
                  <a:lnTo>
                    <a:pt x="10497" y="448"/>
                  </a:lnTo>
                  <a:lnTo>
                    <a:pt x="10481" y="444"/>
                  </a:lnTo>
                  <a:lnTo>
                    <a:pt x="10481" y="444"/>
                  </a:lnTo>
                  <a:cubicBezTo>
                    <a:pt x="10481" y="447"/>
                    <a:pt x="10480" y="450"/>
                    <a:pt x="10480" y="454"/>
                  </a:cubicBezTo>
                  <a:lnTo>
                    <a:pt x="10480" y="454"/>
                  </a:lnTo>
                  <a:cubicBezTo>
                    <a:pt x="10479" y="454"/>
                    <a:pt x="10478" y="453"/>
                    <a:pt x="10477" y="453"/>
                  </a:cubicBezTo>
                  <a:lnTo>
                    <a:pt x="10477" y="453"/>
                  </a:lnTo>
                  <a:cubicBezTo>
                    <a:pt x="10478" y="452"/>
                    <a:pt x="10478" y="448"/>
                    <a:pt x="10479" y="444"/>
                  </a:cubicBezTo>
                  <a:lnTo>
                    <a:pt x="10477" y="444"/>
                  </a:lnTo>
                  <a:cubicBezTo>
                    <a:pt x="10477" y="449"/>
                    <a:pt x="10477" y="452"/>
                    <a:pt x="10477" y="453"/>
                  </a:cubicBezTo>
                  <a:lnTo>
                    <a:pt x="10477" y="453"/>
                  </a:lnTo>
                  <a:cubicBezTo>
                    <a:pt x="10476" y="453"/>
                    <a:pt x="10476" y="453"/>
                    <a:pt x="10476" y="453"/>
                  </a:cubicBezTo>
                  <a:cubicBezTo>
                    <a:pt x="10470" y="453"/>
                    <a:pt x="10465" y="454"/>
                    <a:pt x="10461" y="456"/>
                  </a:cubicBezTo>
                  <a:cubicBezTo>
                    <a:pt x="10456" y="508"/>
                    <a:pt x="10452" y="538"/>
                    <a:pt x="10451" y="555"/>
                  </a:cubicBezTo>
                  <a:lnTo>
                    <a:pt x="10451" y="555"/>
                  </a:lnTo>
                  <a:cubicBezTo>
                    <a:pt x="10446" y="555"/>
                    <a:pt x="10442" y="554"/>
                    <a:pt x="10437" y="552"/>
                  </a:cubicBezTo>
                  <a:lnTo>
                    <a:pt x="10453" y="440"/>
                  </a:lnTo>
                  <a:cubicBezTo>
                    <a:pt x="10441" y="440"/>
                    <a:pt x="10429" y="444"/>
                    <a:pt x="10421" y="452"/>
                  </a:cubicBezTo>
                  <a:cubicBezTo>
                    <a:pt x="10413" y="458"/>
                    <a:pt x="10406" y="468"/>
                    <a:pt x="10401" y="478"/>
                  </a:cubicBezTo>
                  <a:lnTo>
                    <a:pt x="10401" y="478"/>
                  </a:lnTo>
                  <a:lnTo>
                    <a:pt x="10333" y="508"/>
                  </a:lnTo>
                  <a:lnTo>
                    <a:pt x="10277" y="532"/>
                  </a:lnTo>
                  <a:lnTo>
                    <a:pt x="10305" y="588"/>
                  </a:lnTo>
                  <a:cubicBezTo>
                    <a:pt x="10513" y="1056"/>
                    <a:pt x="10725" y="1520"/>
                    <a:pt x="10841" y="2017"/>
                  </a:cubicBezTo>
                  <a:cubicBezTo>
                    <a:pt x="10897" y="2261"/>
                    <a:pt x="10933" y="2513"/>
                    <a:pt x="10949" y="2765"/>
                  </a:cubicBezTo>
                  <a:lnTo>
                    <a:pt x="10961" y="2957"/>
                  </a:lnTo>
                  <a:lnTo>
                    <a:pt x="10981" y="3149"/>
                  </a:lnTo>
                  <a:lnTo>
                    <a:pt x="11045" y="3533"/>
                  </a:lnTo>
                  <a:cubicBezTo>
                    <a:pt x="11073" y="3649"/>
                    <a:pt x="11077" y="3773"/>
                    <a:pt x="11061" y="3893"/>
                  </a:cubicBezTo>
                  <a:cubicBezTo>
                    <a:pt x="11045" y="3953"/>
                    <a:pt x="11025" y="4009"/>
                    <a:pt x="11001" y="4065"/>
                  </a:cubicBezTo>
                  <a:cubicBezTo>
                    <a:pt x="10989" y="4097"/>
                    <a:pt x="10977" y="4125"/>
                    <a:pt x="10969" y="4157"/>
                  </a:cubicBezTo>
                  <a:cubicBezTo>
                    <a:pt x="10961" y="4177"/>
                    <a:pt x="10957" y="4193"/>
                    <a:pt x="10953" y="4209"/>
                  </a:cubicBezTo>
                  <a:lnTo>
                    <a:pt x="10945" y="4233"/>
                  </a:lnTo>
                  <a:lnTo>
                    <a:pt x="10941" y="4245"/>
                  </a:lnTo>
                  <a:cubicBezTo>
                    <a:pt x="10937" y="4249"/>
                    <a:pt x="10941" y="4245"/>
                    <a:pt x="10937" y="4257"/>
                  </a:cubicBezTo>
                  <a:lnTo>
                    <a:pt x="10937" y="4265"/>
                  </a:lnTo>
                  <a:lnTo>
                    <a:pt x="10921" y="4357"/>
                  </a:lnTo>
                  <a:lnTo>
                    <a:pt x="10921" y="4369"/>
                  </a:lnTo>
                  <a:lnTo>
                    <a:pt x="10921" y="4413"/>
                  </a:lnTo>
                  <a:lnTo>
                    <a:pt x="10921" y="4461"/>
                  </a:lnTo>
                  <a:lnTo>
                    <a:pt x="10921" y="4657"/>
                  </a:lnTo>
                  <a:lnTo>
                    <a:pt x="10909" y="5041"/>
                  </a:lnTo>
                  <a:cubicBezTo>
                    <a:pt x="10877" y="5545"/>
                    <a:pt x="10773" y="6049"/>
                    <a:pt x="10705" y="6557"/>
                  </a:cubicBezTo>
                  <a:cubicBezTo>
                    <a:pt x="10665" y="6813"/>
                    <a:pt x="10637" y="7073"/>
                    <a:pt x="10625" y="7329"/>
                  </a:cubicBezTo>
                  <a:cubicBezTo>
                    <a:pt x="10621" y="7589"/>
                    <a:pt x="10629" y="7845"/>
                    <a:pt x="10649" y="8105"/>
                  </a:cubicBezTo>
                  <a:cubicBezTo>
                    <a:pt x="10653" y="8137"/>
                    <a:pt x="10653" y="8169"/>
                    <a:pt x="10653" y="8193"/>
                  </a:cubicBezTo>
                  <a:cubicBezTo>
                    <a:pt x="10653" y="8205"/>
                    <a:pt x="10653" y="8213"/>
                    <a:pt x="10653" y="8221"/>
                  </a:cubicBezTo>
                  <a:cubicBezTo>
                    <a:pt x="10653" y="8219"/>
                    <a:pt x="10653" y="8218"/>
                    <a:pt x="10653" y="8218"/>
                  </a:cubicBezTo>
                  <a:cubicBezTo>
                    <a:pt x="10652" y="8218"/>
                    <a:pt x="10651" y="8219"/>
                    <a:pt x="10649" y="8221"/>
                  </a:cubicBezTo>
                  <a:lnTo>
                    <a:pt x="10645" y="8225"/>
                  </a:lnTo>
                  <a:lnTo>
                    <a:pt x="10641" y="8229"/>
                  </a:lnTo>
                  <a:cubicBezTo>
                    <a:pt x="10597" y="8261"/>
                    <a:pt x="10533" y="8293"/>
                    <a:pt x="10485" y="8325"/>
                  </a:cubicBezTo>
                  <a:lnTo>
                    <a:pt x="10401" y="8369"/>
                  </a:lnTo>
                  <a:lnTo>
                    <a:pt x="10357" y="8393"/>
                  </a:lnTo>
                  <a:lnTo>
                    <a:pt x="10337" y="8405"/>
                  </a:lnTo>
                  <a:lnTo>
                    <a:pt x="10329" y="8405"/>
                  </a:lnTo>
                  <a:lnTo>
                    <a:pt x="10321" y="8413"/>
                  </a:lnTo>
                  <a:lnTo>
                    <a:pt x="10145" y="8493"/>
                  </a:lnTo>
                  <a:cubicBezTo>
                    <a:pt x="9913" y="8593"/>
                    <a:pt x="9673" y="8673"/>
                    <a:pt x="9429" y="8765"/>
                  </a:cubicBezTo>
                  <a:lnTo>
                    <a:pt x="9069" y="8901"/>
                  </a:lnTo>
                  <a:lnTo>
                    <a:pt x="8713" y="9041"/>
                  </a:lnTo>
                  <a:cubicBezTo>
                    <a:pt x="8481" y="9133"/>
                    <a:pt x="8233" y="9185"/>
                    <a:pt x="7981" y="9201"/>
                  </a:cubicBezTo>
                  <a:cubicBezTo>
                    <a:pt x="7733" y="9197"/>
                    <a:pt x="7485" y="9149"/>
                    <a:pt x="7249" y="9061"/>
                  </a:cubicBezTo>
                  <a:cubicBezTo>
                    <a:pt x="7009" y="8977"/>
                    <a:pt x="6777" y="8873"/>
                    <a:pt x="6529" y="8785"/>
                  </a:cubicBezTo>
                  <a:cubicBezTo>
                    <a:pt x="6037" y="8621"/>
                    <a:pt x="5529" y="8525"/>
                    <a:pt x="5009" y="8493"/>
                  </a:cubicBezTo>
                  <a:cubicBezTo>
                    <a:pt x="4731" y="8473"/>
                    <a:pt x="4452" y="8467"/>
                    <a:pt x="4172" y="8467"/>
                  </a:cubicBezTo>
                  <a:cubicBezTo>
                    <a:pt x="3938" y="8467"/>
                    <a:pt x="3703" y="8471"/>
                    <a:pt x="3469" y="8477"/>
                  </a:cubicBezTo>
                  <a:lnTo>
                    <a:pt x="393" y="8553"/>
                  </a:lnTo>
                  <a:cubicBezTo>
                    <a:pt x="325" y="8553"/>
                    <a:pt x="257" y="8561"/>
                    <a:pt x="193" y="8581"/>
                  </a:cubicBezTo>
                  <a:cubicBezTo>
                    <a:pt x="157" y="8589"/>
                    <a:pt x="125" y="8609"/>
                    <a:pt x="97" y="8629"/>
                  </a:cubicBezTo>
                  <a:cubicBezTo>
                    <a:pt x="69" y="8653"/>
                    <a:pt x="45" y="8681"/>
                    <a:pt x="29" y="8713"/>
                  </a:cubicBezTo>
                  <a:cubicBezTo>
                    <a:pt x="13" y="8749"/>
                    <a:pt x="5" y="8781"/>
                    <a:pt x="1" y="8817"/>
                  </a:cubicBezTo>
                  <a:cubicBezTo>
                    <a:pt x="1" y="8853"/>
                    <a:pt x="1" y="8885"/>
                    <a:pt x="1" y="8917"/>
                  </a:cubicBezTo>
                  <a:lnTo>
                    <a:pt x="9" y="9109"/>
                  </a:lnTo>
                  <a:lnTo>
                    <a:pt x="33" y="9881"/>
                  </a:lnTo>
                  <a:lnTo>
                    <a:pt x="85" y="11417"/>
                  </a:lnTo>
                  <a:lnTo>
                    <a:pt x="137" y="12957"/>
                  </a:lnTo>
                  <a:cubicBezTo>
                    <a:pt x="141" y="13213"/>
                    <a:pt x="165" y="13469"/>
                    <a:pt x="209" y="13721"/>
                  </a:cubicBezTo>
                  <a:cubicBezTo>
                    <a:pt x="248" y="13973"/>
                    <a:pt x="338" y="14213"/>
                    <a:pt x="474" y="14431"/>
                  </a:cubicBezTo>
                  <a:lnTo>
                    <a:pt x="474" y="14431"/>
                  </a:lnTo>
                  <a:lnTo>
                    <a:pt x="361" y="14489"/>
                  </a:lnTo>
                  <a:lnTo>
                    <a:pt x="349" y="14493"/>
                  </a:lnTo>
                  <a:lnTo>
                    <a:pt x="353" y="14505"/>
                  </a:lnTo>
                  <a:lnTo>
                    <a:pt x="361" y="14513"/>
                  </a:lnTo>
                  <a:lnTo>
                    <a:pt x="365" y="14525"/>
                  </a:lnTo>
                  <a:lnTo>
                    <a:pt x="373" y="14517"/>
                  </a:lnTo>
                  <a:lnTo>
                    <a:pt x="382" y="14512"/>
                  </a:lnTo>
                  <a:lnTo>
                    <a:pt x="381" y="14517"/>
                  </a:lnTo>
                  <a:lnTo>
                    <a:pt x="389" y="14513"/>
                  </a:lnTo>
                  <a:lnTo>
                    <a:pt x="389" y="14513"/>
                  </a:lnTo>
                  <a:lnTo>
                    <a:pt x="389" y="14513"/>
                  </a:lnTo>
                  <a:lnTo>
                    <a:pt x="389" y="14513"/>
                  </a:lnTo>
                  <a:lnTo>
                    <a:pt x="389" y="14513"/>
                  </a:lnTo>
                  <a:lnTo>
                    <a:pt x="493" y="14459"/>
                  </a:lnTo>
                  <a:lnTo>
                    <a:pt x="493" y="14459"/>
                  </a:lnTo>
                  <a:lnTo>
                    <a:pt x="573" y="14565"/>
                  </a:lnTo>
                  <a:lnTo>
                    <a:pt x="581" y="14573"/>
                  </a:lnTo>
                  <a:lnTo>
                    <a:pt x="585" y="14565"/>
                  </a:lnTo>
                  <a:lnTo>
                    <a:pt x="590" y="14561"/>
                  </a:lnTo>
                  <a:lnTo>
                    <a:pt x="590" y="14561"/>
                  </a:lnTo>
                  <a:lnTo>
                    <a:pt x="593" y="14565"/>
                  </a:lnTo>
                  <a:lnTo>
                    <a:pt x="593" y="14560"/>
                  </a:lnTo>
                  <a:lnTo>
                    <a:pt x="593" y="14560"/>
                  </a:lnTo>
                  <a:lnTo>
                    <a:pt x="597" y="14557"/>
                  </a:lnTo>
                  <a:lnTo>
                    <a:pt x="601" y="14557"/>
                  </a:lnTo>
                  <a:lnTo>
                    <a:pt x="600" y="14556"/>
                  </a:lnTo>
                  <a:lnTo>
                    <a:pt x="600" y="14556"/>
                  </a:lnTo>
                  <a:lnTo>
                    <a:pt x="605" y="14553"/>
                  </a:lnTo>
                  <a:lnTo>
                    <a:pt x="597" y="14545"/>
                  </a:lnTo>
                  <a:lnTo>
                    <a:pt x="524" y="14443"/>
                  </a:lnTo>
                  <a:lnTo>
                    <a:pt x="524" y="14443"/>
                  </a:lnTo>
                  <a:lnTo>
                    <a:pt x="3101" y="13161"/>
                  </a:lnTo>
                  <a:cubicBezTo>
                    <a:pt x="3713" y="12861"/>
                    <a:pt x="4333" y="12573"/>
                    <a:pt x="4973" y="12329"/>
                  </a:cubicBezTo>
                  <a:cubicBezTo>
                    <a:pt x="5609" y="12077"/>
                    <a:pt x="6269" y="11897"/>
                    <a:pt x="6945" y="11785"/>
                  </a:cubicBezTo>
                  <a:cubicBezTo>
                    <a:pt x="7281" y="11733"/>
                    <a:pt x="7621" y="11705"/>
                    <a:pt x="7961" y="11701"/>
                  </a:cubicBezTo>
                  <a:cubicBezTo>
                    <a:pt x="8301" y="11701"/>
                    <a:pt x="8645" y="11713"/>
                    <a:pt x="8985" y="11713"/>
                  </a:cubicBezTo>
                  <a:cubicBezTo>
                    <a:pt x="9019" y="11713"/>
                    <a:pt x="9053" y="11714"/>
                    <a:pt x="9086" y="11714"/>
                  </a:cubicBezTo>
                  <a:cubicBezTo>
                    <a:pt x="9396" y="11714"/>
                    <a:pt x="9703" y="11697"/>
                    <a:pt x="10009" y="11657"/>
                  </a:cubicBezTo>
                  <a:cubicBezTo>
                    <a:pt x="10353" y="11609"/>
                    <a:pt x="10685" y="11513"/>
                    <a:pt x="10993" y="11361"/>
                  </a:cubicBezTo>
                  <a:cubicBezTo>
                    <a:pt x="11301" y="11205"/>
                    <a:pt x="11585" y="11009"/>
                    <a:pt x="11841" y="10777"/>
                  </a:cubicBezTo>
                  <a:cubicBezTo>
                    <a:pt x="12097" y="10549"/>
                    <a:pt x="12333" y="10301"/>
                    <a:pt x="12577" y="10061"/>
                  </a:cubicBezTo>
                  <a:cubicBezTo>
                    <a:pt x="12697" y="9941"/>
                    <a:pt x="12821" y="9821"/>
                    <a:pt x="12949" y="9713"/>
                  </a:cubicBezTo>
                  <a:lnTo>
                    <a:pt x="13141" y="9545"/>
                  </a:lnTo>
                  <a:lnTo>
                    <a:pt x="13165" y="9525"/>
                  </a:lnTo>
                  <a:lnTo>
                    <a:pt x="13177" y="9517"/>
                  </a:lnTo>
                  <a:lnTo>
                    <a:pt x="13189" y="9505"/>
                  </a:lnTo>
                  <a:lnTo>
                    <a:pt x="13241" y="9469"/>
                  </a:lnTo>
                  <a:cubicBezTo>
                    <a:pt x="13273" y="9445"/>
                    <a:pt x="13305" y="9417"/>
                    <a:pt x="13341" y="9393"/>
                  </a:cubicBezTo>
                  <a:cubicBezTo>
                    <a:pt x="13617" y="9197"/>
                    <a:pt x="13909" y="9025"/>
                    <a:pt x="14218" y="8873"/>
                  </a:cubicBezTo>
                  <a:cubicBezTo>
                    <a:pt x="14518" y="8725"/>
                    <a:pt x="14838" y="8585"/>
                    <a:pt x="15154" y="8457"/>
                  </a:cubicBezTo>
                  <a:cubicBezTo>
                    <a:pt x="15470" y="8329"/>
                    <a:pt x="15790" y="8213"/>
                    <a:pt x="16110" y="8089"/>
                  </a:cubicBezTo>
                  <a:lnTo>
                    <a:pt x="16590" y="7913"/>
                  </a:lnTo>
                  <a:lnTo>
                    <a:pt x="16710" y="7865"/>
                  </a:lnTo>
                  <a:lnTo>
                    <a:pt x="16766" y="7845"/>
                  </a:lnTo>
                  <a:lnTo>
                    <a:pt x="16826" y="7825"/>
                  </a:lnTo>
                  <a:lnTo>
                    <a:pt x="16946" y="7785"/>
                  </a:lnTo>
                  <a:cubicBezTo>
                    <a:pt x="16986" y="7773"/>
                    <a:pt x="17026" y="7765"/>
                    <a:pt x="17070" y="7757"/>
                  </a:cubicBezTo>
                  <a:cubicBezTo>
                    <a:pt x="17150" y="7737"/>
                    <a:pt x="17234" y="7725"/>
                    <a:pt x="17318" y="7713"/>
                  </a:cubicBezTo>
                  <a:lnTo>
                    <a:pt x="17446" y="7693"/>
                  </a:lnTo>
                  <a:lnTo>
                    <a:pt x="17510" y="7685"/>
                  </a:lnTo>
                  <a:cubicBezTo>
                    <a:pt x="17526" y="7681"/>
                    <a:pt x="17526" y="7681"/>
                    <a:pt x="17546" y="7677"/>
                  </a:cubicBezTo>
                  <a:lnTo>
                    <a:pt x="17578" y="7669"/>
                  </a:lnTo>
                  <a:cubicBezTo>
                    <a:pt x="17626" y="7657"/>
                    <a:pt x="17670" y="7633"/>
                    <a:pt x="17706" y="7605"/>
                  </a:cubicBezTo>
                  <a:cubicBezTo>
                    <a:pt x="17718" y="7597"/>
                    <a:pt x="17726" y="7589"/>
                    <a:pt x="17738" y="7581"/>
                  </a:cubicBezTo>
                  <a:cubicBezTo>
                    <a:pt x="17746" y="7573"/>
                    <a:pt x="17754" y="7565"/>
                    <a:pt x="17762" y="7557"/>
                  </a:cubicBezTo>
                  <a:cubicBezTo>
                    <a:pt x="17770" y="7545"/>
                    <a:pt x="17778" y="7537"/>
                    <a:pt x="17786" y="7529"/>
                  </a:cubicBezTo>
                  <a:lnTo>
                    <a:pt x="17794" y="7513"/>
                  </a:lnTo>
                  <a:lnTo>
                    <a:pt x="17798" y="7509"/>
                  </a:lnTo>
                  <a:cubicBezTo>
                    <a:pt x="17798" y="7505"/>
                    <a:pt x="17802" y="7505"/>
                    <a:pt x="17802" y="7501"/>
                  </a:cubicBezTo>
                  <a:lnTo>
                    <a:pt x="17806" y="7493"/>
                  </a:lnTo>
                  <a:lnTo>
                    <a:pt x="17834" y="7437"/>
                  </a:lnTo>
                  <a:cubicBezTo>
                    <a:pt x="17838" y="7425"/>
                    <a:pt x="17842" y="7421"/>
                    <a:pt x="17850" y="7405"/>
                  </a:cubicBezTo>
                  <a:lnTo>
                    <a:pt x="17862" y="7377"/>
                  </a:lnTo>
                  <a:cubicBezTo>
                    <a:pt x="17873" y="7346"/>
                    <a:pt x="17895" y="7320"/>
                    <a:pt x="17918" y="7297"/>
                  </a:cubicBezTo>
                  <a:lnTo>
                    <a:pt x="17918" y="7297"/>
                  </a:lnTo>
                  <a:lnTo>
                    <a:pt x="17950" y="7277"/>
                  </a:lnTo>
                  <a:lnTo>
                    <a:pt x="17946" y="7277"/>
                  </a:lnTo>
                  <a:lnTo>
                    <a:pt x="17982" y="7261"/>
                  </a:lnTo>
                  <a:lnTo>
                    <a:pt x="18002" y="7253"/>
                  </a:lnTo>
                  <a:cubicBezTo>
                    <a:pt x="18010" y="7249"/>
                    <a:pt x="18014" y="7245"/>
                    <a:pt x="18022" y="7241"/>
                  </a:cubicBezTo>
                  <a:cubicBezTo>
                    <a:pt x="18046" y="7225"/>
                    <a:pt x="18070" y="7205"/>
                    <a:pt x="18090" y="7185"/>
                  </a:cubicBezTo>
                  <a:cubicBezTo>
                    <a:pt x="18126" y="7145"/>
                    <a:pt x="18162" y="7105"/>
                    <a:pt x="18190" y="7061"/>
                  </a:cubicBezTo>
                  <a:lnTo>
                    <a:pt x="18214" y="7029"/>
                  </a:lnTo>
                  <a:lnTo>
                    <a:pt x="18218" y="7017"/>
                  </a:lnTo>
                  <a:lnTo>
                    <a:pt x="18222" y="7013"/>
                  </a:lnTo>
                  <a:lnTo>
                    <a:pt x="18222" y="7009"/>
                  </a:lnTo>
                  <a:lnTo>
                    <a:pt x="18230" y="6993"/>
                  </a:lnTo>
                  <a:lnTo>
                    <a:pt x="18270" y="6925"/>
                  </a:lnTo>
                  <a:lnTo>
                    <a:pt x="18346" y="6793"/>
                  </a:lnTo>
                  <a:lnTo>
                    <a:pt x="18502" y="6529"/>
                  </a:lnTo>
                  <a:lnTo>
                    <a:pt x="18670" y="6273"/>
                  </a:lnTo>
                  <a:cubicBezTo>
                    <a:pt x="18782" y="6101"/>
                    <a:pt x="18890" y="5929"/>
                    <a:pt x="19010" y="5769"/>
                  </a:cubicBezTo>
                  <a:cubicBezTo>
                    <a:pt x="19074" y="5693"/>
                    <a:pt x="19142" y="5609"/>
                    <a:pt x="19202" y="5529"/>
                  </a:cubicBezTo>
                  <a:cubicBezTo>
                    <a:pt x="19266" y="5445"/>
                    <a:pt x="19326" y="5361"/>
                    <a:pt x="19386" y="5277"/>
                  </a:cubicBezTo>
                  <a:cubicBezTo>
                    <a:pt x="19502" y="5105"/>
                    <a:pt x="19606" y="4929"/>
                    <a:pt x="19702" y="4745"/>
                  </a:cubicBezTo>
                  <a:cubicBezTo>
                    <a:pt x="19750" y="4657"/>
                    <a:pt x="19798" y="4561"/>
                    <a:pt x="19842" y="4469"/>
                  </a:cubicBezTo>
                  <a:cubicBezTo>
                    <a:pt x="19882" y="4377"/>
                    <a:pt x="19926" y="4285"/>
                    <a:pt x="19974" y="4197"/>
                  </a:cubicBezTo>
                  <a:cubicBezTo>
                    <a:pt x="20018" y="4105"/>
                    <a:pt x="20070" y="4021"/>
                    <a:pt x="20126" y="3937"/>
                  </a:cubicBezTo>
                  <a:cubicBezTo>
                    <a:pt x="20182" y="3853"/>
                    <a:pt x="20242" y="3773"/>
                    <a:pt x="20310" y="3701"/>
                  </a:cubicBezTo>
                  <a:cubicBezTo>
                    <a:pt x="20442" y="3553"/>
                    <a:pt x="20610" y="3441"/>
                    <a:pt x="20798" y="3381"/>
                  </a:cubicBezTo>
                  <a:lnTo>
                    <a:pt x="20810" y="3377"/>
                  </a:lnTo>
                  <a:lnTo>
                    <a:pt x="20818" y="3365"/>
                  </a:lnTo>
                  <a:cubicBezTo>
                    <a:pt x="20894" y="3285"/>
                    <a:pt x="20982" y="3217"/>
                    <a:pt x="21082" y="3165"/>
                  </a:cubicBezTo>
                  <a:lnTo>
                    <a:pt x="21382" y="2997"/>
                  </a:lnTo>
                  <a:cubicBezTo>
                    <a:pt x="21586" y="2893"/>
                    <a:pt x="21798" y="2801"/>
                    <a:pt x="22018" y="2721"/>
                  </a:cubicBezTo>
                  <a:lnTo>
                    <a:pt x="23326" y="2241"/>
                  </a:lnTo>
                  <a:lnTo>
                    <a:pt x="23974" y="2001"/>
                  </a:lnTo>
                  <a:cubicBezTo>
                    <a:pt x="24082" y="1965"/>
                    <a:pt x="24190" y="1921"/>
                    <a:pt x="24298" y="1884"/>
                  </a:cubicBezTo>
                  <a:lnTo>
                    <a:pt x="24634" y="1784"/>
                  </a:lnTo>
                  <a:cubicBezTo>
                    <a:pt x="24858" y="1728"/>
                    <a:pt x="25082" y="1656"/>
                    <a:pt x="25302" y="1576"/>
                  </a:cubicBezTo>
                  <a:cubicBezTo>
                    <a:pt x="25414" y="1536"/>
                    <a:pt x="25518" y="1484"/>
                    <a:pt x="25622" y="1424"/>
                  </a:cubicBezTo>
                  <a:cubicBezTo>
                    <a:pt x="25674" y="1396"/>
                    <a:pt x="25722" y="1356"/>
                    <a:pt x="25766" y="1316"/>
                  </a:cubicBezTo>
                  <a:cubicBezTo>
                    <a:pt x="25790" y="1292"/>
                    <a:pt x="25810" y="1268"/>
                    <a:pt x="25826" y="1240"/>
                  </a:cubicBezTo>
                  <a:cubicBezTo>
                    <a:pt x="25842" y="1216"/>
                    <a:pt x="25854" y="1184"/>
                    <a:pt x="25866" y="1156"/>
                  </a:cubicBezTo>
                  <a:lnTo>
                    <a:pt x="25878" y="1120"/>
                  </a:lnTo>
                  <a:lnTo>
                    <a:pt x="25842" y="1112"/>
                  </a:lnTo>
                  <a:cubicBezTo>
                    <a:pt x="25737" y="1079"/>
                    <a:pt x="25627" y="1063"/>
                    <a:pt x="25518" y="1063"/>
                  </a:cubicBezTo>
                  <a:cubicBezTo>
                    <a:pt x="25470" y="1063"/>
                    <a:pt x="25422" y="1066"/>
                    <a:pt x="25374" y="1072"/>
                  </a:cubicBezTo>
                  <a:cubicBezTo>
                    <a:pt x="25294" y="1084"/>
                    <a:pt x="25218" y="1096"/>
                    <a:pt x="25142" y="1116"/>
                  </a:cubicBezTo>
                  <a:cubicBezTo>
                    <a:pt x="25066" y="1136"/>
                    <a:pt x="24990" y="1160"/>
                    <a:pt x="24918" y="1184"/>
                  </a:cubicBezTo>
                  <a:cubicBezTo>
                    <a:pt x="24770" y="1232"/>
                    <a:pt x="24626" y="1292"/>
                    <a:pt x="24486" y="1348"/>
                  </a:cubicBezTo>
                  <a:lnTo>
                    <a:pt x="24270" y="1432"/>
                  </a:lnTo>
                  <a:lnTo>
                    <a:pt x="24214" y="1452"/>
                  </a:lnTo>
                  <a:lnTo>
                    <a:pt x="24158" y="1468"/>
                  </a:lnTo>
                  <a:lnTo>
                    <a:pt x="24050" y="1500"/>
                  </a:lnTo>
                  <a:cubicBezTo>
                    <a:pt x="23902" y="1544"/>
                    <a:pt x="23754" y="1588"/>
                    <a:pt x="23606" y="1628"/>
                  </a:cubicBezTo>
                  <a:lnTo>
                    <a:pt x="23162" y="1756"/>
                  </a:lnTo>
                  <a:lnTo>
                    <a:pt x="22714" y="1884"/>
                  </a:lnTo>
                  <a:lnTo>
                    <a:pt x="22270" y="2005"/>
                  </a:lnTo>
                  <a:cubicBezTo>
                    <a:pt x="22122" y="2045"/>
                    <a:pt x="21970" y="2081"/>
                    <a:pt x="21822" y="2137"/>
                  </a:cubicBezTo>
                  <a:cubicBezTo>
                    <a:pt x="21750" y="2165"/>
                    <a:pt x="21682" y="2201"/>
                    <a:pt x="21614" y="2237"/>
                  </a:cubicBezTo>
                  <a:lnTo>
                    <a:pt x="21410" y="2349"/>
                  </a:lnTo>
                  <a:cubicBezTo>
                    <a:pt x="21270" y="2417"/>
                    <a:pt x="21130" y="2477"/>
                    <a:pt x="20986" y="2533"/>
                  </a:cubicBezTo>
                  <a:cubicBezTo>
                    <a:pt x="20914" y="2561"/>
                    <a:pt x="20842" y="2585"/>
                    <a:pt x="20770" y="2613"/>
                  </a:cubicBezTo>
                  <a:cubicBezTo>
                    <a:pt x="20738" y="2625"/>
                    <a:pt x="20706" y="2633"/>
                    <a:pt x="20670" y="2637"/>
                  </a:cubicBezTo>
                  <a:cubicBezTo>
                    <a:pt x="20662" y="2637"/>
                    <a:pt x="20654" y="2625"/>
                    <a:pt x="20654" y="2613"/>
                  </a:cubicBezTo>
                  <a:lnTo>
                    <a:pt x="20654" y="2557"/>
                  </a:lnTo>
                  <a:cubicBezTo>
                    <a:pt x="20654" y="2405"/>
                    <a:pt x="20666" y="2253"/>
                    <a:pt x="20694" y="2101"/>
                  </a:cubicBezTo>
                  <a:cubicBezTo>
                    <a:pt x="20722" y="1949"/>
                    <a:pt x="20754" y="1796"/>
                    <a:pt x="20782" y="1648"/>
                  </a:cubicBezTo>
                  <a:cubicBezTo>
                    <a:pt x="20798" y="1572"/>
                    <a:pt x="20810" y="1492"/>
                    <a:pt x="20822" y="1420"/>
                  </a:cubicBezTo>
                  <a:lnTo>
                    <a:pt x="20838" y="1304"/>
                  </a:lnTo>
                  <a:lnTo>
                    <a:pt x="20846" y="1248"/>
                  </a:lnTo>
                  <a:cubicBezTo>
                    <a:pt x="20854" y="1224"/>
                    <a:pt x="20854" y="1208"/>
                    <a:pt x="20854" y="1188"/>
                  </a:cubicBezTo>
                  <a:lnTo>
                    <a:pt x="20862" y="1072"/>
                  </a:lnTo>
                  <a:cubicBezTo>
                    <a:pt x="20866" y="1032"/>
                    <a:pt x="20866" y="992"/>
                    <a:pt x="20862" y="952"/>
                  </a:cubicBezTo>
                  <a:cubicBezTo>
                    <a:pt x="20858" y="912"/>
                    <a:pt x="20850" y="872"/>
                    <a:pt x="20838" y="836"/>
                  </a:cubicBezTo>
                  <a:cubicBezTo>
                    <a:pt x="20822" y="800"/>
                    <a:pt x="20802" y="764"/>
                    <a:pt x="20774" y="732"/>
                  </a:cubicBezTo>
                  <a:cubicBezTo>
                    <a:pt x="20754" y="704"/>
                    <a:pt x="20722" y="680"/>
                    <a:pt x="20686" y="668"/>
                  </a:cubicBezTo>
                  <a:cubicBezTo>
                    <a:pt x="20677" y="666"/>
                    <a:pt x="20667" y="665"/>
                    <a:pt x="20657" y="665"/>
                  </a:cubicBezTo>
                  <a:cubicBezTo>
                    <a:pt x="20630" y="665"/>
                    <a:pt x="20602" y="674"/>
                    <a:pt x="20578" y="688"/>
                  </a:cubicBezTo>
                  <a:cubicBezTo>
                    <a:pt x="20522" y="732"/>
                    <a:pt x="20478" y="788"/>
                    <a:pt x="20450" y="852"/>
                  </a:cubicBezTo>
                  <a:cubicBezTo>
                    <a:pt x="20394" y="972"/>
                    <a:pt x="20350" y="1096"/>
                    <a:pt x="20322" y="1228"/>
                  </a:cubicBezTo>
                  <a:cubicBezTo>
                    <a:pt x="20286" y="1356"/>
                    <a:pt x="20266" y="1488"/>
                    <a:pt x="20258" y="1620"/>
                  </a:cubicBezTo>
                  <a:cubicBezTo>
                    <a:pt x="20258" y="1656"/>
                    <a:pt x="20262" y="1692"/>
                    <a:pt x="20270" y="1724"/>
                  </a:cubicBezTo>
                  <a:cubicBezTo>
                    <a:pt x="20278" y="1756"/>
                    <a:pt x="20286" y="1788"/>
                    <a:pt x="20290" y="1820"/>
                  </a:cubicBezTo>
                  <a:cubicBezTo>
                    <a:pt x="20298" y="1884"/>
                    <a:pt x="20290" y="1949"/>
                    <a:pt x="20270" y="2009"/>
                  </a:cubicBezTo>
                  <a:lnTo>
                    <a:pt x="20166" y="2389"/>
                  </a:lnTo>
                  <a:cubicBezTo>
                    <a:pt x="20130" y="2517"/>
                    <a:pt x="20090" y="2641"/>
                    <a:pt x="20042" y="2761"/>
                  </a:cubicBezTo>
                  <a:cubicBezTo>
                    <a:pt x="20018" y="2825"/>
                    <a:pt x="19990" y="2881"/>
                    <a:pt x="19958" y="2941"/>
                  </a:cubicBezTo>
                  <a:cubicBezTo>
                    <a:pt x="19930" y="2997"/>
                    <a:pt x="19886" y="3045"/>
                    <a:pt x="19838" y="3089"/>
                  </a:cubicBezTo>
                  <a:cubicBezTo>
                    <a:pt x="19786" y="3133"/>
                    <a:pt x="19742" y="3189"/>
                    <a:pt x="19714" y="3249"/>
                  </a:cubicBezTo>
                  <a:cubicBezTo>
                    <a:pt x="19702" y="3285"/>
                    <a:pt x="19694" y="3321"/>
                    <a:pt x="19698" y="3357"/>
                  </a:cubicBezTo>
                  <a:cubicBezTo>
                    <a:pt x="19698" y="3388"/>
                    <a:pt x="19707" y="3418"/>
                    <a:pt x="19724" y="3444"/>
                  </a:cubicBezTo>
                  <a:lnTo>
                    <a:pt x="19724" y="3444"/>
                  </a:lnTo>
                  <a:lnTo>
                    <a:pt x="18558" y="4901"/>
                  </a:lnTo>
                  <a:cubicBezTo>
                    <a:pt x="18458" y="5025"/>
                    <a:pt x="18362" y="5149"/>
                    <a:pt x="18262" y="5269"/>
                  </a:cubicBezTo>
                  <a:cubicBezTo>
                    <a:pt x="18210" y="5329"/>
                    <a:pt x="18162" y="5389"/>
                    <a:pt x="18106" y="5445"/>
                  </a:cubicBezTo>
                  <a:cubicBezTo>
                    <a:pt x="18054" y="5501"/>
                    <a:pt x="18002" y="5561"/>
                    <a:pt x="17946" y="5613"/>
                  </a:cubicBezTo>
                  <a:cubicBezTo>
                    <a:pt x="17886" y="5665"/>
                    <a:pt x="17830" y="5721"/>
                    <a:pt x="17770" y="5769"/>
                  </a:cubicBezTo>
                  <a:cubicBezTo>
                    <a:pt x="17706" y="5817"/>
                    <a:pt x="17646" y="5869"/>
                    <a:pt x="17594" y="5929"/>
                  </a:cubicBezTo>
                  <a:cubicBezTo>
                    <a:pt x="17582" y="5945"/>
                    <a:pt x="17566" y="5961"/>
                    <a:pt x="17558" y="5981"/>
                  </a:cubicBezTo>
                  <a:cubicBezTo>
                    <a:pt x="17542" y="6001"/>
                    <a:pt x="17538" y="6013"/>
                    <a:pt x="17526" y="6033"/>
                  </a:cubicBezTo>
                  <a:cubicBezTo>
                    <a:pt x="17506" y="6073"/>
                    <a:pt x="17494" y="6105"/>
                    <a:pt x="17478" y="6141"/>
                  </a:cubicBezTo>
                  <a:cubicBezTo>
                    <a:pt x="17446" y="6213"/>
                    <a:pt x="17414" y="6281"/>
                    <a:pt x="17370" y="6345"/>
                  </a:cubicBezTo>
                  <a:lnTo>
                    <a:pt x="17368" y="6346"/>
                  </a:lnTo>
                  <a:lnTo>
                    <a:pt x="17368" y="6346"/>
                  </a:lnTo>
                  <a:lnTo>
                    <a:pt x="17134" y="6413"/>
                  </a:lnTo>
                  <a:lnTo>
                    <a:pt x="17018" y="6449"/>
                  </a:lnTo>
                  <a:cubicBezTo>
                    <a:pt x="16994" y="6457"/>
                    <a:pt x="16974" y="6465"/>
                    <a:pt x="16954" y="6477"/>
                  </a:cubicBezTo>
                  <a:cubicBezTo>
                    <a:pt x="16934" y="6493"/>
                    <a:pt x="16918" y="6509"/>
                    <a:pt x="16902" y="6529"/>
                  </a:cubicBezTo>
                  <a:cubicBezTo>
                    <a:pt x="16898" y="6537"/>
                    <a:pt x="16890" y="6549"/>
                    <a:pt x="16886" y="6561"/>
                  </a:cubicBezTo>
                  <a:cubicBezTo>
                    <a:pt x="16882" y="6573"/>
                    <a:pt x="16878" y="6585"/>
                    <a:pt x="16878" y="6597"/>
                  </a:cubicBezTo>
                  <a:cubicBezTo>
                    <a:pt x="16874" y="6621"/>
                    <a:pt x="16878" y="6645"/>
                    <a:pt x="16886" y="6669"/>
                  </a:cubicBezTo>
                  <a:cubicBezTo>
                    <a:pt x="16898" y="6709"/>
                    <a:pt x="16914" y="6749"/>
                    <a:pt x="16934" y="6789"/>
                  </a:cubicBezTo>
                  <a:cubicBezTo>
                    <a:pt x="16938" y="6797"/>
                    <a:pt x="16942" y="6805"/>
                    <a:pt x="16942" y="6813"/>
                  </a:cubicBezTo>
                  <a:cubicBezTo>
                    <a:pt x="16942" y="6821"/>
                    <a:pt x="16946" y="6829"/>
                    <a:pt x="16946" y="6837"/>
                  </a:cubicBezTo>
                  <a:cubicBezTo>
                    <a:pt x="16946" y="6849"/>
                    <a:pt x="16942" y="6861"/>
                    <a:pt x="16938" y="6873"/>
                  </a:cubicBezTo>
                  <a:lnTo>
                    <a:pt x="16930" y="6873"/>
                  </a:lnTo>
                  <a:cubicBezTo>
                    <a:pt x="16926" y="6873"/>
                    <a:pt x="16918" y="6869"/>
                    <a:pt x="16910" y="6865"/>
                  </a:cubicBezTo>
                  <a:cubicBezTo>
                    <a:pt x="16894" y="6857"/>
                    <a:pt x="16878" y="6841"/>
                    <a:pt x="16858" y="6833"/>
                  </a:cubicBezTo>
                  <a:cubicBezTo>
                    <a:pt x="16830" y="6817"/>
                    <a:pt x="16802" y="6805"/>
                    <a:pt x="16770" y="6801"/>
                  </a:cubicBezTo>
                  <a:cubicBezTo>
                    <a:pt x="16749" y="6795"/>
                    <a:pt x="16726" y="6791"/>
                    <a:pt x="16705" y="6791"/>
                  </a:cubicBezTo>
                  <a:cubicBezTo>
                    <a:pt x="16697" y="6791"/>
                    <a:pt x="16689" y="6792"/>
                    <a:pt x="16682" y="6793"/>
                  </a:cubicBezTo>
                  <a:cubicBezTo>
                    <a:pt x="16622" y="6797"/>
                    <a:pt x="16562" y="6813"/>
                    <a:pt x="16510" y="6841"/>
                  </a:cubicBezTo>
                  <a:cubicBezTo>
                    <a:pt x="16458" y="6873"/>
                    <a:pt x="16414" y="6917"/>
                    <a:pt x="16386" y="6969"/>
                  </a:cubicBezTo>
                  <a:cubicBezTo>
                    <a:pt x="16370" y="6997"/>
                    <a:pt x="16362" y="7025"/>
                    <a:pt x="16358" y="7057"/>
                  </a:cubicBezTo>
                  <a:lnTo>
                    <a:pt x="16358" y="7081"/>
                  </a:lnTo>
                  <a:cubicBezTo>
                    <a:pt x="16358" y="7085"/>
                    <a:pt x="16358" y="7093"/>
                    <a:pt x="16358" y="7101"/>
                  </a:cubicBezTo>
                  <a:cubicBezTo>
                    <a:pt x="16358" y="7113"/>
                    <a:pt x="16358" y="7125"/>
                    <a:pt x="16358" y="7137"/>
                  </a:cubicBezTo>
                  <a:cubicBezTo>
                    <a:pt x="16362" y="7141"/>
                    <a:pt x="16334" y="7157"/>
                    <a:pt x="16310" y="7165"/>
                  </a:cubicBezTo>
                  <a:lnTo>
                    <a:pt x="16234" y="7197"/>
                  </a:lnTo>
                  <a:cubicBezTo>
                    <a:pt x="16186" y="7217"/>
                    <a:pt x="16134" y="7237"/>
                    <a:pt x="16082" y="7253"/>
                  </a:cubicBezTo>
                  <a:cubicBezTo>
                    <a:pt x="16030" y="7269"/>
                    <a:pt x="15978" y="7285"/>
                    <a:pt x="15922" y="7297"/>
                  </a:cubicBezTo>
                  <a:lnTo>
                    <a:pt x="15842" y="7317"/>
                  </a:lnTo>
                  <a:lnTo>
                    <a:pt x="15762" y="7329"/>
                  </a:lnTo>
                  <a:lnTo>
                    <a:pt x="15438" y="7389"/>
                  </a:lnTo>
                  <a:cubicBezTo>
                    <a:pt x="15382" y="7401"/>
                    <a:pt x="15330" y="7409"/>
                    <a:pt x="15274" y="7417"/>
                  </a:cubicBezTo>
                  <a:lnTo>
                    <a:pt x="15114" y="7441"/>
                  </a:lnTo>
                  <a:cubicBezTo>
                    <a:pt x="14894" y="7473"/>
                    <a:pt x="14674" y="7521"/>
                    <a:pt x="14462" y="7589"/>
                  </a:cubicBezTo>
                  <a:lnTo>
                    <a:pt x="14466" y="7589"/>
                  </a:lnTo>
                  <a:cubicBezTo>
                    <a:pt x="14326" y="7617"/>
                    <a:pt x="14190" y="7649"/>
                    <a:pt x="14053" y="7673"/>
                  </a:cubicBezTo>
                  <a:cubicBezTo>
                    <a:pt x="13917" y="7693"/>
                    <a:pt x="13777" y="7709"/>
                    <a:pt x="13637" y="7713"/>
                  </a:cubicBezTo>
                  <a:cubicBezTo>
                    <a:pt x="13565" y="7717"/>
                    <a:pt x="13497" y="7717"/>
                    <a:pt x="13425" y="7725"/>
                  </a:cubicBezTo>
                  <a:cubicBezTo>
                    <a:pt x="13367" y="7719"/>
                    <a:pt x="13306" y="7715"/>
                    <a:pt x="13246" y="7715"/>
                  </a:cubicBezTo>
                  <a:cubicBezTo>
                    <a:pt x="13225" y="7715"/>
                    <a:pt x="13203" y="7716"/>
                    <a:pt x="13181" y="7717"/>
                  </a:cubicBezTo>
                  <a:cubicBezTo>
                    <a:pt x="13145" y="7721"/>
                    <a:pt x="13109" y="7733"/>
                    <a:pt x="13073" y="7745"/>
                  </a:cubicBezTo>
                  <a:cubicBezTo>
                    <a:pt x="13037" y="7757"/>
                    <a:pt x="13001" y="7777"/>
                    <a:pt x="12973" y="7805"/>
                  </a:cubicBezTo>
                  <a:cubicBezTo>
                    <a:pt x="12945" y="7829"/>
                    <a:pt x="12921" y="7853"/>
                    <a:pt x="12897" y="7881"/>
                  </a:cubicBezTo>
                  <a:cubicBezTo>
                    <a:pt x="12873" y="7901"/>
                    <a:pt x="12849" y="7921"/>
                    <a:pt x="12821" y="7933"/>
                  </a:cubicBezTo>
                  <a:lnTo>
                    <a:pt x="12817" y="7937"/>
                  </a:lnTo>
                  <a:cubicBezTo>
                    <a:pt x="12815" y="7937"/>
                    <a:pt x="12813" y="7937"/>
                    <a:pt x="12812" y="7937"/>
                  </a:cubicBezTo>
                  <a:lnTo>
                    <a:pt x="12812" y="7937"/>
                  </a:lnTo>
                  <a:lnTo>
                    <a:pt x="12812" y="7937"/>
                  </a:lnTo>
                  <a:lnTo>
                    <a:pt x="12812" y="7937"/>
                  </a:lnTo>
                  <a:lnTo>
                    <a:pt x="12813" y="7937"/>
                  </a:lnTo>
                  <a:lnTo>
                    <a:pt x="12811" y="7937"/>
                  </a:lnTo>
                  <a:lnTo>
                    <a:pt x="12809" y="7933"/>
                  </a:lnTo>
                  <a:cubicBezTo>
                    <a:pt x="12809" y="7929"/>
                    <a:pt x="12805" y="7925"/>
                    <a:pt x="12805" y="7917"/>
                  </a:cubicBezTo>
                  <a:lnTo>
                    <a:pt x="12801" y="7905"/>
                  </a:lnTo>
                  <a:cubicBezTo>
                    <a:pt x="12793" y="7885"/>
                    <a:pt x="12789" y="7861"/>
                    <a:pt x="12781" y="7837"/>
                  </a:cubicBezTo>
                  <a:lnTo>
                    <a:pt x="12773" y="7801"/>
                  </a:lnTo>
                  <a:lnTo>
                    <a:pt x="12773" y="7793"/>
                  </a:lnTo>
                  <a:lnTo>
                    <a:pt x="12769" y="7785"/>
                  </a:lnTo>
                  <a:lnTo>
                    <a:pt x="12765" y="7765"/>
                  </a:lnTo>
                  <a:cubicBezTo>
                    <a:pt x="12757" y="7737"/>
                    <a:pt x="12741" y="7713"/>
                    <a:pt x="12725" y="7693"/>
                  </a:cubicBezTo>
                  <a:lnTo>
                    <a:pt x="12681" y="7661"/>
                  </a:lnTo>
                  <a:cubicBezTo>
                    <a:pt x="12673" y="7653"/>
                    <a:pt x="12669" y="7653"/>
                    <a:pt x="12661" y="7649"/>
                  </a:cubicBezTo>
                  <a:cubicBezTo>
                    <a:pt x="12653" y="7641"/>
                    <a:pt x="12645" y="7637"/>
                    <a:pt x="12641" y="7633"/>
                  </a:cubicBezTo>
                  <a:lnTo>
                    <a:pt x="12557" y="7593"/>
                  </a:lnTo>
                  <a:lnTo>
                    <a:pt x="12517" y="7569"/>
                  </a:lnTo>
                  <a:lnTo>
                    <a:pt x="12505" y="7565"/>
                  </a:lnTo>
                  <a:lnTo>
                    <a:pt x="12497" y="7561"/>
                  </a:lnTo>
                  <a:lnTo>
                    <a:pt x="12493" y="7561"/>
                  </a:lnTo>
                  <a:lnTo>
                    <a:pt x="12469" y="7553"/>
                  </a:lnTo>
                  <a:lnTo>
                    <a:pt x="12429" y="7537"/>
                  </a:lnTo>
                  <a:lnTo>
                    <a:pt x="12402" y="7537"/>
                  </a:lnTo>
                  <a:lnTo>
                    <a:pt x="12297" y="6861"/>
                  </a:lnTo>
                  <a:lnTo>
                    <a:pt x="12269" y="6689"/>
                  </a:lnTo>
                  <a:cubicBezTo>
                    <a:pt x="12261" y="6629"/>
                    <a:pt x="12253" y="6573"/>
                    <a:pt x="12245" y="6513"/>
                  </a:cubicBezTo>
                  <a:lnTo>
                    <a:pt x="12221" y="6337"/>
                  </a:lnTo>
                  <a:cubicBezTo>
                    <a:pt x="12209" y="6277"/>
                    <a:pt x="12205" y="6217"/>
                    <a:pt x="12201" y="6161"/>
                  </a:cubicBezTo>
                  <a:cubicBezTo>
                    <a:pt x="12193" y="6105"/>
                    <a:pt x="12189" y="6045"/>
                    <a:pt x="12189" y="5985"/>
                  </a:cubicBezTo>
                  <a:cubicBezTo>
                    <a:pt x="12185" y="5929"/>
                    <a:pt x="12181" y="5869"/>
                    <a:pt x="12181" y="5809"/>
                  </a:cubicBezTo>
                  <a:lnTo>
                    <a:pt x="12181" y="5633"/>
                  </a:lnTo>
                  <a:lnTo>
                    <a:pt x="12185" y="5457"/>
                  </a:lnTo>
                  <a:lnTo>
                    <a:pt x="12193" y="5281"/>
                  </a:lnTo>
                  <a:lnTo>
                    <a:pt x="12193" y="5189"/>
                  </a:lnTo>
                  <a:lnTo>
                    <a:pt x="12201" y="5105"/>
                  </a:lnTo>
                  <a:lnTo>
                    <a:pt x="12209" y="4925"/>
                  </a:lnTo>
                  <a:lnTo>
                    <a:pt x="12213" y="4837"/>
                  </a:lnTo>
                  <a:lnTo>
                    <a:pt x="12213" y="4817"/>
                  </a:lnTo>
                  <a:lnTo>
                    <a:pt x="12213" y="4809"/>
                  </a:lnTo>
                  <a:lnTo>
                    <a:pt x="12213" y="4801"/>
                  </a:lnTo>
                  <a:lnTo>
                    <a:pt x="12221" y="4757"/>
                  </a:lnTo>
                  <a:cubicBezTo>
                    <a:pt x="12241" y="4657"/>
                    <a:pt x="12273" y="4557"/>
                    <a:pt x="12309" y="4461"/>
                  </a:cubicBezTo>
                  <a:cubicBezTo>
                    <a:pt x="12329" y="4413"/>
                    <a:pt x="12345" y="4361"/>
                    <a:pt x="12361" y="4309"/>
                  </a:cubicBezTo>
                  <a:cubicBezTo>
                    <a:pt x="12377" y="4253"/>
                    <a:pt x="12385" y="4193"/>
                    <a:pt x="12381" y="4133"/>
                  </a:cubicBezTo>
                  <a:lnTo>
                    <a:pt x="12381" y="4113"/>
                  </a:lnTo>
                  <a:lnTo>
                    <a:pt x="12381" y="4105"/>
                  </a:lnTo>
                  <a:lnTo>
                    <a:pt x="12381" y="4089"/>
                  </a:lnTo>
                  <a:cubicBezTo>
                    <a:pt x="12377" y="4077"/>
                    <a:pt x="12377" y="4069"/>
                    <a:pt x="12369" y="4049"/>
                  </a:cubicBezTo>
                  <a:cubicBezTo>
                    <a:pt x="12361" y="4021"/>
                    <a:pt x="12349" y="3993"/>
                    <a:pt x="12333" y="3969"/>
                  </a:cubicBezTo>
                  <a:cubicBezTo>
                    <a:pt x="12305" y="3921"/>
                    <a:pt x="12269" y="3877"/>
                    <a:pt x="12233" y="3833"/>
                  </a:cubicBezTo>
                  <a:cubicBezTo>
                    <a:pt x="12201" y="3797"/>
                    <a:pt x="12169" y="3757"/>
                    <a:pt x="12141" y="3713"/>
                  </a:cubicBezTo>
                  <a:cubicBezTo>
                    <a:pt x="12129" y="3697"/>
                    <a:pt x="12121" y="3673"/>
                    <a:pt x="12113" y="3653"/>
                  </a:cubicBezTo>
                  <a:lnTo>
                    <a:pt x="12113" y="3641"/>
                  </a:lnTo>
                  <a:lnTo>
                    <a:pt x="12109" y="3621"/>
                  </a:lnTo>
                  <a:lnTo>
                    <a:pt x="12101" y="3585"/>
                  </a:lnTo>
                  <a:cubicBezTo>
                    <a:pt x="12081" y="3485"/>
                    <a:pt x="12077" y="3385"/>
                    <a:pt x="12089" y="3285"/>
                  </a:cubicBezTo>
                  <a:lnTo>
                    <a:pt x="12109" y="3125"/>
                  </a:lnTo>
                  <a:lnTo>
                    <a:pt x="12113" y="3085"/>
                  </a:lnTo>
                  <a:lnTo>
                    <a:pt x="12113" y="3077"/>
                  </a:lnTo>
                  <a:lnTo>
                    <a:pt x="12117" y="3057"/>
                  </a:lnTo>
                  <a:lnTo>
                    <a:pt x="12133" y="2981"/>
                  </a:lnTo>
                  <a:cubicBezTo>
                    <a:pt x="12145" y="2929"/>
                    <a:pt x="12153" y="2877"/>
                    <a:pt x="12169" y="2829"/>
                  </a:cubicBezTo>
                  <a:cubicBezTo>
                    <a:pt x="12185" y="2781"/>
                    <a:pt x="12201" y="2733"/>
                    <a:pt x="12221" y="2681"/>
                  </a:cubicBezTo>
                  <a:cubicBezTo>
                    <a:pt x="12257" y="2585"/>
                    <a:pt x="12297" y="2489"/>
                    <a:pt x="12345" y="2397"/>
                  </a:cubicBezTo>
                  <a:lnTo>
                    <a:pt x="13469" y="124"/>
                  </a:lnTo>
                  <a:lnTo>
                    <a:pt x="13497" y="68"/>
                  </a:lnTo>
                  <a:lnTo>
                    <a:pt x="13437" y="52"/>
                  </a:lnTo>
                  <a:lnTo>
                    <a:pt x="13369" y="28"/>
                  </a:lnTo>
                  <a:cubicBezTo>
                    <a:pt x="13357" y="24"/>
                    <a:pt x="13345" y="20"/>
                    <a:pt x="13333" y="20"/>
                  </a:cubicBezTo>
                  <a:cubicBezTo>
                    <a:pt x="13321" y="16"/>
                    <a:pt x="13305" y="12"/>
                    <a:pt x="13293" y="12"/>
                  </a:cubicBezTo>
                  <a:cubicBezTo>
                    <a:pt x="13245" y="0"/>
                    <a:pt x="13193" y="0"/>
                    <a:pt x="13145" y="0"/>
                  </a:cubicBezTo>
                  <a:close/>
                </a:path>
              </a:pathLst>
            </a:custGeom>
            <a:solidFill>
              <a:srgbClr val="3F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65"/>
            <p:cNvSpPr/>
            <p:nvPr/>
          </p:nvSpPr>
          <p:spPr>
            <a:xfrm flipH="1">
              <a:off x="8477894" y="2653431"/>
              <a:ext cx="784048" cy="209393"/>
            </a:xfrm>
            <a:custGeom>
              <a:avLst/>
              <a:gdLst/>
              <a:ahLst/>
              <a:cxnLst/>
              <a:rect l="l" t="t" r="r" b="b"/>
              <a:pathLst>
                <a:path w="5830" h="1557" extrusionOk="0">
                  <a:moveTo>
                    <a:pt x="3413" y="1"/>
                  </a:moveTo>
                  <a:cubicBezTo>
                    <a:pt x="3353" y="1"/>
                    <a:pt x="3293" y="1"/>
                    <a:pt x="3233" y="5"/>
                  </a:cubicBezTo>
                  <a:cubicBezTo>
                    <a:pt x="3109" y="9"/>
                    <a:pt x="2989" y="17"/>
                    <a:pt x="2869" y="25"/>
                  </a:cubicBezTo>
                  <a:lnTo>
                    <a:pt x="2685" y="45"/>
                  </a:lnTo>
                  <a:lnTo>
                    <a:pt x="2505" y="73"/>
                  </a:lnTo>
                  <a:cubicBezTo>
                    <a:pt x="2385" y="93"/>
                    <a:pt x="2269" y="113"/>
                    <a:pt x="2149" y="141"/>
                  </a:cubicBezTo>
                  <a:cubicBezTo>
                    <a:pt x="1909" y="189"/>
                    <a:pt x="1677" y="245"/>
                    <a:pt x="1437" y="293"/>
                  </a:cubicBezTo>
                  <a:cubicBezTo>
                    <a:pt x="1321" y="321"/>
                    <a:pt x="1201" y="345"/>
                    <a:pt x="1081" y="361"/>
                  </a:cubicBezTo>
                  <a:cubicBezTo>
                    <a:pt x="965" y="381"/>
                    <a:pt x="845" y="397"/>
                    <a:pt x="725" y="405"/>
                  </a:cubicBezTo>
                  <a:cubicBezTo>
                    <a:pt x="661" y="413"/>
                    <a:pt x="601" y="413"/>
                    <a:pt x="541" y="417"/>
                  </a:cubicBezTo>
                  <a:cubicBezTo>
                    <a:pt x="501" y="417"/>
                    <a:pt x="461" y="415"/>
                    <a:pt x="421" y="415"/>
                  </a:cubicBezTo>
                  <a:cubicBezTo>
                    <a:pt x="401" y="415"/>
                    <a:pt x="381" y="415"/>
                    <a:pt x="361" y="417"/>
                  </a:cubicBezTo>
                  <a:cubicBezTo>
                    <a:pt x="301" y="417"/>
                    <a:pt x="241" y="409"/>
                    <a:pt x="181" y="405"/>
                  </a:cubicBezTo>
                  <a:cubicBezTo>
                    <a:pt x="121" y="401"/>
                    <a:pt x="61" y="389"/>
                    <a:pt x="1" y="381"/>
                  </a:cubicBezTo>
                  <a:lnTo>
                    <a:pt x="1" y="381"/>
                  </a:lnTo>
                  <a:lnTo>
                    <a:pt x="5" y="385"/>
                  </a:lnTo>
                  <a:cubicBezTo>
                    <a:pt x="65" y="397"/>
                    <a:pt x="125" y="413"/>
                    <a:pt x="185" y="417"/>
                  </a:cubicBezTo>
                  <a:cubicBezTo>
                    <a:pt x="245" y="425"/>
                    <a:pt x="305" y="429"/>
                    <a:pt x="365" y="437"/>
                  </a:cubicBezTo>
                  <a:cubicBezTo>
                    <a:pt x="425" y="441"/>
                    <a:pt x="485" y="441"/>
                    <a:pt x="545" y="441"/>
                  </a:cubicBezTo>
                  <a:cubicBezTo>
                    <a:pt x="609" y="441"/>
                    <a:pt x="669" y="441"/>
                    <a:pt x="729" y="437"/>
                  </a:cubicBezTo>
                  <a:cubicBezTo>
                    <a:pt x="849" y="429"/>
                    <a:pt x="973" y="417"/>
                    <a:pt x="1093" y="401"/>
                  </a:cubicBezTo>
                  <a:cubicBezTo>
                    <a:pt x="1213" y="381"/>
                    <a:pt x="1333" y="361"/>
                    <a:pt x="1449" y="337"/>
                  </a:cubicBezTo>
                  <a:cubicBezTo>
                    <a:pt x="1689" y="289"/>
                    <a:pt x="1925" y="237"/>
                    <a:pt x="2161" y="189"/>
                  </a:cubicBezTo>
                  <a:cubicBezTo>
                    <a:pt x="2281" y="165"/>
                    <a:pt x="2401" y="141"/>
                    <a:pt x="2517" y="121"/>
                  </a:cubicBezTo>
                  <a:lnTo>
                    <a:pt x="2697" y="93"/>
                  </a:lnTo>
                  <a:lnTo>
                    <a:pt x="2877" y="73"/>
                  </a:lnTo>
                  <a:cubicBezTo>
                    <a:pt x="2997" y="61"/>
                    <a:pt x="3117" y="49"/>
                    <a:pt x="3237" y="45"/>
                  </a:cubicBezTo>
                  <a:cubicBezTo>
                    <a:pt x="3297" y="37"/>
                    <a:pt x="3357" y="37"/>
                    <a:pt x="3417" y="37"/>
                  </a:cubicBezTo>
                  <a:lnTo>
                    <a:pt x="3601" y="37"/>
                  </a:lnTo>
                  <a:cubicBezTo>
                    <a:pt x="3721" y="37"/>
                    <a:pt x="3841" y="45"/>
                    <a:pt x="3961" y="49"/>
                  </a:cubicBezTo>
                  <a:lnTo>
                    <a:pt x="4141" y="65"/>
                  </a:lnTo>
                  <a:lnTo>
                    <a:pt x="4321" y="89"/>
                  </a:lnTo>
                  <a:cubicBezTo>
                    <a:pt x="4441" y="105"/>
                    <a:pt x="4561" y="121"/>
                    <a:pt x="4681" y="149"/>
                  </a:cubicBezTo>
                  <a:cubicBezTo>
                    <a:pt x="4741" y="157"/>
                    <a:pt x="4797" y="173"/>
                    <a:pt x="4857" y="185"/>
                  </a:cubicBezTo>
                  <a:cubicBezTo>
                    <a:pt x="4917" y="201"/>
                    <a:pt x="4973" y="213"/>
                    <a:pt x="5033" y="229"/>
                  </a:cubicBezTo>
                  <a:cubicBezTo>
                    <a:pt x="5149" y="261"/>
                    <a:pt x="5265" y="297"/>
                    <a:pt x="5381" y="337"/>
                  </a:cubicBezTo>
                  <a:cubicBezTo>
                    <a:pt x="5437" y="357"/>
                    <a:pt x="5493" y="373"/>
                    <a:pt x="5549" y="397"/>
                  </a:cubicBezTo>
                  <a:lnTo>
                    <a:pt x="5615" y="421"/>
                  </a:lnTo>
                  <a:lnTo>
                    <a:pt x="5615" y="421"/>
                  </a:lnTo>
                  <a:lnTo>
                    <a:pt x="5369" y="405"/>
                  </a:lnTo>
                  <a:lnTo>
                    <a:pt x="5005" y="401"/>
                  </a:lnTo>
                  <a:lnTo>
                    <a:pt x="4645" y="417"/>
                  </a:lnTo>
                  <a:lnTo>
                    <a:pt x="4289" y="453"/>
                  </a:lnTo>
                  <a:lnTo>
                    <a:pt x="3933" y="505"/>
                  </a:lnTo>
                  <a:lnTo>
                    <a:pt x="3577" y="565"/>
                  </a:lnTo>
                  <a:lnTo>
                    <a:pt x="3225" y="645"/>
                  </a:lnTo>
                  <a:lnTo>
                    <a:pt x="2877" y="729"/>
                  </a:lnTo>
                  <a:lnTo>
                    <a:pt x="2525" y="821"/>
                  </a:lnTo>
                  <a:lnTo>
                    <a:pt x="2181" y="921"/>
                  </a:lnTo>
                  <a:cubicBezTo>
                    <a:pt x="1953" y="993"/>
                    <a:pt x="1721" y="1065"/>
                    <a:pt x="1493" y="1137"/>
                  </a:cubicBezTo>
                  <a:lnTo>
                    <a:pt x="805" y="1349"/>
                  </a:lnTo>
                  <a:lnTo>
                    <a:pt x="465" y="1453"/>
                  </a:lnTo>
                  <a:lnTo>
                    <a:pt x="117" y="1553"/>
                  </a:lnTo>
                  <a:lnTo>
                    <a:pt x="117" y="1557"/>
                  </a:lnTo>
                  <a:lnTo>
                    <a:pt x="469" y="1469"/>
                  </a:lnTo>
                  <a:lnTo>
                    <a:pt x="813" y="1377"/>
                  </a:lnTo>
                  <a:lnTo>
                    <a:pt x="1505" y="1177"/>
                  </a:lnTo>
                  <a:cubicBezTo>
                    <a:pt x="1733" y="1109"/>
                    <a:pt x="1965" y="1041"/>
                    <a:pt x="2197" y="977"/>
                  </a:cubicBezTo>
                  <a:lnTo>
                    <a:pt x="2541" y="877"/>
                  </a:lnTo>
                  <a:lnTo>
                    <a:pt x="2889" y="785"/>
                  </a:lnTo>
                  <a:lnTo>
                    <a:pt x="3237" y="701"/>
                  </a:lnTo>
                  <a:lnTo>
                    <a:pt x="3589" y="625"/>
                  </a:lnTo>
                  <a:lnTo>
                    <a:pt x="3937" y="561"/>
                  </a:lnTo>
                  <a:lnTo>
                    <a:pt x="4293" y="505"/>
                  </a:lnTo>
                  <a:lnTo>
                    <a:pt x="4649" y="469"/>
                  </a:lnTo>
                  <a:lnTo>
                    <a:pt x="5009" y="445"/>
                  </a:lnTo>
                  <a:lnTo>
                    <a:pt x="5365" y="445"/>
                  </a:lnTo>
                  <a:lnTo>
                    <a:pt x="5721" y="461"/>
                  </a:lnTo>
                  <a:lnTo>
                    <a:pt x="5721" y="461"/>
                  </a:lnTo>
                  <a:lnTo>
                    <a:pt x="5721" y="461"/>
                  </a:lnTo>
                  <a:lnTo>
                    <a:pt x="5721" y="461"/>
                  </a:lnTo>
                  <a:lnTo>
                    <a:pt x="5721" y="461"/>
                  </a:lnTo>
                  <a:lnTo>
                    <a:pt x="5725" y="461"/>
                  </a:lnTo>
                  <a:lnTo>
                    <a:pt x="5829" y="469"/>
                  </a:lnTo>
                  <a:lnTo>
                    <a:pt x="5729" y="433"/>
                  </a:lnTo>
                  <a:lnTo>
                    <a:pt x="5728" y="432"/>
                  </a:lnTo>
                  <a:lnTo>
                    <a:pt x="5728" y="432"/>
                  </a:lnTo>
                  <a:lnTo>
                    <a:pt x="5729" y="429"/>
                  </a:lnTo>
                  <a:lnTo>
                    <a:pt x="5716" y="428"/>
                  </a:lnTo>
                  <a:lnTo>
                    <a:pt x="5716" y="428"/>
                  </a:lnTo>
                  <a:lnTo>
                    <a:pt x="5557" y="369"/>
                  </a:lnTo>
                  <a:cubicBezTo>
                    <a:pt x="5501" y="349"/>
                    <a:pt x="5441" y="329"/>
                    <a:pt x="5385" y="309"/>
                  </a:cubicBezTo>
                  <a:cubicBezTo>
                    <a:pt x="5269" y="273"/>
                    <a:pt x="5153" y="241"/>
                    <a:pt x="5033" y="209"/>
                  </a:cubicBezTo>
                  <a:cubicBezTo>
                    <a:pt x="4977" y="193"/>
                    <a:pt x="4917" y="181"/>
                    <a:pt x="4857" y="169"/>
                  </a:cubicBezTo>
                  <a:cubicBezTo>
                    <a:pt x="4797" y="153"/>
                    <a:pt x="4741" y="141"/>
                    <a:pt x="4681" y="129"/>
                  </a:cubicBezTo>
                  <a:cubicBezTo>
                    <a:pt x="4561" y="105"/>
                    <a:pt x="4441" y="85"/>
                    <a:pt x="4321" y="69"/>
                  </a:cubicBezTo>
                  <a:lnTo>
                    <a:pt x="4141" y="45"/>
                  </a:lnTo>
                  <a:lnTo>
                    <a:pt x="3961" y="29"/>
                  </a:lnTo>
                  <a:cubicBezTo>
                    <a:pt x="3837" y="17"/>
                    <a:pt x="3717" y="9"/>
                    <a:pt x="3597" y="5"/>
                  </a:cubicBezTo>
                  <a:cubicBezTo>
                    <a:pt x="3567" y="3"/>
                    <a:pt x="3536" y="3"/>
                    <a:pt x="3505" y="3"/>
                  </a:cubicBezTo>
                  <a:cubicBezTo>
                    <a:pt x="3474" y="3"/>
                    <a:pt x="3443" y="3"/>
                    <a:pt x="3413" y="1"/>
                  </a:cubicBezTo>
                  <a:close/>
                </a:path>
              </a:pathLst>
            </a:custGeom>
            <a:solidFill>
              <a:srgbClr val="3F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65"/>
            <p:cNvSpPr/>
            <p:nvPr/>
          </p:nvSpPr>
          <p:spPr>
            <a:xfrm flipH="1">
              <a:off x="7709716" y="2558216"/>
              <a:ext cx="1560295" cy="402514"/>
            </a:xfrm>
            <a:custGeom>
              <a:avLst/>
              <a:gdLst/>
              <a:ahLst/>
              <a:cxnLst/>
              <a:rect l="l" t="t" r="r" b="b"/>
              <a:pathLst>
                <a:path w="11602" h="2993" extrusionOk="0">
                  <a:moveTo>
                    <a:pt x="11589" y="1"/>
                  </a:moveTo>
                  <a:cubicBezTo>
                    <a:pt x="11597" y="45"/>
                    <a:pt x="11593" y="93"/>
                    <a:pt x="11577" y="133"/>
                  </a:cubicBezTo>
                  <a:cubicBezTo>
                    <a:pt x="11557" y="185"/>
                    <a:pt x="11529" y="233"/>
                    <a:pt x="11489" y="269"/>
                  </a:cubicBezTo>
                  <a:cubicBezTo>
                    <a:pt x="11433" y="321"/>
                    <a:pt x="11369" y="357"/>
                    <a:pt x="11301" y="381"/>
                  </a:cubicBezTo>
                  <a:cubicBezTo>
                    <a:pt x="11231" y="403"/>
                    <a:pt x="11159" y="415"/>
                    <a:pt x="11086" y="415"/>
                  </a:cubicBezTo>
                  <a:cubicBezTo>
                    <a:pt x="11067" y="415"/>
                    <a:pt x="11048" y="414"/>
                    <a:pt x="11029" y="413"/>
                  </a:cubicBezTo>
                  <a:cubicBezTo>
                    <a:pt x="10929" y="409"/>
                    <a:pt x="10821" y="393"/>
                    <a:pt x="10701" y="385"/>
                  </a:cubicBezTo>
                  <a:cubicBezTo>
                    <a:pt x="10680" y="383"/>
                    <a:pt x="10658" y="383"/>
                    <a:pt x="10637" y="383"/>
                  </a:cubicBezTo>
                  <a:cubicBezTo>
                    <a:pt x="10531" y="383"/>
                    <a:pt x="10428" y="399"/>
                    <a:pt x="10325" y="429"/>
                  </a:cubicBezTo>
                  <a:cubicBezTo>
                    <a:pt x="10193" y="469"/>
                    <a:pt x="10061" y="521"/>
                    <a:pt x="9941" y="589"/>
                  </a:cubicBezTo>
                  <a:cubicBezTo>
                    <a:pt x="9813" y="657"/>
                    <a:pt x="9681" y="733"/>
                    <a:pt x="9545" y="805"/>
                  </a:cubicBezTo>
                  <a:cubicBezTo>
                    <a:pt x="9405" y="873"/>
                    <a:pt x="9261" y="945"/>
                    <a:pt x="9109" y="1009"/>
                  </a:cubicBezTo>
                  <a:cubicBezTo>
                    <a:pt x="8789" y="1141"/>
                    <a:pt x="8461" y="1245"/>
                    <a:pt x="8125" y="1321"/>
                  </a:cubicBezTo>
                  <a:cubicBezTo>
                    <a:pt x="7761" y="1401"/>
                    <a:pt x="7397" y="1449"/>
                    <a:pt x="7025" y="1461"/>
                  </a:cubicBezTo>
                  <a:cubicBezTo>
                    <a:pt x="6885" y="1468"/>
                    <a:pt x="6745" y="1471"/>
                    <a:pt x="6604" y="1471"/>
                  </a:cubicBezTo>
                  <a:cubicBezTo>
                    <a:pt x="6362" y="1471"/>
                    <a:pt x="6120" y="1463"/>
                    <a:pt x="5877" y="1461"/>
                  </a:cubicBezTo>
                  <a:cubicBezTo>
                    <a:pt x="5781" y="1458"/>
                    <a:pt x="5685" y="1456"/>
                    <a:pt x="5589" y="1456"/>
                  </a:cubicBezTo>
                  <a:cubicBezTo>
                    <a:pt x="5301" y="1456"/>
                    <a:pt x="5013" y="1470"/>
                    <a:pt x="4725" y="1497"/>
                  </a:cubicBezTo>
                  <a:cubicBezTo>
                    <a:pt x="4357" y="1533"/>
                    <a:pt x="3993" y="1617"/>
                    <a:pt x="3641" y="1745"/>
                  </a:cubicBezTo>
                  <a:cubicBezTo>
                    <a:pt x="3301" y="1869"/>
                    <a:pt x="2977" y="2001"/>
                    <a:pt x="2661" y="2081"/>
                  </a:cubicBezTo>
                  <a:cubicBezTo>
                    <a:pt x="2581" y="2105"/>
                    <a:pt x="2501" y="2121"/>
                    <a:pt x="2421" y="2133"/>
                  </a:cubicBezTo>
                  <a:cubicBezTo>
                    <a:pt x="2345" y="2145"/>
                    <a:pt x="2265" y="2153"/>
                    <a:pt x="2189" y="2165"/>
                  </a:cubicBezTo>
                  <a:cubicBezTo>
                    <a:pt x="2037" y="2177"/>
                    <a:pt x="1889" y="2201"/>
                    <a:pt x="1741" y="2241"/>
                  </a:cubicBezTo>
                  <a:cubicBezTo>
                    <a:pt x="1673" y="2261"/>
                    <a:pt x="1605" y="2289"/>
                    <a:pt x="1541" y="2325"/>
                  </a:cubicBezTo>
                  <a:cubicBezTo>
                    <a:pt x="1481" y="2361"/>
                    <a:pt x="1425" y="2401"/>
                    <a:pt x="1373" y="2445"/>
                  </a:cubicBezTo>
                  <a:cubicBezTo>
                    <a:pt x="1321" y="2489"/>
                    <a:pt x="1273" y="2529"/>
                    <a:pt x="1229" y="2569"/>
                  </a:cubicBezTo>
                  <a:cubicBezTo>
                    <a:pt x="1205" y="2589"/>
                    <a:pt x="1177" y="2605"/>
                    <a:pt x="1153" y="2625"/>
                  </a:cubicBezTo>
                  <a:lnTo>
                    <a:pt x="1081" y="2673"/>
                  </a:lnTo>
                  <a:cubicBezTo>
                    <a:pt x="905" y="2773"/>
                    <a:pt x="717" y="2845"/>
                    <a:pt x="521" y="2893"/>
                  </a:cubicBezTo>
                  <a:cubicBezTo>
                    <a:pt x="357" y="2933"/>
                    <a:pt x="225" y="2953"/>
                    <a:pt x="137" y="2969"/>
                  </a:cubicBezTo>
                  <a:lnTo>
                    <a:pt x="1" y="2993"/>
                  </a:lnTo>
                  <a:lnTo>
                    <a:pt x="5" y="2993"/>
                  </a:lnTo>
                  <a:lnTo>
                    <a:pt x="141" y="2977"/>
                  </a:lnTo>
                  <a:cubicBezTo>
                    <a:pt x="229" y="2961"/>
                    <a:pt x="361" y="2945"/>
                    <a:pt x="529" y="2909"/>
                  </a:cubicBezTo>
                  <a:cubicBezTo>
                    <a:pt x="729" y="2869"/>
                    <a:pt x="921" y="2797"/>
                    <a:pt x="1101" y="2701"/>
                  </a:cubicBezTo>
                  <a:cubicBezTo>
                    <a:pt x="1209" y="2637"/>
                    <a:pt x="1309" y="2561"/>
                    <a:pt x="1405" y="2477"/>
                  </a:cubicBezTo>
                  <a:cubicBezTo>
                    <a:pt x="1505" y="2385"/>
                    <a:pt x="1625" y="2321"/>
                    <a:pt x="1757" y="2285"/>
                  </a:cubicBezTo>
                  <a:cubicBezTo>
                    <a:pt x="1901" y="2245"/>
                    <a:pt x="2049" y="2221"/>
                    <a:pt x="2197" y="2213"/>
                  </a:cubicBezTo>
                  <a:cubicBezTo>
                    <a:pt x="2273" y="2201"/>
                    <a:pt x="2353" y="2193"/>
                    <a:pt x="2433" y="2181"/>
                  </a:cubicBezTo>
                  <a:cubicBezTo>
                    <a:pt x="2513" y="2169"/>
                    <a:pt x="2593" y="2153"/>
                    <a:pt x="2673" y="2129"/>
                  </a:cubicBezTo>
                  <a:cubicBezTo>
                    <a:pt x="2997" y="2049"/>
                    <a:pt x="3317" y="1905"/>
                    <a:pt x="3653" y="1777"/>
                  </a:cubicBezTo>
                  <a:cubicBezTo>
                    <a:pt x="4001" y="1637"/>
                    <a:pt x="4361" y="1549"/>
                    <a:pt x="4729" y="1513"/>
                  </a:cubicBezTo>
                  <a:cubicBezTo>
                    <a:pt x="4917" y="1493"/>
                    <a:pt x="5109" y="1485"/>
                    <a:pt x="5301" y="1481"/>
                  </a:cubicBezTo>
                  <a:cubicBezTo>
                    <a:pt x="5493" y="1481"/>
                    <a:pt x="5685" y="1485"/>
                    <a:pt x="5877" y="1493"/>
                  </a:cubicBezTo>
                  <a:cubicBezTo>
                    <a:pt x="6189" y="1503"/>
                    <a:pt x="6501" y="1515"/>
                    <a:pt x="6814" y="1515"/>
                  </a:cubicBezTo>
                  <a:cubicBezTo>
                    <a:pt x="6885" y="1515"/>
                    <a:pt x="6957" y="1514"/>
                    <a:pt x="7029" y="1513"/>
                  </a:cubicBezTo>
                  <a:cubicBezTo>
                    <a:pt x="7753" y="1497"/>
                    <a:pt x="8465" y="1341"/>
                    <a:pt x="9133" y="1061"/>
                  </a:cubicBezTo>
                  <a:cubicBezTo>
                    <a:pt x="9285" y="997"/>
                    <a:pt x="9429" y="925"/>
                    <a:pt x="9569" y="853"/>
                  </a:cubicBezTo>
                  <a:cubicBezTo>
                    <a:pt x="9709" y="785"/>
                    <a:pt x="9837" y="701"/>
                    <a:pt x="9961" y="633"/>
                  </a:cubicBezTo>
                  <a:cubicBezTo>
                    <a:pt x="10081" y="565"/>
                    <a:pt x="10209" y="509"/>
                    <a:pt x="10337" y="469"/>
                  </a:cubicBezTo>
                  <a:cubicBezTo>
                    <a:pt x="10439" y="434"/>
                    <a:pt x="10548" y="420"/>
                    <a:pt x="10657" y="420"/>
                  </a:cubicBezTo>
                  <a:cubicBezTo>
                    <a:pt x="10672" y="420"/>
                    <a:pt x="10687" y="420"/>
                    <a:pt x="10701" y="421"/>
                  </a:cubicBezTo>
                  <a:cubicBezTo>
                    <a:pt x="10817" y="425"/>
                    <a:pt x="10925" y="445"/>
                    <a:pt x="11029" y="445"/>
                  </a:cubicBezTo>
                  <a:cubicBezTo>
                    <a:pt x="11041" y="445"/>
                    <a:pt x="11052" y="446"/>
                    <a:pt x="11064" y="446"/>
                  </a:cubicBezTo>
                  <a:cubicBezTo>
                    <a:pt x="11145" y="446"/>
                    <a:pt x="11229" y="433"/>
                    <a:pt x="11309" y="405"/>
                  </a:cubicBezTo>
                  <a:cubicBezTo>
                    <a:pt x="11381" y="377"/>
                    <a:pt x="11445" y="337"/>
                    <a:pt x="11497" y="281"/>
                  </a:cubicBezTo>
                  <a:cubicBezTo>
                    <a:pt x="11537" y="241"/>
                    <a:pt x="11569" y="193"/>
                    <a:pt x="11585" y="137"/>
                  </a:cubicBezTo>
                  <a:cubicBezTo>
                    <a:pt x="11601" y="93"/>
                    <a:pt x="11601" y="45"/>
                    <a:pt x="11593" y="1"/>
                  </a:cubicBezTo>
                  <a:close/>
                </a:path>
              </a:pathLst>
            </a:custGeom>
            <a:solidFill>
              <a:srgbClr val="3F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65"/>
            <p:cNvSpPr/>
            <p:nvPr/>
          </p:nvSpPr>
          <p:spPr>
            <a:xfrm flipH="1">
              <a:off x="7733385" y="2018124"/>
              <a:ext cx="79750" cy="516557"/>
            </a:xfrm>
            <a:custGeom>
              <a:avLst/>
              <a:gdLst/>
              <a:ahLst/>
              <a:cxnLst/>
              <a:rect l="l" t="t" r="r" b="b"/>
              <a:pathLst>
                <a:path w="593" h="3841" extrusionOk="0">
                  <a:moveTo>
                    <a:pt x="400" y="1"/>
                  </a:moveTo>
                  <a:cubicBezTo>
                    <a:pt x="388" y="1"/>
                    <a:pt x="376" y="9"/>
                    <a:pt x="368" y="17"/>
                  </a:cubicBezTo>
                  <a:lnTo>
                    <a:pt x="360" y="25"/>
                  </a:lnTo>
                  <a:lnTo>
                    <a:pt x="364" y="29"/>
                  </a:lnTo>
                  <a:cubicBezTo>
                    <a:pt x="372" y="17"/>
                    <a:pt x="388" y="13"/>
                    <a:pt x="400" y="13"/>
                  </a:cubicBezTo>
                  <a:cubicBezTo>
                    <a:pt x="440" y="25"/>
                    <a:pt x="472" y="53"/>
                    <a:pt x="484" y="93"/>
                  </a:cubicBezTo>
                  <a:cubicBezTo>
                    <a:pt x="496" y="117"/>
                    <a:pt x="504" y="149"/>
                    <a:pt x="508" y="177"/>
                  </a:cubicBezTo>
                  <a:cubicBezTo>
                    <a:pt x="516" y="209"/>
                    <a:pt x="524" y="241"/>
                    <a:pt x="528" y="281"/>
                  </a:cubicBezTo>
                  <a:cubicBezTo>
                    <a:pt x="544" y="361"/>
                    <a:pt x="548" y="445"/>
                    <a:pt x="536" y="529"/>
                  </a:cubicBezTo>
                  <a:cubicBezTo>
                    <a:pt x="520" y="625"/>
                    <a:pt x="484" y="717"/>
                    <a:pt x="432" y="801"/>
                  </a:cubicBezTo>
                  <a:cubicBezTo>
                    <a:pt x="372" y="901"/>
                    <a:pt x="332" y="1009"/>
                    <a:pt x="308" y="1121"/>
                  </a:cubicBezTo>
                  <a:cubicBezTo>
                    <a:pt x="288" y="1237"/>
                    <a:pt x="264" y="1357"/>
                    <a:pt x="244" y="1477"/>
                  </a:cubicBezTo>
                  <a:cubicBezTo>
                    <a:pt x="232" y="1537"/>
                    <a:pt x="220" y="1601"/>
                    <a:pt x="204" y="1661"/>
                  </a:cubicBezTo>
                  <a:cubicBezTo>
                    <a:pt x="192" y="1721"/>
                    <a:pt x="180" y="1785"/>
                    <a:pt x="164" y="1845"/>
                  </a:cubicBezTo>
                  <a:cubicBezTo>
                    <a:pt x="140" y="1969"/>
                    <a:pt x="112" y="2089"/>
                    <a:pt x="92" y="2213"/>
                  </a:cubicBezTo>
                  <a:cubicBezTo>
                    <a:pt x="72" y="2333"/>
                    <a:pt x="52" y="2453"/>
                    <a:pt x="40" y="2573"/>
                  </a:cubicBezTo>
                  <a:cubicBezTo>
                    <a:pt x="24" y="2689"/>
                    <a:pt x="16" y="2801"/>
                    <a:pt x="8" y="2909"/>
                  </a:cubicBezTo>
                  <a:cubicBezTo>
                    <a:pt x="0" y="3017"/>
                    <a:pt x="0" y="3121"/>
                    <a:pt x="0" y="3217"/>
                  </a:cubicBezTo>
                  <a:cubicBezTo>
                    <a:pt x="4" y="3261"/>
                    <a:pt x="0" y="3309"/>
                    <a:pt x="4" y="3349"/>
                  </a:cubicBezTo>
                  <a:cubicBezTo>
                    <a:pt x="4" y="3393"/>
                    <a:pt x="12" y="3433"/>
                    <a:pt x="12" y="3473"/>
                  </a:cubicBezTo>
                  <a:cubicBezTo>
                    <a:pt x="16" y="3549"/>
                    <a:pt x="24" y="3617"/>
                    <a:pt x="28" y="3669"/>
                  </a:cubicBezTo>
                  <a:cubicBezTo>
                    <a:pt x="44" y="3777"/>
                    <a:pt x="56" y="3841"/>
                    <a:pt x="56" y="3841"/>
                  </a:cubicBezTo>
                  <a:lnTo>
                    <a:pt x="60" y="3841"/>
                  </a:lnTo>
                  <a:cubicBezTo>
                    <a:pt x="60" y="3841"/>
                    <a:pt x="56" y="3777"/>
                    <a:pt x="52" y="3669"/>
                  </a:cubicBezTo>
                  <a:cubicBezTo>
                    <a:pt x="52" y="3613"/>
                    <a:pt x="48" y="3549"/>
                    <a:pt x="48" y="3473"/>
                  </a:cubicBezTo>
                  <a:cubicBezTo>
                    <a:pt x="48" y="3397"/>
                    <a:pt x="48" y="3309"/>
                    <a:pt x="52" y="3217"/>
                  </a:cubicBezTo>
                  <a:cubicBezTo>
                    <a:pt x="56" y="3125"/>
                    <a:pt x="60" y="3021"/>
                    <a:pt x="68" y="2917"/>
                  </a:cubicBezTo>
                  <a:cubicBezTo>
                    <a:pt x="76" y="2809"/>
                    <a:pt x="88" y="2697"/>
                    <a:pt x="100" y="2581"/>
                  </a:cubicBezTo>
                  <a:cubicBezTo>
                    <a:pt x="112" y="2465"/>
                    <a:pt x="124" y="2345"/>
                    <a:pt x="144" y="2221"/>
                  </a:cubicBezTo>
                  <a:cubicBezTo>
                    <a:pt x="160" y="2101"/>
                    <a:pt x="176" y="1977"/>
                    <a:pt x="196" y="1853"/>
                  </a:cubicBezTo>
                  <a:cubicBezTo>
                    <a:pt x="216" y="1729"/>
                    <a:pt x="236" y="1605"/>
                    <a:pt x="260" y="1485"/>
                  </a:cubicBezTo>
                  <a:cubicBezTo>
                    <a:pt x="284" y="1365"/>
                    <a:pt x="308" y="1245"/>
                    <a:pt x="340" y="1133"/>
                  </a:cubicBezTo>
                  <a:cubicBezTo>
                    <a:pt x="356" y="1077"/>
                    <a:pt x="372" y="1021"/>
                    <a:pt x="396" y="969"/>
                  </a:cubicBezTo>
                  <a:cubicBezTo>
                    <a:pt x="420" y="921"/>
                    <a:pt x="444" y="873"/>
                    <a:pt x="472" y="829"/>
                  </a:cubicBezTo>
                  <a:cubicBezTo>
                    <a:pt x="500" y="781"/>
                    <a:pt x="524" y="733"/>
                    <a:pt x="548" y="685"/>
                  </a:cubicBezTo>
                  <a:cubicBezTo>
                    <a:pt x="564" y="637"/>
                    <a:pt x="576" y="585"/>
                    <a:pt x="584" y="537"/>
                  </a:cubicBezTo>
                  <a:cubicBezTo>
                    <a:pt x="592" y="449"/>
                    <a:pt x="588" y="361"/>
                    <a:pt x="564" y="273"/>
                  </a:cubicBezTo>
                  <a:cubicBezTo>
                    <a:pt x="556" y="237"/>
                    <a:pt x="548" y="201"/>
                    <a:pt x="540" y="169"/>
                  </a:cubicBezTo>
                  <a:cubicBezTo>
                    <a:pt x="532" y="141"/>
                    <a:pt x="520" y="109"/>
                    <a:pt x="504" y="81"/>
                  </a:cubicBezTo>
                  <a:cubicBezTo>
                    <a:pt x="484" y="41"/>
                    <a:pt x="448" y="9"/>
                    <a:pt x="400" y="1"/>
                  </a:cubicBezTo>
                  <a:close/>
                </a:path>
              </a:pathLst>
            </a:custGeom>
            <a:solidFill>
              <a:srgbClr val="3F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65"/>
            <p:cNvSpPr/>
            <p:nvPr/>
          </p:nvSpPr>
          <p:spPr>
            <a:xfrm flipH="1">
              <a:off x="7723164" y="2307536"/>
              <a:ext cx="38328" cy="197021"/>
            </a:xfrm>
            <a:custGeom>
              <a:avLst/>
              <a:gdLst/>
              <a:ahLst/>
              <a:cxnLst/>
              <a:rect l="l" t="t" r="r" b="b"/>
              <a:pathLst>
                <a:path w="285" h="1465" extrusionOk="0">
                  <a:moveTo>
                    <a:pt x="208" y="1"/>
                  </a:moveTo>
                  <a:lnTo>
                    <a:pt x="188" y="45"/>
                  </a:lnTo>
                  <a:cubicBezTo>
                    <a:pt x="186" y="49"/>
                    <a:pt x="184" y="53"/>
                    <a:pt x="182" y="57"/>
                  </a:cubicBezTo>
                  <a:lnTo>
                    <a:pt x="182" y="57"/>
                  </a:lnTo>
                  <a:lnTo>
                    <a:pt x="180" y="57"/>
                  </a:lnTo>
                  <a:lnTo>
                    <a:pt x="181" y="59"/>
                  </a:lnTo>
                  <a:lnTo>
                    <a:pt x="181" y="59"/>
                  </a:lnTo>
                  <a:cubicBezTo>
                    <a:pt x="168" y="82"/>
                    <a:pt x="158" y="105"/>
                    <a:pt x="144" y="129"/>
                  </a:cubicBezTo>
                  <a:cubicBezTo>
                    <a:pt x="132" y="157"/>
                    <a:pt x="120" y="181"/>
                    <a:pt x="112" y="213"/>
                  </a:cubicBezTo>
                  <a:cubicBezTo>
                    <a:pt x="100" y="241"/>
                    <a:pt x="92" y="269"/>
                    <a:pt x="84" y="297"/>
                  </a:cubicBezTo>
                  <a:cubicBezTo>
                    <a:pt x="76" y="329"/>
                    <a:pt x="68" y="357"/>
                    <a:pt x="60" y="385"/>
                  </a:cubicBezTo>
                  <a:cubicBezTo>
                    <a:pt x="36" y="505"/>
                    <a:pt x="16" y="625"/>
                    <a:pt x="8" y="745"/>
                  </a:cubicBezTo>
                  <a:cubicBezTo>
                    <a:pt x="0" y="865"/>
                    <a:pt x="4" y="985"/>
                    <a:pt x="8" y="1105"/>
                  </a:cubicBezTo>
                  <a:cubicBezTo>
                    <a:pt x="8" y="1165"/>
                    <a:pt x="12" y="1225"/>
                    <a:pt x="16" y="1285"/>
                  </a:cubicBezTo>
                  <a:cubicBezTo>
                    <a:pt x="20" y="1345"/>
                    <a:pt x="24" y="1405"/>
                    <a:pt x="28" y="1465"/>
                  </a:cubicBezTo>
                  <a:lnTo>
                    <a:pt x="36" y="1461"/>
                  </a:lnTo>
                  <a:cubicBezTo>
                    <a:pt x="40" y="1401"/>
                    <a:pt x="44" y="1341"/>
                    <a:pt x="48" y="1281"/>
                  </a:cubicBezTo>
                  <a:cubicBezTo>
                    <a:pt x="48" y="1221"/>
                    <a:pt x="52" y="1161"/>
                    <a:pt x="52" y="1101"/>
                  </a:cubicBezTo>
                  <a:lnTo>
                    <a:pt x="52" y="745"/>
                  </a:lnTo>
                  <a:cubicBezTo>
                    <a:pt x="48" y="625"/>
                    <a:pt x="56" y="505"/>
                    <a:pt x="76" y="389"/>
                  </a:cubicBezTo>
                  <a:cubicBezTo>
                    <a:pt x="84" y="357"/>
                    <a:pt x="88" y="329"/>
                    <a:pt x="100" y="301"/>
                  </a:cubicBezTo>
                  <a:cubicBezTo>
                    <a:pt x="108" y="273"/>
                    <a:pt x="116" y="245"/>
                    <a:pt x="128" y="217"/>
                  </a:cubicBezTo>
                  <a:cubicBezTo>
                    <a:pt x="145" y="181"/>
                    <a:pt x="163" y="145"/>
                    <a:pt x="183" y="110"/>
                  </a:cubicBezTo>
                  <a:lnTo>
                    <a:pt x="183" y="110"/>
                  </a:lnTo>
                  <a:lnTo>
                    <a:pt x="200" y="401"/>
                  </a:lnTo>
                  <a:lnTo>
                    <a:pt x="220" y="745"/>
                  </a:lnTo>
                  <a:lnTo>
                    <a:pt x="236" y="1089"/>
                  </a:lnTo>
                  <a:lnTo>
                    <a:pt x="248" y="1261"/>
                  </a:lnTo>
                  <a:lnTo>
                    <a:pt x="256" y="1433"/>
                  </a:lnTo>
                  <a:lnTo>
                    <a:pt x="264" y="1433"/>
                  </a:lnTo>
                  <a:cubicBezTo>
                    <a:pt x="272" y="1317"/>
                    <a:pt x="276" y="1201"/>
                    <a:pt x="280" y="1085"/>
                  </a:cubicBezTo>
                  <a:cubicBezTo>
                    <a:pt x="284" y="973"/>
                    <a:pt x="284" y="857"/>
                    <a:pt x="280" y="741"/>
                  </a:cubicBezTo>
                  <a:cubicBezTo>
                    <a:pt x="276" y="625"/>
                    <a:pt x="268" y="509"/>
                    <a:pt x="256" y="397"/>
                  </a:cubicBezTo>
                  <a:cubicBezTo>
                    <a:pt x="248" y="281"/>
                    <a:pt x="236" y="165"/>
                    <a:pt x="216" y="53"/>
                  </a:cubicBezTo>
                  <a:lnTo>
                    <a:pt x="208" y="1"/>
                  </a:lnTo>
                  <a:close/>
                </a:path>
              </a:pathLst>
            </a:custGeom>
            <a:solidFill>
              <a:srgbClr val="3F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65"/>
            <p:cNvSpPr/>
            <p:nvPr/>
          </p:nvSpPr>
          <p:spPr>
            <a:xfrm flipH="1">
              <a:off x="7808697" y="1641566"/>
              <a:ext cx="72756" cy="876977"/>
            </a:xfrm>
            <a:custGeom>
              <a:avLst/>
              <a:gdLst/>
              <a:ahLst/>
              <a:cxnLst/>
              <a:rect l="l" t="t" r="r" b="b"/>
              <a:pathLst>
                <a:path w="541" h="6521" extrusionOk="0">
                  <a:moveTo>
                    <a:pt x="116" y="0"/>
                  </a:moveTo>
                  <a:lnTo>
                    <a:pt x="92" y="68"/>
                  </a:lnTo>
                  <a:cubicBezTo>
                    <a:pt x="84" y="100"/>
                    <a:pt x="76" y="128"/>
                    <a:pt x="72" y="156"/>
                  </a:cubicBezTo>
                  <a:cubicBezTo>
                    <a:pt x="68" y="176"/>
                    <a:pt x="64" y="196"/>
                    <a:pt x="64" y="216"/>
                  </a:cubicBezTo>
                  <a:cubicBezTo>
                    <a:pt x="60" y="236"/>
                    <a:pt x="60" y="256"/>
                    <a:pt x="60" y="280"/>
                  </a:cubicBezTo>
                  <a:cubicBezTo>
                    <a:pt x="52" y="392"/>
                    <a:pt x="64" y="500"/>
                    <a:pt x="84" y="608"/>
                  </a:cubicBezTo>
                  <a:cubicBezTo>
                    <a:pt x="116" y="749"/>
                    <a:pt x="156" y="885"/>
                    <a:pt x="204" y="1021"/>
                  </a:cubicBezTo>
                  <a:cubicBezTo>
                    <a:pt x="260" y="1165"/>
                    <a:pt x="320" y="1325"/>
                    <a:pt x="376" y="1489"/>
                  </a:cubicBezTo>
                  <a:cubicBezTo>
                    <a:pt x="440" y="1665"/>
                    <a:pt x="480" y="1849"/>
                    <a:pt x="500" y="2033"/>
                  </a:cubicBezTo>
                  <a:cubicBezTo>
                    <a:pt x="516" y="2233"/>
                    <a:pt x="516" y="2433"/>
                    <a:pt x="492" y="2629"/>
                  </a:cubicBezTo>
                  <a:cubicBezTo>
                    <a:pt x="480" y="2729"/>
                    <a:pt x="468" y="2833"/>
                    <a:pt x="452" y="2933"/>
                  </a:cubicBezTo>
                  <a:cubicBezTo>
                    <a:pt x="432" y="3037"/>
                    <a:pt x="416" y="3137"/>
                    <a:pt x="396" y="3241"/>
                  </a:cubicBezTo>
                  <a:cubicBezTo>
                    <a:pt x="360" y="3445"/>
                    <a:pt x="324" y="3649"/>
                    <a:pt x="288" y="3849"/>
                  </a:cubicBezTo>
                  <a:cubicBezTo>
                    <a:pt x="256" y="4053"/>
                    <a:pt x="220" y="4249"/>
                    <a:pt x="188" y="4441"/>
                  </a:cubicBezTo>
                  <a:cubicBezTo>
                    <a:pt x="160" y="4633"/>
                    <a:pt x="128" y="4817"/>
                    <a:pt x="100" y="4997"/>
                  </a:cubicBezTo>
                  <a:cubicBezTo>
                    <a:pt x="72" y="5173"/>
                    <a:pt x="44" y="5341"/>
                    <a:pt x="28" y="5497"/>
                  </a:cubicBezTo>
                  <a:cubicBezTo>
                    <a:pt x="8" y="5637"/>
                    <a:pt x="0" y="5781"/>
                    <a:pt x="4" y="5921"/>
                  </a:cubicBezTo>
                  <a:cubicBezTo>
                    <a:pt x="8" y="6033"/>
                    <a:pt x="20" y="6141"/>
                    <a:pt x="44" y="6249"/>
                  </a:cubicBezTo>
                  <a:cubicBezTo>
                    <a:pt x="52" y="6293"/>
                    <a:pt x="64" y="6333"/>
                    <a:pt x="76" y="6369"/>
                  </a:cubicBezTo>
                  <a:cubicBezTo>
                    <a:pt x="88" y="6401"/>
                    <a:pt x="100" y="6429"/>
                    <a:pt x="108" y="6453"/>
                  </a:cubicBezTo>
                  <a:lnTo>
                    <a:pt x="140" y="6521"/>
                  </a:lnTo>
                  <a:lnTo>
                    <a:pt x="144" y="6521"/>
                  </a:lnTo>
                  <a:lnTo>
                    <a:pt x="116" y="6449"/>
                  </a:lnTo>
                  <a:cubicBezTo>
                    <a:pt x="108" y="6429"/>
                    <a:pt x="100" y="6401"/>
                    <a:pt x="92" y="6365"/>
                  </a:cubicBezTo>
                  <a:cubicBezTo>
                    <a:pt x="84" y="6329"/>
                    <a:pt x="72" y="6293"/>
                    <a:pt x="68" y="6249"/>
                  </a:cubicBezTo>
                  <a:cubicBezTo>
                    <a:pt x="48" y="6141"/>
                    <a:pt x="40" y="6033"/>
                    <a:pt x="44" y="5925"/>
                  </a:cubicBezTo>
                  <a:cubicBezTo>
                    <a:pt x="44" y="5785"/>
                    <a:pt x="56" y="5645"/>
                    <a:pt x="76" y="5505"/>
                  </a:cubicBezTo>
                  <a:cubicBezTo>
                    <a:pt x="100" y="5349"/>
                    <a:pt x="128" y="5185"/>
                    <a:pt x="156" y="5009"/>
                  </a:cubicBezTo>
                  <a:cubicBezTo>
                    <a:pt x="188" y="4833"/>
                    <a:pt x="216" y="4649"/>
                    <a:pt x="248" y="4453"/>
                  </a:cubicBezTo>
                  <a:cubicBezTo>
                    <a:pt x="276" y="4261"/>
                    <a:pt x="308" y="4065"/>
                    <a:pt x="340" y="3861"/>
                  </a:cubicBezTo>
                  <a:cubicBezTo>
                    <a:pt x="372" y="3661"/>
                    <a:pt x="400" y="3453"/>
                    <a:pt x="428" y="3249"/>
                  </a:cubicBezTo>
                  <a:cubicBezTo>
                    <a:pt x="460" y="3045"/>
                    <a:pt x="488" y="2837"/>
                    <a:pt x="512" y="2633"/>
                  </a:cubicBezTo>
                  <a:cubicBezTo>
                    <a:pt x="532" y="2437"/>
                    <a:pt x="540" y="2233"/>
                    <a:pt x="532" y="2033"/>
                  </a:cubicBezTo>
                  <a:cubicBezTo>
                    <a:pt x="520" y="1845"/>
                    <a:pt x="484" y="1661"/>
                    <a:pt x="424" y="1481"/>
                  </a:cubicBezTo>
                  <a:cubicBezTo>
                    <a:pt x="368" y="1309"/>
                    <a:pt x="304" y="1153"/>
                    <a:pt x="252" y="1009"/>
                  </a:cubicBezTo>
                  <a:cubicBezTo>
                    <a:pt x="200" y="877"/>
                    <a:pt x="156" y="745"/>
                    <a:pt x="124" y="608"/>
                  </a:cubicBezTo>
                  <a:cubicBezTo>
                    <a:pt x="96" y="504"/>
                    <a:pt x="84" y="396"/>
                    <a:pt x="84" y="288"/>
                  </a:cubicBezTo>
                  <a:cubicBezTo>
                    <a:pt x="84" y="264"/>
                    <a:pt x="80" y="244"/>
                    <a:pt x="84" y="224"/>
                  </a:cubicBezTo>
                  <a:cubicBezTo>
                    <a:pt x="84" y="204"/>
                    <a:pt x="88" y="184"/>
                    <a:pt x="88" y="168"/>
                  </a:cubicBezTo>
                  <a:cubicBezTo>
                    <a:pt x="92" y="136"/>
                    <a:pt x="96" y="108"/>
                    <a:pt x="104" y="80"/>
                  </a:cubicBezTo>
                  <a:cubicBezTo>
                    <a:pt x="116" y="32"/>
                    <a:pt x="120" y="8"/>
                    <a:pt x="120" y="8"/>
                  </a:cubicBezTo>
                  <a:lnTo>
                    <a:pt x="116" y="0"/>
                  </a:lnTo>
                  <a:close/>
                </a:path>
              </a:pathLst>
            </a:custGeom>
            <a:solidFill>
              <a:srgbClr val="3F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65"/>
            <p:cNvSpPr/>
            <p:nvPr/>
          </p:nvSpPr>
          <p:spPr>
            <a:xfrm flipH="1">
              <a:off x="7121209" y="2508726"/>
              <a:ext cx="1014151" cy="478767"/>
            </a:xfrm>
            <a:custGeom>
              <a:avLst/>
              <a:gdLst/>
              <a:ahLst/>
              <a:cxnLst/>
              <a:rect l="l" t="t" r="r" b="b"/>
              <a:pathLst>
                <a:path w="7541" h="3560" extrusionOk="0">
                  <a:moveTo>
                    <a:pt x="7541" y="1"/>
                  </a:moveTo>
                  <a:cubicBezTo>
                    <a:pt x="7365" y="13"/>
                    <a:pt x="7185" y="33"/>
                    <a:pt x="7009" y="65"/>
                  </a:cubicBezTo>
                  <a:cubicBezTo>
                    <a:pt x="6829" y="97"/>
                    <a:pt x="6653" y="137"/>
                    <a:pt x="6481" y="185"/>
                  </a:cubicBezTo>
                  <a:cubicBezTo>
                    <a:pt x="6133" y="289"/>
                    <a:pt x="5801" y="421"/>
                    <a:pt x="5481" y="593"/>
                  </a:cubicBezTo>
                  <a:cubicBezTo>
                    <a:pt x="5165" y="769"/>
                    <a:pt x="4860" y="961"/>
                    <a:pt x="4568" y="1169"/>
                  </a:cubicBezTo>
                  <a:lnTo>
                    <a:pt x="4124" y="1473"/>
                  </a:lnTo>
                  <a:cubicBezTo>
                    <a:pt x="3976" y="1573"/>
                    <a:pt x="3824" y="1673"/>
                    <a:pt x="3680" y="1777"/>
                  </a:cubicBezTo>
                  <a:cubicBezTo>
                    <a:pt x="3532" y="1881"/>
                    <a:pt x="3388" y="1997"/>
                    <a:pt x="3256" y="2117"/>
                  </a:cubicBezTo>
                  <a:cubicBezTo>
                    <a:pt x="3124" y="2241"/>
                    <a:pt x="3000" y="2373"/>
                    <a:pt x="2880" y="2505"/>
                  </a:cubicBezTo>
                  <a:cubicBezTo>
                    <a:pt x="2760" y="2637"/>
                    <a:pt x="2636" y="2769"/>
                    <a:pt x="2508" y="2893"/>
                  </a:cubicBezTo>
                  <a:cubicBezTo>
                    <a:pt x="2380" y="3017"/>
                    <a:pt x="2240" y="3129"/>
                    <a:pt x="2088" y="3221"/>
                  </a:cubicBezTo>
                  <a:cubicBezTo>
                    <a:pt x="1780" y="3409"/>
                    <a:pt x="1432" y="3517"/>
                    <a:pt x="1076" y="3537"/>
                  </a:cubicBezTo>
                  <a:cubicBezTo>
                    <a:pt x="1030" y="3540"/>
                    <a:pt x="984" y="3541"/>
                    <a:pt x="938" y="3541"/>
                  </a:cubicBezTo>
                  <a:cubicBezTo>
                    <a:pt x="805" y="3541"/>
                    <a:pt x="671" y="3529"/>
                    <a:pt x="540" y="3505"/>
                  </a:cubicBezTo>
                  <a:cubicBezTo>
                    <a:pt x="371" y="3474"/>
                    <a:pt x="210" y="3421"/>
                    <a:pt x="52" y="3354"/>
                  </a:cubicBezTo>
                  <a:lnTo>
                    <a:pt x="52" y="3354"/>
                  </a:lnTo>
                  <a:cubicBezTo>
                    <a:pt x="234" y="3288"/>
                    <a:pt x="419" y="3222"/>
                    <a:pt x="600" y="3153"/>
                  </a:cubicBezTo>
                  <a:cubicBezTo>
                    <a:pt x="692" y="3117"/>
                    <a:pt x="788" y="3081"/>
                    <a:pt x="880" y="3041"/>
                  </a:cubicBezTo>
                  <a:cubicBezTo>
                    <a:pt x="972" y="3005"/>
                    <a:pt x="1068" y="2969"/>
                    <a:pt x="1160" y="2925"/>
                  </a:cubicBezTo>
                  <a:cubicBezTo>
                    <a:pt x="1252" y="2885"/>
                    <a:pt x="1344" y="2845"/>
                    <a:pt x="1432" y="2801"/>
                  </a:cubicBezTo>
                  <a:cubicBezTo>
                    <a:pt x="1524" y="2757"/>
                    <a:pt x="1612" y="2713"/>
                    <a:pt x="1704" y="2661"/>
                  </a:cubicBezTo>
                  <a:cubicBezTo>
                    <a:pt x="1792" y="2613"/>
                    <a:pt x="1880" y="2565"/>
                    <a:pt x="1968" y="2513"/>
                  </a:cubicBezTo>
                  <a:cubicBezTo>
                    <a:pt x="2056" y="2461"/>
                    <a:pt x="2140" y="2409"/>
                    <a:pt x="2224" y="2349"/>
                  </a:cubicBezTo>
                  <a:cubicBezTo>
                    <a:pt x="2304" y="2289"/>
                    <a:pt x="2388" y="2233"/>
                    <a:pt x="2464" y="2169"/>
                  </a:cubicBezTo>
                  <a:lnTo>
                    <a:pt x="2584" y="2073"/>
                  </a:lnTo>
                  <a:lnTo>
                    <a:pt x="2696" y="1973"/>
                  </a:lnTo>
                  <a:cubicBezTo>
                    <a:pt x="2772" y="1909"/>
                    <a:pt x="2840" y="1829"/>
                    <a:pt x="2912" y="1757"/>
                  </a:cubicBezTo>
                  <a:cubicBezTo>
                    <a:pt x="2948" y="1721"/>
                    <a:pt x="2980" y="1681"/>
                    <a:pt x="3012" y="1641"/>
                  </a:cubicBezTo>
                  <a:cubicBezTo>
                    <a:pt x="3044" y="1605"/>
                    <a:pt x="3076" y="1565"/>
                    <a:pt x="3104" y="1525"/>
                  </a:cubicBezTo>
                  <a:cubicBezTo>
                    <a:pt x="3164" y="1441"/>
                    <a:pt x="3228" y="1361"/>
                    <a:pt x="3276" y="1273"/>
                  </a:cubicBezTo>
                  <a:cubicBezTo>
                    <a:pt x="3328" y="1189"/>
                    <a:pt x="3376" y="1101"/>
                    <a:pt x="3428" y="1013"/>
                  </a:cubicBezTo>
                  <a:cubicBezTo>
                    <a:pt x="3528" y="837"/>
                    <a:pt x="3620" y="657"/>
                    <a:pt x="3728" y="489"/>
                  </a:cubicBezTo>
                  <a:lnTo>
                    <a:pt x="3720" y="485"/>
                  </a:lnTo>
                  <a:cubicBezTo>
                    <a:pt x="3608" y="653"/>
                    <a:pt x="3508" y="829"/>
                    <a:pt x="3408" y="1001"/>
                  </a:cubicBezTo>
                  <a:cubicBezTo>
                    <a:pt x="3356" y="1089"/>
                    <a:pt x="3304" y="1173"/>
                    <a:pt x="3252" y="1261"/>
                  </a:cubicBezTo>
                  <a:cubicBezTo>
                    <a:pt x="3196" y="1345"/>
                    <a:pt x="3136" y="1421"/>
                    <a:pt x="3076" y="1505"/>
                  </a:cubicBezTo>
                  <a:cubicBezTo>
                    <a:pt x="3048" y="1545"/>
                    <a:pt x="3016" y="1581"/>
                    <a:pt x="2980" y="1621"/>
                  </a:cubicBezTo>
                  <a:cubicBezTo>
                    <a:pt x="2948" y="1657"/>
                    <a:pt x="2916" y="1697"/>
                    <a:pt x="2880" y="1733"/>
                  </a:cubicBezTo>
                  <a:cubicBezTo>
                    <a:pt x="2808" y="1801"/>
                    <a:pt x="2744" y="1877"/>
                    <a:pt x="2664" y="1941"/>
                  </a:cubicBezTo>
                  <a:lnTo>
                    <a:pt x="2556" y="2041"/>
                  </a:lnTo>
                  <a:lnTo>
                    <a:pt x="2436" y="2133"/>
                  </a:lnTo>
                  <a:cubicBezTo>
                    <a:pt x="2360" y="2197"/>
                    <a:pt x="2280" y="2257"/>
                    <a:pt x="2196" y="2313"/>
                  </a:cubicBezTo>
                  <a:cubicBezTo>
                    <a:pt x="2108" y="2365"/>
                    <a:pt x="2028" y="2421"/>
                    <a:pt x="1940" y="2473"/>
                  </a:cubicBezTo>
                  <a:cubicBezTo>
                    <a:pt x="1856" y="2521"/>
                    <a:pt x="1768" y="2573"/>
                    <a:pt x="1680" y="2621"/>
                  </a:cubicBezTo>
                  <a:cubicBezTo>
                    <a:pt x="1592" y="2669"/>
                    <a:pt x="1504" y="2713"/>
                    <a:pt x="1412" y="2761"/>
                  </a:cubicBezTo>
                  <a:cubicBezTo>
                    <a:pt x="1324" y="2805"/>
                    <a:pt x="1232" y="2849"/>
                    <a:pt x="1140" y="2889"/>
                  </a:cubicBezTo>
                  <a:cubicBezTo>
                    <a:pt x="1048" y="2929"/>
                    <a:pt x="956" y="2973"/>
                    <a:pt x="864" y="3009"/>
                  </a:cubicBezTo>
                  <a:cubicBezTo>
                    <a:pt x="772" y="3049"/>
                    <a:pt x="680" y="3089"/>
                    <a:pt x="588" y="3125"/>
                  </a:cubicBezTo>
                  <a:cubicBezTo>
                    <a:pt x="400" y="3201"/>
                    <a:pt x="212" y="3273"/>
                    <a:pt x="24" y="3345"/>
                  </a:cubicBezTo>
                  <a:lnTo>
                    <a:pt x="0" y="3353"/>
                  </a:lnTo>
                  <a:lnTo>
                    <a:pt x="24" y="3365"/>
                  </a:lnTo>
                  <a:cubicBezTo>
                    <a:pt x="321" y="3495"/>
                    <a:pt x="636" y="3560"/>
                    <a:pt x="951" y="3560"/>
                  </a:cubicBezTo>
                  <a:cubicBezTo>
                    <a:pt x="1351" y="3560"/>
                    <a:pt x="1749" y="3456"/>
                    <a:pt x="2104" y="3253"/>
                  </a:cubicBezTo>
                  <a:cubicBezTo>
                    <a:pt x="2260" y="3157"/>
                    <a:pt x="2404" y="3049"/>
                    <a:pt x="2536" y="2925"/>
                  </a:cubicBezTo>
                  <a:cubicBezTo>
                    <a:pt x="2668" y="2801"/>
                    <a:pt x="2792" y="2669"/>
                    <a:pt x="2916" y="2537"/>
                  </a:cubicBezTo>
                  <a:cubicBezTo>
                    <a:pt x="3040" y="2405"/>
                    <a:pt x="3160" y="2277"/>
                    <a:pt x="3292" y="2157"/>
                  </a:cubicBezTo>
                  <a:cubicBezTo>
                    <a:pt x="3424" y="2037"/>
                    <a:pt x="3564" y="1925"/>
                    <a:pt x="3712" y="1825"/>
                  </a:cubicBezTo>
                  <a:cubicBezTo>
                    <a:pt x="3856" y="1721"/>
                    <a:pt x="4004" y="1621"/>
                    <a:pt x="4156" y="1521"/>
                  </a:cubicBezTo>
                  <a:lnTo>
                    <a:pt x="4600" y="1217"/>
                  </a:lnTo>
                  <a:cubicBezTo>
                    <a:pt x="4748" y="1117"/>
                    <a:pt x="4896" y="1017"/>
                    <a:pt x="5044" y="917"/>
                  </a:cubicBezTo>
                  <a:cubicBezTo>
                    <a:pt x="5197" y="817"/>
                    <a:pt x="5345" y="721"/>
                    <a:pt x="5505" y="633"/>
                  </a:cubicBezTo>
                  <a:cubicBezTo>
                    <a:pt x="5817" y="461"/>
                    <a:pt x="6149" y="321"/>
                    <a:pt x="6489" y="217"/>
                  </a:cubicBezTo>
                  <a:cubicBezTo>
                    <a:pt x="6661" y="165"/>
                    <a:pt x="6837" y="121"/>
                    <a:pt x="7009" y="85"/>
                  </a:cubicBezTo>
                  <a:cubicBezTo>
                    <a:pt x="7185" y="49"/>
                    <a:pt x="7365" y="25"/>
                    <a:pt x="7541" y="5"/>
                  </a:cubicBezTo>
                  <a:lnTo>
                    <a:pt x="7541" y="1"/>
                  </a:lnTo>
                  <a:close/>
                </a:path>
              </a:pathLst>
            </a:custGeom>
            <a:solidFill>
              <a:srgbClr val="3F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5"/>
            <p:cNvSpPr/>
            <p:nvPr/>
          </p:nvSpPr>
          <p:spPr>
            <a:xfrm flipH="1">
              <a:off x="7431063" y="2549609"/>
              <a:ext cx="181420" cy="130316"/>
            </a:xfrm>
            <a:custGeom>
              <a:avLst/>
              <a:gdLst/>
              <a:ahLst/>
              <a:cxnLst/>
              <a:rect l="l" t="t" r="r" b="b"/>
              <a:pathLst>
                <a:path w="1349" h="969" extrusionOk="0">
                  <a:moveTo>
                    <a:pt x="1345" y="1"/>
                  </a:moveTo>
                  <a:cubicBezTo>
                    <a:pt x="1261" y="29"/>
                    <a:pt x="1180" y="61"/>
                    <a:pt x="1104" y="105"/>
                  </a:cubicBezTo>
                  <a:cubicBezTo>
                    <a:pt x="1068" y="121"/>
                    <a:pt x="1032" y="141"/>
                    <a:pt x="996" y="165"/>
                  </a:cubicBezTo>
                  <a:cubicBezTo>
                    <a:pt x="956" y="189"/>
                    <a:pt x="920" y="217"/>
                    <a:pt x="880" y="249"/>
                  </a:cubicBezTo>
                  <a:cubicBezTo>
                    <a:pt x="800" y="309"/>
                    <a:pt x="712" y="365"/>
                    <a:pt x="624" y="417"/>
                  </a:cubicBezTo>
                  <a:cubicBezTo>
                    <a:pt x="580" y="445"/>
                    <a:pt x="536" y="473"/>
                    <a:pt x="496" y="505"/>
                  </a:cubicBezTo>
                  <a:cubicBezTo>
                    <a:pt x="452" y="533"/>
                    <a:pt x="412" y="561"/>
                    <a:pt x="376" y="593"/>
                  </a:cubicBezTo>
                  <a:cubicBezTo>
                    <a:pt x="336" y="625"/>
                    <a:pt x="300" y="653"/>
                    <a:pt x="264" y="685"/>
                  </a:cubicBezTo>
                  <a:cubicBezTo>
                    <a:pt x="232" y="713"/>
                    <a:pt x="200" y="745"/>
                    <a:pt x="172" y="769"/>
                  </a:cubicBezTo>
                  <a:cubicBezTo>
                    <a:pt x="148" y="797"/>
                    <a:pt x="120" y="825"/>
                    <a:pt x="100" y="849"/>
                  </a:cubicBezTo>
                  <a:cubicBezTo>
                    <a:pt x="80" y="873"/>
                    <a:pt x="60" y="893"/>
                    <a:pt x="44" y="909"/>
                  </a:cubicBezTo>
                  <a:cubicBezTo>
                    <a:pt x="16" y="945"/>
                    <a:pt x="0" y="965"/>
                    <a:pt x="0" y="965"/>
                  </a:cubicBezTo>
                  <a:lnTo>
                    <a:pt x="4" y="969"/>
                  </a:lnTo>
                  <a:cubicBezTo>
                    <a:pt x="4" y="969"/>
                    <a:pt x="28" y="953"/>
                    <a:pt x="60" y="925"/>
                  </a:cubicBezTo>
                  <a:cubicBezTo>
                    <a:pt x="96" y="897"/>
                    <a:pt x="148" y="857"/>
                    <a:pt x="208" y="809"/>
                  </a:cubicBezTo>
                  <a:cubicBezTo>
                    <a:pt x="268" y="757"/>
                    <a:pt x="336" y="701"/>
                    <a:pt x="412" y="641"/>
                  </a:cubicBezTo>
                  <a:lnTo>
                    <a:pt x="524" y="545"/>
                  </a:lnTo>
                  <a:lnTo>
                    <a:pt x="644" y="445"/>
                  </a:lnTo>
                  <a:cubicBezTo>
                    <a:pt x="684" y="409"/>
                    <a:pt x="724" y="377"/>
                    <a:pt x="768" y="349"/>
                  </a:cubicBezTo>
                  <a:cubicBezTo>
                    <a:pt x="808" y="321"/>
                    <a:pt x="852" y="297"/>
                    <a:pt x="896" y="273"/>
                  </a:cubicBezTo>
                  <a:cubicBezTo>
                    <a:pt x="940" y="249"/>
                    <a:pt x="980" y="229"/>
                    <a:pt x="1020" y="209"/>
                  </a:cubicBezTo>
                  <a:cubicBezTo>
                    <a:pt x="1060" y="185"/>
                    <a:pt x="1096" y="165"/>
                    <a:pt x="1128" y="145"/>
                  </a:cubicBezTo>
                  <a:cubicBezTo>
                    <a:pt x="1196" y="105"/>
                    <a:pt x="1249" y="69"/>
                    <a:pt x="1289" y="45"/>
                  </a:cubicBezTo>
                  <a:cubicBezTo>
                    <a:pt x="1325" y="21"/>
                    <a:pt x="1349" y="5"/>
                    <a:pt x="1349" y="5"/>
                  </a:cubicBezTo>
                  <a:lnTo>
                    <a:pt x="1345" y="1"/>
                  </a:lnTo>
                  <a:close/>
                </a:path>
              </a:pathLst>
            </a:custGeom>
            <a:solidFill>
              <a:srgbClr val="3F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65"/>
            <p:cNvSpPr/>
            <p:nvPr/>
          </p:nvSpPr>
          <p:spPr>
            <a:xfrm flipH="1">
              <a:off x="7793096" y="2664190"/>
              <a:ext cx="1449479" cy="421342"/>
            </a:xfrm>
            <a:custGeom>
              <a:avLst/>
              <a:gdLst/>
              <a:ahLst/>
              <a:cxnLst/>
              <a:rect l="l" t="t" r="r" b="b"/>
              <a:pathLst>
                <a:path w="10778" h="3133" extrusionOk="0">
                  <a:moveTo>
                    <a:pt x="10777" y="1"/>
                  </a:moveTo>
                  <a:lnTo>
                    <a:pt x="10741" y="5"/>
                  </a:lnTo>
                  <a:cubicBezTo>
                    <a:pt x="10585" y="13"/>
                    <a:pt x="10425" y="9"/>
                    <a:pt x="10265" y="17"/>
                  </a:cubicBezTo>
                  <a:cubicBezTo>
                    <a:pt x="10109" y="21"/>
                    <a:pt x="9949" y="53"/>
                    <a:pt x="9797" y="105"/>
                  </a:cubicBezTo>
                  <a:lnTo>
                    <a:pt x="8897" y="405"/>
                  </a:lnTo>
                  <a:cubicBezTo>
                    <a:pt x="8597" y="505"/>
                    <a:pt x="8297" y="609"/>
                    <a:pt x="7997" y="697"/>
                  </a:cubicBezTo>
                  <a:cubicBezTo>
                    <a:pt x="7849" y="741"/>
                    <a:pt x="7693" y="785"/>
                    <a:pt x="7541" y="817"/>
                  </a:cubicBezTo>
                  <a:cubicBezTo>
                    <a:pt x="7389" y="849"/>
                    <a:pt x="7233" y="877"/>
                    <a:pt x="7077" y="893"/>
                  </a:cubicBezTo>
                  <a:cubicBezTo>
                    <a:pt x="6453" y="969"/>
                    <a:pt x="5817" y="941"/>
                    <a:pt x="5185" y="1009"/>
                  </a:cubicBezTo>
                  <a:cubicBezTo>
                    <a:pt x="5029" y="1025"/>
                    <a:pt x="4869" y="1049"/>
                    <a:pt x="4713" y="1081"/>
                  </a:cubicBezTo>
                  <a:cubicBezTo>
                    <a:pt x="4557" y="1113"/>
                    <a:pt x="4405" y="1153"/>
                    <a:pt x="4253" y="1197"/>
                  </a:cubicBezTo>
                  <a:cubicBezTo>
                    <a:pt x="3945" y="1277"/>
                    <a:pt x="3645" y="1385"/>
                    <a:pt x="3357" y="1513"/>
                  </a:cubicBezTo>
                  <a:lnTo>
                    <a:pt x="3249" y="1565"/>
                  </a:lnTo>
                  <a:lnTo>
                    <a:pt x="3365" y="1569"/>
                  </a:lnTo>
                  <a:cubicBezTo>
                    <a:pt x="3793" y="1593"/>
                    <a:pt x="4221" y="1605"/>
                    <a:pt x="4649" y="1609"/>
                  </a:cubicBezTo>
                  <a:cubicBezTo>
                    <a:pt x="4863" y="1613"/>
                    <a:pt x="5077" y="1615"/>
                    <a:pt x="5291" y="1615"/>
                  </a:cubicBezTo>
                  <a:cubicBezTo>
                    <a:pt x="5505" y="1615"/>
                    <a:pt x="5719" y="1613"/>
                    <a:pt x="5933" y="1609"/>
                  </a:cubicBezTo>
                  <a:cubicBezTo>
                    <a:pt x="6149" y="1605"/>
                    <a:pt x="6361" y="1601"/>
                    <a:pt x="6577" y="1597"/>
                  </a:cubicBezTo>
                  <a:lnTo>
                    <a:pt x="6897" y="1585"/>
                  </a:lnTo>
                  <a:cubicBezTo>
                    <a:pt x="7005" y="1581"/>
                    <a:pt x="7109" y="1577"/>
                    <a:pt x="7217" y="1569"/>
                  </a:cubicBezTo>
                  <a:cubicBezTo>
                    <a:pt x="7433" y="1557"/>
                    <a:pt x="7645" y="1505"/>
                    <a:pt x="7841" y="1417"/>
                  </a:cubicBezTo>
                  <a:cubicBezTo>
                    <a:pt x="7941" y="1373"/>
                    <a:pt x="8029" y="1309"/>
                    <a:pt x="8109" y="1237"/>
                  </a:cubicBezTo>
                  <a:cubicBezTo>
                    <a:pt x="8185" y="1161"/>
                    <a:pt x="8249" y="1073"/>
                    <a:pt x="8289" y="973"/>
                  </a:cubicBezTo>
                  <a:lnTo>
                    <a:pt x="8285" y="973"/>
                  </a:lnTo>
                  <a:cubicBezTo>
                    <a:pt x="8241" y="1069"/>
                    <a:pt x="8181" y="1157"/>
                    <a:pt x="8101" y="1229"/>
                  </a:cubicBezTo>
                  <a:cubicBezTo>
                    <a:pt x="8021" y="1301"/>
                    <a:pt x="7933" y="1361"/>
                    <a:pt x="7833" y="1405"/>
                  </a:cubicBezTo>
                  <a:cubicBezTo>
                    <a:pt x="7737" y="1449"/>
                    <a:pt x="7637" y="1481"/>
                    <a:pt x="7533" y="1501"/>
                  </a:cubicBezTo>
                  <a:cubicBezTo>
                    <a:pt x="7429" y="1521"/>
                    <a:pt x="7321" y="1537"/>
                    <a:pt x="7217" y="1541"/>
                  </a:cubicBezTo>
                  <a:cubicBezTo>
                    <a:pt x="7109" y="1549"/>
                    <a:pt x="7001" y="1553"/>
                    <a:pt x="6897" y="1557"/>
                  </a:cubicBezTo>
                  <a:lnTo>
                    <a:pt x="6573" y="1565"/>
                  </a:lnTo>
                  <a:cubicBezTo>
                    <a:pt x="6361" y="1569"/>
                    <a:pt x="6149" y="1573"/>
                    <a:pt x="5933" y="1573"/>
                  </a:cubicBezTo>
                  <a:cubicBezTo>
                    <a:pt x="5818" y="1574"/>
                    <a:pt x="5704" y="1574"/>
                    <a:pt x="5589" y="1574"/>
                  </a:cubicBezTo>
                  <a:cubicBezTo>
                    <a:pt x="5276" y="1574"/>
                    <a:pt x="4963" y="1571"/>
                    <a:pt x="4653" y="1565"/>
                  </a:cubicBezTo>
                  <a:cubicBezTo>
                    <a:pt x="4267" y="1554"/>
                    <a:pt x="3880" y="1537"/>
                    <a:pt x="3494" y="1519"/>
                  </a:cubicBezTo>
                  <a:lnTo>
                    <a:pt x="3494" y="1519"/>
                  </a:lnTo>
                  <a:cubicBezTo>
                    <a:pt x="3746" y="1410"/>
                    <a:pt x="4005" y="1322"/>
                    <a:pt x="4269" y="1253"/>
                  </a:cubicBezTo>
                  <a:cubicBezTo>
                    <a:pt x="4421" y="1213"/>
                    <a:pt x="4573" y="1173"/>
                    <a:pt x="4725" y="1141"/>
                  </a:cubicBezTo>
                  <a:cubicBezTo>
                    <a:pt x="4881" y="1109"/>
                    <a:pt x="5037" y="1085"/>
                    <a:pt x="5193" y="1069"/>
                  </a:cubicBezTo>
                  <a:cubicBezTo>
                    <a:pt x="5817" y="1001"/>
                    <a:pt x="6453" y="1025"/>
                    <a:pt x="7085" y="949"/>
                  </a:cubicBezTo>
                  <a:cubicBezTo>
                    <a:pt x="7241" y="929"/>
                    <a:pt x="7397" y="905"/>
                    <a:pt x="7553" y="869"/>
                  </a:cubicBezTo>
                  <a:cubicBezTo>
                    <a:pt x="7709" y="833"/>
                    <a:pt x="7861" y="793"/>
                    <a:pt x="8013" y="745"/>
                  </a:cubicBezTo>
                  <a:cubicBezTo>
                    <a:pt x="8317" y="653"/>
                    <a:pt x="8613" y="545"/>
                    <a:pt x="8913" y="445"/>
                  </a:cubicBezTo>
                  <a:lnTo>
                    <a:pt x="9813" y="141"/>
                  </a:lnTo>
                  <a:cubicBezTo>
                    <a:pt x="9961" y="85"/>
                    <a:pt x="10117" y="57"/>
                    <a:pt x="10273" y="49"/>
                  </a:cubicBezTo>
                  <a:cubicBezTo>
                    <a:pt x="10417" y="41"/>
                    <a:pt x="10564" y="44"/>
                    <a:pt x="10708" y="35"/>
                  </a:cubicBezTo>
                  <a:lnTo>
                    <a:pt x="10708" y="35"/>
                  </a:lnTo>
                  <a:cubicBezTo>
                    <a:pt x="10384" y="375"/>
                    <a:pt x="10060" y="716"/>
                    <a:pt x="9693" y="1009"/>
                  </a:cubicBezTo>
                  <a:cubicBezTo>
                    <a:pt x="9601" y="1085"/>
                    <a:pt x="9505" y="1157"/>
                    <a:pt x="9405" y="1225"/>
                  </a:cubicBezTo>
                  <a:cubicBezTo>
                    <a:pt x="9309" y="1289"/>
                    <a:pt x="9205" y="1353"/>
                    <a:pt x="9101" y="1413"/>
                  </a:cubicBezTo>
                  <a:cubicBezTo>
                    <a:pt x="8889" y="1529"/>
                    <a:pt x="8673" y="1629"/>
                    <a:pt x="8445" y="1709"/>
                  </a:cubicBezTo>
                  <a:cubicBezTo>
                    <a:pt x="7993" y="1869"/>
                    <a:pt x="7521" y="1981"/>
                    <a:pt x="7045" y="2045"/>
                  </a:cubicBezTo>
                  <a:cubicBezTo>
                    <a:pt x="6809" y="2077"/>
                    <a:pt x="6569" y="2097"/>
                    <a:pt x="6329" y="2109"/>
                  </a:cubicBezTo>
                  <a:cubicBezTo>
                    <a:pt x="6209" y="2115"/>
                    <a:pt x="6089" y="2118"/>
                    <a:pt x="5969" y="2118"/>
                  </a:cubicBezTo>
                  <a:cubicBezTo>
                    <a:pt x="5849" y="2118"/>
                    <a:pt x="5729" y="2115"/>
                    <a:pt x="5609" y="2109"/>
                  </a:cubicBezTo>
                  <a:cubicBezTo>
                    <a:pt x="5369" y="2097"/>
                    <a:pt x="5129" y="2081"/>
                    <a:pt x="4889" y="2065"/>
                  </a:cubicBezTo>
                  <a:cubicBezTo>
                    <a:pt x="4649" y="2049"/>
                    <a:pt x="4409" y="2033"/>
                    <a:pt x="4165" y="2033"/>
                  </a:cubicBezTo>
                  <a:cubicBezTo>
                    <a:pt x="4045" y="2033"/>
                    <a:pt x="3925" y="2033"/>
                    <a:pt x="3805" y="2041"/>
                  </a:cubicBezTo>
                  <a:cubicBezTo>
                    <a:pt x="3685" y="2049"/>
                    <a:pt x="3565" y="2053"/>
                    <a:pt x="3445" y="2069"/>
                  </a:cubicBezTo>
                  <a:cubicBezTo>
                    <a:pt x="3205" y="2093"/>
                    <a:pt x="2965" y="2133"/>
                    <a:pt x="2729" y="2185"/>
                  </a:cubicBezTo>
                  <a:cubicBezTo>
                    <a:pt x="2493" y="2233"/>
                    <a:pt x="2261" y="2297"/>
                    <a:pt x="2029" y="2365"/>
                  </a:cubicBezTo>
                  <a:cubicBezTo>
                    <a:pt x="1797" y="2433"/>
                    <a:pt x="1569" y="2509"/>
                    <a:pt x="1345" y="2593"/>
                  </a:cubicBezTo>
                  <a:cubicBezTo>
                    <a:pt x="1117" y="2673"/>
                    <a:pt x="893" y="2761"/>
                    <a:pt x="669" y="2853"/>
                  </a:cubicBezTo>
                  <a:cubicBezTo>
                    <a:pt x="449" y="2945"/>
                    <a:pt x="225" y="3037"/>
                    <a:pt x="5" y="3129"/>
                  </a:cubicBezTo>
                  <a:lnTo>
                    <a:pt x="1" y="3133"/>
                  </a:lnTo>
                  <a:cubicBezTo>
                    <a:pt x="449" y="2953"/>
                    <a:pt x="893" y="2773"/>
                    <a:pt x="1349" y="2613"/>
                  </a:cubicBezTo>
                  <a:cubicBezTo>
                    <a:pt x="1573" y="2533"/>
                    <a:pt x="1801" y="2457"/>
                    <a:pt x="2033" y="2393"/>
                  </a:cubicBezTo>
                  <a:cubicBezTo>
                    <a:pt x="2265" y="2325"/>
                    <a:pt x="2497" y="2265"/>
                    <a:pt x="2733" y="2217"/>
                  </a:cubicBezTo>
                  <a:cubicBezTo>
                    <a:pt x="2969" y="2169"/>
                    <a:pt x="3205" y="2129"/>
                    <a:pt x="3445" y="2109"/>
                  </a:cubicBezTo>
                  <a:cubicBezTo>
                    <a:pt x="3565" y="2093"/>
                    <a:pt x="3681" y="2085"/>
                    <a:pt x="3801" y="2081"/>
                  </a:cubicBezTo>
                  <a:cubicBezTo>
                    <a:pt x="3925" y="2077"/>
                    <a:pt x="4041" y="2077"/>
                    <a:pt x="4161" y="2077"/>
                  </a:cubicBezTo>
                  <a:cubicBezTo>
                    <a:pt x="4401" y="2081"/>
                    <a:pt x="4641" y="2097"/>
                    <a:pt x="4881" y="2109"/>
                  </a:cubicBezTo>
                  <a:cubicBezTo>
                    <a:pt x="5121" y="2125"/>
                    <a:pt x="5361" y="2141"/>
                    <a:pt x="5605" y="2149"/>
                  </a:cubicBezTo>
                  <a:cubicBezTo>
                    <a:pt x="5725" y="2155"/>
                    <a:pt x="5845" y="2158"/>
                    <a:pt x="5966" y="2158"/>
                  </a:cubicBezTo>
                  <a:cubicBezTo>
                    <a:pt x="6086" y="2158"/>
                    <a:pt x="6207" y="2155"/>
                    <a:pt x="6329" y="2149"/>
                  </a:cubicBezTo>
                  <a:cubicBezTo>
                    <a:pt x="6569" y="2137"/>
                    <a:pt x="6809" y="2113"/>
                    <a:pt x="7045" y="2077"/>
                  </a:cubicBezTo>
                  <a:cubicBezTo>
                    <a:pt x="7525" y="2009"/>
                    <a:pt x="7997" y="1897"/>
                    <a:pt x="8449" y="1733"/>
                  </a:cubicBezTo>
                  <a:cubicBezTo>
                    <a:pt x="8677" y="1649"/>
                    <a:pt x="8893" y="1545"/>
                    <a:pt x="9105" y="1429"/>
                  </a:cubicBezTo>
                  <a:cubicBezTo>
                    <a:pt x="9313" y="1305"/>
                    <a:pt x="9513" y="1169"/>
                    <a:pt x="9701" y="1021"/>
                  </a:cubicBezTo>
                  <a:cubicBezTo>
                    <a:pt x="10081" y="721"/>
                    <a:pt x="10417" y="373"/>
                    <a:pt x="10753" y="29"/>
                  </a:cubicBezTo>
                  <a:lnTo>
                    <a:pt x="10777" y="1"/>
                  </a:lnTo>
                  <a:close/>
                </a:path>
              </a:pathLst>
            </a:custGeom>
            <a:solidFill>
              <a:srgbClr val="3F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65"/>
            <p:cNvSpPr/>
            <p:nvPr/>
          </p:nvSpPr>
          <p:spPr>
            <a:xfrm flipH="1">
              <a:off x="8278318" y="2995561"/>
              <a:ext cx="982009" cy="261035"/>
            </a:xfrm>
            <a:custGeom>
              <a:avLst/>
              <a:gdLst/>
              <a:ahLst/>
              <a:cxnLst/>
              <a:rect l="l" t="t" r="r" b="b"/>
              <a:pathLst>
                <a:path w="7302" h="1941" extrusionOk="0">
                  <a:moveTo>
                    <a:pt x="6109" y="1"/>
                  </a:moveTo>
                  <a:cubicBezTo>
                    <a:pt x="5929" y="1"/>
                    <a:pt x="5733" y="9"/>
                    <a:pt x="5529" y="29"/>
                  </a:cubicBezTo>
                  <a:cubicBezTo>
                    <a:pt x="5325" y="45"/>
                    <a:pt x="5109" y="77"/>
                    <a:pt x="4885" y="113"/>
                  </a:cubicBezTo>
                  <a:cubicBezTo>
                    <a:pt x="4665" y="153"/>
                    <a:pt x="4437" y="197"/>
                    <a:pt x="4209" y="253"/>
                  </a:cubicBezTo>
                  <a:cubicBezTo>
                    <a:pt x="4093" y="277"/>
                    <a:pt x="3981" y="309"/>
                    <a:pt x="3865" y="337"/>
                  </a:cubicBezTo>
                  <a:cubicBezTo>
                    <a:pt x="3749" y="369"/>
                    <a:pt x="3633" y="401"/>
                    <a:pt x="3517" y="433"/>
                  </a:cubicBezTo>
                  <a:cubicBezTo>
                    <a:pt x="3289" y="501"/>
                    <a:pt x="3061" y="581"/>
                    <a:pt x="2841" y="661"/>
                  </a:cubicBezTo>
                  <a:cubicBezTo>
                    <a:pt x="2621" y="745"/>
                    <a:pt x="2405" y="833"/>
                    <a:pt x="2197" y="917"/>
                  </a:cubicBezTo>
                  <a:cubicBezTo>
                    <a:pt x="1993" y="1005"/>
                    <a:pt x="1793" y="1097"/>
                    <a:pt x="1605" y="1181"/>
                  </a:cubicBezTo>
                  <a:cubicBezTo>
                    <a:pt x="1417" y="1265"/>
                    <a:pt x="1241" y="1345"/>
                    <a:pt x="1081" y="1421"/>
                  </a:cubicBezTo>
                  <a:cubicBezTo>
                    <a:pt x="753" y="1573"/>
                    <a:pt x="485" y="1701"/>
                    <a:pt x="297" y="1793"/>
                  </a:cubicBezTo>
                  <a:lnTo>
                    <a:pt x="1" y="1933"/>
                  </a:lnTo>
                  <a:lnTo>
                    <a:pt x="1" y="1941"/>
                  </a:lnTo>
                  <a:lnTo>
                    <a:pt x="301" y="1813"/>
                  </a:lnTo>
                  <a:cubicBezTo>
                    <a:pt x="497" y="1729"/>
                    <a:pt x="769" y="1613"/>
                    <a:pt x="1097" y="1469"/>
                  </a:cubicBezTo>
                  <a:lnTo>
                    <a:pt x="1629" y="1233"/>
                  </a:lnTo>
                  <a:lnTo>
                    <a:pt x="2217" y="973"/>
                  </a:lnTo>
                  <a:cubicBezTo>
                    <a:pt x="2425" y="885"/>
                    <a:pt x="2637" y="793"/>
                    <a:pt x="2857" y="709"/>
                  </a:cubicBezTo>
                  <a:cubicBezTo>
                    <a:pt x="3077" y="621"/>
                    <a:pt x="3297" y="541"/>
                    <a:pt x="3525" y="465"/>
                  </a:cubicBezTo>
                  <a:cubicBezTo>
                    <a:pt x="3753" y="389"/>
                    <a:pt x="3981" y="321"/>
                    <a:pt x="4209" y="269"/>
                  </a:cubicBezTo>
                  <a:cubicBezTo>
                    <a:pt x="4437" y="217"/>
                    <a:pt x="4665" y="173"/>
                    <a:pt x="4889" y="145"/>
                  </a:cubicBezTo>
                  <a:cubicBezTo>
                    <a:pt x="5109" y="113"/>
                    <a:pt x="5325" y="89"/>
                    <a:pt x="5529" y="77"/>
                  </a:cubicBezTo>
                  <a:cubicBezTo>
                    <a:pt x="5733" y="65"/>
                    <a:pt x="5929" y="53"/>
                    <a:pt x="6109" y="49"/>
                  </a:cubicBezTo>
                  <a:cubicBezTo>
                    <a:pt x="6197" y="47"/>
                    <a:pt x="6282" y="46"/>
                    <a:pt x="6364" y="46"/>
                  </a:cubicBezTo>
                  <a:cubicBezTo>
                    <a:pt x="6445" y="46"/>
                    <a:pt x="6523" y="47"/>
                    <a:pt x="6597" y="49"/>
                  </a:cubicBezTo>
                  <a:cubicBezTo>
                    <a:pt x="6741" y="49"/>
                    <a:pt x="6869" y="57"/>
                    <a:pt x="6973" y="61"/>
                  </a:cubicBezTo>
                  <a:cubicBezTo>
                    <a:pt x="7077" y="65"/>
                    <a:pt x="7157" y="73"/>
                    <a:pt x="7213" y="77"/>
                  </a:cubicBezTo>
                  <a:lnTo>
                    <a:pt x="7301" y="85"/>
                  </a:lnTo>
                  <a:lnTo>
                    <a:pt x="7301" y="77"/>
                  </a:lnTo>
                  <a:lnTo>
                    <a:pt x="7217" y="65"/>
                  </a:lnTo>
                  <a:cubicBezTo>
                    <a:pt x="7161" y="57"/>
                    <a:pt x="7081" y="49"/>
                    <a:pt x="6977" y="37"/>
                  </a:cubicBezTo>
                  <a:cubicBezTo>
                    <a:pt x="6873" y="25"/>
                    <a:pt x="6745" y="17"/>
                    <a:pt x="6601" y="9"/>
                  </a:cubicBezTo>
                  <a:cubicBezTo>
                    <a:pt x="6453" y="1"/>
                    <a:pt x="6289" y="1"/>
                    <a:pt x="6109" y="1"/>
                  </a:cubicBezTo>
                  <a:close/>
                </a:path>
              </a:pathLst>
            </a:custGeom>
            <a:solidFill>
              <a:srgbClr val="3F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65"/>
            <p:cNvSpPr/>
            <p:nvPr/>
          </p:nvSpPr>
          <p:spPr>
            <a:xfrm flipH="1">
              <a:off x="6695161" y="2002524"/>
              <a:ext cx="411659" cy="474060"/>
            </a:xfrm>
            <a:custGeom>
              <a:avLst/>
              <a:gdLst/>
              <a:ahLst/>
              <a:cxnLst/>
              <a:rect l="l" t="t" r="r" b="b"/>
              <a:pathLst>
                <a:path w="3061" h="3525" extrusionOk="0">
                  <a:moveTo>
                    <a:pt x="3057" y="1"/>
                  </a:moveTo>
                  <a:cubicBezTo>
                    <a:pt x="2953" y="121"/>
                    <a:pt x="2845" y="241"/>
                    <a:pt x="2745" y="365"/>
                  </a:cubicBezTo>
                  <a:cubicBezTo>
                    <a:pt x="2645" y="489"/>
                    <a:pt x="2549" y="617"/>
                    <a:pt x="2457" y="749"/>
                  </a:cubicBezTo>
                  <a:cubicBezTo>
                    <a:pt x="2409" y="813"/>
                    <a:pt x="2365" y="881"/>
                    <a:pt x="2325" y="949"/>
                  </a:cubicBezTo>
                  <a:cubicBezTo>
                    <a:pt x="2285" y="1017"/>
                    <a:pt x="2241" y="1089"/>
                    <a:pt x="2205" y="1161"/>
                  </a:cubicBezTo>
                  <a:cubicBezTo>
                    <a:pt x="2129" y="1301"/>
                    <a:pt x="2073" y="1449"/>
                    <a:pt x="1981" y="1577"/>
                  </a:cubicBezTo>
                  <a:cubicBezTo>
                    <a:pt x="1881" y="1701"/>
                    <a:pt x="1773" y="1813"/>
                    <a:pt x="1657" y="1921"/>
                  </a:cubicBezTo>
                  <a:lnTo>
                    <a:pt x="1317" y="2257"/>
                  </a:lnTo>
                  <a:cubicBezTo>
                    <a:pt x="1205" y="2369"/>
                    <a:pt x="1089" y="2481"/>
                    <a:pt x="973" y="2593"/>
                  </a:cubicBezTo>
                  <a:cubicBezTo>
                    <a:pt x="917" y="2649"/>
                    <a:pt x="857" y="2701"/>
                    <a:pt x="801" y="2757"/>
                  </a:cubicBezTo>
                  <a:cubicBezTo>
                    <a:pt x="769" y="2785"/>
                    <a:pt x="741" y="2813"/>
                    <a:pt x="713" y="2837"/>
                  </a:cubicBezTo>
                  <a:cubicBezTo>
                    <a:pt x="688" y="2858"/>
                    <a:pt x="658" y="2869"/>
                    <a:pt x="626" y="2869"/>
                  </a:cubicBezTo>
                  <a:cubicBezTo>
                    <a:pt x="623" y="2869"/>
                    <a:pt x="621" y="2869"/>
                    <a:pt x="618" y="2869"/>
                  </a:cubicBezTo>
                  <a:lnTo>
                    <a:pt x="618" y="2869"/>
                  </a:lnTo>
                  <a:lnTo>
                    <a:pt x="617" y="2869"/>
                  </a:lnTo>
                  <a:lnTo>
                    <a:pt x="616" y="2869"/>
                  </a:lnTo>
                  <a:lnTo>
                    <a:pt x="616" y="2869"/>
                  </a:lnTo>
                  <a:cubicBezTo>
                    <a:pt x="615" y="2869"/>
                    <a:pt x="614" y="2869"/>
                    <a:pt x="613" y="2869"/>
                  </a:cubicBezTo>
                  <a:lnTo>
                    <a:pt x="601" y="2893"/>
                  </a:lnTo>
                  <a:lnTo>
                    <a:pt x="605" y="2895"/>
                  </a:lnTo>
                  <a:lnTo>
                    <a:pt x="605" y="2895"/>
                  </a:lnTo>
                  <a:lnTo>
                    <a:pt x="605" y="2897"/>
                  </a:lnTo>
                  <a:cubicBezTo>
                    <a:pt x="606" y="2897"/>
                    <a:pt x="608" y="2897"/>
                    <a:pt x="609" y="2897"/>
                  </a:cubicBezTo>
                  <a:lnTo>
                    <a:pt x="609" y="2897"/>
                  </a:lnTo>
                  <a:lnTo>
                    <a:pt x="917" y="3056"/>
                  </a:lnTo>
                  <a:lnTo>
                    <a:pt x="917" y="3056"/>
                  </a:lnTo>
                  <a:lnTo>
                    <a:pt x="745" y="3101"/>
                  </a:lnTo>
                  <a:cubicBezTo>
                    <a:pt x="665" y="3117"/>
                    <a:pt x="589" y="3141"/>
                    <a:pt x="509" y="3161"/>
                  </a:cubicBezTo>
                  <a:cubicBezTo>
                    <a:pt x="357" y="3201"/>
                    <a:pt x="201" y="3241"/>
                    <a:pt x="45" y="3289"/>
                  </a:cubicBezTo>
                  <a:lnTo>
                    <a:pt x="1" y="3301"/>
                  </a:lnTo>
                  <a:lnTo>
                    <a:pt x="41" y="3321"/>
                  </a:lnTo>
                  <a:cubicBezTo>
                    <a:pt x="189" y="3389"/>
                    <a:pt x="333" y="3457"/>
                    <a:pt x="485" y="3525"/>
                  </a:cubicBezTo>
                  <a:lnTo>
                    <a:pt x="485" y="3521"/>
                  </a:lnTo>
                  <a:cubicBezTo>
                    <a:pt x="359" y="3449"/>
                    <a:pt x="230" y="3380"/>
                    <a:pt x="100" y="3312"/>
                  </a:cubicBezTo>
                  <a:lnTo>
                    <a:pt x="100" y="3312"/>
                  </a:lnTo>
                  <a:cubicBezTo>
                    <a:pt x="242" y="3281"/>
                    <a:pt x="383" y="3245"/>
                    <a:pt x="525" y="3209"/>
                  </a:cubicBezTo>
                  <a:cubicBezTo>
                    <a:pt x="601" y="3189"/>
                    <a:pt x="681" y="3173"/>
                    <a:pt x="757" y="3149"/>
                  </a:cubicBezTo>
                  <a:lnTo>
                    <a:pt x="989" y="3089"/>
                  </a:lnTo>
                  <a:lnTo>
                    <a:pt x="1053" y="3073"/>
                  </a:lnTo>
                  <a:lnTo>
                    <a:pt x="993" y="3045"/>
                  </a:lnTo>
                  <a:lnTo>
                    <a:pt x="663" y="2891"/>
                  </a:lnTo>
                  <a:lnTo>
                    <a:pt x="663" y="2891"/>
                  </a:lnTo>
                  <a:cubicBezTo>
                    <a:pt x="686" y="2884"/>
                    <a:pt x="707" y="2872"/>
                    <a:pt x="725" y="2857"/>
                  </a:cubicBezTo>
                  <a:cubicBezTo>
                    <a:pt x="757" y="2829"/>
                    <a:pt x="785" y="2801"/>
                    <a:pt x="813" y="2773"/>
                  </a:cubicBezTo>
                  <a:cubicBezTo>
                    <a:pt x="873" y="2717"/>
                    <a:pt x="929" y="2661"/>
                    <a:pt x="985" y="2605"/>
                  </a:cubicBezTo>
                  <a:cubicBezTo>
                    <a:pt x="1101" y="2497"/>
                    <a:pt x="1217" y="2389"/>
                    <a:pt x="1337" y="2281"/>
                  </a:cubicBezTo>
                  <a:lnTo>
                    <a:pt x="1689" y="1957"/>
                  </a:lnTo>
                  <a:cubicBezTo>
                    <a:pt x="1813" y="1853"/>
                    <a:pt x="1925" y="1737"/>
                    <a:pt x="2025" y="1613"/>
                  </a:cubicBezTo>
                  <a:cubicBezTo>
                    <a:pt x="2073" y="1545"/>
                    <a:pt x="2117" y="1477"/>
                    <a:pt x="2153" y="1405"/>
                  </a:cubicBezTo>
                  <a:cubicBezTo>
                    <a:pt x="2189" y="1333"/>
                    <a:pt x="2221" y="1261"/>
                    <a:pt x="2257" y="1189"/>
                  </a:cubicBezTo>
                  <a:cubicBezTo>
                    <a:pt x="2297" y="1117"/>
                    <a:pt x="2333" y="1049"/>
                    <a:pt x="2373" y="981"/>
                  </a:cubicBezTo>
                  <a:cubicBezTo>
                    <a:pt x="2413" y="913"/>
                    <a:pt x="2457" y="845"/>
                    <a:pt x="2497" y="777"/>
                  </a:cubicBezTo>
                  <a:cubicBezTo>
                    <a:pt x="2673" y="513"/>
                    <a:pt x="2869" y="261"/>
                    <a:pt x="3061" y="5"/>
                  </a:cubicBezTo>
                  <a:lnTo>
                    <a:pt x="3057" y="1"/>
                  </a:lnTo>
                  <a:close/>
                </a:path>
              </a:pathLst>
            </a:custGeom>
            <a:solidFill>
              <a:srgbClr val="3F32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65"/>
            <p:cNvSpPr/>
            <p:nvPr/>
          </p:nvSpPr>
          <p:spPr>
            <a:xfrm flipH="1">
              <a:off x="5229678" y="1040687"/>
              <a:ext cx="1024507" cy="769523"/>
            </a:xfrm>
            <a:custGeom>
              <a:avLst/>
              <a:gdLst/>
              <a:ahLst/>
              <a:cxnLst/>
              <a:rect l="l" t="t" r="r" b="b"/>
              <a:pathLst>
                <a:path w="7618" h="5722" extrusionOk="0">
                  <a:moveTo>
                    <a:pt x="181" y="0"/>
                  </a:moveTo>
                  <a:lnTo>
                    <a:pt x="325" y="100"/>
                  </a:lnTo>
                  <a:cubicBezTo>
                    <a:pt x="381" y="140"/>
                    <a:pt x="425" y="200"/>
                    <a:pt x="441" y="272"/>
                  </a:cubicBezTo>
                  <a:cubicBezTo>
                    <a:pt x="449" y="304"/>
                    <a:pt x="449" y="344"/>
                    <a:pt x="441" y="380"/>
                  </a:cubicBezTo>
                  <a:cubicBezTo>
                    <a:pt x="433" y="416"/>
                    <a:pt x="417" y="452"/>
                    <a:pt x="405" y="488"/>
                  </a:cubicBezTo>
                  <a:cubicBezTo>
                    <a:pt x="373" y="560"/>
                    <a:pt x="337" y="632"/>
                    <a:pt x="305" y="700"/>
                  </a:cubicBezTo>
                  <a:lnTo>
                    <a:pt x="201" y="916"/>
                  </a:lnTo>
                  <a:cubicBezTo>
                    <a:pt x="125" y="1060"/>
                    <a:pt x="69" y="1212"/>
                    <a:pt x="29" y="1368"/>
                  </a:cubicBezTo>
                  <a:cubicBezTo>
                    <a:pt x="9" y="1452"/>
                    <a:pt x="1" y="1540"/>
                    <a:pt x="17" y="1628"/>
                  </a:cubicBezTo>
                  <a:cubicBezTo>
                    <a:pt x="21" y="1652"/>
                    <a:pt x="29" y="1676"/>
                    <a:pt x="37" y="1696"/>
                  </a:cubicBezTo>
                  <a:cubicBezTo>
                    <a:pt x="41" y="1708"/>
                    <a:pt x="49" y="1720"/>
                    <a:pt x="53" y="1732"/>
                  </a:cubicBezTo>
                  <a:lnTo>
                    <a:pt x="69" y="1756"/>
                  </a:lnTo>
                  <a:cubicBezTo>
                    <a:pt x="89" y="1788"/>
                    <a:pt x="105" y="1824"/>
                    <a:pt x="117" y="1856"/>
                  </a:cubicBezTo>
                  <a:cubicBezTo>
                    <a:pt x="149" y="1928"/>
                    <a:pt x="173" y="2000"/>
                    <a:pt x="193" y="2072"/>
                  </a:cubicBezTo>
                  <a:cubicBezTo>
                    <a:pt x="221" y="2148"/>
                    <a:pt x="241" y="2220"/>
                    <a:pt x="265" y="2296"/>
                  </a:cubicBezTo>
                  <a:cubicBezTo>
                    <a:pt x="309" y="2448"/>
                    <a:pt x="353" y="2600"/>
                    <a:pt x="405" y="2752"/>
                  </a:cubicBezTo>
                  <a:cubicBezTo>
                    <a:pt x="429" y="2828"/>
                    <a:pt x="457" y="2904"/>
                    <a:pt x="493" y="2980"/>
                  </a:cubicBezTo>
                  <a:cubicBezTo>
                    <a:pt x="533" y="3056"/>
                    <a:pt x="593" y="3120"/>
                    <a:pt x="665" y="3168"/>
                  </a:cubicBezTo>
                  <a:cubicBezTo>
                    <a:pt x="733" y="3216"/>
                    <a:pt x="801" y="3260"/>
                    <a:pt x="873" y="3296"/>
                  </a:cubicBezTo>
                  <a:cubicBezTo>
                    <a:pt x="909" y="3316"/>
                    <a:pt x="945" y="3336"/>
                    <a:pt x="981" y="3352"/>
                  </a:cubicBezTo>
                  <a:cubicBezTo>
                    <a:pt x="1001" y="3392"/>
                    <a:pt x="1025" y="3428"/>
                    <a:pt x="1049" y="3464"/>
                  </a:cubicBezTo>
                  <a:cubicBezTo>
                    <a:pt x="1065" y="3488"/>
                    <a:pt x="1085" y="3512"/>
                    <a:pt x="1101" y="3528"/>
                  </a:cubicBezTo>
                  <a:cubicBezTo>
                    <a:pt x="1113" y="3544"/>
                    <a:pt x="1125" y="3556"/>
                    <a:pt x="1137" y="3564"/>
                  </a:cubicBezTo>
                  <a:lnTo>
                    <a:pt x="1153" y="3580"/>
                  </a:lnTo>
                  <a:lnTo>
                    <a:pt x="1253" y="3680"/>
                  </a:lnTo>
                  <a:lnTo>
                    <a:pt x="1261" y="3684"/>
                  </a:lnTo>
                  <a:cubicBezTo>
                    <a:pt x="1233" y="3680"/>
                    <a:pt x="1205" y="3676"/>
                    <a:pt x="1181" y="3676"/>
                  </a:cubicBezTo>
                  <a:cubicBezTo>
                    <a:pt x="1141" y="3676"/>
                    <a:pt x="1097" y="3684"/>
                    <a:pt x="1061" y="3700"/>
                  </a:cubicBezTo>
                  <a:cubicBezTo>
                    <a:pt x="1041" y="3704"/>
                    <a:pt x="1021" y="3716"/>
                    <a:pt x="1005" y="3724"/>
                  </a:cubicBezTo>
                  <a:cubicBezTo>
                    <a:pt x="985" y="3736"/>
                    <a:pt x="969" y="3748"/>
                    <a:pt x="953" y="3760"/>
                  </a:cubicBezTo>
                  <a:lnTo>
                    <a:pt x="933" y="3776"/>
                  </a:lnTo>
                  <a:lnTo>
                    <a:pt x="941" y="3808"/>
                  </a:lnTo>
                  <a:cubicBezTo>
                    <a:pt x="957" y="3844"/>
                    <a:pt x="973" y="3884"/>
                    <a:pt x="989" y="3920"/>
                  </a:cubicBezTo>
                  <a:cubicBezTo>
                    <a:pt x="1005" y="3956"/>
                    <a:pt x="1025" y="3996"/>
                    <a:pt x="1045" y="4028"/>
                  </a:cubicBezTo>
                  <a:cubicBezTo>
                    <a:pt x="1065" y="4064"/>
                    <a:pt x="1089" y="4100"/>
                    <a:pt x="1113" y="4132"/>
                  </a:cubicBezTo>
                  <a:cubicBezTo>
                    <a:pt x="1125" y="4152"/>
                    <a:pt x="1141" y="4168"/>
                    <a:pt x="1153" y="4184"/>
                  </a:cubicBezTo>
                  <a:lnTo>
                    <a:pt x="1173" y="4204"/>
                  </a:lnTo>
                  <a:cubicBezTo>
                    <a:pt x="1181" y="4212"/>
                    <a:pt x="1193" y="4220"/>
                    <a:pt x="1201" y="4228"/>
                  </a:cubicBezTo>
                  <a:cubicBezTo>
                    <a:pt x="1221" y="4240"/>
                    <a:pt x="1241" y="4256"/>
                    <a:pt x="1257" y="4264"/>
                  </a:cubicBezTo>
                  <a:cubicBezTo>
                    <a:pt x="1277" y="4276"/>
                    <a:pt x="1297" y="4288"/>
                    <a:pt x="1317" y="4296"/>
                  </a:cubicBezTo>
                  <a:cubicBezTo>
                    <a:pt x="1357" y="4312"/>
                    <a:pt x="1393" y="4328"/>
                    <a:pt x="1433" y="4340"/>
                  </a:cubicBezTo>
                  <a:cubicBezTo>
                    <a:pt x="1473" y="4352"/>
                    <a:pt x="1513" y="4360"/>
                    <a:pt x="1553" y="4372"/>
                  </a:cubicBezTo>
                  <a:cubicBezTo>
                    <a:pt x="1537" y="4388"/>
                    <a:pt x="1517" y="4404"/>
                    <a:pt x="1501" y="4420"/>
                  </a:cubicBezTo>
                  <a:cubicBezTo>
                    <a:pt x="1481" y="4444"/>
                    <a:pt x="1457" y="4472"/>
                    <a:pt x="1441" y="4496"/>
                  </a:cubicBezTo>
                  <a:cubicBezTo>
                    <a:pt x="1429" y="4512"/>
                    <a:pt x="1421" y="4528"/>
                    <a:pt x="1413" y="4544"/>
                  </a:cubicBezTo>
                  <a:cubicBezTo>
                    <a:pt x="1409" y="4552"/>
                    <a:pt x="1405" y="4556"/>
                    <a:pt x="1401" y="4568"/>
                  </a:cubicBezTo>
                  <a:lnTo>
                    <a:pt x="1393" y="4596"/>
                  </a:lnTo>
                  <a:cubicBezTo>
                    <a:pt x="1389" y="4612"/>
                    <a:pt x="1389" y="4632"/>
                    <a:pt x="1389" y="4648"/>
                  </a:cubicBezTo>
                  <a:cubicBezTo>
                    <a:pt x="1389" y="4668"/>
                    <a:pt x="1389" y="4684"/>
                    <a:pt x="1393" y="4700"/>
                  </a:cubicBezTo>
                  <a:cubicBezTo>
                    <a:pt x="1397" y="4732"/>
                    <a:pt x="1401" y="4764"/>
                    <a:pt x="1409" y="4796"/>
                  </a:cubicBezTo>
                  <a:cubicBezTo>
                    <a:pt x="1429" y="4856"/>
                    <a:pt x="1449" y="4916"/>
                    <a:pt x="1477" y="4972"/>
                  </a:cubicBezTo>
                  <a:lnTo>
                    <a:pt x="1481" y="4980"/>
                  </a:lnTo>
                  <a:cubicBezTo>
                    <a:pt x="1517" y="5004"/>
                    <a:pt x="1553" y="5028"/>
                    <a:pt x="1589" y="5048"/>
                  </a:cubicBezTo>
                  <a:cubicBezTo>
                    <a:pt x="1629" y="5064"/>
                    <a:pt x="1665" y="5080"/>
                    <a:pt x="1705" y="5092"/>
                  </a:cubicBezTo>
                  <a:cubicBezTo>
                    <a:pt x="1749" y="5108"/>
                    <a:pt x="1789" y="5113"/>
                    <a:pt x="1833" y="5117"/>
                  </a:cubicBezTo>
                  <a:lnTo>
                    <a:pt x="1897" y="5117"/>
                  </a:lnTo>
                  <a:cubicBezTo>
                    <a:pt x="1917" y="5113"/>
                    <a:pt x="1937" y="5108"/>
                    <a:pt x="1961" y="5104"/>
                  </a:cubicBezTo>
                  <a:cubicBezTo>
                    <a:pt x="2001" y="5088"/>
                    <a:pt x="2041" y="5072"/>
                    <a:pt x="2077" y="5048"/>
                  </a:cubicBezTo>
                  <a:cubicBezTo>
                    <a:pt x="2113" y="5024"/>
                    <a:pt x="2145" y="5000"/>
                    <a:pt x="2177" y="4972"/>
                  </a:cubicBezTo>
                  <a:cubicBezTo>
                    <a:pt x="2205" y="4948"/>
                    <a:pt x="2237" y="4924"/>
                    <a:pt x="2269" y="4900"/>
                  </a:cubicBezTo>
                  <a:cubicBezTo>
                    <a:pt x="2285" y="4892"/>
                    <a:pt x="2301" y="4884"/>
                    <a:pt x="2317" y="4880"/>
                  </a:cubicBezTo>
                  <a:cubicBezTo>
                    <a:pt x="2321" y="4876"/>
                    <a:pt x="2329" y="4876"/>
                    <a:pt x="2337" y="4876"/>
                  </a:cubicBezTo>
                  <a:cubicBezTo>
                    <a:pt x="2357" y="4896"/>
                    <a:pt x="2373" y="4916"/>
                    <a:pt x="2393" y="4940"/>
                  </a:cubicBezTo>
                  <a:cubicBezTo>
                    <a:pt x="2413" y="4968"/>
                    <a:pt x="2429" y="4996"/>
                    <a:pt x="2445" y="5028"/>
                  </a:cubicBezTo>
                  <a:cubicBezTo>
                    <a:pt x="2453" y="5040"/>
                    <a:pt x="2457" y="5056"/>
                    <a:pt x="2465" y="5068"/>
                  </a:cubicBezTo>
                  <a:cubicBezTo>
                    <a:pt x="2469" y="5084"/>
                    <a:pt x="2473" y="5104"/>
                    <a:pt x="2477" y="5121"/>
                  </a:cubicBezTo>
                  <a:lnTo>
                    <a:pt x="2505" y="5229"/>
                  </a:lnTo>
                  <a:cubicBezTo>
                    <a:pt x="2521" y="5305"/>
                    <a:pt x="2549" y="5377"/>
                    <a:pt x="2585" y="5449"/>
                  </a:cubicBezTo>
                  <a:cubicBezTo>
                    <a:pt x="2605" y="5485"/>
                    <a:pt x="2629" y="5517"/>
                    <a:pt x="2653" y="5549"/>
                  </a:cubicBezTo>
                  <a:cubicBezTo>
                    <a:pt x="2681" y="5585"/>
                    <a:pt x="2713" y="5613"/>
                    <a:pt x="2745" y="5641"/>
                  </a:cubicBezTo>
                  <a:lnTo>
                    <a:pt x="2753" y="5645"/>
                  </a:lnTo>
                  <a:lnTo>
                    <a:pt x="2765" y="5649"/>
                  </a:lnTo>
                  <a:cubicBezTo>
                    <a:pt x="2781" y="5657"/>
                    <a:pt x="2801" y="5661"/>
                    <a:pt x="2817" y="5661"/>
                  </a:cubicBezTo>
                  <a:cubicBezTo>
                    <a:pt x="2833" y="5665"/>
                    <a:pt x="2849" y="5665"/>
                    <a:pt x="2865" y="5669"/>
                  </a:cubicBezTo>
                  <a:cubicBezTo>
                    <a:pt x="2901" y="5669"/>
                    <a:pt x="2937" y="5665"/>
                    <a:pt x="2973" y="5649"/>
                  </a:cubicBezTo>
                  <a:cubicBezTo>
                    <a:pt x="2993" y="5641"/>
                    <a:pt x="3013" y="5629"/>
                    <a:pt x="3029" y="5617"/>
                  </a:cubicBezTo>
                  <a:cubicBezTo>
                    <a:pt x="3037" y="5609"/>
                    <a:pt x="3041" y="5601"/>
                    <a:pt x="3049" y="5593"/>
                  </a:cubicBezTo>
                  <a:lnTo>
                    <a:pt x="3057" y="5577"/>
                  </a:lnTo>
                  <a:lnTo>
                    <a:pt x="3065" y="5573"/>
                  </a:lnTo>
                  <a:lnTo>
                    <a:pt x="3065" y="5565"/>
                  </a:lnTo>
                  <a:lnTo>
                    <a:pt x="3073" y="5545"/>
                  </a:lnTo>
                  <a:cubicBezTo>
                    <a:pt x="3073" y="5537"/>
                    <a:pt x="3077" y="5525"/>
                    <a:pt x="3081" y="5517"/>
                  </a:cubicBezTo>
                  <a:cubicBezTo>
                    <a:pt x="3085" y="5501"/>
                    <a:pt x="3085" y="5485"/>
                    <a:pt x="3089" y="5465"/>
                  </a:cubicBezTo>
                  <a:cubicBezTo>
                    <a:pt x="3093" y="5409"/>
                    <a:pt x="3093" y="5353"/>
                    <a:pt x="3089" y="5297"/>
                  </a:cubicBezTo>
                  <a:cubicBezTo>
                    <a:pt x="3089" y="5281"/>
                    <a:pt x="3085" y="5269"/>
                    <a:pt x="3085" y="5257"/>
                  </a:cubicBezTo>
                  <a:lnTo>
                    <a:pt x="3085" y="5257"/>
                  </a:lnTo>
                  <a:cubicBezTo>
                    <a:pt x="3109" y="5269"/>
                    <a:pt x="3137" y="5285"/>
                    <a:pt x="3161" y="5301"/>
                  </a:cubicBezTo>
                  <a:cubicBezTo>
                    <a:pt x="3173" y="5309"/>
                    <a:pt x="3185" y="5321"/>
                    <a:pt x="3197" y="5333"/>
                  </a:cubicBezTo>
                  <a:cubicBezTo>
                    <a:pt x="3205" y="5341"/>
                    <a:pt x="3213" y="5349"/>
                    <a:pt x="3221" y="5361"/>
                  </a:cubicBezTo>
                  <a:lnTo>
                    <a:pt x="3221" y="5365"/>
                  </a:lnTo>
                  <a:lnTo>
                    <a:pt x="3229" y="5373"/>
                  </a:lnTo>
                  <a:lnTo>
                    <a:pt x="3237" y="5385"/>
                  </a:lnTo>
                  <a:lnTo>
                    <a:pt x="3241" y="5393"/>
                  </a:lnTo>
                  <a:lnTo>
                    <a:pt x="3249" y="5401"/>
                  </a:lnTo>
                  <a:cubicBezTo>
                    <a:pt x="3257" y="5409"/>
                    <a:pt x="3261" y="5413"/>
                    <a:pt x="3269" y="5421"/>
                  </a:cubicBezTo>
                  <a:cubicBezTo>
                    <a:pt x="3273" y="5425"/>
                    <a:pt x="3281" y="5429"/>
                    <a:pt x="3289" y="5433"/>
                  </a:cubicBezTo>
                  <a:lnTo>
                    <a:pt x="3301" y="5441"/>
                  </a:lnTo>
                  <a:cubicBezTo>
                    <a:pt x="3309" y="5445"/>
                    <a:pt x="3321" y="5449"/>
                    <a:pt x="3333" y="5453"/>
                  </a:cubicBezTo>
                  <a:cubicBezTo>
                    <a:pt x="3369" y="5465"/>
                    <a:pt x="3409" y="5477"/>
                    <a:pt x="3449" y="5485"/>
                  </a:cubicBezTo>
                  <a:cubicBezTo>
                    <a:pt x="3489" y="5489"/>
                    <a:pt x="3529" y="5497"/>
                    <a:pt x="3569" y="5501"/>
                  </a:cubicBezTo>
                  <a:cubicBezTo>
                    <a:pt x="3645" y="5509"/>
                    <a:pt x="3721" y="5513"/>
                    <a:pt x="3801" y="5513"/>
                  </a:cubicBezTo>
                  <a:lnTo>
                    <a:pt x="3849" y="5513"/>
                  </a:lnTo>
                  <a:lnTo>
                    <a:pt x="3829" y="5469"/>
                  </a:lnTo>
                  <a:cubicBezTo>
                    <a:pt x="3813" y="5437"/>
                    <a:pt x="3797" y="5401"/>
                    <a:pt x="3773" y="5369"/>
                  </a:cubicBezTo>
                  <a:cubicBezTo>
                    <a:pt x="3769" y="5361"/>
                    <a:pt x="3761" y="5353"/>
                    <a:pt x="3753" y="5341"/>
                  </a:cubicBezTo>
                  <a:cubicBezTo>
                    <a:pt x="3749" y="5333"/>
                    <a:pt x="3741" y="5321"/>
                    <a:pt x="3733" y="5313"/>
                  </a:cubicBezTo>
                  <a:lnTo>
                    <a:pt x="3733" y="5313"/>
                  </a:lnTo>
                  <a:cubicBezTo>
                    <a:pt x="3877" y="5365"/>
                    <a:pt x="4021" y="5409"/>
                    <a:pt x="4165" y="5457"/>
                  </a:cubicBezTo>
                  <a:cubicBezTo>
                    <a:pt x="4333" y="5509"/>
                    <a:pt x="4497" y="5557"/>
                    <a:pt x="4665" y="5601"/>
                  </a:cubicBezTo>
                  <a:cubicBezTo>
                    <a:pt x="4833" y="5645"/>
                    <a:pt x="5005" y="5681"/>
                    <a:pt x="5177" y="5705"/>
                  </a:cubicBezTo>
                  <a:cubicBezTo>
                    <a:pt x="5247" y="5717"/>
                    <a:pt x="5318" y="5722"/>
                    <a:pt x="5388" y="5722"/>
                  </a:cubicBezTo>
                  <a:cubicBezTo>
                    <a:pt x="5410" y="5722"/>
                    <a:pt x="5431" y="5721"/>
                    <a:pt x="5453" y="5721"/>
                  </a:cubicBezTo>
                  <a:cubicBezTo>
                    <a:pt x="5477" y="5721"/>
                    <a:pt x="5501" y="5717"/>
                    <a:pt x="5525" y="5709"/>
                  </a:cubicBezTo>
                  <a:lnTo>
                    <a:pt x="5545" y="5705"/>
                  </a:lnTo>
                  <a:lnTo>
                    <a:pt x="5561" y="5701"/>
                  </a:lnTo>
                  <a:lnTo>
                    <a:pt x="5593" y="5693"/>
                  </a:lnTo>
                  <a:lnTo>
                    <a:pt x="5717" y="5661"/>
                  </a:lnTo>
                  <a:cubicBezTo>
                    <a:pt x="6045" y="5573"/>
                    <a:pt x="6385" y="5501"/>
                    <a:pt x="6721" y="5413"/>
                  </a:cubicBezTo>
                  <a:lnTo>
                    <a:pt x="6845" y="5377"/>
                  </a:lnTo>
                  <a:cubicBezTo>
                    <a:pt x="6885" y="5361"/>
                    <a:pt x="6929" y="5353"/>
                    <a:pt x="6973" y="5333"/>
                  </a:cubicBezTo>
                  <a:cubicBezTo>
                    <a:pt x="7061" y="5297"/>
                    <a:pt x="7137" y="5249"/>
                    <a:pt x="7205" y="5185"/>
                  </a:cubicBezTo>
                  <a:cubicBezTo>
                    <a:pt x="7273" y="5121"/>
                    <a:pt x="7329" y="5044"/>
                    <a:pt x="7369" y="4964"/>
                  </a:cubicBezTo>
                  <a:cubicBezTo>
                    <a:pt x="7413" y="4884"/>
                    <a:pt x="7441" y="4796"/>
                    <a:pt x="7461" y="4708"/>
                  </a:cubicBezTo>
                  <a:lnTo>
                    <a:pt x="7477" y="4628"/>
                  </a:lnTo>
                  <a:lnTo>
                    <a:pt x="7405" y="4668"/>
                  </a:lnTo>
                  <a:cubicBezTo>
                    <a:pt x="7305" y="4720"/>
                    <a:pt x="7201" y="4756"/>
                    <a:pt x="7093" y="4780"/>
                  </a:cubicBezTo>
                  <a:cubicBezTo>
                    <a:pt x="6985" y="4804"/>
                    <a:pt x="6873" y="4820"/>
                    <a:pt x="6765" y="4824"/>
                  </a:cubicBezTo>
                  <a:cubicBezTo>
                    <a:pt x="6709" y="4828"/>
                    <a:pt x="6653" y="4830"/>
                    <a:pt x="6597" y="4830"/>
                  </a:cubicBezTo>
                  <a:cubicBezTo>
                    <a:pt x="6541" y="4830"/>
                    <a:pt x="6485" y="4828"/>
                    <a:pt x="6429" y="4824"/>
                  </a:cubicBezTo>
                  <a:cubicBezTo>
                    <a:pt x="6385" y="4824"/>
                    <a:pt x="6337" y="4816"/>
                    <a:pt x="6293" y="4812"/>
                  </a:cubicBezTo>
                  <a:lnTo>
                    <a:pt x="6373" y="4796"/>
                  </a:lnTo>
                  <a:cubicBezTo>
                    <a:pt x="6409" y="4780"/>
                    <a:pt x="6445" y="4772"/>
                    <a:pt x="6473" y="4756"/>
                  </a:cubicBezTo>
                  <a:cubicBezTo>
                    <a:pt x="6505" y="4740"/>
                    <a:pt x="6537" y="4728"/>
                    <a:pt x="6569" y="4708"/>
                  </a:cubicBezTo>
                  <a:cubicBezTo>
                    <a:pt x="6597" y="4688"/>
                    <a:pt x="6625" y="4668"/>
                    <a:pt x="6653" y="4644"/>
                  </a:cubicBezTo>
                  <a:cubicBezTo>
                    <a:pt x="6709" y="4600"/>
                    <a:pt x="6761" y="4548"/>
                    <a:pt x="6805" y="4496"/>
                  </a:cubicBezTo>
                  <a:cubicBezTo>
                    <a:pt x="6829" y="4468"/>
                    <a:pt x="6849" y="4440"/>
                    <a:pt x="6869" y="4412"/>
                  </a:cubicBezTo>
                  <a:cubicBezTo>
                    <a:pt x="6909" y="4352"/>
                    <a:pt x="6949" y="4292"/>
                    <a:pt x="6981" y="4236"/>
                  </a:cubicBezTo>
                  <a:lnTo>
                    <a:pt x="7033" y="4144"/>
                  </a:lnTo>
                  <a:lnTo>
                    <a:pt x="7053" y="4112"/>
                  </a:lnTo>
                  <a:lnTo>
                    <a:pt x="7069" y="4092"/>
                  </a:lnTo>
                  <a:lnTo>
                    <a:pt x="7077" y="4084"/>
                  </a:lnTo>
                  <a:cubicBezTo>
                    <a:pt x="7097" y="4068"/>
                    <a:pt x="7121" y="4060"/>
                    <a:pt x="7145" y="4052"/>
                  </a:cubicBezTo>
                  <a:cubicBezTo>
                    <a:pt x="7173" y="4040"/>
                    <a:pt x="7201" y="4036"/>
                    <a:pt x="7233" y="4028"/>
                  </a:cubicBezTo>
                  <a:cubicBezTo>
                    <a:pt x="7265" y="4020"/>
                    <a:pt x="7297" y="4016"/>
                    <a:pt x="7325" y="4012"/>
                  </a:cubicBezTo>
                  <a:cubicBezTo>
                    <a:pt x="7357" y="4008"/>
                    <a:pt x="7393" y="4004"/>
                    <a:pt x="7421" y="4004"/>
                  </a:cubicBezTo>
                  <a:lnTo>
                    <a:pt x="7617" y="3992"/>
                  </a:lnTo>
                  <a:lnTo>
                    <a:pt x="7469" y="3872"/>
                  </a:lnTo>
                  <a:cubicBezTo>
                    <a:pt x="7401" y="3824"/>
                    <a:pt x="7333" y="3776"/>
                    <a:pt x="7261" y="3732"/>
                  </a:cubicBezTo>
                  <a:cubicBezTo>
                    <a:pt x="7189" y="3688"/>
                    <a:pt x="7109" y="3656"/>
                    <a:pt x="7029" y="3628"/>
                  </a:cubicBezTo>
                  <a:cubicBezTo>
                    <a:pt x="6985" y="3612"/>
                    <a:pt x="6937" y="3604"/>
                    <a:pt x="6893" y="3604"/>
                  </a:cubicBezTo>
                  <a:cubicBezTo>
                    <a:pt x="6881" y="3602"/>
                    <a:pt x="6870" y="3601"/>
                    <a:pt x="6859" y="3601"/>
                  </a:cubicBezTo>
                  <a:cubicBezTo>
                    <a:pt x="6848" y="3601"/>
                    <a:pt x="6837" y="3602"/>
                    <a:pt x="6825" y="3604"/>
                  </a:cubicBezTo>
                  <a:lnTo>
                    <a:pt x="6769" y="3608"/>
                  </a:lnTo>
                  <a:cubicBezTo>
                    <a:pt x="6693" y="3612"/>
                    <a:pt x="6613" y="3612"/>
                    <a:pt x="6533" y="3612"/>
                  </a:cubicBezTo>
                  <a:cubicBezTo>
                    <a:pt x="6373" y="3612"/>
                    <a:pt x="6217" y="3600"/>
                    <a:pt x="6057" y="3580"/>
                  </a:cubicBezTo>
                  <a:cubicBezTo>
                    <a:pt x="5977" y="3572"/>
                    <a:pt x="5897" y="3556"/>
                    <a:pt x="5821" y="3544"/>
                  </a:cubicBezTo>
                  <a:cubicBezTo>
                    <a:pt x="5741" y="3528"/>
                    <a:pt x="5665" y="3512"/>
                    <a:pt x="5585" y="3492"/>
                  </a:cubicBezTo>
                  <a:cubicBezTo>
                    <a:pt x="5433" y="3452"/>
                    <a:pt x="5277" y="3408"/>
                    <a:pt x="5125" y="3360"/>
                  </a:cubicBezTo>
                  <a:cubicBezTo>
                    <a:pt x="4973" y="3312"/>
                    <a:pt x="4817" y="3268"/>
                    <a:pt x="4657" y="3232"/>
                  </a:cubicBezTo>
                  <a:lnTo>
                    <a:pt x="4541" y="3212"/>
                  </a:lnTo>
                  <a:lnTo>
                    <a:pt x="4417" y="3196"/>
                  </a:lnTo>
                  <a:cubicBezTo>
                    <a:pt x="4357" y="3187"/>
                    <a:pt x="4295" y="3183"/>
                    <a:pt x="4234" y="3183"/>
                  </a:cubicBezTo>
                  <a:cubicBezTo>
                    <a:pt x="4213" y="3183"/>
                    <a:pt x="4193" y="3183"/>
                    <a:pt x="4173" y="3184"/>
                  </a:cubicBezTo>
                  <a:cubicBezTo>
                    <a:pt x="4113" y="3184"/>
                    <a:pt x="4053" y="3188"/>
                    <a:pt x="3993" y="3200"/>
                  </a:cubicBezTo>
                  <a:lnTo>
                    <a:pt x="4001" y="3192"/>
                  </a:lnTo>
                  <a:cubicBezTo>
                    <a:pt x="4033" y="3156"/>
                    <a:pt x="4061" y="3120"/>
                    <a:pt x="4081" y="3076"/>
                  </a:cubicBezTo>
                  <a:cubicBezTo>
                    <a:pt x="4097" y="3048"/>
                    <a:pt x="4109" y="3020"/>
                    <a:pt x="4125" y="2984"/>
                  </a:cubicBezTo>
                  <a:cubicBezTo>
                    <a:pt x="4141" y="2944"/>
                    <a:pt x="4149" y="2908"/>
                    <a:pt x="4157" y="2868"/>
                  </a:cubicBezTo>
                  <a:cubicBezTo>
                    <a:pt x="4177" y="2772"/>
                    <a:pt x="4189" y="2676"/>
                    <a:pt x="4185" y="2580"/>
                  </a:cubicBezTo>
                  <a:cubicBezTo>
                    <a:pt x="4181" y="2464"/>
                    <a:pt x="4165" y="2352"/>
                    <a:pt x="4133" y="2244"/>
                  </a:cubicBezTo>
                  <a:cubicBezTo>
                    <a:pt x="4125" y="2212"/>
                    <a:pt x="4117" y="2180"/>
                    <a:pt x="4105" y="2152"/>
                  </a:cubicBezTo>
                  <a:cubicBezTo>
                    <a:pt x="4101" y="2136"/>
                    <a:pt x="4093" y="2120"/>
                    <a:pt x="4085" y="2108"/>
                  </a:cubicBezTo>
                  <a:cubicBezTo>
                    <a:pt x="4077" y="2088"/>
                    <a:pt x="4069" y="2072"/>
                    <a:pt x="4061" y="2056"/>
                  </a:cubicBezTo>
                  <a:cubicBezTo>
                    <a:pt x="4049" y="2040"/>
                    <a:pt x="4037" y="2020"/>
                    <a:pt x="4025" y="2008"/>
                  </a:cubicBezTo>
                  <a:lnTo>
                    <a:pt x="4017" y="2000"/>
                  </a:lnTo>
                  <a:lnTo>
                    <a:pt x="4001" y="1984"/>
                  </a:lnTo>
                  <a:cubicBezTo>
                    <a:pt x="3997" y="1980"/>
                    <a:pt x="3993" y="1976"/>
                    <a:pt x="3989" y="1972"/>
                  </a:cubicBezTo>
                  <a:cubicBezTo>
                    <a:pt x="3969" y="1952"/>
                    <a:pt x="3949" y="1932"/>
                    <a:pt x="3933" y="1912"/>
                  </a:cubicBezTo>
                  <a:cubicBezTo>
                    <a:pt x="3849" y="1812"/>
                    <a:pt x="3777" y="1708"/>
                    <a:pt x="3713" y="1600"/>
                  </a:cubicBezTo>
                  <a:cubicBezTo>
                    <a:pt x="3641" y="1488"/>
                    <a:pt x="3581" y="1372"/>
                    <a:pt x="3525" y="1252"/>
                  </a:cubicBezTo>
                  <a:cubicBezTo>
                    <a:pt x="3477" y="1124"/>
                    <a:pt x="3405" y="1004"/>
                    <a:pt x="3309" y="904"/>
                  </a:cubicBezTo>
                  <a:cubicBezTo>
                    <a:pt x="3265" y="852"/>
                    <a:pt x="3217" y="804"/>
                    <a:pt x="3161" y="764"/>
                  </a:cubicBezTo>
                  <a:cubicBezTo>
                    <a:pt x="3137" y="740"/>
                    <a:pt x="3109" y="720"/>
                    <a:pt x="3081" y="704"/>
                  </a:cubicBezTo>
                  <a:cubicBezTo>
                    <a:pt x="3049" y="680"/>
                    <a:pt x="3013" y="668"/>
                    <a:pt x="2977" y="664"/>
                  </a:cubicBezTo>
                  <a:cubicBezTo>
                    <a:pt x="2974" y="664"/>
                    <a:pt x="2971" y="663"/>
                    <a:pt x="2968" y="663"/>
                  </a:cubicBezTo>
                  <a:cubicBezTo>
                    <a:pt x="2955" y="663"/>
                    <a:pt x="2942" y="670"/>
                    <a:pt x="2929" y="676"/>
                  </a:cubicBezTo>
                  <a:cubicBezTo>
                    <a:pt x="2921" y="684"/>
                    <a:pt x="2913" y="692"/>
                    <a:pt x="2909" y="700"/>
                  </a:cubicBezTo>
                  <a:cubicBezTo>
                    <a:pt x="2909" y="704"/>
                    <a:pt x="2905" y="712"/>
                    <a:pt x="2905" y="716"/>
                  </a:cubicBezTo>
                  <a:lnTo>
                    <a:pt x="2905" y="724"/>
                  </a:lnTo>
                  <a:lnTo>
                    <a:pt x="2905" y="728"/>
                  </a:lnTo>
                  <a:cubicBezTo>
                    <a:pt x="2905" y="728"/>
                    <a:pt x="2905" y="732"/>
                    <a:pt x="2905" y="732"/>
                  </a:cubicBezTo>
                  <a:cubicBezTo>
                    <a:pt x="2905" y="736"/>
                    <a:pt x="2897" y="740"/>
                    <a:pt x="2897" y="744"/>
                  </a:cubicBezTo>
                  <a:cubicBezTo>
                    <a:pt x="2881" y="760"/>
                    <a:pt x="2861" y="776"/>
                    <a:pt x="2837" y="788"/>
                  </a:cubicBezTo>
                  <a:cubicBezTo>
                    <a:pt x="2789" y="812"/>
                    <a:pt x="2737" y="832"/>
                    <a:pt x="2685" y="848"/>
                  </a:cubicBezTo>
                  <a:cubicBezTo>
                    <a:pt x="2585" y="880"/>
                    <a:pt x="2481" y="900"/>
                    <a:pt x="2377" y="912"/>
                  </a:cubicBezTo>
                  <a:cubicBezTo>
                    <a:pt x="2329" y="920"/>
                    <a:pt x="2285" y="924"/>
                    <a:pt x="2237" y="924"/>
                  </a:cubicBezTo>
                  <a:cubicBezTo>
                    <a:pt x="2213" y="928"/>
                    <a:pt x="2185" y="928"/>
                    <a:pt x="2165" y="932"/>
                  </a:cubicBezTo>
                  <a:cubicBezTo>
                    <a:pt x="2141" y="936"/>
                    <a:pt x="2117" y="944"/>
                    <a:pt x="2093" y="948"/>
                  </a:cubicBezTo>
                  <a:cubicBezTo>
                    <a:pt x="2017" y="972"/>
                    <a:pt x="1953" y="1028"/>
                    <a:pt x="1913" y="1104"/>
                  </a:cubicBezTo>
                  <a:cubicBezTo>
                    <a:pt x="1893" y="1148"/>
                    <a:pt x="1885" y="1196"/>
                    <a:pt x="1885" y="1244"/>
                  </a:cubicBezTo>
                  <a:lnTo>
                    <a:pt x="1885" y="1272"/>
                  </a:lnTo>
                  <a:cubicBezTo>
                    <a:pt x="1847" y="1271"/>
                    <a:pt x="1809" y="1270"/>
                    <a:pt x="1771" y="1270"/>
                  </a:cubicBezTo>
                  <a:cubicBezTo>
                    <a:pt x="1705" y="1270"/>
                    <a:pt x="1639" y="1273"/>
                    <a:pt x="1573" y="1280"/>
                  </a:cubicBezTo>
                  <a:cubicBezTo>
                    <a:pt x="1525" y="1288"/>
                    <a:pt x="1477" y="1296"/>
                    <a:pt x="1429" y="1308"/>
                  </a:cubicBezTo>
                  <a:cubicBezTo>
                    <a:pt x="1385" y="1320"/>
                    <a:pt x="1341" y="1336"/>
                    <a:pt x="1297" y="1356"/>
                  </a:cubicBezTo>
                  <a:cubicBezTo>
                    <a:pt x="1293" y="1296"/>
                    <a:pt x="1285" y="1236"/>
                    <a:pt x="1277" y="1176"/>
                  </a:cubicBezTo>
                  <a:cubicBezTo>
                    <a:pt x="1265" y="1104"/>
                    <a:pt x="1249" y="1028"/>
                    <a:pt x="1221" y="960"/>
                  </a:cubicBezTo>
                  <a:cubicBezTo>
                    <a:pt x="1213" y="940"/>
                    <a:pt x="1205" y="920"/>
                    <a:pt x="1193" y="904"/>
                  </a:cubicBezTo>
                  <a:cubicBezTo>
                    <a:pt x="1185" y="888"/>
                    <a:pt x="1177" y="872"/>
                    <a:pt x="1169" y="856"/>
                  </a:cubicBezTo>
                  <a:cubicBezTo>
                    <a:pt x="1153" y="828"/>
                    <a:pt x="1137" y="792"/>
                    <a:pt x="1125" y="760"/>
                  </a:cubicBezTo>
                  <a:cubicBezTo>
                    <a:pt x="1093" y="696"/>
                    <a:pt x="1065" y="628"/>
                    <a:pt x="1037" y="560"/>
                  </a:cubicBezTo>
                  <a:lnTo>
                    <a:pt x="945" y="360"/>
                  </a:lnTo>
                  <a:lnTo>
                    <a:pt x="933" y="336"/>
                  </a:lnTo>
                  <a:lnTo>
                    <a:pt x="929" y="324"/>
                  </a:lnTo>
                  <a:lnTo>
                    <a:pt x="925" y="316"/>
                  </a:lnTo>
                  <a:lnTo>
                    <a:pt x="921" y="308"/>
                  </a:lnTo>
                  <a:lnTo>
                    <a:pt x="921" y="304"/>
                  </a:lnTo>
                  <a:lnTo>
                    <a:pt x="905" y="284"/>
                  </a:lnTo>
                  <a:cubicBezTo>
                    <a:pt x="901" y="272"/>
                    <a:pt x="893" y="264"/>
                    <a:pt x="885" y="256"/>
                  </a:cubicBezTo>
                  <a:cubicBezTo>
                    <a:pt x="853" y="224"/>
                    <a:pt x="821" y="196"/>
                    <a:pt x="785" y="176"/>
                  </a:cubicBezTo>
                  <a:cubicBezTo>
                    <a:pt x="717" y="136"/>
                    <a:pt x="645" y="108"/>
                    <a:pt x="573" y="88"/>
                  </a:cubicBezTo>
                  <a:cubicBezTo>
                    <a:pt x="501" y="64"/>
                    <a:pt x="429" y="48"/>
                    <a:pt x="353" y="32"/>
                  </a:cubicBezTo>
                  <a:lnTo>
                    <a:pt x="1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65"/>
            <p:cNvSpPr/>
            <p:nvPr/>
          </p:nvSpPr>
          <p:spPr>
            <a:xfrm flipH="1">
              <a:off x="5736417" y="1519992"/>
              <a:ext cx="392427" cy="283091"/>
            </a:xfrm>
            <a:custGeom>
              <a:avLst/>
              <a:gdLst/>
              <a:ahLst/>
              <a:cxnLst/>
              <a:rect l="l" t="t" r="r" b="b"/>
              <a:pathLst>
                <a:path w="2918" h="2105" extrusionOk="0">
                  <a:moveTo>
                    <a:pt x="205" y="0"/>
                  </a:moveTo>
                  <a:lnTo>
                    <a:pt x="221" y="16"/>
                  </a:lnTo>
                  <a:lnTo>
                    <a:pt x="321" y="116"/>
                  </a:lnTo>
                  <a:lnTo>
                    <a:pt x="329" y="120"/>
                  </a:lnTo>
                  <a:cubicBezTo>
                    <a:pt x="301" y="116"/>
                    <a:pt x="273" y="112"/>
                    <a:pt x="249" y="112"/>
                  </a:cubicBezTo>
                  <a:cubicBezTo>
                    <a:pt x="209" y="112"/>
                    <a:pt x="165" y="120"/>
                    <a:pt x="129" y="136"/>
                  </a:cubicBezTo>
                  <a:cubicBezTo>
                    <a:pt x="109" y="140"/>
                    <a:pt x="89" y="152"/>
                    <a:pt x="73" y="160"/>
                  </a:cubicBezTo>
                  <a:cubicBezTo>
                    <a:pt x="53" y="172"/>
                    <a:pt x="37" y="184"/>
                    <a:pt x="21" y="196"/>
                  </a:cubicBezTo>
                  <a:lnTo>
                    <a:pt x="1" y="212"/>
                  </a:lnTo>
                  <a:lnTo>
                    <a:pt x="9" y="244"/>
                  </a:lnTo>
                  <a:cubicBezTo>
                    <a:pt x="25" y="280"/>
                    <a:pt x="41" y="320"/>
                    <a:pt x="57" y="356"/>
                  </a:cubicBezTo>
                  <a:cubicBezTo>
                    <a:pt x="73" y="392"/>
                    <a:pt x="93" y="432"/>
                    <a:pt x="113" y="464"/>
                  </a:cubicBezTo>
                  <a:cubicBezTo>
                    <a:pt x="133" y="500"/>
                    <a:pt x="157" y="536"/>
                    <a:pt x="181" y="568"/>
                  </a:cubicBezTo>
                  <a:cubicBezTo>
                    <a:pt x="193" y="588"/>
                    <a:pt x="209" y="604"/>
                    <a:pt x="221" y="620"/>
                  </a:cubicBezTo>
                  <a:lnTo>
                    <a:pt x="241" y="640"/>
                  </a:lnTo>
                  <a:cubicBezTo>
                    <a:pt x="249" y="648"/>
                    <a:pt x="261" y="656"/>
                    <a:pt x="269" y="664"/>
                  </a:cubicBezTo>
                  <a:cubicBezTo>
                    <a:pt x="289" y="676"/>
                    <a:pt x="309" y="692"/>
                    <a:pt x="325" y="700"/>
                  </a:cubicBezTo>
                  <a:cubicBezTo>
                    <a:pt x="345" y="712"/>
                    <a:pt x="365" y="724"/>
                    <a:pt x="385" y="732"/>
                  </a:cubicBezTo>
                  <a:cubicBezTo>
                    <a:pt x="425" y="748"/>
                    <a:pt x="461" y="764"/>
                    <a:pt x="501" y="776"/>
                  </a:cubicBezTo>
                  <a:cubicBezTo>
                    <a:pt x="541" y="788"/>
                    <a:pt x="581" y="796"/>
                    <a:pt x="621" y="808"/>
                  </a:cubicBezTo>
                  <a:cubicBezTo>
                    <a:pt x="605" y="824"/>
                    <a:pt x="585" y="840"/>
                    <a:pt x="569" y="856"/>
                  </a:cubicBezTo>
                  <a:cubicBezTo>
                    <a:pt x="549" y="880"/>
                    <a:pt x="525" y="908"/>
                    <a:pt x="509" y="932"/>
                  </a:cubicBezTo>
                  <a:cubicBezTo>
                    <a:pt x="497" y="948"/>
                    <a:pt x="489" y="964"/>
                    <a:pt x="481" y="980"/>
                  </a:cubicBezTo>
                  <a:cubicBezTo>
                    <a:pt x="477" y="988"/>
                    <a:pt x="473" y="992"/>
                    <a:pt x="469" y="1004"/>
                  </a:cubicBezTo>
                  <a:lnTo>
                    <a:pt x="461" y="1032"/>
                  </a:lnTo>
                  <a:cubicBezTo>
                    <a:pt x="457" y="1048"/>
                    <a:pt x="457" y="1068"/>
                    <a:pt x="457" y="1084"/>
                  </a:cubicBezTo>
                  <a:cubicBezTo>
                    <a:pt x="457" y="1104"/>
                    <a:pt x="457" y="1120"/>
                    <a:pt x="461" y="1136"/>
                  </a:cubicBezTo>
                  <a:cubicBezTo>
                    <a:pt x="465" y="1168"/>
                    <a:pt x="469" y="1200"/>
                    <a:pt x="477" y="1232"/>
                  </a:cubicBezTo>
                  <a:cubicBezTo>
                    <a:pt x="497" y="1292"/>
                    <a:pt x="517" y="1352"/>
                    <a:pt x="545" y="1408"/>
                  </a:cubicBezTo>
                  <a:lnTo>
                    <a:pt x="549" y="1416"/>
                  </a:lnTo>
                  <a:cubicBezTo>
                    <a:pt x="585" y="1440"/>
                    <a:pt x="621" y="1464"/>
                    <a:pt x="657" y="1484"/>
                  </a:cubicBezTo>
                  <a:cubicBezTo>
                    <a:pt x="697" y="1500"/>
                    <a:pt x="733" y="1516"/>
                    <a:pt x="773" y="1528"/>
                  </a:cubicBezTo>
                  <a:cubicBezTo>
                    <a:pt x="817" y="1544"/>
                    <a:pt x="857" y="1549"/>
                    <a:pt x="901" y="1553"/>
                  </a:cubicBezTo>
                  <a:lnTo>
                    <a:pt x="965" y="1553"/>
                  </a:lnTo>
                  <a:cubicBezTo>
                    <a:pt x="985" y="1549"/>
                    <a:pt x="1005" y="1544"/>
                    <a:pt x="1029" y="1540"/>
                  </a:cubicBezTo>
                  <a:cubicBezTo>
                    <a:pt x="1069" y="1524"/>
                    <a:pt x="1109" y="1508"/>
                    <a:pt x="1145" y="1484"/>
                  </a:cubicBezTo>
                  <a:cubicBezTo>
                    <a:pt x="1181" y="1460"/>
                    <a:pt x="1213" y="1436"/>
                    <a:pt x="1245" y="1408"/>
                  </a:cubicBezTo>
                  <a:cubicBezTo>
                    <a:pt x="1273" y="1384"/>
                    <a:pt x="1305" y="1360"/>
                    <a:pt x="1337" y="1336"/>
                  </a:cubicBezTo>
                  <a:cubicBezTo>
                    <a:pt x="1353" y="1328"/>
                    <a:pt x="1369" y="1320"/>
                    <a:pt x="1385" y="1316"/>
                  </a:cubicBezTo>
                  <a:cubicBezTo>
                    <a:pt x="1389" y="1312"/>
                    <a:pt x="1397" y="1312"/>
                    <a:pt x="1405" y="1312"/>
                  </a:cubicBezTo>
                  <a:cubicBezTo>
                    <a:pt x="1425" y="1332"/>
                    <a:pt x="1441" y="1352"/>
                    <a:pt x="1461" y="1376"/>
                  </a:cubicBezTo>
                  <a:cubicBezTo>
                    <a:pt x="1481" y="1404"/>
                    <a:pt x="1497" y="1432"/>
                    <a:pt x="1513" y="1464"/>
                  </a:cubicBezTo>
                  <a:cubicBezTo>
                    <a:pt x="1521" y="1476"/>
                    <a:pt x="1525" y="1492"/>
                    <a:pt x="1533" y="1504"/>
                  </a:cubicBezTo>
                  <a:cubicBezTo>
                    <a:pt x="1537" y="1520"/>
                    <a:pt x="1541" y="1540"/>
                    <a:pt x="1545" y="1557"/>
                  </a:cubicBezTo>
                  <a:lnTo>
                    <a:pt x="1573" y="1665"/>
                  </a:lnTo>
                  <a:cubicBezTo>
                    <a:pt x="1589" y="1741"/>
                    <a:pt x="1617" y="1813"/>
                    <a:pt x="1653" y="1885"/>
                  </a:cubicBezTo>
                  <a:cubicBezTo>
                    <a:pt x="1673" y="1921"/>
                    <a:pt x="1697" y="1953"/>
                    <a:pt x="1721" y="1985"/>
                  </a:cubicBezTo>
                  <a:cubicBezTo>
                    <a:pt x="1749" y="2021"/>
                    <a:pt x="1781" y="2049"/>
                    <a:pt x="1813" y="2077"/>
                  </a:cubicBezTo>
                  <a:lnTo>
                    <a:pt x="1821" y="2081"/>
                  </a:lnTo>
                  <a:lnTo>
                    <a:pt x="1833" y="2085"/>
                  </a:lnTo>
                  <a:cubicBezTo>
                    <a:pt x="1849" y="2093"/>
                    <a:pt x="1869" y="2097"/>
                    <a:pt x="1885" y="2097"/>
                  </a:cubicBezTo>
                  <a:cubicBezTo>
                    <a:pt x="1901" y="2101"/>
                    <a:pt x="1917" y="2101"/>
                    <a:pt x="1933" y="2105"/>
                  </a:cubicBezTo>
                  <a:cubicBezTo>
                    <a:pt x="1969" y="2105"/>
                    <a:pt x="2005" y="2101"/>
                    <a:pt x="2041" y="2085"/>
                  </a:cubicBezTo>
                  <a:cubicBezTo>
                    <a:pt x="2061" y="2077"/>
                    <a:pt x="2081" y="2065"/>
                    <a:pt x="2097" y="2053"/>
                  </a:cubicBezTo>
                  <a:cubicBezTo>
                    <a:pt x="2105" y="2045"/>
                    <a:pt x="2109" y="2037"/>
                    <a:pt x="2117" y="2029"/>
                  </a:cubicBezTo>
                  <a:lnTo>
                    <a:pt x="2125" y="2013"/>
                  </a:lnTo>
                  <a:lnTo>
                    <a:pt x="2133" y="2009"/>
                  </a:lnTo>
                  <a:lnTo>
                    <a:pt x="2133" y="2001"/>
                  </a:lnTo>
                  <a:lnTo>
                    <a:pt x="2141" y="1981"/>
                  </a:lnTo>
                  <a:cubicBezTo>
                    <a:pt x="2141" y="1973"/>
                    <a:pt x="2145" y="1961"/>
                    <a:pt x="2149" y="1953"/>
                  </a:cubicBezTo>
                  <a:cubicBezTo>
                    <a:pt x="2153" y="1937"/>
                    <a:pt x="2153" y="1921"/>
                    <a:pt x="2157" y="1901"/>
                  </a:cubicBezTo>
                  <a:cubicBezTo>
                    <a:pt x="2161" y="1845"/>
                    <a:pt x="2161" y="1789"/>
                    <a:pt x="2157" y="1733"/>
                  </a:cubicBezTo>
                  <a:cubicBezTo>
                    <a:pt x="2157" y="1717"/>
                    <a:pt x="2153" y="1705"/>
                    <a:pt x="2153" y="1693"/>
                  </a:cubicBezTo>
                  <a:lnTo>
                    <a:pt x="2153" y="1693"/>
                  </a:lnTo>
                  <a:cubicBezTo>
                    <a:pt x="2177" y="1705"/>
                    <a:pt x="2205" y="1721"/>
                    <a:pt x="2229" y="1737"/>
                  </a:cubicBezTo>
                  <a:cubicBezTo>
                    <a:pt x="2241" y="1745"/>
                    <a:pt x="2253" y="1757"/>
                    <a:pt x="2265" y="1769"/>
                  </a:cubicBezTo>
                  <a:cubicBezTo>
                    <a:pt x="2273" y="1777"/>
                    <a:pt x="2281" y="1785"/>
                    <a:pt x="2289" y="1797"/>
                  </a:cubicBezTo>
                  <a:lnTo>
                    <a:pt x="2289" y="1801"/>
                  </a:lnTo>
                  <a:lnTo>
                    <a:pt x="2297" y="1809"/>
                  </a:lnTo>
                  <a:lnTo>
                    <a:pt x="2305" y="1821"/>
                  </a:lnTo>
                  <a:lnTo>
                    <a:pt x="2309" y="1829"/>
                  </a:lnTo>
                  <a:lnTo>
                    <a:pt x="2317" y="1837"/>
                  </a:lnTo>
                  <a:cubicBezTo>
                    <a:pt x="2325" y="1845"/>
                    <a:pt x="2329" y="1849"/>
                    <a:pt x="2337" y="1857"/>
                  </a:cubicBezTo>
                  <a:cubicBezTo>
                    <a:pt x="2341" y="1861"/>
                    <a:pt x="2349" y="1865"/>
                    <a:pt x="2357" y="1869"/>
                  </a:cubicBezTo>
                  <a:lnTo>
                    <a:pt x="2369" y="1873"/>
                  </a:lnTo>
                  <a:cubicBezTo>
                    <a:pt x="2377" y="1881"/>
                    <a:pt x="2389" y="1885"/>
                    <a:pt x="2401" y="1889"/>
                  </a:cubicBezTo>
                  <a:cubicBezTo>
                    <a:pt x="2437" y="1901"/>
                    <a:pt x="2477" y="1913"/>
                    <a:pt x="2517" y="1921"/>
                  </a:cubicBezTo>
                  <a:cubicBezTo>
                    <a:pt x="2557" y="1925"/>
                    <a:pt x="2597" y="1933"/>
                    <a:pt x="2637" y="1937"/>
                  </a:cubicBezTo>
                  <a:cubicBezTo>
                    <a:pt x="2713" y="1941"/>
                    <a:pt x="2789" y="1949"/>
                    <a:pt x="2869" y="1949"/>
                  </a:cubicBezTo>
                  <a:lnTo>
                    <a:pt x="2917" y="1949"/>
                  </a:lnTo>
                  <a:lnTo>
                    <a:pt x="2905" y="1909"/>
                  </a:lnTo>
                  <a:cubicBezTo>
                    <a:pt x="2885" y="1873"/>
                    <a:pt x="2869" y="1841"/>
                    <a:pt x="2849" y="1809"/>
                  </a:cubicBezTo>
                  <a:lnTo>
                    <a:pt x="2749" y="1729"/>
                  </a:lnTo>
                  <a:cubicBezTo>
                    <a:pt x="2221" y="1685"/>
                    <a:pt x="1841" y="1264"/>
                    <a:pt x="1841" y="1264"/>
                  </a:cubicBezTo>
                  <a:cubicBezTo>
                    <a:pt x="1633" y="1180"/>
                    <a:pt x="1433" y="1076"/>
                    <a:pt x="1241" y="956"/>
                  </a:cubicBezTo>
                  <a:cubicBezTo>
                    <a:pt x="961" y="764"/>
                    <a:pt x="581" y="176"/>
                    <a:pt x="349" y="40"/>
                  </a:cubicBezTo>
                  <a:cubicBezTo>
                    <a:pt x="305" y="16"/>
                    <a:pt x="257" y="0"/>
                    <a:pt x="205" y="0"/>
                  </a:cubicBezTo>
                  <a:close/>
                </a:path>
              </a:pathLst>
            </a:custGeom>
            <a:solidFill>
              <a:srgbClr val="A29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65"/>
            <p:cNvSpPr/>
            <p:nvPr/>
          </p:nvSpPr>
          <p:spPr>
            <a:xfrm flipH="1">
              <a:off x="5819798" y="1239187"/>
              <a:ext cx="304205" cy="380324"/>
            </a:xfrm>
            <a:custGeom>
              <a:avLst/>
              <a:gdLst/>
              <a:ahLst/>
              <a:cxnLst/>
              <a:rect l="l" t="t" r="r" b="b"/>
              <a:pathLst>
                <a:path w="2262" h="2828" extrusionOk="0">
                  <a:moveTo>
                    <a:pt x="1361" y="0"/>
                  </a:moveTo>
                  <a:lnTo>
                    <a:pt x="1361" y="0"/>
                  </a:lnTo>
                  <a:cubicBezTo>
                    <a:pt x="1257" y="60"/>
                    <a:pt x="1137" y="75"/>
                    <a:pt x="1013" y="75"/>
                  </a:cubicBezTo>
                  <a:cubicBezTo>
                    <a:pt x="937" y="75"/>
                    <a:pt x="860" y="69"/>
                    <a:pt x="785" y="64"/>
                  </a:cubicBezTo>
                  <a:cubicBezTo>
                    <a:pt x="750" y="62"/>
                    <a:pt x="714" y="61"/>
                    <a:pt x="678" y="61"/>
                  </a:cubicBezTo>
                  <a:cubicBezTo>
                    <a:pt x="512" y="61"/>
                    <a:pt x="341" y="90"/>
                    <a:pt x="229" y="208"/>
                  </a:cubicBezTo>
                  <a:cubicBezTo>
                    <a:pt x="137" y="308"/>
                    <a:pt x="109" y="448"/>
                    <a:pt x="81" y="584"/>
                  </a:cubicBezTo>
                  <a:cubicBezTo>
                    <a:pt x="53" y="716"/>
                    <a:pt x="29" y="848"/>
                    <a:pt x="1" y="984"/>
                  </a:cubicBezTo>
                  <a:lnTo>
                    <a:pt x="25" y="988"/>
                  </a:lnTo>
                  <a:cubicBezTo>
                    <a:pt x="25" y="784"/>
                    <a:pt x="137" y="600"/>
                    <a:pt x="317" y="508"/>
                  </a:cubicBezTo>
                  <a:lnTo>
                    <a:pt x="317" y="508"/>
                  </a:lnTo>
                  <a:cubicBezTo>
                    <a:pt x="177" y="1012"/>
                    <a:pt x="253" y="1556"/>
                    <a:pt x="529" y="2008"/>
                  </a:cubicBezTo>
                  <a:cubicBezTo>
                    <a:pt x="421" y="1636"/>
                    <a:pt x="501" y="1232"/>
                    <a:pt x="741" y="932"/>
                  </a:cubicBezTo>
                  <a:lnTo>
                    <a:pt x="849" y="2608"/>
                  </a:lnTo>
                  <a:cubicBezTo>
                    <a:pt x="909" y="2344"/>
                    <a:pt x="1021" y="2092"/>
                    <a:pt x="1173" y="1872"/>
                  </a:cubicBezTo>
                  <a:lnTo>
                    <a:pt x="1173" y="1872"/>
                  </a:lnTo>
                  <a:cubicBezTo>
                    <a:pt x="1097" y="2124"/>
                    <a:pt x="1077" y="2392"/>
                    <a:pt x="1117" y="2652"/>
                  </a:cubicBezTo>
                  <a:cubicBezTo>
                    <a:pt x="1121" y="2704"/>
                    <a:pt x="1141" y="2748"/>
                    <a:pt x="1169" y="2788"/>
                  </a:cubicBezTo>
                  <a:cubicBezTo>
                    <a:pt x="1189" y="2814"/>
                    <a:pt x="1219" y="2828"/>
                    <a:pt x="1249" y="2828"/>
                  </a:cubicBezTo>
                  <a:cubicBezTo>
                    <a:pt x="1267" y="2828"/>
                    <a:pt x="1285" y="2823"/>
                    <a:pt x="1301" y="2812"/>
                  </a:cubicBezTo>
                  <a:cubicBezTo>
                    <a:pt x="1269" y="2740"/>
                    <a:pt x="1313" y="2656"/>
                    <a:pt x="1377" y="2604"/>
                  </a:cubicBezTo>
                  <a:cubicBezTo>
                    <a:pt x="1445" y="2560"/>
                    <a:pt x="1517" y="2528"/>
                    <a:pt x="1597" y="2504"/>
                  </a:cubicBezTo>
                  <a:cubicBezTo>
                    <a:pt x="1833" y="2408"/>
                    <a:pt x="2017" y="2216"/>
                    <a:pt x="2113" y="1980"/>
                  </a:cubicBezTo>
                  <a:cubicBezTo>
                    <a:pt x="2261" y="1604"/>
                    <a:pt x="2141" y="1168"/>
                    <a:pt x="1941" y="816"/>
                  </a:cubicBezTo>
                  <a:cubicBezTo>
                    <a:pt x="1793" y="556"/>
                    <a:pt x="1589" y="300"/>
                    <a:pt x="1601" y="0"/>
                  </a:cubicBezTo>
                  <a:lnTo>
                    <a:pt x="1601" y="0"/>
                  </a:lnTo>
                  <a:cubicBezTo>
                    <a:pt x="1517" y="120"/>
                    <a:pt x="1405" y="220"/>
                    <a:pt x="1277" y="284"/>
                  </a:cubicBezTo>
                  <a:cubicBezTo>
                    <a:pt x="1305" y="192"/>
                    <a:pt x="1333" y="96"/>
                    <a:pt x="1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65"/>
            <p:cNvSpPr/>
            <p:nvPr/>
          </p:nvSpPr>
          <p:spPr>
            <a:xfrm flipH="1">
              <a:off x="5421184" y="1618300"/>
              <a:ext cx="453080" cy="104495"/>
            </a:xfrm>
            <a:custGeom>
              <a:avLst/>
              <a:gdLst/>
              <a:ahLst/>
              <a:cxnLst/>
              <a:rect l="l" t="t" r="r" b="b"/>
              <a:pathLst>
                <a:path w="3369" h="777" extrusionOk="0">
                  <a:moveTo>
                    <a:pt x="486" y="0"/>
                  </a:moveTo>
                  <a:cubicBezTo>
                    <a:pt x="373" y="0"/>
                    <a:pt x="262" y="16"/>
                    <a:pt x="152" y="53"/>
                  </a:cubicBezTo>
                  <a:cubicBezTo>
                    <a:pt x="100" y="65"/>
                    <a:pt x="52" y="101"/>
                    <a:pt x="24" y="149"/>
                  </a:cubicBezTo>
                  <a:cubicBezTo>
                    <a:pt x="0" y="213"/>
                    <a:pt x="20" y="285"/>
                    <a:pt x="76" y="329"/>
                  </a:cubicBezTo>
                  <a:cubicBezTo>
                    <a:pt x="132" y="369"/>
                    <a:pt x="196" y="397"/>
                    <a:pt x="264" y="409"/>
                  </a:cubicBezTo>
                  <a:lnTo>
                    <a:pt x="264" y="421"/>
                  </a:lnTo>
                  <a:cubicBezTo>
                    <a:pt x="310" y="421"/>
                    <a:pt x="355" y="421"/>
                    <a:pt x="401" y="421"/>
                  </a:cubicBezTo>
                  <a:cubicBezTo>
                    <a:pt x="719" y="421"/>
                    <a:pt x="1037" y="433"/>
                    <a:pt x="1352" y="457"/>
                  </a:cubicBezTo>
                  <a:cubicBezTo>
                    <a:pt x="1592" y="469"/>
                    <a:pt x="1832" y="513"/>
                    <a:pt x="2064" y="589"/>
                  </a:cubicBezTo>
                  <a:cubicBezTo>
                    <a:pt x="2184" y="629"/>
                    <a:pt x="2300" y="689"/>
                    <a:pt x="2424" y="725"/>
                  </a:cubicBezTo>
                  <a:cubicBezTo>
                    <a:pt x="2538" y="762"/>
                    <a:pt x="2657" y="777"/>
                    <a:pt x="2776" y="777"/>
                  </a:cubicBezTo>
                  <a:cubicBezTo>
                    <a:pt x="2974" y="777"/>
                    <a:pt x="3176" y="735"/>
                    <a:pt x="3368" y="677"/>
                  </a:cubicBezTo>
                  <a:lnTo>
                    <a:pt x="3368" y="677"/>
                  </a:lnTo>
                  <a:cubicBezTo>
                    <a:pt x="3244" y="708"/>
                    <a:pt x="3117" y="723"/>
                    <a:pt x="2990" y="723"/>
                  </a:cubicBezTo>
                  <a:cubicBezTo>
                    <a:pt x="2686" y="723"/>
                    <a:pt x="2385" y="636"/>
                    <a:pt x="2128" y="469"/>
                  </a:cubicBezTo>
                  <a:cubicBezTo>
                    <a:pt x="1980" y="369"/>
                    <a:pt x="1848" y="245"/>
                    <a:pt x="1696" y="149"/>
                  </a:cubicBezTo>
                  <a:cubicBezTo>
                    <a:pt x="1567" y="68"/>
                    <a:pt x="1417" y="3"/>
                    <a:pt x="1267" y="3"/>
                  </a:cubicBezTo>
                  <a:cubicBezTo>
                    <a:pt x="1240" y="3"/>
                    <a:pt x="1214" y="5"/>
                    <a:pt x="1188" y="9"/>
                  </a:cubicBezTo>
                  <a:cubicBezTo>
                    <a:pt x="1260" y="105"/>
                    <a:pt x="1344" y="189"/>
                    <a:pt x="1444" y="261"/>
                  </a:cubicBezTo>
                  <a:cubicBezTo>
                    <a:pt x="1139" y="131"/>
                    <a:pt x="809" y="0"/>
                    <a:pt x="4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65"/>
            <p:cNvSpPr/>
            <p:nvPr/>
          </p:nvSpPr>
          <p:spPr>
            <a:xfrm flipH="1">
              <a:off x="5430867" y="1704774"/>
              <a:ext cx="358940" cy="100057"/>
            </a:xfrm>
            <a:custGeom>
              <a:avLst/>
              <a:gdLst/>
              <a:ahLst/>
              <a:cxnLst/>
              <a:rect l="l" t="t" r="r" b="b"/>
              <a:pathLst>
                <a:path w="2669" h="744" extrusionOk="0">
                  <a:moveTo>
                    <a:pt x="792" y="1"/>
                  </a:moveTo>
                  <a:cubicBezTo>
                    <a:pt x="569" y="1"/>
                    <a:pt x="337" y="48"/>
                    <a:pt x="111" y="48"/>
                  </a:cubicBezTo>
                  <a:cubicBezTo>
                    <a:pt x="90" y="48"/>
                    <a:pt x="69" y="47"/>
                    <a:pt x="48" y="46"/>
                  </a:cubicBezTo>
                  <a:lnTo>
                    <a:pt x="48" y="46"/>
                  </a:lnTo>
                  <a:lnTo>
                    <a:pt x="100" y="94"/>
                  </a:lnTo>
                  <a:cubicBezTo>
                    <a:pt x="86" y="82"/>
                    <a:pt x="68" y="76"/>
                    <a:pt x="50" y="76"/>
                  </a:cubicBezTo>
                  <a:cubicBezTo>
                    <a:pt x="32" y="76"/>
                    <a:pt x="14" y="82"/>
                    <a:pt x="0" y="94"/>
                  </a:cubicBezTo>
                  <a:cubicBezTo>
                    <a:pt x="124" y="215"/>
                    <a:pt x="296" y="239"/>
                    <a:pt x="473" y="239"/>
                  </a:cubicBezTo>
                  <a:cubicBezTo>
                    <a:pt x="560" y="239"/>
                    <a:pt x="648" y="233"/>
                    <a:pt x="732" y="231"/>
                  </a:cubicBezTo>
                  <a:cubicBezTo>
                    <a:pt x="760" y="229"/>
                    <a:pt x="788" y="229"/>
                    <a:pt x="816" y="229"/>
                  </a:cubicBezTo>
                  <a:cubicBezTo>
                    <a:pt x="1101" y="229"/>
                    <a:pt x="1386" y="287"/>
                    <a:pt x="1612" y="455"/>
                  </a:cubicBezTo>
                  <a:cubicBezTo>
                    <a:pt x="1508" y="442"/>
                    <a:pt x="1402" y="436"/>
                    <a:pt x="1297" y="436"/>
                  </a:cubicBezTo>
                  <a:cubicBezTo>
                    <a:pt x="1168" y="436"/>
                    <a:pt x="1038" y="445"/>
                    <a:pt x="908" y="463"/>
                  </a:cubicBezTo>
                  <a:cubicBezTo>
                    <a:pt x="1132" y="587"/>
                    <a:pt x="1376" y="671"/>
                    <a:pt x="1624" y="723"/>
                  </a:cubicBezTo>
                  <a:cubicBezTo>
                    <a:pt x="1689" y="738"/>
                    <a:pt x="1757" y="744"/>
                    <a:pt x="1825" y="744"/>
                  </a:cubicBezTo>
                  <a:cubicBezTo>
                    <a:pt x="1845" y="744"/>
                    <a:pt x="1864" y="743"/>
                    <a:pt x="1884" y="743"/>
                  </a:cubicBezTo>
                  <a:cubicBezTo>
                    <a:pt x="2004" y="723"/>
                    <a:pt x="2124" y="683"/>
                    <a:pt x="2232" y="623"/>
                  </a:cubicBezTo>
                  <a:lnTo>
                    <a:pt x="2668" y="423"/>
                  </a:lnTo>
                  <a:lnTo>
                    <a:pt x="2668" y="423"/>
                  </a:lnTo>
                  <a:cubicBezTo>
                    <a:pt x="2490" y="466"/>
                    <a:pt x="2301" y="509"/>
                    <a:pt x="2117" y="509"/>
                  </a:cubicBezTo>
                  <a:cubicBezTo>
                    <a:pt x="2000" y="509"/>
                    <a:pt x="1885" y="492"/>
                    <a:pt x="1776" y="447"/>
                  </a:cubicBezTo>
                  <a:cubicBezTo>
                    <a:pt x="1552" y="355"/>
                    <a:pt x="1388" y="158"/>
                    <a:pt x="1168" y="66"/>
                  </a:cubicBezTo>
                  <a:cubicBezTo>
                    <a:pt x="1048" y="17"/>
                    <a:pt x="921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65"/>
            <p:cNvSpPr/>
            <p:nvPr/>
          </p:nvSpPr>
          <p:spPr>
            <a:xfrm flipH="1">
              <a:off x="6158297" y="1095019"/>
              <a:ext cx="79212" cy="326664"/>
            </a:xfrm>
            <a:custGeom>
              <a:avLst/>
              <a:gdLst/>
              <a:ahLst/>
              <a:cxnLst/>
              <a:rect l="l" t="t" r="r" b="b"/>
              <a:pathLst>
                <a:path w="589" h="2429" extrusionOk="0">
                  <a:moveTo>
                    <a:pt x="385" y="0"/>
                  </a:moveTo>
                  <a:cubicBezTo>
                    <a:pt x="301" y="224"/>
                    <a:pt x="217" y="452"/>
                    <a:pt x="133" y="676"/>
                  </a:cubicBezTo>
                  <a:cubicBezTo>
                    <a:pt x="69" y="856"/>
                    <a:pt x="1" y="1052"/>
                    <a:pt x="69" y="1232"/>
                  </a:cubicBezTo>
                  <a:cubicBezTo>
                    <a:pt x="133" y="1136"/>
                    <a:pt x="169" y="1032"/>
                    <a:pt x="185" y="920"/>
                  </a:cubicBezTo>
                  <a:cubicBezTo>
                    <a:pt x="221" y="1444"/>
                    <a:pt x="361" y="1956"/>
                    <a:pt x="589" y="2428"/>
                  </a:cubicBezTo>
                  <a:lnTo>
                    <a:pt x="557" y="1884"/>
                  </a:lnTo>
                  <a:cubicBezTo>
                    <a:pt x="553" y="1752"/>
                    <a:pt x="537" y="1616"/>
                    <a:pt x="509" y="1484"/>
                  </a:cubicBezTo>
                  <a:cubicBezTo>
                    <a:pt x="461" y="1296"/>
                    <a:pt x="365" y="1116"/>
                    <a:pt x="357" y="920"/>
                  </a:cubicBezTo>
                  <a:cubicBezTo>
                    <a:pt x="345" y="640"/>
                    <a:pt x="521" y="356"/>
                    <a:pt x="425" y="92"/>
                  </a:cubicBezTo>
                  <a:lnTo>
                    <a:pt x="425" y="92"/>
                  </a:lnTo>
                  <a:lnTo>
                    <a:pt x="417" y="176"/>
                  </a:lnTo>
                  <a:cubicBezTo>
                    <a:pt x="405" y="116"/>
                    <a:pt x="393" y="56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65"/>
            <p:cNvSpPr/>
            <p:nvPr/>
          </p:nvSpPr>
          <p:spPr>
            <a:xfrm flipH="1">
              <a:off x="5711134" y="1153655"/>
              <a:ext cx="255656" cy="316443"/>
            </a:xfrm>
            <a:custGeom>
              <a:avLst/>
              <a:gdLst/>
              <a:ahLst/>
              <a:cxnLst/>
              <a:rect l="l" t="t" r="r" b="b"/>
              <a:pathLst>
                <a:path w="1901" h="2353" extrusionOk="0">
                  <a:moveTo>
                    <a:pt x="856" y="0"/>
                  </a:moveTo>
                  <a:lnTo>
                    <a:pt x="856" y="0"/>
                  </a:lnTo>
                  <a:cubicBezTo>
                    <a:pt x="712" y="124"/>
                    <a:pt x="540" y="216"/>
                    <a:pt x="356" y="260"/>
                  </a:cubicBezTo>
                  <a:cubicBezTo>
                    <a:pt x="284" y="272"/>
                    <a:pt x="216" y="288"/>
                    <a:pt x="152" y="308"/>
                  </a:cubicBezTo>
                  <a:cubicBezTo>
                    <a:pt x="84" y="332"/>
                    <a:pt x="28" y="384"/>
                    <a:pt x="0" y="448"/>
                  </a:cubicBezTo>
                  <a:cubicBezTo>
                    <a:pt x="12" y="448"/>
                    <a:pt x="20" y="452"/>
                    <a:pt x="32" y="456"/>
                  </a:cubicBezTo>
                  <a:lnTo>
                    <a:pt x="12" y="456"/>
                  </a:lnTo>
                  <a:cubicBezTo>
                    <a:pt x="44" y="468"/>
                    <a:pt x="80" y="480"/>
                    <a:pt x="112" y="488"/>
                  </a:cubicBezTo>
                  <a:cubicBezTo>
                    <a:pt x="144" y="504"/>
                    <a:pt x="176" y="512"/>
                    <a:pt x="208" y="520"/>
                  </a:cubicBezTo>
                  <a:cubicBezTo>
                    <a:pt x="213" y="519"/>
                    <a:pt x="217" y="519"/>
                    <a:pt x="222" y="519"/>
                  </a:cubicBezTo>
                  <a:cubicBezTo>
                    <a:pt x="233" y="519"/>
                    <a:pt x="245" y="522"/>
                    <a:pt x="256" y="524"/>
                  </a:cubicBezTo>
                  <a:cubicBezTo>
                    <a:pt x="272" y="528"/>
                    <a:pt x="288" y="540"/>
                    <a:pt x="304" y="544"/>
                  </a:cubicBezTo>
                  <a:cubicBezTo>
                    <a:pt x="308" y="545"/>
                    <a:pt x="312" y="546"/>
                    <a:pt x="316" y="546"/>
                  </a:cubicBezTo>
                  <a:cubicBezTo>
                    <a:pt x="348" y="546"/>
                    <a:pt x="379" y="517"/>
                    <a:pt x="400" y="492"/>
                  </a:cubicBezTo>
                  <a:cubicBezTo>
                    <a:pt x="404" y="484"/>
                    <a:pt x="412" y="480"/>
                    <a:pt x="416" y="472"/>
                  </a:cubicBezTo>
                  <a:cubicBezTo>
                    <a:pt x="440" y="464"/>
                    <a:pt x="464" y="456"/>
                    <a:pt x="488" y="444"/>
                  </a:cubicBezTo>
                  <a:cubicBezTo>
                    <a:pt x="512" y="616"/>
                    <a:pt x="632" y="752"/>
                    <a:pt x="736" y="892"/>
                  </a:cubicBezTo>
                  <a:cubicBezTo>
                    <a:pt x="1048" y="1312"/>
                    <a:pt x="1220" y="1816"/>
                    <a:pt x="1464" y="2276"/>
                  </a:cubicBezTo>
                  <a:cubicBezTo>
                    <a:pt x="1484" y="2312"/>
                    <a:pt x="1508" y="2348"/>
                    <a:pt x="1548" y="2352"/>
                  </a:cubicBezTo>
                  <a:cubicBezTo>
                    <a:pt x="1596" y="2352"/>
                    <a:pt x="1624" y="2296"/>
                    <a:pt x="1636" y="2248"/>
                  </a:cubicBezTo>
                  <a:cubicBezTo>
                    <a:pt x="1684" y="2048"/>
                    <a:pt x="1704" y="1840"/>
                    <a:pt x="1688" y="1632"/>
                  </a:cubicBezTo>
                  <a:cubicBezTo>
                    <a:pt x="1691" y="1632"/>
                    <a:pt x="1694" y="1631"/>
                    <a:pt x="1696" y="1631"/>
                  </a:cubicBezTo>
                  <a:cubicBezTo>
                    <a:pt x="1723" y="1631"/>
                    <a:pt x="1736" y="1667"/>
                    <a:pt x="1740" y="1696"/>
                  </a:cubicBezTo>
                  <a:cubicBezTo>
                    <a:pt x="1756" y="1892"/>
                    <a:pt x="1744" y="2088"/>
                    <a:pt x="1712" y="2280"/>
                  </a:cubicBezTo>
                  <a:cubicBezTo>
                    <a:pt x="1864" y="2108"/>
                    <a:pt x="1900" y="1852"/>
                    <a:pt x="1852" y="1624"/>
                  </a:cubicBezTo>
                  <a:cubicBezTo>
                    <a:pt x="1808" y="1396"/>
                    <a:pt x="1692" y="1188"/>
                    <a:pt x="1568" y="992"/>
                  </a:cubicBezTo>
                  <a:cubicBezTo>
                    <a:pt x="1440" y="796"/>
                    <a:pt x="1304" y="608"/>
                    <a:pt x="1204" y="396"/>
                  </a:cubicBezTo>
                  <a:cubicBezTo>
                    <a:pt x="1192" y="360"/>
                    <a:pt x="1176" y="328"/>
                    <a:pt x="1160" y="292"/>
                  </a:cubicBezTo>
                  <a:cubicBezTo>
                    <a:pt x="1124" y="352"/>
                    <a:pt x="1112" y="420"/>
                    <a:pt x="1124" y="488"/>
                  </a:cubicBezTo>
                  <a:cubicBezTo>
                    <a:pt x="1072" y="324"/>
                    <a:pt x="1064" y="132"/>
                    <a:pt x="936" y="24"/>
                  </a:cubicBezTo>
                  <a:cubicBezTo>
                    <a:pt x="912" y="124"/>
                    <a:pt x="832" y="204"/>
                    <a:pt x="728" y="224"/>
                  </a:cubicBezTo>
                  <a:cubicBezTo>
                    <a:pt x="788" y="160"/>
                    <a:pt x="828" y="80"/>
                    <a:pt x="8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65"/>
            <p:cNvSpPr/>
            <p:nvPr/>
          </p:nvSpPr>
          <p:spPr>
            <a:xfrm flipH="1">
              <a:off x="5333500" y="1489598"/>
              <a:ext cx="454156" cy="180613"/>
            </a:xfrm>
            <a:custGeom>
              <a:avLst/>
              <a:gdLst/>
              <a:ahLst/>
              <a:cxnLst/>
              <a:rect l="l" t="t" r="r" b="b"/>
              <a:pathLst>
                <a:path w="3377" h="1343" extrusionOk="0">
                  <a:moveTo>
                    <a:pt x="684" y="1"/>
                  </a:moveTo>
                  <a:cubicBezTo>
                    <a:pt x="543" y="1"/>
                    <a:pt x="404" y="37"/>
                    <a:pt x="300" y="130"/>
                  </a:cubicBezTo>
                  <a:lnTo>
                    <a:pt x="280" y="130"/>
                  </a:lnTo>
                  <a:cubicBezTo>
                    <a:pt x="272" y="242"/>
                    <a:pt x="252" y="354"/>
                    <a:pt x="216" y="462"/>
                  </a:cubicBezTo>
                  <a:cubicBezTo>
                    <a:pt x="180" y="570"/>
                    <a:pt x="104" y="662"/>
                    <a:pt x="0" y="714"/>
                  </a:cubicBezTo>
                  <a:cubicBezTo>
                    <a:pt x="69" y="749"/>
                    <a:pt x="143" y="761"/>
                    <a:pt x="218" y="761"/>
                  </a:cubicBezTo>
                  <a:cubicBezTo>
                    <a:pt x="391" y="761"/>
                    <a:pt x="577" y="697"/>
                    <a:pt x="755" y="697"/>
                  </a:cubicBezTo>
                  <a:cubicBezTo>
                    <a:pt x="804" y="697"/>
                    <a:pt x="853" y="702"/>
                    <a:pt x="900" y="714"/>
                  </a:cubicBezTo>
                  <a:cubicBezTo>
                    <a:pt x="960" y="730"/>
                    <a:pt x="1020" y="754"/>
                    <a:pt x="1076" y="782"/>
                  </a:cubicBezTo>
                  <a:lnTo>
                    <a:pt x="2004" y="1226"/>
                  </a:lnTo>
                  <a:cubicBezTo>
                    <a:pt x="2080" y="1266"/>
                    <a:pt x="2160" y="1298"/>
                    <a:pt x="2240" y="1322"/>
                  </a:cubicBezTo>
                  <a:cubicBezTo>
                    <a:pt x="2300" y="1336"/>
                    <a:pt x="2361" y="1343"/>
                    <a:pt x="2421" y="1343"/>
                  </a:cubicBezTo>
                  <a:cubicBezTo>
                    <a:pt x="2556" y="1343"/>
                    <a:pt x="2690" y="1310"/>
                    <a:pt x="2808" y="1246"/>
                  </a:cubicBezTo>
                  <a:cubicBezTo>
                    <a:pt x="2980" y="1154"/>
                    <a:pt x="3132" y="1026"/>
                    <a:pt x="3252" y="874"/>
                  </a:cubicBezTo>
                  <a:lnTo>
                    <a:pt x="3252" y="874"/>
                  </a:lnTo>
                  <a:cubicBezTo>
                    <a:pt x="3233" y="888"/>
                    <a:pt x="3209" y="896"/>
                    <a:pt x="3184" y="896"/>
                  </a:cubicBezTo>
                  <a:cubicBezTo>
                    <a:pt x="3172" y="896"/>
                    <a:pt x="3160" y="894"/>
                    <a:pt x="3148" y="890"/>
                  </a:cubicBezTo>
                  <a:cubicBezTo>
                    <a:pt x="3280" y="774"/>
                    <a:pt x="3360" y="614"/>
                    <a:pt x="3376" y="438"/>
                  </a:cubicBezTo>
                  <a:lnTo>
                    <a:pt x="3376" y="438"/>
                  </a:lnTo>
                  <a:cubicBezTo>
                    <a:pt x="3296" y="446"/>
                    <a:pt x="3232" y="506"/>
                    <a:pt x="3164" y="558"/>
                  </a:cubicBezTo>
                  <a:cubicBezTo>
                    <a:pt x="3114" y="599"/>
                    <a:pt x="3051" y="635"/>
                    <a:pt x="2988" y="635"/>
                  </a:cubicBezTo>
                  <a:cubicBezTo>
                    <a:pt x="2971" y="635"/>
                    <a:pt x="2953" y="632"/>
                    <a:pt x="2936" y="626"/>
                  </a:cubicBezTo>
                  <a:cubicBezTo>
                    <a:pt x="2980" y="590"/>
                    <a:pt x="3016" y="550"/>
                    <a:pt x="3048" y="506"/>
                  </a:cubicBezTo>
                  <a:lnTo>
                    <a:pt x="3048" y="506"/>
                  </a:lnTo>
                  <a:cubicBezTo>
                    <a:pt x="2876" y="514"/>
                    <a:pt x="2700" y="518"/>
                    <a:pt x="2528" y="518"/>
                  </a:cubicBezTo>
                  <a:cubicBezTo>
                    <a:pt x="2483" y="520"/>
                    <a:pt x="2438" y="521"/>
                    <a:pt x="2393" y="521"/>
                  </a:cubicBezTo>
                  <a:cubicBezTo>
                    <a:pt x="2248" y="521"/>
                    <a:pt x="2105" y="511"/>
                    <a:pt x="1964" y="486"/>
                  </a:cubicBezTo>
                  <a:cubicBezTo>
                    <a:pt x="1756" y="434"/>
                    <a:pt x="1556" y="362"/>
                    <a:pt x="1368" y="270"/>
                  </a:cubicBezTo>
                  <a:lnTo>
                    <a:pt x="1368" y="270"/>
                  </a:lnTo>
                  <a:cubicBezTo>
                    <a:pt x="1620" y="360"/>
                    <a:pt x="1885" y="405"/>
                    <a:pt x="2151" y="405"/>
                  </a:cubicBezTo>
                  <a:cubicBezTo>
                    <a:pt x="2277" y="405"/>
                    <a:pt x="2403" y="395"/>
                    <a:pt x="2528" y="374"/>
                  </a:cubicBezTo>
                  <a:cubicBezTo>
                    <a:pt x="2192" y="278"/>
                    <a:pt x="1828" y="314"/>
                    <a:pt x="1492" y="222"/>
                  </a:cubicBezTo>
                  <a:cubicBezTo>
                    <a:pt x="1288" y="170"/>
                    <a:pt x="1100" y="74"/>
                    <a:pt x="896" y="26"/>
                  </a:cubicBezTo>
                  <a:cubicBezTo>
                    <a:pt x="828" y="10"/>
                    <a:pt x="755" y="1"/>
                    <a:pt x="684" y="1"/>
                  </a:cubicBezTo>
                  <a:close/>
                </a:path>
              </a:pathLst>
            </a:custGeom>
            <a:solidFill>
              <a:srgbClr val="FF74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65"/>
            <p:cNvSpPr/>
            <p:nvPr/>
          </p:nvSpPr>
          <p:spPr>
            <a:xfrm flipH="1">
              <a:off x="5949980" y="1630270"/>
              <a:ext cx="98040" cy="78674"/>
            </a:xfrm>
            <a:custGeom>
              <a:avLst/>
              <a:gdLst/>
              <a:ahLst/>
              <a:cxnLst/>
              <a:rect l="l" t="t" r="r" b="b"/>
              <a:pathLst>
                <a:path w="729" h="585" extrusionOk="0">
                  <a:moveTo>
                    <a:pt x="324" y="0"/>
                  </a:moveTo>
                  <a:cubicBezTo>
                    <a:pt x="256" y="4"/>
                    <a:pt x="192" y="36"/>
                    <a:pt x="140" y="84"/>
                  </a:cubicBezTo>
                  <a:cubicBezTo>
                    <a:pt x="96" y="120"/>
                    <a:pt x="60" y="164"/>
                    <a:pt x="32" y="216"/>
                  </a:cubicBezTo>
                  <a:cubicBezTo>
                    <a:pt x="4" y="264"/>
                    <a:pt x="0" y="324"/>
                    <a:pt x="16" y="380"/>
                  </a:cubicBezTo>
                  <a:cubicBezTo>
                    <a:pt x="27" y="407"/>
                    <a:pt x="52" y="433"/>
                    <a:pt x="79" y="433"/>
                  </a:cubicBezTo>
                  <a:cubicBezTo>
                    <a:pt x="80" y="433"/>
                    <a:pt x="82" y="433"/>
                    <a:pt x="84" y="432"/>
                  </a:cubicBezTo>
                  <a:cubicBezTo>
                    <a:pt x="100" y="428"/>
                    <a:pt x="112" y="424"/>
                    <a:pt x="120" y="416"/>
                  </a:cubicBezTo>
                  <a:lnTo>
                    <a:pt x="228" y="340"/>
                  </a:lnTo>
                  <a:cubicBezTo>
                    <a:pt x="236" y="333"/>
                    <a:pt x="249" y="327"/>
                    <a:pt x="260" y="327"/>
                  </a:cubicBezTo>
                  <a:cubicBezTo>
                    <a:pt x="266" y="327"/>
                    <a:pt x="272" y="328"/>
                    <a:pt x="276" y="332"/>
                  </a:cubicBezTo>
                  <a:cubicBezTo>
                    <a:pt x="204" y="396"/>
                    <a:pt x="168" y="488"/>
                    <a:pt x="172" y="584"/>
                  </a:cubicBezTo>
                  <a:cubicBezTo>
                    <a:pt x="204" y="528"/>
                    <a:pt x="248" y="480"/>
                    <a:pt x="304" y="444"/>
                  </a:cubicBezTo>
                  <a:cubicBezTo>
                    <a:pt x="364" y="400"/>
                    <a:pt x="424" y="360"/>
                    <a:pt x="484" y="320"/>
                  </a:cubicBezTo>
                  <a:cubicBezTo>
                    <a:pt x="539" y="284"/>
                    <a:pt x="605" y="248"/>
                    <a:pt x="668" y="246"/>
                  </a:cubicBezTo>
                  <a:lnTo>
                    <a:pt x="668" y="246"/>
                  </a:lnTo>
                  <a:cubicBezTo>
                    <a:pt x="671" y="250"/>
                    <a:pt x="673" y="253"/>
                    <a:pt x="676" y="256"/>
                  </a:cubicBezTo>
                  <a:lnTo>
                    <a:pt x="728" y="256"/>
                  </a:lnTo>
                  <a:cubicBezTo>
                    <a:pt x="710" y="249"/>
                    <a:pt x="691" y="246"/>
                    <a:pt x="672" y="246"/>
                  </a:cubicBezTo>
                  <a:cubicBezTo>
                    <a:pt x="671" y="246"/>
                    <a:pt x="670" y="246"/>
                    <a:pt x="668" y="246"/>
                  </a:cubicBezTo>
                  <a:lnTo>
                    <a:pt x="668" y="246"/>
                  </a:lnTo>
                  <a:cubicBezTo>
                    <a:pt x="610" y="171"/>
                    <a:pt x="545" y="110"/>
                    <a:pt x="468" y="56"/>
                  </a:cubicBezTo>
                  <a:cubicBezTo>
                    <a:pt x="428" y="24"/>
                    <a:pt x="376" y="4"/>
                    <a:pt x="324" y="0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65"/>
            <p:cNvSpPr/>
            <p:nvPr/>
          </p:nvSpPr>
          <p:spPr>
            <a:xfrm flipH="1">
              <a:off x="6029057" y="1553344"/>
              <a:ext cx="69125" cy="47473"/>
            </a:xfrm>
            <a:custGeom>
              <a:avLst/>
              <a:gdLst/>
              <a:ahLst/>
              <a:cxnLst/>
              <a:rect l="l" t="t" r="r" b="b"/>
              <a:pathLst>
                <a:path w="514" h="353" extrusionOk="0">
                  <a:moveTo>
                    <a:pt x="1" y="0"/>
                  </a:moveTo>
                  <a:lnTo>
                    <a:pt x="1" y="0"/>
                  </a:lnTo>
                  <a:cubicBezTo>
                    <a:pt x="85" y="60"/>
                    <a:pt x="161" y="120"/>
                    <a:pt x="233" y="188"/>
                  </a:cubicBezTo>
                  <a:cubicBezTo>
                    <a:pt x="305" y="256"/>
                    <a:pt x="386" y="331"/>
                    <a:pt x="479" y="346"/>
                  </a:cubicBezTo>
                  <a:lnTo>
                    <a:pt x="479" y="346"/>
                  </a:lnTo>
                  <a:cubicBezTo>
                    <a:pt x="441" y="300"/>
                    <a:pt x="399" y="258"/>
                    <a:pt x="357" y="216"/>
                  </a:cubicBezTo>
                  <a:lnTo>
                    <a:pt x="301" y="164"/>
                  </a:lnTo>
                  <a:cubicBezTo>
                    <a:pt x="277" y="140"/>
                    <a:pt x="257" y="120"/>
                    <a:pt x="229" y="100"/>
                  </a:cubicBezTo>
                  <a:cubicBezTo>
                    <a:pt x="165" y="48"/>
                    <a:pt x="85" y="12"/>
                    <a:pt x="1" y="0"/>
                  </a:cubicBezTo>
                  <a:close/>
                  <a:moveTo>
                    <a:pt x="479" y="346"/>
                  </a:moveTo>
                  <a:cubicBezTo>
                    <a:pt x="481" y="348"/>
                    <a:pt x="483" y="350"/>
                    <a:pt x="485" y="352"/>
                  </a:cubicBezTo>
                  <a:lnTo>
                    <a:pt x="513" y="348"/>
                  </a:lnTo>
                  <a:cubicBezTo>
                    <a:pt x="502" y="348"/>
                    <a:pt x="490" y="348"/>
                    <a:pt x="479" y="346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65"/>
            <p:cNvSpPr/>
            <p:nvPr/>
          </p:nvSpPr>
          <p:spPr>
            <a:xfrm flipH="1">
              <a:off x="5873592" y="1698588"/>
              <a:ext cx="38328" cy="70067"/>
            </a:xfrm>
            <a:custGeom>
              <a:avLst/>
              <a:gdLst/>
              <a:ahLst/>
              <a:cxnLst/>
              <a:rect l="l" t="t" r="r" b="b"/>
              <a:pathLst>
                <a:path w="285" h="521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76"/>
                    <a:pt x="28" y="148"/>
                    <a:pt x="68" y="212"/>
                  </a:cubicBezTo>
                  <a:lnTo>
                    <a:pt x="212" y="485"/>
                  </a:lnTo>
                  <a:cubicBezTo>
                    <a:pt x="216" y="491"/>
                    <a:pt x="222" y="501"/>
                    <a:pt x="229" y="501"/>
                  </a:cubicBezTo>
                  <a:cubicBezTo>
                    <a:pt x="230" y="501"/>
                    <a:pt x="231" y="501"/>
                    <a:pt x="232" y="501"/>
                  </a:cubicBezTo>
                  <a:lnTo>
                    <a:pt x="256" y="521"/>
                  </a:lnTo>
                  <a:cubicBezTo>
                    <a:pt x="284" y="345"/>
                    <a:pt x="220" y="168"/>
                    <a:pt x="92" y="48"/>
                  </a:cubicBezTo>
                  <a:cubicBezTo>
                    <a:pt x="68" y="20"/>
                    <a:pt x="36" y="4"/>
                    <a:pt x="0" y="0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65"/>
            <p:cNvSpPr/>
            <p:nvPr/>
          </p:nvSpPr>
          <p:spPr>
            <a:xfrm flipH="1">
              <a:off x="5248506" y="1575938"/>
              <a:ext cx="648890" cy="234273"/>
            </a:xfrm>
            <a:custGeom>
              <a:avLst/>
              <a:gdLst/>
              <a:ahLst/>
              <a:cxnLst/>
              <a:rect l="l" t="t" r="r" b="b"/>
              <a:pathLst>
                <a:path w="4825" h="1742" extrusionOk="0">
                  <a:moveTo>
                    <a:pt x="1420" y="120"/>
                  </a:moveTo>
                  <a:cubicBezTo>
                    <a:pt x="1472" y="120"/>
                    <a:pt x="1520" y="128"/>
                    <a:pt x="1572" y="140"/>
                  </a:cubicBezTo>
                  <a:cubicBezTo>
                    <a:pt x="1676" y="164"/>
                    <a:pt x="1780" y="196"/>
                    <a:pt x="1884" y="236"/>
                  </a:cubicBezTo>
                  <a:cubicBezTo>
                    <a:pt x="1988" y="272"/>
                    <a:pt x="2092" y="312"/>
                    <a:pt x="2196" y="356"/>
                  </a:cubicBezTo>
                  <a:cubicBezTo>
                    <a:pt x="2400" y="440"/>
                    <a:pt x="2608" y="528"/>
                    <a:pt x="2812" y="616"/>
                  </a:cubicBezTo>
                  <a:cubicBezTo>
                    <a:pt x="2916" y="656"/>
                    <a:pt x="3020" y="700"/>
                    <a:pt x="3124" y="740"/>
                  </a:cubicBezTo>
                  <a:cubicBezTo>
                    <a:pt x="3228" y="784"/>
                    <a:pt x="3340" y="820"/>
                    <a:pt x="3448" y="848"/>
                  </a:cubicBezTo>
                  <a:lnTo>
                    <a:pt x="3616" y="868"/>
                  </a:lnTo>
                  <a:lnTo>
                    <a:pt x="3784" y="884"/>
                  </a:lnTo>
                  <a:cubicBezTo>
                    <a:pt x="3866" y="890"/>
                    <a:pt x="3950" y="894"/>
                    <a:pt x="4034" y="894"/>
                  </a:cubicBezTo>
                  <a:cubicBezTo>
                    <a:pt x="4064" y="894"/>
                    <a:pt x="4094" y="894"/>
                    <a:pt x="4124" y="892"/>
                  </a:cubicBezTo>
                  <a:cubicBezTo>
                    <a:pt x="4236" y="884"/>
                    <a:pt x="4348" y="876"/>
                    <a:pt x="4460" y="856"/>
                  </a:cubicBezTo>
                  <a:cubicBezTo>
                    <a:pt x="4548" y="841"/>
                    <a:pt x="4633" y="819"/>
                    <a:pt x="4714" y="789"/>
                  </a:cubicBezTo>
                  <a:lnTo>
                    <a:pt x="4714" y="789"/>
                  </a:lnTo>
                  <a:cubicBezTo>
                    <a:pt x="4696" y="842"/>
                    <a:pt x="4671" y="893"/>
                    <a:pt x="4640" y="940"/>
                  </a:cubicBezTo>
                  <a:cubicBezTo>
                    <a:pt x="4600" y="1012"/>
                    <a:pt x="4548" y="1072"/>
                    <a:pt x="4484" y="1128"/>
                  </a:cubicBezTo>
                  <a:cubicBezTo>
                    <a:pt x="4424" y="1181"/>
                    <a:pt x="4356" y="1221"/>
                    <a:pt x="4284" y="1249"/>
                  </a:cubicBezTo>
                  <a:cubicBezTo>
                    <a:pt x="4244" y="1261"/>
                    <a:pt x="4208" y="1273"/>
                    <a:pt x="4164" y="1281"/>
                  </a:cubicBezTo>
                  <a:lnTo>
                    <a:pt x="4040" y="1313"/>
                  </a:lnTo>
                  <a:cubicBezTo>
                    <a:pt x="3708" y="1397"/>
                    <a:pt x="3368" y="1461"/>
                    <a:pt x="3032" y="1541"/>
                  </a:cubicBezTo>
                  <a:cubicBezTo>
                    <a:pt x="2988" y="1553"/>
                    <a:pt x="2948" y="1561"/>
                    <a:pt x="2904" y="1573"/>
                  </a:cubicBezTo>
                  <a:lnTo>
                    <a:pt x="2872" y="1581"/>
                  </a:lnTo>
                  <a:lnTo>
                    <a:pt x="2856" y="1585"/>
                  </a:lnTo>
                  <a:lnTo>
                    <a:pt x="2844" y="1585"/>
                  </a:lnTo>
                  <a:cubicBezTo>
                    <a:pt x="2828" y="1589"/>
                    <a:pt x="2808" y="1593"/>
                    <a:pt x="2792" y="1593"/>
                  </a:cubicBezTo>
                  <a:cubicBezTo>
                    <a:pt x="2771" y="1594"/>
                    <a:pt x="2750" y="1594"/>
                    <a:pt x="2730" y="1594"/>
                  </a:cubicBezTo>
                  <a:cubicBezTo>
                    <a:pt x="2668" y="1594"/>
                    <a:pt x="2608" y="1590"/>
                    <a:pt x="2548" y="1581"/>
                  </a:cubicBezTo>
                  <a:cubicBezTo>
                    <a:pt x="2380" y="1557"/>
                    <a:pt x="2212" y="1525"/>
                    <a:pt x="2048" y="1485"/>
                  </a:cubicBezTo>
                  <a:cubicBezTo>
                    <a:pt x="1880" y="1445"/>
                    <a:pt x="1716" y="1401"/>
                    <a:pt x="1548" y="1357"/>
                  </a:cubicBezTo>
                  <a:cubicBezTo>
                    <a:pt x="1384" y="1317"/>
                    <a:pt x="1220" y="1265"/>
                    <a:pt x="1056" y="1217"/>
                  </a:cubicBezTo>
                  <a:lnTo>
                    <a:pt x="1040" y="1213"/>
                  </a:lnTo>
                  <a:lnTo>
                    <a:pt x="1032" y="1213"/>
                  </a:lnTo>
                  <a:cubicBezTo>
                    <a:pt x="1008" y="1213"/>
                    <a:pt x="988" y="1217"/>
                    <a:pt x="964" y="1217"/>
                  </a:cubicBezTo>
                  <a:lnTo>
                    <a:pt x="896" y="1217"/>
                  </a:lnTo>
                  <a:cubicBezTo>
                    <a:pt x="752" y="1205"/>
                    <a:pt x="612" y="1165"/>
                    <a:pt x="488" y="1096"/>
                  </a:cubicBezTo>
                  <a:cubicBezTo>
                    <a:pt x="400" y="1048"/>
                    <a:pt x="320" y="992"/>
                    <a:pt x="248" y="928"/>
                  </a:cubicBezTo>
                  <a:cubicBezTo>
                    <a:pt x="176" y="864"/>
                    <a:pt x="108" y="792"/>
                    <a:pt x="48" y="716"/>
                  </a:cubicBezTo>
                  <a:cubicBezTo>
                    <a:pt x="28" y="608"/>
                    <a:pt x="40" y="496"/>
                    <a:pt x="80" y="396"/>
                  </a:cubicBezTo>
                  <a:cubicBezTo>
                    <a:pt x="100" y="344"/>
                    <a:pt x="128" y="296"/>
                    <a:pt x="160" y="256"/>
                  </a:cubicBezTo>
                  <a:cubicBezTo>
                    <a:pt x="168" y="244"/>
                    <a:pt x="176" y="232"/>
                    <a:pt x="184" y="224"/>
                  </a:cubicBezTo>
                  <a:cubicBezTo>
                    <a:pt x="192" y="216"/>
                    <a:pt x="200" y="204"/>
                    <a:pt x="208" y="196"/>
                  </a:cubicBezTo>
                  <a:cubicBezTo>
                    <a:pt x="228" y="180"/>
                    <a:pt x="248" y="168"/>
                    <a:pt x="272" y="160"/>
                  </a:cubicBezTo>
                  <a:cubicBezTo>
                    <a:pt x="342" y="138"/>
                    <a:pt x="416" y="125"/>
                    <a:pt x="490" y="125"/>
                  </a:cubicBezTo>
                  <a:cubicBezTo>
                    <a:pt x="522" y="125"/>
                    <a:pt x="553" y="128"/>
                    <a:pt x="584" y="132"/>
                  </a:cubicBezTo>
                  <a:cubicBezTo>
                    <a:pt x="692" y="140"/>
                    <a:pt x="804" y="156"/>
                    <a:pt x="916" y="164"/>
                  </a:cubicBezTo>
                  <a:cubicBezTo>
                    <a:pt x="961" y="169"/>
                    <a:pt x="1006" y="171"/>
                    <a:pt x="1050" y="171"/>
                  </a:cubicBezTo>
                  <a:cubicBezTo>
                    <a:pt x="1123" y="171"/>
                    <a:pt x="1196" y="165"/>
                    <a:pt x="1268" y="152"/>
                  </a:cubicBezTo>
                  <a:lnTo>
                    <a:pt x="1312" y="140"/>
                  </a:lnTo>
                  <a:lnTo>
                    <a:pt x="1352" y="128"/>
                  </a:lnTo>
                  <a:cubicBezTo>
                    <a:pt x="1376" y="120"/>
                    <a:pt x="1396" y="120"/>
                    <a:pt x="1420" y="120"/>
                  </a:cubicBezTo>
                  <a:close/>
                  <a:moveTo>
                    <a:pt x="1416" y="0"/>
                  </a:moveTo>
                  <a:cubicBezTo>
                    <a:pt x="1400" y="0"/>
                    <a:pt x="1384" y="0"/>
                    <a:pt x="1368" y="4"/>
                  </a:cubicBezTo>
                  <a:cubicBezTo>
                    <a:pt x="1348" y="4"/>
                    <a:pt x="1332" y="8"/>
                    <a:pt x="1316" y="12"/>
                  </a:cubicBezTo>
                  <a:lnTo>
                    <a:pt x="1276" y="28"/>
                  </a:lnTo>
                  <a:lnTo>
                    <a:pt x="1240" y="36"/>
                  </a:lnTo>
                  <a:cubicBezTo>
                    <a:pt x="1163" y="51"/>
                    <a:pt x="1084" y="60"/>
                    <a:pt x="1005" y="60"/>
                  </a:cubicBezTo>
                  <a:cubicBezTo>
                    <a:pt x="978" y="60"/>
                    <a:pt x="951" y="59"/>
                    <a:pt x="924" y="56"/>
                  </a:cubicBezTo>
                  <a:cubicBezTo>
                    <a:pt x="812" y="52"/>
                    <a:pt x="700" y="40"/>
                    <a:pt x="588" y="40"/>
                  </a:cubicBezTo>
                  <a:cubicBezTo>
                    <a:pt x="568" y="39"/>
                    <a:pt x="549" y="38"/>
                    <a:pt x="529" y="38"/>
                  </a:cubicBezTo>
                  <a:cubicBezTo>
                    <a:pt x="429" y="38"/>
                    <a:pt x="330" y="56"/>
                    <a:pt x="236" y="92"/>
                  </a:cubicBezTo>
                  <a:cubicBezTo>
                    <a:pt x="208" y="108"/>
                    <a:pt x="180" y="124"/>
                    <a:pt x="160" y="148"/>
                  </a:cubicBezTo>
                  <a:cubicBezTo>
                    <a:pt x="148" y="160"/>
                    <a:pt x="140" y="172"/>
                    <a:pt x="128" y="184"/>
                  </a:cubicBezTo>
                  <a:cubicBezTo>
                    <a:pt x="120" y="196"/>
                    <a:pt x="112" y="208"/>
                    <a:pt x="104" y="220"/>
                  </a:cubicBezTo>
                  <a:cubicBezTo>
                    <a:pt x="76" y="272"/>
                    <a:pt x="52" y="324"/>
                    <a:pt x="36" y="380"/>
                  </a:cubicBezTo>
                  <a:cubicBezTo>
                    <a:pt x="0" y="492"/>
                    <a:pt x="0" y="612"/>
                    <a:pt x="36" y="720"/>
                  </a:cubicBezTo>
                  <a:cubicBezTo>
                    <a:pt x="64" y="764"/>
                    <a:pt x="88" y="804"/>
                    <a:pt x="120" y="844"/>
                  </a:cubicBezTo>
                  <a:cubicBezTo>
                    <a:pt x="152" y="884"/>
                    <a:pt x="184" y="920"/>
                    <a:pt x="220" y="956"/>
                  </a:cubicBezTo>
                  <a:cubicBezTo>
                    <a:pt x="292" y="1032"/>
                    <a:pt x="368" y="1096"/>
                    <a:pt x="456" y="1149"/>
                  </a:cubicBezTo>
                  <a:cubicBezTo>
                    <a:pt x="540" y="1205"/>
                    <a:pt x="636" y="1245"/>
                    <a:pt x="732" y="1273"/>
                  </a:cubicBezTo>
                  <a:cubicBezTo>
                    <a:pt x="784" y="1289"/>
                    <a:pt x="832" y="1301"/>
                    <a:pt x="884" y="1305"/>
                  </a:cubicBezTo>
                  <a:cubicBezTo>
                    <a:pt x="908" y="1309"/>
                    <a:pt x="936" y="1313"/>
                    <a:pt x="960" y="1313"/>
                  </a:cubicBezTo>
                  <a:lnTo>
                    <a:pt x="1031" y="1313"/>
                  </a:lnTo>
                  <a:cubicBezTo>
                    <a:pt x="1191" y="1371"/>
                    <a:pt x="1352" y="1426"/>
                    <a:pt x="1512" y="1473"/>
                  </a:cubicBezTo>
                  <a:cubicBezTo>
                    <a:pt x="1680" y="1525"/>
                    <a:pt x="1844" y="1577"/>
                    <a:pt x="2012" y="1617"/>
                  </a:cubicBezTo>
                  <a:cubicBezTo>
                    <a:pt x="2184" y="1665"/>
                    <a:pt x="2352" y="1697"/>
                    <a:pt x="2528" y="1725"/>
                  </a:cubicBezTo>
                  <a:cubicBezTo>
                    <a:pt x="2601" y="1734"/>
                    <a:pt x="2676" y="1742"/>
                    <a:pt x="2751" y="1742"/>
                  </a:cubicBezTo>
                  <a:cubicBezTo>
                    <a:pt x="2768" y="1742"/>
                    <a:pt x="2784" y="1741"/>
                    <a:pt x="2800" y="1741"/>
                  </a:cubicBezTo>
                  <a:cubicBezTo>
                    <a:pt x="2824" y="1737"/>
                    <a:pt x="2848" y="1733"/>
                    <a:pt x="2872" y="1729"/>
                  </a:cubicBezTo>
                  <a:lnTo>
                    <a:pt x="2892" y="1725"/>
                  </a:lnTo>
                  <a:lnTo>
                    <a:pt x="2908" y="1721"/>
                  </a:lnTo>
                  <a:lnTo>
                    <a:pt x="2940" y="1713"/>
                  </a:lnTo>
                  <a:lnTo>
                    <a:pt x="3064" y="1681"/>
                  </a:lnTo>
                  <a:cubicBezTo>
                    <a:pt x="3396" y="1593"/>
                    <a:pt x="3732" y="1521"/>
                    <a:pt x="4068" y="1429"/>
                  </a:cubicBezTo>
                  <a:lnTo>
                    <a:pt x="4192" y="1393"/>
                  </a:lnTo>
                  <a:cubicBezTo>
                    <a:pt x="4236" y="1381"/>
                    <a:pt x="4280" y="1369"/>
                    <a:pt x="4320" y="1353"/>
                  </a:cubicBezTo>
                  <a:cubicBezTo>
                    <a:pt x="4408" y="1317"/>
                    <a:pt x="4484" y="1265"/>
                    <a:pt x="4552" y="1201"/>
                  </a:cubicBezTo>
                  <a:cubicBezTo>
                    <a:pt x="4620" y="1137"/>
                    <a:pt x="4676" y="1064"/>
                    <a:pt x="4716" y="980"/>
                  </a:cubicBezTo>
                  <a:cubicBezTo>
                    <a:pt x="4760" y="900"/>
                    <a:pt x="4788" y="816"/>
                    <a:pt x="4808" y="728"/>
                  </a:cubicBezTo>
                  <a:lnTo>
                    <a:pt x="4824" y="644"/>
                  </a:lnTo>
                  <a:lnTo>
                    <a:pt x="4752" y="688"/>
                  </a:lnTo>
                  <a:cubicBezTo>
                    <a:pt x="4656" y="736"/>
                    <a:pt x="4552" y="772"/>
                    <a:pt x="4444" y="796"/>
                  </a:cubicBezTo>
                  <a:cubicBezTo>
                    <a:pt x="4340" y="820"/>
                    <a:pt x="4228" y="836"/>
                    <a:pt x="4116" y="840"/>
                  </a:cubicBezTo>
                  <a:cubicBezTo>
                    <a:pt x="4062" y="844"/>
                    <a:pt x="4007" y="846"/>
                    <a:pt x="3952" y="846"/>
                  </a:cubicBezTo>
                  <a:cubicBezTo>
                    <a:pt x="3896" y="846"/>
                    <a:pt x="3840" y="844"/>
                    <a:pt x="3784" y="840"/>
                  </a:cubicBezTo>
                  <a:cubicBezTo>
                    <a:pt x="3728" y="836"/>
                    <a:pt x="3672" y="832"/>
                    <a:pt x="3620" y="824"/>
                  </a:cubicBezTo>
                  <a:lnTo>
                    <a:pt x="3452" y="800"/>
                  </a:lnTo>
                  <a:cubicBezTo>
                    <a:pt x="3348" y="776"/>
                    <a:pt x="3244" y="736"/>
                    <a:pt x="3144" y="688"/>
                  </a:cubicBezTo>
                  <a:cubicBezTo>
                    <a:pt x="3044" y="644"/>
                    <a:pt x="2944" y="596"/>
                    <a:pt x="2844" y="544"/>
                  </a:cubicBezTo>
                  <a:cubicBezTo>
                    <a:pt x="2644" y="444"/>
                    <a:pt x="2444" y="344"/>
                    <a:pt x="2236" y="248"/>
                  </a:cubicBezTo>
                  <a:cubicBezTo>
                    <a:pt x="2136" y="204"/>
                    <a:pt x="2032" y="156"/>
                    <a:pt x="1924" y="120"/>
                  </a:cubicBezTo>
                  <a:cubicBezTo>
                    <a:pt x="1820" y="76"/>
                    <a:pt x="1708" y="44"/>
                    <a:pt x="1596" y="20"/>
                  </a:cubicBezTo>
                  <a:cubicBezTo>
                    <a:pt x="1536" y="4"/>
                    <a:pt x="1476" y="0"/>
                    <a:pt x="141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65"/>
            <p:cNvSpPr/>
            <p:nvPr/>
          </p:nvSpPr>
          <p:spPr>
            <a:xfrm flipH="1">
              <a:off x="5741259" y="1201531"/>
              <a:ext cx="410179" cy="490198"/>
            </a:xfrm>
            <a:custGeom>
              <a:avLst/>
              <a:gdLst/>
              <a:ahLst/>
              <a:cxnLst/>
              <a:rect l="l" t="t" r="r" b="b"/>
              <a:pathLst>
                <a:path w="3050" h="3645" extrusionOk="0">
                  <a:moveTo>
                    <a:pt x="1909" y="0"/>
                  </a:moveTo>
                  <a:lnTo>
                    <a:pt x="1877" y="36"/>
                  </a:lnTo>
                  <a:cubicBezTo>
                    <a:pt x="1823" y="102"/>
                    <a:pt x="1746" y="165"/>
                    <a:pt x="1668" y="165"/>
                  </a:cubicBezTo>
                  <a:cubicBezTo>
                    <a:pt x="1666" y="165"/>
                    <a:pt x="1663" y="164"/>
                    <a:pt x="1661" y="164"/>
                  </a:cubicBezTo>
                  <a:cubicBezTo>
                    <a:pt x="1637" y="160"/>
                    <a:pt x="1617" y="152"/>
                    <a:pt x="1597" y="144"/>
                  </a:cubicBezTo>
                  <a:cubicBezTo>
                    <a:pt x="1573" y="136"/>
                    <a:pt x="1549" y="132"/>
                    <a:pt x="1525" y="124"/>
                  </a:cubicBezTo>
                  <a:cubicBezTo>
                    <a:pt x="1481" y="112"/>
                    <a:pt x="1433" y="104"/>
                    <a:pt x="1385" y="96"/>
                  </a:cubicBezTo>
                  <a:cubicBezTo>
                    <a:pt x="1275" y="80"/>
                    <a:pt x="1164" y="72"/>
                    <a:pt x="1053" y="72"/>
                  </a:cubicBezTo>
                  <a:cubicBezTo>
                    <a:pt x="973" y="72"/>
                    <a:pt x="893" y="76"/>
                    <a:pt x="813" y="84"/>
                  </a:cubicBezTo>
                  <a:cubicBezTo>
                    <a:pt x="765" y="88"/>
                    <a:pt x="717" y="100"/>
                    <a:pt x="669" y="112"/>
                  </a:cubicBezTo>
                  <a:cubicBezTo>
                    <a:pt x="625" y="124"/>
                    <a:pt x="577" y="140"/>
                    <a:pt x="533" y="160"/>
                  </a:cubicBezTo>
                  <a:cubicBezTo>
                    <a:pt x="437" y="192"/>
                    <a:pt x="349" y="244"/>
                    <a:pt x="273" y="312"/>
                  </a:cubicBezTo>
                  <a:cubicBezTo>
                    <a:pt x="205" y="388"/>
                    <a:pt x="153" y="476"/>
                    <a:pt x="121" y="572"/>
                  </a:cubicBezTo>
                  <a:cubicBezTo>
                    <a:pt x="85" y="664"/>
                    <a:pt x="57" y="756"/>
                    <a:pt x="33" y="848"/>
                  </a:cubicBezTo>
                  <a:cubicBezTo>
                    <a:pt x="13" y="944"/>
                    <a:pt x="5" y="1044"/>
                    <a:pt x="5" y="1144"/>
                  </a:cubicBezTo>
                  <a:cubicBezTo>
                    <a:pt x="1" y="1240"/>
                    <a:pt x="5" y="1336"/>
                    <a:pt x="17" y="1436"/>
                  </a:cubicBezTo>
                  <a:cubicBezTo>
                    <a:pt x="29" y="1532"/>
                    <a:pt x="45" y="1628"/>
                    <a:pt x="65" y="1720"/>
                  </a:cubicBezTo>
                  <a:cubicBezTo>
                    <a:pt x="85" y="1816"/>
                    <a:pt x="113" y="1912"/>
                    <a:pt x="149" y="2000"/>
                  </a:cubicBezTo>
                  <a:cubicBezTo>
                    <a:pt x="185" y="2096"/>
                    <a:pt x="229" y="2188"/>
                    <a:pt x="289" y="2268"/>
                  </a:cubicBezTo>
                  <a:cubicBezTo>
                    <a:pt x="301" y="2288"/>
                    <a:pt x="317" y="2312"/>
                    <a:pt x="337" y="2332"/>
                  </a:cubicBezTo>
                  <a:cubicBezTo>
                    <a:pt x="357" y="2348"/>
                    <a:pt x="373" y="2364"/>
                    <a:pt x="389" y="2380"/>
                  </a:cubicBezTo>
                  <a:lnTo>
                    <a:pt x="489" y="2480"/>
                  </a:lnTo>
                  <a:lnTo>
                    <a:pt x="894" y="2865"/>
                  </a:lnTo>
                  <a:lnTo>
                    <a:pt x="894" y="2865"/>
                  </a:lnTo>
                  <a:cubicBezTo>
                    <a:pt x="905" y="2887"/>
                    <a:pt x="919" y="2911"/>
                    <a:pt x="937" y="2932"/>
                  </a:cubicBezTo>
                  <a:cubicBezTo>
                    <a:pt x="953" y="2956"/>
                    <a:pt x="969" y="2984"/>
                    <a:pt x="989" y="3008"/>
                  </a:cubicBezTo>
                  <a:cubicBezTo>
                    <a:pt x="1021" y="3056"/>
                    <a:pt x="1057" y="3100"/>
                    <a:pt x="1097" y="3144"/>
                  </a:cubicBezTo>
                  <a:cubicBezTo>
                    <a:pt x="1141" y="3188"/>
                    <a:pt x="1181" y="3232"/>
                    <a:pt x="1225" y="3272"/>
                  </a:cubicBezTo>
                  <a:cubicBezTo>
                    <a:pt x="1245" y="3292"/>
                    <a:pt x="1273" y="3308"/>
                    <a:pt x="1293" y="3328"/>
                  </a:cubicBezTo>
                  <a:cubicBezTo>
                    <a:pt x="1313" y="3348"/>
                    <a:pt x="1341" y="3364"/>
                    <a:pt x="1361" y="3384"/>
                  </a:cubicBezTo>
                  <a:cubicBezTo>
                    <a:pt x="1385" y="3400"/>
                    <a:pt x="1409" y="3416"/>
                    <a:pt x="1437" y="3432"/>
                  </a:cubicBezTo>
                  <a:lnTo>
                    <a:pt x="1509" y="3480"/>
                  </a:lnTo>
                  <a:cubicBezTo>
                    <a:pt x="1561" y="3508"/>
                    <a:pt x="1613" y="3532"/>
                    <a:pt x="1669" y="3556"/>
                  </a:cubicBezTo>
                  <a:cubicBezTo>
                    <a:pt x="1697" y="3564"/>
                    <a:pt x="1725" y="3576"/>
                    <a:pt x="1753" y="3584"/>
                  </a:cubicBezTo>
                  <a:lnTo>
                    <a:pt x="1837" y="3612"/>
                  </a:lnTo>
                  <a:cubicBezTo>
                    <a:pt x="1893" y="3624"/>
                    <a:pt x="1949" y="3636"/>
                    <a:pt x="2005" y="3644"/>
                  </a:cubicBezTo>
                  <a:lnTo>
                    <a:pt x="2005" y="3632"/>
                  </a:lnTo>
                  <a:cubicBezTo>
                    <a:pt x="1953" y="3612"/>
                    <a:pt x="1893" y="3600"/>
                    <a:pt x="1845" y="3580"/>
                  </a:cubicBezTo>
                  <a:lnTo>
                    <a:pt x="1765" y="3548"/>
                  </a:lnTo>
                  <a:cubicBezTo>
                    <a:pt x="1737" y="3536"/>
                    <a:pt x="1713" y="3520"/>
                    <a:pt x="1689" y="3508"/>
                  </a:cubicBezTo>
                  <a:cubicBezTo>
                    <a:pt x="1661" y="3496"/>
                    <a:pt x="1637" y="3484"/>
                    <a:pt x="1613" y="3468"/>
                  </a:cubicBezTo>
                  <a:lnTo>
                    <a:pt x="1541" y="3424"/>
                  </a:lnTo>
                  <a:lnTo>
                    <a:pt x="1473" y="3372"/>
                  </a:lnTo>
                  <a:cubicBezTo>
                    <a:pt x="1453" y="3356"/>
                    <a:pt x="1429" y="3340"/>
                    <a:pt x="1409" y="3320"/>
                  </a:cubicBezTo>
                  <a:cubicBezTo>
                    <a:pt x="1385" y="3304"/>
                    <a:pt x="1365" y="3284"/>
                    <a:pt x="1345" y="3264"/>
                  </a:cubicBezTo>
                  <a:cubicBezTo>
                    <a:pt x="1325" y="3244"/>
                    <a:pt x="1305" y="3228"/>
                    <a:pt x="1285" y="3204"/>
                  </a:cubicBezTo>
                  <a:cubicBezTo>
                    <a:pt x="1245" y="3164"/>
                    <a:pt x="1213" y="3124"/>
                    <a:pt x="1177" y="3080"/>
                  </a:cubicBezTo>
                  <a:cubicBezTo>
                    <a:pt x="1137" y="3036"/>
                    <a:pt x="1105" y="2988"/>
                    <a:pt x="1077" y="2944"/>
                  </a:cubicBezTo>
                  <a:cubicBezTo>
                    <a:pt x="1061" y="2920"/>
                    <a:pt x="1045" y="2892"/>
                    <a:pt x="1033" y="2872"/>
                  </a:cubicBezTo>
                  <a:cubicBezTo>
                    <a:pt x="1017" y="2852"/>
                    <a:pt x="1005" y="2824"/>
                    <a:pt x="993" y="2800"/>
                  </a:cubicBezTo>
                  <a:lnTo>
                    <a:pt x="989" y="2792"/>
                  </a:lnTo>
                  <a:lnTo>
                    <a:pt x="981" y="2784"/>
                  </a:lnTo>
                  <a:lnTo>
                    <a:pt x="585" y="2380"/>
                  </a:lnTo>
                  <a:lnTo>
                    <a:pt x="485" y="2280"/>
                  </a:lnTo>
                  <a:cubicBezTo>
                    <a:pt x="469" y="2264"/>
                    <a:pt x="449" y="2248"/>
                    <a:pt x="437" y="2228"/>
                  </a:cubicBezTo>
                  <a:cubicBezTo>
                    <a:pt x="425" y="2212"/>
                    <a:pt x="413" y="2196"/>
                    <a:pt x="401" y="2180"/>
                  </a:cubicBezTo>
                  <a:cubicBezTo>
                    <a:pt x="353" y="2108"/>
                    <a:pt x="313" y="2028"/>
                    <a:pt x="281" y="1944"/>
                  </a:cubicBezTo>
                  <a:cubicBezTo>
                    <a:pt x="249" y="1860"/>
                    <a:pt x="221" y="1772"/>
                    <a:pt x="201" y="1684"/>
                  </a:cubicBezTo>
                  <a:cubicBezTo>
                    <a:pt x="177" y="1596"/>
                    <a:pt x="161" y="1504"/>
                    <a:pt x="149" y="1412"/>
                  </a:cubicBezTo>
                  <a:cubicBezTo>
                    <a:pt x="137" y="1324"/>
                    <a:pt x="129" y="1232"/>
                    <a:pt x="129" y="1140"/>
                  </a:cubicBezTo>
                  <a:cubicBezTo>
                    <a:pt x="129" y="1052"/>
                    <a:pt x="133" y="960"/>
                    <a:pt x="149" y="872"/>
                  </a:cubicBezTo>
                  <a:cubicBezTo>
                    <a:pt x="169" y="784"/>
                    <a:pt x="193" y="692"/>
                    <a:pt x="221" y="604"/>
                  </a:cubicBezTo>
                  <a:cubicBezTo>
                    <a:pt x="261" y="432"/>
                    <a:pt x="389" y="288"/>
                    <a:pt x="557" y="228"/>
                  </a:cubicBezTo>
                  <a:cubicBezTo>
                    <a:pt x="601" y="208"/>
                    <a:pt x="641" y="192"/>
                    <a:pt x="685" y="176"/>
                  </a:cubicBezTo>
                  <a:cubicBezTo>
                    <a:pt x="729" y="160"/>
                    <a:pt x="773" y="152"/>
                    <a:pt x="817" y="144"/>
                  </a:cubicBezTo>
                  <a:cubicBezTo>
                    <a:pt x="916" y="127"/>
                    <a:pt x="1015" y="119"/>
                    <a:pt x="1115" y="119"/>
                  </a:cubicBezTo>
                  <a:cubicBezTo>
                    <a:pt x="1201" y="119"/>
                    <a:pt x="1288" y="125"/>
                    <a:pt x="1373" y="136"/>
                  </a:cubicBezTo>
                  <a:cubicBezTo>
                    <a:pt x="1421" y="144"/>
                    <a:pt x="1465" y="152"/>
                    <a:pt x="1513" y="164"/>
                  </a:cubicBezTo>
                  <a:cubicBezTo>
                    <a:pt x="1533" y="168"/>
                    <a:pt x="1557" y="176"/>
                    <a:pt x="1577" y="180"/>
                  </a:cubicBezTo>
                  <a:cubicBezTo>
                    <a:pt x="1601" y="192"/>
                    <a:pt x="1625" y="200"/>
                    <a:pt x="1649" y="204"/>
                  </a:cubicBezTo>
                  <a:cubicBezTo>
                    <a:pt x="1654" y="205"/>
                    <a:pt x="1660" y="205"/>
                    <a:pt x="1665" y="205"/>
                  </a:cubicBezTo>
                  <a:cubicBezTo>
                    <a:pt x="1712" y="205"/>
                    <a:pt x="1762" y="189"/>
                    <a:pt x="1801" y="164"/>
                  </a:cubicBezTo>
                  <a:cubicBezTo>
                    <a:pt x="1828" y="148"/>
                    <a:pt x="1855" y="128"/>
                    <a:pt x="1881" y="105"/>
                  </a:cubicBezTo>
                  <a:lnTo>
                    <a:pt x="1881" y="105"/>
                  </a:lnTo>
                  <a:lnTo>
                    <a:pt x="1893" y="156"/>
                  </a:lnTo>
                  <a:lnTo>
                    <a:pt x="1925" y="256"/>
                  </a:lnTo>
                  <a:cubicBezTo>
                    <a:pt x="1949" y="320"/>
                    <a:pt x="1977" y="380"/>
                    <a:pt x="2005" y="444"/>
                  </a:cubicBezTo>
                  <a:cubicBezTo>
                    <a:pt x="2065" y="564"/>
                    <a:pt x="2133" y="680"/>
                    <a:pt x="2209" y="792"/>
                  </a:cubicBezTo>
                  <a:cubicBezTo>
                    <a:pt x="2285" y="908"/>
                    <a:pt x="2361" y="1016"/>
                    <a:pt x="2433" y="1124"/>
                  </a:cubicBezTo>
                  <a:cubicBezTo>
                    <a:pt x="2465" y="1172"/>
                    <a:pt x="2493" y="1224"/>
                    <a:pt x="2517" y="1276"/>
                  </a:cubicBezTo>
                  <a:lnTo>
                    <a:pt x="2521" y="1304"/>
                  </a:lnTo>
                  <a:lnTo>
                    <a:pt x="2521" y="1308"/>
                  </a:lnTo>
                  <a:lnTo>
                    <a:pt x="2525" y="1324"/>
                  </a:lnTo>
                  <a:cubicBezTo>
                    <a:pt x="2529" y="1340"/>
                    <a:pt x="2533" y="1360"/>
                    <a:pt x="2537" y="1380"/>
                  </a:cubicBezTo>
                  <a:cubicBezTo>
                    <a:pt x="2549" y="1412"/>
                    <a:pt x="2561" y="1448"/>
                    <a:pt x="2577" y="1480"/>
                  </a:cubicBezTo>
                  <a:cubicBezTo>
                    <a:pt x="2633" y="1608"/>
                    <a:pt x="2701" y="1724"/>
                    <a:pt x="2765" y="1840"/>
                  </a:cubicBezTo>
                  <a:cubicBezTo>
                    <a:pt x="2829" y="1952"/>
                    <a:pt x="2889" y="2068"/>
                    <a:pt x="2941" y="2188"/>
                  </a:cubicBezTo>
                  <a:lnTo>
                    <a:pt x="2953" y="2228"/>
                  </a:lnTo>
                  <a:cubicBezTo>
                    <a:pt x="2957" y="2244"/>
                    <a:pt x="2961" y="2264"/>
                    <a:pt x="2961" y="2280"/>
                  </a:cubicBezTo>
                  <a:cubicBezTo>
                    <a:pt x="2961" y="2292"/>
                    <a:pt x="2961" y="2308"/>
                    <a:pt x="2961" y="2320"/>
                  </a:cubicBezTo>
                  <a:lnTo>
                    <a:pt x="2957" y="2364"/>
                  </a:lnTo>
                  <a:cubicBezTo>
                    <a:pt x="2945" y="2428"/>
                    <a:pt x="2925" y="2488"/>
                    <a:pt x="2897" y="2548"/>
                  </a:cubicBezTo>
                  <a:cubicBezTo>
                    <a:pt x="2845" y="2668"/>
                    <a:pt x="2777" y="2784"/>
                    <a:pt x="2705" y="2892"/>
                  </a:cubicBezTo>
                  <a:lnTo>
                    <a:pt x="2721" y="2904"/>
                  </a:lnTo>
                  <a:cubicBezTo>
                    <a:pt x="2813" y="2804"/>
                    <a:pt x="2893" y="2696"/>
                    <a:pt x="2957" y="2576"/>
                  </a:cubicBezTo>
                  <a:cubicBezTo>
                    <a:pt x="2993" y="2516"/>
                    <a:pt x="3021" y="2452"/>
                    <a:pt x="3037" y="2384"/>
                  </a:cubicBezTo>
                  <a:lnTo>
                    <a:pt x="3049" y="2332"/>
                  </a:lnTo>
                  <a:cubicBezTo>
                    <a:pt x="3049" y="2312"/>
                    <a:pt x="3049" y="2292"/>
                    <a:pt x="3049" y="2272"/>
                  </a:cubicBezTo>
                  <a:cubicBezTo>
                    <a:pt x="3045" y="2256"/>
                    <a:pt x="3045" y="2240"/>
                    <a:pt x="3041" y="2224"/>
                  </a:cubicBezTo>
                  <a:cubicBezTo>
                    <a:pt x="3037" y="2204"/>
                    <a:pt x="3033" y="2184"/>
                    <a:pt x="3029" y="2168"/>
                  </a:cubicBezTo>
                  <a:cubicBezTo>
                    <a:pt x="2985" y="2040"/>
                    <a:pt x="2929" y="1912"/>
                    <a:pt x="2865" y="1796"/>
                  </a:cubicBezTo>
                  <a:cubicBezTo>
                    <a:pt x="2805" y="1676"/>
                    <a:pt x="2741" y="1556"/>
                    <a:pt x="2689" y="1440"/>
                  </a:cubicBezTo>
                  <a:cubicBezTo>
                    <a:pt x="2677" y="1412"/>
                    <a:pt x="2665" y="1384"/>
                    <a:pt x="2657" y="1352"/>
                  </a:cubicBezTo>
                  <a:cubicBezTo>
                    <a:pt x="2653" y="1340"/>
                    <a:pt x="2653" y="1328"/>
                    <a:pt x="2649" y="1312"/>
                  </a:cubicBezTo>
                  <a:lnTo>
                    <a:pt x="2645" y="1284"/>
                  </a:lnTo>
                  <a:lnTo>
                    <a:pt x="2641" y="1260"/>
                  </a:lnTo>
                  <a:cubicBezTo>
                    <a:pt x="2617" y="1188"/>
                    <a:pt x="2581" y="1120"/>
                    <a:pt x="2541" y="1060"/>
                  </a:cubicBezTo>
                  <a:cubicBezTo>
                    <a:pt x="2461" y="944"/>
                    <a:pt x="2381" y="840"/>
                    <a:pt x="2301" y="736"/>
                  </a:cubicBezTo>
                  <a:cubicBezTo>
                    <a:pt x="2221" y="632"/>
                    <a:pt x="2145" y="524"/>
                    <a:pt x="2081" y="408"/>
                  </a:cubicBezTo>
                  <a:cubicBezTo>
                    <a:pt x="2045" y="352"/>
                    <a:pt x="2017" y="296"/>
                    <a:pt x="1989" y="236"/>
                  </a:cubicBezTo>
                  <a:lnTo>
                    <a:pt x="1953" y="144"/>
                  </a:lnTo>
                  <a:lnTo>
                    <a:pt x="1925" y="52"/>
                  </a:lnTo>
                  <a:lnTo>
                    <a:pt x="1909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65"/>
            <p:cNvSpPr/>
            <p:nvPr/>
          </p:nvSpPr>
          <p:spPr>
            <a:xfrm flipH="1">
              <a:off x="6080295" y="1040687"/>
              <a:ext cx="174427" cy="457383"/>
            </a:xfrm>
            <a:custGeom>
              <a:avLst/>
              <a:gdLst/>
              <a:ahLst/>
              <a:cxnLst/>
              <a:rect l="l" t="t" r="r" b="b"/>
              <a:pathLst>
                <a:path w="1297" h="3401" extrusionOk="0">
                  <a:moveTo>
                    <a:pt x="177" y="0"/>
                  </a:moveTo>
                  <a:lnTo>
                    <a:pt x="321" y="100"/>
                  </a:lnTo>
                  <a:cubicBezTo>
                    <a:pt x="381" y="140"/>
                    <a:pt x="425" y="200"/>
                    <a:pt x="441" y="272"/>
                  </a:cubicBezTo>
                  <a:cubicBezTo>
                    <a:pt x="449" y="308"/>
                    <a:pt x="449" y="344"/>
                    <a:pt x="441" y="380"/>
                  </a:cubicBezTo>
                  <a:cubicBezTo>
                    <a:pt x="429" y="416"/>
                    <a:pt x="417" y="452"/>
                    <a:pt x="401" y="488"/>
                  </a:cubicBezTo>
                  <a:cubicBezTo>
                    <a:pt x="369" y="560"/>
                    <a:pt x="337" y="632"/>
                    <a:pt x="301" y="700"/>
                  </a:cubicBezTo>
                  <a:lnTo>
                    <a:pt x="197" y="916"/>
                  </a:lnTo>
                  <a:cubicBezTo>
                    <a:pt x="125" y="1060"/>
                    <a:pt x="65" y="1212"/>
                    <a:pt x="25" y="1368"/>
                  </a:cubicBezTo>
                  <a:cubicBezTo>
                    <a:pt x="5" y="1452"/>
                    <a:pt x="1" y="1540"/>
                    <a:pt x="13" y="1628"/>
                  </a:cubicBezTo>
                  <a:cubicBezTo>
                    <a:pt x="17" y="1652"/>
                    <a:pt x="25" y="1676"/>
                    <a:pt x="33" y="1696"/>
                  </a:cubicBezTo>
                  <a:cubicBezTo>
                    <a:pt x="41" y="1708"/>
                    <a:pt x="45" y="1720"/>
                    <a:pt x="53" y="1732"/>
                  </a:cubicBezTo>
                  <a:lnTo>
                    <a:pt x="65" y="1756"/>
                  </a:lnTo>
                  <a:cubicBezTo>
                    <a:pt x="85" y="1788"/>
                    <a:pt x="101" y="1820"/>
                    <a:pt x="117" y="1856"/>
                  </a:cubicBezTo>
                  <a:cubicBezTo>
                    <a:pt x="141" y="1924"/>
                    <a:pt x="169" y="2000"/>
                    <a:pt x="193" y="2072"/>
                  </a:cubicBezTo>
                  <a:cubicBezTo>
                    <a:pt x="217" y="2148"/>
                    <a:pt x="241" y="2220"/>
                    <a:pt x="261" y="2296"/>
                  </a:cubicBezTo>
                  <a:cubicBezTo>
                    <a:pt x="309" y="2448"/>
                    <a:pt x="349" y="2600"/>
                    <a:pt x="401" y="2752"/>
                  </a:cubicBezTo>
                  <a:cubicBezTo>
                    <a:pt x="425" y="2828"/>
                    <a:pt x="457" y="2904"/>
                    <a:pt x="493" y="2980"/>
                  </a:cubicBezTo>
                  <a:cubicBezTo>
                    <a:pt x="533" y="3056"/>
                    <a:pt x="589" y="3120"/>
                    <a:pt x="665" y="3168"/>
                  </a:cubicBezTo>
                  <a:cubicBezTo>
                    <a:pt x="729" y="3216"/>
                    <a:pt x="797" y="3256"/>
                    <a:pt x="869" y="3296"/>
                  </a:cubicBezTo>
                  <a:cubicBezTo>
                    <a:pt x="941" y="3332"/>
                    <a:pt x="1009" y="3368"/>
                    <a:pt x="1085" y="3400"/>
                  </a:cubicBezTo>
                  <a:lnTo>
                    <a:pt x="1089" y="3388"/>
                  </a:lnTo>
                  <a:cubicBezTo>
                    <a:pt x="1025" y="3344"/>
                    <a:pt x="961" y="3300"/>
                    <a:pt x="897" y="3252"/>
                  </a:cubicBezTo>
                  <a:cubicBezTo>
                    <a:pt x="837" y="3200"/>
                    <a:pt x="773" y="3152"/>
                    <a:pt x="717" y="3100"/>
                  </a:cubicBezTo>
                  <a:cubicBezTo>
                    <a:pt x="661" y="3056"/>
                    <a:pt x="617" y="2996"/>
                    <a:pt x="593" y="2932"/>
                  </a:cubicBezTo>
                  <a:cubicBezTo>
                    <a:pt x="565" y="2856"/>
                    <a:pt x="545" y="2784"/>
                    <a:pt x="529" y="2708"/>
                  </a:cubicBezTo>
                  <a:cubicBezTo>
                    <a:pt x="489" y="2556"/>
                    <a:pt x="449" y="2404"/>
                    <a:pt x="409" y="2252"/>
                  </a:cubicBezTo>
                  <a:cubicBezTo>
                    <a:pt x="365" y="2092"/>
                    <a:pt x="309" y="1940"/>
                    <a:pt x="245" y="1792"/>
                  </a:cubicBezTo>
                  <a:cubicBezTo>
                    <a:pt x="229" y="1756"/>
                    <a:pt x="205" y="1720"/>
                    <a:pt x="185" y="1684"/>
                  </a:cubicBezTo>
                  <a:lnTo>
                    <a:pt x="169" y="1656"/>
                  </a:lnTo>
                  <a:cubicBezTo>
                    <a:pt x="165" y="1652"/>
                    <a:pt x="161" y="1648"/>
                    <a:pt x="157" y="1640"/>
                  </a:cubicBezTo>
                  <a:cubicBezTo>
                    <a:pt x="153" y="1624"/>
                    <a:pt x="145" y="1612"/>
                    <a:pt x="145" y="1596"/>
                  </a:cubicBezTo>
                  <a:cubicBezTo>
                    <a:pt x="129" y="1528"/>
                    <a:pt x="129" y="1456"/>
                    <a:pt x="145" y="1384"/>
                  </a:cubicBezTo>
                  <a:cubicBezTo>
                    <a:pt x="169" y="1232"/>
                    <a:pt x="209" y="1080"/>
                    <a:pt x="265" y="936"/>
                  </a:cubicBezTo>
                  <a:cubicBezTo>
                    <a:pt x="293" y="864"/>
                    <a:pt x="317" y="788"/>
                    <a:pt x="349" y="716"/>
                  </a:cubicBezTo>
                  <a:lnTo>
                    <a:pt x="441" y="496"/>
                  </a:lnTo>
                  <a:cubicBezTo>
                    <a:pt x="457" y="460"/>
                    <a:pt x="473" y="424"/>
                    <a:pt x="485" y="384"/>
                  </a:cubicBezTo>
                  <a:cubicBezTo>
                    <a:pt x="497" y="344"/>
                    <a:pt x="497" y="300"/>
                    <a:pt x="493" y="256"/>
                  </a:cubicBezTo>
                  <a:cubicBezTo>
                    <a:pt x="487" y="216"/>
                    <a:pt x="474" y="177"/>
                    <a:pt x="455" y="141"/>
                  </a:cubicBezTo>
                  <a:lnTo>
                    <a:pt x="455" y="141"/>
                  </a:lnTo>
                  <a:cubicBezTo>
                    <a:pt x="548" y="177"/>
                    <a:pt x="636" y="221"/>
                    <a:pt x="721" y="272"/>
                  </a:cubicBezTo>
                  <a:cubicBezTo>
                    <a:pt x="749" y="288"/>
                    <a:pt x="769" y="308"/>
                    <a:pt x="793" y="328"/>
                  </a:cubicBezTo>
                  <a:cubicBezTo>
                    <a:pt x="797" y="336"/>
                    <a:pt x="801" y="336"/>
                    <a:pt x="805" y="344"/>
                  </a:cubicBezTo>
                  <a:lnTo>
                    <a:pt x="817" y="368"/>
                  </a:lnTo>
                  <a:lnTo>
                    <a:pt x="837" y="408"/>
                  </a:lnTo>
                  <a:lnTo>
                    <a:pt x="933" y="608"/>
                  </a:lnTo>
                  <a:cubicBezTo>
                    <a:pt x="965" y="672"/>
                    <a:pt x="997" y="736"/>
                    <a:pt x="1033" y="804"/>
                  </a:cubicBezTo>
                  <a:cubicBezTo>
                    <a:pt x="1049" y="836"/>
                    <a:pt x="1069" y="868"/>
                    <a:pt x="1089" y="900"/>
                  </a:cubicBezTo>
                  <a:cubicBezTo>
                    <a:pt x="1101" y="916"/>
                    <a:pt x="1113" y="932"/>
                    <a:pt x="1125" y="948"/>
                  </a:cubicBezTo>
                  <a:cubicBezTo>
                    <a:pt x="1133" y="960"/>
                    <a:pt x="1141" y="972"/>
                    <a:pt x="1149" y="988"/>
                  </a:cubicBezTo>
                  <a:cubicBezTo>
                    <a:pt x="1177" y="1052"/>
                    <a:pt x="1205" y="1120"/>
                    <a:pt x="1225" y="1188"/>
                  </a:cubicBezTo>
                  <a:cubicBezTo>
                    <a:pt x="1249" y="1256"/>
                    <a:pt x="1269" y="1328"/>
                    <a:pt x="1293" y="1396"/>
                  </a:cubicBezTo>
                  <a:lnTo>
                    <a:pt x="1297" y="1396"/>
                  </a:lnTo>
                  <a:cubicBezTo>
                    <a:pt x="1293" y="1324"/>
                    <a:pt x="1285" y="1248"/>
                    <a:pt x="1273" y="1176"/>
                  </a:cubicBezTo>
                  <a:cubicBezTo>
                    <a:pt x="1261" y="1104"/>
                    <a:pt x="1245" y="1028"/>
                    <a:pt x="1221" y="960"/>
                  </a:cubicBezTo>
                  <a:cubicBezTo>
                    <a:pt x="1213" y="940"/>
                    <a:pt x="1205" y="920"/>
                    <a:pt x="1193" y="904"/>
                  </a:cubicBezTo>
                  <a:cubicBezTo>
                    <a:pt x="1185" y="888"/>
                    <a:pt x="1173" y="872"/>
                    <a:pt x="1165" y="856"/>
                  </a:cubicBezTo>
                  <a:cubicBezTo>
                    <a:pt x="1149" y="824"/>
                    <a:pt x="1137" y="792"/>
                    <a:pt x="1121" y="760"/>
                  </a:cubicBezTo>
                  <a:cubicBezTo>
                    <a:pt x="1089" y="696"/>
                    <a:pt x="1061" y="628"/>
                    <a:pt x="1033" y="560"/>
                  </a:cubicBezTo>
                  <a:lnTo>
                    <a:pt x="945" y="360"/>
                  </a:lnTo>
                  <a:lnTo>
                    <a:pt x="933" y="336"/>
                  </a:lnTo>
                  <a:lnTo>
                    <a:pt x="925" y="324"/>
                  </a:lnTo>
                  <a:lnTo>
                    <a:pt x="925" y="316"/>
                  </a:lnTo>
                  <a:lnTo>
                    <a:pt x="917" y="308"/>
                  </a:lnTo>
                  <a:lnTo>
                    <a:pt x="917" y="304"/>
                  </a:lnTo>
                  <a:lnTo>
                    <a:pt x="905" y="284"/>
                  </a:lnTo>
                  <a:cubicBezTo>
                    <a:pt x="897" y="272"/>
                    <a:pt x="889" y="264"/>
                    <a:pt x="881" y="256"/>
                  </a:cubicBezTo>
                  <a:cubicBezTo>
                    <a:pt x="853" y="224"/>
                    <a:pt x="817" y="196"/>
                    <a:pt x="781" y="176"/>
                  </a:cubicBezTo>
                  <a:cubicBezTo>
                    <a:pt x="713" y="136"/>
                    <a:pt x="645" y="108"/>
                    <a:pt x="569" y="84"/>
                  </a:cubicBezTo>
                  <a:cubicBezTo>
                    <a:pt x="504" y="66"/>
                    <a:pt x="438" y="48"/>
                    <a:pt x="373" y="36"/>
                  </a:cubicBezTo>
                  <a:lnTo>
                    <a:pt x="373" y="36"/>
                  </a:lnTo>
                  <a:cubicBezTo>
                    <a:pt x="372" y="35"/>
                    <a:pt x="370" y="33"/>
                    <a:pt x="369" y="32"/>
                  </a:cubicBezTo>
                  <a:lnTo>
                    <a:pt x="368" y="35"/>
                  </a:lnTo>
                  <a:lnTo>
                    <a:pt x="368" y="35"/>
                  </a:lnTo>
                  <a:cubicBezTo>
                    <a:pt x="363" y="34"/>
                    <a:pt x="358" y="33"/>
                    <a:pt x="353" y="32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65"/>
            <p:cNvSpPr/>
            <p:nvPr/>
          </p:nvSpPr>
          <p:spPr>
            <a:xfrm flipH="1">
              <a:off x="5690692" y="1129985"/>
              <a:ext cx="310526" cy="345492"/>
            </a:xfrm>
            <a:custGeom>
              <a:avLst/>
              <a:gdLst/>
              <a:ahLst/>
              <a:cxnLst/>
              <a:rect l="l" t="t" r="r" b="b"/>
              <a:pathLst>
                <a:path w="2309" h="2569" extrusionOk="0">
                  <a:moveTo>
                    <a:pt x="1092" y="0"/>
                  </a:moveTo>
                  <a:cubicBezTo>
                    <a:pt x="1076" y="0"/>
                    <a:pt x="1060" y="4"/>
                    <a:pt x="1048" y="12"/>
                  </a:cubicBezTo>
                  <a:cubicBezTo>
                    <a:pt x="1040" y="20"/>
                    <a:pt x="1032" y="28"/>
                    <a:pt x="1028" y="36"/>
                  </a:cubicBezTo>
                  <a:cubicBezTo>
                    <a:pt x="1024" y="52"/>
                    <a:pt x="1024" y="48"/>
                    <a:pt x="1024" y="56"/>
                  </a:cubicBezTo>
                  <a:lnTo>
                    <a:pt x="1024" y="60"/>
                  </a:lnTo>
                  <a:cubicBezTo>
                    <a:pt x="1024" y="64"/>
                    <a:pt x="1024" y="64"/>
                    <a:pt x="1024" y="64"/>
                  </a:cubicBezTo>
                  <a:cubicBezTo>
                    <a:pt x="1020" y="68"/>
                    <a:pt x="1016" y="72"/>
                    <a:pt x="1016" y="76"/>
                  </a:cubicBezTo>
                  <a:cubicBezTo>
                    <a:pt x="996" y="96"/>
                    <a:pt x="976" y="108"/>
                    <a:pt x="956" y="120"/>
                  </a:cubicBezTo>
                  <a:cubicBezTo>
                    <a:pt x="904" y="144"/>
                    <a:pt x="856" y="164"/>
                    <a:pt x="800" y="180"/>
                  </a:cubicBezTo>
                  <a:cubicBezTo>
                    <a:pt x="700" y="212"/>
                    <a:pt x="600" y="232"/>
                    <a:pt x="496" y="248"/>
                  </a:cubicBezTo>
                  <a:cubicBezTo>
                    <a:pt x="448" y="252"/>
                    <a:pt x="400" y="256"/>
                    <a:pt x="356" y="260"/>
                  </a:cubicBezTo>
                  <a:lnTo>
                    <a:pt x="284" y="264"/>
                  </a:lnTo>
                  <a:cubicBezTo>
                    <a:pt x="260" y="272"/>
                    <a:pt x="236" y="276"/>
                    <a:pt x="212" y="284"/>
                  </a:cubicBezTo>
                  <a:cubicBezTo>
                    <a:pt x="136" y="308"/>
                    <a:pt x="68" y="364"/>
                    <a:pt x="32" y="436"/>
                  </a:cubicBezTo>
                  <a:cubicBezTo>
                    <a:pt x="12" y="480"/>
                    <a:pt x="0" y="528"/>
                    <a:pt x="0" y="580"/>
                  </a:cubicBezTo>
                  <a:cubicBezTo>
                    <a:pt x="0" y="596"/>
                    <a:pt x="4" y="612"/>
                    <a:pt x="8" y="628"/>
                  </a:cubicBezTo>
                  <a:lnTo>
                    <a:pt x="16" y="636"/>
                  </a:lnTo>
                  <a:cubicBezTo>
                    <a:pt x="16" y="620"/>
                    <a:pt x="20" y="604"/>
                    <a:pt x="24" y="588"/>
                  </a:cubicBezTo>
                  <a:cubicBezTo>
                    <a:pt x="36" y="548"/>
                    <a:pt x="56" y="508"/>
                    <a:pt x="80" y="472"/>
                  </a:cubicBezTo>
                  <a:cubicBezTo>
                    <a:pt x="116" y="424"/>
                    <a:pt x="172" y="388"/>
                    <a:pt x="232" y="376"/>
                  </a:cubicBezTo>
                  <a:cubicBezTo>
                    <a:pt x="252" y="376"/>
                    <a:pt x="272" y="372"/>
                    <a:pt x="288" y="372"/>
                  </a:cubicBezTo>
                  <a:lnTo>
                    <a:pt x="504" y="372"/>
                  </a:lnTo>
                  <a:cubicBezTo>
                    <a:pt x="616" y="364"/>
                    <a:pt x="728" y="340"/>
                    <a:pt x="836" y="304"/>
                  </a:cubicBezTo>
                  <a:cubicBezTo>
                    <a:pt x="896" y="284"/>
                    <a:pt x="956" y="252"/>
                    <a:pt x="1008" y="216"/>
                  </a:cubicBezTo>
                  <a:cubicBezTo>
                    <a:pt x="1040" y="192"/>
                    <a:pt x="1064" y="168"/>
                    <a:pt x="1084" y="136"/>
                  </a:cubicBezTo>
                  <a:cubicBezTo>
                    <a:pt x="1088" y="124"/>
                    <a:pt x="1096" y="116"/>
                    <a:pt x="1096" y="104"/>
                  </a:cubicBezTo>
                  <a:lnTo>
                    <a:pt x="1104" y="88"/>
                  </a:lnTo>
                  <a:lnTo>
                    <a:pt x="1104" y="80"/>
                  </a:lnTo>
                  <a:lnTo>
                    <a:pt x="1104" y="80"/>
                  </a:lnTo>
                  <a:cubicBezTo>
                    <a:pt x="1129" y="81"/>
                    <a:pt x="1150" y="85"/>
                    <a:pt x="1172" y="96"/>
                  </a:cubicBezTo>
                  <a:cubicBezTo>
                    <a:pt x="1200" y="112"/>
                    <a:pt x="1228" y="124"/>
                    <a:pt x="1252" y="144"/>
                  </a:cubicBezTo>
                  <a:cubicBezTo>
                    <a:pt x="1308" y="180"/>
                    <a:pt x="1356" y="224"/>
                    <a:pt x="1396" y="272"/>
                  </a:cubicBezTo>
                  <a:cubicBezTo>
                    <a:pt x="1464" y="344"/>
                    <a:pt x="1516" y="428"/>
                    <a:pt x="1548" y="524"/>
                  </a:cubicBezTo>
                  <a:cubicBezTo>
                    <a:pt x="1556" y="552"/>
                    <a:pt x="1564" y="584"/>
                    <a:pt x="1572" y="616"/>
                  </a:cubicBezTo>
                  <a:cubicBezTo>
                    <a:pt x="1608" y="752"/>
                    <a:pt x="1660" y="880"/>
                    <a:pt x="1724" y="1004"/>
                  </a:cubicBezTo>
                  <a:cubicBezTo>
                    <a:pt x="1788" y="1120"/>
                    <a:pt x="1856" y="1236"/>
                    <a:pt x="1940" y="1344"/>
                  </a:cubicBezTo>
                  <a:cubicBezTo>
                    <a:pt x="1960" y="1372"/>
                    <a:pt x="1980" y="1396"/>
                    <a:pt x="2004" y="1420"/>
                  </a:cubicBezTo>
                  <a:cubicBezTo>
                    <a:pt x="2012" y="1428"/>
                    <a:pt x="2020" y="1436"/>
                    <a:pt x="2024" y="1440"/>
                  </a:cubicBezTo>
                  <a:lnTo>
                    <a:pt x="2030" y="1443"/>
                  </a:lnTo>
                  <a:lnTo>
                    <a:pt x="2036" y="1452"/>
                  </a:lnTo>
                  <a:cubicBezTo>
                    <a:pt x="2044" y="1456"/>
                    <a:pt x="2048" y="1468"/>
                    <a:pt x="2052" y="1476"/>
                  </a:cubicBezTo>
                  <a:cubicBezTo>
                    <a:pt x="2060" y="1488"/>
                    <a:pt x="2064" y="1496"/>
                    <a:pt x="2068" y="1508"/>
                  </a:cubicBezTo>
                  <a:cubicBezTo>
                    <a:pt x="2076" y="1520"/>
                    <a:pt x="2080" y="1532"/>
                    <a:pt x="2084" y="1544"/>
                  </a:cubicBezTo>
                  <a:cubicBezTo>
                    <a:pt x="2096" y="1572"/>
                    <a:pt x="2104" y="1596"/>
                    <a:pt x="2112" y="1624"/>
                  </a:cubicBezTo>
                  <a:cubicBezTo>
                    <a:pt x="2144" y="1724"/>
                    <a:pt x="2168" y="1824"/>
                    <a:pt x="2180" y="1928"/>
                  </a:cubicBezTo>
                  <a:cubicBezTo>
                    <a:pt x="2192" y="2016"/>
                    <a:pt x="2196" y="2104"/>
                    <a:pt x="2188" y="2192"/>
                  </a:cubicBezTo>
                  <a:cubicBezTo>
                    <a:pt x="2188" y="2232"/>
                    <a:pt x="2180" y="2272"/>
                    <a:pt x="2172" y="2304"/>
                  </a:cubicBezTo>
                  <a:cubicBezTo>
                    <a:pt x="2168" y="2336"/>
                    <a:pt x="2156" y="2368"/>
                    <a:pt x="2152" y="2396"/>
                  </a:cubicBezTo>
                  <a:cubicBezTo>
                    <a:pt x="2136" y="2436"/>
                    <a:pt x="2120" y="2480"/>
                    <a:pt x="2096" y="2516"/>
                  </a:cubicBezTo>
                  <a:lnTo>
                    <a:pt x="2076" y="2560"/>
                  </a:lnTo>
                  <a:lnTo>
                    <a:pt x="2084" y="2568"/>
                  </a:lnTo>
                  <a:cubicBezTo>
                    <a:pt x="2084" y="2568"/>
                    <a:pt x="2096" y="2556"/>
                    <a:pt x="2120" y="2532"/>
                  </a:cubicBezTo>
                  <a:cubicBezTo>
                    <a:pt x="2152" y="2496"/>
                    <a:pt x="2176" y="2460"/>
                    <a:pt x="2200" y="2416"/>
                  </a:cubicBezTo>
                  <a:cubicBezTo>
                    <a:pt x="2216" y="2388"/>
                    <a:pt x="2228" y="2356"/>
                    <a:pt x="2244" y="2324"/>
                  </a:cubicBezTo>
                  <a:cubicBezTo>
                    <a:pt x="2256" y="2284"/>
                    <a:pt x="2268" y="2248"/>
                    <a:pt x="2276" y="2208"/>
                  </a:cubicBezTo>
                  <a:cubicBezTo>
                    <a:pt x="2296" y="2112"/>
                    <a:pt x="2308" y="2016"/>
                    <a:pt x="2304" y="1920"/>
                  </a:cubicBezTo>
                  <a:cubicBezTo>
                    <a:pt x="2300" y="1804"/>
                    <a:pt x="2284" y="1692"/>
                    <a:pt x="2252" y="1580"/>
                  </a:cubicBezTo>
                  <a:cubicBezTo>
                    <a:pt x="2244" y="1552"/>
                    <a:pt x="2236" y="1520"/>
                    <a:pt x="2224" y="1492"/>
                  </a:cubicBezTo>
                  <a:cubicBezTo>
                    <a:pt x="2220" y="1476"/>
                    <a:pt x="2212" y="1460"/>
                    <a:pt x="2204" y="1444"/>
                  </a:cubicBezTo>
                  <a:cubicBezTo>
                    <a:pt x="2196" y="1428"/>
                    <a:pt x="2188" y="1412"/>
                    <a:pt x="2180" y="1396"/>
                  </a:cubicBezTo>
                  <a:cubicBezTo>
                    <a:pt x="2168" y="1376"/>
                    <a:pt x="2156" y="1360"/>
                    <a:pt x="2144" y="1344"/>
                  </a:cubicBezTo>
                  <a:lnTo>
                    <a:pt x="2136" y="1336"/>
                  </a:lnTo>
                  <a:lnTo>
                    <a:pt x="2120" y="1324"/>
                  </a:lnTo>
                  <a:cubicBezTo>
                    <a:pt x="2116" y="1320"/>
                    <a:pt x="2112" y="1316"/>
                    <a:pt x="2108" y="1312"/>
                  </a:cubicBezTo>
                  <a:cubicBezTo>
                    <a:pt x="2092" y="1292"/>
                    <a:pt x="2068" y="1272"/>
                    <a:pt x="2048" y="1248"/>
                  </a:cubicBezTo>
                  <a:cubicBezTo>
                    <a:pt x="1968" y="1152"/>
                    <a:pt x="1896" y="1048"/>
                    <a:pt x="1832" y="940"/>
                  </a:cubicBezTo>
                  <a:cubicBezTo>
                    <a:pt x="1760" y="828"/>
                    <a:pt x="1700" y="712"/>
                    <a:pt x="1644" y="588"/>
                  </a:cubicBezTo>
                  <a:cubicBezTo>
                    <a:pt x="1596" y="460"/>
                    <a:pt x="1524" y="340"/>
                    <a:pt x="1428" y="240"/>
                  </a:cubicBezTo>
                  <a:cubicBezTo>
                    <a:pt x="1384" y="188"/>
                    <a:pt x="1332" y="144"/>
                    <a:pt x="1284" y="100"/>
                  </a:cubicBezTo>
                  <a:cubicBezTo>
                    <a:pt x="1256" y="76"/>
                    <a:pt x="1228" y="56"/>
                    <a:pt x="1200" y="40"/>
                  </a:cubicBezTo>
                  <a:cubicBezTo>
                    <a:pt x="1168" y="16"/>
                    <a:pt x="1132" y="4"/>
                    <a:pt x="1092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65"/>
            <p:cNvSpPr/>
            <p:nvPr/>
          </p:nvSpPr>
          <p:spPr>
            <a:xfrm flipH="1">
              <a:off x="5228602" y="1467812"/>
              <a:ext cx="524088" cy="221228"/>
            </a:xfrm>
            <a:custGeom>
              <a:avLst/>
              <a:gdLst/>
              <a:ahLst/>
              <a:cxnLst/>
              <a:rect l="l" t="t" r="r" b="b"/>
              <a:pathLst>
                <a:path w="3897" h="1645" extrusionOk="0">
                  <a:moveTo>
                    <a:pt x="448" y="0"/>
                  </a:moveTo>
                  <a:cubicBezTo>
                    <a:pt x="364" y="0"/>
                    <a:pt x="284" y="12"/>
                    <a:pt x="204" y="36"/>
                  </a:cubicBezTo>
                  <a:cubicBezTo>
                    <a:pt x="160" y="48"/>
                    <a:pt x="124" y="64"/>
                    <a:pt x="88" y="84"/>
                  </a:cubicBezTo>
                  <a:cubicBezTo>
                    <a:pt x="48" y="108"/>
                    <a:pt x="20" y="140"/>
                    <a:pt x="0" y="180"/>
                  </a:cubicBezTo>
                  <a:lnTo>
                    <a:pt x="12" y="184"/>
                  </a:lnTo>
                  <a:cubicBezTo>
                    <a:pt x="64" y="128"/>
                    <a:pt x="136" y="96"/>
                    <a:pt x="212" y="92"/>
                  </a:cubicBezTo>
                  <a:cubicBezTo>
                    <a:pt x="252" y="84"/>
                    <a:pt x="288" y="84"/>
                    <a:pt x="328" y="84"/>
                  </a:cubicBezTo>
                  <a:cubicBezTo>
                    <a:pt x="348" y="86"/>
                    <a:pt x="367" y="86"/>
                    <a:pt x="386" y="86"/>
                  </a:cubicBezTo>
                  <a:cubicBezTo>
                    <a:pt x="405" y="86"/>
                    <a:pt x="424" y="86"/>
                    <a:pt x="444" y="88"/>
                  </a:cubicBezTo>
                  <a:cubicBezTo>
                    <a:pt x="520" y="96"/>
                    <a:pt x="600" y="104"/>
                    <a:pt x="676" y="120"/>
                  </a:cubicBezTo>
                  <a:cubicBezTo>
                    <a:pt x="752" y="136"/>
                    <a:pt x="832" y="152"/>
                    <a:pt x="908" y="172"/>
                  </a:cubicBezTo>
                  <a:cubicBezTo>
                    <a:pt x="984" y="188"/>
                    <a:pt x="1060" y="208"/>
                    <a:pt x="1140" y="228"/>
                  </a:cubicBezTo>
                  <a:cubicBezTo>
                    <a:pt x="1216" y="248"/>
                    <a:pt x="1296" y="268"/>
                    <a:pt x="1372" y="284"/>
                  </a:cubicBezTo>
                  <a:cubicBezTo>
                    <a:pt x="1452" y="300"/>
                    <a:pt x="1532" y="312"/>
                    <a:pt x="1612" y="328"/>
                  </a:cubicBezTo>
                  <a:cubicBezTo>
                    <a:pt x="1692" y="340"/>
                    <a:pt x="1772" y="352"/>
                    <a:pt x="1848" y="364"/>
                  </a:cubicBezTo>
                  <a:cubicBezTo>
                    <a:pt x="2008" y="392"/>
                    <a:pt x="2164" y="420"/>
                    <a:pt x="2324" y="448"/>
                  </a:cubicBezTo>
                  <a:cubicBezTo>
                    <a:pt x="2484" y="476"/>
                    <a:pt x="2640" y="504"/>
                    <a:pt x="2804" y="524"/>
                  </a:cubicBezTo>
                  <a:cubicBezTo>
                    <a:pt x="2884" y="536"/>
                    <a:pt x="2964" y="544"/>
                    <a:pt x="3048" y="544"/>
                  </a:cubicBezTo>
                  <a:lnTo>
                    <a:pt x="3164" y="544"/>
                  </a:lnTo>
                  <a:cubicBezTo>
                    <a:pt x="3200" y="548"/>
                    <a:pt x="3232" y="556"/>
                    <a:pt x="3264" y="568"/>
                  </a:cubicBezTo>
                  <a:cubicBezTo>
                    <a:pt x="3336" y="592"/>
                    <a:pt x="3400" y="628"/>
                    <a:pt x="3464" y="668"/>
                  </a:cubicBezTo>
                  <a:cubicBezTo>
                    <a:pt x="3478" y="677"/>
                    <a:pt x="3492" y="686"/>
                    <a:pt x="3506" y="695"/>
                  </a:cubicBezTo>
                  <a:lnTo>
                    <a:pt x="3506" y="695"/>
                  </a:lnTo>
                  <a:cubicBezTo>
                    <a:pt x="3497" y="697"/>
                    <a:pt x="3489" y="699"/>
                    <a:pt x="3480" y="700"/>
                  </a:cubicBezTo>
                  <a:cubicBezTo>
                    <a:pt x="3444" y="708"/>
                    <a:pt x="3408" y="716"/>
                    <a:pt x="3372" y="732"/>
                  </a:cubicBezTo>
                  <a:cubicBezTo>
                    <a:pt x="3332" y="744"/>
                    <a:pt x="3296" y="768"/>
                    <a:pt x="3260" y="792"/>
                  </a:cubicBezTo>
                  <a:cubicBezTo>
                    <a:pt x="3252" y="800"/>
                    <a:pt x="3240" y="812"/>
                    <a:pt x="3232" y="824"/>
                  </a:cubicBezTo>
                  <a:lnTo>
                    <a:pt x="3216" y="844"/>
                  </a:lnTo>
                  <a:cubicBezTo>
                    <a:pt x="3208" y="856"/>
                    <a:pt x="3196" y="880"/>
                    <a:pt x="3188" y="892"/>
                  </a:cubicBezTo>
                  <a:cubicBezTo>
                    <a:pt x="3172" y="924"/>
                    <a:pt x="3156" y="956"/>
                    <a:pt x="3140" y="984"/>
                  </a:cubicBezTo>
                  <a:cubicBezTo>
                    <a:pt x="3112" y="1044"/>
                    <a:pt x="3080" y="1104"/>
                    <a:pt x="3048" y="1160"/>
                  </a:cubicBezTo>
                  <a:cubicBezTo>
                    <a:pt x="3028" y="1188"/>
                    <a:pt x="3012" y="1212"/>
                    <a:pt x="2992" y="1240"/>
                  </a:cubicBezTo>
                  <a:cubicBezTo>
                    <a:pt x="2976" y="1268"/>
                    <a:pt x="2956" y="1296"/>
                    <a:pt x="2936" y="1320"/>
                  </a:cubicBezTo>
                  <a:cubicBezTo>
                    <a:pt x="2896" y="1372"/>
                    <a:pt x="2848" y="1416"/>
                    <a:pt x="2800" y="1456"/>
                  </a:cubicBezTo>
                  <a:cubicBezTo>
                    <a:pt x="2776" y="1480"/>
                    <a:pt x="2744" y="1496"/>
                    <a:pt x="2720" y="1516"/>
                  </a:cubicBezTo>
                  <a:lnTo>
                    <a:pt x="2636" y="1564"/>
                  </a:lnTo>
                  <a:lnTo>
                    <a:pt x="2540" y="1604"/>
                  </a:lnTo>
                  <a:lnTo>
                    <a:pt x="2444" y="1632"/>
                  </a:lnTo>
                  <a:lnTo>
                    <a:pt x="2444" y="1644"/>
                  </a:lnTo>
                  <a:cubicBezTo>
                    <a:pt x="2480" y="1640"/>
                    <a:pt x="2512" y="1640"/>
                    <a:pt x="2548" y="1636"/>
                  </a:cubicBezTo>
                  <a:lnTo>
                    <a:pt x="2652" y="1612"/>
                  </a:lnTo>
                  <a:cubicBezTo>
                    <a:pt x="2684" y="1600"/>
                    <a:pt x="2720" y="1588"/>
                    <a:pt x="2752" y="1576"/>
                  </a:cubicBezTo>
                  <a:cubicBezTo>
                    <a:pt x="2784" y="1560"/>
                    <a:pt x="2816" y="1544"/>
                    <a:pt x="2844" y="1524"/>
                  </a:cubicBezTo>
                  <a:cubicBezTo>
                    <a:pt x="2876" y="1504"/>
                    <a:pt x="2904" y="1484"/>
                    <a:pt x="2932" y="1464"/>
                  </a:cubicBezTo>
                  <a:cubicBezTo>
                    <a:pt x="2960" y="1440"/>
                    <a:pt x="2984" y="1416"/>
                    <a:pt x="3012" y="1392"/>
                  </a:cubicBezTo>
                  <a:cubicBezTo>
                    <a:pt x="3036" y="1368"/>
                    <a:pt x="3060" y="1340"/>
                    <a:pt x="3080" y="1312"/>
                  </a:cubicBezTo>
                  <a:cubicBezTo>
                    <a:pt x="3104" y="1284"/>
                    <a:pt x="3124" y="1256"/>
                    <a:pt x="3148" y="1228"/>
                  </a:cubicBezTo>
                  <a:cubicBezTo>
                    <a:pt x="3188" y="1172"/>
                    <a:pt x="3224" y="1112"/>
                    <a:pt x="3260" y="1052"/>
                  </a:cubicBezTo>
                  <a:lnTo>
                    <a:pt x="3308" y="964"/>
                  </a:lnTo>
                  <a:lnTo>
                    <a:pt x="3328" y="928"/>
                  </a:lnTo>
                  <a:lnTo>
                    <a:pt x="3344" y="908"/>
                  </a:lnTo>
                  <a:cubicBezTo>
                    <a:pt x="3344" y="909"/>
                    <a:pt x="3345" y="910"/>
                    <a:pt x="3345" y="910"/>
                  </a:cubicBezTo>
                  <a:cubicBezTo>
                    <a:pt x="3347" y="910"/>
                    <a:pt x="3352" y="904"/>
                    <a:pt x="3352" y="904"/>
                  </a:cubicBezTo>
                  <a:cubicBezTo>
                    <a:pt x="3376" y="888"/>
                    <a:pt x="3396" y="876"/>
                    <a:pt x="3420" y="868"/>
                  </a:cubicBezTo>
                  <a:cubicBezTo>
                    <a:pt x="3448" y="860"/>
                    <a:pt x="3480" y="852"/>
                    <a:pt x="3508" y="848"/>
                  </a:cubicBezTo>
                  <a:cubicBezTo>
                    <a:pt x="3540" y="840"/>
                    <a:pt x="3572" y="836"/>
                    <a:pt x="3604" y="832"/>
                  </a:cubicBezTo>
                  <a:cubicBezTo>
                    <a:pt x="3636" y="828"/>
                    <a:pt x="3668" y="820"/>
                    <a:pt x="3700" y="820"/>
                  </a:cubicBezTo>
                  <a:lnTo>
                    <a:pt x="3896" y="812"/>
                  </a:lnTo>
                  <a:lnTo>
                    <a:pt x="3744" y="692"/>
                  </a:lnTo>
                  <a:cubicBezTo>
                    <a:pt x="3680" y="640"/>
                    <a:pt x="3612" y="592"/>
                    <a:pt x="3536" y="552"/>
                  </a:cubicBezTo>
                  <a:cubicBezTo>
                    <a:pt x="3464" y="508"/>
                    <a:pt x="3388" y="472"/>
                    <a:pt x="3304" y="448"/>
                  </a:cubicBezTo>
                  <a:cubicBezTo>
                    <a:pt x="3260" y="432"/>
                    <a:pt x="3216" y="424"/>
                    <a:pt x="3168" y="420"/>
                  </a:cubicBezTo>
                  <a:lnTo>
                    <a:pt x="3104" y="420"/>
                  </a:lnTo>
                  <a:cubicBezTo>
                    <a:pt x="3084" y="424"/>
                    <a:pt x="3064" y="424"/>
                    <a:pt x="3048" y="424"/>
                  </a:cubicBezTo>
                  <a:cubicBezTo>
                    <a:pt x="2968" y="432"/>
                    <a:pt x="2892" y="432"/>
                    <a:pt x="2812" y="432"/>
                  </a:cubicBezTo>
                  <a:cubicBezTo>
                    <a:pt x="2652" y="428"/>
                    <a:pt x="2492" y="420"/>
                    <a:pt x="2336" y="400"/>
                  </a:cubicBezTo>
                  <a:cubicBezTo>
                    <a:pt x="2256" y="388"/>
                    <a:pt x="2176" y="376"/>
                    <a:pt x="2096" y="360"/>
                  </a:cubicBezTo>
                  <a:cubicBezTo>
                    <a:pt x="2020" y="348"/>
                    <a:pt x="1940" y="332"/>
                    <a:pt x="1864" y="312"/>
                  </a:cubicBezTo>
                  <a:cubicBezTo>
                    <a:pt x="1708" y="272"/>
                    <a:pt x="1556" y="224"/>
                    <a:pt x="1404" y="176"/>
                  </a:cubicBezTo>
                  <a:cubicBezTo>
                    <a:pt x="1248" y="132"/>
                    <a:pt x="1096" y="84"/>
                    <a:pt x="936" y="52"/>
                  </a:cubicBezTo>
                  <a:lnTo>
                    <a:pt x="816" y="28"/>
                  </a:lnTo>
                  <a:lnTo>
                    <a:pt x="696" y="12"/>
                  </a:lnTo>
                  <a:cubicBezTo>
                    <a:pt x="612" y="4"/>
                    <a:pt x="532" y="0"/>
                    <a:pt x="448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65"/>
            <p:cNvSpPr/>
            <p:nvPr/>
          </p:nvSpPr>
          <p:spPr>
            <a:xfrm flipH="1">
              <a:off x="5333500" y="1564775"/>
              <a:ext cx="441783" cy="73563"/>
            </a:xfrm>
            <a:custGeom>
              <a:avLst/>
              <a:gdLst/>
              <a:ahLst/>
              <a:cxnLst/>
              <a:rect l="l" t="t" r="r" b="b"/>
              <a:pathLst>
                <a:path w="3285" h="547" extrusionOk="0">
                  <a:moveTo>
                    <a:pt x="717" y="0"/>
                  </a:moveTo>
                  <a:cubicBezTo>
                    <a:pt x="657" y="0"/>
                    <a:pt x="597" y="4"/>
                    <a:pt x="536" y="11"/>
                  </a:cubicBezTo>
                  <a:cubicBezTo>
                    <a:pt x="492" y="15"/>
                    <a:pt x="452" y="19"/>
                    <a:pt x="416" y="27"/>
                  </a:cubicBezTo>
                  <a:cubicBezTo>
                    <a:pt x="376" y="35"/>
                    <a:pt x="344" y="43"/>
                    <a:pt x="308" y="51"/>
                  </a:cubicBezTo>
                  <a:cubicBezTo>
                    <a:pt x="252" y="67"/>
                    <a:pt x="196" y="87"/>
                    <a:pt x="140" y="107"/>
                  </a:cubicBezTo>
                  <a:cubicBezTo>
                    <a:pt x="96" y="123"/>
                    <a:pt x="60" y="139"/>
                    <a:pt x="36" y="151"/>
                  </a:cubicBezTo>
                  <a:lnTo>
                    <a:pt x="0" y="167"/>
                  </a:lnTo>
                  <a:lnTo>
                    <a:pt x="4" y="175"/>
                  </a:lnTo>
                  <a:lnTo>
                    <a:pt x="44" y="163"/>
                  </a:lnTo>
                  <a:cubicBezTo>
                    <a:pt x="68" y="155"/>
                    <a:pt x="100" y="143"/>
                    <a:pt x="152" y="131"/>
                  </a:cubicBezTo>
                  <a:lnTo>
                    <a:pt x="228" y="115"/>
                  </a:lnTo>
                  <a:lnTo>
                    <a:pt x="320" y="95"/>
                  </a:lnTo>
                  <a:lnTo>
                    <a:pt x="424" y="79"/>
                  </a:lnTo>
                  <a:cubicBezTo>
                    <a:pt x="460" y="75"/>
                    <a:pt x="500" y="71"/>
                    <a:pt x="540" y="71"/>
                  </a:cubicBezTo>
                  <a:cubicBezTo>
                    <a:pt x="577" y="70"/>
                    <a:pt x="613" y="69"/>
                    <a:pt x="649" y="69"/>
                  </a:cubicBezTo>
                  <a:cubicBezTo>
                    <a:pt x="701" y="69"/>
                    <a:pt x="753" y="71"/>
                    <a:pt x="804" y="75"/>
                  </a:cubicBezTo>
                  <a:cubicBezTo>
                    <a:pt x="900" y="83"/>
                    <a:pt x="996" y="99"/>
                    <a:pt x="1092" y="119"/>
                  </a:cubicBezTo>
                  <a:cubicBezTo>
                    <a:pt x="1300" y="167"/>
                    <a:pt x="1504" y="235"/>
                    <a:pt x="1704" y="319"/>
                  </a:cubicBezTo>
                  <a:lnTo>
                    <a:pt x="2008" y="443"/>
                  </a:lnTo>
                  <a:cubicBezTo>
                    <a:pt x="2108" y="483"/>
                    <a:pt x="2212" y="515"/>
                    <a:pt x="2316" y="539"/>
                  </a:cubicBezTo>
                  <a:cubicBezTo>
                    <a:pt x="2349" y="544"/>
                    <a:pt x="2380" y="546"/>
                    <a:pt x="2411" y="546"/>
                  </a:cubicBezTo>
                  <a:cubicBezTo>
                    <a:pt x="2433" y="546"/>
                    <a:pt x="2455" y="545"/>
                    <a:pt x="2476" y="543"/>
                  </a:cubicBezTo>
                  <a:cubicBezTo>
                    <a:pt x="2524" y="535"/>
                    <a:pt x="2576" y="523"/>
                    <a:pt x="2624" y="511"/>
                  </a:cubicBezTo>
                  <a:cubicBezTo>
                    <a:pt x="2708" y="483"/>
                    <a:pt x="2792" y="451"/>
                    <a:pt x="2872" y="407"/>
                  </a:cubicBezTo>
                  <a:cubicBezTo>
                    <a:pt x="2940" y="367"/>
                    <a:pt x="3004" y="327"/>
                    <a:pt x="3064" y="275"/>
                  </a:cubicBezTo>
                  <a:cubicBezTo>
                    <a:pt x="3108" y="239"/>
                    <a:pt x="3152" y="199"/>
                    <a:pt x="3192" y="155"/>
                  </a:cubicBezTo>
                  <a:cubicBezTo>
                    <a:pt x="3228" y="119"/>
                    <a:pt x="3256" y="75"/>
                    <a:pt x="3284" y="35"/>
                  </a:cubicBezTo>
                  <a:lnTo>
                    <a:pt x="3280" y="31"/>
                  </a:lnTo>
                  <a:cubicBezTo>
                    <a:pt x="3248" y="67"/>
                    <a:pt x="3212" y="103"/>
                    <a:pt x="3172" y="135"/>
                  </a:cubicBezTo>
                  <a:cubicBezTo>
                    <a:pt x="3128" y="171"/>
                    <a:pt x="3084" y="207"/>
                    <a:pt x="3036" y="239"/>
                  </a:cubicBezTo>
                  <a:cubicBezTo>
                    <a:pt x="2976" y="283"/>
                    <a:pt x="2912" y="319"/>
                    <a:pt x="2848" y="355"/>
                  </a:cubicBezTo>
                  <a:cubicBezTo>
                    <a:pt x="2768" y="395"/>
                    <a:pt x="2688" y="427"/>
                    <a:pt x="2604" y="455"/>
                  </a:cubicBezTo>
                  <a:cubicBezTo>
                    <a:pt x="2560" y="471"/>
                    <a:pt x="2512" y="479"/>
                    <a:pt x="2468" y="495"/>
                  </a:cubicBezTo>
                  <a:cubicBezTo>
                    <a:pt x="2433" y="501"/>
                    <a:pt x="2398" y="505"/>
                    <a:pt x="2361" y="505"/>
                  </a:cubicBezTo>
                  <a:cubicBezTo>
                    <a:pt x="2348" y="505"/>
                    <a:pt x="2334" y="505"/>
                    <a:pt x="2320" y="503"/>
                  </a:cubicBezTo>
                  <a:cubicBezTo>
                    <a:pt x="2216" y="495"/>
                    <a:pt x="2112" y="467"/>
                    <a:pt x="2016" y="423"/>
                  </a:cubicBezTo>
                  <a:cubicBezTo>
                    <a:pt x="1916" y="383"/>
                    <a:pt x="1812" y="335"/>
                    <a:pt x="1716" y="287"/>
                  </a:cubicBezTo>
                  <a:cubicBezTo>
                    <a:pt x="1620" y="235"/>
                    <a:pt x="1516" y="191"/>
                    <a:pt x="1416" y="147"/>
                  </a:cubicBezTo>
                  <a:cubicBezTo>
                    <a:pt x="1316" y="107"/>
                    <a:pt x="1212" y="75"/>
                    <a:pt x="1108" y="47"/>
                  </a:cubicBezTo>
                  <a:cubicBezTo>
                    <a:pt x="979" y="17"/>
                    <a:pt x="849" y="0"/>
                    <a:pt x="717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65"/>
            <p:cNvSpPr/>
            <p:nvPr/>
          </p:nvSpPr>
          <p:spPr>
            <a:xfrm flipH="1">
              <a:off x="5418495" y="1503047"/>
              <a:ext cx="332043" cy="39404"/>
            </a:xfrm>
            <a:custGeom>
              <a:avLst/>
              <a:gdLst/>
              <a:ahLst/>
              <a:cxnLst/>
              <a:rect l="l" t="t" r="r" b="b"/>
              <a:pathLst>
                <a:path w="2469" h="293" extrusionOk="0">
                  <a:moveTo>
                    <a:pt x="539" y="1"/>
                  </a:moveTo>
                  <a:cubicBezTo>
                    <a:pt x="485" y="1"/>
                    <a:pt x="431" y="4"/>
                    <a:pt x="376" y="10"/>
                  </a:cubicBezTo>
                  <a:cubicBezTo>
                    <a:pt x="320" y="14"/>
                    <a:pt x="268" y="26"/>
                    <a:pt x="216" y="38"/>
                  </a:cubicBezTo>
                  <a:cubicBezTo>
                    <a:pt x="176" y="50"/>
                    <a:pt x="136" y="66"/>
                    <a:pt x="96" y="82"/>
                  </a:cubicBezTo>
                  <a:cubicBezTo>
                    <a:pt x="72" y="94"/>
                    <a:pt x="48" y="106"/>
                    <a:pt x="24" y="118"/>
                  </a:cubicBezTo>
                  <a:lnTo>
                    <a:pt x="0" y="134"/>
                  </a:lnTo>
                  <a:lnTo>
                    <a:pt x="4" y="138"/>
                  </a:lnTo>
                  <a:lnTo>
                    <a:pt x="32" y="130"/>
                  </a:lnTo>
                  <a:cubicBezTo>
                    <a:pt x="56" y="122"/>
                    <a:pt x="80" y="114"/>
                    <a:pt x="108" y="106"/>
                  </a:cubicBezTo>
                  <a:cubicBezTo>
                    <a:pt x="144" y="98"/>
                    <a:pt x="184" y="90"/>
                    <a:pt x="224" y="82"/>
                  </a:cubicBezTo>
                  <a:cubicBezTo>
                    <a:pt x="276" y="74"/>
                    <a:pt x="328" y="70"/>
                    <a:pt x="380" y="70"/>
                  </a:cubicBezTo>
                  <a:cubicBezTo>
                    <a:pt x="397" y="69"/>
                    <a:pt x="414" y="69"/>
                    <a:pt x="431" y="69"/>
                  </a:cubicBezTo>
                  <a:cubicBezTo>
                    <a:pt x="474" y="69"/>
                    <a:pt x="519" y="72"/>
                    <a:pt x="564" y="74"/>
                  </a:cubicBezTo>
                  <a:cubicBezTo>
                    <a:pt x="632" y="78"/>
                    <a:pt x="700" y="86"/>
                    <a:pt x="772" y="94"/>
                  </a:cubicBezTo>
                  <a:cubicBezTo>
                    <a:pt x="912" y="110"/>
                    <a:pt x="1068" y="138"/>
                    <a:pt x="1224" y="158"/>
                  </a:cubicBezTo>
                  <a:cubicBezTo>
                    <a:pt x="1300" y="166"/>
                    <a:pt x="1376" y="178"/>
                    <a:pt x="1452" y="190"/>
                  </a:cubicBezTo>
                  <a:cubicBezTo>
                    <a:pt x="1528" y="198"/>
                    <a:pt x="1604" y="214"/>
                    <a:pt x="1676" y="230"/>
                  </a:cubicBezTo>
                  <a:cubicBezTo>
                    <a:pt x="1748" y="242"/>
                    <a:pt x="1816" y="258"/>
                    <a:pt x="1884" y="266"/>
                  </a:cubicBezTo>
                  <a:cubicBezTo>
                    <a:pt x="1952" y="274"/>
                    <a:pt x="2012" y="282"/>
                    <a:pt x="2072" y="286"/>
                  </a:cubicBezTo>
                  <a:cubicBezTo>
                    <a:pt x="2154" y="289"/>
                    <a:pt x="2228" y="292"/>
                    <a:pt x="2289" y="292"/>
                  </a:cubicBezTo>
                  <a:cubicBezTo>
                    <a:pt x="2314" y="292"/>
                    <a:pt x="2336" y="292"/>
                    <a:pt x="2356" y="290"/>
                  </a:cubicBezTo>
                  <a:cubicBezTo>
                    <a:pt x="2424" y="290"/>
                    <a:pt x="2464" y="286"/>
                    <a:pt x="2464" y="286"/>
                  </a:cubicBezTo>
                  <a:lnTo>
                    <a:pt x="2468" y="282"/>
                  </a:lnTo>
                  <a:cubicBezTo>
                    <a:pt x="2468" y="282"/>
                    <a:pt x="2428" y="274"/>
                    <a:pt x="2360" y="262"/>
                  </a:cubicBezTo>
                  <a:cubicBezTo>
                    <a:pt x="2324" y="258"/>
                    <a:pt x="2284" y="254"/>
                    <a:pt x="2236" y="246"/>
                  </a:cubicBezTo>
                  <a:lnTo>
                    <a:pt x="2080" y="226"/>
                  </a:lnTo>
                  <a:cubicBezTo>
                    <a:pt x="2020" y="222"/>
                    <a:pt x="1960" y="214"/>
                    <a:pt x="1892" y="206"/>
                  </a:cubicBezTo>
                  <a:cubicBezTo>
                    <a:pt x="1824" y="202"/>
                    <a:pt x="1756" y="198"/>
                    <a:pt x="1684" y="194"/>
                  </a:cubicBezTo>
                  <a:cubicBezTo>
                    <a:pt x="1608" y="186"/>
                    <a:pt x="1532" y="178"/>
                    <a:pt x="1460" y="166"/>
                  </a:cubicBezTo>
                  <a:cubicBezTo>
                    <a:pt x="1380" y="154"/>
                    <a:pt x="1308" y="138"/>
                    <a:pt x="1232" y="118"/>
                  </a:cubicBezTo>
                  <a:cubicBezTo>
                    <a:pt x="1156" y="102"/>
                    <a:pt x="1076" y="82"/>
                    <a:pt x="1004" y="66"/>
                  </a:cubicBezTo>
                  <a:cubicBezTo>
                    <a:pt x="932" y="50"/>
                    <a:pt x="856" y="34"/>
                    <a:pt x="780" y="22"/>
                  </a:cubicBezTo>
                  <a:cubicBezTo>
                    <a:pt x="701" y="8"/>
                    <a:pt x="620" y="1"/>
                    <a:pt x="53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65"/>
            <p:cNvSpPr/>
            <p:nvPr/>
          </p:nvSpPr>
          <p:spPr>
            <a:xfrm flipH="1">
              <a:off x="5478744" y="1545141"/>
              <a:ext cx="290084" cy="55677"/>
            </a:xfrm>
            <a:custGeom>
              <a:avLst/>
              <a:gdLst/>
              <a:ahLst/>
              <a:cxnLst/>
              <a:rect l="l" t="t" r="r" b="b"/>
              <a:pathLst>
                <a:path w="2157" h="414" extrusionOk="0">
                  <a:moveTo>
                    <a:pt x="638" y="0"/>
                  </a:moveTo>
                  <a:cubicBezTo>
                    <a:pt x="537" y="0"/>
                    <a:pt x="437" y="9"/>
                    <a:pt x="336" y="29"/>
                  </a:cubicBezTo>
                  <a:cubicBezTo>
                    <a:pt x="288" y="37"/>
                    <a:pt x="240" y="49"/>
                    <a:pt x="196" y="65"/>
                  </a:cubicBezTo>
                  <a:cubicBezTo>
                    <a:pt x="156" y="73"/>
                    <a:pt x="124" y="85"/>
                    <a:pt x="88" y="101"/>
                  </a:cubicBezTo>
                  <a:cubicBezTo>
                    <a:pt x="56" y="113"/>
                    <a:pt x="28" y="125"/>
                    <a:pt x="0" y="141"/>
                  </a:cubicBezTo>
                  <a:lnTo>
                    <a:pt x="4" y="149"/>
                  </a:lnTo>
                  <a:lnTo>
                    <a:pt x="28" y="141"/>
                  </a:lnTo>
                  <a:cubicBezTo>
                    <a:pt x="44" y="141"/>
                    <a:pt x="68" y="133"/>
                    <a:pt x="96" y="125"/>
                  </a:cubicBezTo>
                  <a:cubicBezTo>
                    <a:pt x="124" y="121"/>
                    <a:pt x="164" y="113"/>
                    <a:pt x="204" y="109"/>
                  </a:cubicBezTo>
                  <a:cubicBezTo>
                    <a:pt x="244" y="101"/>
                    <a:pt x="292" y="93"/>
                    <a:pt x="344" y="89"/>
                  </a:cubicBezTo>
                  <a:cubicBezTo>
                    <a:pt x="396" y="85"/>
                    <a:pt x="452" y="81"/>
                    <a:pt x="512" y="77"/>
                  </a:cubicBezTo>
                  <a:cubicBezTo>
                    <a:pt x="568" y="77"/>
                    <a:pt x="632" y="77"/>
                    <a:pt x="696" y="73"/>
                  </a:cubicBezTo>
                  <a:cubicBezTo>
                    <a:pt x="717" y="72"/>
                    <a:pt x="739" y="72"/>
                    <a:pt x="761" y="72"/>
                  </a:cubicBezTo>
                  <a:cubicBezTo>
                    <a:pt x="805" y="72"/>
                    <a:pt x="851" y="73"/>
                    <a:pt x="896" y="73"/>
                  </a:cubicBezTo>
                  <a:lnTo>
                    <a:pt x="1108" y="77"/>
                  </a:lnTo>
                  <a:cubicBezTo>
                    <a:pt x="1176" y="81"/>
                    <a:pt x="1244" y="85"/>
                    <a:pt x="1312" y="97"/>
                  </a:cubicBezTo>
                  <a:cubicBezTo>
                    <a:pt x="1380" y="101"/>
                    <a:pt x="1448" y="117"/>
                    <a:pt x="1512" y="137"/>
                  </a:cubicBezTo>
                  <a:cubicBezTo>
                    <a:pt x="1572" y="153"/>
                    <a:pt x="1632" y="177"/>
                    <a:pt x="1688" y="197"/>
                  </a:cubicBezTo>
                  <a:cubicBezTo>
                    <a:pt x="1740" y="221"/>
                    <a:pt x="1796" y="241"/>
                    <a:pt x="1840" y="261"/>
                  </a:cubicBezTo>
                  <a:cubicBezTo>
                    <a:pt x="1936" y="301"/>
                    <a:pt x="2016" y="341"/>
                    <a:pt x="2068" y="369"/>
                  </a:cubicBezTo>
                  <a:lnTo>
                    <a:pt x="2152" y="413"/>
                  </a:lnTo>
                  <a:lnTo>
                    <a:pt x="2156" y="409"/>
                  </a:lnTo>
                  <a:cubicBezTo>
                    <a:pt x="2136" y="389"/>
                    <a:pt x="2112" y="365"/>
                    <a:pt x="2084" y="345"/>
                  </a:cubicBezTo>
                  <a:cubicBezTo>
                    <a:pt x="2016" y="293"/>
                    <a:pt x="1944" y="249"/>
                    <a:pt x="1868" y="209"/>
                  </a:cubicBezTo>
                  <a:cubicBezTo>
                    <a:pt x="1816" y="185"/>
                    <a:pt x="1764" y="161"/>
                    <a:pt x="1708" y="145"/>
                  </a:cubicBezTo>
                  <a:cubicBezTo>
                    <a:pt x="1648" y="125"/>
                    <a:pt x="1584" y="109"/>
                    <a:pt x="1520" y="101"/>
                  </a:cubicBezTo>
                  <a:cubicBezTo>
                    <a:pt x="1456" y="89"/>
                    <a:pt x="1384" y="85"/>
                    <a:pt x="1316" y="77"/>
                  </a:cubicBezTo>
                  <a:cubicBezTo>
                    <a:pt x="1248" y="69"/>
                    <a:pt x="1180" y="53"/>
                    <a:pt x="1112" y="45"/>
                  </a:cubicBezTo>
                  <a:cubicBezTo>
                    <a:pt x="1040" y="33"/>
                    <a:pt x="972" y="21"/>
                    <a:pt x="900" y="13"/>
                  </a:cubicBezTo>
                  <a:cubicBezTo>
                    <a:pt x="832" y="9"/>
                    <a:pt x="764" y="5"/>
                    <a:pt x="696" y="1"/>
                  </a:cubicBezTo>
                  <a:cubicBezTo>
                    <a:pt x="677" y="1"/>
                    <a:pt x="657" y="0"/>
                    <a:pt x="638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65"/>
            <p:cNvSpPr/>
            <p:nvPr/>
          </p:nvSpPr>
          <p:spPr>
            <a:xfrm flipH="1">
              <a:off x="5848847" y="1162800"/>
              <a:ext cx="92122" cy="59846"/>
            </a:xfrm>
            <a:custGeom>
              <a:avLst/>
              <a:gdLst/>
              <a:ahLst/>
              <a:cxnLst/>
              <a:rect l="l" t="t" r="r" b="b"/>
              <a:pathLst>
                <a:path w="685" h="445" extrusionOk="0">
                  <a:moveTo>
                    <a:pt x="648" y="0"/>
                  </a:moveTo>
                  <a:lnTo>
                    <a:pt x="644" y="4"/>
                  </a:lnTo>
                  <a:cubicBezTo>
                    <a:pt x="648" y="12"/>
                    <a:pt x="648" y="24"/>
                    <a:pt x="648" y="36"/>
                  </a:cubicBezTo>
                  <a:cubicBezTo>
                    <a:pt x="644" y="60"/>
                    <a:pt x="632" y="84"/>
                    <a:pt x="612" y="100"/>
                  </a:cubicBezTo>
                  <a:cubicBezTo>
                    <a:pt x="596" y="112"/>
                    <a:pt x="580" y="120"/>
                    <a:pt x="564" y="132"/>
                  </a:cubicBezTo>
                  <a:lnTo>
                    <a:pt x="504" y="164"/>
                  </a:lnTo>
                  <a:cubicBezTo>
                    <a:pt x="484" y="180"/>
                    <a:pt x="460" y="192"/>
                    <a:pt x="436" y="200"/>
                  </a:cubicBezTo>
                  <a:cubicBezTo>
                    <a:pt x="408" y="208"/>
                    <a:pt x="384" y="212"/>
                    <a:pt x="356" y="216"/>
                  </a:cubicBezTo>
                  <a:cubicBezTo>
                    <a:pt x="304" y="224"/>
                    <a:pt x="252" y="236"/>
                    <a:pt x="204" y="256"/>
                  </a:cubicBezTo>
                  <a:cubicBezTo>
                    <a:pt x="160" y="272"/>
                    <a:pt x="116" y="296"/>
                    <a:pt x="80" y="324"/>
                  </a:cubicBezTo>
                  <a:cubicBezTo>
                    <a:pt x="52" y="348"/>
                    <a:pt x="28" y="376"/>
                    <a:pt x="12" y="404"/>
                  </a:cubicBezTo>
                  <a:cubicBezTo>
                    <a:pt x="8" y="416"/>
                    <a:pt x="4" y="428"/>
                    <a:pt x="0" y="444"/>
                  </a:cubicBezTo>
                  <a:lnTo>
                    <a:pt x="4" y="444"/>
                  </a:lnTo>
                  <a:lnTo>
                    <a:pt x="12" y="440"/>
                  </a:lnTo>
                  <a:cubicBezTo>
                    <a:pt x="20" y="432"/>
                    <a:pt x="28" y="428"/>
                    <a:pt x="36" y="424"/>
                  </a:cubicBezTo>
                  <a:cubicBezTo>
                    <a:pt x="60" y="404"/>
                    <a:pt x="88" y="388"/>
                    <a:pt x="112" y="376"/>
                  </a:cubicBezTo>
                  <a:cubicBezTo>
                    <a:pt x="148" y="360"/>
                    <a:pt x="188" y="344"/>
                    <a:pt x="232" y="320"/>
                  </a:cubicBezTo>
                  <a:lnTo>
                    <a:pt x="300" y="292"/>
                  </a:lnTo>
                  <a:cubicBezTo>
                    <a:pt x="324" y="280"/>
                    <a:pt x="348" y="268"/>
                    <a:pt x="372" y="252"/>
                  </a:cubicBezTo>
                  <a:cubicBezTo>
                    <a:pt x="392" y="240"/>
                    <a:pt x="416" y="228"/>
                    <a:pt x="444" y="220"/>
                  </a:cubicBezTo>
                  <a:cubicBezTo>
                    <a:pt x="468" y="208"/>
                    <a:pt x="492" y="204"/>
                    <a:pt x="516" y="200"/>
                  </a:cubicBezTo>
                  <a:cubicBezTo>
                    <a:pt x="544" y="196"/>
                    <a:pt x="568" y="192"/>
                    <a:pt x="592" y="184"/>
                  </a:cubicBezTo>
                  <a:cubicBezTo>
                    <a:pt x="616" y="176"/>
                    <a:pt x="636" y="160"/>
                    <a:pt x="652" y="140"/>
                  </a:cubicBezTo>
                  <a:cubicBezTo>
                    <a:pt x="668" y="124"/>
                    <a:pt x="676" y="104"/>
                    <a:pt x="680" y="80"/>
                  </a:cubicBezTo>
                  <a:cubicBezTo>
                    <a:pt x="684" y="64"/>
                    <a:pt x="680" y="48"/>
                    <a:pt x="676" y="32"/>
                  </a:cubicBezTo>
                  <a:cubicBezTo>
                    <a:pt x="672" y="16"/>
                    <a:pt x="660" y="8"/>
                    <a:pt x="648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65"/>
            <p:cNvSpPr/>
            <p:nvPr/>
          </p:nvSpPr>
          <p:spPr>
            <a:xfrm flipH="1">
              <a:off x="5727272" y="1193462"/>
              <a:ext cx="84591" cy="285243"/>
            </a:xfrm>
            <a:custGeom>
              <a:avLst/>
              <a:gdLst/>
              <a:ahLst/>
              <a:cxnLst/>
              <a:rect l="l" t="t" r="r" b="b"/>
              <a:pathLst>
                <a:path w="629" h="2121" extrusionOk="0">
                  <a:moveTo>
                    <a:pt x="4" y="0"/>
                  </a:moveTo>
                  <a:lnTo>
                    <a:pt x="0" y="4"/>
                  </a:lnTo>
                  <a:lnTo>
                    <a:pt x="0" y="28"/>
                  </a:lnTo>
                  <a:cubicBezTo>
                    <a:pt x="0" y="56"/>
                    <a:pt x="0" y="80"/>
                    <a:pt x="8" y="104"/>
                  </a:cubicBezTo>
                  <a:cubicBezTo>
                    <a:pt x="24" y="188"/>
                    <a:pt x="60" y="272"/>
                    <a:pt x="108" y="344"/>
                  </a:cubicBezTo>
                  <a:cubicBezTo>
                    <a:pt x="136" y="388"/>
                    <a:pt x="168" y="436"/>
                    <a:pt x="204" y="488"/>
                  </a:cubicBezTo>
                  <a:cubicBezTo>
                    <a:pt x="236" y="536"/>
                    <a:pt x="276" y="588"/>
                    <a:pt x="308" y="644"/>
                  </a:cubicBezTo>
                  <a:cubicBezTo>
                    <a:pt x="344" y="700"/>
                    <a:pt x="372" y="760"/>
                    <a:pt x="396" y="824"/>
                  </a:cubicBezTo>
                  <a:cubicBezTo>
                    <a:pt x="416" y="892"/>
                    <a:pt x="436" y="956"/>
                    <a:pt x="452" y="1024"/>
                  </a:cubicBezTo>
                  <a:cubicBezTo>
                    <a:pt x="484" y="1160"/>
                    <a:pt x="516" y="1296"/>
                    <a:pt x="536" y="1424"/>
                  </a:cubicBezTo>
                  <a:cubicBezTo>
                    <a:pt x="552" y="1544"/>
                    <a:pt x="560" y="1660"/>
                    <a:pt x="560" y="1780"/>
                  </a:cubicBezTo>
                  <a:cubicBezTo>
                    <a:pt x="556" y="1828"/>
                    <a:pt x="552" y="1876"/>
                    <a:pt x="544" y="1920"/>
                  </a:cubicBezTo>
                  <a:cubicBezTo>
                    <a:pt x="540" y="1960"/>
                    <a:pt x="528" y="1996"/>
                    <a:pt x="524" y="2024"/>
                  </a:cubicBezTo>
                  <a:cubicBezTo>
                    <a:pt x="516" y="2056"/>
                    <a:pt x="508" y="2076"/>
                    <a:pt x="504" y="2096"/>
                  </a:cubicBezTo>
                  <a:lnTo>
                    <a:pt x="496" y="2120"/>
                  </a:lnTo>
                  <a:lnTo>
                    <a:pt x="504" y="2120"/>
                  </a:lnTo>
                  <a:lnTo>
                    <a:pt x="516" y="2100"/>
                  </a:lnTo>
                  <a:cubicBezTo>
                    <a:pt x="528" y="2080"/>
                    <a:pt x="540" y="2056"/>
                    <a:pt x="548" y="2036"/>
                  </a:cubicBezTo>
                  <a:cubicBezTo>
                    <a:pt x="564" y="2000"/>
                    <a:pt x="580" y="1964"/>
                    <a:pt x="588" y="1928"/>
                  </a:cubicBezTo>
                  <a:cubicBezTo>
                    <a:pt x="604" y="1880"/>
                    <a:pt x="612" y="1832"/>
                    <a:pt x="620" y="1784"/>
                  </a:cubicBezTo>
                  <a:cubicBezTo>
                    <a:pt x="628" y="1724"/>
                    <a:pt x="628" y="1668"/>
                    <a:pt x="628" y="1608"/>
                  </a:cubicBezTo>
                  <a:cubicBezTo>
                    <a:pt x="624" y="1544"/>
                    <a:pt x="616" y="1476"/>
                    <a:pt x="604" y="1416"/>
                  </a:cubicBezTo>
                  <a:cubicBezTo>
                    <a:pt x="592" y="1348"/>
                    <a:pt x="576" y="1280"/>
                    <a:pt x="556" y="1216"/>
                  </a:cubicBezTo>
                  <a:cubicBezTo>
                    <a:pt x="540" y="1148"/>
                    <a:pt x="512" y="1084"/>
                    <a:pt x="488" y="1016"/>
                  </a:cubicBezTo>
                  <a:cubicBezTo>
                    <a:pt x="464" y="948"/>
                    <a:pt x="436" y="880"/>
                    <a:pt x="416" y="816"/>
                  </a:cubicBezTo>
                  <a:cubicBezTo>
                    <a:pt x="392" y="748"/>
                    <a:pt x="368" y="684"/>
                    <a:pt x="340" y="620"/>
                  </a:cubicBezTo>
                  <a:cubicBezTo>
                    <a:pt x="316" y="560"/>
                    <a:pt x="288" y="504"/>
                    <a:pt x="252" y="448"/>
                  </a:cubicBezTo>
                  <a:cubicBezTo>
                    <a:pt x="220" y="400"/>
                    <a:pt x="184" y="352"/>
                    <a:pt x="156" y="308"/>
                  </a:cubicBezTo>
                  <a:cubicBezTo>
                    <a:pt x="108" y="240"/>
                    <a:pt x="68" y="168"/>
                    <a:pt x="32" y="92"/>
                  </a:cubicBezTo>
                  <a:cubicBezTo>
                    <a:pt x="24" y="68"/>
                    <a:pt x="16" y="48"/>
                    <a:pt x="12" y="24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65"/>
            <p:cNvSpPr/>
            <p:nvPr/>
          </p:nvSpPr>
          <p:spPr>
            <a:xfrm flipH="1">
              <a:off x="5784294" y="1259091"/>
              <a:ext cx="45859" cy="142689"/>
            </a:xfrm>
            <a:custGeom>
              <a:avLst/>
              <a:gdLst/>
              <a:ahLst/>
              <a:cxnLst/>
              <a:rect l="l" t="t" r="r" b="b"/>
              <a:pathLst>
                <a:path w="341" h="1061" extrusionOk="0">
                  <a:moveTo>
                    <a:pt x="0" y="0"/>
                  </a:moveTo>
                  <a:lnTo>
                    <a:pt x="0" y="4"/>
                  </a:lnTo>
                  <a:lnTo>
                    <a:pt x="12" y="12"/>
                  </a:lnTo>
                  <a:cubicBezTo>
                    <a:pt x="20" y="16"/>
                    <a:pt x="28" y="24"/>
                    <a:pt x="36" y="32"/>
                  </a:cubicBezTo>
                  <a:cubicBezTo>
                    <a:pt x="64" y="60"/>
                    <a:pt x="84" y="96"/>
                    <a:pt x="96" y="132"/>
                  </a:cubicBezTo>
                  <a:cubicBezTo>
                    <a:pt x="108" y="156"/>
                    <a:pt x="116" y="184"/>
                    <a:pt x="128" y="212"/>
                  </a:cubicBezTo>
                  <a:cubicBezTo>
                    <a:pt x="140" y="240"/>
                    <a:pt x="156" y="268"/>
                    <a:pt x="172" y="296"/>
                  </a:cubicBezTo>
                  <a:cubicBezTo>
                    <a:pt x="188" y="328"/>
                    <a:pt x="200" y="360"/>
                    <a:pt x="208" y="392"/>
                  </a:cubicBezTo>
                  <a:cubicBezTo>
                    <a:pt x="220" y="428"/>
                    <a:pt x="224" y="460"/>
                    <a:pt x="228" y="496"/>
                  </a:cubicBezTo>
                  <a:cubicBezTo>
                    <a:pt x="236" y="568"/>
                    <a:pt x="244" y="640"/>
                    <a:pt x="252" y="704"/>
                  </a:cubicBezTo>
                  <a:cubicBezTo>
                    <a:pt x="260" y="772"/>
                    <a:pt x="268" y="832"/>
                    <a:pt x="276" y="884"/>
                  </a:cubicBezTo>
                  <a:cubicBezTo>
                    <a:pt x="284" y="936"/>
                    <a:pt x="292" y="980"/>
                    <a:pt x="300" y="1012"/>
                  </a:cubicBezTo>
                  <a:cubicBezTo>
                    <a:pt x="304" y="1044"/>
                    <a:pt x="312" y="1060"/>
                    <a:pt x="312" y="1060"/>
                  </a:cubicBezTo>
                  <a:lnTo>
                    <a:pt x="316" y="1060"/>
                  </a:lnTo>
                  <a:cubicBezTo>
                    <a:pt x="332" y="1000"/>
                    <a:pt x="336" y="940"/>
                    <a:pt x="340" y="880"/>
                  </a:cubicBezTo>
                  <a:cubicBezTo>
                    <a:pt x="340" y="852"/>
                    <a:pt x="340" y="824"/>
                    <a:pt x="336" y="792"/>
                  </a:cubicBezTo>
                  <a:cubicBezTo>
                    <a:pt x="332" y="760"/>
                    <a:pt x="328" y="728"/>
                    <a:pt x="324" y="696"/>
                  </a:cubicBezTo>
                  <a:cubicBezTo>
                    <a:pt x="316" y="660"/>
                    <a:pt x="308" y="628"/>
                    <a:pt x="300" y="592"/>
                  </a:cubicBezTo>
                  <a:cubicBezTo>
                    <a:pt x="292" y="556"/>
                    <a:pt x="280" y="524"/>
                    <a:pt x="264" y="488"/>
                  </a:cubicBezTo>
                  <a:cubicBezTo>
                    <a:pt x="252" y="456"/>
                    <a:pt x="240" y="424"/>
                    <a:pt x="232" y="388"/>
                  </a:cubicBezTo>
                  <a:cubicBezTo>
                    <a:pt x="220" y="356"/>
                    <a:pt x="212" y="324"/>
                    <a:pt x="208" y="288"/>
                  </a:cubicBezTo>
                  <a:cubicBezTo>
                    <a:pt x="200" y="256"/>
                    <a:pt x="196" y="224"/>
                    <a:pt x="184" y="192"/>
                  </a:cubicBezTo>
                  <a:cubicBezTo>
                    <a:pt x="176" y="164"/>
                    <a:pt x="164" y="136"/>
                    <a:pt x="152" y="112"/>
                  </a:cubicBezTo>
                  <a:cubicBezTo>
                    <a:pt x="128" y="68"/>
                    <a:pt x="96" y="32"/>
                    <a:pt x="52" y="12"/>
                  </a:cubicBezTo>
                  <a:cubicBezTo>
                    <a:pt x="40" y="4"/>
                    <a:pt x="28" y="4"/>
                    <a:pt x="1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65"/>
            <p:cNvSpPr/>
            <p:nvPr/>
          </p:nvSpPr>
          <p:spPr>
            <a:xfrm flipH="1">
              <a:off x="6059316" y="1342472"/>
              <a:ext cx="51777" cy="209393"/>
            </a:xfrm>
            <a:custGeom>
              <a:avLst/>
              <a:gdLst/>
              <a:ahLst/>
              <a:cxnLst/>
              <a:rect l="l" t="t" r="r" b="b"/>
              <a:pathLst>
                <a:path w="385" h="1557" extrusionOk="0">
                  <a:moveTo>
                    <a:pt x="97" y="0"/>
                  </a:moveTo>
                  <a:cubicBezTo>
                    <a:pt x="81" y="20"/>
                    <a:pt x="69" y="40"/>
                    <a:pt x="61" y="64"/>
                  </a:cubicBezTo>
                  <a:cubicBezTo>
                    <a:pt x="33" y="120"/>
                    <a:pt x="17" y="184"/>
                    <a:pt x="9" y="248"/>
                  </a:cubicBezTo>
                  <a:cubicBezTo>
                    <a:pt x="5" y="288"/>
                    <a:pt x="1" y="332"/>
                    <a:pt x="5" y="372"/>
                  </a:cubicBezTo>
                  <a:cubicBezTo>
                    <a:pt x="5" y="416"/>
                    <a:pt x="13" y="460"/>
                    <a:pt x="17" y="512"/>
                  </a:cubicBezTo>
                  <a:cubicBezTo>
                    <a:pt x="33" y="612"/>
                    <a:pt x="45" y="712"/>
                    <a:pt x="49" y="812"/>
                  </a:cubicBezTo>
                  <a:cubicBezTo>
                    <a:pt x="53" y="864"/>
                    <a:pt x="57" y="916"/>
                    <a:pt x="69" y="964"/>
                  </a:cubicBezTo>
                  <a:cubicBezTo>
                    <a:pt x="77" y="1016"/>
                    <a:pt x="89" y="1060"/>
                    <a:pt x="101" y="1112"/>
                  </a:cubicBezTo>
                  <a:cubicBezTo>
                    <a:pt x="129" y="1196"/>
                    <a:pt x="165" y="1280"/>
                    <a:pt x="213" y="1356"/>
                  </a:cubicBezTo>
                  <a:cubicBezTo>
                    <a:pt x="245" y="1408"/>
                    <a:pt x="285" y="1460"/>
                    <a:pt x="329" y="1504"/>
                  </a:cubicBezTo>
                  <a:cubicBezTo>
                    <a:pt x="361" y="1540"/>
                    <a:pt x="381" y="1556"/>
                    <a:pt x="381" y="1556"/>
                  </a:cubicBezTo>
                  <a:lnTo>
                    <a:pt x="385" y="1552"/>
                  </a:lnTo>
                  <a:cubicBezTo>
                    <a:pt x="385" y="1552"/>
                    <a:pt x="373" y="1528"/>
                    <a:pt x="349" y="1492"/>
                  </a:cubicBezTo>
                  <a:lnTo>
                    <a:pt x="313" y="1420"/>
                  </a:lnTo>
                  <a:cubicBezTo>
                    <a:pt x="301" y="1392"/>
                    <a:pt x="285" y="1364"/>
                    <a:pt x="265" y="1328"/>
                  </a:cubicBezTo>
                  <a:cubicBezTo>
                    <a:pt x="249" y="1296"/>
                    <a:pt x="233" y="1256"/>
                    <a:pt x="217" y="1216"/>
                  </a:cubicBezTo>
                  <a:cubicBezTo>
                    <a:pt x="209" y="1196"/>
                    <a:pt x="201" y="1180"/>
                    <a:pt x="193" y="1156"/>
                  </a:cubicBezTo>
                  <a:cubicBezTo>
                    <a:pt x="185" y="1136"/>
                    <a:pt x="177" y="1112"/>
                    <a:pt x="169" y="1092"/>
                  </a:cubicBezTo>
                  <a:cubicBezTo>
                    <a:pt x="133" y="1004"/>
                    <a:pt x="113" y="908"/>
                    <a:pt x="85" y="808"/>
                  </a:cubicBezTo>
                  <a:cubicBezTo>
                    <a:pt x="73" y="760"/>
                    <a:pt x="61" y="708"/>
                    <a:pt x="57" y="660"/>
                  </a:cubicBezTo>
                  <a:cubicBezTo>
                    <a:pt x="53" y="608"/>
                    <a:pt x="53" y="560"/>
                    <a:pt x="57" y="512"/>
                  </a:cubicBezTo>
                  <a:cubicBezTo>
                    <a:pt x="57" y="464"/>
                    <a:pt x="61" y="416"/>
                    <a:pt x="65" y="372"/>
                  </a:cubicBezTo>
                  <a:cubicBezTo>
                    <a:pt x="69" y="332"/>
                    <a:pt x="69" y="288"/>
                    <a:pt x="69" y="252"/>
                  </a:cubicBezTo>
                  <a:cubicBezTo>
                    <a:pt x="69" y="192"/>
                    <a:pt x="77" y="132"/>
                    <a:pt x="89" y="72"/>
                  </a:cubicBezTo>
                  <a:cubicBezTo>
                    <a:pt x="93" y="56"/>
                    <a:pt x="97" y="40"/>
                    <a:pt x="101" y="24"/>
                  </a:cubicBezTo>
                  <a:lnTo>
                    <a:pt x="105" y="4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65"/>
            <p:cNvSpPr/>
            <p:nvPr/>
          </p:nvSpPr>
          <p:spPr>
            <a:xfrm flipH="1">
              <a:off x="6007539" y="1396804"/>
              <a:ext cx="24880" cy="212621"/>
            </a:xfrm>
            <a:custGeom>
              <a:avLst/>
              <a:gdLst/>
              <a:ahLst/>
              <a:cxnLst/>
              <a:rect l="l" t="t" r="r" b="b"/>
              <a:pathLst>
                <a:path w="185" h="1581" extrusionOk="0">
                  <a:moveTo>
                    <a:pt x="72" y="0"/>
                  </a:moveTo>
                  <a:cubicBezTo>
                    <a:pt x="64" y="24"/>
                    <a:pt x="56" y="44"/>
                    <a:pt x="48" y="68"/>
                  </a:cubicBezTo>
                  <a:cubicBezTo>
                    <a:pt x="20" y="164"/>
                    <a:pt x="4" y="264"/>
                    <a:pt x="0" y="368"/>
                  </a:cubicBezTo>
                  <a:cubicBezTo>
                    <a:pt x="0" y="412"/>
                    <a:pt x="4" y="456"/>
                    <a:pt x="12" y="504"/>
                  </a:cubicBezTo>
                  <a:cubicBezTo>
                    <a:pt x="16" y="548"/>
                    <a:pt x="16" y="596"/>
                    <a:pt x="24" y="648"/>
                  </a:cubicBezTo>
                  <a:cubicBezTo>
                    <a:pt x="28" y="696"/>
                    <a:pt x="28" y="748"/>
                    <a:pt x="28" y="796"/>
                  </a:cubicBezTo>
                  <a:cubicBezTo>
                    <a:pt x="32" y="848"/>
                    <a:pt x="36" y="896"/>
                    <a:pt x="40" y="948"/>
                  </a:cubicBezTo>
                  <a:cubicBezTo>
                    <a:pt x="48" y="996"/>
                    <a:pt x="56" y="1044"/>
                    <a:pt x="64" y="1088"/>
                  </a:cubicBezTo>
                  <a:cubicBezTo>
                    <a:pt x="76" y="1184"/>
                    <a:pt x="96" y="1268"/>
                    <a:pt x="112" y="1340"/>
                  </a:cubicBezTo>
                  <a:lnTo>
                    <a:pt x="168" y="1580"/>
                  </a:lnTo>
                  <a:lnTo>
                    <a:pt x="176" y="1580"/>
                  </a:lnTo>
                  <a:cubicBezTo>
                    <a:pt x="184" y="1496"/>
                    <a:pt x="184" y="1412"/>
                    <a:pt x="176" y="1332"/>
                  </a:cubicBezTo>
                  <a:cubicBezTo>
                    <a:pt x="164" y="1248"/>
                    <a:pt x="152" y="1164"/>
                    <a:pt x="132" y="1080"/>
                  </a:cubicBezTo>
                  <a:cubicBezTo>
                    <a:pt x="124" y="1036"/>
                    <a:pt x="112" y="988"/>
                    <a:pt x="100" y="940"/>
                  </a:cubicBezTo>
                  <a:cubicBezTo>
                    <a:pt x="92" y="892"/>
                    <a:pt x="80" y="848"/>
                    <a:pt x="68" y="796"/>
                  </a:cubicBezTo>
                  <a:cubicBezTo>
                    <a:pt x="56" y="748"/>
                    <a:pt x="48" y="700"/>
                    <a:pt x="44" y="652"/>
                  </a:cubicBezTo>
                  <a:cubicBezTo>
                    <a:pt x="40" y="604"/>
                    <a:pt x="44" y="556"/>
                    <a:pt x="48" y="508"/>
                  </a:cubicBezTo>
                  <a:cubicBezTo>
                    <a:pt x="52" y="464"/>
                    <a:pt x="60" y="420"/>
                    <a:pt x="60" y="376"/>
                  </a:cubicBezTo>
                  <a:cubicBezTo>
                    <a:pt x="64" y="336"/>
                    <a:pt x="68" y="296"/>
                    <a:pt x="68" y="256"/>
                  </a:cubicBezTo>
                  <a:cubicBezTo>
                    <a:pt x="72" y="184"/>
                    <a:pt x="76" y="124"/>
                    <a:pt x="76" y="80"/>
                  </a:cubicBezTo>
                  <a:lnTo>
                    <a:pt x="76" y="8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65"/>
            <p:cNvSpPr/>
            <p:nvPr/>
          </p:nvSpPr>
          <p:spPr>
            <a:xfrm flipH="1">
              <a:off x="5807963" y="1483412"/>
              <a:ext cx="124937" cy="180210"/>
            </a:xfrm>
            <a:custGeom>
              <a:avLst/>
              <a:gdLst/>
              <a:ahLst/>
              <a:cxnLst/>
              <a:rect l="l" t="t" r="r" b="b"/>
              <a:pathLst>
                <a:path w="929" h="1340" extrusionOk="0">
                  <a:moveTo>
                    <a:pt x="920" y="0"/>
                  </a:moveTo>
                  <a:cubicBezTo>
                    <a:pt x="920" y="0"/>
                    <a:pt x="908" y="28"/>
                    <a:pt x="892" y="68"/>
                  </a:cubicBezTo>
                  <a:cubicBezTo>
                    <a:pt x="872" y="112"/>
                    <a:pt x="848" y="172"/>
                    <a:pt x="816" y="244"/>
                  </a:cubicBezTo>
                  <a:cubicBezTo>
                    <a:pt x="804" y="280"/>
                    <a:pt x="784" y="316"/>
                    <a:pt x="768" y="356"/>
                  </a:cubicBezTo>
                  <a:cubicBezTo>
                    <a:pt x="748" y="396"/>
                    <a:pt x="732" y="440"/>
                    <a:pt x="708" y="484"/>
                  </a:cubicBezTo>
                  <a:cubicBezTo>
                    <a:pt x="684" y="528"/>
                    <a:pt x="652" y="568"/>
                    <a:pt x="616" y="600"/>
                  </a:cubicBezTo>
                  <a:cubicBezTo>
                    <a:pt x="576" y="636"/>
                    <a:pt x="532" y="664"/>
                    <a:pt x="484" y="684"/>
                  </a:cubicBezTo>
                  <a:cubicBezTo>
                    <a:pt x="432" y="700"/>
                    <a:pt x="384" y="724"/>
                    <a:pt x="340" y="752"/>
                  </a:cubicBezTo>
                  <a:cubicBezTo>
                    <a:pt x="292" y="780"/>
                    <a:pt x="252" y="812"/>
                    <a:pt x="216" y="852"/>
                  </a:cubicBezTo>
                  <a:cubicBezTo>
                    <a:pt x="148" y="920"/>
                    <a:pt x="104" y="1008"/>
                    <a:pt x="80" y="1100"/>
                  </a:cubicBezTo>
                  <a:cubicBezTo>
                    <a:pt x="72" y="1136"/>
                    <a:pt x="64" y="1172"/>
                    <a:pt x="64" y="1212"/>
                  </a:cubicBezTo>
                  <a:cubicBezTo>
                    <a:pt x="60" y="1236"/>
                    <a:pt x="56" y="1260"/>
                    <a:pt x="44" y="1284"/>
                  </a:cubicBezTo>
                  <a:cubicBezTo>
                    <a:pt x="40" y="1308"/>
                    <a:pt x="20" y="1324"/>
                    <a:pt x="0" y="1332"/>
                  </a:cubicBezTo>
                  <a:lnTo>
                    <a:pt x="0" y="1336"/>
                  </a:lnTo>
                  <a:cubicBezTo>
                    <a:pt x="4" y="1338"/>
                    <a:pt x="7" y="1339"/>
                    <a:pt x="10" y="1339"/>
                  </a:cubicBezTo>
                  <a:cubicBezTo>
                    <a:pt x="13" y="1339"/>
                    <a:pt x="16" y="1338"/>
                    <a:pt x="20" y="1336"/>
                  </a:cubicBezTo>
                  <a:cubicBezTo>
                    <a:pt x="40" y="1332"/>
                    <a:pt x="60" y="1320"/>
                    <a:pt x="72" y="1304"/>
                  </a:cubicBezTo>
                  <a:cubicBezTo>
                    <a:pt x="88" y="1276"/>
                    <a:pt x="100" y="1252"/>
                    <a:pt x="108" y="1220"/>
                  </a:cubicBezTo>
                  <a:cubicBezTo>
                    <a:pt x="120" y="1192"/>
                    <a:pt x="124" y="1156"/>
                    <a:pt x="140" y="1120"/>
                  </a:cubicBezTo>
                  <a:cubicBezTo>
                    <a:pt x="168" y="1044"/>
                    <a:pt x="212" y="968"/>
                    <a:pt x="268" y="904"/>
                  </a:cubicBezTo>
                  <a:cubicBezTo>
                    <a:pt x="300" y="864"/>
                    <a:pt x="336" y="832"/>
                    <a:pt x="372" y="804"/>
                  </a:cubicBezTo>
                  <a:cubicBezTo>
                    <a:pt x="412" y="776"/>
                    <a:pt x="460" y="748"/>
                    <a:pt x="504" y="716"/>
                  </a:cubicBezTo>
                  <a:cubicBezTo>
                    <a:pt x="592" y="656"/>
                    <a:pt x="668" y="588"/>
                    <a:pt x="740" y="504"/>
                  </a:cubicBezTo>
                  <a:cubicBezTo>
                    <a:pt x="768" y="468"/>
                    <a:pt x="796" y="428"/>
                    <a:pt x="820" y="384"/>
                  </a:cubicBezTo>
                  <a:cubicBezTo>
                    <a:pt x="840" y="348"/>
                    <a:pt x="856" y="308"/>
                    <a:pt x="872" y="264"/>
                  </a:cubicBezTo>
                  <a:cubicBezTo>
                    <a:pt x="892" y="204"/>
                    <a:pt x="908" y="140"/>
                    <a:pt x="920" y="76"/>
                  </a:cubicBezTo>
                  <a:cubicBezTo>
                    <a:pt x="928" y="32"/>
                    <a:pt x="928" y="4"/>
                    <a:pt x="928" y="4"/>
                  </a:cubicBezTo>
                  <a:lnTo>
                    <a:pt x="920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65"/>
            <p:cNvSpPr/>
            <p:nvPr/>
          </p:nvSpPr>
          <p:spPr>
            <a:xfrm flipH="1">
              <a:off x="5355556" y="1675994"/>
              <a:ext cx="530005" cy="67915"/>
            </a:xfrm>
            <a:custGeom>
              <a:avLst/>
              <a:gdLst/>
              <a:ahLst/>
              <a:cxnLst/>
              <a:rect l="l" t="t" r="r" b="b"/>
              <a:pathLst>
                <a:path w="3941" h="505" extrusionOk="0">
                  <a:moveTo>
                    <a:pt x="4" y="0"/>
                  </a:moveTo>
                  <a:lnTo>
                    <a:pt x="0" y="4"/>
                  </a:lnTo>
                  <a:cubicBezTo>
                    <a:pt x="8" y="16"/>
                    <a:pt x="16" y="32"/>
                    <a:pt x="24" y="44"/>
                  </a:cubicBezTo>
                  <a:cubicBezTo>
                    <a:pt x="52" y="76"/>
                    <a:pt x="88" y="104"/>
                    <a:pt x="128" y="124"/>
                  </a:cubicBezTo>
                  <a:cubicBezTo>
                    <a:pt x="192" y="156"/>
                    <a:pt x="260" y="172"/>
                    <a:pt x="328" y="176"/>
                  </a:cubicBezTo>
                  <a:cubicBezTo>
                    <a:pt x="416" y="176"/>
                    <a:pt x="504" y="172"/>
                    <a:pt x="588" y="160"/>
                  </a:cubicBezTo>
                  <a:cubicBezTo>
                    <a:pt x="719" y="151"/>
                    <a:pt x="848" y="146"/>
                    <a:pt x="978" y="146"/>
                  </a:cubicBezTo>
                  <a:cubicBezTo>
                    <a:pt x="1062" y="146"/>
                    <a:pt x="1147" y="148"/>
                    <a:pt x="1232" y="152"/>
                  </a:cubicBezTo>
                  <a:cubicBezTo>
                    <a:pt x="1348" y="156"/>
                    <a:pt x="1468" y="172"/>
                    <a:pt x="1592" y="188"/>
                  </a:cubicBezTo>
                  <a:cubicBezTo>
                    <a:pt x="1712" y="204"/>
                    <a:pt x="1836" y="224"/>
                    <a:pt x="1960" y="252"/>
                  </a:cubicBezTo>
                  <a:cubicBezTo>
                    <a:pt x="2080" y="280"/>
                    <a:pt x="2204" y="316"/>
                    <a:pt x="2320" y="356"/>
                  </a:cubicBezTo>
                  <a:cubicBezTo>
                    <a:pt x="2432" y="405"/>
                    <a:pt x="2552" y="445"/>
                    <a:pt x="2672" y="473"/>
                  </a:cubicBezTo>
                  <a:cubicBezTo>
                    <a:pt x="2784" y="493"/>
                    <a:pt x="2896" y="501"/>
                    <a:pt x="3012" y="505"/>
                  </a:cubicBezTo>
                  <a:cubicBezTo>
                    <a:pt x="3120" y="505"/>
                    <a:pt x="3224" y="505"/>
                    <a:pt x="3320" y="501"/>
                  </a:cubicBezTo>
                  <a:cubicBezTo>
                    <a:pt x="3408" y="497"/>
                    <a:pt x="3492" y="489"/>
                    <a:pt x="3580" y="477"/>
                  </a:cubicBezTo>
                  <a:cubicBezTo>
                    <a:pt x="3648" y="465"/>
                    <a:pt x="3712" y="449"/>
                    <a:pt x="3776" y="433"/>
                  </a:cubicBezTo>
                  <a:cubicBezTo>
                    <a:pt x="3828" y="413"/>
                    <a:pt x="3872" y="401"/>
                    <a:pt x="3900" y="389"/>
                  </a:cubicBezTo>
                  <a:lnTo>
                    <a:pt x="3940" y="368"/>
                  </a:lnTo>
                  <a:lnTo>
                    <a:pt x="3936" y="360"/>
                  </a:lnTo>
                  <a:lnTo>
                    <a:pt x="3892" y="372"/>
                  </a:lnTo>
                  <a:cubicBezTo>
                    <a:pt x="3864" y="380"/>
                    <a:pt x="3824" y="393"/>
                    <a:pt x="3768" y="401"/>
                  </a:cubicBezTo>
                  <a:cubicBezTo>
                    <a:pt x="3716" y="409"/>
                    <a:pt x="3648" y="421"/>
                    <a:pt x="3572" y="429"/>
                  </a:cubicBezTo>
                  <a:cubicBezTo>
                    <a:pt x="3496" y="433"/>
                    <a:pt x="3412" y="441"/>
                    <a:pt x="3320" y="441"/>
                  </a:cubicBezTo>
                  <a:lnTo>
                    <a:pt x="3012" y="441"/>
                  </a:lnTo>
                  <a:cubicBezTo>
                    <a:pt x="2982" y="442"/>
                    <a:pt x="2952" y="442"/>
                    <a:pt x="2922" y="442"/>
                  </a:cubicBezTo>
                  <a:cubicBezTo>
                    <a:pt x="2840" y="442"/>
                    <a:pt x="2758" y="438"/>
                    <a:pt x="2676" y="433"/>
                  </a:cubicBezTo>
                  <a:cubicBezTo>
                    <a:pt x="2556" y="417"/>
                    <a:pt x="2436" y="384"/>
                    <a:pt x="2324" y="336"/>
                  </a:cubicBezTo>
                  <a:cubicBezTo>
                    <a:pt x="2208" y="292"/>
                    <a:pt x="2088" y="252"/>
                    <a:pt x="1968" y="212"/>
                  </a:cubicBezTo>
                  <a:cubicBezTo>
                    <a:pt x="1728" y="140"/>
                    <a:pt x="1480" y="96"/>
                    <a:pt x="1232" y="80"/>
                  </a:cubicBezTo>
                  <a:cubicBezTo>
                    <a:pt x="1153" y="73"/>
                    <a:pt x="1073" y="70"/>
                    <a:pt x="993" y="70"/>
                  </a:cubicBezTo>
                  <a:cubicBezTo>
                    <a:pt x="856" y="70"/>
                    <a:pt x="718" y="80"/>
                    <a:pt x="584" y="100"/>
                  </a:cubicBezTo>
                  <a:cubicBezTo>
                    <a:pt x="488" y="112"/>
                    <a:pt x="404" y="128"/>
                    <a:pt x="328" y="128"/>
                  </a:cubicBezTo>
                  <a:cubicBezTo>
                    <a:pt x="320" y="129"/>
                    <a:pt x="312" y="129"/>
                    <a:pt x="303" y="129"/>
                  </a:cubicBezTo>
                  <a:cubicBezTo>
                    <a:pt x="248" y="129"/>
                    <a:pt x="192" y="118"/>
                    <a:pt x="140" y="100"/>
                  </a:cubicBezTo>
                  <a:cubicBezTo>
                    <a:pt x="100" y="84"/>
                    <a:pt x="64" y="64"/>
                    <a:pt x="36" y="32"/>
                  </a:cubicBezTo>
                  <a:cubicBezTo>
                    <a:pt x="24" y="24"/>
                    <a:pt x="16" y="12"/>
                    <a:pt x="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65"/>
            <p:cNvSpPr/>
            <p:nvPr/>
          </p:nvSpPr>
          <p:spPr>
            <a:xfrm flipH="1">
              <a:off x="5598705" y="1740547"/>
              <a:ext cx="147530" cy="20038"/>
            </a:xfrm>
            <a:custGeom>
              <a:avLst/>
              <a:gdLst/>
              <a:ahLst/>
              <a:cxnLst/>
              <a:rect l="l" t="t" r="r" b="b"/>
              <a:pathLst>
                <a:path w="1097" h="149" extrusionOk="0">
                  <a:moveTo>
                    <a:pt x="256" y="1"/>
                  </a:moveTo>
                  <a:cubicBezTo>
                    <a:pt x="228" y="5"/>
                    <a:pt x="200" y="5"/>
                    <a:pt x="172" y="9"/>
                  </a:cubicBezTo>
                  <a:cubicBezTo>
                    <a:pt x="112" y="17"/>
                    <a:pt x="56" y="29"/>
                    <a:pt x="0" y="49"/>
                  </a:cubicBezTo>
                  <a:lnTo>
                    <a:pt x="0" y="53"/>
                  </a:lnTo>
                  <a:cubicBezTo>
                    <a:pt x="0" y="53"/>
                    <a:pt x="20" y="57"/>
                    <a:pt x="52" y="61"/>
                  </a:cubicBezTo>
                  <a:cubicBezTo>
                    <a:pt x="80" y="65"/>
                    <a:pt x="124" y="65"/>
                    <a:pt x="176" y="69"/>
                  </a:cubicBezTo>
                  <a:cubicBezTo>
                    <a:pt x="213" y="71"/>
                    <a:pt x="254" y="74"/>
                    <a:pt x="297" y="74"/>
                  </a:cubicBezTo>
                  <a:cubicBezTo>
                    <a:pt x="315" y="74"/>
                    <a:pt x="333" y="74"/>
                    <a:pt x="352" y="73"/>
                  </a:cubicBezTo>
                  <a:cubicBezTo>
                    <a:pt x="412" y="73"/>
                    <a:pt x="480" y="73"/>
                    <a:pt x="552" y="69"/>
                  </a:cubicBezTo>
                  <a:cubicBezTo>
                    <a:pt x="584" y="69"/>
                    <a:pt x="616" y="69"/>
                    <a:pt x="652" y="73"/>
                  </a:cubicBezTo>
                  <a:cubicBezTo>
                    <a:pt x="684" y="77"/>
                    <a:pt x="716" y="85"/>
                    <a:pt x="748" y="97"/>
                  </a:cubicBezTo>
                  <a:cubicBezTo>
                    <a:pt x="776" y="105"/>
                    <a:pt x="804" y="117"/>
                    <a:pt x="836" y="125"/>
                  </a:cubicBezTo>
                  <a:cubicBezTo>
                    <a:pt x="864" y="133"/>
                    <a:pt x="892" y="137"/>
                    <a:pt x="916" y="141"/>
                  </a:cubicBezTo>
                  <a:cubicBezTo>
                    <a:pt x="960" y="149"/>
                    <a:pt x="1000" y="149"/>
                    <a:pt x="1044" y="149"/>
                  </a:cubicBezTo>
                  <a:cubicBezTo>
                    <a:pt x="1060" y="145"/>
                    <a:pt x="1076" y="141"/>
                    <a:pt x="1096" y="137"/>
                  </a:cubicBezTo>
                  <a:lnTo>
                    <a:pt x="1092" y="129"/>
                  </a:lnTo>
                  <a:lnTo>
                    <a:pt x="1044" y="117"/>
                  </a:lnTo>
                  <a:lnTo>
                    <a:pt x="928" y="85"/>
                  </a:lnTo>
                  <a:cubicBezTo>
                    <a:pt x="900" y="77"/>
                    <a:pt x="872" y="69"/>
                    <a:pt x="844" y="65"/>
                  </a:cubicBezTo>
                  <a:cubicBezTo>
                    <a:pt x="812" y="61"/>
                    <a:pt x="784" y="57"/>
                    <a:pt x="752" y="57"/>
                  </a:cubicBezTo>
                  <a:cubicBezTo>
                    <a:pt x="684" y="57"/>
                    <a:pt x="616" y="49"/>
                    <a:pt x="552" y="33"/>
                  </a:cubicBezTo>
                  <a:cubicBezTo>
                    <a:pt x="516" y="25"/>
                    <a:pt x="484" y="17"/>
                    <a:pt x="452" y="13"/>
                  </a:cubicBezTo>
                  <a:cubicBezTo>
                    <a:pt x="416" y="9"/>
                    <a:pt x="384" y="1"/>
                    <a:pt x="352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65"/>
            <p:cNvSpPr/>
            <p:nvPr/>
          </p:nvSpPr>
          <p:spPr>
            <a:xfrm flipH="1">
              <a:off x="6137855" y="1091254"/>
              <a:ext cx="40480" cy="216924"/>
            </a:xfrm>
            <a:custGeom>
              <a:avLst/>
              <a:gdLst/>
              <a:ahLst/>
              <a:cxnLst/>
              <a:rect l="l" t="t" r="r" b="b"/>
              <a:pathLst>
                <a:path w="301" h="1613" extrusionOk="0">
                  <a:moveTo>
                    <a:pt x="1" y="0"/>
                  </a:moveTo>
                  <a:lnTo>
                    <a:pt x="1" y="4"/>
                  </a:lnTo>
                  <a:lnTo>
                    <a:pt x="9" y="20"/>
                  </a:lnTo>
                  <a:cubicBezTo>
                    <a:pt x="13" y="32"/>
                    <a:pt x="21" y="48"/>
                    <a:pt x="29" y="68"/>
                  </a:cubicBezTo>
                  <a:cubicBezTo>
                    <a:pt x="53" y="124"/>
                    <a:pt x="69" y="184"/>
                    <a:pt x="81" y="244"/>
                  </a:cubicBezTo>
                  <a:cubicBezTo>
                    <a:pt x="89" y="280"/>
                    <a:pt x="97" y="320"/>
                    <a:pt x="101" y="364"/>
                  </a:cubicBezTo>
                  <a:cubicBezTo>
                    <a:pt x="109" y="408"/>
                    <a:pt x="117" y="452"/>
                    <a:pt x="125" y="500"/>
                  </a:cubicBezTo>
                  <a:cubicBezTo>
                    <a:pt x="129" y="548"/>
                    <a:pt x="133" y="600"/>
                    <a:pt x="133" y="648"/>
                  </a:cubicBezTo>
                  <a:cubicBezTo>
                    <a:pt x="129" y="700"/>
                    <a:pt x="125" y="752"/>
                    <a:pt x="121" y="804"/>
                  </a:cubicBezTo>
                  <a:cubicBezTo>
                    <a:pt x="117" y="856"/>
                    <a:pt x="113" y="908"/>
                    <a:pt x="117" y="960"/>
                  </a:cubicBezTo>
                  <a:cubicBezTo>
                    <a:pt x="121" y="1012"/>
                    <a:pt x="125" y="1060"/>
                    <a:pt x="137" y="1112"/>
                  </a:cubicBezTo>
                  <a:cubicBezTo>
                    <a:pt x="157" y="1196"/>
                    <a:pt x="181" y="1284"/>
                    <a:pt x="213" y="1368"/>
                  </a:cubicBezTo>
                  <a:cubicBezTo>
                    <a:pt x="237" y="1440"/>
                    <a:pt x="257" y="1500"/>
                    <a:pt x="273" y="1544"/>
                  </a:cubicBezTo>
                  <a:lnTo>
                    <a:pt x="293" y="1612"/>
                  </a:lnTo>
                  <a:lnTo>
                    <a:pt x="297" y="1612"/>
                  </a:lnTo>
                  <a:cubicBezTo>
                    <a:pt x="301" y="1588"/>
                    <a:pt x="301" y="1564"/>
                    <a:pt x="297" y="1540"/>
                  </a:cubicBezTo>
                  <a:cubicBezTo>
                    <a:pt x="293" y="1476"/>
                    <a:pt x="285" y="1412"/>
                    <a:pt x="273" y="1352"/>
                  </a:cubicBezTo>
                  <a:cubicBezTo>
                    <a:pt x="253" y="1276"/>
                    <a:pt x="229" y="1188"/>
                    <a:pt x="209" y="1096"/>
                  </a:cubicBezTo>
                  <a:cubicBezTo>
                    <a:pt x="181" y="1000"/>
                    <a:pt x="165" y="900"/>
                    <a:pt x="157" y="804"/>
                  </a:cubicBezTo>
                  <a:cubicBezTo>
                    <a:pt x="153" y="752"/>
                    <a:pt x="149" y="700"/>
                    <a:pt x="149" y="648"/>
                  </a:cubicBezTo>
                  <a:cubicBezTo>
                    <a:pt x="149" y="600"/>
                    <a:pt x="153" y="548"/>
                    <a:pt x="157" y="500"/>
                  </a:cubicBezTo>
                  <a:cubicBezTo>
                    <a:pt x="161" y="452"/>
                    <a:pt x="161" y="404"/>
                    <a:pt x="157" y="356"/>
                  </a:cubicBezTo>
                  <a:cubicBezTo>
                    <a:pt x="153" y="312"/>
                    <a:pt x="145" y="272"/>
                    <a:pt x="133" y="228"/>
                  </a:cubicBezTo>
                  <a:cubicBezTo>
                    <a:pt x="117" y="164"/>
                    <a:pt x="89" y="108"/>
                    <a:pt x="49" y="56"/>
                  </a:cubicBezTo>
                  <a:cubicBezTo>
                    <a:pt x="37" y="36"/>
                    <a:pt x="17" y="16"/>
                    <a:pt x="1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65"/>
            <p:cNvSpPr/>
            <p:nvPr/>
          </p:nvSpPr>
          <p:spPr>
            <a:xfrm flipH="1">
              <a:off x="6116875" y="1266084"/>
              <a:ext cx="103419" cy="221766"/>
            </a:xfrm>
            <a:custGeom>
              <a:avLst/>
              <a:gdLst/>
              <a:ahLst/>
              <a:cxnLst/>
              <a:rect l="l" t="t" r="r" b="b"/>
              <a:pathLst>
                <a:path w="769" h="1649" extrusionOk="0">
                  <a:moveTo>
                    <a:pt x="1" y="0"/>
                  </a:moveTo>
                  <a:lnTo>
                    <a:pt x="5" y="20"/>
                  </a:lnTo>
                  <a:cubicBezTo>
                    <a:pt x="9" y="32"/>
                    <a:pt x="17" y="52"/>
                    <a:pt x="25" y="76"/>
                  </a:cubicBezTo>
                  <a:cubicBezTo>
                    <a:pt x="33" y="100"/>
                    <a:pt x="45" y="128"/>
                    <a:pt x="53" y="164"/>
                  </a:cubicBezTo>
                  <a:cubicBezTo>
                    <a:pt x="65" y="196"/>
                    <a:pt x="77" y="236"/>
                    <a:pt x="85" y="276"/>
                  </a:cubicBezTo>
                  <a:cubicBezTo>
                    <a:pt x="97" y="320"/>
                    <a:pt x="109" y="360"/>
                    <a:pt x="125" y="412"/>
                  </a:cubicBezTo>
                  <a:cubicBezTo>
                    <a:pt x="137" y="460"/>
                    <a:pt x="153" y="512"/>
                    <a:pt x="169" y="560"/>
                  </a:cubicBezTo>
                  <a:cubicBezTo>
                    <a:pt x="189" y="616"/>
                    <a:pt x="201" y="668"/>
                    <a:pt x="213" y="724"/>
                  </a:cubicBezTo>
                  <a:cubicBezTo>
                    <a:pt x="225" y="780"/>
                    <a:pt x="233" y="840"/>
                    <a:pt x="245" y="896"/>
                  </a:cubicBezTo>
                  <a:cubicBezTo>
                    <a:pt x="253" y="956"/>
                    <a:pt x="269" y="1012"/>
                    <a:pt x="285" y="1068"/>
                  </a:cubicBezTo>
                  <a:cubicBezTo>
                    <a:pt x="301" y="1124"/>
                    <a:pt x="321" y="1176"/>
                    <a:pt x="345" y="1232"/>
                  </a:cubicBezTo>
                  <a:cubicBezTo>
                    <a:pt x="385" y="1324"/>
                    <a:pt x="445" y="1412"/>
                    <a:pt x="517" y="1484"/>
                  </a:cubicBezTo>
                  <a:cubicBezTo>
                    <a:pt x="533" y="1500"/>
                    <a:pt x="549" y="1516"/>
                    <a:pt x="565" y="1532"/>
                  </a:cubicBezTo>
                  <a:cubicBezTo>
                    <a:pt x="581" y="1544"/>
                    <a:pt x="597" y="1556"/>
                    <a:pt x="609" y="1568"/>
                  </a:cubicBezTo>
                  <a:cubicBezTo>
                    <a:pt x="637" y="1584"/>
                    <a:pt x="665" y="1600"/>
                    <a:pt x="693" y="1616"/>
                  </a:cubicBezTo>
                  <a:cubicBezTo>
                    <a:pt x="709" y="1624"/>
                    <a:pt x="729" y="1632"/>
                    <a:pt x="749" y="1640"/>
                  </a:cubicBezTo>
                  <a:lnTo>
                    <a:pt x="769" y="1648"/>
                  </a:lnTo>
                  <a:lnTo>
                    <a:pt x="769" y="1640"/>
                  </a:lnTo>
                  <a:lnTo>
                    <a:pt x="753" y="1628"/>
                  </a:lnTo>
                  <a:cubicBezTo>
                    <a:pt x="737" y="1616"/>
                    <a:pt x="721" y="1604"/>
                    <a:pt x="705" y="1592"/>
                  </a:cubicBezTo>
                  <a:cubicBezTo>
                    <a:pt x="689" y="1576"/>
                    <a:pt x="665" y="1560"/>
                    <a:pt x="641" y="1532"/>
                  </a:cubicBezTo>
                  <a:cubicBezTo>
                    <a:pt x="617" y="1508"/>
                    <a:pt x="589" y="1480"/>
                    <a:pt x="561" y="1448"/>
                  </a:cubicBezTo>
                  <a:cubicBezTo>
                    <a:pt x="533" y="1412"/>
                    <a:pt x="509" y="1372"/>
                    <a:pt x="485" y="1336"/>
                  </a:cubicBezTo>
                  <a:cubicBezTo>
                    <a:pt x="461" y="1292"/>
                    <a:pt x="433" y="1248"/>
                    <a:pt x="409" y="1200"/>
                  </a:cubicBezTo>
                  <a:cubicBezTo>
                    <a:pt x="361" y="1100"/>
                    <a:pt x="317" y="996"/>
                    <a:pt x="281" y="888"/>
                  </a:cubicBezTo>
                  <a:cubicBezTo>
                    <a:pt x="261" y="832"/>
                    <a:pt x="245" y="780"/>
                    <a:pt x="233" y="720"/>
                  </a:cubicBezTo>
                  <a:cubicBezTo>
                    <a:pt x="221" y="668"/>
                    <a:pt x="209" y="612"/>
                    <a:pt x="205" y="556"/>
                  </a:cubicBezTo>
                  <a:cubicBezTo>
                    <a:pt x="197" y="500"/>
                    <a:pt x="189" y="448"/>
                    <a:pt x="181" y="396"/>
                  </a:cubicBezTo>
                  <a:cubicBezTo>
                    <a:pt x="169" y="352"/>
                    <a:pt x="157" y="304"/>
                    <a:pt x="141" y="260"/>
                  </a:cubicBezTo>
                  <a:cubicBezTo>
                    <a:pt x="117" y="192"/>
                    <a:pt x="85" y="128"/>
                    <a:pt x="49" y="64"/>
                  </a:cubicBezTo>
                  <a:cubicBezTo>
                    <a:pt x="37" y="40"/>
                    <a:pt x="21" y="20"/>
                    <a:pt x="5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65"/>
            <p:cNvSpPr/>
            <p:nvPr/>
          </p:nvSpPr>
          <p:spPr>
            <a:xfrm flipH="1">
              <a:off x="6098047" y="1169255"/>
              <a:ext cx="25418" cy="70605"/>
            </a:xfrm>
            <a:custGeom>
              <a:avLst/>
              <a:gdLst/>
              <a:ahLst/>
              <a:cxnLst/>
              <a:rect l="l" t="t" r="r" b="b"/>
              <a:pathLst>
                <a:path w="189" h="525" extrusionOk="0">
                  <a:moveTo>
                    <a:pt x="9" y="0"/>
                  </a:moveTo>
                  <a:lnTo>
                    <a:pt x="1" y="8"/>
                  </a:lnTo>
                  <a:cubicBezTo>
                    <a:pt x="1" y="16"/>
                    <a:pt x="1" y="24"/>
                    <a:pt x="5" y="32"/>
                  </a:cubicBezTo>
                  <a:cubicBezTo>
                    <a:pt x="9" y="52"/>
                    <a:pt x="17" y="72"/>
                    <a:pt x="21" y="92"/>
                  </a:cubicBezTo>
                  <a:cubicBezTo>
                    <a:pt x="29" y="104"/>
                    <a:pt x="33" y="116"/>
                    <a:pt x="41" y="128"/>
                  </a:cubicBezTo>
                  <a:cubicBezTo>
                    <a:pt x="49" y="140"/>
                    <a:pt x="61" y="152"/>
                    <a:pt x="69" y="164"/>
                  </a:cubicBezTo>
                  <a:cubicBezTo>
                    <a:pt x="81" y="176"/>
                    <a:pt x="89" y="192"/>
                    <a:pt x="93" y="208"/>
                  </a:cubicBezTo>
                  <a:cubicBezTo>
                    <a:pt x="101" y="224"/>
                    <a:pt x="105" y="240"/>
                    <a:pt x="105" y="256"/>
                  </a:cubicBezTo>
                  <a:cubicBezTo>
                    <a:pt x="105" y="292"/>
                    <a:pt x="105" y="324"/>
                    <a:pt x="109" y="356"/>
                  </a:cubicBezTo>
                  <a:cubicBezTo>
                    <a:pt x="113" y="384"/>
                    <a:pt x="121" y="412"/>
                    <a:pt x="129" y="440"/>
                  </a:cubicBezTo>
                  <a:cubicBezTo>
                    <a:pt x="137" y="468"/>
                    <a:pt x="145" y="496"/>
                    <a:pt x="157" y="524"/>
                  </a:cubicBezTo>
                  <a:lnTo>
                    <a:pt x="165" y="524"/>
                  </a:lnTo>
                  <a:cubicBezTo>
                    <a:pt x="177" y="496"/>
                    <a:pt x="185" y="468"/>
                    <a:pt x="189" y="440"/>
                  </a:cubicBezTo>
                  <a:cubicBezTo>
                    <a:pt x="189" y="424"/>
                    <a:pt x="189" y="408"/>
                    <a:pt x="189" y="396"/>
                  </a:cubicBezTo>
                  <a:cubicBezTo>
                    <a:pt x="189" y="380"/>
                    <a:pt x="185" y="364"/>
                    <a:pt x="181" y="348"/>
                  </a:cubicBezTo>
                  <a:cubicBezTo>
                    <a:pt x="177" y="332"/>
                    <a:pt x="173" y="312"/>
                    <a:pt x="165" y="296"/>
                  </a:cubicBezTo>
                  <a:cubicBezTo>
                    <a:pt x="157" y="280"/>
                    <a:pt x="149" y="264"/>
                    <a:pt x="141" y="248"/>
                  </a:cubicBezTo>
                  <a:cubicBezTo>
                    <a:pt x="129" y="232"/>
                    <a:pt x="121" y="216"/>
                    <a:pt x="117" y="200"/>
                  </a:cubicBezTo>
                  <a:cubicBezTo>
                    <a:pt x="109" y="184"/>
                    <a:pt x="105" y="168"/>
                    <a:pt x="105" y="152"/>
                  </a:cubicBezTo>
                  <a:cubicBezTo>
                    <a:pt x="105" y="132"/>
                    <a:pt x="101" y="116"/>
                    <a:pt x="97" y="100"/>
                  </a:cubicBezTo>
                  <a:cubicBezTo>
                    <a:pt x="89" y="88"/>
                    <a:pt x="85" y="76"/>
                    <a:pt x="77" y="64"/>
                  </a:cubicBezTo>
                  <a:cubicBezTo>
                    <a:pt x="57" y="36"/>
                    <a:pt x="37" y="16"/>
                    <a:pt x="9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65"/>
            <p:cNvSpPr/>
            <p:nvPr/>
          </p:nvSpPr>
          <p:spPr>
            <a:xfrm flipH="1">
              <a:off x="5736417" y="1534516"/>
              <a:ext cx="393503" cy="268163"/>
            </a:xfrm>
            <a:custGeom>
              <a:avLst/>
              <a:gdLst/>
              <a:ahLst/>
              <a:cxnLst/>
              <a:rect l="l" t="t" r="r" b="b"/>
              <a:pathLst>
                <a:path w="2926" h="1994" extrusionOk="0">
                  <a:moveTo>
                    <a:pt x="2005" y="1829"/>
                  </a:moveTo>
                  <a:cubicBezTo>
                    <a:pt x="2005" y="1829"/>
                    <a:pt x="2005" y="1830"/>
                    <a:pt x="2004" y="1831"/>
                  </a:cubicBezTo>
                  <a:lnTo>
                    <a:pt x="2004" y="1831"/>
                  </a:lnTo>
                  <a:cubicBezTo>
                    <a:pt x="2005" y="1831"/>
                    <a:pt x="2005" y="1830"/>
                    <a:pt x="2005" y="1829"/>
                  </a:cubicBezTo>
                  <a:close/>
                  <a:moveTo>
                    <a:pt x="249" y="0"/>
                  </a:moveTo>
                  <a:cubicBezTo>
                    <a:pt x="209" y="0"/>
                    <a:pt x="169" y="8"/>
                    <a:pt x="129" y="20"/>
                  </a:cubicBezTo>
                  <a:cubicBezTo>
                    <a:pt x="113" y="28"/>
                    <a:pt x="93" y="36"/>
                    <a:pt x="73" y="48"/>
                  </a:cubicBezTo>
                  <a:cubicBezTo>
                    <a:pt x="57" y="60"/>
                    <a:pt x="41" y="72"/>
                    <a:pt x="25" y="84"/>
                  </a:cubicBezTo>
                  <a:lnTo>
                    <a:pt x="1" y="96"/>
                  </a:lnTo>
                  <a:lnTo>
                    <a:pt x="13" y="128"/>
                  </a:lnTo>
                  <a:cubicBezTo>
                    <a:pt x="29" y="168"/>
                    <a:pt x="45" y="204"/>
                    <a:pt x="61" y="244"/>
                  </a:cubicBezTo>
                  <a:cubicBezTo>
                    <a:pt x="77" y="280"/>
                    <a:pt x="97" y="316"/>
                    <a:pt x="117" y="352"/>
                  </a:cubicBezTo>
                  <a:cubicBezTo>
                    <a:pt x="137" y="388"/>
                    <a:pt x="161" y="424"/>
                    <a:pt x="185" y="456"/>
                  </a:cubicBezTo>
                  <a:cubicBezTo>
                    <a:pt x="197" y="472"/>
                    <a:pt x="209" y="492"/>
                    <a:pt x="225" y="504"/>
                  </a:cubicBezTo>
                  <a:lnTo>
                    <a:pt x="245" y="528"/>
                  </a:lnTo>
                  <a:cubicBezTo>
                    <a:pt x="253" y="536"/>
                    <a:pt x="265" y="544"/>
                    <a:pt x="273" y="552"/>
                  </a:cubicBezTo>
                  <a:cubicBezTo>
                    <a:pt x="293" y="564"/>
                    <a:pt x="309" y="576"/>
                    <a:pt x="329" y="588"/>
                  </a:cubicBezTo>
                  <a:cubicBezTo>
                    <a:pt x="349" y="600"/>
                    <a:pt x="369" y="608"/>
                    <a:pt x="389" y="620"/>
                  </a:cubicBezTo>
                  <a:cubicBezTo>
                    <a:pt x="425" y="636"/>
                    <a:pt x="465" y="652"/>
                    <a:pt x="505" y="664"/>
                  </a:cubicBezTo>
                  <a:cubicBezTo>
                    <a:pt x="545" y="676"/>
                    <a:pt x="585" y="684"/>
                    <a:pt x="621" y="696"/>
                  </a:cubicBezTo>
                  <a:lnTo>
                    <a:pt x="623" y="697"/>
                  </a:lnTo>
                  <a:lnTo>
                    <a:pt x="623" y="697"/>
                  </a:lnTo>
                  <a:cubicBezTo>
                    <a:pt x="606" y="713"/>
                    <a:pt x="591" y="731"/>
                    <a:pt x="573" y="748"/>
                  </a:cubicBezTo>
                  <a:cubicBezTo>
                    <a:pt x="549" y="772"/>
                    <a:pt x="529" y="796"/>
                    <a:pt x="509" y="824"/>
                  </a:cubicBezTo>
                  <a:cubicBezTo>
                    <a:pt x="501" y="836"/>
                    <a:pt x="489" y="852"/>
                    <a:pt x="481" y="868"/>
                  </a:cubicBezTo>
                  <a:cubicBezTo>
                    <a:pt x="481" y="876"/>
                    <a:pt x="477" y="880"/>
                    <a:pt x="473" y="892"/>
                  </a:cubicBezTo>
                  <a:lnTo>
                    <a:pt x="465" y="920"/>
                  </a:lnTo>
                  <a:cubicBezTo>
                    <a:pt x="461" y="940"/>
                    <a:pt x="461" y="956"/>
                    <a:pt x="461" y="976"/>
                  </a:cubicBezTo>
                  <a:cubicBezTo>
                    <a:pt x="461" y="992"/>
                    <a:pt x="461" y="1008"/>
                    <a:pt x="461" y="1024"/>
                  </a:cubicBezTo>
                  <a:cubicBezTo>
                    <a:pt x="465" y="1056"/>
                    <a:pt x="473" y="1088"/>
                    <a:pt x="481" y="1120"/>
                  </a:cubicBezTo>
                  <a:cubicBezTo>
                    <a:pt x="501" y="1180"/>
                    <a:pt x="521" y="1240"/>
                    <a:pt x="549" y="1296"/>
                  </a:cubicBezTo>
                  <a:lnTo>
                    <a:pt x="549" y="1304"/>
                  </a:lnTo>
                  <a:lnTo>
                    <a:pt x="553" y="1308"/>
                  </a:lnTo>
                  <a:cubicBezTo>
                    <a:pt x="589" y="1332"/>
                    <a:pt x="625" y="1352"/>
                    <a:pt x="661" y="1372"/>
                  </a:cubicBezTo>
                  <a:cubicBezTo>
                    <a:pt x="701" y="1392"/>
                    <a:pt x="737" y="1408"/>
                    <a:pt x="777" y="1420"/>
                  </a:cubicBezTo>
                  <a:cubicBezTo>
                    <a:pt x="817" y="1432"/>
                    <a:pt x="861" y="1441"/>
                    <a:pt x="901" y="1441"/>
                  </a:cubicBezTo>
                  <a:cubicBezTo>
                    <a:pt x="913" y="1443"/>
                    <a:pt x="924" y="1444"/>
                    <a:pt x="935" y="1444"/>
                  </a:cubicBezTo>
                  <a:cubicBezTo>
                    <a:pt x="945" y="1444"/>
                    <a:pt x="955" y="1443"/>
                    <a:pt x="965" y="1441"/>
                  </a:cubicBezTo>
                  <a:cubicBezTo>
                    <a:pt x="989" y="1441"/>
                    <a:pt x="1009" y="1436"/>
                    <a:pt x="1029" y="1428"/>
                  </a:cubicBezTo>
                  <a:cubicBezTo>
                    <a:pt x="1073" y="1416"/>
                    <a:pt x="1113" y="1396"/>
                    <a:pt x="1149" y="1372"/>
                  </a:cubicBezTo>
                  <a:cubicBezTo>
                    <a:pt x="1181" y="1348"/>
                    <a:pt x="1217" y="1324"/>
                    <a:pt x="1249" y="1296"/>
                  </a:cubicBezTo>
                  <a:cubicBezTo>
                    <a:pt x="1277" y="1272"/>
                    <a:pt x="1309" y="1248"/>
                    <a:pt x="1341" y="1228"/>
                  </a:cubicBezTo>
                  <a:cubicBezTo>
                    <a:pt x="1357" y="1216"/>
                    <a:pt x="1369" y="1212"/>
                    <a:pt x="1385" y="1204"/>
                  </a:cubicBezTo>
                  <a:cubicBezTo>
                    <a:pt x="1392" y="1202"/>
                    <a:pt x="1401" y="1201"/>
                    <a:pt x="1409" y="1201"/>
                  </a:cubicBezTo>
                  <a:lnTo>
                    <a:pt x="1409" y="1201"/>
                  </a:lnTo>
                  <a:cubicBezTo>
                    <a:pt x="1428" y="1222"/>
                    <a:pt x="1444" y="1245"/>
                    <a:pt x="1461" y="1268"/>
                  </a:cubicBezTo>
                  <a:cubicBezTo>
                    <a:pt x="1485" y="1292"/>
                    <a:pt x="1501" y="1324"/>
                    <a:pt x="1517" y="1352"/>
                  </a:cubicBezTo>
                  <a:cubicBezTo>
                    <a:pt x="1525" y="1368"/>
                    <a:pt x="1529" y="1380"/>
                    <a:pt x="1533" y="1396"/>
                  </a:cubicBezTo>
                  <a:cubicBezTo>
                    <a:pt x="1537" y="1412"/>
                    <a:pt x="1545" y="1432"/>
                    <a:pt x="1549" y="1445"/>
                  </a:cubicBezTo>
                  <a:lnTo>
                    <a:pt x="1573" y="1553"/>
                  </a:lnTo>
                  <a:cubicBezTo>
                    <a:pt x="1593" y="1629"/>
                    <a:pt x="1621" y="1705"/>
                    <a:pt x="1657" y="1773"/>
                  </a:cubicBezTo>
                  <a:cubicBezTo>
                    <a:pt x="1677" y="1813"/>
                    <a:pt x="1701" y="1845"/>
                    <a:pt x="1725" y="1877"/>
                  </a:cubicBezTo>
                  <a:cubicBezTo>
                    <a:pt x="1753" y="1909"/>
                    <a:pt x="1781" y="1941"/>
                    <a:pt x="1817" y="1965"/>
                  </a:cubicBezTo>
                  <a:lnTo>
                    <a:pt x="1825" y="1973"/>
                  </a:lnTo>
                  <a:lnTo>
                    <a:pt x="1837" y="1977"/>
                  </a:lnTo>
                  <a:cubicBezTo>
                    <a:pt x="1853" y="1981"/>
                    <a:pt x="1869" y="1985"/>
                    <a:pt x="1885" y="1989"/>
                  </a:cubicBezTo>
                  <a:cubicBezTo>
                    <a:pt x="1905" y="1993"/>
                    <a:pt x="1921" y="1993"/>
                    <a:pt x="1937" y="1993"/>
                  </a:cubicBezTo>
                  <a:cubicBezTo>
                    <a:pt x="1943" y="1993"/>
                    <a:pt x="1950" y="1994"/>
                    <a:pt x="1956" y="1994"/>
                  </a:cubicBezTo>
                  <a:cubicBezTo>
                    <a:pt x="1986" y="1994"/>
                    <a:pt x="2015" y="1986"/>
                    <a:pt x="2045" y="1977"/>
                  </a:cubicBezTo>
                  <a:cubicBezTo>
                    <a:pt x="2065" y="1969"/>
                    <a:pt x="2081" y="1957"/>
                    <a:pt x="2097" y="1945"/>
                  </a:cubicBezTo>
                  <a:cubicBezTo>
                    <a:pt x="2105" y="1937"/>
                    <a:pt x="2113" y="1929"/>
                    <a:pt x="2121" y="1921"/>
                  </a:cubicBezTo>
                  <a:lnTo>
                    <a:pt x="2129" y="1905"/>
                  </a:lnTo>
                  <a:lnTo>
                    <a:pt x="2133" y="1897"/>
                  </a:lnTo>
                  <a:lnTo>
                    <a:pt x="2137" y="1893"/>
                  </a:lnTo>
                  <a:lnTo>
                    <a:pt x="2145" y="1873"/>
                  </a:lnTo>
                  <a:cubicBezTo>
                    <a:pt x="2149" y="1865"/>
                    <a:pt x="2153" y="1853"/>
                    <a:pt x="2153" y="1845"/>
                  </a:cubicBezTo>
                  <a:cubicBezTo>
                    <a:pt x="2157" y="1829"/>
                    <a:pt x="2161" y="1813"/>
                    <a:pt x="2161" y="1793"/>
                  </a:cubicBezTo>
                  <a:cubicBezTo>
                    <a:pt x="2169" y="1737"/>
                    <a:pt x="2169" y="1681"/>
                    <a:pt x="2161" y="1625"/>
                  </a:cubicBezTo>
                  <a:cubicBezTo>
                    <a:pt x="2160" y="1611"/>
                    <a:pt x="2159" y="1597"/>
                    <a:pt x="2157" y="1584"/>
                  </a:cubicBezTo>
                  <a:lnTo>
                    <a:pt x="2157" y="1584"/>
                  </a:lnTo>
                  <a:cubicBezTo>
                    <a:pt x="2186" y="1595"/>
                    <a:pt x="2212" y="1610"/>
                    <a:pt x="2237" y="1629"/>
                  </a:cubicBezTo>
                  <a:cubicBezTo>
                    <a:pt x="2249" y="1637"/>
                    <a:pt x="2261" y="1649"/>
                    <a:pt x="2273" y="1657"/>
                  </a:cubicBezTo>
                  <a:cubicBezTo>
                    <a:pt x="2285" y="1669"/>
                    <a:pt x="2293" y="1677"/>
                    <a:pt x="2297" y="1689"/>
                  </a:cubicBezTo>
                  <a:lnTo>
                    <a:pt x="2297" y="1693"/>
                  </a:lnTo>
                  <a:lnTo>
                    <a:pt x="2305" y="1701"/>
                  </a:lnTo>
                  <a:lnTo>
                    <a:pt x="2313" y="1713"/>
                  </a:lnTo>
                  <a:lnTo>
                    <a:pt x="2317" y="1721"/>
                  </a:lnTo>
                  <a:lnTo>
                    <a:pt x="2325" y="1729"/>
                  </a:lnTo>
                  <a:cubicBezTo>
                    <a:pt x="2333" y="1737"/>
                    <a:pt x="2337" y="1741"/>
                    <a:pt x="2345" y="1745"/>
                  </a:cubicBezTo>
                  <a:cubicBezTo>
                    <a:pt x="2349" y="1753"/>
                    <a:pt x="2357" y="1757"/>
                    <a:pt x="2365" y="1761"/>
                  </a:cubicBezTo>
                  <a:lnTo>
                    <a:pt x="2377" y="1765"/>
                  </a:lnTo>
                  <a:cubicBezTo>
                    <a:pt x="2385" y="1773"/>
                    <a:pt x="2397" y="1777"/>
                    <a:pt x="2409" y="1781"/>
                  </a:cubicBezTo>
                  <a:cubicBezTo>
                    <a:pt x="2445" y="1793"/>
                    <a:pt x="2485" y="1805"/>
                    <a:pt x="2529" y="1813"/>
                  </a:cubicBezTo>
                  <a:cubicBezTo>
                    <a:pt x="2565" y="1817"/>
                    <a:pt x="2605" y="1825"/>
                    <a:pt x="2645" y="1825"/>
                  </a:cubicBezTo>
                  <a:cubicBezTo>
                    <a:pt x="2721" y="1833"/>
                    <a:pt x="2797" y="1837"/>
                    <a:pt x="2877" y="1837"/>
                  </a:cubicBezTo>
                  <a:lnTo>
                    <a:pt x="2925" y="1837"/>
                  </a:lnTo>
                  <a:lnTo>
                    <a:pt x="2905" y="1797"/>
                  </a:lnTo>
                  <a:cubicBezTo>
                    <a:pt x="2885" y="1753"/>
                    <a:pt x="2861" y="1709"/>
                    <a:pt x="2829" y="1669"/>
                  </a:cubicBezTo>
                  <a:cubicBezTo>
                    <a:pt x="2801" y="1625"/>
                    <a:pt x="2765" y="1593"/>
                    <a:pt x="2721" y="1569"/>
                  </a:cubicBezTo>
                  <a:lnTo>
                    <a:pt x="2713" y="1581"/>
                  </a:lnTo>
                  <a:cubicBezTo>
                    <a:pt x="2749" y="1609"/>
                    <a:pt x="2777" y="1649"/>
                    <a:pt x="2797" y="1689"/>
                  </a:cubicBezTo>
                  <a:cubicBezTo>
                    <a:pt x="2810" y="1714"/>
                    <a:pt x="2823" y="1742"/>
                    <a:pt x="2834" y="1771"/>
                  </a:cubicBezTo>
                  <a:lnTo>
                    <a:pt x="2834" y="1771"/>
                  </a:lnTo>
                  <a:cubicBezTo>
                    <a:pt x="2775" y="1764"/>
                    <a:pt x="2715" y="1753"/>
                    <a:pt x="2657" y="1741"/>
                  </a:cubicBezTo>
                  <a:cubicBezTo>
                    <a:pt x="2621" y="1733"/>
                    <a:pt x="2585" y="1725"/>
                    <a:pt x="2549" y="1713"/>
                  </a:cubicBezTo>
                  <a:cubicBezTo>
                    <a:pt x="2513" y="1705"/>
                    <a:pt x="2481" y="1693"/>
                    <a:pt x="2449" y="1677"/>
                  </a:cubicBezTo>
                  <a:cubicBezTo>
                    <a:pt x="2441" y="1677"/>
                    <a:pt x="2433" y="1673"/>
                    <a:pt x="2429" y="1669"/>
                  </a:cubicBezTo>
                  <a:cubicBezTo>
                    <a:pt x="2425" y="1665"/>
                    <a:pt x="2413" y="1657"/>
                    <a:pt x="2413" y="1657"/>
                  </a:cubicBezTo>
                  <a:lnTo>
                    <a:pt x="2409" y="1657"/>
                  </a:lnTo>
                  <a:lnTo>
                    <a:pt x="2409" y="1653"/>
                  </a:lnTo>
                  <a:lnTo>
                    <a:pt x="2405" y="1647"/>
                  </a:lnTo>
                  <a:lnTo>
                    <a:pt x="2405" y="1645"/>
                  </a:lnTo>
                  <a:lnTo>
                    <a:pt x="2401" y="1637"/>
                  </a:lnTo>
                  <a:cubicBezTo>
                    <a:pt x="2389" y="1613"/>
                    <a:pt x="2373" y="1593"/>
                    <a:pt x="2357" y="1573"/>
                  </a:cubicBezTo>
                  <a:cubicBezTo>
                    <a:pt x="2341" y="1557"/>
                    <a:pt x="2325" y="1541"/>
                    <a:pt x="2309" y="1529"/>
                  </a:cubicBezTo>
                  <a:cubicBezTo>
                    <a:pt x="2273" y="1501"/>
                    <a:pt x="2237" y="1481"/>
                    <a:pt x="2201" y="1461"/>
                  </a:cubicBezTo>
                  <a:cubicBezTo>
                    <a:pt x="2165" y="1441"/>
                    <a:pt x="2129" y="1424"/>
                    <a:pt x="2089" y="1408"/>
                  </a:cubicBezTo>
                  <a:lnTo>
                    <a:pt x="1981" y="1368"/>
                  </a:lnTo>
                  <a:lnTo>
                    <a:pt x="2001" y="1489"/>
                  </a:lnTo>
                  <a:cubicBezTo>
                    <a:pt x="2005" y="1537"/>
                    <a:pt x="2013" y="1589"/>
                    <a:pt x="2017" y="1637"/>
                  </a:cubicBezTo>
                  <a:cubicBezTo>
                    <a:pt x="2017" y="1685"/>
                    <a:pt x="2017" y="1733"/>
                    <a:pt x="2017" y="1781"/>
                  </a:cubicBezTo>
                  <a:cubicBezTo>
                    <a:pt x="2013" y="1789"/>
                    <a:pt x="2009" y="1801"/>
                    <a:pt x="2009" y="1809"/>
                  </a:cubicBezTo>
                  <a:cubicBezTo>
                    <a:pt x="2009" y="1813"/>
                    <a:pt x="2009" y="1813"/>
                    <a:pt x="2009" y="1817"/>
                  </a:cubicBezTo>
                  <a:lnTo>
                    <a:pt x="2005" y="1833"/>
                  </a:lnTo>
                  <a:cubicBezTo>
                    <a:pt x="2004" y="1835"/>
                    <a:pt x="2004" y="1835"/>
                    <a:pt x="2003" y="1835"/>
                  </a:cubicBezTo>
                  <a:cubicBezTo>
                    <a:pt x="2003" y="1835"/>
                    <a:pt x="2004" y="1833"/>
                    <a:pt x="2004" y="1831"/>
                  </a:cubicBezTo>
                  <a:lnTo>
                    <a:pt x="2004" y="1831"/>
                  </a:lnTo>
                  <a:cubicBezTo>
                    <a:pt x="2003" y="1833"/>
                    <a:pt x="2001" y="1833"/>
                    <a:pt x="2001" y="1833"/>
                  </a:cubicBezTo>
                  <a:cubicBezTo>
                    <a:pt x="1997" y="1837"/>
                    <a:pt x="1993" y="1837"/>
                    <a:pt x="1989" y="1841"/>
                  </a:cubicBezTo>
                  <a:cubicBezTo>
                    <a:pt x="1973" y="1845"/>
                    <a:pt x="1957" y="1849"/>
                    <a:pt x="1941" y="1849"/>
                  </a:cubicBezTo>
                  <a:lnTo>
                    <a:pt x="1913" y="1849"/>
                  </a:lnTo>
                  <a:lnTo>
                    <a:pt x="1894" y="1843"/>
                  </a:lnTo>
                  <a:lnTo>
                    <a:pt x="1894" y="1843"/>
                  </a:lnTo>
                  <a:cubicBezTo>
                    <a:pt x="1874" y="1826"/>
                    <a:pt x="1854" y="1809"/>
                    <a:pt x="1837" y="1789"/>
                  </a:cubicBezTo>
                  <a:cubicBezTo>
                    <a:pt x="1817" y="1765"/>
                    <a:pt x="1797" y="1737"/>
                    <a:pt x="1781" y="1709"/>
                  </a:cubicBezTo>
                  <a:cubicBezTo>
                    <a:pt x="1745" y="1649"/>
                    <a:pt x="1721" y="1585"/>
                    <a:pt x="1701" y="1521"/>
                  </a:cubicBezTo>
                  <a:lnTo>
                    <a:pt x="1669" y="1416"/>
                  </a:lnTo>
                  <a:cubicBezTo>
                    <a:pt x="1665" y="1392"/>
                    <a:pt x="1661" y="1380"/>
                    <a:pt x="1649" y="1356"/>
                  </a:cubicBezTo>
                  <a:cubicBezTo>
                    <a:pt x="1641" y="1336"/>
                    <a:pt x="1633" y="1320"/>
                    <a:pt x="1621" y="1300"/>
                  </a:cubicBezTo>
                  <a:cubicBezTo>
                    <a:pt x="1601" y="1264"/>
                    <a:pt x="1577" y="1232"/>
                    <a:pt x="1549" y="1204"/>
                  </a:cubicBezTo>
                  <a:cubicBezTo>
                    <a:pt x="1525" y="1172"/>
                    <a:pt x="1497" y="1144"/>
                    <a:pt x="1465" y="1120"/>
                  </a:cubicBezTo>
                  <a:lnTo>
                    <a:pt x="1453" y="1108"/>
                  </a:lnTo>
                  <a:lnTo>
                    <a:pt x="1437" y="1108"/>
                  </a:lnTo>
                  <a:cubicBezTo>
                    <a:pt x="1409" y="1108"/>
                    <a:pt x="1385" y="1112"/>
                    <a:pt x="1357" y="1124"/>
                  </a:cubicBezTo>
                  <a:cubicBezTo>
                    <a:pt x="1337" y="1136"/>
                    <a:pt x="1317" y="1148"/>
                    <a:pt x="1297" y="1164"/>
                  </a:cubicBezTo>
                  <a:cubicBezTo>
                    <a:pt x="1265" y="1192"/>
                    <a:pt x="1233" y="1220"/>
                    <a:pt x="1205" y="1248"/>
                  </a:cubicBezTo>
                  <a:cubicBezTo>
                    <a:pt x="1177" y="1276"/>
                    <a:pt x="1149" y="1300"/>
                    <a:pt x="1117" y="1328"/>
                  </a:cubicBezTo>
                  <a:cubicBezTo>
                    <a:pt x="1089" y="1352"/>
                    <a:pt x="1057" y="1368"/>
                    <a:pt x="1021" y="1384"/>
                  </a:cubicBezTo>
                  <a:cubicBezTo>
                    <a:pt x="1001" y="1392"/>
                    <a:pt x="985" y="1396"/>
                    <a:pt x="965" y="1400"/>
                  </a:cubicBezTo>
                  <a:cubicBezTo>
                    <a:pt x="949" y="1400"/>
                    <a:pt x="929" y="1404"/>
                    <a:pt x="909" y="1404"/>
                  </a:cubicBezTo>
                  <a:cubicBezTo>
                    <a:pt x="869" y="1400"/>
                    <a:pt x="833" y="1396"/>
                    <a:pt x="797" y="1384"/>
                  </a:cubicBezTo>
                  <a:cubicBezTo>
                    <a:pt x="757" y="1372"/>
                    <a:pt x="721" y="1356"/>
                    <a:pt x="689" y="1340"/>
                  </a:cubicBezTo>
                  <a:cubicBezTo>
                    <a:pt x="653" y="1321"/>
                    <a:pt x="618" y="1301"/>
                    <a:pt x="590" y="1277"/>
                  </a:cubicBezTo>
                  <a:lnTo>
                    <a:pt x="590" y="1277"/>
                  </a:lnTo>
                  <a:cubicBezTo>
                    <a:pt x="568" y="1224"/>
                    <a:pt x="553" y="1170"/>
                    <a:pt x="545" y="1112"/>
                  </a:cubicBezTo>
                  <a:cubicBezTo>
                    <a:pt x="537" y="1084"/>
                    <a:pt x="537" y="1052"/>
                    <a:pt x="537" y="1024"/>
                  </a:cubicBezTo>
                  <a:cubicBezTo>
                    <a:pt x="537" y="1012"/>
                    <a:pt x="537" y="996"/>
                    <a:pt x="537" y="984"/>
                  </a:cubicBezTo>
                  <a:cubicBezTo>
                    <a:pt x="541" y="972"/>
                    <a:pt x="541" y="960"/>
                    <a:pt x="545" y="948"/>
                  </a:cubicBezTo>
                  <a:cubicBezTo>
                    <a:pt x="549" y="944"/>
                    <a:pt x="549" y="936"/>
                    <a:pt x="549" y="932"/>
                  </a:cubicBezTo>
                  <a:cubicBezTo>
                    <a:pt x="553" y="928"/>
                    <a:pt x="557" y="920"/>
                    <a:pt x="561" y="916"/>
                  </a:cubicBezTo>
                  <a:cubicBezTo>
                    <a:pt x="569" y="904"/>
                    <a:pt x="577" y="892"/>
                    <a:pt x="585" y="884"/>
                  </a:cubicBezTo>
                  <a:cubicBezTo>
                    <a:pt x="605" y="864"/>
                    <a:pt x="625" y="844"/>
                    <a:pt x="645" y="824"/>
                  </a:cubicBezTo>
                  <a:cubicBezTo>
                    <a:pt x="669" y="804"/>
                    <a:pt x="689" y="788"/>
                    <a:pt x="713" y="772"/>
                  </a:cubicBezTo>
                  <a:cubicBezTo>
                    <a:pt x="737" y="756"/>
                    <a:pt x="761" y="736"/>
                    <a:pt x="785" y="724"/>
                  </a:cubicBezTo>
                  <a:lnTo>
                    <a:pt x="877" y="672"/>
                  </a:lnTo>
                  <a:lnTo>
                    <a:pt x="785" y="620"/>
                  </a:lnTo>
                  <a:cubicBezTo>
                    <a:pt x="761" y="608"/>
                    <a:pt x="737" y="600"/>
                    <a:pt x="713" y="596"/>
                  </a:cubicBezTo>
                  <a:lnTo>
                    <a:pt x="657" y="580"/>
                  </a:lnTo>
                  <a:cubicBezTo>
                    <a:pt x="617" y="568"/>
                    <a:pt x="581" y="560"/>
                    <a:pt x="545" y="548"/>
                  </a:cubicBezTo>
                  <a:cubicBezTo>
                    <a:pt x="509" y="540"/>
                    <a:pt x="473" y="528"/>
                    <a:pt x="441" y="512"/>
                  </a:cubicBezTo>
                  <a:cubicBezTo>
                    <a:pt x="421" y="504"/>
                    <a:pt x="405" y="496"/>
                    <a:pt x="389" y="488"/>
                  </a:cubicBezTo>
                  <a:cubicBezTo>
                    <a:pt x="377" y="480"/>
                    <a:pt x="361" y="472"/>
                    <a:pt x="349" y="464"/>
                  </a:cubicBezTo>
                  <a:lnTo>
                    <a:pt x="329" y="448"/>
                  </a:lnTo>
                  <a:lnTo>
                    <a:pt x="309" y="428"/>
                  </a:lnTo>
                  <a:cubicBezTo>
                    <a:pt x="301" y="420"/>
                    <a:pt x="285" y="404"/>
                    <a:pt x="273" y="388"/>
                  </a:cubicBezTo>
                  <a:cubicBezTo>
                    <a:pt x="249" y="360"/>
                    <a:pt x="225" y="328"/>
                    <a:pt x="205" y="300"/>
                  </a:cubicBezTo>
                  <a:cubicBezTo>
                    <a:pt x="170" y="244"/>
                    <a:pt x="134" y="184"/>
                    <a:pt x="105" y="125"/>
                  </a:cubicBezTo>
                  <a:lnTo>
                    <a:pt x="105" y="125"/>
                  </a:lnTo>
                  <a:cubicBezTo>
                    <a:pt x="110" y="121"/>
                    <a:pt x="115" y="117"/>
                    <a:pt x="121" y="112"/>
                  </a:cubicBezTo>
                  <a:cubicBezTo>
                    <a:pt x="133" y="104"/>
                    <a:pt x="145" y="92"/>
                    <a:pt x="161" y="88"/>
                  </a:cubicBezTo>
                  <a:cubicBezTo>
                    <a:pt x="169" y="84"/>
                    <a:pt x="177" y="80"/>
                    <a:pt x="185" y="76"/>
                  </a:cubicBezTo>
                  <a:cubicBezTo>
                    <a:pt x="193" y="72"/>
                    <a:pt x="201" y="68"/>
                    <a:pt x="209" y="68"/>
                  </a:cubicBezTo>
                  <a:cubicBezTo>
                    <a:pt x="225" y="60"/>
                    <a:pt x="241" y="56"/>
                    <a:pt x="257" y="56"/>
                  </a:cubicBezTo>
                  <a:cubicBezTo>
                    <a:pt x="283" y="52"/>
                    <a:pt x="309" y="50"/>
                    <a:pt x="335" y="50"/>
                  </a:cubicBezTo>
                  <a:cubicBezTo>
                    <a:pt x="381" y="50"/>
                    <a:pt x="427" y="57"/>
                    <a:pt x="473" y="72"/>
                  </a:cubicBezTo>
                  <a:lnTo>
                    <a:pt x="473" y="56"/>
                  </a:lnTo>
                  <a:cubicBezTo>
                    <a:pt x="441" y="40"/>
                    <a:pt x="405" y="24"/>
                    <a:pt x="365" y="16"/>
                  </a:cubicBezTo>
                  <a:cubicBezTo>
                    <a:pt x="329" y="4"/>
                    <a:pt x="289" y="0"/>
                    <a:pt x="249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65"/>
            <p:cNvSpPr/>
            <p:nvPr/>
          </p:nvSpPr>
          <p:spPr>
            <a:xfrm flipH="1">
              <a:off x="5663257" y="1165489"/>
              <a:ext cx="128164" cy="243283"/>
            </a:xfrm>
            <a:custGeom>
              <a:avLst/>
              <a:gdLst/>
              <a:ahLst/>
              <a:cxnLst/>
              <a:rect l="l" t="t" r="r" b="b"/>
              <a:pathLst>
                <a:path w="953" h="1809" extrusionOk="0">
                  <a:moveTo>
                    <a:pt x="851" y="0"/>
                  </a:moveTo>
                  <a:cubicBezTo>
                    <a:pt x="842" y="0"/>
                    <a:pt x="833" y="2"/>
                    <a:pt x="824" y="4"/>
                  </a:cubicBezTo>
                  <a:cubicBezTo>
                    <a:pt x="804" y="16"/>
                    <a:pt x="784" y="28"/>
                    <a:pt x="772" y="44"/>
                  </a:cubicBezTo>
                  <a:cubicBezTo>
                    <a:pt x="664" y="124"/>
                    <a:pt x="604" y="248"/>
                    <a:pt x="608" y="384"/>
                  </a:cubicBezTo>
                  <a:cubicBezTo>
                    <a:pt x="604" y="396"/>
                    <a:pt x="604" y="412"/>
                    <a:pt x="604" y="428"/>
                  </a:cubicBezTo>
                  <a:cubicBezTo>
                    <a:pt x="584" y="668"/>
                    <a:pt x="440" y="884"/>
                    <a:pt x="296" y="1088"/>
                  </a:cubicBezTo>
                  <a:lnTo>
                    <a:pt x="256" y="1144"/>
                  </a:lnTo>
                  <a:cubicBezTo>
                    <a:pt x="144" y="1308"/>
                    <a:pt x="36" y="1492"/>
                    <a:pt x="0" y="1684"/>
                  </a:cubicBezTo>
                  <a:cubicBezTo>
                    <a:pt x="0" y="1692"/>
                    <a:pt x="4" y="1696"/>
                    <a:pt x="8" y="1704"/>
                  </a:cubicBezTo>
                  <a:cubicBezTo>
                    <a:pt x="24" y="1740"/>
                    <a:pt x="40" y="1772"/>
                    <a:pt x="56" y="1808"/>
                  </a:cubicBezTo>
                  <a:cubicBezTo>
                    <a:pt x="60" y="1584"/>
                    <a:pt x="188" y="1372"/>
                    <a:pt x="316" y="1184"/>
                  </a:cubicBezTo>
                  <a:lnTo>
                    <a:pt x="352" y="1128"/>
                  </a:lnTo>
                  <a:cubicBezTo>
                    <a:pt x="500" y="916"/>
                    <a:pt x="652" y="692"/>
                    <a:pt x="676" y="432"/>
                  </a:cubicBezTo>
                  <a:cubicBezTo>
                    <a:pt x="680" y="416"/>
                    <a:pt x="680" y="400"/>
                    <a:pt x="680" y="384"/>
                  </a:cubicBezTo>
                  <a:cubicBezTo>
                    <a:pt x="680" y="368"/>
                    <a:pt x="680" y="352"/>
                    <a:pt x="680" y="332"/>
                  </a:cubicBezTo>
                  <a:cubicBezTo>
                    <a:pt x="752" y="320"/>
                    <a:pt x="816" y="292"/>
                    <a:pt x="872" y="248"/>
                  </a:cubicBezTo>
                  <a:cubicBezTo>
                    <a:pt x="916" y="216"/>
                    <a:pt x="948" y="168"/>
                    <a:pt x="952" y="112"/>
                  </a:cubicBezTo>
                  <a:cubicBezTo>
                    <a:pt x="952" y="76"/>
                    <a:pt x="936" y="40"/>
                    <a:pt x="904" y="20"/>
                  </a:cubicBezTo>
                  <a:cubicBezTo>
                    <a:pt x="888" y="7"/>
                    <a:pt x="869" y="0"/>
                    <a:pt x="8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65"/>
            <p:cNvSpPr/>
            <p:nvPr/>
          </p:nvSpPr>
          <p:spPr>
            <a:xfrm flipH="1">
              <a:off x="5621836" y="1292847"/>
              <a:ext cx="136771" cy="175099"/>
            </a:xfrm>
            <a:custGeom>
              <a:avLst/>
              <a:gdLst/>
              <a:ahLst/>
              <a:cxnLst/>
              <a:rect l="l" t="t" r="r" b="b"/>
              <a:pathLst>
                <a:path w="1017" h="1302" extrusionOk="0">
                  <a:moveTo>
                    <a:pt x="903" y="1"/>
                  </a:moveTo>
                  <a:cubicBezTo>
                    <a:pt x="864" y="1"/>
                    <a:pt x="826" y="19"/>
                    <a:pt x="800" y="53"/>
                  </a:cubicBezTo>
                  <a:cubicBezTo>
                    <a:pt x="776" y="97"/>
                    <a:pt x="764" y="149"/>
                    <a:pt x="772" y="201"/>
                  </a:cubicBezTo>
                  <a:lnTo>
                    <a:pt x="772" y="237"/>
                  </a:lnTo>
                  <a:cubicBezTo>
                    <a:pt x="640" y="277"/>
                    <a:pt x="520" y="341"/>
                    <a:pt x="412" y="425"/>
                  </a:cubicBezTo>
                  <a:cubicBezTo>
                    <a:pt x="292" y="525"/>
                    <a:pt x="216" y="669"/>
                    <a:pt x="192" y="825"/>
                  </a:cubicBezTo>
                  <a:cubicBezTo>
                    <a:pt x="192" y="845"/>
                    <a:pt x="188" y="861"/>
                    <a:pt x="188" y="881"/>
                  </a:cubicBezTo>
                  <a:cubicBezTo>
                    <a:pt x="184" y="913"/>
                    <a:pt x="180" y="941"/>
                    <a:pt x="176" y="973"/>
                  </a:cubicBezTo>
                  <a:cubicBezTo>
                    <a:pt x="144" y="1077"/>
                    <a:pt x="84" y="1169"/>
                    <a:pt x="0" y="1237"/>
                  </a:cubicBezTo>
                  <a:cubicBezTo>
                    <a:pt x="12" y="1257"/>
                    <a:pt x="24" y="1281"/>
                    <a:pt x="32" y="1301"/>
                  </a:cubicBezTo>
                  <a:cubicBezTo>
                    <a:pt x="120" y="1221"/>
                    <a:pt x="212" y="1117"/>
                    <a:pt x="240" y="989"/>
                  </a:cubicBezTo>
                  <a:cubicBezTo>
                    <a:pt x="248" y="957"/>
                    <a:pt x="252" y="921"/>
                    <a:pt x="256" y="889"/>
                  </a:cubicBezTo>
                  <a:cubicBezTo>
                    <a:pt x="256" y="869"/>
                    <a:pt x="260" y="849"/>
                    <a:pt x="260" y="833"/>
                  </a:cubicBezTo>
                  <a:cubicBezTo>
                    <a:pt x="280" y="693"/>
                    <a:pt x="352" y="569"/>
                    <a:pt x="456" y="477"/>
                  </a:cubicBezTo>
                  <a:cubicBezTo>
                    <a:pt x="564" y="385"/>
                    <a:pt x="700" y="337"/>
                    <a:pt x="840" y="285"/>
                  </a:cubicBezTo>
                  <a:cubicBezTo>
                    <a:pt x="896" y="269"/>
                    <a:pt x="944" y="241"/>
                    <a:pt x="984" y="197"/>
                  </a:cubicBezTo>
                  <a:cubicBezTo>
                    <a:pt x="1008" y="169"/>
                    <a:pt x="1016" y="129"/>
                    <a:pt x="1012" y="89"/>
                  </a:cubicBezTo>
                  <a:cubicBezTo>
                    <a:pt x="1008" y="57"/>
                    <a:pt x="992" y="33"/>
                    <a:pt x="964" y="17"/>
                  </a:cubicBezTo>
                  <a:cubicBezTo>
                    <a:pt x="945" y="6"/>
                    <a:pt x="924" y="1"/>
                    <a:pt x="9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65"/>
            <p:cNvSpPr/>
            <p:nvPr/>
          </p:nvSpPr>
          <p:spPr>
            <a:xfrm flipH="1">
              <a:off x="5573422" y="1360762"/>
              <a:ext cx="171737" cy="165820"/>
            </a:xfrm>
            <a:custGeom>
              <a:avLst/>
              <a:gdLst/>
              <a:ahLst/>
              <a:cxnLst/>
              <a:rect l="l" t="t" r="r" b="b"/>
              <a:pathLst>
                <a:path w="1277" h="1233" extrusionOk="0">
                  <a:moveTo>
                    <a:pt x="1168" y="0"/>
                  </a:moveTo>
                  <a:cubicBezTo>
                    <a:pt x="1104" y="8"/>
                    <a:pt x="1052" y="52"/>
                    <a:pt x="1036" y="116"/>
                  </a:cubicBezTo>
                  <a:cubicBezTo>
                    <a:pt x="1028" y="148"/>
                    <a:pt x="1024" y="184"/>
                    <a:pt x="1024" y="216"/>
                  </a:cubicBezTo>
                  <a:cubicBezTo>
                    <a:pt x="1024" y="220"/>
                    <a:pt x="1024" y="228"/>
                    <a:pt x="1024" y="232"/>
                  </a:cubicBezTo>
                  <a:cubicBezTo>
                    <a:pt x="1020" y="240"/>
                    <a:pt x="1020" y="252"/>
                    <a:pt x="1020" y="260"/>
                  </a:cubicBezTo>
                  <a:cubicBezTo>
                    <a:pt x="996" y="448"/>
                    <a:pt x="844" y="592"/>
                    <a:pt x="720" y="680"/>
                  </a:cubicBezTo>
                  <a:cubicBezTo>
                    <a:pt x="664" y="720"/>
                    <a:pt x="604" y="756"/>
                    <a:pt x="544" y="792"/>
                  </a:cubicBezTo>
                  <a:cubicBezTo>
                    <a:pt x="440" y="848"/>
                    <a:pt x="344" y="920"/>
                    <a:pt x="256" y="996"/>
                  </a:cubicBezTo>
                  <a:lnTo>
                    <a:pt x="220" y="1028"/>
                  </a:lnTo>
                  <a:cubicBezTo>
                    <a:pt x="156" y="1088"/>
                    <a:pt x="92" y="1148"/>
                    <a:pt x="20" y="1160"/>
                  </a:cubicBezTo>
                  <a:lnTo>
                    <a:pt x="12" y="1196"/>
                  </a:lnTo>
                  <a:cubicBezTo>
                    <a:pt x="8" y="1208"/>
                    <a:pt x="4" y="1220"/>
                    <a:pt x="0" y="1232"/>
                  </a:cubicBezTo>
                  <a:cubicBezTo>
                    <a:pt x="108" y="1228"/>
                    <a:pt x="192" y="1148"/>
                    <a:pt x="268" y="1076"/>
                  </a:cubicBezTo>
                  <a:cubicBezTo>
                    <a:pt x="280" y="1068"/>
                    <a:pt x="292" y="1056"/>
                    <a:pt x="300" y="1048"/>
                  </a:cubicBezTo>
                  <a:cubicBezTo>
                    <a:pt x="388" y="972"/>
                    <a:pt x="484" y="908"/>
                    <a:pt x="580" y="848"/>
                  </a:cubicBezTo>
                  <a:cubicBezTo>
                    <a:pt x="640" y="812"/>
                    <a:pt x="704" y="776"/>
                    <a:pt x="760" y="736"/>
                  </a:cubicBezTo>
                  <a:cubicBezTo>
                    <a:pt x="896" y="640"/>
                    <a:pt x="1064" y="480"/>
                    <a:pt x="1088" y="268"/>
                  </a:cubicBezTo>
                  <a:lnTo>
                    <a:pt x="1088" y="244"/>
                  </a:lnTo>
                  <a:cubicBezTo>
                    <a:pt x="1112" y="228"/>
                    <a:pt x="1136" y="212"/>
                    <a:pt x="1164" y="204"/>
                  </a:cubicBezTo>
                  <a:cubicBezTo>
                    <a:pt x="1196" y="192"/>
                    <a:pt x="1228" y="176"/>
                    <a:pt x="1252" y="152"/>
                  </a:cubicBezTo>
                  <a:cubicBezTo>
                    <a:pt x="1276" y="128"/>
                    <a:pt x="1276" y="88"/>
                    <a:pt x="1260" y="60"/>
                  </a:cubicBezTo>
                  <a:cubicBezTo>
                    <a:pt x="1244" y="24"/>
                    <a:pt x="1208" y="0"/>
                    <a:pt x="11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65"/>
            <p:cNvSpPr/>
            <p:nvPr/>
          </p:nvSpPr>
          <p:spPr>
            <a:xfrm flipH="1">
              <a:off x="5518014" y="1431635"/>
              <a:ext cx="194331" cy="144975"/>
            </a:xfrm>
            <a:custGeom>
              <a:avLst/>
              <a:gdLst/>
              <a:ahLst/>
              <a:cxnLst/>
              <a:rect l="l" t="t" r="r" b="b"/>
              <a:pathLst>
                <a:path w="1445" h="1078" extrusionOk="0">
                  <a:moveTo>
                    <a:pt x="1290" y="1"/>
                  </a:moveTo>
                  <a:cubicBezTo>
                    <a:pt x="1239" y="1"/>
                    <a:pt x="1188" y="21"/>
                    <a:pt x="1148" y="57"/>
                  </a:cubicBezTo>
                  <a:cubicBezTo>
                    <a:pt x="1112" y="97"/>
                    <a:pt x="1080" y="141"/>
                    <a:pt x="1056" y="193"/>
                  </a:cubicBezTo>
                  <a:cubicBezTo>
                    <a:pt x="1020" y="265"/>
                    <a:pt x="968" y="329"/>
                    <a:pt x="904" y="381"/>
                  </a:cubicBezTo>
                  <a:lnTo>
                    <a:pt x="740" y="521"/>
                  </a:lnTo>
                  <a:cubicBezTo>
                    <a:pt x="640" y="613"/>
                    <a:pt x="536" y="701"/>
                    <a:pt x="428" y="789"/>
                  </a:cubicBezTo>
                  <a:lnTo>
                    <a:pt x="364" y="837"/>
                  </a:lnTo>
                  <a:cubicBezTo>
                    <a:pt x="312" y="873"/>
                    <a:pt x="264" y="913"/>
                    <a:pt x="212" y="945"/>
                  </a:cubicBezTo>
                  <a:cubicBezTo>
                    <a:pt x="200" y="953"/>
                    <a:pt x="188" y="965"/>
                    <a:pt x="172" y="973"/>
                  </a:cubicBezTo>
                  <a:lnTo>
                    <a:pt x="152" y="985"/>
                  </a:lnTo>
                  <a:lnTo>
                    <a:pt x="100" y="1017"/>
                  </a:lnTo>
                  <a:cubicBezTo>
                    <a:pt x="68" y="1037"/>
                    <a:pt x="36" y="1053"/>
                    <a:pt x="0" y="1073"/>
                  </a:cubicBezTo>
                  <a:lnTo>
                    <a:pt x="36" y="1073"/>
                  </a:lnTo>
                  <a:cubicBezTo>
                    <a:pt x="47" y="1072"/>
                    <a:pt x="57" y="1072"/>
                    <a:pt x="67" y="1072"/>
                  </a:cubicBezTo>
                  <a:cubicBezTo>
                    <a:pt x="91" y="1072"/>
                    <a:pt x="114" y="1075"/>
                    <a:pt x="136" y="1077"/>
                  </a:cubicBezTo>
                  <a:cubicBezTo>
                    <a:pt x="168" y="1061"/>
                    <a:pt x="196" y="1041"/>
                    <a:pt x="224" y="1025"/>
                  </a:cubicBezTo>
                  <a:cubicBezTo>
                    <a:pt x="252" y="1005"/>
                    <a:pt x="284" y="985"/>
                    <a:pt x="312" y="965"/>
                  </a:cubicBezTo>
                  <a:cubicBezTo>
                    <a:pt x="340" y="945"/>
                    <a:pt x="368" y="925"/>
                    <a:pt x="396" y="905"/>
                  </a:cubicBezTo>
                  <a:cubicBezTo>
                    <a:pt x="420" y="885"/>
                    <a:pt x="444" y="869"/>
                    <a:pt x="468" y="849"/>
                  </a:cubicBezTo>
                  <a:cubicBezTo>
                    <a:pt x="472" y="845"/>
                    <a:pt x="476" y="841"/>
                    <a:pt x="476" y="841"/>
                  </a:cubicBezTo>
                  <a:cubicBezTo>
                    <a:pt x="504" y="821"/>
                    <a:pt x="528" y="797"/>
                    <a:pt x="556" y="777"/>
                  </a:cubicBezTo>
                  <a:cubicBezTo>
                    <a:pt x="636" y="713"/>
                    <a:pt x="712" y="645"/>
                    <a:pt x="788" y="577"/>
                  </a:cubicBezTo>
                  <a:lnTo>
                    <a:pt x="952" y="433"/>
                  </a:lnTo>
                  <a:cubicBezTo>
                    <a:pt x="992" y="397"/>
                    <a:pt x="1032" y="361"/>
                    <a:pt x="1064" y="317"/>
                  </a:cubicBezTo>
                  <a:cubicBezTo>
                    <a:pt x="1084" y="289"/>
                    <a:pt x="1104" y="261"/>
                    <a:pt x="1120" y="229"/>
                  </a:cubicBezTo>
                  <a:cubicBezTo>
                    <a:pt x="1140" y="233"/>
                    <a:pt x="1164" y="237"/>
                    <a:pt x="1188" y="241"/>
                  </a:cubicBezTo>
                  <a:cubicBezTo>
                    <a:pt x="1220" y="253"/>
                    <a:pt x="1260" y="257"/>
                    <a:pt x="1296" y="257"/>
                  </a:cubicBezTo>
                  <a:cubicBezTo>
                    <a:pt x="1344" y="241"/>
                    <a:pt x="1392" y="217"/>
                    <a:pt x="1428" y="177"/>
                  </a:cubicBezTo>
                  <a:cubicBezTo>
                    <a:pt x="1440" y="157"/>
                    <a:pt x="1444" y="133"/>
                    <a:pt x="1436" y="113"/>
                  </a:cubicBezTo>
                  <a:cubicBezTo>
                    <a:pt x="1424" y="49"/>
                    <a:pt x="1368" y="5"/>
                    <a:pt x="1304" y="1"/>
                  </a:cubicBezTo>
                  <a:cubicBezTo>
                    <a:pt x="1299" y="1"/>
                    <a:pt x="1295" y="1"/>
                    <a:pt x="12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65"/>
            <p:cNvSpPr/>
            <p:nvPr/>
          </p:nvSpPr>
          <p:spPr>
            <a:xfrm flipH="1">
              <a:off x="5775687" y="1221166"/>
              <a:ext cx="44246" cy="134351"/>
            </a:xfrm>
            <a:custGeom>
              <a:avLst/>
              <a:gdLst/>
              <a:ahLst/>
              <a:cxnLst/>
              <a:rect l="l" t="t" r="r" b="b"/>
              <a:pathLst>
                <a:path w="329" h="999" extrusionOk="0">
                  <a:moveTo>
                    <a:pt x="79" y="0"/>
                  </a:moveTo>
                  <a:cubicBezTo>
                    <a:pt x="70" y="0"/>
                    <a:pt x="61" y="1"/>
                    <a:pt x="52" y="2"/>
                  </a:cubicBezTo>
                  <a:lnTo>
                    <a:pt x="36" y="10"/>
                  </a:lnTo>
                  <a:cubicBezTo>
                    <a:pt x="12" y="30"/>
                    <a:pt x="0" y="62"/>
                    <a:pt x="0" y="94"/>
                  </a:cubicBezTo>
                  <a:cubicBezTo>
                    <a:pt x="8" y="142"/>
                    <a:pt x="32" y="190"/>
                    <a:pt x="72" y="218"/>
                  </a:cubicBezTo>
                  <a:cubicBezTo>
                    <a:pt x="96" y="234"/>
                    <a:pt x="124" y="250"/>
                    <a:pt x="152" y="258"/>
                  </a:cubicBezTo>
                  <a:cubicBezTo>
                    <a:pt x="180" y="270"/>
                    <a:pt x="204" y="282"/>
                    <a:pt x="228" y="298"/>
                  </a:cubicBezTo>
                  <a:lnTo>
                    <a:pt x="236" y="294"/>
                  </a:lnTo>
                  <a:lnTo>
                    <a:pt x="236" y="294"/>
                  </a:lnTo>
                  <a:cubicBezTo>
                    <a:pt x="252" y="406"/>
                    <a:pt x="248" y="522"/>
                    <a:pt x="216" y="634"/>
                  </a:cubicBezTo>
                  <a:cubicBezTo>
                    <a:pt x="184" y="738"/>
                    <a:pt x="140" y="838"/>
                    <a:pt x="84" y="934"/>
                  </a:cubicBezTo>
                  <a:cubicBezTo>
                    <a:pt x="96" y="954"/>
                    <a:pt x="108" y="974"/>
                    <a:pt x="124" y="998"/>
                  </a:cubicBezTo>
                  <a:cubicBezTo>
                    <a:pt x="192" y="890"/>
                    <a:pt x="248" y="774"/>
                    <a:pt x="284" y="650"/>
                  </a:cubicBezTo>
                  <a:cubicBezTo>
                    <a:pt x="328" y="494"/>
                    <a:pt x="324" y="330"/>
                    <a:pt x="276" y="178"/>
                  </a:cubicBezTo>
                  <a:cubicBezTo>
                    <a:pt x="260" y="130"/>
                    <a:pt x="236" y="86"/>
                    <a:pt x="200" y="50"/>
                  </a:cubicBezTo>
                  <a:cubicBezTo>
                    <a:pt x="170" y="17"/>
                    <a:pt x="123" y="0"/>
                    <a:pt x="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65"/>
            <p:cNvSpPr/>
            <p:nvPr/>
          </p:nvSpPr>
          <p:spPr>
            <a:xfrm flipH="1">
              <a:off x="5824639" y="1186335"/>
              <a:ext cx="23804" cy="121843"/>
            </a:xfrm>
            <a:custGeom>
              <a:avLst/>
              <a:gdLst/>
              <a:ahLst/>
              <a:cxnLst/>
              <a:rect l="l" t="t" r="r" b="b"/>
              <a:pathLst>
                <a:path w="177" h="906" extrusionOk="0">
                  <a:moveTo>
                    <a:pt x="65" y="1"/>
                  </a:moveTo>
                  <a:cubicBezTo>
                    <a:pt x="38" y="1"/>
                    <a:pt x="8" y="22"/>
                    <a:pt x="4" y="69"/>
                  </a:cubicBezTo>
                  <a:cubicBezTo>
                    <a:pt x="0" y="125"/>
                    <a:pt x="0" y="181"/>
                    <a:pt x="12" y="233"/>
                  </a:cubicBezTo>
                  <a:cubicBezTo>
                    <a:pt x="12" y="253"/>
                    <a:pt x="16" y="273"/>
                    <a:pt x="16" y="293"/>
                  </a:cubicBezTo>
                  <a:cubicBezTo>
                    <a:pt x="28" y="397"/>
                    <a:pt x="44" y="497"/>
                    <a:pt x="72" y="597"/>
                  </a:cubicBezTo>
                  <a:cubicBezTo>
                    <a:pt x="64" y="617"/>
                    <a:pt x="64" y="641"/>
                    <a:pt x="76" y="661"/>
                  </a:cubicBezTo>
                  <a:cubicBezTo>
                    <a:pt x="80" y="669"/>
                    <a:pt x="80" y="677"/>
                    <a:pt x="80" y="689"/>
                  </a:cubicBezTo>
                  <a:cubicBezTo>
                    <a:pt x="80" y="705"/>
                    <a:pt x="72" y="717"/>
                    <a:pt x="64" y="729"/>
                  </a:cubicBezTo>
                  <a:cubicBezTo>
                    <a:pt x="56" y="741"/>
                    <a:pt x="52" y="753"/>
                    <a:pt x="48" y="765"/>
                  </a:cubicBezTo>
                  <a:cubicBezTo>
                    <a:pt x="40" y="781"/>
                    <a:pt x="36" y="801"/>
                    <a:pt x="36" y="817"/>
                  </a:cubicBezTo>
                  <a:lnTo>
                    <a:pt x="36" y="829"/>
                  </a:lnTo>
                  <a:cubicBezTo>
                    <a:pt x="36" y="833"/>
                    <a:pt x="36" y="833"/>
                    <a:pt x="36" y="837"/>
                  </a:cubicBezTo>
                  <a:cubicBezTo>
                    <a:pt x="36" y="837"/>
                    <a:pt x="40" y="841"/>
                    <a:pt x="40" y="845"/>
                  </a:cubicBezTo>
                  <a:lnTo>
                    <a:pt x="88" y="905"/>
                  </a:lnTo>
                  <a:cubicBezTo>
                    <a:pt x="92" y="885"/>
                    <a:pt x="100" y="865"/>
                    <a:pt x="104" y="841"/>
                  </a:cubicBezTo>
                  <a:lnTo>
                    <a:pt x="104" y="829"/>
                  </a:lnTo>
                  <a:cubicBezTo>
                    <a:pt x="108" y="813"/>
                    <a:pt x="112" y="801"/>
                    <a:pt x="116" y="789"/>
                  </a:cubicBezTo>
                  <a:cubicBezTo>
                    <a:pt x="120" y="777"/>
                    <a:pt x="124" y="769"/>
                    <a:pt x="128" y="761"/>
                  </a:cubicBezTo>
                  <a:cubicBezTo>
                    <a:pt x="144" y="737"/>
                    <a:pt x="152" y="713"/>
                    <a:pt x="152" y="685"/>
                  </a:cubicBezTo>
                  <a:cubicBezTo>
                    <a:pt x="152" y="669"/>
                    <a:pt x="148" y="653"/>
                    <a:pt x="144" y="637"/>
                  </a:cubicBezTo>
                  <a:cubicBezTo>
                    <a:pt x="136" y="621"/>
                    <a:pt x="136" y="617"/>
                    <a:pt x="136" y="613"/>
                  </a:cubicBezTo>
                  <a:lnTo>
                    <a:pt x="140" y="601"/>
                  </a:lnTo>
                  <a:lnTo>
                    <a:pt x="136" y="589"/>
                  </a:lnTo>
                  <a:cubicBezTo>
                    <a:pt x="112" y="493"/>
                    <a:pt x="92" y="389"/>
                    <a:pt x="84" y="289"/>
                  </a:cubicBezTo>
                  <a:cubicBezTo>
                    <a:pt x="84" y="281"/>
                    <a:pt x="84" y="269"/>
                    <a:pt x="84" y="261"/>
                  </a:cubicBezTo>
                  <a:cubicBezTo>
                    <a:pt x="140" y="237"/>
                    <a:pt x="176" y="177"/>
                    <a:pt x="176" y="117"/>
                  </a:cubicBezTo>
                  <a:cubicBezTo>
                    <a:pt x="172" y="57"/>
                    <a:pt x="128" y="9"/>
                    <a:pt x="72" y="1"/>
                  </a:cubicBezTo>
                  <a:cubicBezTo>
                    <a:pt x="70" y="1"/>
                    <a:pt x="67" y="1"/>
                    <a:pt x="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65"/>
            <p:cNvSpPr/>
            <p:nvPr/>
          </p:nvSpPr>
          <p:spPr>
            <a:xfrm flipH="1">
              <a:off x="5663257" y="1165489"/>
              <a:ext cx="128164" cy="243283"/>
            </a:xfrm>
            <a:custGeom>
              <a:avLst/>
              <a:gdLst/>
              <a:ahLst/>
              <a:cxnLst/>
              <a:rect l="l" t="t" r="r" b="b"/>
              <a:pathLst>
                <a:path w="953" h="1809" extrusionOk="0">
                  <a:moveTo>
                    <a:pt x="849" y="69"/>
                  </a:moveTo>
                  <a:cubicBezTo>
                    <a:pt x="849" y="69"/>
                    <a:pt x="850" y="70"/>
                    <a:pt x="852" y="72"/>
                  </a:cubicBezTo>
                  <a:cubicBezTo>
                    <a:pt x="856" y="72"/>
                    <a:pt x="860" y="72"/>
                    <a:pt x="864" y="76"/>
                  </a:cubicBezTo>
                  <a:cubicBezTo>
                    <a:pt x="876" y="84"/>
                    <a:pt x="884" y="100"/>
                    <a:pt x="884" y="112"/>
                  </a:cubicBezTo>
                  <a:cubicBezTo>
                    <a:pt x="876" y="148"/>
                    <a:pt x="856" y="176"/>
                    <a:pt x="828" y="192"/>
                  </a:cubicBezTo>
                  <a:cubicBezTo>
                    <a:pt x="788" y="224"/>
                    <a:pt x="744" y="248"/>
                    <a:pt x="696" y="260"/>
                  </a:cubicBezTo>
                  <a:cubicBezTo>
                    <a:pt x="724" y="196"/>
                    <a:pt x="768" y="136"/>
                    <a:pt x="824" y="92"/>
                  </a:cubicBezTo>
                  <a:cubicBezTo>
                    <a:pt x="828" y="80"/>
                    <a:pt x="836" y="76"/>
                    <a:pt x="848" y="72"/>
                  </a:cubicBezTo>
                  <a:cubicBezTo>
                    <a:pt x="848" y="70"/>
                    <a:pt x="848" y="69"/>
                    <a:pt x="849" y="69"/>
                  </a:cubicBezTo>
                  <a:close/>
                  <a:moveTo>
                    <a:pt x="852" y="0"/>
                  </a:moveTo>
                  <a:cubicBezTo>
                    <a:pt x="842" y="0"/>
                    <a:pt x="833" y="2"/>
                    <a:pt x="824" y="4"/>
                  </a:cubicBezTo>
                  <a:cubicBezTo>
                    <a:pt x="804" y="12"/>
                    <a:pt x="788" y="24"/>
                    <a:pt x="772" y="40"/>
                  </a:cubicBezTo>
                  <a:cubicBezTo>
                    <a:pt x="664" y="120"/>
                    <a:pt x="604" y="248"/>
                    <a:pt x="608" y="384"/>
                  </a:cubicBezTo>
                  <a:cubicBezTo>
                    <a:pt x="608" y="396"/>
                    <a:pt x="608" y="412"/>
                    <a:pt x="608" y="428"/>
                  </a:cubicBezTo>
                  <a:cubicBezTo>
                    <a:pt x="588" y="668"/>
                    <a:pt x="440" y="880"/>
                    <a:pt x="296" y="1088"/>
                  </a:cubicBezTo>
                  <a:lnTo>
                    <a:pt x="256" y="1144"/>
                  </a:lnTo>
                  <a:cubicBezTo>
                    <a:pt x="148" y="1308"/>
                    <a:pt x="36" y="1492"/>
                    <a:pt x="0" y="1684"/>
                  </a:cubicBezTo>
                  <a:cubicBezTo>
                    <a:pt x="4" y="1688"/>
                    <a:pt x="4" y="1696"/>
                    <a:pt x="8" y="1704"/>
                  </a:cubicBezTo>
                  <a:cubicBezTo>
                    <a:pt x="24" y="1736"/>
                    <a:pt x="40" y="1772"/>
                    <a:pt x="56" y="1808"/>
                  </a:cubicBezTo>
                  <a:cubicBezTo>
                    <a:pt x="60" y="1584"/>
                    <a:pt x="188" y="1368"/>
                    <a:pt x="316" y="1184"/>
                  </a:cubicBezTo>
                  <a:lnTo>
                    <a:pt x="356" y="1128"/>
                  </a:lnTo>
                  <a:cubicBezTo>
                    <a:pt x="500" y="912"/>
                    <a:pt x="656" y="692"/>
                    <a:pt x="676" y="432"/>
                  </a:cubicBezTo>
                  <a:cubicBezTo>
                    <a:pt x="676" y="416"/>
                    <a:pt x="676" y="400"/>
                    <a:pt x="680" y="384"/>
                  </a:cubicBezTo>
                  <a:cubicBezTo>
                    <a:pt x="684" y="364"/>
                    <a:pt x="680" y="348"/>
                    <a:pt x="684" y="332"/>
                  </a:cubicBezTo>
                  <a:cubicBezTo>
                    <a:pt x="752" y="320"/>
                    <a:pt x="816" y="292"/>
                    <a:pt x="872" y="248"/>
                  </a:cubicBezTo>
                  <a:cubicBezTo>
                    <a:pt x="916" y="216"/>
                    <a:pt x="948" y="168"/>
                    <a:pt x="952" y="112"/>
                  </a:cubicBezTo>
                  <a:cubicBezTo>
                    <a:pt x="952" y="76"/>
                    <a:pt x="936" y="40"/>
                    <a:pt x="908" y="20"/>
                  </a:cubicBezTo>
                  <a:cubicBezTo>
                    <a:pt x="892" y="7"/>
                    <a:pt x="872" y="0"/>
                    <a:pt x="85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65"/>
            <p:cNvSpPr/>
            <p:nvPr/>
          </p:nvSpPr>
          <p:spPr>
            <a:xfrm flipH="1">
              <a:off x="5621836" y="1292847"/>
              <a:ext cx="136233" cy="175637"/>
            </a:xfrm>
            <a:custGeom>
              <a:avLst/>
              <a:gdLst/>
              <a:ahLst/>
              <a:cxnLst/>
              <a:rect l="l" t="t" r="r" b="b"/>
              <a:pathLst>
                <a:path w="1013" h="1306" extrusionOk="0">
                  <a:moveTo>
                    <a:pt x="904" y="69"/>
                  </a:moveTo>
                  <a:cubicBezTo>
                    <a:pt x="912" y="69"/>
                    <a:pt x="916" y="69"/>
                    <a:pt x="924" y="73"/>
                  </a:cubicBezTo>
                  <a:cubicBezTo>
                    <a:pt x="932" y="81"/>
                    <a:pt x="936" y="89"/>
                    <a:pt x="940" y="101"/>
                  </a:cubicBezTo>
                  <a:cubicBezTo>
                    <a:pt x="940" y="121"/>
                    <a:pt x="936" y="141"/>
                    <a:pt x="924" y="157"/>
                  </a:cubicBezTo>
                  <a:cubicBezTo>
                    <a:pt x="900" y="181"/>
                    <a:pt x="868" y="201"/>
                    <a:pt x="836" y="213"/>
                  </a:cubicBezTo>
                  <a:lnTo>
                    <a:pt x="836" y="205"/>
                  </a:lnTo>
                  <a:cubicBezTo>
                    <a:pt x="836" y="169"/>
                    <a:pt x="840" y="133"/>
                    <a:pt x="852" y="97"/>
                  </a:cubicBezTo>
                  <a:cubicBezTo>
                    <a:pt x="864" y="81"/>
                    <a:pt x="884" y="69"/>
                    <a:pt x="904" y="69"/>
                  </a:cubicBezTo>
                  <a:close/>
                  <a:moveTo>
                    <a:pt x="900" y="1"/>
                  </a:moveTo>
                  <a:cubicBezTo>
                    <a:pt x="860" y="1"/>
                    <a:pt x="822" y="19"/>
                    <a:pt x="796" y="53"/>
                  </a:cubicBezTo>
                  <a:cubicBezTo>
                    <a:pt x="772" y="101"/>
                    <a:pt x="764" y="153"/>
                    <a:pt x="768" y="205"/>
                  </a:cubicBezTo>
                  <a:lnTo>
                    <a:pt x="768" y="237"/>
                  </a:lnTo>
                  <a:cubicBezTo>
                    <a:pt x="636" y="277"/>
                    <a:pt x="516" y="341"/>
                    <a:pt x="408" y="425"/>
                  </a:cubicBezTo>
                  <a:cubicBezTo>
                    <a:pt x="288" y="529"/>
                    <a:pt x="212" y="669"/>
                    <a:pt x="192" y="825"/>
                  </a:cubicBezTo>
                  <a:cubicBezTo>
                    <a:pt x="188" y="845"/>
                    <a:pt x="184" y="865"/>
                    <a:pt x="184" y="885"/>
                  </a:cubicBezTo>
                  <a:cubicBezTo>
                    <a:pt x="180" y="913"/>
                    <a:pt x="176" y="945"/>
                    <a:pt x="172" y="973"/>
                  </a:cubicBezTo>
                  <a:cubicBezTo>
                    <a:pt x="140" y="1077"/>
                    <a:pt x="80" y="1169"/>
                    <a:pt x="0" y="1237"/>
                  </a:cubicBezTo>
                  <a:cubicBezTo>
                    <a:pt x="8" y="1257"/>
                    <a:pt x="20" y="1281"/>
                    <a:pt x="28" y="1305"/>
                  </a:cubicBezTo>
                  <a:cubicBezTo>
                    <a:pt x="116" y="1221"/>
                    <a:pt x="208" y="1117"/>
                    <a:pt x="240" y="989"/>
                  </a:cubicBezTo>
                  <a:cubicBezTo>
                    <a:pt x="244" y="957"/>
                    <a:pt x="248" y="921"/>
                    <a:pt x="252" y="889"/>
                  </a:cubicBezTo>
                  <a:cubicBezTo>
                    <a:pt x="252" y="869"/>
                    <a:pt x="256" y="853"/>
                    <a:pt x="260" y="833"/>
                  </a:cubicBezTo>
                  <a:cubicBezTo>
                    <a:pt x="280" y="697"/>
                    <a:pt x="348" y="569"/>
                    <a:pt x="452" y="477"/>
                  </a:cubicBezTo>
                  <a:cubicBezTo>
                    <a:pt x="560" y="389"/>
                    <a:pt x="700" y="337"/>
                    <a:pt x="836" y="285"/>
                  </a:cubicBezTo>
                  <a:cubicBezTo>
                    <a:pt x="892" y="273"/>
                    <a:pt x="940" y="241"/>
                    <a:pt x="980" y="201"/>
                  </a:cubicBezTo>
                  <a:cubicBezTo>
                    <a:pt x="1004" y="169"/>
                    <a:pt x="1012" y="129"/>
                    <a:pt x="1008" y="89"/>
                  </a:cubicBezTo>
                  <a:cubicBezTo>
                    <a:pt x="1004" y="61"/>
                    <a:pt x="988" y="33"/>
                    <a:pt x="964" y="17"/>
                  </a:cubicBezTo>
                  <a:cubicBezTo>
                    <a:pt x="943" y="6"/>
                    <a:pt x="921" y="1"/>
                    <a:pt x="90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65"/>
            <p:cNvSpPr/>
            <p:nvPr/>
          </p:nvSpPr>
          <p:spPr>
            <a:xfrm flipH="1">
              <a:off x="5573422" y="1361300"/>
              <a:ext cx="171737" cy="165282"/>
            </a:xfrm>
            <a:custGeom>
              <a:avLst/>
              <a:gdLst/>
              <a:ahLst/>
              <a:cxnLst/>
              <a:rect l="l" t="t" r="r" b="b"/>
              <a:pathLst>
                <a:path w="1277" h="1229" extrusionOk="0">
                  <a:moveTo>
                    <a:pt x="1168" y="68"/>
                  </a:moveTo>
                  <a:cubicBezTo>
                    <a:pt x="1180" y="72"/>
                    <a:pt x="1192" y="80"/>
                    <a:pt x="1196" y="92"/>
                  </a:cubicBezTo>
                  <a:cubicBezTo>
                    <a:pt x="1200" y="92"/>
                    <a:pt x="1204" y="100"/>
                    <a:pt x="1200" y="104"/>
                  </a:cubicBezTo>
                  <a:lnTo>
                    <a:pt x="1200" y="108"/>
                  </a:lnTo>
                  <a:cubicBezTo>
                    <a:pt x="1180" y="120"/>
                    <a:pt x="1156" y="132"/>
                    <a:pt x="1136" y="140"/>
                  </a:cubicBezTo>
                  <a:cubicBezTo>
                    <a:pt x="1120" y="144"/>
                    <a:pt x="1108" y="152"/>
                    <a:pt x="1096" y="156"/>
                  </a:cubicBezTo>
                  <a:cubicBezTo>
                    <a:pt x="1096" y="152"/>
                    <a:pt x="1100" y="144"/>
                    <a:pt x="1100" y="136"/>
                  </a:cubicBezTo>
                  <a:cubicBezTo>
                    <a:pt x="1112" y="104"/>
                    <a:pt x="1136" y="72"/>
                    <a:pt x="1168" y="68"/>
                  </a:cubicBezTo>
                  <a:close/>
                  <a:moveTo>
                    <a:pt x="1164" y="0"/>
                  </a:moveTo>
                  <a:cubicBezTo>
                    <a:pt x="1100" y="4"/>
                    <a:pt x="1048" y="52"/>
                    <a:pt x="1036" y="112"/>
                  </a:cubicBezTo>
                  <a:cubicBezTo>
                    <a:pt x="1024" y="144"/>
                    <a:pt x="1020" y="180"/>
                    <a:pt x="1020" y="216"/>
                  </a:cubicBezTo>
                  <a:cubicBezTo>
                    <a:pt x="1020" y="220"/>
                    <a:pt x="1020" y="224"/>
                    <a:pt x="1020" y="228"/>
                  </a:cubicBezTo>
                  <a:cubicBezTo>
                    <a:pt x="1020" y="240"/>
                    <a:pt x="1020" y="248"/>
                    <a:pt x="1016" y="256"/>
                  </a:cubicBezTo>
                  <a:cubicBezTo>
                    <a:pt x="996" y="444"/>
                    <a:pt x="844" y="588"/>
                    <a:pt x="716" y="676"/>
                  </a:cubicBezTo>
                  <a:cubicBezTo>
                    <a:pt x="660" y="716"/>
                    <a:pt x="600" y="752"/>
                    <a:pt x="540" y="788"/>
                  </a:cubicBezTo>
                  <a:cubicBezTo>
                    <a:pt x="440" y="848"/>
                    <a:pt x="340" y="916"/>
                    <a:pt x="252" y="992"/>
                  </a:cubicBezTo>
                  <a:lnTo>
                    <a:pt x="216" y="1024"/>
                  </a:lnTo>
                  <a:cubicBezTo>
                    <a:pt x="152" y="1084"/>
                    <a:pt x="88" y="1144"/>
                    <a:pt x="16" y="1156"/>
                  </a:cubicBezTo>
                  <a:lnTo>
                    <a:pt x="8" y="1192"/>
                  </a:lnTo>
                  <a:cubicBezTo>
                    <a:pt x="4" y="1204"/>
                    <a:pt x="4" y="1216"/>
                    <a:pt x="0" y="1228"/>
                  </a:cubicBezTo>
                  <a:cubicBezTo>
                    <a:pt x="104" y="1224"/>
                    <a:pt x="188" y="1144"/>
                    <a:pt x="264" y="1076"/>
                  </a:cubicBezTo>
                  <a:cubicBezTo>
                    <a:pt x="276" y="1064"/>
                    <a:pt x="288" y="1052"/>
                    <a:pt x="296" y="1044"/>
                  </a:cubicBezTo>
                  <a:cubicBezTo>
                    <a:pt x="384" y="968"/>
                    <a:pt x="480" y="904"/>
                    <a:pt x="576" y="848"/>
                  </a:cubicBezTo>
                  <a:cubicBezTo>
                    <a:pt x="636" y="812"/>
                    <a:pt x="700" y="772"/>
                    <a:pt x="756" y="732"/>
                  </a:cubicBezTo>
                  <a:cubicBezTo>
                    <a:pt x="892" y="636"/>
                    <a:pt x="1056" y="476"/>
                    <a:pt x="1084" y="264"/>
                  </a:cubicBezTo>
                  <a:lnTo>
                    <a:pt x="1084" y="240"/>
                  </a:lnTo>
                  <a:cubicBezTo>
                    <a:pt x="1108" y="224"/>
                    <a:pt x="1132" y="212"/>
                    <a:pt x="1160" y="200"/>
                  </a:cubicBezTo>
                  <a:cubicBezTo>
                    <a:pt x="1192" y="192"/>
                    <a:pt x="1224" y="172"/>
                    <a:pt x="1248" y="152"/>
                  </a:cubicBezTo>
                  <a:cubicBezTo>
                    <a:pt x="1272" y="124"/>
                    <a:pt x="1276" y="88"/>
                    <a:pt x="1260" y="56"/>
                  </a:cubicBezTo>
                  <a:cubicBezTo>
                    <a:pt x="1240" y="20"/>
                    <a:pt x="1204" y="0"/>
                    <a:pt x="116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65"/>
            <p:cNvSpPr/>
            <p:nvPr/>
          </p:nvSpPr>
          <p:spPr>
            <a:xfrm flipH="1">
              <a:off x="5517476" y="1431635"/>
              <a:ext cx="194331" cy="145513"/>
            </a:xfrm>
            <a:custGeom>
              <a:avLst/>
              <a:gdLst/>
              <a:ahLst/>
              <a:cxnLst/>
              <a:rect l="l" t="t" r="r" b="b"/>
              <a:pathLst>
                <a:path w="1445" h="1082" extrusionOk="0">
                  <a:moveTo>
                    <a:pt x="1296" y="65"/>
                  </a:moveTo>
                  <a:cubicBezTo>
                    <a:pt x="1328" y="69"/>
                    <a:pt x="1356" y="93"/>
                    <a:pt x="1364" y="125"/>
                  </a:cubicBezTo>
                  <a:cubicBezTo>
                    <a:pt x="1364" y="125"/>
                    <a:pt x="1364" y="129"/>
                    <a:pt x="1364" y="133"/>
                  </a:cubicBezTo>
                  <a:lnTo>
                    <a:pt x="1368" y="137"/>
                  </a:lnTo>
                  <a:cubicBezTo>
                    <a:pt x="1344" y="157"/>
                    <a:pt x="1316" y="173"/>
                    <a:pt x="1288" y="185"/>
                  </a:cubicBezTo>
                  <a:cubicBezTo>
                    <a:pt x="1260" y="185"/>
                    <a:pt x="1228" y="181"/>
                    <a:pt x="1200" y="173"/>
                  </a:cubicBezTo>
                  <a:cubicBezTo>
                    <a:pt x="1184" y="169"/>
                    <a:pt x="1172" y="165"/>
                    <a:pt x="1152" y="161"/>
                  </a:cubicBezTo>
                  <a:cubicBezTo>
                    <a:pt x="1164" y="141"/>
                    <a:pt x="1176" y="125"/>
                    <a:pt x="1196" y="109"/>
                  </a:cubicBezTo>
                  <a:cubicBezTo>
                    <a:pt x="1220" y="81"/>
                    <a:pt x="1256" y="69"/>
                    <a:pt x="1296" y="65"/>
                  </a:cubicBezTo>
                  <a:close/>
                  <a:moveTo>
                    <a:pt x="1291" y="1"/>
                  </a:moveTo>
                  <a:cubicBezTo>
                    <a:pt x="1236" y="1"/>
                    <a:pt x="1185" y="24"/>
                    <a:pt x="1148" y="61"/>
                  </a:cubicBezTo>
                  <a:cubicBezTo>
                    <a:pt x="1112" y="97"/>
                    <a:pt x="1080" y="145"/>
                    <a:pt x="1056" y="193"/>
                  </a:cubicBezTo>
                  <a:cubicBezTo>
                    <a:pt x="1020" y="269"/>
                    <a:pt x="968" y="333"/>
                    <a:pt x="904" y="381"/>
                  </a:cubicBezTo>
                  <a:lnTo>
                    <a:pt x="740" y="525"/>
                  </a:lnTo>
                  <a:cubicBezTo>
                    <a:pt x="640" y="613"/>
                    <a:pt x="532" y="705"/>
                    <a:pt x="428" y="789"/>
                  </a:cubicBezTo>
                  <a:lnTo>
                    <a:pt x="364" y="841"/>
                  </a:lnTo>
                  <a:cubicBezTo>
                    <a:pt x="312" y="877"/>
                    <a:pt x="264" y="913"/>
                    <a:pt x="212" y="949"/>
                  </a:cubicBezTo>
                  <a:cubicBezTo>
                    <a:pt x="200" y="957"/>
                    <a:pt x="184" y="965"/>
                    <a:pt x="172" y="973"/>
                  </a:cubicBezTo>
                  <a:lnTo>
                    <a:pt x="148" y="989"/>
                  </a:lnTo>
                  <a:lnTo>
                    <a:pt x="100" y="1017"/>
                  </a:lnTo>
                  <a:cubicBezTo>
                    <a:pt x="68" y="1037"/>
                    <a:pt x="32" y="1057"/>
                    <a:pt x="0" y="1073"/>
                  </a:cubicBezTo>
                  <a:lnTo>
                    <a:pt x="36" y="1073"/>
                  </a:lnTo>
                  <a:cubicBezTo>
                    <a:pt x="68" y="1073"/>
                    <a:pt x="104" y="1073"/>
                    <a:pt x="136" y="1081"/>
                  </a:cubicBezTo>
                  <a:cubicBezTo>
                    <a:pt x="164" y="1065"/>
                    <a:pt x="196" y="1045"/>
                    <a:pt x="224" y="1025"/>
                  </a:cubicBezTo>
                  <a:cubicBezTo>
                    <a:pt x="252" y="1009"/>
                    <a:pt x="280" y="989"/>
                    <a:pt x="308" y="969"/>
                  </a:cubicBezTo>
                  <a:cubicBezTo>
                    <a:pt x="336" y="949"/>
                    <a:pt x="364" y="929"/>
                    <a:pt x="392" y="909"/>
                  </a:cubicBezTo>
                  <a:lnTo>
                    <a:pt x="468" y="849"/>
                  </a:lnTo>
                  <a:cubicBezTo>
                    <a:pt x="468" y="845"/>
                    <a:pt x="472" y="845"/>
                    <a:pt x="476" y="841"/>
                  </a:cubicBezTo>
                  <a:cubicBezTo>
                    <a:pt x="504" y="821"/>
                    <a:pt x="528" y="801"/>
                    <a:pt x="556" y="777"/>
                  </a:cubicBezTo>
                  <a:cubicBezTo>
                    <a:pt x="632" y="713"/>
                    <a:pt x="712" y="645"/>
                    <a:pt x="788" y="577"/>
                  </a:cubicBezTo>
                  <a:lnTo>
                    <a:pt x="952" y="437"/>
                  </a:lnTo>
                  <a:cubicBezTo>
                    <a:pt x="992" y="401"/>
                    <a:pt x="1028" y="361"/>
                    <a:pt x="1064" y="321"/>
                  </a:cubicBezTo>
                  <a:cubicBezTo>
                    <a:pt x="1084" y="293"/>
                    <a:pt x="1100" y="261"/>
                    <a:pt x="1116" y="233"/>
                  </a:cubicBezTo>
                  <a:cubicBezTo>
                    <a:pt x="1140" y="233"/>
                    <a:pt x="1164" y="237"/>
                    <a:pt x="1184" y="245"/>
                  </a:cubicBezTo>
                  <a:cubicBezTo>
                    <a:pt x="1220" y="257"/>
                    <a:pt x="1256" y="261"/>
                    <a:pt x="1292" y="261"/>
                  </a:cubicBezTo>
                  <a:cubicBezTo>
                    <a:pt x="1344" y="245"/>
                    <a:pt x="1388" y="217"/>
                    <a:pt x="1424" y="181"/>
                  </a:cubicBezTo>
                  <a:cubicBezTo>
                    <a:pt x="1440" y="161"/>
                    <a:pt x="1444" y="137"/>
                    <a:pt x="1436" y="113"/>
                  </a:cubicBezTo>
                  <a:cubicBezTo>
                    <a:pt x="1420" y="53"/>
                    <a:pt x="1368" y="5"/>
                    <a:pt x="1304" y="1"/>
                  </a:cubicBezTo>
                  <a:cubicBezTo>
                    <a:pt x="1300" y="1"/>
                    <a:pt x="1296" y="1"/>
                    <a:pt x="1291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65"/>
            <p:cNvSpPr/>
            <p:nvPr/>
          </p:nvSpPr>
          <p:spPr>
            <a:xfrm flipH="1">
              <a:off x="5775687" y="1221166"/>
              <a:ext cx="44246" cy="134351"/>
            </a:xfrm>
            <a:custGeom>
              <a:avLst/>
              <a:gdLst/>
              <a:ahLst/>
              <a:cxnLst/>
              <a:rect l="l" t="t" r="r" b="b"/>
              <a:pathLst>
                <a:path w="329" h="999" extrusionOk="0">
                  <a:moveTo>
                    <a:pt x="87" y="70"/>
                  </a:moveTo>
                  <a:cubicBezTo>
                    <a:pt x="112" y="70"/>
                    <a:pt x="139" y="81"/>
                    <a:pt x="156" y="98"/>
                  </a:cubicBezTo>
                  <a:cubicBezTo>
                    <a:pt x="180" y="126"/>
                    <a:pt x="200" y="162"/>
                    <a:pt x="212" y="198"/>
                  </a:cubicBezTo>
                  <a:lnTo>
                    <a:pt x="216" y="214"/>
                  </a:lnTo>
                  <a:lnTo>
                    <a:pt x="180" y="194"/>
                  </a:lnTo>
                  <a:cubicBezTo>
                    <a:pt x="156" y="186"/>
                    <a:pt x="132" y="174"/>
                    <a:pt x="112" y="162"/>
                  </a:cubicBezTo>
                  <a:cubicBezTo>
                    <a:pt x="88" y="146"/>
                    <a:pt x="76" y="118"/>
                    <a:pt x="72" y="90"/>
                  </a:cubicBezTo>
                  <a:cubicBezTo>
                    <a:pt x="72" y="82"/>
                    <a:pt x="72" y="74"/>
                    <a:pt x="76" y="70"/>
                  </a:cubicBezTo>
                  <a:cubicBezTo>
                    <a:pt x="80" y="70"/>
                    <a:pt x="83" y="70"/>
                    <a:pt x="87" y="70"/>
                  </a:cubicBezTo>
                  <a:close/>
                  <a:moveTo>
                    <a:pt x="80" y="0"/>
                  </a:moveTo>
                  <a:cubicBezTo>
                    <a:pt x="71" y="0"/>
                    <a:pt x="61" y="1"/>
                    <a:pt x="52" y="2"/>
                  </a:cubicBezTo>
                  <a:lnTo>
                    <a:pt x="40" y="10"/>
                  </a:lnTo>
                  <a:cubicBezTo>
                    <a:pt x="16" y="30"/>
                    <a:pt x="0" y="62"/>
                    <a:pt x="4" y="94"/>
                  </a:cubicBezTo>
                  <a:cubicBezTo>
                    <a:pt x="8" y="142"/>
                    <a:pt x="36" y="190"/>
                    <a:pt x="76" y="218"/>
                  </a:cubicBezTo>
                  <a:cubicBezTo>
                    <a:pt x="100" y="234"/>
                    <a:pt x="128" y="250"/>
                    <a:pt x="156" y="258"/>
                  </a:cubicBezTo>
                  <a:cubicBezTo>
                    <a:pt x="184" y="270"/>
                    <a:pt x="208" y="282"/>
                    <a:pt x="232" y="298"/>
                  </a:cubicBezTo>
                  <a:lnTo>
                    <a:pt x="236" y="294"/>
                  </a:lnTo>
                  <a:lnTo>
                    <a:pt x="236" y="294"/>
                  </a:lnTo>
                  <a:cubicBezTo>
                    <a:pt x="256" y="406"/>
                    <a:pt x="248" y="522"/>
                    <a:pt x="216" y="634"/>
                  </a:cubicBezTo>
                  <a:cubicBezTo>
                    <a:pt x="188" y="738"/>
                    <a:pt x="144" y="838"/>
                    <a:pt x="84" y="934"/>
                  </a:cubicBezTo>
                  <a:cubicBezTo>
                    <a:pt x="100" y="954"/>
                    <a:pt x="112" y="974"/>
                    <a:pt x="124" y="998"/>
                  </a:cubicBezTo>
                  <a:cubicBezTo>
                    <a:pt x="196" y="890"/>
                    <a:pt x="248" y="774"/>
                    <a:pt x="284" y="650"/>
                  </a:cubicBezTo>
                  <a:cubicBezTo>
                    <a:pt x="328" y="494"/>
                    <a:pt x="324" y="330"/>
                    <a:pt x="276" y="178"/>
                  </a:cubicBezTo>
                  <a:cubicBezTo>
                    <a:pt x="260" y="130"/>
                    <a:pt x="236" y="86"/>
                    <a:pt x="204" y="50"/>
                  </a:cubicBezTo>
                  <a:cubicBezTo>
                    <a:pt x="171" y="17"/>
                    <a:pt x="126" y="0"/>
                    <a:pt x="8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65"/>
            <p:cNvSpPr/>
            <p:nvPr/>
          </p:nvSpPr>
          <p:spPr>
            <a:xfrm flipH="1">
              <a:off x="5823564" y="1185931"/>
              <a:ext cx="24342" cy="122247"/>
            </a:xfrm>
            <a:custGeom>
              <a:avLst/>
              <a:gdLst/>
              <a:ahLst/>
              <a:cxnLst/>
              <a:rect l="l" t="t" r="r" b="b"/>
              <a:pathLst>
                <a:path w="181" h="909" extrusionOk="0">
                  <a:moveTo>
                    <a:pt x="68" y="72"/>
                  </a:moveTo>
                  <a:cubicBezTo>
                    <a:pt x="88" y="80"/>
                    <a:pt x="100" y="100"/>
                    <a:pt x="104" y="120"/>
                  </a:cubicBezTo>
                  <a:cubicBezTo>
                    <a:pt x="104" y="148"/>
                    <a:pt x="92" y="172"/>
                    <a:pt x="72" y="188"/>
                  </a:cubicBezTo>
                  <a:cubicBezTo>
                    <a:pt x="68" y="152"/>
                    <a:pt x="64" y="116"/>
                    <a:pt x="68" y="80"/>
                  </a:cubicBezTo>
                  <a:cubicBezTo>
                    <a:pt x="68" y="76"/>
                    <a:pt x="68" y="72"/>
                    <a:pt x="68" y="72"/>
                  </a:cubicBezTo>
                  <a:close/>
                  <a:moveTo>
                    <a:pt x="72" y="0"/>
                  </a:moveTo>
                  <a:cubicBezTo>
                    <a:pt x="44" y="0"/>
                    <a:pt x="8" y="16"/>
                    <a:pt x="4" y="72"/>
                  </a:cubicBezTo>
                  <a:cubicBezTo>
                    <a:pt x="0" y="128"/>
                    <a:pt x="0" y="180"/>
                    <a:pt x="12" y="236"/>
                  </a:cubicBezTo>
                  <a:cubicBezTo>
                    <a:pt x="12" y="256"/>
                    <a:pt x="16" y="276"/>
                    <a:pt x="16" y="296"/>
                  </a:cubicBezTo>
                  <a:cubicBezTo>
                    <a:pt x="28" y="400"/>
                    <a:pt x="44" y="500"/>
                    <a:pt x="68" y="600"/>
                  </a:cubicBezTo>
                  <a:cubicBezTo>
                    <a:pt x="60" y="620"/>
                    <a:pt x="64" y="644"/>
                    <a:pt x="72" y="664"/>
                  </a:cubicBezTo>
                  <a:cubicBezTo>
                    <a:pt x="76" y="672"/>
                    <a:pt x="76" y="684"/>
                    <a:pt x="80" y="692"/>
                  </a:cubicBezTo>
                  <a:cubicBezTo>
                    <a:pt x="76" y="708"/>
                    <a:pt x="72" y="720"/>
                    <a:pt x="64" y="732"/>
                  </a:cubicBezTo>
                  <a:cubicBezTo>
                    <a:pt x="56" y="744"/>
                    <a:pt x="48" y="756"/>
                    <a:pt x="44" y="768"/>
                  </a:cubicBezTo>
                  <a:cubicBezTo>
                    <a:pt x="40" y="788"/>
                    <a:pt x="32" y="804"/>
                    <a:pt x="32" y="820"/>
                  </a:cubicBezTo>
                  <a:lnTo>
                    <a:pt x="32" y="832"/>
                  </a:lnTo>
                  <a:cubicBezTo>
                    <a:pt x="32" y="836"/>
                    <a:pt x="32" y="836"/>
                    <a:pt x="32" y="840"/>
                  </a:cubicBezTo>
                  <a:cubicBezTo>
                    <a:pt x="36" y="840"/>
                    <a:pt x="36" y="844"/>
                    <a:pt x="40" y="848"/>
                  </a:cubicBezTo>
                  <a:lnTo>
                    <a:pt x="84" y="908"/>
                  </a:lnTo>
                  <a:cubicBezTo>
                    <a:pt x="92" y="888"/>
                    <a:pt x="96" y="868"/>
                    <a:pt x="100" y="844"/>
                  </a:cubicBezTo>
                  <a:lnTo>
                    <a:pt x="104" y="832"/>
                  </a:lnTo>
                  <a:cubicBezTo>
                    <a:pt x="104" y="816"/>
                    <a:pt x="108" y="804"/>
                    <a:pt x="112" y="792"/>
                  </a:cubicBezTo>
                  <a:cubicBezTo>
                    <a:pt x="116" y="784"/>
                    <a:pt x="120" y="772"/>
                    <a:pt x="124" y="764"/>
                  </a:cubicBezTo>
                  <a:cubicBezTo>
                    <a:pt x="140" y="744"/>
                    <a:pt x="148" y="716"/>
                    <a:pt x="152" y="688"/>
                  </a:cubicBezTo>
                  <a:cubicBezTo>
                    <a:pt x="152" y="672"/>
                    <a:pt x="148" y="656"/>
                    <a:pt x="140" y="640"/>
                  </a:cubicBezTo>
                  <a:cubicBezTo>
                    <a:pt x="132" y="624"/>
                    <a:pt x="132" y="620"/>
                    <a:pt x="136" y="616"/>
                  </a:cubicBezTo>
                  <a:lnTo>
                    <a:pt x="140" y="604"/>
                  </a:lnTo>
                  <a:lnTo>
                    <a:pt x="136" y="592"/>
                  </a:lnTo>
                  <a:cubicBezTo>
                    <a:pt x="112" y="492"/>
                    <a:pt x="96" y="392"/>
                    <a:pt x="84" y="288"/>
                  </a:cubicBezTo>
                  <a:cubicBezTo>
                    <a:pt x="84" y="280"/>
                    <a:pt x="84" y="272"/>
                    <a:pt x="84" y="264"/>
                  </a:cubicBezTo>
                  <a:cubicBezTo>
                    <a:pt x="140" y="236"/>
                    <a:pt x="180" y="180"/>
                    <a:pt x="176" y="116"/>
                  </a:cubicBezTo>
                  <a:cubicBezTo>
                    <a:pt x="172" y="60"/>
                    <a:pt x="128" y="12"/>
                    <a:pt x="7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65"/>
            <p:cNvSpPr/>
            <p:nvPr/>
          </p:nvSpPr>
          <p:spPr>
            <a:xfrm flipH="1">
              <a:off x="4653544" y="1240935"/>
              <a:ext cx="1341757" cy="1055438"/>
            </a:xfrm>
            <a:custGeom>
              <a:avLst/>
              <a:gdLst/>
              <a:ahLst/>
              <a:cxnLst/>
              <a:rect l="l" t="t" r="r" b="b"/>
              <a:pathLst>
                <a:path w="9977" h="7848" extrusionOk="0">
                  <a:moveTo>
                    <a:pt x="996" y="0"/>
                  </a:moveTo>
                  <a:cubicBezTo>
                    <a:pt x="896" y="0"/>
                    <a:pt x="796" y="1"/>
                    <a:pt x="696" y="3"/>
                  </a:cubicBezTo>
                  <a:cubicBezTo>
                    <a:pt x="496" y="7"/>
                    <a:pt x="296" y="11"/>
                    <a:pt x="96" y="23"/>
                  </a:cubicBezTo>
                  <a:lnTo>
                    <a:pt x="0" y="31"/>
                  </a:lnTo>
                  <a:lnTo>
                    <a:pt x="80" y="91"/>
                  </a:lnTo>
                  <a:cubicBezTo>
                    <a:pt x="152" y="147"/>
                    <a:pt x="212" y="235"/>
                    <a:pt x="200" y="311"/>
                  </a:cubicBezTo>
                  <a:cubicBezTo>
                    <a:pt x="192" y="351"/>
                    <a:pt x="172" y="391"/>
                    <a:pt x="144" y="419"/>
                  </a:cubicBezTo>
                  <a:lnTo>
                    <a:pt x="140" y="427"/>
                  </a:lnTo>
                  <a:lnTo>
                    <a:pt x="128" y="435"/>
                  </a:lnTo>
                  <a:lnTo>
                    <a:pt x="116" y="451"/>
                  </a:lnTo>
                  <a:cubicBezTo>
                    <a:pt x="108" y="463"/>
                    <a:pt x="100" y="479"/>
                    <a:pt x="92" y="495"/>
                  </a:cubicBezTo>
                  <a:cubicBezTo>
                    <a:pt x="80" y="519"/>
                    <a:pt x="68" y="547"/>
                    <a:pt x="60" y="571"/>
                  </a:cubicBezTo>
                  <a:cubicBezTo>
                    <a:pt x="28" y="675"/>
                    <a:pt x="12" y="783"/>
                    <a:pt x="8" y="891"/>
                  </a:cubicBezTo>
                  <a:cubicBezTo>
                    <a:pt x="0" y="995"/>
                    <a:pt x="0" y="1099"/>
                    <a:pt x="8" y="1203"/>
                  </a:cubicBezTo>
                  <a:cubicBezTo>
                    <a:pt x="16" y="1415"/>
                    <a:pt x="52" y="1623"/>
                    <a:pt x="108" y="1827"/>
                  </a:cubicBezTo>
                  <a:cubicBezTo>
                    <a:pt x="136" y="1931"/>
                    <a:pt x="180" y="2031"/>
                    <a:pt x="236" y="2127"/>
                  </a:cubicBezTo>
                  <a:cubicBezTo>
                    <a:pt x="252" y="2151"/>
                    <a:pt x="268" y="2175"/>
                    <a:pt x="284" y="2195"/>
                  </a:cubicBezTo>
                  <a:cubicBezTo>
                    <a:pt x="304" y="2219"/>
                    <a:pt x="324" y="2239"/>
                    <a:pt x="344" y="2259"/>
                  </a:cubicBezTo>
                  <a:cubicBezTo>
                    <a:pt x="384" y="2295"/>
                    <a:pt x="420" y="2331"/>
                    <a:pt x="460" y="2363"/>
                  </a:cubicBezTo>
                  <a:cubicBezTo>
                    <a:pt x="620" y="2499"/>
                    <a:pt x="788" y="2623"/>
                    <a:pt x="968" y="2731"/>
                  </a:cubicBezTo>
                  <a:cubicBezTo>
                    <a:pt x="1144" y="2847"/>
                    <a:pt x="1340" y="2935"/>
                    <a:pt x="1544" y="2991"/>
                  </a:cubicBezTo>
                  <a:cubicBezTo>
                    <a:pt x="1596" y="3003"/>
                    <a:pt x="1652" y="3011"/>
                    <a:pt x="1708" y="3011"/>
                  </a:cubicBezTo>
                  <a:cubicBezTo>
                    <a:pt x="1756" y="3011"/>
                    <a:pt x="1808" y="3015"/>
                    <a:pt x="1856" y="3019"/>
                  </a:cubicBezTo>
                  <a:cubicBezTo>
                    <a:pt x="1956" y="3031"/>
                    <a:pt x="2052" y="3051"/>
                    <a:pt x="2148" y="3083"/>
                  </a:cubicBezTo>
                  <a:cubicBezTo>
                    <a:pt x="2244" y="3119"/>
                    <a:pt x="2332" y="3163"/>
                    <a:pt x="2416" y="3219"/>
                  </a:cubicBezTo>
                  <a:cubicBezTo>
                    <a:pt x="2476" y="3263"/>
                    <a:pt x="2532" y="3311"/>
                    <a:pt x="2584" y="3363"/>
                  </a:cubicBezTo>
                  <a:cubicBezTo>
                    <a:pt x="2384" y="3391"/>
                    <a:pt x="2200" y="3451"/>
                    <a:pt x="2016" y="3471"/>
                  </a:cubicBezTo>
                  <a:cubicBezTo>
                    <a:pt x="1964" y="3479"/>
                    <a:pt x="1912" y="3483"/>
                    <a:pt x="1860" y="3487"/>
                  </a:cubicBezTo>
                  <a:lnTo>
                    <a:pt x="1784" y="3487"/>
                  </a:lnTo>
                  <a:lnTo>
                    <a:pt x="1700" y="3479"/>
                  </a:lnTo>
                  <a:cubicBezTo>
                    <a:pt x="1596" y="3471"/>
                    <a:pt x="1484" y="3455"/>
                    <a:pt x="1376" y="3447"/>
                  </a:cubicBezTo>
                  <a:cubicBezTo>
                    <a:pt x="1274" y="3436"/>
                    <a:pt x="1171" y="3430"/>
                    <a:pt x="1068" y="3430"/>
                  </a:cubicBezTo>
                  <a:cubicBezTo>
                    <a:pt x="949" y="3430"/>
                    <a:pt x="830" y="3438"/>
                    <a:pt x="712" y="3455"/>
                  </a:cubicBezTo>
                  <a:cubicBezTo>
                    <a:pt x="604" y="3475"/>
                    <a:pt x="496" y="3511"/>
                    <a:pt x="400" y="3567"/>
                  </a:cubicBezTo>
                  <a:cubicBezTo>
                    <a:pt x="300" y="3624"/>
                    <a:pt x="220" y="3708"/>
                    <a:pt x="168" y="3804"/>
                  </a:cubicBezTo>
                  <a:cubicBezTo>
                    <a:pt x="156" y="3968"/>
                    <a:pt x="156" y="4128"/>
                    <a:pt x="164" y="4288"/>
                  </a:cubicBezTo>
                  <a:cubicBezTo>
                    <a:pt x="168" y="4372"/>
                    <a:pt x="172" y="4452"/>
                    <a:pt x="184" y="4532"/>
                  </a:cubicBezTo>
                  <a:cubicBezTo>
                    <a:pt x="188" y="4572"/>
                    <a:pt x="196" y="4612"/>
                    <a:pt x="204" y="4652"/>
                  </a:cubicBezTo>
                  <a:cubicBezTo>
                    <a:pt x="212" y="4692"/>
                    <a:pt x="220" y="4732"/>
                    <a:pt x="236" y="4776"/>
                  </a:cubicBezTo>
                  <a:cubicBezTo>
                    <a:pt x="240" y="4796"/>
                    <a:pt x="248" y="4816"/>
                    <a:pt x="256" y="4836"/>
                  </a:cubicBezTo>
                  <a:lnTo>
                    <a:pt x="280" y="4892"/>
                  </a:lnTo>
                  <a:lnTo>
                    <a:pt x="300" y="4944"/>
                  </a:lnTo>
                  <a:cubicBezTo>
                    <a:pt x="304" y="4960"/>
                    <a:pt x="308" y="4980"/>
                    <a:pt x="316" y="4996"/>
                  </a:cubicBezTo>
                  <a:cubicBezTo>
                    <a:pt x="324" y="5032"/>
                    <a:pt x="328" y="5068"/>
                    <a:pt x="328" y="5108"/>
                  </a:cubicBezTo>
                  <a:cubicBezTo>
                    <a:pt x="332" y="5144"/>
                    <a:pt x="332" y="5184"/>
                    <a:pt x="328" y="5220"/>
                  </a:cubicBezTo>
                  <a:cubicBezTo>
                    <a:pt x="324" y="5300"/>
                    <a:pt x="316" y="5376"/>
                    <a:pt x="300" y="5452"/>
                  </a:cubicBezTo>
                  <a:cubicBezTo>
                    <a:pt x="288" y="5488"/>
                    <a:pt x="280" y="5528"/>
                    <a:pt x="268" y="5564"/>
                  </a:cubicBezTo>
                  <a:cubicBezTo>
                    <a:pt x="260" y="5600"/>
                    <a:pt x="248" y="5640"/>
                    <a:pt x="232" y="5672"/>
                  </a:cubicBezTo>
                  <a:lnTo>
                    <a:pt x="200" y="5760"/>
                  </a:lnTo>
                  <a:lnTo>
                    <a:pt x="296" y="5752"/>
                  </a:lnTo>
                  <a:cubicBezTo>
                    <a:pt x="322" y="5750"/>
                    <a:pt x="348" y="5749"/>
                    <a:pt x="374" y="5749"/>
                  </a:cubicBezTo>
                  <a:cubicBezTo>
                    <a:pt x="552" y="5749"/>
                    <a:pt x="730" y="5796"/>
                    <a:pt x="884" y="5884"/>
                  </a:cubicBezTo>
                  <a:cubicBezTo>
                    <a:pt x="908" y="5896"/>
                    <a:pt x="924" y="5912"/>
                    <a:pt x="944" y="5924"/>
                  </a:cubicBezTo>
                  <a:cubicBezTo>
                    <a:pt x="964" y="5936"/>
                    <a:pt x="984" y="5960"/>
                    <a:pt x="1004" y="5976"/>
                  </a:cubicBezTo>
                  <a:lnTo>
                    <a:pt x="1012" y="5980"/>
                  </a:lnTo>
                  <a:cubicBezTo>
                    <a:pt x="1012" y="5980"/>
                    <a:pt x="1020" y="5984"/>
                    <a:pt x="1020" y="5988"/>
                  </a:cubicBezTo>
                  <a:lnTo>
                    <a:pt x="1040" y="6004"/>
                  </a:lnTo>
                  <a:cubicBezTo>
                    <a:pt x="1056" y="6016"/>
                    <a:pt x="1068" y="6024"/>
                    <a:pt x="1084" y="6032"/>
                  </a:cubicBezTo>
                  <a:cubicBezTo>
                    <a:pt x="1108" y="6044"/>
                    <a:pt x="1136" y="6060"/>
                    <a:pt x="1164" y="6068"/>
                  </a:cubicBezTo>
                  <a:cubicBezTo>
                    <a:pt x="1268" y="6112"/>
                    <a:pt x="1376" y="6144"/>
                    <a:pt x="1488" y="6168"/>
                  </a:cubicBezTo>
                  <a:cubicBezTo>
                    <a:pt x="1700" y="6220"/>
                    <a:pt x="1920" y="6260"/>
                    <a:pt x="2136" y="6288"/>
                  </a:cubicBezTo>
                  <a:cubicBezTo>
                    <a:pt x="2356" y="6316"/>
                    <a:pt x="2572" y="6336"/>
                    <a:pt x="2792" y="6356"/>
                  </a:cubicBezTo>
                  <a:cubicBezTo>
                    <a:pt x="3012" y="6372"/>
                    <a:pt x="3228" y="6384"/>
                    <a:pt x="3448" y="6388"/>
                  </a:cubicBezTo>
                  <a:cubicBezTo>
                    <a:pt x="3494" y="6389"/>
                    <a:pt x="3540" y="6390"/>
                    <a:pt x="3586" y="6390"/>
                  </a:cubicBezTo>
                  <a:cubicBezTo>
                    <a:pt x="3762" y="6390"/>
                    <a:pt x="3938" y="6379"/>
                    <a:pt x="4112" y="6360"/>
                  </a:cubicBezTo>
                  <a:cubicBezTo>
                    <a:pt x="4168" y="6352"/>
                    <a:pt x="4224" y="6340"/>
                    <a:pt x="4280" y="6320"/>
                  </a:cubicBezTo>
                  <a:cubicBezTo>
                    <a:pt x="4296" y="6312"/>
                    <a:pt x="4308" y="6308"/>
                    <a:pt x="4320" y="6300"/>
                  </a:cubicBezTo>
                  <a:lnTo>
                    <a:pt x="4328" y="6296"/>
                  </a:lnTo>
                  <a:lnTo>
                    <a:pt x="4332" y="6296"/>
                  </a:lnTo>
                  <a:lnTo>
                    <a:pt x="4340" y="6292"/>
                  </a:lnTo>
                  <a:lnTo>
                    <a:pt x="4344" y="6288"/>
                  </a:lnTo>
                  <a:lnTo>
                    <a:pt x="4360" y="6272"/>
                  </a:lnTo>
                  <a:cubicBezTo>
                    <a:pt x="4372" y="6264"/>
                    <a:pt x="4384" y="6252"/>
                    <a:pt x="4392" y="6240"/>
                  </a:cubicBezTo>
                  <a:lnTo>
                    <a:pt x="4420" y="6204"/>
                  </a:lnTo>
                  <a:cubicBezTo>
                    <a:pt x="4456" y="6152"/>
                    <a:pt x="4476" y="6092"/>
                    <a:pt x="4476" y="6032"/>
                  </a:cubicBezTo>
                  <a:cubicBezTo>
                    <a:pt x="4480" y="6004"/>
                    <a:pt x="4480" y="5976"/>
                    <a:pt x="4476" y="5948"/>
                  </a:cubicBezTo>
                  <a:lnTo>
                    <a:pt x="4476" y="5948"/>
                  </a:lnTo>
                  <a:lnTo>
                    <a:pt x="4532" y="5988"/>
                  </a:lnTo>
                  <a:cubicBezTo>
                    <a:pt x="4616" y="6056"/>
                    <a:pt x="4696" y="6132"/>
                    <a:pt x="4768" y="6216"/>
                  </a:cubicBezTo>
                  <a:cubicBezTo>
                    <a:pt x="4792" y="6244"/>
                    <a:pt x="4812" y="6272"/>
                    <a:pt x="4832" y="6304"/>
                  </a:cubicBezTo>
                  <a:cubicBezTo>
                    <a:pt x="4844" y="6320"/>
                    <a:pt x="4852" y="6336"/>
                    <a:pt x="4860" y="6352"/>
                  </a:cubicBezTo>
                  <a:cubicBezTo>
                    <a:pt x="4868" y="6372"/>
                    <a:pt x="4876" y="6388"/>
                    <a:pt x="4884" y="6408"/>
                  </a:cubicBezTo>
                  <a:cubicBezTo>
                    <a:pt x="4904" y="6496"/>
                    <a:pt x="4916" y="6584"/>
                    <a:pt x="4916" y="6672"/>
                  </a:cubicBezTo>
                  <a:cubicBezTo>
                    <a:pt x="4920" y="6780"/>
                    <a:pt x="4928" y="6892"/>
                    <a:pt x="4948" y="6996"/>
                  </a:cubicBezTo>
                  <a:cubicBezTo>
                    <a:pt x="4964" y="7060"/>
                    <a:pt x="4988" y="7120"/>
                    <a:pt x="5028" y="7172"/>
                  </a:cubicBezTo>
                  <a:cubicBezTo>
                    <a:pt x="5072" y="7232"/>
                    <a:pt x="5132" y="7272"/>
                    <a:pt x="5204" y="7292"/>
                  </a:cubicBezTo>
                  <a:cubicBezTo>
                    <a:pt x="5328" y="7328"/>
                    <a:pt x="5452" y="7344"/>
                    <a:pt x="5584" y="7372"/>
                  </a:cubicBezTo>
                  <a:cubicBezTo>
                    <a:pt x="5716" y="7396"/>
                    <a:pt x="5848" y="7416"/>
                    <a:pt x="5984" y="7444"/>
                  </a:cubicBezTo>
                  <a:cubicBezTo>
                    <a:pt x="6120" y="7472"/>
                    <a:pt x="6260" y="7500"/>
                    <a:pt x="6400" y="7540"/>
                  </a:cubicBezTo>
                  <a:cubicBezTo>
                    <a:pt x="6544" y="7576"/>
                    <a:pt x="6680" y="7632"/>
                    <a:pt x="6804" y="7704"/>
                  </a:cubicBezTo>
                  <a:cubicBezTo>
                    <a:pt x="6868" y="7744"/>
                    <a:pt x="6924" y="7792"/>
                    <a:pt x="6968" y="7848"/>
                  </a:cubicBezTo>
                  <a:lnTo>
                    <a:pt x="7308" y="7816"/>
                  </a:lnTo>
                  <a:cubicBezTo>
                    <a:pt x="7320" y="7736"/>
                    <a:pt x="7328" y="7652"/>
                    <a:pt x="7336" y="7572"/>
                  </a:cubicBezTo>
                  <a:cubicBezTo>
                    <a:pt x="7340" y="7492"/>
                    <a:pt x="7344" y="7412"/>
                    <a:pt x="7348" y="7332"/>
                  </a:cubicBezTo>
                  <a:cubicBezTo>
                    <a:pt x="7348" y="7288"/>
                    <a:pt x="7352" y="7248"/>
                    <a:pt x="7356" y="7208"/>
                  </a:cubicBezTo>
                  <a:cubicBezTo>
                    <a:pt x="7360" y="7168"/>
                    <a:pt x="7364" y="7132"/>
                    <a:pt x="7372" y="7092"/>
                  </a:cubicBezTo>
                  <a:cubicBezTo>
                    <a:pt x="7412" y="6936"/>
                    <a:pt x="7464" y="6780"/>
                    <a:pt x="7524" y="6632"/>
                  </a:cubicBezTo>
                  <a:cubicBezTo>
                    <a:pt x="7588" y="6476"/>
                    <a:pt x="7628" y="6312"/>
                    <a:pt x="7644" y="6144"/>
                  </a:cubicBezTo>
                  <a:cubicBezTo>
                    <a:pt x="7652" y="5968"/>
                    <a:pt x="7608" y="5796"/>
                    <a:pt x="7512" y="5648"/>
                  </a:cubicBezTo>
                  <a:cubicBezTo>
                    <a:pt x="7428" y="5520"/>
                    <a:pt x="7324" y="5408"/>
                    <a:pt x="7204" y="5312"/>
                  </a:cubicBezTo>
                  <a:lnTo>
                    <a:pt x="7204" y="5312"/>
                  </a:lnTo>
                  <a:cubicBezTo>
                    <a:pt x="7260" y="5320"/>
                    <a:pt x="7316" y="5328"/>
                    <a:pt x="7376" y="5332"/>
                  </a:cubicBezTo>
                  <a:lnTo>
                    <a:pt x="7484" y="5332"/>
                  </a:lnTo>
                  <a:cubicBezTo>
                    <a:pt x="7504" y="5332"/>
                    <a:pt x="7524" y="5328"/>
                    <a:pt x="7540" y="5324"/>
                  </a:cubicBezTo>
                  <a:cubicBezTo>
                    <a:pt x="7560" y="5324"/>
                    <a:pt x="7580" y="5316"/>
                    <a:pt x="7600" y="5312"/>
                  </a:cubicBezTo>
                  <a:cubicBezTo>
                    <a:pt x="7668" y="5284"/>
                    <a:pt x="7732" y="5256"/>
                    <a:pt x="7800" y="5220"/>
                  </a:cubicBezTo>
                  <a:cubicBezTo>
                    <a:pt x="7924" y="5152"/>
                    <a:pt x="8048" y="5080"/>
                    <a:pt x="8172" y="5008"/>
                  </a:cubicBezTo>
                  <a:lnTo>
                    <a:pt x="8536" y="4784"/>
                  </a:lnTo>
                  <a:cubicBezTo>
                    <a:pt x="8656" y="4712"/>
                    <a:pt x="8780" y="4636"/>
                    <a:pt x="8900" y="4564"/>
                  </a:cubicBezTo>
                  <a:cubicBezTo>
                    <a:pt x="8960" y="4532"/>
                    <a:pt x="9024" y="4496"/>
                    <a:pt x="9084" y="4464"/>
                  </a:cubicBezTo>
                  <a:cubicBezTo>
                    <a:pt x="9112" y="4452"/>
                    <a:pt x="9140" y="4436"/>
                    <a:pt x="9172" y="4420"/>
                  </a:cubicBezTo>
                  <a:lnTo>
                    <a:pt x="9272" y="4376"/>
                  </a:lnTo>
                  <a:cubicBezTo>
                    <a:pt x="9408" y="4308"/>
                    <a:pt x="9532" y="4220"/>
                    <a:pt x="9637" y="4116"/>
                  </a:cubicBezTo>
                  <a:cubicBezTo>
                    <a:pt x="9693" y="4064"/>
                    <a:pt x="9741" y="4012"/>
                    <a:pt x="9793" y="3956"/>
                  </a:cubicBezTo>
                  <a:cubicBezTo>
                    <a:pt x="9841" y="3904"/>
                    <a:pt x="9885" y="3848"/>
                    <a:pt x="9933" y="3788"/>
                  </a:cubicBezTo>
                  <a:lnTo>
                    <a:pt x="9977" y="3728"/>
                  </a:lnTo>
                  <a:lnTo>
                    <a:pt x="9909" y="3692"/>
                  </a:lnTo>
                  <a:cubicBezTo>
                    <a:pt x="9801" y="3632"/>
                    <a:pt x="9701" y="3567"/>
                    <a:pt x="9600" y="3499"/>
                  </a:cubicBezTo>
                  <a:cubicBezTo>
                    <a:pt x="9500" y="3427"/>
                    <a:pt x="9404" y="3355"/>
                    <a:pt x="9308" y="3275"/>
                  </a:cubicBezTo>
                  <a:cubicBezTo>
                    <a:pt x="9216" y="3195"/>
                    <a:pt x="9128" y="3111"/>
                    <a:pt x="9044" y="3023"/>
                  </a:cubicBezTo>
                  <a:cubicBezTo>
                    <a:pt x="9004" y="2979"/>
                    <a:pt x="8964" y="2927"/>
                    <a:pt x="8924" y="2883"/>
                  </a:cubicBezTo>
                  <a:lnTo>
                    <a:pt x="8864" y="2811"/>
                  </a:lnTo>
                  <a:lnTo>
                    <a:pt x="8796" y="2743"/>
                  </a:lnTo>
                  <a:cubicBezTo>
                    <a:pt x="8704" y="2655"/>
                    <a:pt x="8592" y="2583"/>
                    <a:pt x="8476" y="2535"/>
                  </a:cubicBezTo>
                  <a:cubicBezTo>
                    <a:pt x="8372" y="2497"/>
                    <a:pt x="8261" y="2474"/>
                    <a:pt x="8152" y="2474"/>
                  </a:cubicBezTo>
                  <a:cubicBezTo>
                    <a:pt x="8136" y="2474"/>
                    <a:pt x="8120" y="2474"/>
                    <a:pt x="8104" y="2475"/>
                  </a:cubicBezTo>
                  <a:cubicBezTo>
                    <a:pt x="7976" y="2479"/>
                    <a:pt x="7852" y="2499"/>
                    <a:pt x="7728" y="2535"/>
                  </a:cubicBezTo>
                  <a:cubicBezTo>
                    <a:pt x="7608" y="2571"/>
                    <a:pt x="7488" y="2611"/>
                    <a:pt x="7372" y="2655"/>
                  </a:cubicBezTo>
                  <a:cubicBezTo>
                    <a:pt x="7260" y="2699"/>
                    <a:pt x="7144" y="2747"/>
                    <a:pt x="7028" y="2783"/>
                  </a:cubicBezTo>
                  <a:cubicBezTo>
                    <a:pt x="6912" y="2823"/>
                    <a:pt x="6796" y="2847"/>
                    <a:pt x="6676" y="2851"/>
                  </a:cubicBezTo>
                  <a:cubicBezTo>
                    <a:pt x="6560" y="2851"/>
                    <a:pt x="6440" y="2835"/>
                    <a:pt x="6328" y="2803"/>
                  </a:cubicBezTo>
                  <a:cubicBezTo>
                    <a:pt x="6208" y="2775"/>
                    <a:pt x="6092" y="2739"/>
                    <a:pt x="5972" y="2703"/>
                  </a:cubicBezTo>
                  <a:cubicBezTo>
                    <a:pt x="5960" y="2699"/>
                    <a:pt x="5952" y="2699"/>
                    <a:pt x="5940" y="2695"/>
                  </a:cubicBezTo>
                  <a:cubicBezTo>
                    <a:pt x="6052" y="2591"/>
                    <a:pt x="6180" y="2511"/>
                    <a:pt x="6316" y="2447"/>
                  </a:cubicBezTo>
                  <a:cubicBezTo>
                    <a:pt x="6392" y="2415"/>
                    <a:pt x="6476" y="2395"/>
                    <a:pt x="6564" y="2391"/>
                  </a:cubicBezTo>
                  <a:lnTo>
                    <a:pt x="6632" y="2387"/>
                  </a:lnTo>
                  <a:cubicBezTo>
                    <a:pt x="6652" y="2383"/>
                    <a:pt x="6680" y="2379"/>
                    <a:pt x="6704" y="2375"/>
                  </a:cubicBezTo>
                  <a:cubicBezTo>
                    <a:pt x="6724" y="2371"/>
                    <a:pt x="6748" y="2363"/>
                    <a:pt x="6772" y="2355"/>
                  </a:cubicBezTo>
                  <a:cubicBezTo>
                    <a:pt x="6796" y="2347"/>
                    <a:pt x="6820" y="2339"/>
                    <a:pt x="6840" y="2327"/>
                  </a:cubicBezTo>
                  <a:cubicBezTo>
                    <a:pt x="6932" y="2279"/>
                    <a:pt x="7004" y="2207"/>
                    <a:pt x="7048" y="2115"/>
                  </a:cubicBezTo>
                  <a:cubicBezTo>
                    <a:pt x="7088" y="2019"/>
                    <a:pt x="7096" y="1911"/>
                    <a:pt x="7064" y="1815"/>
                  </a:cubicBezTo>
                  <a:cubicBezTo>
                    <a:pt x="7056" y="1791"/>
                    <a:pt x="7048" y="1767"/>
                    <a:pt x="7036" y="1743"/>
                  </a:cubicBezTo>
                  <a:cubicBezTo>
                    <a:pt x="7028" y="1719"/>
                    <a:pt x="7016" y="1699"/>
                    <a:pt x="7004" y="1679"/>
                  </a:cubicBezTo>
                  <a:cubicBezTo>
                    <a:pt x="7000" y="1675"/>
                    <a:pt x="7004" y="1675"/>
                    <a:pt x="6996" y="1667"/>
                  </a:cubicBezTo>
                  <a:lnTo>
                    <a:pt x="6992" y="1663"/>
                  </a:lnTo>
                  <a:lnTo>
                    <a:pt x="6980" y="1647"/>
                  </a:lnTo>
                  <a:lnTo>
                    <a:pt x="6960" y="1623"/>
                  </a:lnTo>
                  <a:cubicBezTo>
                    <a:pt x="6948" y="1603"/>
                    <a:pt x="6932" y="1583"/>
                    <a:pt x="6916" y="1567"/>
                  </a:cubicBezTo>
                  <a:cubicBezTo>
                    <a:pt x="6852" y="1499"/>
                    <a:pt x="6780" y="1439"/>
                    <a:pt x="6704" y="1387"/>
                  </a:cubicBezTo>
                  <a:cubicBezTo>
                    <a:pt x="6556" y="1279"/>
                    <a:pt x="6400" y="1195"/>
                    <a:pt x="6256" y="1099"/>
                  </a:cubicBezTo>
                  <a:cubicBezTo>
                    <a:pt x="6180" y="1055"/>
                    <a:pt x="6108" y="1003"/>
                    <a:pt x="6040" y="951"/>
                  </a:cubicBezTo>
                  <a:lnTo>
                    <a:pt x="5996" y="903"/>
                  </a:lnTo>
                  <a:cubicBezTo>
                    <a:pt x="5984" y="887"/>
                    <a:pt x="5968" y="875"/>
                    <a:pt x="5956" y="855"/>
                  </a:cubicBezTo>
                  <a:lnTo>
                    <a:pt x="5884" y="743"/>
                  </a:lnTo>
                  <a:cubicBezTo>
                    <a:pt x="5832" y="671"/>
                    <a:pt x="5780" y="599"/>
                    <a:pt x="5720" y="531"/>
                  </a:cubicBezTo>
                  <a:cubicBezTo>
                    <a:pt x="5656" y="463"/>
                    <a:pt x="5588" y="403"/>
                    <a:pt x="5512" y="355"/>
                  </a:cubicBezTo>
                  <a:cubicBezTo>
                    <a:pt x="5436" y="307"/>
                    <a:pt x="5352" y="267"/>
                    <a:pt x="5264" y="239"/>
                  </a:cubicBezTo>
                  <a:cubicBezTo>
                    <a:pt x="5180" y="211"/>
                    <a:pt x="5092" y="191"/>
                    <a:pt x="5000" y="179"/>
                  </a:cubicBezTo>
                  <a:lnTo>
                    <a:pt x="4964" y="175"/>
                  </a:lnTo>
                  <a:lnTo>
                    <a:pt x="4960" y="219"/>
                  </a:lnTo>
                  <a:cubicBezTo>
                    <a:pt x="4960" y="235"/>
                    <a:pt x="4952" y="247"/>
                    <a:pt x="4944" y="263"/>
                  </a:cubicBezTo>
                  <a:cubicBezTo>
                    <a:pt x="4932" y="275"/>
                    <a:pt x="4920" y="287"/>
                    <a:pt x="4908" y="295"/>
                  </a:cubicBezTo>
                  <a:cubicBezTo>
                    <a:pt x="4872" y="315"/>
                    <a:pt x="4836" y="327"/>
                    <a:pt x="4796" y="331"/>
                  </a:cubicBezTo>
                  <a:cubicBezTo>
                    <a:pt x="4756" y="339"/>
                    <a:pt x="4712" y="339"/>
                    <a:pt x="4672" y="339"/>
                  </a:cubicBezTo>
                  <a:cubicBezTo>
                    <a:pt x="4628" y="335"/>
                    <a:pt x="4584" y="331"/>
                    <a:pt x="4536" y="327"/>
                  </a:cubicBezTo>
                  <a:cubicBezTo>
                    <a:pt x="4520" y="327"/>
                    <a:pt x="4503" y="326"/>
                    <a:pt x="4487" y="326"/>
                  </a:cubicBezTo>
                  <a:cubicBezTo>
                    <a:pt x="4409" y="326"/>
                    <a:pt x="4332" y="334"/>
                    <a:pt x="4252" y="347"/>
                  </a:cubicBezTo>
                  <a:cubicBezTo>
                    <a:pt x="4068" y="379"/>
                    <a:pt x="3888" y="435"/>
                    <a:pt x="3720" y="515"/>
                  </a:cubicBezTo>
                  <a:cubicBezTo>
                    <a:pt x="3632" y="555"/>
                    <a:pt x="3552" y="611"/>
                    <a:pt x="3476" y="675"/>
                  </a:cubicBezTo>
                  <a:cubicBezTo>
                    <a:pt x="3436" y="715"/>
                    <a:pt x="3404" y="759"/>
                    <a:pt x="3380" y="811"/>
                  </a:cubicBezTo>
                  <a:cubicBezTo>
                    <a:pt x="3368" y="843"/>
                    <a:pt x="3364" y="879"/>
                    <a:pt x="3368" y="911"/>
                  </a:cubicBezTo>
                  <a:lnTo>
                    <a:pt x="3376" y="979"/>
                  </a:lnTo>
                  <a:cubicBezTo>
                    <a:pt x="3388" y="1075"/>
                    <a:pt x="3400" y="1163"/>
                    <a:pt x="3416" y="1255"/>
                  </a:cubicBezTo>
                  <a:lnTo>
                    <a:pt x="3508" y="1787"/>
                  </a:lnTo>
                  <a:cubicBezTo>
                    <a:pt x="3524" y="1875"/>
                    <a:pt x="3540" y="1967"/>
                    <a:pt x="3548" y="2047"/>
                  </a:cubicBezTo>
                  <a:cubicBezTo>
                    <a:pt x="3548" y="2071"/>
                    <a:pt x="3548" y="2091"/>
                    <a:pt x="3548" y="2111"/>
                  </a:cubicBezTo>
                  <a:cubicBezTo>
                    <a:pt x="3548" y="2131"/>
                    <a:pt x="3548" y="2151"/>
                    <a:pt x="3544" y="2175"/>
                  </a:cubicBezTo>
                  <a:lnTo>
                    <a:pt x="3544" y="2191"/>
                  </a:lnTo>
                  <a:cubicBezTo>
                    <a:pt x="3440" y="2055"/>
                    <a:pt x="3360" y="1911"/>
                    <a:pt x="3300" y="1755"/>
                  </a:cubicBezTo>
                  <a:cubicBezTo>
                    <a:pt x="3264" y="1663"/>
                    <a:pt x="3240" y="1567"/>
                    <a:pt x="3220" y="1475"/>
                  </a:cubicBezTo>
                  <a:lnTo>
                    <a:pt x="3168" y="1179"/>
                  </a:lnTo>
                  <a:cubicBezTo>
                    <a:pt x="3148" y="1079"/>
                    <a:pt x="3124" y="979"/>
                    <a:pt x="3092" y="883"/>
                  </a:cubicBezTo>
                  <a:cubicBezTo>
                    <a:pt x="3060" y="783"/>
                    <a:pt x="3016" y="691"/>
                    <a:pt x="2960" y="603"/>
                  </a:cubicBezTo>
                  <a:cubicBezTo>
                    <a:pt x="2900" y="511"/>
                    <a:pt x="2828" y="435"/>
                    <a:pt x="2748" y="367"/>
                  </a:cubicBezTo>
                  <a:cubicBezTo>
                    <a:pt x="2668" y="299"/>
                    <a:pt x="2580" y="243"/>
                    <a:pt x="2488" y="199"/>
                  </a:cubicBezTo>
                  <a:cubicBezTo>
                    <a:pt x="2464" y="187"/>
                    <a:pt x="2444" y="175"/>
                    <a:pt x="2416" y="163"/>
                  </a:cubicBezTo>
                  <a:cubicBezTo>
                    <a:pt x="2388" y="155"/>
                    <a:pt x="2372" y="147"/>
                    <a:pt x="2348" y="139"/>
                  </a:cubicBezTo>
                  <a:cubicBezTo>
                    <a:pt x="2296" y="119"/>
                    <a:pt x="2248" y="107"/>
                    <a:pt x="2196" y="91"/>
                  </a:cubicBezTo>
                  <a:cubicBezTo>
                    <a:pt x="2096" y="67"/>
                    <a:pt x="1996" y="51"/>
                    <a:pt x="1896" y="39"/>
                  </a:cubicBezTo>
                  <a:cubicBezTo>
                    <a:pt x="1696" y="15"/>
                    <a:pt x="1496" y="7"/>
                    <a:pt x="1296" y="3"/>
                  </a:cubicBezTo>
                  <a:cubicBezTo>
                    <a:pt x="1196" y="1"/>
                    <a:pt x="1096" y="0"/>
                    <a:pt x="9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65"/>
            <p:cNvSpPr/>
            <p:nvPr/>
          </p:nvSpPr>
          <p:spPr>
            <a:xfrm flipH="1">
              <a:off x="5450771" y="1730192"/>
              <a:ext cx="496653" cy="324512"/>
            </a:xfrm>
            <a:custGeom>
              <a:avLst/>
              <a:gdLst/>
              <a:ahLst/>
              <a:cxnLst/>
              <a:rect l="l" t="t" r="r" b="b"/>
              <a:pathLst>
                <a:path w="3693" h="2413" extrusionOk="0">
                  <a:moveTo>
                    <a:pt x="93" y="1101"/>
                  </a:moveTo>
                  <a:cubicBezTo>
                    <a:pt x="83" y="1132"/>
                    <a:pt x="79" y="1166"/>
                    <a:pt x="84" y="1202"/>
                  </a:cubicBezTo>
                  <a:cubicBezTo>
                    <a:pt x="90" y="1168"/>
                    <a:pt x="93" y="1134"/>
                    <a:pt x="93" y="1101"/>
                  </a:cubicBezTo>
                  <a:close/>
                  <a:moveTo>
                    <a:pt x="491" y="1"/>
                  </a:moveTo>
                  <a:cubicBezTo>
                    <a:pt x="363" y="1"/>
                    <a:pt x="241" y="27"/>
                    <a:pt x="148" y="114"/>
                  </a:cubicBezTo>
                  <a:cubicBezTo>
                    <a:pt x="12" y="246"/>
                    <a:pt x="0" y="458"/>
                    <a:pt x="28" y="642"/>
                  </a:cubicBezTo>
                  <a:cubicBezTo>
                    <a:pt x="54" y="795"/>
                    <a:pt x="96" y="949"/>
                    <a:pt x="93" y="1101"/>
                  </a:cubicBezTo>
                  <a:lnTo>
                    <a:pt x="93" y="1101"/>
                  </a:lnTo>
                  <a:cubicBezTo>
                    <a:pt x="110" y="1053"/>
                    <a:pt x="142" y="1012"/>
                    <a:pt x="188" y="986"/>
                  </a:cubicBezTo>
                  <a:lnTo>
                    <a:pt x="188" y="986"/>
                  </a:lnTo>
                  <a:cubicBezTo>
                    <a:pt x="244" y="1106"/>
                    <a:pt x="188" y="1242"/>
                    <a:pt x="152" y="1366"/>
                  </a:cubicBezTo>
                  <a:cubicBezTo>
                    <a:pt x="112" y="1490"/>
                    <a:pt x="104" y="1650"/>
                    <a:pt x="208" y="1726"/>
                  </a:cubicBezTo>
                  <a:lnTo>
                    <a:pt x="216" y="1746"/>
                  </a:lnTo>
                  <a:cubicBezTo>
                    <a:pt x="276" y="1498"/>
                    <a:pt x="464" y="1302"/>
                    <a:pt x="708" y="1226"/>
                  </a:cubicBezTo>
                  <a:lnTo>
                    <a:pt x="708" y="1226"/>
                  </a:lnTo>
                  <a:cubicBezTo>
                    <a:pt x="664" y="1482"/>
                    <a:pt x="540" y="1714"/>
                    <a:pt x="360" y="1898"/>
                  </a:cubicBezTo>
                  <a:lnTo>
                    <a:pt x="1280" y="1910"/>
                  </a:lnTo>
                  <a:cubicBezTo>
                    <a:pt x="1305" y="1910"/>
                    <a:pt x="1330" y="1911"/>
                    <a:pt x="1356" y="1911"/>
                  </a:cubicBezTo>
                  <a:cubicBezTo>
                    <a:pt x="1518" y="1911"/>
                    <a:pt x="1688" y="1894"/>
                    <a:pt x="1816" y="1798"/>
                  </a:cubicBezTo>
                  <a:lnTo>
                    <a:pt x="1816" y="1798"/>
                  </a:lnTo>
                  <a:cubicBezTo>
                    <a:pt x="1684" y="1982"/>
                    <a:pt x="1484" y="2102"/>
                    <a:pt x="1260" y="2134"/>
                  </a:cubicBezTo>
                  <a:lnTo>
                    <a:pt x="3280" y="2406"/>
                  </a:lnTo>
                  <a:cubicBezTo>
                    <a:pt x="3301" y="2410"/>
                    <a:pt x="3322" y="2413"/>
                    <a:pt x="3344" y="2413"/>
                  </a:cubicBezTo>
                  <a:cubicBezTo>
                    <a:pt x="3378" y="2413"/>
                    <a:pt x="3413" y="2407"/>
                    <a:pt x="3444" y="2398"/>
                  </a:cubicBezTo>
                  <a:cubicBezTo>
                    <a:pt x="3532" y="2366"/>
                    <a:pt x="3572" y="2266"/>
                    <a:pt x="3604" y="2174"/>
                  </a:cubicBezTo>
                  <a:lnTo>
                    <a:pt x="3692" y="1918"/>
                  </a:lnTo>
                  <a:lnTo>
                    <a:pt x="3692" y="1918"/>
                  </a:lnTo>
                  <a:lnTo>
                    <a:pt x="3496" y="2066"/>
                  </a:lnTo>
                  <a:cubicBezTo>
                    <a:pt x="3552" y="1994"/>
                    <a:pt x="3496" y="1886"/>
                    <a:pt x="3428" y="1830"/>
                  </a:cubicBezTo>
                  <a:cubicBezTo>
                    <a:pt x="3360" y="1774"/>
                    <a:pt x="3268" y="1738"/>
                    <a:pt x="3220" y="1662"/>
                  </a:cubicBezTo>
                  <a:cubicBezTo>
                    <a:pt x="3152" y="1562"/>
                    <a:pt x="3172" y="1434"/>
                    <a:pt x="3172" y="1314"/>
                  </a:cubicBezTo>
                  <a:cubicBezTo>
                    <a:pt x="3168" y="1154"/>
                    <a:pt x="3120" y="994"/>
                    <a:pt x="3028" y="858"/>
                  </a:cubicBezTo>
                  <a:cubicBezTo>
                    <a:pt x="3025" y="978"/>
                    <a:pt x="2926" y="1069"/>
                    <a:pt x="2812" y="1069"/>
                  </a:cubicBezTo>
                  <a:cubicBezTo>
                    <a:pt x="2794" y="1069"/>
                    <a:pt x="2775" y="1067"/>
                    <a:pt x="2756" y="1062"/>
                  </a:cubicBezTo>
                  <a:cubicBezTo>
                    <a:pt x="2800" y="922"/>
                    <a:pt x="2868" y="794"/>
                    <a:pt x="2956" y="678"/>
                  </a:cubicBezTo>
                  <a:lnTo>
                    <a:pt x="2956" y="678"/>
                  </a:lnTo>
                  <a:cubicBezTo>
                    <a:pt x="2360" y="838"/>
                    <a:pt x="1752" y="934"/>
                    <a:pt x="1136" y="974"/>
                  </a:cubicBezTo>
                  <a:cubicBezTo>
                    <a:pt x="1100" y="818"/>
                    <a:pt x="1224" y="666"/>
                    <a:pt x="1364" y="602"/>
                  </a:cubicBezTo>
                  <a:cubicBezTo>
                    <a:pt x="1508" y="534"/>
                    <a:pt x="1672" y="530"/>
                    <a:pt x="1828" y="506"/>
                  </a:cubicBezTo>
                  <a:cubicBezTo>
                    <a:pt x="1984" y="482"/>
                    <a:pt x="2148" y="426"/>
                    <a:pt x="2232" y="294"/>
                  </a:cubicBezTo>
                  <a:lnTo>
                    <a:pt x="2232" y="294"/>
                  </a:lnTo>
                  <a:cubicBezTo>
                    <a:pt x="2080" y="322"/>
                    <a:pt x="1928" y="338"/>
                    <a:pt x="1776" y="338"/>
                  </a:cubicBezTo>
                  <a:cubicBezTo>
                    <a:pt x="1644" y="338"/>
                    <a:pt x="1468" y="282"/>
                    <a:pt x="1484" y="150"/>
                  </a:cubicBezTo>
                  <a:lnTo>
                    <a:pt x="768" y="30"/>
                  </a:lnTo>
                  <a:cubicBezTo>
                    <a:pt x="678" y="14"/>
                    <a:pt x="583" y="1"/>
                    <a:pt x="4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65"/>
            <p:cNvSpPr/>
            <p:nvPr/>
          </p:nvSpPr>
          <p:spPr>
            <a:xfrm flipH="1">
              <a:off x="5003205" y="1868039"/>
              <a:ext cx="410583" cy="386375"/>
            </a:xfrm>
            <a:custGeom>
              <a:avLst/>
              <a:gdLst/>
              <a:ahLst/>
              <a:cxnLst/>
              <a:rect l="l" t="t" r="r" b="b"/>
              <a:pathLst>
                <a:path w="3053" h="2873" extrusionOk="0">
                  <a:moveTo>
                    <a:pt x="472" y="1"/>
                  </a:moveTo>
                  <a:cubicBezTo>
                    <a:pt x="448" y="1"/>
                    <a:pt x="428" y="1"/>
                    <a:pt x="408" y="13"/>
                  </a:cubicBezTo>
                  <a:cubicBezTo>
                    <a:pt x="380" y="33"/>
                    <a:pt x="368" y="69"/>
                    <a:pt x="372" y="105"/>
                  </a:cubicBezTo>
                  <a:cubicBezTo>
                    <a:pt x="368" y="289"/>
                    <a:pt x="440" y="469"/>
                    <a:pt x="572" y="597"/>
                  </a:cubicBezTo>
                  <a:cubicBezTo>
                    <a:pt x="680" y="701"/>
                    <a:pt x="820" y="769"/>
                    <a:pt x="932" y="865"/>
                  </a:cubicBezTo>
                  <a:cubicBezTo>
                    <a:pt x="1044" y="965"/>
                    <a:pt x="1128" y="1121"/>
                    <a:pt x="1076" y="1261"/>
                  </a:cubicBezTo>
                  <a:cubicBezTo>
                    <a:pt x="928" y="941"/>
                    <a:pt x="456" y="893"/>
                    <a:pt x="284" y="585"/>
                  </a:cubicBezTo>
                  <a:cubicBezTo>
                    <a:pt x="210" y="456"/>
                    <a:pt x="159" y="260"/>
                    <a:pt x="13" y="260"/>
                  </a:cubicBezTo>
                  <a:cubicBezTo>
                    <a:pt x="12" y="260"/>
                    <a:pt x="11" y="260"/>
                    <a:pt x="10" y="260"/>
                  </a:cubicBezTo>
                  <a:lnTo>
                    <a:pt x="10" y="260"/>
                  </a:lnTo>
                  <a:cubicBezTo>
                    <a:pt x="8" y="243"/>
                    <a:pt x="6" y="226"/>
                    <a:pt x="4" y="209"/>
                  </a:cubicBezTo>
                  <a:lnTo>
                    <a:pt x="0" y="261"/>
                  </a:lnTo>
                  <a:cubicBezTo>
                    <a:pt x="4" y="260"/>
                    <a:pt x="7" y="260"/>
                    <a:pt x="10" y="260"/>
                  </a:cubicBezTo>
                  <a:lnTo>
                    <a:pt x="10" y="260"/>
                  </a:lnTo>
                  <a:cubicBezTo>
                    <a:pt x="37" y="492"/>
                    <a:pt x="73" y="728"/>
                    <a:pt x="184" y="937"/>
                  </a:cubicBezTo>
                  <a:cubicBezTo>
                    <a:pt x="348" y="1245"/>
                    <a:pt x="664" y="1457"/>
                    <a:pt x="828" y="1765"/>
                  </a:cubicBezTo>
                  <a:cubicBezTo>
                    <a:pt x="924" y="1949"/>
                    <a:pt x="972" y="2173"/>
                    <a:pt x="1144" y="2293"/>
                  </a:cubicBezTo>
                  <a:cubicBezTo>
                    <a:pt x="1256" y="2370"/>
                    <a:pt x="1392" y="2383"/>
                    <a:pt x="1532" y="2383"/>
                  </a:cubicBezTo>
                  <a:cubicBezTo>
                    <a:pt x="1604" y="2383"/>
                    <a:pt x="1677" y="2380"/>
                    <a:pt x="1748" y="2380"/>
                  </a:cubicBezTo>
                  <a:cubicBezTo>
                    <a:pt x="1768" y="2380"/>
                    <a:pt x="1788" y="2380"/>
                    <a:pt x="1808" y="2381"/>
                  </a:cubicBezTo>
                  <a:cubicBezTo>
                    <a:pt x="2188" y="2393"/>
                    <a:pt x="2540" y="2573"/>
                    <a:pt x="2772" y="2873"/>
                  </a:cubicBezTo>
                  <a:cubicBezTo>
                    <a:pt x="2792" y="2689"/>
                    <a:pt x="2732" y="2509"/>
                    <a:pt x="2604" y="2373"/>
                  </a:cubicBezTo>
                  <a:cubicBezTo>
                    <a:pt x="2520" y="2281"/>
                    <a:pt x="2408" y="2217"/>
                    <a:pt x="2324" y="2121"/>
                  </a:cubicBezTo>
                  <a:cubicBezTo>
                    <a:pt x="2240" y="2029"/>
                    <a:pt x="2188" y="1889"/>
                    <a:pt x="2248" y="1777"/>
                  </a:cubicBezTo>
                  <a:lnTo>
                    <a:pt x="2248" y="1777"/>
                  </a:lnTo>
                  <a:cubicBezTo>
                    <a:pt x="2360" y="2021"/>
                    <a:pt x="2548" y="2225"/>
                    <a:pt x="2788" y="2349"/>
                  </a:cubicBezTo>
                  <a:cubicBezTo>
                    <a:pt x="2796" y="2225"/>
                    <a:pt x="2868" y="2117"/>
                    <a:pt x="2916" y="2005"/>
                  </a:cubicBezTo>
                  <a:cubicBezTo>
                    <a:pt x="3052" y="1701"/>
                    <a:pt x="3040" y="1353"/>
                    <a:pt x="2892" y="1057"/>
                  </a:cubicBezTo>
                  <a:cubicBezTo>
                    <a:pt x="2736" y="757"/>
                    <a:pt x="2448" y="541"/>
                    <a:pt x="2144" y="389"/>
                  </a:cubicBezTo>
                  <a:cubicBezTo>
                    <a:pt x="1908" y="273"/>
                    <a:pt x="1656" y="189"/>
                    <a:pt x="1400" y="141"/>
                  </a:cubicBezTo>
                  <a:lnTo>
                    <a:pt x="1400" y="141"/>
                  </a:lnTo>
                  <a:cubicBezTo>
                    <a:pt x="1384" y="249"/>
                    <a:pt x="1464" y="349"/>
                    <a:pt x="1556" y="413"/>
                  </a:cubicBezTo>
                  <a:cubicBezTo>
                    <a:pt x="1648" y="477"/>
                    <a:pt x="1756" y="517"/>
                    <a:pt x="1836" y="589"/>
                  </a:cubicBezTo>
                  <a:cubicBezTo>
                    <a:pt x="2044" y="777"/>
                    <a:pt x="2036" y="1105"/>
                    <a:pt x="2004" y="1385"/>
                  </a:cubicBezTo>
                  <a:cubicBezTo>
                    <a:pt x="1896" y="969"/>
                    <a:pt x="1416" y="797"/>
                    <a:pt x="1108" y="493"/>
                  </a:cubicBezTo>
                  <a:cubicBezTo>
                    <a:pt x="912" y="301"/>
                    <a:pt x="744" y="25"/>
                    <a:pt x="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65"/>
            <p:cNvSpPr/>
            <p:nvPr/>
          </p:nvSpPr>
          <p:spPr>
            <a:xfrm flipH="1">
              <a:off x="4750911" y="1599338"/>
              <a:ext cx="465453" cy="315636"/>
            </a:xfrm>
            <a:custGeom>
              <a:avLst/>
              <a:gdLst/>
              <a:ahLst/>
              <a:cxnLst/>
              <a:rect l="l" t="t" r="r" b="b"/>
              <a:pathLst>
                <a:path w="3461" h="2347" extrusionOk="0">
                  <a:moveTo>
                    <a:pt x="3385" y="976"/>
                  </a:moveTo>
                  <a:cubicBezTo>
                    <a:pt x="3408" y="998"/>
                    <a:pt x="3433" y="1019"/>
                    <a:pt x="3460" y="1039"/>
                  </a:cubicBezTo>
                  <a:cubicBezTo>
                    <a:pt x="3437" y="1015"/>
                    <a:pt x="3412" y="994"/>
                    <a:pt x="3385" y="976"/>
                  </a:cubicBezTo>
                  <a:close/>
                  <a:moveTo>
                    <a:pt x="2298" y="1"/>
                  </a:moveTo>
                  <a:cubicBezTo>
                    <a:pt x="2281" y="1"/>
                    <a:pt x="2262" y="1"/>
                    <a:pt x="2244" y="2"/>
                  </a:cubicBezTo>
                  <a:cubicBezTo>
                    <a:pt x="2196" y="6"/>
                    <a:pt x="2148" y="18"/>
                    <a:pt x="2100" y="38"/>
                  </a:cubicBezTo>
                  <a:cubicBezTo>
                    <a:pt x="2040" y="78"/>
                    <a:pt x="1984" y="130"/>
                    <a:pt x="1940" y="190"/>
                  </a:cubicBezTo>
                  <a:cubicBezTo>
                    <a:pt x="1631" y="544"/>
                    <a:pt x="1161" y="701"/>
                    <a:pt x="685" y="701"/>
                  </a:cubicBezTo>
                  <a:cubicBezTo>
                    <a:pt x="472" y="701"/>
                    <a:pt x="258" y="670"/>
                    <a:pt x="56" y="610"/>
                  </a:cubicBezTo>
                  <a:lnTo>
                    <a:pt x="56" y="610"/>
                  </a:lnTo>
                  <a:cubicBezTo>
                    <a:pt x="354" y="878"/>
                    <a:pt x="738" y="1025"/>
                    <a:pt x="1134" y="1025"/>
                  </a:cubicBezTo>
                  <a:cubicBezTo>
                    <a:pt x="1164" y="1025"/>
                    <a:pt x="1194" y="1024"/>
                    <a:pt x="1224" y="1023"/>
                  </a:cubicBezTo>
                  <a:lnTo>
                    <a:pt x="1224" y="1023"/>
                  </a:lnTo>
                  <a:cubicBezTo>
                    <a:pt x="1096" y="1087"/>
                    <a:pt x="951" y="1122"/>
                    <a:pt x="805" y="1122"/>
                  </a:cubicBezTo>
                  <a:cubicBezTo>
                    <a:pt x="778" y="1122"/>
                    <a:pt x="751" y="1121"/>
                    <a:pt x="724" y="1119"/>
                  </a:cubicBezTo>
                  <a:lnTo>
                    <a:pt x="724" y="1119"/>
                  </a:lnTo>
                  <a:cubicBezTo>
                    <a:pt x="941" y="1323"/>
                    <a:pt x="1221" y="1435"/>
                    <a:pt x="1514" y="1435"/>
                  </a:cubicBezTo>
                  <a:cubicBezTo>
                    <a:pt x="1524" y="1435"/>
                    <a:pt x="1534" y="1435"/>
                    <a:pt x="1544" y="1435"/>
                  </a:cubicBezTo>
                  <a:lnTo>
                    <a:pt x="1544" y="1435"/>
                  </a:lnTo>
                  <a:cubicBezTo>
                    <a:pt x="1350" y="1489"/>
                    <a:pt x="1201" y="1687"/>
                    <a:pt x="1002" y="1687"/>
                  </a:cubicBezTo>
                  <a:cubicBezTo>
                    <a:pt x="996" y="1687"/>
                    <a:pt x="990" y="1687"/>
                    <a:pt x="984" y="1687"/>
                  </a:cubicBezTo>
                  <a:cubicBezTo>
                    <a:pt x="904" y="1675"/>
                    <a:pt x="828" y="1647"/>
                    <a:pt x="760" y="1603"/>
                  </a:cubicBezTo>
                  <a:lnTo>
                    <a:pt x="156" y="1275"/>
                  </a:lnTo>
                  <a:lnTo>
                    <a:pt x="0" y="1283"/>
                  </a:lnTo>
                  <a:cubicBezTo>
                    <a:pt x="192" y="1307"/>
                    <a:pt x="332" y="1467"/>
                    <a:pt x="456" y="1615"/>
                  </a:cubicBezTo>
                  <a:cubicBezTo>
                    <a:pt x="752" y="1973"/>
                    <a:pt x="1121" y="2347"/>
                    <a:pt x="1583" y="2347"/>
                  </a:cubicBezTo>
                  <a:cubicBezTo>
                    <a:pt x="1590" y="2347"/>
                    <a:pt x="1597" y="2347"/>
                    <a:pt x="1604" y="2347"/>
                  </a:cubicBezTo>
                  <a:cubicBezTo>
                    <a:pt x="1632" y="2347"/>
                    <a:pt x="1664" y="2343"/>
                    <a:pt x="1692" y="2331"/>
                  </a:cubicBezTo>
                  <a:cubicBezTo>
                    <a:pt x="1736" y="2303"/>
                    <a:pt x="1772" y="2263"/>
                    <a:pt x="1796" y="2219"/>
                  </a:cubicBezTo>
                  <a:cubicBezTo>
                    <a:pt x="1992" y="1947"/>
                    <a:pt x="2356" y="1875"/>
                    <a:pt x="2668" y="1755"/>
                  </a:cubicBezTo>
                  <a:cubicBezTo>
                    <a:pt x="2956" y="1643"/>
                    <a:pt x="3216" y="1475"/>
                    <a:pt x="3436" y="1259"/>
                  </a:cubicBezTo>
                  <a:lnTo>
                    <a:pt x="3436" y="1259"/>
                  </a:lnTo>
                  <a:cubicBezTo>
                    <a:pt x="3415" y="1260"/>
                    <a:pt x="3393" y="1260"/>
                    <a:pt x="3372" y="1260"/>
                  </a:cubicBezTo>
                  <a:cubicBezTo>
                    <a:pt x="3262" y="1260"/>
                    <a:pt x="3156" y="1243"/>
                    <a:pt x="3052" y="1207"/>
                  </a:cubicBezTo>
                  <a:cubicBezTo>
                    <a:pt x="2932" y="1159"/>
                    <a:pt x="2832" y="1047"/>
                    <a:pt x="2828" y="918"/>
                  </a:cubicBezTo>
                  <a:lnTo>
                    <a:pt x="2828" y="918"/>
                  </a:lnTo>
                  <a:lnTo>
                    <a:pt x="3388" y="1191"/>
                  </a:lnTo>
                  <a:cubicBezTo>
                    <a:pt x="3304" y="1103"/>
                    <a:pt x="3236" y="1003"/>
                    <a:pt x="3188" y="890"/>
                  </a:cubicBezTo>
                  <a:lnTo>
                    <a:pt x="3188" y="890"/>
                  </a:lnTo>
                  <a:cubicBezTo>
                    <a:pt x="3258" y="907"/>
                    <a:pt x="3325" y="935"/>
                    <a:pt x="3385" y="976"/>
                  </a:cubicBezTo>
                  <a:lnTo>
                    <a:pt x="3385" y="976"/>
                  </a:lnTo>
                  <a:cubicBezTo>
                    <a:pt x="3188" y="787"/>
                    <a:pt x="3111" y="489"/>
                    <a:pt x="2928" y="278"/>
                  </a:cubicBezTo>
                  <a:cubicBezTo>
                    <a:pt x="2768" y="100"/>
                    <a:pt x="2539" y="1"/>
                    <a:pt x="2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65"/>
            <p:cNvSpPr/>
            <p:nvPr/>
          </p:nvSpPr>
          <p:spPr>
            <a:xfrm flipH="1">
              <a:off x="5096807" y="1298630"/>
              <a:ext cx="409507" cy="309719"/>
            </a:xfrm>
            <a:custGeom>
              <a:avLst/>
              <a:gdLst/>
              <a:ahLst/>
              <a:cxnLst/>
              <a:rect l="l" t="t" r="r" b="b"/>
              <a:pathLst>
                <a:path w="3045" h="2303" extrusionOk="0">
                  <a:moveTo>
                    <a:pt x="2220" y="2129"/>
                  </a:moveTo>
                  <a:cubicBezTo>
                    <a:pt x="2216" y="2132"/>
                    <a:pt x="2212" y="2135"/>
                    <a:pt x="2208" y="2138"/>
                  </a:cubicBezTo>
                  <a:lnTo>
                    <a:pt x="2228" y="2130"/>
                  </a:lnTo>
                  <a:cubicBezTo>
                    <a:pt x="2225" y="2130"/>
                    <a:pt x="2222" y="2129"/>
                    <a:pt x="2220" y="2129"/>
                  </a:cubicBezTo>
                  <a:close/>
                  <a:moveTo>
                    <a:pt x="1524" y="0"/>
                  </a:moveTo>
                  <a:cubicBezTo>
                    <a:pt x="1464" y="0"/>
                    <a:pt x="1407" y="17"/>
                    <a:pt x="1360" y="58"/>
                  </a:cubicBezTo>
                  <a:cubicBezTo>
                    <a:pt x="1316" y="110"/>
                    <a:pt x="1276" y="162"/>
                    <a:pt x="1236" y="218"/>
                  </a:cubicBezTo>
                  <a:cubicBezTo>
                    <a:pt x="1205" y="256"/>
                    <a:pt x="1156" y="285"/>
                    <a:pt x="1109" y="285"/>
                  </a:cubicBezTo>
                  <a:cubicBezTo>
                    <a:pt x="1091" y="285"/>
                    <a:pt x="1073" y="280"/>
                    <a:pt x="1056" y="270"/>
                  </a:cubicBezTo>
                  <a:cubicBezTo>
                    <a:pt x="1088" y="210"/>
                    <a:pt x="1124" y="154"/>
                    <a:pt x="1172" y="106"/>
                  </a:cubicBezTo>
                  <a:lnTo>
                    <a:pt x="1172" y="106"/>
                  </a:lnTo>
                  <a:cubicBezTo>
                    <a:pt x="844" y="110"/>
                    <a:pt x="524" y="198"/>
                    <a:pt x="240" y="362"/>
                  </a:cubicBezTo>
                  <a:cubicBezTo>
                    <a:pt x="180" y="394"/>
                    <a:pt x="128" y="438"/>
                    <a:pt x="88" y="494"/>
                  </a:cubicBezTo>
                  <a:cubicBezTo>
                    <a:pt x="0" y="630"/>
                    <a:pt x="76" y="806"/>
                    <a:pt x="108" y="966"/>
                  </a:cubicBezTo>
                  <a:cubicBezTo>
                    <a:pt x="148" y="1166"/>
                    <a:pt x="116" y="1378"/>
                    <a:pt x="112" y="1586"/>
                  </a:cubicBezTo>
                  <a:cubicBezTo>
                    <a:pt x="108" y="1790"/>
                    <a:pt x="140" y="2014"/>
                    <a:pt x="276" y="2166"/>
                  </a:cubicBezTo>
                  <a:cubicBezTo>
                    <a:pt x="268" y="1874"/>
                    <a:pt x="264" y="1582"/>
                    <a:pt x="256" y="1290"/>
                  </a:cubicBezTo>
                  <a:cubicBezTo>
                    <a:pt x="244" y="1134"/>
                    <a:pt x="260" y="974"/>
                    <a:pt x="296" y="822"/>
                  </a:cubicBezTo>
                  <a:cubicBezTo>
                    <a:pt x="344" y="670"/>
                    <a:pt x="452" y="530"/>
                    <a:pt x="600" y="482"/>
                  </a:cubicBezTo>
                  <a:cubicBezTo>
                    <a:pt x="630" y="473"/>
                    <a:pt x="661" y="468"/>
                    <a:pt x="693" y="468"/>
                  </a:cubicBezTo>
                  <a:cubicBezTo>
                    <a:pt x="822" y="468"/>
                    <a:pt x="952" y="544"/>
                    <a:pt x="984" y="666"/>
                  </a:cubicBezTo>
                  <a:cubicBezTo>
                    <a:pt x="968" y="664"/>
                    <a:pt x="951" y="663"/>
                    <a:pt x="935" y="663"/>
                  </a:cubicBezTo>
                  <a:cubicBezTo>
                    <a:pt x="742" y="663"/>
                    <a:pt x="571" y="830"/>
                    <a:pt x="512" y="1018"/>
                  </a:cubicBezTo>
                  <a:cubicBezTo>
                    <a:pt x="448" y="1222"/>
                    <a:pt x="488" y="1442"/>
                    <a:pt x="524" y="1654"/>
                  </a:cubicBezTo>
                  <a:cubicBezTo>
                    <a:pt x="524" y="1674"/>
                    <a:pt x="536" y="1698"/>
                    <a:pt x="552" y="1714"/>
                  </a:cubicBezTo>
                  <a:cubicBezTo>
                    <a:pt x="560" y="1719"/>
                    <a:pt x="569" y="1721"/>
                    <a:pt x="578" y="1721"/>
                  </a:cubicBezTo>
                  <a:cubicBezTo>
                    <a:pt x="600" y="1721"/>
                    <a:pt x="624" y="1709"/>
                    <a:pt x="644" y="1694"/>
                  </a:cubicBezTo>
                  <a:lnTo>
                    <a:pt x="1008" y="1466"/>
                  </a:lnTo>
                  <a:cubicBezTo>
                    <a:pt x="1120" y="1394"/>
                    <a:pt x="1248" y="1254"/>
                    <a:pt x="1164" y="1146"/>
                  </a:cubicBezTo>
                  <a:cubicBezTo>
                    <a:pt x="1180" y="1139"/>
                    <a:pt x="1198" y="1135"/>
                    <a:pt x="1215" y="1135"/>
                  </a:cubicBezTo>
                  <a:cubicBezTo>
                    <a:pt x="1253" y="1135"/>
                    <a:pt x="1291" y="1153"/>
                    <a:pt x="1316" y="1186"/>
                  </a:cubicBezTo>
                  <a:cubicBezTo>
                    <a:pt x="1348" y="1234"/>
                    <a:pt x="1356" y="1290"/>
                    <a:pt x="1344" y="1346"/>
                  </a:cubicBezTo>
                  <a:cubicBezTo>
                    <a:pt x="1320" y="1514"/>
                    <a:pt x="1180" y="1642"/>
                    <a:pt x="1064" y="1762"/>
                  </a:cubicBezTo>
                  <a:cubicBezTo>
                    <a:pt x="944" y="1886"/>
                    <a:pt x="828" y="2042"/>
                    <a:pt x="860" y="2210"/>
                  </a:cubicBezTo>
                  <a:cubicBezTo>
                    <a:pt x="885" y="2231"/>
                    <a:pt x="914" y="2241"/>
                    <a:pt x="944" y="2241"/>
                  </a:cubicBezTo>
                  <a:cubicBezTo>
                    <a:pt x="1017" y="2241"/>
                    <a:pt x="1097" y="2187"/>
                    <a:pt x="1136" y="2118"/>
                  </a:cubicBezTo>
                  <a:cubicBezTo>
                    <a:pt x="1192" y="2022"/>
                    <a:pt x="1208" y="1902"/>
                    <a:pt x="1264" y="1810"/>
                  </a:cubicBezTo>
                  <a:cubicBezTo>
                    <a:pt x="1332" y="1706"/>
                    <a:pt x="1444" y="1642"/>
                    <a:pt x="1552" y="1582"/>
                  </a:cubicBezTo>
                  <a:cubicBezTo>
                    <a:pt x="1740" y="1478"/>
                    <a:pt x="1932" y="1370"/>
                    <a:pt x="2148" y="1358"/>
                  </a:cubicBezTo>
                  <a:cubicBezTo>
                    <a:pt x="2155" y="1358"/>
                    <a:pt x="2162" y="1358"/>
                    <a:pt x="2169" y="1358"/>
                  </a:cubicBezTo>
                  <a:cubicBezTo>
                    <a:pt x="2294" y="1358"/>
                    <a:pt x="2444" y="1425"/>
                    <a:pt x="2436" y="1546"/>
                  </a:cubicBezTo>
                  <a:cubicBezTo>
                    <a:pt x="2433" y="1656"/>
                    <a:pt x="2308" y="1715"/>
                    <a:pt x="2197" y="1715"/>
                  </a:cubicBezTo>
                  <a:cubicBezTo>
                    <a:pt x="2190" y="1715"/>
                    <a:pt x="2183" y="1715"/>
                    <a:pt x="2176" y="1714"/>
                  </a:cubicBezTo>
                  <a:cubicBezTo>
                    <a:pt x="2081" y="1708"/>
                    <a:pt x="1983" y="1675"/>
                    <a:pt x="1888" y="1675"/>
                  </a:cubicBezTo>
                  <a:cubicBezTo>
                    <a:pt x="1870" y="1675"/>
                    <a:pt x="1853" y="1676"/>
                    <a:pt x="1836" y="1678"/>
                  </a:cubicBezTo>
                  <a:cubicBezTo>
                    <a:pt x="1704" y="1706"/>
                    <a:pt x="1596" y="1794"/>
                    <a:pt x="1540" y="1918"/>
                  </a:cubicBezTo>
                  <a:cubicBezTo>
                    <a:pt x="1488" y="2038"/>
                    <a:pt x="1456" y="2170"/>
                    <a:pt x="1448" y="2302"/>
                  </a:cubicBezTo>
                  <a:cubicBezTo>
                    <a:pt x="1625" y="2178"/>
                    <a:pt x="1833" y="2114"/>
                    <a:pt x="2045" y="2114"/>
                  </a:cubicBezTo>
                  <a:cubicBezTo>
                    <a:pt x="2103" y="2114"/>
                    <a:pt x="2161" y="2119"/>
                    <a:pt x="2220" y="2129"/>
                  </a:cubicBezTo>
                  <a:lnTo>
                    <a:pt x="2220" y="2129"/>
                  </a:lnTo>
                  <a:cubicBezTo>
                    <a:pt x="2357" y="2013"/>
                    <a:pt x="2513" y="1920"/>
                    <a:pt x="2680" y="1846"/>
                  </a:cubicBezTo>
                  <a:cubicBezTo>
                    <a:pt x="2840" y="1778"/>
                    <a:pt x="3044" y="1686"/>
                    <a:pt x="3036" y="1510"/>
                  </a:cubicBezTo>
                  <a:cubicBezTo>
                    <a:pt x="3032" y="1458"/>
                    <a:pt x="3016" y="1410"/>
                    <a:pt x="2992" y="1370"/>
                  </a:cubicBezTo>
                  <a:cubicBezTo>
                    <a:pt x="2792" y="1014"/>
                    <a:pt x="2348" y="870"/>
                    <a:pt x="2100" y="542"/>
                  </a:cubicBezTo>
                  <a:cubicBezTo>
                    <a:pt x="2000" y="410"/>
                    <a:pt x="1936" y="242"/>
                    <a:pt x="1816" y="126"/>
                  </a:cubicBezTo>
                  <a:cubicBezTo>
                    <a:pt x="1740" y="53"/>
                    <a:pt x="1628" y="0"/>
                    <a:pt x="1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65"/>
            <p:cNvSpPr/>
            <p:nvPr/>
          </p:nvSpPr>
          <p:spPr>
            <a:xfrm flipH="1">
              <a:off x="5631519" y="1257208"/>
              <a:ext cx="322361" cy="364051"/>
            </a:xfrm>
            <a:custGeom>
              <a:avLst/>
              <a:gdLst/>
              <a:ahLst/>
              <a:cxnLst/>
              <a:rect l="l" t="t" r="r" b="b"/>
              <a:pathLst>
                <a:path w="2397" h="2707" extrusionOk="0">
                  <a:moveTo>
                    <a:pt x="1037" y="0"/>
                  </a:moveTo>
                  <a:cubicBezTo>
                    <a:pt x="788" y="0"/>
                    <a:pt x="537" y="36"/>
                    <a:pt x="287" y="36"/>
                  </a:cubicBezTo>
                  <a:cubicBezTo>
                    <a:pt x="218" y="36"/>
                    <a:pt x="149" y="33"/>
                    <a:pt x="80" y="26"/>
                  </a:cubicBezTo>
                  <a:lnTo>
                    <a:pt x="80" y="26"/>
                  </a:lnTo>
                  <a:cubicBezTo>
                    <a:pt x="20" y="90"/>
                    <a:pt x="76" y="198"/>
                    <a:pt x="152" y="234"/>
                  </a:cubicBezTo>
                  <a:cubicBezTo>
                    <a:pt x="228" y="266"/>
                    <a:pt x="316" y="258"/>
                    <a:pt x="404" y="266"/>
                  </a:cubicBezTo>
                  <a:cubicBezTo>
                    <a:pt x="628" y="298"/>
                    <a:pt x="808" y="474"/>
                    <a:pt x="840" y="702"/>
                  </a:cubicBezTo>
                  <a:cubicBezTo>
                    <a:pt x="756" y="598"/>
                    <a:pt x="652" y="514"/>
                    <a:pt x="532" y="450"/>
                  </a:cubicBezTo>
                  <a:cubicBezTo>
                    <a:pt x="462" y="413"/>
                    <a:pt x="384" y="395"/>
                    <a:pt x="305" y="395"/>
                  </a:cubicBezTo>
                  <a:cubicBezTo>
                    <a:pt x="249" y="395"/>
                    <a:pt x="193" y="404"/>
                    <a:pt x="140" y="422"/>
                  </a:cubicBezTo>
                  <a:cubicBezTo>
                    <a:pt x="96" y="442"/>
                    <a:pt x="60" y="474"/>
                    <a:pt x="32" y="514"/>
                  </a:cubicBezTo>
                  <a:cubicBezTo>
                    <a:pt x="16" y="554"/>
                    <a:pt x="4" y="602"/>
                    <a:pt x="8" y="650"/>
                  </a:cubicBezTo>
                  <a:cubicBezTo>
                    <a:pt x="0" y="1110"/>
                    <a:pt x="8" y="1606"/>
                    <a:pt x="280" y="1974"/>
                  </a:cubicBezTo>
                  <a:cubicBezTo>
                    <a:pt x="452" y="2206"/>
                    <a:pt x="704" y="2358"/>
                    <a:pt x="948" y="2510"/>
                  </a:cubicBezTo>
                  <a:cubicBezTo>
                    <a:pt x="728" y="2270"/>
                    <a:pt x="748" y="1906"/>
                    <a:pt x="784" y="1582"/>
                  </a:cubicBezTo>
                  <a:lnTo>
                    <a:pt x="784" y="1582"/>
                  </a:lnTo>
                  <a:cubicBezTo>
                    <a:pt x="912" y="1718"/>
                    <a:pt x="952" y="1918"/>
                    <a:pt x="1048" y="2082"/>
                  </a:cubicBezTo>
                  <a:cubicBezTo>
                    <a:pt x="1168" y="2278"/>
                    <a:pt x="1348" y="2434"/>
                    <a:pt x="1560" y="2526"/>
                  </a:cubicBezTo>
                  <a:cubicBezTo>
                    <a:pt x="1772" y="2614"/>
                    <a:pt x="1992" y="2674"/>
                    <a:pt x="2220" y="2706"/>
                  </a:cubicBezTo>
                  <a:cubicBezTo>
                    <a:pt x="1996" y="2598"/>
                    <a:pt x="1836" y="2386"/>
                    <a:pt x="1788" y="2142"/>
                  </a:cubicBezTo>
                  <a:lnTo>
                    <a:pt x="1788" y="2142"/>
                  </a:lnTo>
                  <a:cubicBezTo>
                    <a:pt x="1896" y="2290"/>
                    <a:pt x="2052" y="2398"/>
                    <a:pt x="2232" y="2438"/>
                  </a:cubicBezTo>
                  <a:cubicBezTo>
                    <a:pt x="2160" y="2326"/>
                    <a:pt x="2168" y="2186"/>
                    <a:pt x="2140" y="2054"/>
                  </a:cubicBezTo>
                  <a:cubicBezTo>
                    <a:pt x="2100" y="1854"/>
                    <a:pt x="1976" y="1682"/>
                    <a:pt x="1832" y="1534"/>
                  </a:cubicBezTo>
                  <a:cubicBezTo>
                    <a:pt x="1712" y="1418"/>
                    <a:pt x="1580" y="1310"/>
                    <a:pt x="1532" y="1150"/>
                  </a:cubicBezTo>
                  <a:cubicBezTo>
                    <a:pt x="1545" y="1149"/>
                    <a:pt x="1558" y="1149"/>
                    <a:pt x="1571" y="1149"/>
                  </a:cubicBezTo>
                  <a:cubicBezTo>
                    <a:pt x="1761" y="1149"/>
                    <a:pt x="1941" y="1256"/>
                    <a:pt x="2068" y="1402"/>
                  </a:cubicBezTo>
                  <a:cubicBezTo>
                    <a:pt x="2204" y="1554"/>
                    <a:pt x="2288" y="1746"/>
                    <a:pt x="2372" y="1934"/>
                  </a:cubicBezTo>
                  <a:cubicBezTo>
                    <a:pt x="2396" y="1810"/>
                    <a:pt x="2384" y="1682"/>
                    <a:pt x="2344" y="1562"/>
                  </a:cubicBezTo>
                  <a:cubicBezTo>
                    <a:pt x="2324" y="1506"/>
                    <a:pt x="2300" y="1458"/>
                    <a:pt x="2288" y="1402"/>
                  </a:cubicBezTo>
                  <a:cubicBezTo>
                    <a:pt x="2228" y="1186"/>
                    <a:pt x="2336" y="950"/>
                    <a:pt x="2292" y="734"/>
                  </a:cubicBezTo>
                  <a:cubicBezTo>
                    <a:pt x="2252" y="522"/>
                    <a:pt x="2076" y="358"/>
                    <a:pt x="1892" y="242"/>
                  </a:cubicBezTo>
                  <a:cubicBezTo>
                    <a:pt x="1732" y="142"/>
                    <a:pt x="1560" y="70"/>
                    <a:pt x="1380" y="30"/>
                  </a:cubicBezTo>
                  <a:cubicBezTo>
                    <a:pt x="1266" y="8"/>
                    <a:pt x="1152" y="0"/>
                    <a:pt x="10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65"/>
            <p:cNvSpPr/>
            <p:nvPr/>
          </p:nvSpPr>
          <p:spPr>
            <a:xfrm flipH="1">
              <a:off x="5201167" y="1517840"/>
              <a:ext cx="516019" cy="432638"/>
            </a:xfrm>
            <a:custGeom>
              <a:avLst/>
              <a:gdLst/>
              <a:ahLst/>
              <a:cxnLst/>
              <a:rect l="l" t="t" r="r" b="b"/>
              <a:pathLst>
                <a:path w="3837" h="3217" extrusionOk="0">
                  <a:moveTo>
                    <a:pt x="1852" y="636"/>
                  </a:moveTo>
                  <a:lnTo>
                    <a:pt x="1852" y="636"/>
                  </a:lnTo>
                  <a:cubicBezTo>
                    <a:pt x="1845" y="667"/>
                    <a:pt x="1843" y="697"/>
                    <a:pt x="1846" y="727"/>
                  </a:cubicBezTo>
                  <a:lnTo>
                    <a:pt x="1846" y="727"/>
                  </a:lnTo>
                  <a:cubicBezTo>
                    <a:pt x="1848" y="697"/>
                    <a:pt x="1850" y="667"/>
                    <a:pt x="1852" y="636"/>
                  </a:cubicBezTo>
                  <a:close/>
                  <a:moveTo>
                    <a:pt x="3480" y="1705"/>
                  </a:moveTo>
                  <a:lnTo>
                    <a:pt x="3480" y="1705"/>
                  </a:lnTo>
                  <a:cubicBezTo>
                    <a:pt x="3420" y="1758"/>
                    <a:pt x="3346" y="1789"/>
                    <a:pt x="3270" y="1796"/>
                  </a:cubicBezTo>
                  <a:lnTo>
                    <a:pt x="3270" y="1796"/>
                  </a:lnTo>
                  <a:cubicBezTo>
                    <a:pt x="3330" y="1796"/>
                    <a:pt x="3388" y="1796"/>
                    <a:pt x="3448" y="1789"/>
                  </a:cubicBezTo>
                  <a:lnTo>
                    <a:pt x="3480" y="1705"/>
                  </a:lnTo>
                  <a:close/>
                  <a:moveTo>
                    <a:pt x="475" y="2190"/>
                  </a:moveTo>
                  <a:cubicBezTo>
                    <a:pt x="434" y="2195"/>
                    <a:pt x="394" y="2205"/>
                    <a:pt x="356" y="2225"/>
                  </a:cubicBezTo>
                  <a:cubicBezTo>
                    <a:pt x="398" y="2222"/>
                    <a:pt x="438" y="2209"/>
                    <a:pt x="475" y="2190"/>
                  </a:cubicBezTo>
                  <a:close/>
                  <a:moveTo>
                    <a:pt x="840" y="0"/>
                  </a:moveTo>
                  <a:cubicBezTo>
                    <a:pt x="796" y="140"/>
                    <a:pt x="820" y="296"/>
                    <a:pt x="900" y="416"/>
                  </a:cubicBezTo>
                  <a:cubicBezTo>
                    <a:pt x="984" y="536"/>
                    <a:pt x="1084" y="644"/>
                    <a:pt x="1196" y="736"/>
                  </a:cubicBezTo>
                  <a:lnTo>
                    <a:pt x="916" y="508"/>
                  </a:lnTo>
                  <a:lnTo>
                    <a:pt x="916" y="508"/>
                  </a:lnTo>
                  <a:cubicBezTo>
                    <a:pt x="932" y="612"/>
                    <a:pt x="952" y="716"/>
                    <a:pt x="968" y="824"/>
                  </a:cubicBezTo>
                  <a:cubicBezTo>
                    <a:pt x="832" y="768"/>
                    <a:pt x="716" y="668"/>
                    <a:pt x="640" y="536"/>
                  </a:cubicBezTo>
                  <a:lnTo>
                    <a:pt x="640" y="536"/>
                  </a:lnTo>
                  <a:cubicBezTo>
                    <a:pt x="672" y="740"/>
                    <a:pt x="720" y="940"/>
                    <a:pt x="784" y="1136"/>
                  </a:cubicBezTo>
                  <a:cubicBezTo>
                    <a:pt x="765" y="1138"/>
                    <a:pt x="745" y="1139"/>
                    <a:pt x="726" y="1139"/>
                  </a:cubicBezTo>
                  <a:cubicBezTo>
                    <a:pt x="555" y="1139"/>
                    <a:pt x="394" y="1076"/>
                    <a:pt x="268" y="960"/>
                  </a:cubicBezTo>
                  <a:lnTo>
                    <a:pt x="268" y="960"/>
                  </a:lnTo>
                  <a:lnTo>
                    <a:pt x="352" y="1128"/>
                  </a:lnTo>
                  <a:lnTo>
                    <a:pt x="400" y="1112"/>
                  </a:lnTo>
                  <a:cubicBezTo>
                    <a:pt x="488" y="1240"/>
                    <a:pt x="612" y="1336"/>
                    <a:pt x="760" y="1392"/>
                  </a:cubicBezTo>
                  <a:lnTo>
                    <a:pt x="0" y="1637"/>
                  </a:lnTo>
                  <a:cubicBezTo>
                    <a:pt x="70" y="1665"/>
                    <a:pt x="143" y="1679"/>
                    <a:pt x="216" y="1679"/>
                  </a:cubicBezTo>
                  <a:cubicBezTo>
                    <a:pt x="289" y="1679"/>
                    <a:pt x="362" y="1665"/>
                    <a:pt x="432" y="1637"/>
                  </a:cubicBezTo>
                  <a:cubicBezTo>
                    <a:pt x="485" y="1617"/>
                    <a:pt x="546" y="1590"/>
                    <a:pt x="600" y="1590"/>
                  </a:cubicBezTo>
                  <a:cubicBezTo>
                    <a:pt x="624" y="1590"/>
                    <a:pt x="647" y="1595"/>
                    <a:pt x="668" y="1609"/>
                  </a:cubicBezTo>
                  <a:cubicBezTo>
                    <a:pt x="636" y="1641"/>
                    <a:pt x="596" y="1665"/>
                    <a:pt x="552" y="1673"/>
                  </a:cubicBezTo>
                  <a:cubicBezTo>
                    <a:pt x="585" y="1682"/>
                    <a:pt x="618" y="1684"/>
                    <a:pt x="651" y="1684"/>
                  </a:cubicBezTo>
                  <a:cubicBezTo>
                    <a:pt x="702" y="1684"/>
                    <a:pt x="754" y="1678"/>
                    <a:pt x="807" y="1678"/>
                  </a:cubicBezTo>
                  <a:cubicBezTo>
                    <a:pt x="825" y="1678"/>
                    <a:pt x="842" y="1678"/>
                    <a:pt x="860" y="1681"/>
                  </a:cubicBezTo>
                  <a:cubicBezTo>
                    <a:pt x="960" y="1693"/>
                    <a:pt x="1068" y="1785"/>
                    <a:pt x="1032" y="1881"/>
                  </a:cubicBezTo>
                  <a:cubicBezTo>
                    <a:pt x="1018" y="1878"/>
                    <a:pt x="1003" y="1877"/>
                    <a:pt x="989" y="1877"/>
                  </a:cubicBezTo>
                  <a:cubicBezTo>
                    <a:pt x="877" y="1877"/>
                    <a:pt x="773" y="1954"/>
                    <a:pt x="688" y="2029"/>
                  </a:cubicBezTo>
                  <a:cubicBezTo>
                    <a:pt x="621" y="2088"/>
                    <a:pt x="552" y="2152"/>
                    <a:pt x="475" y="2190"/>
                  </a:cubicBezTo>
                  <a:lnTo>
                    <a:pt x="475" y="2190"/>
                  </a:lnTo>
                  <a:cubicBezTo>
                    <a:pt x="498" y="2188"/>
                    <a:pt x="522" y="2187"/>
                    <a:pt x="545" y="2187"/>
                  </a:cubicBezTo>
                  <a:cubicBezTo>
                    <a:pt x="593" y="2187"/>
                    <a:pt x="641" y="2191"/>
                    <a:pt x="689" y="2191"/>
                  </a:cubicBezTo>
                  <a:cubicBezTo>
                    <a:pt x="738" y="2191"/>
                    <a:pt x="786" y="2187"/>
                    <a:pt x="832" y="2173"/>
                  </a:cubicBezTo>
                  <a:cubicBezTo>
                    <a:pt x="977" y="2130"/>
                    <a:pt x="1106" y="1988"/>
                    <a:pt x="1247" y="1988"/>
                  </a:cubicBezTo>
                  <a:cubicBezTo>
                    <a:pt x="1266" y="1988"/>
                    <a:pt x="1285" y="1991"/>
                    <a:pt x="1304" y="1997"/>
                  </a:cubicBezTo>
                  <a:cubicBezTo>
                    <a:pt x="1340" y="2069"/>
                    <a:pt x="1372" y="2145"/>
                    <a:pt x="1408" y="2217"/>
                  </a:cubicBezTo>
                  <a:cubicBezTo>
                    <a:pt x="1424" y="2195"/>
                    <a:pt x="1447" y="2185"/>
                    <a:pt x="1472" y="2185"/>
                  </a:cubicBezTo>
                  <a:cubicBezTo>
                    <a:pt x="1484" y="2185"/>
                    <a:pt x="1496" y="2187"/>
                    <a:pt x="1508" y="2193"/>
                  </a:cubicBezTo>
                  <a:cubicBezTo>
                    <a:pt x="1540" y="2213"/>
                    <a:pt x="1564" y="2245"/>
                    <a:pt x="1576" y="2281"/>
                  </a:cubicBezTo>
                  <a:cubicBezTo>
                    <a:pt x="1620" y="2397"/>
                    <a:pt x="1592" y="2529"/>
                    <a:pt x="1600" y="2657"/>
                  </a:cubicBezTo>
                  <a:cubicBezTo>
                    <a:pt x="1612" y="2857"/>
                    <a:pt x="1720" y="3041"/>
                    <a:pt x="1824" y="3217"/>
                  </a:cubicBezTo>
                  <a:cubicBezTo>
                    <a:pt x="1849" y="3118"/>
                    <a:pt x="1855" y="3018"/>
                    <a:pt x="1842" y="2919"/>
                  </a:cubicBezTo>
                  <a:lnTo>
                    <a:pt x="1842" y="2919"/>
                  </a:lnTo>
                  <a:cubicBezTo>
                    <a:pt x="1861" y="2975"/>
                    <a:pt x="1889" y="3028"/>
                    <a:pt x="1924" y="3077"/>
                  </a:cubicBezTo>
                  <a:cubicBezTo>
                    <a:pt x="2000" y="2993"/>
                    <a:pt x="2044" y="2881"/>
                    <a:pt x="2044" y="2769"/>
                  </a:cubicBezTo>
                  <a:cubicBezTo>
                    <a:pt x="2048" y="2653"/>
                    <a:pt x="2036" y="2541"/>
                    <a:pt x="2044" y="2429"/>
                  </a:cubicBezTo>
                  <a:cubicBezTo>
                    <a:pt x="2044" y="2409"/>
                    <a:pt x="2048" y="2393"/>
                    <a:pt x="2060" y="2377"/>
                  </a:cubicBezTo>
                  <a:cubicBezTo>
                    <a:pt x="2072" y="2371"/>
                    <a:pt x="2084" y="2367"/>
                    <a:pt x="2097" y="2367"/>
                  </a:cubicBezTo>
                  <a:cubicBezTo>
                    <a:pt x="2102" y="2367"/>
                    <a:pt x="2107" y="2367"/>
                    <a:pt x="2112" y="2369"/>
                  </a:cubicBezTo>
                  <a:cubicBezTo>
                    <a:pt x="2288" y="2381"/>
                    <a:pt x="2432" y="2521"/>
                    <a:pt x="2440" y="2701"/>
                  </a:cubicBezTo>
                  <a:lnTo>
                    <a:pt x="2432" y="2429"/>
                  </a:lnTo>
                  <a:cubicBezTo>
                    <a:pt x="2432" y="2409"/>
                    <a:pt x="2432" y="2389"/>
                    <a:pt x="2440" y="2369"/>
                  </a:cubicBezTo>
                  <a:cubicBezTo>
                    <a:pt x="2460" y="2345"/>
                    <a:pt x="2492" y="2333"/>
                    <a:pt x="2524" y="2333"/>
                  </a:cubicBezTo>
                  <a:cubicBezTo>
                    <a:pt x="2552" y="2330"/>
                    <a:pt x="2579" y="2329"/>
                    <a:pt x="2606" y="2329"/>
                  </a:cubicBezTo>
                  <a:cubicBezTo>
                    <a:pt x="2868" y="2329"/>
                    <a:pt x="3117" y="2450"/>
                    <a:pt x="3284" y="2661"/>
                  </a:cubicBezTo>
                  <a:cubicBezTo>
                    <a:pt x="3268" y="2561"/>
                    <a:pt x="3228" y="2461"/>
                    <a:pt x="3168" y="2377"/>
                  </a:cubicBezTo>
                  <a:cubicBezTo>
                    <a:pt x="3132" y="2321"/>
                    <a:pt x="3088" y="2249"/>
                    <a:pt x="3128" y="2197"/>
                  </a:cubicBezTo>
                  <a:cubicBezTo>
                    <a:pt x="3151" y="2179"/>
                    <a:pt x="3179" y="2169"/>
                    <a:pt x="3208" y="2169"/>
                  </a:cubicBezTo>
                  <a:cubicBezTo>
                    <a:pt x="3226" y="2169"/>
                    <a:pt x="3244" y="2173"/>
                    <a:pt x="3260" y="2181"/>
                  </a:cubicBezTo>
                  <a:cubicBezTo>
                    <a:pt x="3436" y="2225"/>
                    <a:pt x="3588" y="2329"/>
                    <a:pt x="3696" y="2481"/>
                  </a:cubicBezTo>
                  <a:cubicBezTo>
                    <a:pt x="3656" y="2369"/>
                    <a:pt x="3604" y="2269"/>
                    <a:pt x="3536" y="2181"/>
                  </a:cubicBezTo>
                  <a:cubicBezTo>
                    <a:pt x="3469" y="2095"/>
                    <a:pt x="3367" y="2044"/>
                    <a:pt x="3260" y="2044"/>
                  </a:cubicBezTo>
                  <a:cubicBezTo>
                    <a:pt x="3252" y="2044"/>
                    <a:pt x="3244" y="2044"/>
                    <a:pt x="3236" y="2045"/>
                  </a:cubicBezTo>
                  <a:cubicBezTo>
                    <a:pt x="3212" y="2051"/>
                    <a:pt x="3188" y="2054"/>
                    <a:pt x="3164" y="2054"/>
                  </a:cubicBezTo>
                  <a:cubicBezTo>
                    <a:pt x="3144" y="2054"/>
                    <a:pt x="3124" y="2052"/>
                    <a:pt x="3104" y="2049"/>
                  </a:cubicBezTo>
                  <a:cubicBezTo>
                    <a:pt x="3040" y="2021"/>
                    <a:pt x="3032" y="1929"/>
                    <a:pt x="3072" y="1877"/>
                  </a:cubicBezTo>
                  <a:cubicBezTo>
                    <a:pt x="3111" y="1831"/>
                    <a:pt x="3165" y="1804"/>
                    <a:pt x="3223" y="1798"/>
                  </a:cubicBezTo>
                  <a:lnTo>
                    <a:pt x="3223" y="1798"/>
                  </a:lnTo>
                  <a:cubicBezTo>
                    <a:pt x="3228" y="1798"/>
                    <a:pt x="3232" y="1798"/>
                    <a:pt x="3237" y="1798"/>
                  </a:cubicBezTo>
                  <a:cubicBezTo>
                    <a:pt x="3248" y="1798"/>
                    <a:pt x="3259" y="1798"/>
                    <a:pt x="3270" y="1796"/>
                  </a:cubicBezTo>
                  <a:lnTo>
                    <a:pt x="3270" y="1796"/>
                  </a:lnTo>
                  <a:cubicBezTo>
                    <a:pt x="3263" y="1797"/>
                    <a:pt x="3256" y="1797"/>
                    <a:pt x="3248" y="1797"/>
                  </a:cubicBezTo>
                  <a:cubicBezTo>
                    <a:pt x="3240" y="1797"/>
                    <a:pt x="3232" y="1797"/>
                    <a:pt x="3223" y="1798"/>
                  </a:cubicBezTo>
                  <a:lnTo>
                    <a:pt x="3223" y="1798"/>
                  </a:lnTo>
                  <a:cubicBezTo>
                    <a:pt x="3163" y="1795"/>
                    <a:pt x="3102" y="1778"/>
                    <a:pt x="3048" y="1745"/>
                  </a:cubicBezTo>
                  <a:cubicBezTo>
                    <a:pt x="3028" y="1641"/>
                    <a:pt x="3108" y="1536"/>
                    <a:pt x="3208" y="1500"/>
                  </a:cubicBezTo>
                  <a:cubicBezTo>
                    <a:pt x="3257" y="1487"/>
                    <a:pt x="3307" y="1480"/>
                    <a:pt x="3356" y="1480"/>
                  </a:cubicBezTo>
                  <a:cubicBezTo>
                    <a:pt x="3413" y="1480"/>
                    <a:pt x="3469" y="1489"/>
                    <a:pt x="3524" y="1508"/>
                  </a:cubicBezTo>
                  <a:cubicBezTo>
                    <a:pt x="3624" y="1540"/>
                    <a:pt x="3732" y="1556"/>
                    <a:pt x="3836" y="1560"/>
                  </a:cubicBezTo>
                  <a:cubicBezTo>
                    <a:pt x="3755" y="1449"/>
                    <a:pt x="3610" y="1422"/>
                    <a:pt x="3465" y="1422"/>
                  </a:cubicBezTo>
                  <a:cubicBezTo>
                    <a:pt x="3418" y="1422"/>
                    <a:pt x="3370" y="1425"/>
                    <a:pt x="3324" y="1428"/>
                  </a:cubicBezTo>
                  <a:lnTo>
                    <a:pt x="2924" y="1460"/>
                  </a:lnTo>
                  <a:cubicBezTo>
                    <a:pt x="2904" y="1388"/>
                    <a:pt x="2972" y="1324"/>
                    <a:pt x="3032" y="1280"/>
                  </a:cubicBezTo>
                  <a:cubicBezTo>
                    <a:pt x="3172" y="1188"/>
                    <a:pt x="3328" y="1120"/>
                    <a:pt x="3492" y="1076"/>
                  </a:cubicBezTo>
                  <a:lnTo>
                    <a:pt x="3492" y="1076"/>
                  </a:lnTo>
                  <a:lnTo>
                    <a:pt x="3028" y="1188"/>
                  </a:lnTo>
                  <a:cubicBezTo>
                    <a:pt x="3014" y="1192"/>
                    <a:pt x="3000" y="1195"/>
                    <a:pt x="2986" y="1195"/>
                  </a:cubicBezTo>
                  <a:cubicBezTo>
                    <a:pt x="2968" y="1195"/>
                    <a:pt x="2952" y="1190"/>
                    <a:pt x="2940" y="1176"/>
                  </a:cubicBezTo>
                  <a:cubicBezTo>
                    <a:pt x="2928" y="1160"/>
                    <a:pt x="2924" y="1140"/>
                    <a:pt x="2924" y="1124"/>
                  </a:cubicBezTo>
                  <a:cubicBezTo>
                    <a:pt x="2928" y="1008"/>
                    <a:pt x="2996" y="904"/>
                    <a:pt x="3100" y="852"/>
                  </a:cubicBezTo>
                  <a:lnTo>
                    <a:pt x="3100" y="852"/>
                  </a:lnTo>
                  <a:cubicBezTo>
                    <a:pt x="2952" y="864"/>
                    <a:pt x="2820" y="948"/>
                    <a:pt x="2744" y="1076"/>
                  </a:cubicBezTo>
                  <a:cubicBezTo>
                    <a:pt x="2725" y="1111"/>
                    <a:pt x="2691" y="1154"/>
                    <a:pt x="2658" y="1154"/>
                  </a:cubicBezTo>
                  <a:cubicBezTo>
                    <a:pt x="2649" y="1154"/>
                    <a:pt x="2640" y="1151"/>
                    <a:pt x="2632" y="1144"/>
                  </a:cubicBezTo>
                  <a:cubicBezTo>
                    <a:pt x="2608" y="1124"/>
                    <a:pt x="2616" y="1084"/>
                    <a:pt x="2628" y="1052"/>
                  </a:cubicBezTo>
                  <a:lnTo>
                    <a:pt x="2792" y="632"/>
                  </a:lnTo>
                  <a:lnTo>
                    <a:pt x="2792" y="632"/>
                  </a:lnTo>
                  <a:cubicBezTo>
                    <a:pt x="2724" y="776"/>
                    <a:pt x="2616" y="904"/>
                    <a:pt x="2476" y="988"/>
                  </a:cubicBezTo>
                  <a:cubicBezTo>
                    <a:pt x="2452" y="1014"/>
                    <a:pt x="2420" y="1027"/>
                    <a:pt x="2389" y="1027"/>
                  </a:cubicBezTo>
                  <a:cubicBezTo>
                    <a:pt x="2348" y="1027"/>
                    <a:pt x="2307" y="1005"/>
                    <a:pt x="2284" y="964"/>
                  </a:cubicBezTo>
                  <a:cubicBezTo>
                    <a:pt x="2212" y="872"/>
                    <a:pt x="2152" y="772"/>
                    <a:pt x="2100" y="664"/>
                  </a:cubicBezTo>
                  <a:lnTo>
                    <a:pt x="2068" y="868"/>
                  </a:lnTo>
                  <a:cubicBezTo>
                    <a:pt x="2068" y="888"/>
                    <a:pt x="2064" y="904"/>
                    <a:pt x="2052" y="920"/>
                  </a:cubicBezTo>
                  <a:cubicBezTo>
                    <a:pt x="2043" y="931"/>
                    <a:pt x="2030" y="936"/>
                    <a:pt x="2016" y="936"/>
                  </a:cubicBezTo>
                  <a:cubicBezTo>
                    <a:pt x="1994" y="936"/>
                    <a:pt x="1968" y="925"/>
                    <a:pt x="1948" y="912"/>
                  </a:cubicBezTo>
                  <a:cubicBezTo>
                    <a:pt x="1889" y="864"/>
                    <a:pt x="1853" y="798"/>
                    <a:pt x="1846" y="727"/>
                  </a:cubicBezTo>
                  <a:lnTo>
                    <a:pt x="1846" y="727"/>
                  </a:lnTo>
                  <a:cubicBezTo>
                    <a:pt x="1842" y="803"/>
                    <a:pt x="1838" y="878"/>
                    <a:pt x="1832" y="952"/>
                  </a:cubicBezTo>
                  <a:cubicBezTo>
                    <a:pt x="1832" y="968"/>
                    <a:pt x="1828" y="984"/>
                    <a:pt x="1816" y="996"/>
                  </a:cubicBezTo>
                  <a:cubicBezTo>
                    <a:pt x="1804" y="1008"/>
                    <a:pt x="1788" y="1008"/>
                    <a:pt x="1776" y="1008"/>
                  </a:cubicBezTo>
                  <a:cubicBezTo>
                    <a:pt x="1676" y="988"/>
                    <a:pt x="1592" y="920"/>
                    <a:pt x="1556" y="824"/>
                  </a:cubicBezTo>
                  <a:cubicBezTo>
                    <a:pt x="1520" y="728"/>
                    <a:pt x="1504" y="628"/>
                    <a:pt x="1508" y="528"/>
                  </a:cubicBezTo>
                  <a:lnTo>
                    <a:pt x="1492" y="160"/>
                  </a:lnTo>
                  <a:cubicBezTo>
                    <a:pt x="1489" y="160"/>
                    <a:pt x="1486" y="160"/>
                    <a:pt x="1483" y="160"/>
                  </a:cubicBezTo>
                  <a:cubicBezTo>
                    <a:pt x="1352" y="160"/>
                    <a:pt x="1254" y="335"/>
                    <a:pt x="1324" y="444"/>
                  </a:cubicBezTo>
                  <a:cubicBezTo>
                    <a:pt x="1104" y="380"/>
                    <a:pt x="924" y="216"/>
                    <a:pt x="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65"/>
            <p:cNvSpPr/>
            <p:nvPr/>
          </p:nvSpPr>
          <p:spPr>
            <a:xfrm flipH="1">
              <a:off x="5392136" y="1690250"/>
              <a:ext cx="581648" cy="410448"/>
            </a:xfrm>
            <a:custGeom>
              <a:avLst/>
              <a:gdLst/>
              <a:ahLst/>
              <a:cxnLst/>
              <a:rect l="l" t="t" r="r" b="b"/>
              <a:pathLst>
                <a:path w="4325" h="3052" extrusionOk="0">
                  <a:moveTo>
                    <a:pt x="2591" y="122"/>
                  </a:moveTo>
                  <a:cubicBezTo>
                    <a:pt x="2666" y="122"/>
                    <a:pt x="2739" y="135"/>
                    <a:pt x="2808" y="162"/>
                  </a:cubicBezTo>
                  <a:cubicBezTo>
                    <a:pt x="2892" y="194"/>
                    <a:pt x="2948" y="278"/>
                    <a:pt x="3008" y="371"/>
                  </a:cubicBezTo>
                  <a:cubicBezTo>
                    <a:pt x="3036" y="419"/>
                    <a:pt x="3072" y="467"/>
                    <a:pt x="3108" y="511"/>
                  </a:cubicBezTo>
                  <a:cubicBezTo>
                    <a:pt x="3148" y="551"/>
                    <a:pt x="3196" y="591"/>
                    <a:pt x="3248" y="619"/>
                  </a:cubicBezTo>
                  <a:cubicBezTo>
                    <a:pt x="3272" y="635"/>
                    <a:pt x="3300" y="647"/>
                    <a:pt x="3328" y="659"/>
                  </a:cubicBezTo>
                  <a:cubicBezTo>
                    <a:pt x="3356" y="667"/>
                    <a:pt x="3384" y="675"/>
                    <a:pt x="3412" y="683"/>
                  </a:cubicBezTo>
                  <a:lnTo>
                    <a:pt x="3448" y="695"/>
                  </a:lnTo>
                  <a:cubicBezTo>
                    <a:pt x="3456" y="699"/>
                    <a:pt x="3468" y="703"/>
                    <a:pt x="3480" y="711"/>
                  </a:cubicBezTo>
                  <a:cubicBezTo>
                    <a:pt x="3500" y="719"/>
                    <a:pt x="3520" y="735"/>
                    <a:pt x="3540" y="751"/>
                  </a:cubicBezTo>
                  <a:cubicBezTo>
                    <a:pt x="3612" y="823"/>
                    <a:pt x="3668" y="911"/>
                    <a:pt x="3700" y="1011"/>
                  </a:cubicBezTo>
                  <a:cubicBezTo>
                    <a:pt x="3732" y="1111"/>
                    <a:pt x="3760" y="1215"/>
                    <a:pt x="3780" y="1323"/>
                  </a:cubicBezTo>
                  <a:cubicBezTo>
                    <a:pt x="3800" y="1431"/>
                    <a:pt x="3820" y="1539"/>
                    <a:pt x="3844" y="1647"/>
                  </a:cubicBezTo>
                  <a:cubicBezTo>
                    <a:pt x="3860" y="1755"/>
                    <a:pt x="3900" y="1863"/>
                    <a:pt x="3956" y="1959"/>
                  </a:cubicBezTo>
                  <a:cubicBezTo>
                    <a:pt x="4084" y="2135"/>
                    <a:pt x="4200" y="2323"/>
                    <a:pt x="4244" y="2531"/>
                  </a:cubicBezTo>
                  <a:cubicBezTo>
                    <a:pt x="4264" y="2631"/>
                    <a:pt x="4264" y="2739"/>
                    <a:pt x="4204" y="2815"/>
                  </a:cubicBezTo>
                  <a:lnTo>
                    <a:pt x="4184" y="2843"/>
                  </a:lnTo>
                  <a:cubicBezTo>
                    <a:pt x="4172" y="2851"/>
                    <a:pt x="4164" y="2859"/>
                    <a:pt x="4156" y="2867"/>
                  </a:cubicBezTo>
                  <a:lnTo>
                    <a:pt x="4140" y="2875"/>
                  </a:lnTo>
                  <a:lnTo>
                    <a:pt x="4136" y="2879"/>
                  </a:lnTo>
                  <a:lnTo>
                    <a:pt x="4124" y="2883"/>
                  </a:lnTo>
                  <a:cubicBezTo>
                    <a:pt x="4116" y="2891"/>
                    <a:pt x="4104" y="2895"/>
                    <a:pt x="4092" y="2899"/>
                  </a:cubicBezTo>
                  <a:cubicBezTo>
                    <a:pt x="4040" y="2911"/>
                    <a:pt x="3992" y="2919"/>
                    <a:pt x="3940" y="2923"/>
                  </a:cubicBezTo>
                  <a:cubicBezTo>
                    <a:pt x="3824" y="2931"/>
                    <a:pt x="3709" y="2935"/>
                    <a:pt x="3593" y="2935"/>
                  </a:cubicBezTo>
                  <a:cubicBezTo>
                    <a:pt x="3493" y="2935"/>
                    <a:pt x="3392" y="2932"/>
                    <a:pt x="3292" y="2927"/>
                  </a:cubicBezTo>
                  <a:cubicBezTo>
                    <a:pt x="3076" y="2915"/>
                    <a:pt x="2860" y="2903"/>
                    <a:pt x="2644" y="2879"/>
                  </a:cubicBezTo>
                  <a:cubicBezTo>
                    <a:pt x="2428" y="2859"/>
                    <a:pt x="2212" y="2835"/>
                    <a:pt x="1996" y="2803"/>
                  </a:cubicBezTo>
                  <a:cubicBezTo>
                    <a:pt x="1784" y="2767"/>
                    <a:pt x="1568" y="2735"/>
                    <a:pt x="1360" y="2683"/>
                  </a:cubicBezTo>
                  <a:cubicBezTo>
                    <a:pt x="1260" y="2659"/>
                    <a:pt x="1160" y="2631"/>
                    <a:pt x="1060" y="2595"/>
                  </a:cubicBezTo>
                  <a:cubicBezTo>
                    <a:pt x="1040" y="2583"/>
                    <a:pt x="1016" y="2575"/>
                    <a:pt x="996" y="2563"/>
                  </a:cubicBezTo>
                  <a:cubicBezTo>
                    <a:pt x="984" y="2559"/>
                    <a:pt x="976" y="2551"/>
                    <a:pt x="968" y="2547"/>
                  </a:cubicBezTo>
                  <a:lnTo>
                    <a:pt x="956" y="2539"/>
                  </a:lnTo>
                  <a:cubicBezTo>
                    <a:pt x="952" y="2535"/>
                    <a:pt x="948" y="2531"/>
                    <a:pt x="948" y="2531"/>
                  </a:cubicBezTo>
                  <a:lnTo>
                    <a:pt x="940" y="2523"/>
                  </a:lnTo>
                  <a:cubicBezTo>
                    <a:pt x="916" y="2507"/>
                    <a:pt x="900" y="2491"/>
                    <a:pt x="876" y="2471"/>
                  </a:cubicBezTo>
                  <a:cubicBezTo>
                    <a:pt x="852" y="2451"/>
                    <a:pt x="824" y="2435"/>
                    <a:pt x="796" y="2423"/>
                  </a:cubicBezTo>
                  <a:cubicBezTo>
                    <a:pt x="696" y="2363"/>
                    <a:pt x="584" y="2323"/>
                    <a:pt x="468" y="2303"/>
                  </a:cubicBezTo>
                  <a:cubicBezTo>
                    <a:pt x="398" y="2290"/>
                    <a:pt x="326" y="2284"/>
                    <a:pt x="254" y="2284"/>
                  </a:cubicBezTo>
                  <a:cubicBezTo>
                    <a:pt x="241" y="2284"/>
                    <a:pt x="227" y="2284"/>
                    <a:pt x="214" y="2284"/>
                  </a:cubicBezTo>
                  <a:lnTo>
                    <a:pt x="214" y="2284"/>
                  </a:lnTo>
                  <a:cubicBezTo>
                    <a:pt x="217" y="2273"/>
                    <a:pt x="221" y="2262"/>
                    <a:pt x="224" y="2251"/>
                  </a:cubicBezTo>
                  <a:cubicBezTo>
                    <a:pt x="232" y="2211"/>
                    <a:pt x="244" y="2171"/>
                    <a:pt x="252" y="2131"/>
                  </a:cubicBezTo>
                  <a:cubicBezTo>
                    <a:pt x="268" y="2047"/>
                    <a:pt x="276" y="1963"/>
                    <a:pt x="276" y="1879"/>
                  </a:cubicBezTo>
                  <a:cubicBezTo>
                    <a:pt x="276" y="1835"/>
                    <a:pt x="276" y="1795"/>
                    <a:pt x="268" y="1755"/>
                  </a:cubicBezTo>
                  <a:cubicBezTo>
                    <a:pt x="264" y="1711"/>
                    <a:pt x="256" y="1667"/>
                    <a:pt x="244" y="1627"/>
                  </a:cubicBezTo>
                  <a:cubicBezTo>
                    <a:pt x="240" y="1607"/>
                    <a:pt x="232" y="1587"/>
                    <a:pt x="224" y="1567"/>
                  </a:cubicBezTo>
                  <a:lnTo>
                    <a:pt x="196" y="1507"/>
                  </a:lnTo>
                  <a:lnTo>
                    <a:pt x="172" y="1455"/>
                  </a:lnTo>
                  <a:cubicBezTo>
                    <a:pt x="164" y="1439"/>
                    <a:pt x="156" y="1423"/>
                    <a:pt x="152" y="1403"/>
                  </a:cubicBezTo>
                  <a:cubicBezTo>
                    <a:pt x="136" y="1367"/>
                    <a:pt x="128" y="1331"/>
                    <a:pt x="116" y="1291"/>
                  </a:cubicBezTo>
                  <a:cubicBezTo>
                    <a:pt x="108" y="1255"/>
                    <a:pt x="100" y="1215"/>
                    <a:pt x="92" y="1179"/>
                  </a:cubicBezTo>
                  <a:cubicBezTo>
                    <a:pt x="76" y="1099"/>
                    <a:pt x="68" y="1019"/>
                    <a:pt x="56" y="943"/>
                  </a:cubicBezTo>
                  <a:cubicBezTo>
                    <a:pt x="40" y="783"/>
                    <a:pt x="28" y="623"/>
                    <a:pt x="24" y="463"/>
                  </a:cubicBezTo>
                  <a:cubicBezTo>
                    <a:pt x="148" y="283"/>
                    <a:pt x="356" y="194"/>
                    <a:pt x="568" y="170"/>
                  </a:cubicBezTo>
                  <a:cubicBezTo>
                    <a:pt x="645" y="163"/>
                    <a:pt x="722" y="160"/>
                    <a:pt x="799" y="160"/>
                  </a:cubicBezTo>
                  <a:cubicBezTo>
                    <a:pt x="938" y="160"/>
                    <a:pt x="1076" y="171"/>
                    <a:pt x="1212" y="194"/>
                  </a:cubicBezTo>
                  <a:lnTo>
                    <a:pt x="1536" y="238"/>
                  </a:lnTo>
                  <a:lnTo>
                    <a:pt x="1620" y="246"/>
                  </a:lnTo>
                  <a:lnTo>
                    <a:pt x="1708" y="250"/>
                  </a:lnTo>
                  <a:cubicBezTo>
                    <a:pt x="1764" y="250"/>
                    <a:pt x="1820" y="246"/>
                    <a:pt x="1876" y="238"/>
                  </a:cubicBezTo>
                  <a:cubicBezTo>
                    <a:pt x="2100" y="214"/>
                    <a:pt x="2312" y="146"/>
                    <a:pt x="2516" y="126"/>
                  </a:cubicBezTo>
                  <a:cubicBezTo>
                    <a:pt x="2541" y="123"/>
                    <a:pt x="2566" y="122"/>
                    <a:pt x="2591" y="122"/>
                  </a:cubicBezTo>
                  <a:close/>
                  <a:moveTo>
                    <a:pt x="2617" y="1"/>
                  </a:moveTo>
                  <a:cubicBezTo>
                    <a:pt x="2609" y="1"/>
                    <a:pt x="2600" y="1"/>
                    <a:pt x="2592" y="2"/>
                  </a:cubicBezTo>
                  <a:cubicBezTo>
                    <a:pt x="2564" y="6"/>
                    <a:pt x="2532" y="6"/>
                    <a:pt x="2504" y="6"/>
                  </a:cubicBezTo>
                  <a:cubicBezTo>
                    <a:pt x="2276" y="26"/>
                    <a:pt x="2068" y="102"/>
                    <a:pt x="1860" y="126"/>
                  </a:cubicBezTo>
                  <a:cubicBezTo>
                    <a:pt x="1808" y="130"/>
                    <a:pt x="1752" y="138"/>
                    <a:pt x="1704" y="138"/>
                  </a:cubicBezTo>
                  <a:lnTo>
                    <a:pt x="1624" y="138"/>
                  </a:lnTo>
                  <a:lnTo>
                    <a:pt x="1544" y="130"/>
                  </a:lnTo>
                  <a:cubicBezTo>
                    <a:pt x="1440" y="122"/>
                    <a:pt x="1328" y="106"/>
                    <a:pt x="1220" y="98"/>
                  </a:cubicBezTo>
                  <a:cubicBezTo>
                    <a:pt x="1123" y="88"/>
                    <a:pt x="1025" y="83"/>
                    <a:pt x="926" y="83"/>
                  </a:cubicBezTo>
                  <a:cubicBezTo>
                    <a:pt x="803" y="83"/>
                    <a:pt x="679" y="91"/>
                    <a:pt x="556" y="106"/>
                  </a:cubicBezTo>
                  <a:cubicBezTo>
                    <a:pt x="444" y="126"/>
                    <a:pt x="340" y="162"/>
                    <a:pt x="240" y="222"/>
                  </a:cubicBezTo>
                  <a:cubicBezTo>
                    <a:pt x="144" y="278"/>
                    <a:pt x="64" y="359"/>
                    <a:pt x="12" y="459"/>
                  </a:cubicBezTo>
                  <a:lnTo>
                    <a:pt x="12" y="467"/>
                  </a:lnTo>
                  <a:cubicBezTo>
                    <a:pt x="0" y="627"/>
                    <a:pt x="0" y="791"/>
                    <a:pt x="8" y="951"/>
                  </a:cubicBezTo>
                  <a:cubicBezTo>
                    <a:pt x="12" y="1031"/>
                    <a:pt x="16" y="1111"/>
                    <a:pt x="28" y="1195"/>
                  </a:cubicBezTo>
                  <a:cubicBezTo>
                    <a:pt x="32" y="1235"/>
                    <a:pt x="40" y="1275"/>
                    <a:pt x="48" y="1315"/>
                  </a:cubicBezTo>
                  <a:cubicBezTo>
                    <a:pt x="56" y="1355"/>
                    <a:pt x="64" y="1395"/>
                    <a:pt x="76" y="1435"/>
                  </a:cubicBezTo>
                  <a:cubicBezTo>
                    <a:pt x="84" y="1455"/>
                    <a:pt x="88" y="1479"/>
                    <a:pt x="96" y="1495"/>
                  </a:cubicBezTo>
                  <a:lnTo>
                    <a:pt x="120" y="1555"/>
                  </a:lnTo>
                  <a:lnTo>
                    <a:pt x="144" y="1603"/>
                  </a:lnTo>
                  <a:cubicBezTo>
                    <a:pt x="148" y="1623"/>
                    <a:pt x="152" y="1639"/>
                    <a:pt x="156" y="1659"/>
                  </a:cubicBezTo>
                  <a:cubicBezTo>
                    <a:pt x="164" y="1695"/>
                    <a:pt x="172" y="1731"/>
                    <a:pt x="172" y="1771"/>
                  </a:cubicBezTo>
                  <a:cubicBezTo>
                    <a:pt x="176" y="1807"/>
                    <a:pt x="176" y="1847"/>
                    <a:pt x="172" y="1883"/>
                  </a:cubicBezTo>
                  <a:cubicBezTo>
                    <a:pt x="168" y="1959"/>
                    <a:pt x="160" y="2039"/>
                    <a:pt x="140" y="2111"/>
                  </a:cubicBezTo>
                  <a:cubicBezTo>
                    <a:pt x="132" y="2151"/>
                    <a:pt x="124" y="2187"/>
                    <a:pt x="112" y="2227"/>
                  </a:cubicBezTo>
                  <a:cubicBezTo>
                    <a:pt x="100" y="2263"/>
                    <a:pt x="88" y="2303"/>
                    <a:pt x="76" y="2335"/>
                  </a:cubicBezTo>
                  <a:lnTo>
                    <a:pt x="44" y="2423"/>
                  </a:lnTo>
                  <a:lnTo>
                    <a:pt x="140" y="2415"/>
                  </a:lnTo>
                  <a:cubicBezTo>
                    <a:pt x="167" y="2412"/>
                    <a:pt x="194" y="2411"/>
                    <a:pt x="222" y="2411"/>
                  </a:cubicBezTo>
                  <a:cubicBezTo>
                    <a:pt x="398" y="2411"/>
                    <a:pt x="572" y="2456"/>
                    <a:pt x="728" y="2547"/>
                  </a:cubicBezTo>
                  <a:cubicBezTo>
                    <a:pt x="752" y="2559"/>
                    <a:pt x="768" y="2575"/>
                    <a:pt x="788" y="2587"/>
                  </a:cubicBezTo>
                  <a:cubicBezTo>
                    <a:pt x="808" y="2599"/>
                    <a:pt x="828" y="2619"/>
                    <a:pt x="848" y="2635"/>
                  </a:cubicBezTo>
                  <a:lnTo>
                    <a:pt x="856" y="2643"/>
                  </a:lnTo>
                  <a:cubicBezTo>
                    <a:pt x="852" y="2643"/>
                    <a:pt x="860" y="2651"/>
                    <a:pt x="864" y="2651"/>
                  </a:cubicBezTo>
                  <a:lnTo>
                    <a:pt x="884" y="2667"/>
                  </a:lnTo>
                  <a:cubicBezTo>
                    <a:pt x="896" y="2675"/>
                    <a:pt x="912" y="2683"/>
                    <a:pt x="924" y="2691"/>
                  </a:cubicBezTo>
                  <a:cubicBezTo>
                    <a:pt x="952" y="2707"/>
                    <a:pt x="980" y="2719"/>
                    <a:pt x="1008" y="2731"/>
                  </a:cubicBezTo>
                  <a:cubicBezTo>
                    <a:pt x="1112" y="2775"/>
                    <a:pt x="1220" y="2807"/>
                    <a:pt x="1332" y="2831"/>
                  </a:cubicBezTo>
                  <a:cubicBezTo>
                    <a:pt x="1544" y="2883"/>
                    <a:pt x="1764" y="2919"/>
                    <a:pt x="1980" y="2947"/>
                  </a:cubicBezTo>
                  <a:cubicBezTo>
                    <a:pt x="2200" y="2975"/>
                    <a:pt x="2416" y="2999"/>
                    <a:pt x="2636" y="3015"/>
                  </a:cubicBezTo>
                  <a:cubicBezTo>
                    <a:pt x="2852" y="3035"/>
                    <a:pt x="3072" y="3047"/>
                    <a:pt x="3292" y="3051"/>
                  </a:cubicBezTo>
                  <a:cubicBezTo>
                    <a:pt x="3328" y="3051"/>
                    <a:pt x="3364" y="3052"/>
                    <a:pt x="3400" y="3052"/>
                  </a:cubicBezTo>
                  <a:cubicBezTo>
                    <a:pt x="3585" y="3052"/>
                    <a:pt x="3771" y="3043"/>
                    <a:pt x="3952" y="3023"/>
                  </a:cubicBezTo>
                  <a:cubicBezTo>
                    <a:pt x="4012" y="3015"/>
                    <a:pt x="4068" y="2999"/>
                    <a:pt x="4124" y="2979"/>
                  </a:cubicBezTo>
                  <a:cubicBezTo>
                    <a:pt x="4140" y="2975"/>
                    <a:pt x="4152" y="2971"/>
                    <a:pt x="4164" y="2963"/>
                  </a:cubicBezTo>
                  <a:lnTo>
                    <a:pt x="4172" y="2955"/>
                  </a:lnTo>
                  <a:lnTo>
                    <a:pt x="4176" y="2955"/>
                  </a:lnTo>
                  <a:lnTo>
                    <a:pt x="4180" y="2951"/>
                  </a:lnTo>
                  <a:lnTo>
                    <a:pt x="4184" y="2951"/>
                  </a:lnTo>
                  <a:lnTo>
                    <a:pt x="4204" y="2935"/>
                  </a:lnTo>
                  <a:cubicBezTo>
                    <a:pt x="4216" y="2923"/>
                    <a:pt x="4228" y="2915"/>
                    <a:pt x="4236" y="2903"/>
                  </a:cubicBezTo>
                  <a:lnTo>
                    <a:pt x="4264" y="2867"/>
                  </a:lnTo>
                  <a:cubicBezTo>
                    <a:pt x="4300" y="2815"/>
                    <a:pt x="4320" y="2755"/>
                    <a:pt x="4320" y="2695"/>
                  </a:cubicBezTo>
                  <a:cubicBezTo>
                    <a:pt x="4324" y="2635"/>
                    <a:pt x="4316" y="2579"/>
                    <a:pt x="4304" y="2523"/>
                  </a:cubicBezTo>
                  <a:cubicBezTo>
                    <a:pt x="4272" y="2415"/>
                    <a:pt x="4228" y="2311"/>
                    <a:pt x="4172" y="2215"/>
                  </a:cubicBezTo>
                  <a:cubicBezTo>
                    <a:pt x="4120" y="2119"/>
                    <a:pt x="4060" y="2027"/>
                    <a:pt x="3992" y="1939"/>
                  </a:cubicBezTo>
                  <a:cubicBezTo>
                    <a:pt x="3936" y="1847"/>
                    <a:pt x="3896" y="1747"/>
                    <a:pt x="3880" y="1643"/>
                  </a:cubicBezTo>
                  <a:cubicBezTo>
                    <a:pt x="3860" y="1535"/>
                    <a:pt x="3844" y="1427"/>
                    <a:pt x="3824" y="1323"/>
                  </a:cubicBezTo>
                  <a:cubicBezTo>
                    <a:pt x="3808" y="1211"/>
                    <a:pt x="3784" y="1103"/>
                    <a:pt x="3752" y="999"/>
                  </a:cubicBezTo>
                  <a:cubicBezTo>
                    <a:pt x="3724" y="887"/>
                    <a:pt x="3668" y="783"/>
                    <a:pt x="3584" y="699"/>
                  </a:cubicBezTo>
                  <a:cubicBezTo>
                    <a:pt x="3564" y="679"/>
                    <a:pt x="3540" y="659"/>
                    <a:pt x="3512" y="643"/>
                  </a:cubicBezTo>
                  <a:cubicBezTo>
                    <a:pt x="3500" y="635"/>
                    <a:pt x="3484" y="631"/>
                    <a:pt x="3472" y="623"/>
                  </a:cubicBezTo>
                  <a:lnTo>
                    <a:pt x="3428" y="607"/>
                  </a:lnTo>
                  <a:cubicBezTo>
                    <a:pt x="3408" y="599"/>
                    <a:pt x="3380" y="591"/>
                    <a:pt x="3360" y="583"/>
                  </a:cubicBezTo>
                  <a:cubicBezTo>
                    <a:pt x="3336" y="571"/>
                    <a:pt x="3312" y="559"/>
                    <a:pt x="3292" y="547"/>
                  </a:cubicBezTo>
                  <a:cubicBezTo>
                    <a:pt x="3252" y="519"/>
                    <a:pt x="3212" y="483"/>
                    <a:pt x="3180" y="447"/>
                  </a:cubicBezTo>
                  <a:cubicBezTo>
                    <a:pt x="3148" y="407"/>
                    <a:pt x="3120" y="363"/>
                    <a:pt x="3096" y="319"/>
                  </a:cubicBezTo>
                  <a:cubicBezTo>
                    <a:pt x="3068" y="266"/>
                    <a:pt x="3036" y="218"/>
                    <a:pt x="3000" y="174"/>
                  </a:cubicBezTo>
                  <a:cubicBezTo>
                    <a:pt x="2964" y="122"/>
                    <a:pt x="2912" y="82"/>
                    <a:pt x="2856" y="54"/>
                  </a:cubicBezTo>
                  <a:lnTo>
                    <a:pt x="2808" y="34"/>
                  </a:lnTo>
                  <a:lnTo>
                    <a:pt x="2768" y="22"/>
                  </a:lnTo>
                  <a:lnTo>
                    <a:pt x="2748" y="18"/>
                  </a:lnTo>
                  <a:cubicBezTo>
                    <a:pt x="2740" y="14"/>
                    <a:pt x="2732" y="14"/>
                    <a:pt x="2724" y="14"/>
                  </a:cubicBezTo>
                  <a:lnTo>
                    <a:pt x="2680" y="6"/>
                  </a:lnTo>
                  <a:cubicBezTo>
                    <a:pt x="2658" y="4"/>
                    <a:pt x="2637" y="1"/>
                    <a:pt x="2617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65"/>
            <p:cNvSpPr/>
            <p:nvPr/>
          </p:nvSpPr>
          <p:spPr>
            <a:xfrm flipH="1">
              <a:off x="5051082" y="2034800"/>
              <a:ext cx="347106" cy="261573"/>
            </a:xfrm>
            <a:custGeom>
              <a:avLst/>
              <a:gdLst/>
              <a:ahLst/>
              <a:cxnLst/>
              <a:rect l="l" t="t" r="r" b="b"/>
              <a:pathLst>
                <a:path w="2581" h="1945" extrusionOk="0">
                  <a:moveTo>
                    <a:pt x="4" y="1"/>
                  </a:moveTo>
                  <a:lnTo>
                    <a:pt x="0" y="13"/>
                  </a:lnTo>
                  <a:cubicBezTo>
                    <a:pt x="0" y="13"/>
                    <a:pt x="32" y="37"/>
                    <a:pt x="92" y="85"/>
                  </a:cubicBezTo>
                  <a:cubicBezTo>
                    <a:pt x="180" y="149"/>
                    <a:pt x="256" y="225"/>
                    <a:pt x="328" y="309"/>
                  </a:cubicBezTo>
                  <a:cubicBezTo>
                    <a:pt x="352" y="337"/>
                    <a:pt x="372" y="365"/>
                    <a:pt x="392" y="397"/>
                  </a:cubicBezTo>
                  <a:cubicBezTo>
                    <a:pt x="404" y="413"/>
                    <a:pt x="412" y="433"/>
                    <a:pt x="424" y="449"/>
                  </a:cubicBezTo>
                  <a:cubicBezTo>
                    <a:pt x="432" y="465"/>
                    <a:pt x="440" y="481"/>
                    <a:pt x="444" y="501"/>
                  </a:cubicBezTo>
                  <a:cubicBezTo>
                    <a:pt x="468" y="589"/>
                    <a:pt x="480" y="677"/>
                    <a:pt x="480" y="765"/>
                  </a:cubicBezTo>
                  <a:cubicBezTo>
                    <a:pt x="480" y="877"/>
                    <a:pt x="492" y="985"/>
                    <a:pt x="512" y="1093"/>
                  </a:cubicBezTo>
                  <a:cubicBezTo>
                    <a:pt x="524" y="1153"/>
                    <a:pt x="552" y="1213"/>
                    <a:pt x="588" y="1269"/>
                  </a:cubicBezTo>
                  <a:cubicBezTo>
                    <a:pt x="632" y="1325"/>
                    <a:pt x="696" y="1365"/>
                    <a:pt x="764" y="1385"/>
                  </a:cubicBezTo>
                  <a:cubicBezTo>
                    <a:pt x="892" y="1421"/>
                    <a:pt x="1016" y="1441"/>
                    <a:pt x="1148" y="1465"/>
                  </a:cubicBezTo>
                  <a:cubicBezTo>
                    <a:pt x="1276" y="1485"/>
                    <a:pt x="1408" y="1509"/>
                    <a:pt x="1548" y="1537"/>
                  </a:cubicBezTo>
                  <a:cubicBezTo>
                    <a:pt x="1684" y="1565"/>
                    <a:pt x="1824" y="1593"/>
                    <a:pt x="1964" y="1633"/>
                  </a:cubicBezTo>
                  <a:cubicBezTo>
                    <a:pt x="2104" y="1669"/>
                    <a:pt x="2240" y="1725"/>
                    <a:pt x="2368" y="1801"/>
                  </a:cubicBezTo>
                  <a:cubicBezTo>
                    <a:pt x="2428" y="1837"/>
                    <a:pt x="2484" y="1885"/>
                    <a:pt x="2532" y="1945"/>
                  </a:cubicBezTo>
                  <a:lnTo>
                    <a:pt x="2580" y="1905"/>
                  </a:lnTo>
                  <a:cubicBezTo>
                    <a:pt x="2536" y="1837"/>
                    <a:pt x="2476" y="1781"/>
                    <a:pt x="2408" y="1733"/>
                  </a:cubicBezTo>
                  <a:cubicBezTo>
                    <a:pt x="2280" y="1649"/>
                    <a:pt x="2140" y="1581"/>
                    <a:pt x="1992" y="1533"/>
                  </a:cubicBezTo>
                  <a:cubicBezTo>
                    <a:pt x="1856" y="1485"/>
                    <a:pt x="1716" y="1445"/>
                    <a:pt x="1572" y="1417"/>
                  </a:cubicBezTo>
                  <a:cubicBezTo>
                    <a:pt x="1432" y="1389"/>
                    <a:pt x="1296" y="1361"/>
                    <a:pt x="1168" y="1341"/>
                  </a:cubicBezTo>
                  <a:cubicBezTo>
                    <a:pt x="1036" y="1321"/>
                    <a:pt x="908" y="1301"/>
                    <a:pt x="800" y="1269"/>
                  </a:cubicBezTo>
                  <a:cubicBezTo>
                    <a:pt x="752" y="1261"/>
                    <a:pt x="708" y="1233"/>
                    <a:pt x="676" y="1197"/>
                  </a:cubicBezTo>
                  <a:cubicBezTo>
                    <a:pt x="648" y="1157"/>
                    <a:pt x="624" y="1113"/>
                    <a:pt x="616" y="1061"/>
                  </a:cubicBezTo>
                  <a:cubicBezTo>
                    <a:pt x="592" y="961"/>
                    <a:pt x="576" y="861"/>
                    <a:pt x="568" y="757"/>
                  </a:cubicBezTo>
                  <a:cubicBezTo>
                    <a:pt x="564" y="661"/>
                    <a:pt x="544" y="565"/>
                    <a:pt x="516" y="473"/>
                  </a:cubicBezTo>
                  <a:cubicBezTo>
                    <a:pt x="508" y="453"/>
                    <a:pt x="496" y="433"/>
                    <a:pt x="484" y="413"/>
                  </a:cubicBezTo>
                  <a:cubicBezTo>
                    <a:pt x="472" y="393"/>
                    <a:pt x="460" y="377"/>
                    <a:pt x="448" y="357"/>
                  </a:cubicBezTo>
                  <a:cubicBezTo>
                    <a:pt x="424" y="329"/>
                    <a:pt x="400" y="297"/>
                    <a:pt x="372" y="269"/>
                  </a:cubicBezTo>
                  <a:cubicBezTo>
                    <a:pt x="292" y="193"/>
                    <a:pt x="204" y="121"/>
                    <a:pt x="108" y="61"/>
                  </a:cubicBezTo>
                  <a:cubicBezTo>
                    <a:pt x="40" y="21"/>
                    <a:pt x="4" y="1"/>
                    <a:pt x="4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65"/>
            <p:cNvSpPr/>
            <p:nvPr/>
          </p:nvSpPr>
          <p:spPr>
            <a:xfrm flipH="1">
              <a:off x="4966625" y="1781969"/>
              <a:ext cx="505260" cy="510102"/>
            </a:xfrm>
            <a:custGeom>
              <a:avLst/>
              <a:gdLst/>
              <a:ahLst/>
              <a:cxnLst/>
              <a:rect l="l" t="t" r="r" b="b"/>
              <a:pathLst>
                <a:path w="3757" h="3793" extrusionOk="0">
                  <a:moveTo>
                    <a:pt x="1624" y="1"/>
                  </a:moveTo>
                  <a:cubicBezTo>
                    <a:pt x="1600" y="1"/>
                    <a:pt x="1576" y="2"/>
                    <a:pt x="1552" y="5"/>
                  </a:cubicBezTo>
                  <a:cubicBezTo>
                    <a:pt x="1428" y="21"/>
                    <a:pt x="1312" y="61"/>
                    <a:pt x="1204" y="121"/>
                  </a:cubicBezTo>
                  <a:cubicBezTo>
                    <a:pt x="1152" y="149"/>
                    <a:pt x="1104" y="177"/>
                    <a:pt x="1060" y="205"/>
                  </a:cubicBezTo>
                  <a:cubicBezTo>
                    <a:pt x="1036" y="221"/>
                    <a:pt x="1012" y="233"/>
                    <a:pt x="996" y="241"/>
                  </a:cubicBezTo>
                  <a:cubicBezTo>
                    <a:pt x="988" y="245"/>
                    <a:pt x="980" y="249"/>
                    <a:pt x="972" y="253"/>
                  </a:cubicBezTo>
                  <a:cubicBezTo>
                    <a:pt x="960" y="253"/>
                    <a:pt x="952" y="257"/>
                    <a:pt x="940" y="257"/>
                  </a:cubicBezTo>
                  <a:cubicBezTo>
                    <a:pt x="852" y="253"/>
                    <a:pt x="760" y="245"/>
                    <a:pt x="672" y="229"/>
                  </a:cubicBezTo>
                  <a:cubicBezTo>
                    <a:pt x="606" y="219"/>
                    <a:pt x="541" y="211"/>
                    <a:pt x="475" y="211"/>
                  </a:cubicBezTo>
                  <a:cubicBezTo>
                    <a:pt x="461" y="211"/>
                    <a:pt x="446" y="212"/>
                    <a:pt x="432" y="213"/>
                  </a:cubicBezTo>
                  <a:cubicBezTo>
                    <a:pt x="316" y="213"/>
                    <a:pt x="204" y="241"/>
                    <a:pt x="100" y="289"/>
                  </a:cubicBezTo>
                  <a:cubicBezTo>
                    <a:pt x="76" y="301"/>
                    <a:pt x="48" y="313"/>
                    <a:pt x="24" y="333"/>
                  </a:cubicBezTo>
                  <a:lnTo>
                    <a:pt x="0" y="349"/>
                  </a:lnTo>
                  <a:lnTo>
                    <a:pt x="4" y="361"/>
                  </a:lnTo>
                  <a:lnTo>
                    <a:pt x="32" y="345"/>
                  </a:lnTo>
                  <a:cubicBezTo>
                    <a:pt x="56" y="333"/>
                    <a:pt x="84" y="321"/>
                    <a:pt x="112" y="313"/>
                  </a:cubicBezTo>
                  <a:cubicBezTo>
                    <a:pt x="195" y="283"/>
                    <a:pt x="284" y="267"/>
                    <a:pt x="376" y="267"/>
                  </a:cubicBezTo>
                  <a:cubicBezTo>
                    <a:pt x="394" y="267"/>
                    <a:pt x="413" y="267"/>
                    <a:pt x="432" y="269"/>
                  </a:cubicBezTo>
                  <a:cubicBezTo>
                    <a:pt x="508" y="273"/>
                    <a:pt x="584" y="285"/>
                    <a:pt x="660" y="301"/>
                  </a:cubicBezTo>
                  <a:cubicBezTo>
                    <a:pt x="752" y="325"/>
                    <a:pt x="848" y="341"/>
                    <a:pt x="944" y="353"/>
                  </a:cubicBezTo>
                  <a:cubicBezTo>
                    <a:pt x="960" y="349"/>
                    <a:pt x="972" y="349"/>
                    <a:pt x="988" y="349"/>
                  </a:cubicBezTo>
                  <a:cubicBezTo>
                    <a:pt x="1004" y="345"/>
                    <a:pt x="1020" y="341"/>
                    <a:pt x="1036" y="333"/>
                  </a:cubicBezTo>
                  <a:cubicBezTo>
                    <a:pt x="1064" y="321"/>
                    <a:pt x="1084" y="309"/>
                    <a:pt x="1112" y="297"/>
                  </a:cubicBezTo>
                  <a:cubicBezTo>
                    <a:pt x="1156" y="273"/>
                    <a:pt x="1200" y="245"/>
                    <a:pt x="1252" y="221"/>
                  </a:cubicBezTo>
                  <a:cubicBezTo>
                    <a:pt x="1348" y="169"/>
                    <a:pt x="1456" y="137"/>
                    <a:pt x="1564" y="125"/>
                  </a:cubicBezTo>
                  <a:cubicBezTo>
                    <a:pt x="1576" y="124"/>
                    <a:pt x="1588" y="123"/>
                    <a:pt x="1599" y="123"/>
                  </a:cubicBezTo>
                  <a:cubicBezTo>
                    <a:pt x="1703" y="123"/>
                    <a:pt x="1802" y="155"/>
                    <a:pt x="1884" y="217"/>
                  </a:cubicBezTo>
                  <a:cubicBezTo>
                    <a:pt x="1932" y="253"/>
                    <a:pt x="1976" y="293"/>
                    <a:pt x="2016" y="341"/>
                  </a:cubicBezTo>
                  <a:cubicBezTo>
                    <a:pt x="2036" y="365"/>
                    <a:pt x="2056" y="393"/>
                    <a:pt x="2076" y="421"/>
                  </a:cubicBezTo>
                  <a:cubicBezTo>
                    <a:pt x="2096" y="449"/>
                    <a:pt x="2120" y="481"/>
                    <a:pt x="2140" y="509"/>
                  </a:cubicBezTo>
                  <a:cubicBezTo>
                    <a:pt x="2236" y="621"/>
                    <a:pt x="2344" y="725"/>
                    <a:pt x="2460" y="821"/>
                  </a:cubicBezTo>
                  <a:cubicBezTo>
                    <a:pt x="2576" y="917"/>
                    <a:pt x="2700" y="1005"/>
                    <a:pt x="2824" y="1093"/>
                  </a:cubicBezTo>
                  <a:cubicBezTo>
                    <a:pt x="2948" y="1181"/>
                    <a:pt x="3080" y="1269"/>
                    <a:pt x="3200" y="1365"/>
                  </a:cubicBezTo>
                  <a:cubicBezTo>
                    <a:pt x="3320" y="1457"/>
                    <a:pt x="3428" y="1569"/>
                    <a:pt x="3520" y="1693"/>
                  </a:cubicBezTo>
                  <a:cubicBezTo>
                    <a:pt x="3604" y="1817"/>
                    <a:pt x="3648" y="1965"/>
                    <a:pt x="3648" y="2117"/>
                  </a:cubicBezTo>
                  <a:cubicBezTo>
                    <a:pt x="3644" y="2277"/>
                    <a:pt x="3616" y="2433"/>
                    <a:pt x="3560" y="2585"/>
                  </a:cubicBezTo>
                  <a:cubicBezTo>
                    <a:pt x="3508" y="2741"/>
                    <a:pt x="3464" y="2897"/>
                    <a:pt x="3428" y="3061"/>
                  </a:cubicBezTo>
                  <a:cubicBezTo>
                    <a:pt x="3420" y="3101"/>
                    <a:pt x="3416" y="3141"/>
                    <a:pt x="3412" y="3185"/>
                  </a:cubicBezTo>
                  <a:cubicBezTo>
                    <a:pt x="3408" y="3225"/>
                    <a:pt x="3408" y="3265"/>
                    <a:pt x="3408" y="3305"/>
                  </a:cubicBezTo>
                  <a:cubicBezTo>
                    <a:pt x="3408" y="3385"/>
                    <a:pt x="3404" y="3465"/>
                    <a:pt x="3400" y="3549"/>
                  </a:cubicBezTo>
                  <a:cubicBezTo>
                    <a:pt x="3396" y="3625"/>
                    <a:pt x="3384" y="3705"/>
                    <a:pt x="3372" y="3781"/>
                  </a:cubicBezTo>
                  <a:lnTo>
                    <a:pt x="3412" y="3793"/>
                  </a:lnTo>
                  <a:cubicBezTo>
                    <a:pt x="3424" y="3713"/>
                    <a:pt x="3432" y="3629"/>
                    <a:pt x="3440" y="3549"/>
                  </a:cubicBezTo>
                  <a:cubicBezTo>
                    <a:pt x="3444" y="3469"/>
                    <a:pt x="3448" y="3389"/>
                    <a:pt x="3452" y="3309"/>
                  </a:cubicBezTo>
                  <a:cubicBezTo>
                    <a:pt x="3456" y="3265"/>
                    <a:pt x="3456" y="3225"/>
                    <a:pt x="3460" y="3185"/>
                  </a:cubicBezTo>
                  <a:cubicBezTo>
                    <a:pt x="3460" y="3145"/>
                    <a:pt x="3468" y="3109"/>
                    <a:pt x="3476" y="3069"/>
                  </a:cubicBezTo>
                  <a:cubicBezTo>
                    <a:pt x="3516" y="2913"/>
                    <a:pt x="3568" y="2757"/>
                    <a:pt x="3628" y="2609"/>
                  </a:cubicBezTo>
                  <a:cubicBezTo>
                    <a:pt x="3692" y="2453"/>
                    <a:pt x="3732" y="2289"/>
                    <a:pt x="3748" y="2121"/>
                  </a:cubicBezTo>
                  <a:cubicBezTo>
                    <a:pt x="3756" y="1945"/>
                    <a:pt x="3708" y="1773"/>
                    <a:pt x="3616" y="1625"/>
                  </a:cubicBezTo>
                  <a:cubicBezTo>
                    <a:pt x="3524" y="1489"/>
                    <a:pt x="3412" y="1365"/>
                    <a:pt x="3280" y="1261"/>
                  </a:cubicBezTo>
                  <a:cubicBezTo>
                    <a:pt x="3156" y="1161"/>
                    <a:pt x="3028" y="1069"/>
                    <a:pt x="2904" y="977"/>
                  </a:cubicBezTo>
                  <a:cubicBezTo>
                    <a:pt x="2784" y="885"/>
                    <a:pt x="2664" y="797"/>
                    <a:pt x="2552" y="705"/>
                  </a:cubicBezTo>
                  <a:cubicBezTo>
                    <a:pt x="2444" y="617"/>
                    <a:pt x="2340" y="521"/>
                    <a:pt x="2252" y="417"/>
                  </a:cubicBezTo>
                  <a:cubicBezTo>
                    <a:pt x="2228" y="389"/>
                    <a:pt x="2212" y="369"/>
                    <a:pt x="2188" y="337"/>
                  </a:cubicBezTo>
                  <a:cubicBezTo>
                    <a:pt x="2164" y="305"/>
                    <a:pt x="2148" y="281"/>
                    <a:pt x="2120" y="253"/>
                  </a:cubicBezTo>
                  <a:cubicBezTo>
                    <a:pt x="2076" y="197"/>
                    <a:pt x="2020" y="145"/>
                    <a:pt x="1960" y="105"/>
                  </a:cubicBezTo>
                  <a:cubicBezTo>
                    <a:pt x="1860" y="34"/>
                    <a:pt x="1743" y="1"/>
                    <a:pt x="1624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65"/>
            <p:cNvSpPr/>
            <p:nvPr/>
          </p:nvSpPr>
          <p:spPr>
            <a:xfrm flipH="1">
              <a:off x="4653006" y="1572575"/>
              <a:ext cx="695691" cy="384762"/>
            </a:xfrm>
            <a:custGeom>
              <a:avLst/>
              <a:gdLst/>
              <a:ahLst/>
              <a:cxnLst/>
              <a:rect l="l" t="t" r="r" b="b"/>
              <a:pathLst>
                <a:path w="5173" h="2861" extrusionOk="0">
                  <a:moveTo>
                    <a:pt x="3331" y="1"/>
                  </a:moveTo>
                  <a:cubicBezTo>
                    <a:pt x="3321" y="1"/>
                    <a:pt x="3311" y="1"/>
                    <a:pt x="3300" y="1"/>
                  </a:cubicBezTo>
                  <a:cubicBezTo>
                    <a:pt x="3172" y="9"/>
                    <a:pt x="3048" y="29"/>
                    <a:pt x="2928" y="61"/>
                  </a:cubicBezTo>
                  <a:cubicBezTo>
                    <a:pt x="2804" y="97"/>
                    <a:pt x="2688" y="137"/>
                    <a:pt x="2572" y="181"/>
                  </a:cubicBezTo>
                  <a:cubicBezTo>
                    <a:pt x="2452" y="229"/>
                    <a:pt x="2340" y="273"/>
                    <a:pt x="2224" y="313"/>
                  </a:cubicBezTo>
                  <a:cubicBezTo>
                    <a:pt x="2112" y="353"/>
                    <a:pt x="1992" y="373"/>
                    <a:pt x="1872" y="381"/>
                  </a:cubicBezTo>
                  <a:cubicBezTo>
                    <a:pt x="1756" y="381"/>
                    <a:pt x="1636" y="365"/>
                    <a:pt x="1524" y="333"/>
                  </a:cubicBezTo>
                  <a:cubicBezTo>
                    <a:pt x="1404" y="305"/>
                    <a:pt x="1288" y="269"/>
                    <a:pt x="1168" y="233"/>
                  </a:cubicBezTo>
                  <a:cubicBezTo>
                    <a:pt x="1108" y="213"/>
                    <a:pt x="1044" y="197"/>
                    <a:pt x="980" y="185"/>
                  </a:cubicBezTo>
                  <a:cubicBezTo>
                    <a:pt x="958" y="183"/>
                    <a:pt x="933" y="180"/>
                    <a:pt x="909" y="180"/>
                  </a:cubicBezTo>
                  <a:cubicBezTo>
                    <a:pt x="899" y="180"/>
                    <a:pt x="890" y="180"/>
                    <a:pt x="880" y="181"/>
                  </a:cubicBezTo>
                  <a:lnTo>
                    <a:pt x="828" y="181"/>
                  </a:lnTo>
                  <a:cubicBezTo>
                    <a:pt x="812" y="181"/>
                    <a:pt x="796" y="181"/>
                    <a:pt x="780" y="185"/>
                  </a:cubicBezTo>
                  <a:cubicBezTo>
                    <a:pt x="744" y="189"/>
                    <a:pt x="712" y="193"/>
                    <a:pt x="680" y="205"/>
                  </a:cubicBezTo>
                  <a:lnTo>
                    <a:pt x="584" y="237"/>
                  </a:lnTo>
                  <a:lnTo>
                    <a:pt x="496" y="281"/>
                  </a:lnTo>
                  <a:cubicBezTo>
                    <a:pt x="468" y="301"/>
                    <a:pt x="444" y="317"/>
                    <a:pt x="416" y="337"/>
                  </a:cubicBezTo>
                  <a:cubicBezTo>
                    <a:pt x="316" y="417"/>
                    <a:pt x="232" y="513"/>
                    <a:pt x="164" y="625"/>
                  </a:cubicBezTo>
                  <a:cubicBezTo>
                    <a:pt x="92" y="729"/>
                    <a:pt x="40" y="841"/>
                    <a:pt x="0" y="961"/>
                  </a:cubicBezTo>
                  <a:lnTo>
                    <a:pt x="16" y="973"/>
                  </a:lnTo>
                  <a:cubicBezTo>
                    <a:pt x="68" y="861"/>
                    <a:pt x="132" y="757"/>
                    <a:pt x="208" y="661"/>
                  </a:cubicBezTo>
                  <a:cubicBezTo>
                    <a:pt x="284" y="565"/>
                    <a:pt x="372" y="481"/>
                    <a:pt x="468" y="409"/>
                  </a:cubicBezTo>
                  <a:cubicBezTo>
                    <a:pt x="496" y="397"/>
                    <a:pt x="520" y="377"/>
                    <a:pt x="544" y="365"/>
                  </a:cubicBezTo>
                  <a:lnTo>
                    <a:pt x="624" y="329"/>
                  </a:lnTo>
                  <a:lnTo>
                    <a:pt x="708" y="305"/>
                  </a:lnTo>
                  <a:cubicBezTo>
                    <a:pt x="736" y="301"/>
                    <a:pt x="764" y="293"/>
                    <a:pt x="792" y="293"/>
                  </a:cubicBezTo>
                  <a:cubicBezTo>
                    <a:pt x="804" y="289"/>
                    <a:pt x="820" y="289"/>
                    <a:pt x="836" y="289"/>
                  </a:cubicBezTo>
                  <a:lnTo>
                    <a:pt x="876" y="293"/>
                  </a:lnTo>
                  <a:cubicBezTo>
                    <a:pt x="904" y="293"/>
                    <a:pt x="936" y="297"/>
                    <a:pt x="964" y="301"/>
                  </a:cubicBezTo>
                  <a:lnTo>
                    <a:pt x="1048" y="321"/>
                  </a:lnTo>
                  <a:cubicBezTo>
                    <a:pt x="1076" y="329"/>
                    <a:pt x="1104" y="341"/>
                    <a:pt x="1136" y="349"/>
                  </a:cubicBezTo>
                  <a:cubicBezTo>
                    <a:pt x="1252" y="389"/>
                    <a:pt x="1372" y="425"/>
                    <a:pt x="1492" y="457"/>
                  </a:cubicBezTo>
                  <a:cubicBezTo>
                    <a:pt x="1608" y="490"/>
                    <a:pt x="1723" y="506"/>
                    <a:pt x="1841" y="506"/>
                  </a:cubicBezTo>
                  <a:cubicBezTo>
                    <a:pt x="1854" y="506"/>
                    <a:pt x="1867" y="506"/>
                    <a:pt x="1880" y="505"/>
                  </a:cubicBezTo>
                  <a:cubicBezTo>
                    <a:pt x="2008" y="493"/>
                    <a:pt x="2136" y="461"/>
                    <a:pt x="2256" y="413"/>
                  </a:cubicBezTo>
                  <a:cubicBezTo>
                    <a:pt x="2372" y="365"/>
                    <a:pt x="2484" y="309"/>
                    <a:pt x="2596" y="257"/>
                  </a:cubicBezTo>
                  <a:cubicBezTo>
                    <a:pt x="2708" y="205"/>
                    <a:pt x="2820" y="157"/>
                    <a:pt x="2940" y="117"/>
                  </a:cubicBezTo>
                  <a:cubicBezTo>
                    <a:pt x="3056" y="81"/>
                    <a:pt x="3176" y="57"/>
                    <a:pt x="3300" y="53"/>
                  </a:cubicBezTo>
                  <a:cubicBezTo>
                    <a:pt x="3318" y="52"/>
                    <a:pt x="3335" y="52"/>
                    <a:pt x="3352" y="52"/>
                  </a:cubicBezTo>
                  <a:cubicBezTo>
                    <a:pt x="3455" y="52"/>
                    <a:pt x="3556" y="72"/>
                    <a:pt x="3652" y="113"/>
                  </a:cubicBezTo>
                  <a:cubicBezTo>
                    <a:pt x="3764" y="161"/>
                    <a:pt x="3864" y="233"/>
                    <a:pt x="3944" y="321"/>
                  </a:cubicBezTo>
                  <a:lnTo>
                    <a:pt x="4008" y="389"/>
                  </a:lnTo>
                  <a:lnTo>
                    <a:pt x="4060" y="461"/>
                  </a:lnTo>
                  <a:cubicBezTo>
                    <a:pt x="4100" y="513"/>
                    <a:pt x="4132" y="561"/>
                    <a:pt x="4176" y="613"/>
                  </a:cubicBezTo>
                  <a:cubicBezTo>
                    <a:pt x="4256" y="709"/>
                    <a:pt x="4340" y="805"/>
                    <a:pt x="4432" y="889"/>
                  </a:cubicBezTo>
                  <a:cubicBezTo>
                    <a:pt x="4524" y="977"/>
                    <a:pt x="4620" y="1057"/>
                    <a:pt x="4724" y="1133"/>
                  </a:cubicBezTo>
                  <a:cubicBezTo>
                    <a:pt x="4804" y="1194"/>
                    <a:pt x="4888" y="1249"/>
                    <a:pt x="4973" y="1301"/>
                  </a:cubicBezTo>
                  <a:lnTo>
                    <a:pt x="4973" y="1301"/>
                  </a:lnTo>
                  <a:cubicBezTo>
                    <a:pt x="4946" y="1334"/>
                    <a:pt x="4917" y="1368"/>
                    <a:pt x="4885" y="1398"/>
                  </a:cubicBezTo>
                  <a:cubicBezTo>
                    <a:pt x="4837" y="1450"/>
                    <a:pt x="4784" y="1498"/>
                    <a:pt x="4736" y="1546"/>
                  </a:cubicBezTo>
                  <a:cubicBezTo>
                    <a:pt x="4636" y="1638"/>
                    <a:pt x="4524" y="1714"/>
                    <a:pt x="4404" y="1778"/>
                  </a:cubicBezTo>
                  <a:lnTo>
                    <a:pt x="4312" y="1810"/>
                  </a:lnTo>
                  <a:cubicBezTo>
                    <a:pt x="4280" y="1822"/>
                    <a:pt x="4244" y="1842"/>
                    <a:pt x="4212" y="1858"/>
                  </a:cubicBezTo>
                  <a:cubicBezTo>
                    <a:pt x="4144" y="1894"/>
                    <a:pt x="4084" y="1930"/>
                    <a:pt x="4024" y="1970"/>
                  </a:cubicBezTo>
                  <a:cubicBezTo>
                    <a:pt x="3900" y="2042"/>
                    <a:pt x="3780" y="2122"/>
                    <a:pt x="3660" y="2198"/>
                  </a:cubicBezTo>
                  <a:cubicBezTo>
                    <a:pt x="3424" y="2358"/>
                    <a:pt x="3188" y="2518"/>
                    <a:pt x="2952" y="2670"/>
                  </a:cubicBezTo>
                  <a:cubicBezTo>
                    <a:pt x="2892" y="2706"/>
                    <a:pt x="2832" y="2742"/>
                    <a:pt x="2772" y="2770"/>
                  </a:cubicBezTo>
                  <a:cubicBezTo>
                    <a:pt x="2756" y="2774"/>
                    <a:pt x="2740" y="2782"/>
                    <a:pt x="2724" y="2782"/>
                  </a:cubicBezTo>
                  <a:cubicBezTo>
                    <a:pt x="2708" y="2790"/>
                    <a:pt x="2692" y="2790"/>
                    <a:pt x="2676" y="2794"/>
                  </a:cubicBezTo>
                  <a:cubicBezTo>
                    <a:pt x="2644" y="2798"/>
                    <a:pt x="2608" y="2802"/>
                    <a:pt x="2572" y="2802"/>
                  </a:cubicBezTo>
                  <a:cubicBezTo>
                    <a:pt x="2555" y="2802"/>
                    <a:pt x="2537" y="2802"/>
                    <a:pt x="2519" y="2802"/>
                  </a:cubicBezTo>
                  <a:cubicBezTo>
                    <a:pt x="2396" y="2802"/>
                    <a:pt x="2271" y="2791"/>
                    <a:pt x="2152" y="2770"/>
                  </a:cubicBezTo>
                  <a:lnTo>
                    <a:pt x="2148" y="2786"/>
                  </a:lnTo>
                  <a:cubicBezTo>
                    <a:pt x="2284" y="2822"/>
                    <a:pt x="2428" y="2850"/>
                    <a:pt x="2572" y="2858"/>
                  </a:cubicBezTo>
                  <a:cubicBezTo>
                    <a:pt x="2590" y="2860"/>
                    <a:pt x="2608" y="2861"/>
                    <a:pt x="2626" y="2861"/>
                  </a:cubicBezTo>
                  <a:cubicBezTo>
                    <a:pt x="2644" y="2861"/>
                    <a:pt x="2662" y="2860"/>
                    <a:pt x="2680" y="2858"/>
                  </a:cubicBezTo>
                  <a:cubicBezTo>
                    <a:pt x="2700" y="2858"/>
                    <a:pt x="2720" y="2854"/>
                    <a:pt x="2736" y="2854"/>
                  </a:cubicBezTo>
                  <a:cubicBezTo>
                    <a:pt x="2756" y="2850"/>
                    <a:pt x="2776" y="2846"/>
                    <a:pt x="2796" y="2838"/>
                  </a:cubicBezTo>
                  <a:cubicBezTo>
                    <a:pt x="2864" y="2814"/>
                    <a:pt x="2932" y="2782"/>
                    <a:pt x="2996" y="2750"/>
                  </a:cubicBezTo>
                  <a:cubicBezTo>
                    <a:pt x="3120" y="2682"/>
                    <a:pt x="3244" y="2610"/>
                    <a:pt x="3368" y="2534"/>
                  </a:cubicBezTo>
                  <a:lnTo>
                    <a:pt x="3732" y="2314"/>
                  </a:lnTo>
                  <a:cubicBezTo>
                    <a:pt x="3852" y="2238"/>
                    <a:pt x="3976" y="2166"/>
                    <a:pt x="4096" y="2094"/>
                  </a:cubicBezTo>
                  <a:cubicBezTo>
                    <a:pt x="4156" y="2062"/>
                    <a:pt x="4220" y="2026"/>
                    <a:pt x="4280" y="1994"/>
                  </a:cubicBezTo>
                  <a:cubicBezTo>
                    <a:pt x="4308" y="1978"/>
                    <a:pt x="4336" y="1962"/>
                    <a:pt x="4372" y="1950"/>
                  </a:cubicBezTo>
                  <a:lnTo>
                    <a:pt x="4472" y="1902"/>
                  </a:lnTo>
                  <a:cubicBezTo>
                    <a:pt x="4604" y="1838"/>
                    <a:pt x="4728" y="1750"/>
                    <a:pt x="4833" y="1642"/>
                  </a:cubicBezTo>
                  <a:cubicBezTo>
                    <a:pt x="4889" y="1594"/>
                    <a:pt x="4937" y="1542"/>
                    <a:pt x="4989" y="1486"/>
                  </a:cubicBezTo>
                  <a:cubicBezTo>
                    <a:pt x="5037" y="1430"/>
                    <a:pt x="5081" y="1378"/>
                    <a:pt x="5129" y="1318"/>
                  </a:cubicBezTo>
                  <a:lnTo>
                    <a:pt x="5173" y="1254"/>
                  </a:lnTo>
                  <a:lnTo>
                    <a:pt x="5105" y="1218"/>
                  </a:lnTo>
                  <a:cubicBezTo>
                    <a:pt x="5001" y="1162"/>
                    <a:pt x="4897" y="1097"/>
                    <a:pt x="4796" y="1025"/>
                  </a:cubicBezTo>
                  <a:cubicBezTo>
                    <a:pt x="4696" y="957"/>
                    <a:pt x="4600" y="881"/>
                    <a:pt x="4504" y="801"/>
                  </a:cubicBezTo>
                  <a:cubicBezTo>
                    <a:pt x="4412" y="725"/>
                    <a:pt x="4324" y="641"/>
                    <a:pt x="4240" y="549"/>
                  </a:cubicBezTo>
                  <a:cubicBezTo>
                    <a:pt x="4200" y="505"/>
                    <a:pt x="4160" y="457"/>
                    <a:pt x="4120" y="409"/>
                  </a:cubicBezTo>
                  <a:lnTo>
                    <a:pt x="4060" y="337"/>
                  </a:lnTo>
                  <a:lnTo>
                    <a:pt x="3992" y="269"/>
                  </a:lnTo>
                  <a:cubicBezTo>
                    <a:pt x="3900" y="181"/>
                    <a:pt x="3792" y="113"/>
                    <a:pt x="3672" y="65"/>
                  </a:cubicBezTo>
                  <a:cubicBezTo>
                    <a:pt x="3562" y="21"/>
                    <a:pt x="3446" y="1"/>
                    <a:pt x="3331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65"/>
            <p:cNvSpPr/>
            <p:nvPr/>
          </p:nvSpPr>
          <p:spPr>
            <a:xfrm flipH="1">
              <a:off x="5041399" y="1263394"/>
              <a:ext cx="501495" cy="414886"/>
            </a:xfrm>
            <a:custGeom>
              <a:avLst/>
              <a:gdLst/>
              <a:ahLst/>
              <a:cxnLst/>
              <a:rect l="l" t="t" r="r" b="b"/>
              <a:pathLst>
                <a:path w="3729" h="3085" extrusionOk="0">
                  <a:moveTo>
                    <a:pt x="1596" y="0"/>
                  </a:moveTo>
                  <a:lnTo>
                    <a:pt x="1592" y="48"/>
                  </a:lnTo>
                  <a:cubicBezTo>
                    <a:pt x="1592" y="60"/>
                    <a:pt x="1588" y="76"/>
                    <a:pt x="1576" y="88"/>
                  </a:cubicBezTo>
                  <a:cubicBezTo>
                    <a:pt x="1568" y="104"/>
                    <a:pt x="1556" y="116"/>
                    <a:pt x="1540" y="124"/>
                  </a:cubicBezTo>
                  <a:cubicBezTo>
                    <a:pt x="1508" y="144"/>
                    <a:pt x="1468" y="156"/>
                    <a:pt x="1432" y="160"/>
                  </a:cubicBezTo>
                  <a:cubicBezTo>
                    <a:pt x="1401" y="163"/>
                    <a:pt x="1372" y="166"/>
                    <a:pt x="1342" y="166"/>
                  </a:cubicBezTo>
                  <a:cubicBezTo>
                    <a:pt x="1330" y="166"/>
                    <a:pt x="1317" y="166"/>
                    <a:pt x="1304" y="164"/>
                  </a:cubicBezTo>
                  <a:cubicBezTo>
                    <a:pt x="1264" y="160"/>
                    <a:pt x="1220" y="156"/>
                    <a:pt x="1172" y="156"/>
                  </a:cubicBezTo>
                  <a:cubicBezTo>
                    <a:pt x="1150" y="155"/>
                    <a:pt x="1127" y="155"/>
                    <a:pt x="1104" y="155"/>
                  </a:cubicBezTo>
                  <a:cubicBezTo>
                    <a:pt x="1031" y="155"/>
                    <a:pt x="959" y="160"/>
                    <a:pt x="888" y="172"/>
                  </a:cubicBezTo>
                  <a:cubicBezTo>
                    <a:pt x="704" y="204"/>
                    <a:pt x="524" y="260"/>
                    <a:pt x="356" y="344"/>
                  </a:cubicBezTo>
                  <a:cubicBezTo>
                    <a:pt x="264" y="384"/>
                    <a:pt x="184" y="436"/>
                    <a:pt x="112" y="504"/>
                  </a:cubicBezTo>
                  <a:cubicBezTo>
                    <a:pt x="68" y="540"/>
                    <a:pt x="36" y="588"/>
                    <a:pt x="16" y="640"/>
                  </a:cubicBezTo>
                  <a:cubicBezTo>
                    <a:pt x="4" y="672"/>
                    <a:pt x="0" y="704"/>
                    <a:pt x="4" y="740"/>
                  </a:cubicBezTo>
                  <a:lnTo>
                    <a:pt x="8" y="808"/>
                  </a:lnTo>
                  <a:cubicBezTo>
                    <a:pt x="20" y="900"/>
                    <a:pt x="32" y="992"/>
                    <a:pt x="48" y="1080"/>
                  </a:cubicBezTo>
                  <a:lnTo>
                    <a:pt x="144" y="1616"/>
                  </a:lnTo>
                  <a:cubicBezTo>
                    <a:pt x="160" y="1704"/>
                    <a:pt x="176" y="1796"/>
                    <a:pt x="180" y="1876"/>
                  </a:cubicBezTo>
                  <a:cubicBezTo>
                    <a:pt x="184" y="1900"/>
                    <a:pt x="184" y="1920"/>
                    <a:pt x="180" y="1940"/>
                  </a:cubicBezTo>
                  <a:cubicBezTo>
                    <a:pt x="180" y="1960"/>
                    <a:pt x="176" y="1980"/>
                    <a:pt x="176" y="2004"/>
                  </a:cubicBezTo>
                  <a:cubicBezTo>
                    <a:pt x="176" y="2048"/>
                    <a:pt x="168" y="2092"/>
                    <a:pt x="164" y="2136"/>
                  </a:cubicBezTo>
                  <a:cubicBezTo>
                    <a:pt x="152" y="2228"/>
                    <a:pt x="148" y="2324"/>
                    <a:pt x="148" y="2416"/>
                  </a:cubicBezTo>
                  <a:cubicBezTo>
                    <a:pt x="148" y="2508"/>
                    <a:pt x="164" y="2604"/>
                    <a:pt x="200" y="2692"/>
                  </a:cubicBezTo>
                  <a:cubicBezTo>
                    <a:pt x="228" y="2784"/>
                    <a:pt x="284" y="2864"/>
                    <a:pt x="352" y="2928"/>
                  </a:cubicBezTo>
                  <a:cubicBezTo>
                    <a:pt x="384" y="2960"/>
                    <a:pt x="420" y="2992"/>
                    <a:pt x="460" y="3016"/>
                  </a:cubicBezTo>
                  <a:cubicBezTo>
                    <a:pt x="496" y="3044"/>
                    <a:pt x="540" y="3060"/>
                    <a:pt x="580" y="3084"/>
                  </a:cubicBezTo>
                  <a:lnTo>
                    <a:pt x="588" y="3072"/>
                  </a:lnTo>
                  <a:cubicBezTo>
                    <a:pt x="548" y="3044"/>
                    <a:pt x="512" y="3020"/>
                    <a:pt x="476" y="2992"/>
                  </a:cubicBezTo>
                  <a:cubicBezTo>
                    <a:pt x="444" y="2964"/>
                    <a:pt x="412" y="2932"/>
                    <a:pt x="384" y="2900"/>
                  </a:cubicBezTo>
                  <a:cubicBezTo>
                    <a:pt x="328" y="2832"/>
                    <a:pt x="288" y="2756"/>
                    <a:pt x="264" y="2672"/>
                  </a:cubicBezTo>
                  <a:cubicBezTo>
                    <a:pt x="244" y="2588"/>
                    <a:pt x="232" y="2500"/>
                    <a:pt x="240" y="2416"/>
                  </a:cubicBezTo>
                  <a:cubicBezTo>
                    <a:pt x="244" y="2328"/>
                    <a:pt x="256" y="2240"/>
                    <a:pt x="272" y="2152"/>
                  </a:cubicBezTo>
                  <a:cubicBezTo>
                    <a:pt x="280" y="2108"/>
                    <a:pt x="288" y="2064"/>
                    <a:pt x="296" y="2016"/>
                  </a:cubicBezTo>
                  <a:cubicBezTo>
                    <a:pt x="304" y="1968"/>
                    <a:pt x="304" y="1920"/>
                    <a:pt x="304" y="1872"/>
                  </a:cubicBezTo>
                  <a:cubicBezTo>
                    <a:pt x="300" y="1776"/>
                    <a:pt x="288" y="1688"/>
                    <a:pt x="276" y="1596"/>
                  </a:cubicBezTo>
                  <a:cubicBezTo>
                    <a:pt x="252" y="1416"/>
                    <a:pt x="224" y="1236"/>
                    <a:pt x="196" y="1060"/>
                  </a:cubicBezTo>
                  <a:cubicBezTo>
                    <a:pt x="184" y="972"/>
                    <a:pt x="168" y="880"/>
                    <a:pt x="156" y="796"/>
                  </a:cubicBezTo>
                  <a:lnTo>
                    <a:pt x="152" y="728"/>
                  </a:lnTo>
                  <a:cubicBezTo>
                    <a:pt x="148" y="716"/>
                    <a:pt x="152" y="704"/>
                    <a:pt x="156" y="692"/>
                  </a:cubicBezTo>
                  <a:cubicBezTo>
                    <a:pt x="168" y="660"/>
                    <a:pt x="188" y="632"/>
                    <a:pt x="212" y="608"/>
                  </a:cubicBezTo>
                  <a:cubicBezTo>
                    <a:pt x="272" y="552"/>
                    <a:pt x="344" y="504"/>
                    <a:pt x="416" y="468"/>
                  </a:cubicBezTo>
                  <a:cubicBezTo>
                    <a:pt x="496" y="428"/>
                    <a:pt x="576" y="392"/>
                    <a:pt x="660" y="364"/>
                  </a:cubicBezTo>
                  <a:cubicBezTo>
                    <a:pt x="740" y="336"/>
                    <a:pt x="824" y="312"/>
                    <a:pt x="912" y="296"/>
                  </a:cubicBezTo>
                  <a:cubicBezTo>
                    <a:pt x="996" y="276"/>
                    <a:pt x="1080" y="268"/>
                    <a:pt x="1168" y="264"/>
                  </a:cubicBezTo>
                  <a:cubicBezTo>
                    <a:pt x="1212" y="264"/>
                    <a:pt x="1256" y="268"/>
                    <a:pt x="1304" y="268"/>
                  </a:cubicBezTo>
                  <a:cubicBezTo>
                    <a:pt x="1352" y="268"/>
                    <a:pt x="1400" y="264"/>
                    <a:pt x="1448" y="252"/>
                  </a:cubicBezTo>
                  <a:cubicBezTo>
                    <a:pt x="1500" y="244"/>
                    <a:pt x="1548" y="224"/>
                    <a:pt x="1592" y="196"/>
                  </a:cubicBezTo>
                  <a:cubicBezTo>
                    <a:pt x="1629" y="169"/>
                    <a:pt x="1654" y="130"/>
                    <a:pt x="1664" y="87"/>
                  </a:cubicBezTo>
                  <a:lnTo>
                    <a:pt x="1664" y="87"/>
                  </a:lnTo>
                  <a:cubicBezTo>
                    <a:pt x="1739" y="93"/>
                    <a:pt x="1812" y="107"/>
                    <a:pt x="1884" y="124"/>
                  </a:cubicBezTo>
                  <a:cubicBezTo>
                    <a:pt x="1968" y="148"/>
                    <a:pt x="2048" y="180"/>
                    <a:pt x="2124" y="224"/>
                  </a:cubicBezTo>
                  <a:cubicBezTo>
                    <a:pt x="2196" y="272"/>
                    <a:pt x="2264" y="324"/>
                    <a:pt x="2324" y="388"/>
                  </a:cubicBezTo>
                  <a:cubicBezTo>
                    <a:pt x="2380" y="456"/>
                    <a:pt x="2432" y="524"/>
                    <a:pt x="2480" y="600"/>
                  </a:cubicBezTo>
                  <a:lnTo>
                    <a:pt x="2548" y="712"/>
                  </a:lnTo>
                  <a:cubicBezTo>
                    <a:pt x="2560" y="732"/>
                    <a:pt x="2576" y="752"/>
                    <a:pt x="2592" y="772"/>
                  </a:cubicBezTo>
                  <a:lnTo>
                    <a:pt x="2636" y="820"/>
                  </a:lnTo>
                  <a:cubicBezTo>
                    <a:pt x="2700" y="884"/>
                    <a:pt x="2772" y="940"/>
                    <a:pt x="2844" y="996"/>
                  </a:cubicBezTo>
                  <a:cubicBezTo>
                    <a:pt x="2916" y="1052"/>
                    <a:pt x="2988" y="1100"/>
                    <a:pt x="3060" y="1152"/>
                  </a:cubicBezTo>
                  <a:cubicBezTo>
                    <a:pt x="3132" y="1200"/>
                    <a:pt x="3204" y="1256"/>
                    <a:pt x="3272" y="1308"/>
                  </a:cubicBezTo>
                  <a:cubicBezTo>
                    <a:pt x="3336" y="1360"/>
                    <a:pt x="3400" y="1416"/>
                    <a:pt x="3460" y="1480"/>
                  </a:cubicBezTo>
                  <a:cubicBezTo>
                    <a:pt x="3472" y="1492"/>
                    <a:pt x="3484" y="1508"/>
                    <a:pt x="3500" y="1524"/>
                  </a:cubicBezTo>
                  <a:lnTo>
                    <a:pt x="3516" y="1552"/>
                  </a:lnTo>
                  <a:lnTo>
                    <a:pt x="3524" y="1564"/>
                  </a:lnTo>
                  <a:lnTo>
                    <a:pt x="3528" y="1572"/>
                  </a:lnTo>
                  <a:cubicBezTo>
                    <a:pt x="3528" y="1572"/>
                    <a:pt x="3527" y="1571"/>
                    <a:pt x="3527" y="1571"/>
                  </a:cubicBezTo>
                  <a:lnTo>
                    <a:pt x="3527" y="1571"/>
                  </a:lnTo>
                  <a:cubicBezTo>
                    <a:pt x="3526" y="1571"/>
                    <a:pt x="3528" y="1576"/>
                    <a:pt x="3528" y="1576"/>
                  </a:cubicBezTo>
                  <a:cubicBezTo>
                    <a:pt x="3540" y="1592"/>
                    <a:pt x="3552" y="1608"/>
                    <a:pt x="3560" y="1624"/>
                  </a:cubicBezTo>
                  <a:cubicBezTo>
                    <a:pt x="3564" y="1644"/>
                    <a:pt x="3576" y="1660"/>
                    <a:pt x="3580" y="1680"/>
                  </a:cubicBezTo>
                  <a:cubicBezTo>
                    <a:pt x="3604" y="1752"/>
                    <a:pt x="3604" y="1828"/>
                    <a:pt x="3576" y="1896"/>
                  </a:cubicBezTo>
                  <a:cubicBezTo>
                    <a:pt x="3544" y="1968"/>
                    <a:pt x="3492" y="2024"/>
                    <a:pt x="3424" y="2064"/>
                  </a:cubicBezTo>
                  <a:cubicBezTo>
                    <a:pt x="3408" y="2072"/>
                    <a:pt x="3388" y="2080"/>
                    <a:pt x="3372" y="2088"/>
                  </a:cubicBezTo>
                  <a:lnTo>
                    <a:pt x="3316" y="2108"/>
                  </a:lnTo>
                  <a:cubicBezTo>
                    <a:pt x="3296" y="2112"/>
                    <a:pt x="3276" y="2116"/>
                    <a:pt x="3256" y="2120"/>
                  </a:cubicBezTo>
                  <a:lnTo>
                    <a:pt x="3192" y="2128"/>
                  </a:lnTo>
                  <a:cubicBezTo>
                    <a:pt x="3096" y="2140"/>
                    <a:pt x="3008" y="2164"/>
                    <a:pt x="2924" y="2212"/>
                  </a:cubicBezTo>
                  <a:cubicBezTo>
                    <a:pt x="2844" y="2252"/>
                    <a:pt x="2768" y="2304"/>
                    <a:pt x="2700" y="2368"/>
                  </a:cubicBezTo>
                  <a:cubicBezTo>
                    <a:pt x="2632" y="2424"/>
                    <a:pt x="2568" y="2492"/>
                    <a:pt x="2516" y="2564"/>
                  </a:cubicBezTo>
                  <a:lnTo>
                    <a:pt x="2528" y="2572"/>
                  </a:lnTo>
                  <a:cubicBezTo>
                    <a:pt x="2652" y="2452"/>
                    <a:pt x="2796" y="2352"/>
                    <a:pt x="2956" y="2280"/>
                  </a:cubicBezTo>
                  <a:cubicBezTo>
                    <a:pt x="3032" y="2248"/>
                    <a:pt x="3116" y="2228"/>
                    <a:pt x="3200" y="2224"/>
                  </a:cubicBezTo>
                  <a:lnTo>
                    <a:pt x="3264" y="2212"/>
                  </a:lnTo>
                  <a:cubicBezTo>
                    <a:pt x="3288" y="2212"/>
                    <a:pt x="3312" y="2208"/>
                    <a:pt x="3336" y="2200"/>
                  </a:cubicBezTo>
                  <a:cubicBezTo>
                    <a:pt x="3360" y="2196"/>
                    <a:pt x="3384" y="2192"/>
                    <a:pt x="3408" y="2180"/>
                  </a:cubicBezTo>
                  <a:cubicBezTo>
                    <a:pt x="3428" y="2172"/>
                    <a:pt x="3452" y="2164"/>
                    <a:pt x="3472" y="2152"/>
                  </a:cubicBezTo>
                  <a:cubicBezTo>
                    <a:pt x="3564" y="2108"/>
                    <a:pt x="3636" y="2032"/>
                    <a:pt x="3684" y="1940"/>
                  </a:cubicBezTo>
                  <a:cubicBezTo>
                    <a:pt x="3724" y="1844"/>
                    <a:pt x="3728" y="1740"/>
                    <a:pt x="3696" y="1640"/>
                  </a:cubicBezTo>
                  <a:cubicBezTo>
                    <a:pt x="3692" y="1616"/>
                    <a:pt x="3680" y="1592"/>
                    <a:pt x="3672" y="1572"/>
                  </a:cubicBezTo>
                  <a:cubicBezTo>
                    <a:pt x="3660" y="1548"/>
                    <a:pt x="3648" y="1528"/>
                    <a:pt x="3636" y="1504"/>
                  </a:cubicBezTo>
                  <a:cubicBezTo>
                    <a:pt x="3632" y="1500"/>
                    <a:pt x="3636" y="1504"/>
                    <a:pt x="3628" y="1496"/>
                  </a:cubicBezTo>
                  <a:lnTo>
                    <a:pt x="3624" y="1488"/>
                  </a:lnTo>
                  <a:lnTo>
                    <a:pt x="3616" y="1476"/>
                  </a:lnTo>
                  <a:lnTo>
                    <a:pt x="3596" y="1448"/>
                  </a:lnTo>
                  <a:cubicBezTo>
                    <a:pt x="3584" y="1432"/>
                    <a:pt x="3564" y="1412"/>
                    <a:pt x="3548" y="1392"/>
                  </a:cubicBezTo>
                  <a:cubicBezTo>
                    <a:pt x="3484" y="1328"/>
                    <a:pt x="3412" y="1264"/>
                    <a:pt x="3336" y="1212"/>
                  </a:cubicBezTo>
                  <a:cubicBezTo>
                    <a:pt x="3192" y="1108"/>
                    <a:pt x="3036" y="1020"/>
                    <a:pt x="2888" y="924"/>
                  </a:cubicBezTo>
                  <a:cubicBezTo>
                    <a:pt x="2812" y="880"/>
                    <a:pt x="2744" y="832"/>
                    <a:pt x="2676" y="776"/>
                  </a:cubicBezTo>
                  <a:lnTo>
                    <a:pt x="2628" y="732"/>
                  </a:lnTo>
                  <a:cubicBezTo>
                    <a:pt x="2616" y="716"/>
                    <a:pt x="2604" y="700"/>
                    <a:pt x="2592" y="680"/>
                  </a:cubicBezTo>
                  <a:lnTo>
                    <a:pt x="2516" y="572"/>
                  </a:lnTo>
                  <a:cubicBezTo>
                    <a:pt x="2468" y="496"/>
                    <a:pt x="2412" y="424"/>
                    <a:pt x="2352" y="356"/>
                  </a:cubicBezTo>
                  <a:cubicBezTo>
                    <a:pt x="2292" y="292"/>
                    <a:pt x="2220" y="232"/>
                    <a:pt x="2144" y="184"/>
                  </a:cubicBezTo>
                  <a:cubicBezTo>
                    <a:pt x="2068" y="132"/>
                    <a:pt x="1984" y="96"/>
                    <a:pt x="1900" y="68"/>
                  </a:cubicBezTo>
                  <a:cubicBezTo>
                    <a:pt x="1812" y="40"/>
                    <a:pt x="1724" y="20"/>
                    <a:pt x="1632" y="8"/>
                  </a:cubicBezTo>
                  <a:lnTo>
                    <a:pt x="1596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65"/>
            <p:cNvSpPr/>
            <p:nvPr/>
          </p:nvSpPr>
          <p:spPr>
            <a:xfrm flipH="1">
              <a:off x="5511020" y="1239860"/>
              <a:ext cx="483743" cy="461015"/>
            </a:xfrm>
            <a:custGeom>
              <a:avLst/>
              <a:gdLst/>
              <a:ahLst/>
              <a:cxnLst/>
              <a:rect l="l" t="t" r="r" b="b"/>
              <a:pathLst>
                <a:path w="3597" h="3428" extrusionOk="0">
                  <a:moveTo>
                    <a:pt x="996" y="0"/>
                  </a:moveTo>
                  <a:cubicBezTo>
                    <a:pt x="896" y="0"/>
                    <a:pt x="796" y="1"/>
                    <a:pt x="696" y="3"/>
                  </a:cubicBezTo>
                  <a:cubicBezTo>
                    <a:pt x="496" y="7"/>
                    <a:pt x="296" y="11"/>
                    <a:pt x="96" y="23"/>
                  </a:cubicBezTo>
                  <a:lnTo>
                    <a:pt x="0" y="31"/>
                  </a:lnTo>
                  <a:lnTo>
                    <a:pt x="80" y="91"/>
                  </a:lnTo>
                  <a:cubicBezTo>
                    <a:pt x="148" y="147"/>
                    <a:pt x="212" y="235"/>
                    <a:pt x="200" y="315"/>
                  </a:cubicBezTo>
                  <a:cubicBezTo>
                    <a:pt x="192" y="355"/>
                    <a:pt x="172" y="391"/>
                    <a:pt x="144" y="419"/>
                  </a:cubicBezTo>
                  <a:lnTo>
                    <a:pt x="136" y="427"/>
                  </a:lnTo>
                  <a:lnTo>
                    <a:pt x="128" y="439"/>
                  </a:lnTo>
                  <a:lnTo>
                    <a:pt x="116" y="451"/>
                  </a:lnTo>
                  <a:cubicBezTo>
                    <a:pt x="108" y="467"/>
                    <a:pt x="100" y="479"/>
                    <a:pt x="92" y="495"/>
                  </a:cubicBezTo>
                  <a:cubicBezTo>
                    <a:pt x="80" y="519"/>
                    <a:pt x="68" y="547"/>
                    <a:pt x="60" y="575"/>
                  </a:cubicBezTo>
                  <a:cubicBezTo>
                    <a:pt x="28" y="675"/>
                    <a:pt x="12" y="783"/>
                    <a:pt x="8" y="891"/>
                  </a:cubicBezTo>
                  <a:cubicBezTo>
                    <a:pt x="0" y="995"/>
                    <a:pt x="0" y="1099"/>
                    <a:pt x="8" y="1207"/>
                  </a:cubicBezTo>
                  <a:cubicBezTo>
                    <a:pt x="16" y="1415"/>
                    <a:pt x="52" y="1623"/>
                    <a:pt x="108" y="1827"/>
                  </a:cubicBezTo>
                  <a:cubicBezTo>
                    <a:pt x="136" y="1931"/>
                    <a:pt x="180" y="2035"/>
                    <a:pt x="236" y="2127"/>
                  </a:cubicBezTo>
                  <a:cubicBezTo>
                    <a:pt x="252" y="2151"/>
                    <a:pt x="268" y="2175"/>
                    <a:pt x="284" y="2199"/>
                  </a:cubicBezTo>
                  <a:cubicBezTo>
                    <a:pt x="304" y="2219"/>
                    <a:pt x="324" y="2239"/>
                    <a:pt x="344" y="2259"/>
                  </a:cubicBezTo>
                  <a:cubicBezTo>
                    <a:pt x="384" y="2295"/>
                    <a:pt x="420" y="2331"/>
                    <a:pt x="460" y="2367"/>
                  </a:cubicBezTo>
                  <a:cubicBezTo>
                    <a:pt x="620" y="2503"/>
                    <a:pt x="788" y="2623"/>
                    <a:pt x="968" y="2735"/>
                  </a:cubicBezTo>
                  <a:cubicBezTo>
                    <a:pt x="1144" y="2847"/>
                    <a:pt x="1340" y="2935"/>
                    <a:pt x="1544" y="2991"/>
                  </a:cubicBezTo>
                  <a:cubicBezTo>
                    <a:pt x="1596" y="3003"/>
                    <a:pt x="1652" y="3011"/>
                    <a:pt x="1708" y="3011"/>
                  </a:cubicBezTo>
                  <a:cubicBezTo>
                    <a:pt x="1756" y="3011"/>
                    <a:pt x="1808" y="3015"/>
                    <a:pt x="1856" y="3019"/>
                  </a:cubicBezTo>
                  <a:cubicBezTo>
                    <a:pt x="1956" y="3031"/>
                    <a:pt x="2052" y="3051"/>
                    <a:pt x="2148" y="3087"/>
                  </a:cubicBezTo>
                  <a:cubicBezTo>
                    <a:pt x="2240" y="3119"/>
                    <a:pt x="2332" y="3163"/>
                    <a:pt x="2416" y="3219"/>
                  </a:cubicBezTo>
                  <a:cubicBezTo>
                    <a:pt x="2496" y="3279"/>
                    <a:pt x="2572" y="3347"/>
                    <a:pt x="2640" y="3427"/>
                  </a:cubicBezTo>
                  <a:lnTo>
                    <a:pt x="2648" y="3419"/>
                  </a:lnTo>
                  <a:cubicBezTo>
                    <a:pt x="2532" y="3239"/>
                    <a:pt x="2368" y="3103"/>
                    <a:pt x="2172" y="3019"/>
                  </a:cubicBezTo>
                  <a:cubicBezTo>
                    <a:pt x="2076" y="2979"/>
                    <a:pt x="1972" y="2947"/>
                    <a:pt x="1868" y="2931"/>
                  </a:cubicBezTo>
                  <a:cubicBezTo>
                    <a:pt x="1820" y="2923"/>
                    <a:pt x="1764" y="2915"/>
                    <a:pt x="1712" y="2911"/>
                  </a:cubicBezTo>
                  <a:cubicBezTo>
                    <a:pt x="1664" y="2907"/>
                    <a:pt x="1616" y="2899"/>
                    <a:pt x="1572" y="2887"/>
                  </a:cubicBezTo>
                  <a:cubicBezTo>
                    <a:pt x="1476" y="2859"/>
                    <a:pt x="1384" y="2819"/>
                    <a:pt x="1300" y="2771"/>
                  </a:cubicBezTo>
                  <a:cubicBezTo>
                    <a:pt x="1208" y="2727"/>
                    <a:pt x="1124" y="2675"/>
                    <a:pt x="1040" y="2619"/>
                  </a:cubicBezTo>
                  <a:cubicBezTo>
                    <a:pt x="868" y="2511"/>
                    <a:pt x="708" y="2387"/>
                    <a:pt x="556" y="2255"/>
                  </a:cubicBezTo>
                  <a:cubicBezTo>
                    <a:pt x="520" y="2223"/>
                    <a:pt x="484" y="2187"/>
                    <a:pt x="448" y="2155"/>
                  </a:cubicBezTo>
                  <a:cubicBezTo>
                    <a:pt x="424" y="2135"/>
                    <a:pt x="412" y="2119"/>
                    <a:pt x="396" y="2103"/>
                  </a:cubicBezTo>
                  <a:cubicBezTo>
                    <a:pt x="384" y="2087"/>
                    <a:pt x="368" y="2067"/>
                    <a:pt x="360" y="2051"/>
                  </a:cubicBezTo>
                  <a:cubicBezTo>
                    <a:pt x="308" y="1967"/>
                    <a:pt x="272" y="1875"/>
                    <a:pt x="244" y="1783"/>
                  </a:cubicBezTo>
                  <a:cubicBezTo>
                    <a:pt x="184" y="1591"/>
                    <a:pt x="148" y="1395"/>
                    <a:pt x="136" y="1195"/>
                  </a:cubicBezTo>
                  <a:cubicBezTo>
                    <a:pt x="124" y="1095"/>
                    <a:pt x="124" y="995"/>
                    <a:pt x="124" y="895"/>
                  </a:cubicBezTo>
                  <a:cubicBezTo>
                    <a:pt x="128" y="795"/>
                    <a:pt x="140" y="699"/>
                    <a:pt x="160" y="603"/>
                  </a:cubicBezTo>
                  <a:cubicBezTo>
                    <a:pt x="168" y="583"/>
                    <a:pt x="176" y="559"/>
                    <a:pt x="184" y="539"/>
                  </a:cubicBezTo>
                  <a:cubicBezTo>
                    <a:pt x="188" y="531"/>
                    <a:pt x="192" y="523"/>
                    <a:pt x="196" y="515"/>
                  </a:cubicBezTo>
                  <a:lnTo>
                    <a:pt x="208" y="499"/>
                  </a:lnTo>
                  <a:lnTo>
                    <a:pt x="212" y="495"/>
                  </a:lnTo>
                  <a:lnTo>
                    <a:pt x="220" y="487"/>
                  </a:lnTo>
                  <a:cubicBezTo>
                    <a:pt x="260" y="439"/>
                    <a:pt x="284" y="383"/>
                    <a:pt x="288" y="323"/>
                  </a:cubicBezTo>
                  <a:cubicBezTo>
                    <a:pt x="292" y="259"/>
                    <a:pt x="276" y="199"/>
                    <a:pt x="240" y="151"/>
                  </a:cubicBezTo>
                  <a:cubicBezTo>
                    <a:pt x="225" y="129"/>
                    <a:pt x="208" y="108"/>
                    <a:pt x="190" y="89"/>
                  </a:cubicBezTo>
                  <a:lnTo>
                    <a:pt x="190" y="89"/>
                  </a:lnTo>
                  <a:cubicBezTo>
                    <a:pt x="357" y="70"/>
                    <a:pt x="525" y="54"/>
                    <a:pt x="696" y="47"/>
                  </a:cubicBezTo>
                  <a:cubicBezTo>
                    <a:pt x="796" y="43"/>
                    <a:pt x="895" y="41"/>
                    <a:pt x="994" y="41"/>
                  </a:cubicBezTo>
                  <a:cubicBezTo>
                    <a:pt x="1093" y="41"/>
                    <a:pt x="1192" y="43"/>
                    <a:pt x="1292" y="47"/>
                  </a:cubicBezTo>
                  <a:cubicBezTo>
                    <a:pt x="1488" y="55"/>
                    <a:pt x="1684" y="79"/>
                    <a:pt x="1880" y="115"/>
                  </a:cubicBezTo>
                  <a:cubicBezTo>
                    <a:pt x="1976" y="135"/>
                    <a:pt x="2072" y="159"/>
                    <a:pt x="2164" y="187"/>
                  </a:cubicBezTo>
                  <a:cubicBezTo>
                    <a:pt x="2212" y="203"/>
                    <a:pt x="2256" y="219"/>
                    <a:pt x="2300" y="235"/>
                  </a:cubicBezTo>
                  <a:cubicBezTo>
                    <a:pt x="2320" y="247"/>
                    <a:pt x="2344" y="259"/>
                    <a:pt x="2368" y="267"/>
                  </a:cubicBezTo>
                  <a:lnTo>
                    <a:pt x="2428" y="299"/>
                  </a:lnTo>
                  <a:cubicBezTo>
                    <a:pt x="2512" y="347"/>
                    <a:pt x="2592" y="399"/>
                    <a:pt x="2664" y="463"/>
                  </a:cubicBezTo>
                  <a:cubicBezTo>
                    <a:pt x="2736" y="523"/>
                    <a:pt x="2800" y="595"/>
                    <a:pt x="2852" y="671"/>
                  </a:cubicBezTo>
                  <a:cubicBezTo>
                    <a:pt x="2956" y="827"/>
                    <a:pt x="3012" y="1011"/>
                    <a:pt x="3056" y="1203"/>
                  </a:cubicBezTo>
                  <a:cubicBezTo>
                    <a:pt x="3076" y="1299"/>
                    <a:pt x="3096" y="1399"/>
                    <a:pt x="3124" y="1495"/>
                  </a:cubicBezTo>
                  <a:cubicBezTo>
                    <a:pt x="3148" y="1595"/>
                    <a:pt x="3180" y="1691"/>
                    <a:pt x="3224" y="1783"/>
                  </a:cubicBezTo>
                  <a:cubicBezTo>
                    <a:pt x="3264" y="1875"/>
                    <a:pt x="3316" y="1963"/>
                    <a:pt x="3376" y="2047"/>
                  </a:cubicBezTo>
                  <a:cubicBezTo>
                    <a:pt x="3436" y="2127"/>
                    <a:pt x="3504" y="2203"/>
                    <a:pt x="3580" y="2271"/>
                  </a:cubicBezTo>
                  <a:lnTo>
                    <a:pt x="3596" y="2259"/>
                  </a:lnTo>
                  <a:cubicBezTo>
                    <a:pt x="3468" y="2111"/>
                    <a:pt x="3368" y="1939"/>
                    <a:pt x="3300" y="1755"/>
                  </a:cubicBezTo>
                  <a:cubicBezTo>
                    <a:pt x="3264" y="1663"/>
                    <a:pt x="3240" y="1571"/>
                    <a:pt x="3220" y="1475"/>
                  </a:cubicBezTo>
                  <a:lnTo>
                    <a:pt x="3168" y="1183"/>
                  </a:lnTo>
                  <a:cubicBezTo>
                    <a:pt x="3148" y="1079"/>
                    <a:pt x="3124" y="983"/>
                    <a:pt x="3092" y="883"/>
                  </a:cubicBezTo>
                  <a:cubicBezTo>
                    <a:pt x="3060" y="787"/>
                    <a:pt x="3016" y="691"/>
                    <a:pt x="2960" y="603"/>
                  </a:cubicBezTo>
                  <a:cubicBezTo>
                    <a:pt x="2900" y="515"/>
                    <a:pt x="2828" y="435"/>
                    <a:pt x="2748" y="367"/>
                  </a:cubicBezTo>
                  <a:cubicBezTo>
                    <a:pt x="2668" y="303"/>
                    <a:pt x="2580" y="243"/>
                    <a:pt x="2488" y="199"/>
                  </a:cubicBezTo>
                  <a:cubicBezTo>
                    <a:pt x="2464" y="187"/>
                    <a:pt x="2440" y="175"/>
                    <a:pt x="2416" y="167"/>
                  </a:cubicBezTo>
                  <a:cubicBezTo>
                    <a:pt x="2392" y="155"/>
                    <a:pt x="2372" y="147"/>
                    <a:pt x="2344" y="139"/>
                  </a:cubicBezTo>
                  <a:cubicBezTo>
                    <a:pt x="2296" y="119"/>
                    <a:pt x="2244" y="107"/>
                    <a:pt x="2196" y="95"/>
                  </a:cubicBezTo>
                  <a:cubicBezTo>
                    <a:pt x="2096" y="71"/>
                    <a:pt x="1996" y="51"/>
                    <a:pt x="1896" y="39"/>
                  </a:cubicBezTo>
                  <a:cubicBezTo>
                    <a:pt x="1696" y="15"/>
                    <a:pt x="1496" y="7"/>
                    <a:pt x="1296" y="3"/>
                  </a:cubicBezTo>
                  <a:cubicBezTo>
                    <a:pt x="1196" y="1"/>
                    <a:pt x="1096" y="0"/>
                    <a:pt x="99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65"/>
            <p:cNvSpPr/>
            <p:nvPr/>
          </p:nvSpPr>
          <p:spPr>
            <a:xfrm flipH="1">
              <a:off x="5146835" y="1827693"/>
              <a:ext cx="206703" cy="186262"/>
            </a:xfrm>
            <a:custGeom>
              <a:avLst/>
              <a:gdLst/>
              <a:ahLst/>
              <a:cxnLst/>
              <a:rect l="l" t="t" r="r" b="b"/>
              <a:pathLst>
                <a:path w="1537" h="1385" extrusionOk="0">
                  <a:moveTo>
                    <a:pt x="4" y="1"/>
                  </a:moveTo>
                  <a:lnTo>
                    <a:pt x="0" y="5"/>
                  </a:lnTo>
                  <a:lnTo>
                    <a:pt x="20" y="13"/>
                  </a:lnTo>
                  <a:cubicBezTo>
                    <a:pt x="36" y="21"/>
                    <a:pt x="56" y="29"/>
                    <a:pt x="84" y="41"/>
                  </a:cubicBezTo>
                  <a:cubicBezTo>
                    <a:pt x="156" y="73"/>
                    <a:pt x="224" y="109"/>
                    <a:pt x="292" y="153"/>
                  </a:cubicBezTo>
                  <a:cubicBezTo>
                    <a:pt x="332" y="177"/>
                    <a:pt x="376" y="209"/>
                    <a:pt x="420" y="241"/>
                  </a:cubicBezTo>
                  <a:cubicBezTo>
                    <a:pt x="468" y="277"/>
                    <a:pt x="512" y="313"/>
                    <a:pt x="556" y="353"/>
                  </a:cubicBezTo>
                  <a:cubicBezTo>
                    <a:pt x="600" y="397"/>
                    <a:pt x="644" y="445"/>
                    <a:pt x="676" y="501"/>
                  </a:cubicBezTo>
                  <a:cubicBezTo>
                    <a:pt x="712" y="553"/>
                    <a:pt x="740" y="613"/>
                    <a:pt x="776" y="673"/>
                  </a:cubicBezTo>
                  <a:cubicBezTo>
                    <a:pt x="808" y="733"/>
                    <a:pt x="852" y="789"/>
                    <a:pt x="908" y="833"/>
                  </a:cubicBezTo>
                  <a:cubicBezTo>
                    <a:pt x="960" y="869"/>
                    <a:pt x="1016" y="905"/>
                    <a:pt x="1076" y="933"/>
                  </a:cubicBezTo>
                  <a:cubicBezTo>
                    <a:pt x="1128" y="957"/>
                    <a:pt x="1180" y="985"/>
                    <a:pt x="1228" y="1017"/>
                  </a:cubicBezTo>
                  <a:cubicBezTo>
                    <a:pt x="1268" y="1049"/>
                    <a:pt x="1308" y="1081"/>
                    <a:pt x="1344" y="1117"/>
                  </a:cubicBezTo>
                  <a:cubicBezTo>
                    <a:pt x="1400" y="1173"/>
                    <a:pt x="1448" y="1237"/>
                    <a:pt x="1488" y="1305"/>
                  </a:cubicBezTo>
                  <a:cubicBezTo>
                    <a:pt x="1500" y="1329"/>
                    <a:pt x="1512" y="1349"/>
                    <a:pt x="1520" y="1361"/>
                  </a:cubicBezTo>
                  <a:lnTo>
                    <a:pt x="1528" y="1385"/>
                  </a:lnTo>
                  <a:lnTo>
                    <a:pt x="1536" y="1385"/>
                  </a:lnTo>
                  <a:cubicBezTo>
                    <a:pt x="1532" y="1353"/>
                    <a:pt x="1524" y="1321"/>
                    <a:pt x="1512" y="1293"/>
                  </a:cubicBezTo>
                  <a:cubicBezTo>
                    <a:pt x="1484" y="1217"/>
                    <a:pt x="1444" y="1141"/>
                    <a:pt x="1392" y="1081"/>
                  </a:cubicBezTo>
                  <a:cubicBezTo>
                    <a:pt x="1356" y="1037"/>
                    <a:pt x="1316" y="997"/>
                    <a:pt x="1272" y="961"/>
                  </a:cubicBezTo>
                  <a:cubicBezTo>
                    <a:pt x="1220" y="925"/>
                    <a:pt x="1168" y="897"/>
                    <a:pt x="1108" y="869"/>
                  </a:cubicBezTo>
                  <a:cubicBezTo>
                    <a:pt x="1052" y="849"/>
                    <a:pt x="996" y="817"/>
                    <a:pt x="944" y="785"/>
                  </a:cubicBezTo>
                  <a:cubicBezTo>
                    <a:pt x="892" y="749"/>
                    <a:pt x="848" y="705"/>
                    <a:pt x="808" y="653"/>
                  </a:cubicBezTo>
                  <a:cubicBezTo>
                    <a:pt x="768" y="601"/>
                    <a:pt x="736" y="545"/>
                    <a:pt x="700" y="489"/>
                  </a:cubicBezTo>
                  <a:cubicBezTo>
                    <a:pt x="660" y="437"/>
                    <a:pt x="624" y="381"/>
                    <a:pt x="588" y="333"/>
                  </a:cubicBezTo>
                  <a:cubicBezTo>
                    <a:pt x="548" y="281"/>
                    <a:pt x="508" y="237"/>
                    <a:pt x="460" y="197"/>
                  </a:cubicBezTo>
                  <a:cubicBezTo>
                    <a:pt x="356" y="109"/>
                    <a:pt x="228" y="49"/>
                    <a:pt x="96" y="17"/>
                  </a:cubicBezTo>
                  <a:cubicBezTo>
                    <a:pt x="72" y="9"/>
                    <a:pt x="52" y="5"/>
                    <a:pt x="28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65"/>
            <p:cNvSpPr/>
            <p:nvPr/>
          </p:nvSpPr>
          <p:spPr>
            <a:xfrm flipH="1">
              <a:off x="5166739" y="1808866"/>
              <a:ext cx="159365" cy="82977"/>
            </a:xfrm>
            <a:custGeom>
              <a:avLst/>
              <a:gdLst/>
              <a:ahLst/>
              <a:cxnLst/>
              <a:rect l="l" t="t" r="r" b="b"/>
              <a:pathLst>
                <a:path w="1185" h="617" extrusionOk="0">
                  <a:moveTo>
                    <a:pt x="212" y="1"/>
                  </a:moveTo>
                  <a:cubicBezTo>
                    <a:pt x="184" y="1"/>
                    <a:pt x="152" y="5"/>
                    <a:pt x="124" y="9"/>
                  </a:cubicBezTo>
                  <a:cubicBezTo>
                    <a:pt x="100" y="13"/>
                    <a:pt x="76" y="21"/>
                    <a:pt x="56" y="29"/>
                  </a:cubicBezTo>
                  <a:cubicBezTo>
                    <a:pt x="36" y="33"/>
                    <a:pt x="16" y="41"/>
                    <a:pt x="0" y="49"/>
                  </a:cubicBezTo>
                  <a:lnTo>
                    <a:pt x="0" y="57"/>
                  </a:lnTo>
                  <a:lnTo>
                    <a:pt x="60" y="57"/>
                  </a:lnTo>
                  <a:cubicBezTo>
                    <a:pt x="112" y="57"/>
                    <a:pt x="160" y="57"/>
                    <a:pt x="212" y="61"/>
                  </a:cubicBezTo>
                  <a:cubicBezTo>
                    <a:pt x="244" y="65"/>
                    <a:pt x="276" y="69"/>
                    <a:pt x="312" y="73"/>
                  </a:cubicBezTo>
                  <a:cubicBezTo>
                    <a:pt x="348" y="77"/>
                    <a:pt x="384" y="85"/>
                    <a:pt x="420" y="93"/>
                  </a:cubicBezTo>
                  <a:cubicBezTo>
                    <a:pt x="460" y="101"/>
                    <a:pt x="500" y="113"/>
                    <a:pt x="536" y="133"/>
                  </a:cubicBezTo>
                  <a:cubicBezTo>
                    <a:pt x="572" y="153"/>
                    <a:pt x="604" y="181"/>
                    <a:pt x="636" y="209"/>
                  </a:cubicBezTo>
                  <a:cubicBezTo>
                    <a:pt x="664" y="241"/>
                    <a:pt x="692" y="273"/>
                    <a:pt x="724" y="301"/>
                  </a:cubicBezTo>
                  <a:lnTo>
                    <a:pt x="812" y="385"/>
                  </a:lnTo>
                  <a:cubicBezTo>
                    <a:pt x="868" y="437"/>
                    <a:pt x="924" y="481"/>
                    <a:pt x="984" y="525"/>
                  </a:cubicBezTo>
                  <a:cubicBezTo>
                    <a:pt x="1028" y="553"/>
                    <a:pt x="1076" y="577"/>
                    <a:pt x="1128" y="597"/>
                  </a:cubicBezTo>
                  <a:cubicBezTo>
                    <a:pt x="1144" y="605"/>
                    <a:pt x="1164" y="609"/>
                    <a:pt x="1184" y="617"/>
                  </a:cubicBezTo>
                  <a:lnTo>
                    <a:pt x="1184" y="609"/>
                  </a:lnTo>
                  <a:cubicBezTo>
                    <a:pt x="1184" y="609"/>
                    <a:pt x="1168" y="597"/>
                    <a:pt x="1136" y="573"/>
                  </a:cubicBezTo>
                  <a:cubicBezTo>
                    <a:pt x="1108" y="549"/>
                    <a:pt x="1068" y="517"/>
                    <a:pt x="1020" y="473"/>
                  </a:cubicBezTo>
                  <a:cubicBezTo>
                    <a:pt x="972" y="429"/>
                    <a:pt x="920" y="381"/>
                    <a:pt x="860" y="329"/>
                  </a:cubicBezTo>
                  <a:cubicBezTo>
                    <a:pt x="792" y="277"/>
                    <a:pt x="728" y="225"/>
                    <a:pt x="656" y="181"/>
                  </a:cubicBezTo>
                  <a:cubicBezTo>
                    <a:pt x="584" y="133"/>
                    <a:pt x="504" y="93"/>
                    <a:pt x="432" y="57"/>
                  </a:cubicBezTo>
                  <a:cubicBezTo>
                    <a:pt x="396" y="37"/>
                    <a:pt x="360" y="25"/>
                    <a:pt x="320" y="13"/>
                  </a:cubicBezTo>
                  <a:cubicBezTo>
                    <a:pt x="284" y="5"/>
                    <a:pt x="248" y="1"/>
                    <a:pt x="212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65"/>
            <p:cNvSpPr/>
            <p:nvPr/>
          </p:nvSpPr>
          <p:spPr>
            <a:xfrm flipH="1">
              <a:off x="5308755" y="1819893"/>
              <a:ext cx="123323" cy="166627"/>
            </a:xfrm>
            <a:custGeom>
              <a:avLst/>
              <a:gdLst/>
              <a:ahLst/>
              <a:cxnLst/>
              <a:rect l="l" t="t" r="r" b="b"/>
              <a:pathLst>
                <a:path w="917" h="1239" extrusionOk="0">
                  <a:moveTo>
                    <a:pt x="55" y="1"/>
                  </a:moveTo>
                  <a:cubicBezTo>
                    <a:pt x="43" y="1"/>
                    <a:pt x="30" y="4"/>
                    <a:pt x="16" y="7"/>
                  </a:cubicBezTo>
                  <a:cubicBezTo>
                    <a:pt x="12" y="11"/>
                    <a:pt x="8" y="15"/>
                    <a:pt x="0" y="15"/>
                  </a:cubicBezTo>
                  <a:lnTo>
                    <a:pt x="4" y="23"/>
                  </a:lnTo>
                  <a:lnTo>
                    <a:pt x="24" y="23"/>
                  </a:lnTo>
                  <a:cubicBezTo>
                    <a:pt x="40" y="23"/>
                    <a:pt x="56" y="27"/>
                    <a:pt x="72" y="31"/>
                  </a:cubicBezTo>
                  <a:cubicBezTo>
                    <a:pt x="92" y="39"/>
                    <a:pt x="116" y="51"/>
                    <a:pt x="136" y="67"/>
                  </a:cubicBezTo>
                  <a:cubicBezTo>
                    <a:pt x="160" y="83"/>
                    <a:pt x="180" y="107"/>
                    <a:pt x="196" y="135"/>
                  </a:cubicBezTo>
                  <a:cubicBezTo>
                    <a:pt x="216" y="167"/>
                    <a:pt x="232" y="199"/>
                    <a:pt x="244" y="235"/>
                  </a:cubicBezTo>
                  <a:cubicBezTo>
                    <a:pt x="264" y="271"/>
                    <a:pt x="284" y="311"/>
                    <a:pt x="304" y="355"/>
                  </a:cubicBezTo>
                  <a:cubicBezTo>
                    <a:pt x="328" y="399"/>
                    <a:pt x="348" y="443"/>
                    <a:pt x="364" y="487"/>
                  </a:cubicBezTo>
                  <a:cubicBezTo>
                    <a:pt x="384" y="531"/>
                    <a:pt x="396" y="579"/>
                    <a:pt x="412" y="631"/>
                  </a:cubicBezTo>
                  <a:cubicBezTo>
                    <a:pt x="424" y="679"/>
                    <a:pt x="440" y="727"/>
                    <a:pt x="456" y="775"/>
                  </a:cubicBezTo>
                  <a:cubicBezTo>
                    <a:pt x="472" y="819"/>
                    <a:pt x="492" y="867"/>
                    <a:pt x="516" y="911"/>
                  </a:cubicBezTo>
                  <a:cubicBezTo>
                    <a:pt x="536" y="955"/>
                    <a:pt x="564" y="991"/>
                    <a:pt x="596" y="1027"/>
                  </a:cubicBezTo>
                  <a:cubicBezTo>
                    <a:pt x="628" y="1059"/>
                    <a:pt x="660" y="1087"/>
                    <a:pt x="696" y="1107"/>
                  </a:cubicBezTo>
                  <a:cubicBezTo>
                    <a:pt x="732" y="1127"/>
                    <a:pt x="760" y="1143"/>
                    <a:pt x="788" y="1159"/>
                  </a:cubicBezTo>
                  <a:cubicBezTo>
                    <a:pt x="812" y="1171"/>
                    <a:pt x="836" y="1187"/>
                    <a:pt x="856" y="1195"/>
                  </a:cubicBezTo>
                  <a:cubicBezTo>
                    <a:pt x="872" y="1211"/>
                    <a:pt x="892" y="1223"/>
                    <a:pt x="908" y="1239"/>
                  </a:cubicBezTo>
                  <a:lnTo>
                    <a:pt x="916" y="1231"/>
                  </a:lnTo>
                  <a:cubicBezTo>
                    <a:pt x="904" y="1211"/>
                    <a:pt x="888" y="1195"/>
                    <a:pt x="872" y="1175"/>
                  </a:cubicBezTo>
                  <a:cubicBezTo>
                    <a:pt x="828" y="1131"/>
                    <a:pt x="780" y="1091"/>
                    <a:pt x="732" y="1055"/>
                  </a:cubicBezTo>
                  <a:cubicBezTo>
                    <a:pt x="704" y="1035"/>
                    <a:pt x="676" y="1007"/>
                    <a:pt x="648" y="979"/>
                  </a:cubicBezTo>
                  <a:cubicBezTo>
                    <a:pt x="620" y="947"/>
                    <a:pt x="596" y="911"/>
                    <a:pt x="576" y="875"/>
                  </a:cubicBezTo>
                  <a:cubicBezTo>
                    <a:pt x="552" y="835"/>
                    <a:pt x="532" y="791"/>
                    <a:pt x="512" y="751"/>
                  </a:cubicBezTo>
                  <a:cubicBezTo>
                    <a:pt x="492" y="707"/>
                    <a:pt x="468" y="659"/>
                    <a:pt x="448" y="615"/>
                  </a:cubicBezTo>
                  <a:cubicBezTo>
                    <a:pt x="424" y="571"/>
                    <a:pt x="400" y="527"/>
                    <a:pt x="384" y="479"/>
                  </a:cubicBezTo>
                  <a:cubicBezTo>
                    <a:pt x="368" y="435"/>
                    <a:pt x="352" y="387"/>
                    <a:pt x="340" y="343"/>
                  </a:cubicBezTo>
                  <a:cubicBezTo>
                    <a:pt x="324" y="295"/>
                    <a:pt x="316" y="251"/>
                    <a:pt x="300" y="211"/>
                  </a:cubicBezTo>
                  <a:cubicBezTo>
                    <a:pt x="284" y="171"/>
                    <a:pt x="264" y="131"/>
                    <a:pt x="240" y="99"/>
                  </a:cubicBezTo>
                  <a:cubicBezTo>
                    <a:pt x="216" y="67"/>
                    <a:pt x="188" y="43"/>
                    <a:pt x="156" y="23"/>
                  </a:cubicBezTo>
                  <a:cubicBezTo>
                    <a:pt x="128" y="11"/>
                    <a:pt x="100" y="3"/>
                    <a:pt x="72" y="3"/>
                  </a:cubicBezTo>
                  <a:cubicBezTo>
                    <a:pt x="66" y="1"/>
                    <a:pt x="61" y="1"/>
                    <a:pt x="55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65"/>
            <p:cNvSpPr/>
            <p:nvPr/>
          </p:nvSpPr>
          <p:spPr>
            <a:xfrm flipH="1">
              <a:off x="5541145" y="1764755"/>
              <a:ext cx="211545" cy="71143"/>
            </a:xfrm>
            <a:custGeom>
              <a:avLst/>
              <a:gdLst/>
              <a:ahLst/>
              <a:cxnLst/>
              <a:rect l="l" t="t" r="r" b="b"/>
              <a:pathLst>
                <a:path w="1573" h="529" extrusionOk="0">
                  <a:moveTo>
                    <a:pt x="1564" y="1"/>
                  </a:moveTo>
                  <a:lnTo>
                    <a:pt x="1548" y="9"/>
                  </a:lnTo>
                  <a:cubicBezTo>
                    <a:pt x="1536" y="17"/>
                    <a:pt x="1520" y="29"/>
                    <a:pt x="1500" y="41"/>
                  </a:cubicBezTo>
                  <a:cubicBezTo>
                    <a:pt x="1464" y="65"/>
                    <a:pt x="1408" y="101"/>
                    <a:pt x="1340" y="141"/>
                  </a:cubicBezTo>
                  <a:cubicBezTo>
                    <a:pt x="1308" y="161"/>
                    <a:pt x="1272" y="181"/>
                    <a:pt x="1232" y="201"/>
                  </a:cubicBezTo>
                  <a:cubicBezTo>
                    <a:pt x="1192" y="225"/>
                    <a:pt x="1152" y="249"/>
                    <a:pt x="1108" y="269"/>
                  </a:cubicBezTo>
                  <a:cubicBezTo>
                    <a:pt x="1064" y="293"/>
                    <a:pt x="1016" y="313"/>
                    <a:pt x="968" y="325"/>
                  </a:cubicBezTo>
                  <a:cubicBezTo>
                    <a:pt x="916" y="337"/>
                    <a:pt x="864" y="345"/>
                    <a:pt x="816" y="349"/>
                  </a:cubicBezTo>
                  <a:cubicBezTo>
                    <a:pt x="760" y="353"/>
                    <a:pt x="708" y="353"/>
                    <a:pt x="656" y="353"/>
                  </a:cubicBezTo>
                  <a:lnTo>
                    <a:pt x="508" y="357"/>
                  </a:lnTo>
                  <a:cubicBezTo>
                    <a:pt x="416" y="357"/>
                    <a:pt x="324" y="369"/>
                    <a:pt x="236" y="393"/>
                  </a:cubicBezTo>
                  <a:cubicBezTo>
                    <a:pt x="168" y="409"/>
                    <a:pt x="108" y="437"/>
                    <a:pt x="56" y="477"/>
                  </a:cubicBezTo>
                  <a:cubicBezTo>
                    <a:pt x="40" y="489"/>
                    <a:pt x="24" y="497"/>
                    <a:pt x="12" y="513"/>
                  </a:cubicBezTo>
                  <a:lnTo>
                    <a:pt x="0" y="525"/>
                  </a:lnTo>
                  <a:lnTo>
                    <a:pt x="4" y="529"/>
                  </a:lnTo>
                  <a:lnTo>
                    <a:pt x="20" y="521"/>
                  </a:lnTo>
                  <a:cubicBezTo>
                    <a:pt x="36" y="513"/>
                    <a:pt x="52" y="509"/>
                    <a:pt x="68" y="501"/>
                  </a:cubicBezTo>
                  <a:cubicBezTo>
                    <a:pt x="128" y="477"/>
                    <a:pt x="188" y="461"/>
                    <a:pt x="248" y="453"/>
                  </a:cubicBezTo>
                  <a:cubicBezTo>
                    <a:pt x="288" y="445"/>
                    <a:pt x="328" y="441"/>
                    <a:pt x="372" y="437"/>
                  </a:cubicBezTo>
                  <a:lnTo>
                    <a:pt x="512" y="425"/>
                  </a:lnTo>
                  <a:lnTo>
                    <a:pt x="664" y="409"/>
                  </a:lnTo>
                  <a:cubicBezTo>
                    <a:pt x="716" y="405"/>
                    <a:pt x="768" y="397"/>
                    <a:pt x="820" y="385"/>
                  </a:cubicBezTo>
                  <a:cubicBezTo>
                    <a:pt x="876" y="373"/>
                    <a:pt x="924" y="357"/>
                    <a:pt x="976" y="341"/>
                  </a:cubicBezTo>
                  <a:lnTo>
                    <a:pt x="1124" y="301"/>
                  </a:lnTo>
                  <a:cubicBezTo>
                    <a:pt x="1172" y="289"/>
                    <a:pt x="1216" y="273"/>
                    <a:pt x="1264" y="253"/>
                  </a:cubicBezTo>
                  <a:cubicBezTo>
                    <a:pt x="1300" y="233"/>
                    <a:pt x="1340" y="209"/>
                    <a:pt x="1376" y="185"/>
                  </a:cubicBezTo>
                  <a:cubicBezTo>
                    <a:pt x="1428" y="149"/>
                    <a:pt x="1480" y="105"/>
                    <a:pt x="1524" y="57"/>
                  </a:cubicBezTo>
                  <a:cubicBezTo>
                    <a:pt x="1540" y="41"/>
                    <a:pt x="1556" y="21"/>
                    <a:pt x="1572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65"/>
            <p:cNvSpPr/>
            <p:nvPr/>
          </p:nvSpPr>
          <p:spPr>
            <a:xfrm flipH="1">
              <a:off x="5464220" y="1783044"/>
              <a:ext cx="41556" cy="191103"/>
            </a:xfrm>
            <a:custGeom>
              <a:avLst/>
              <a:gdLst/>
              <a:ahLst/>
              <a:cxnLst/>
              <a:rect l="l" t="t" r="r" b="b"/>
              <a:pathLst>
                <a:path w="309" h="1421" extrusionOk="0">
                  <a:moveTo>
                    <a:pt x="4" y="1"/>
                  </a:moveTo>
                  <a:lnTo>
                    <a:pt x="0" y="9"/>
                  </a:lnTo>
                  <a:cubicBezTo>
                    <a:pt x="0" y="9"/>
                    <a:pt x="12" y="29"/>
                    <a:pt x="28" y="65"/>
                  </a:cubicBezTo>
                  <a:cubicBezTo>
                    <a:pt x="48" y="117"/>
                    <a:pt x="64" y="169"/>
                    <a:pt x="72" y="221"/>
                  </a:cubicBezTo>
                  <a:cubicBezTo>
                    <a:pt x="80" y="253"/>
                    <a:pt x="84" y="289"/>
                    <a:pt x="92" y="329"/>
                  </a:cubicBezTo>
                  <a:cubicBezTo>
                    <a:pt x="96" y="365"/>
                    <a:pt x="108" y="409"/>
                    <a:pt x="112" y="449"/>
                  </a:cubicBezTo>
                  <a:cubicBezTo>
                    <a:pt x="116" y="493"/>
                    <a:pt x="116" y="537"/>
                    <a:pt x="116" y="581"/>
                  </a:cubicBezTo>
                  <a:cubicBezTo>
                    <a:pt x="112" y="629"/>
                    <a:pt x="104" y="673"/>
                    <a:pt x="96" y="721"/>
                  </a:cubicBezTo>
                  <a:cubicBezTo>
                    <a:pt x="88" y="765"/>
                    <a:pt x="84" y="813"/>
                    <a:pt x="84" y="861"/>
                  </a:cubicBezTo>
                  <a:cubicBezTo>
                    <a:pt x="88" y="913"/>
                    <a:pt x="104" y="961"/>
                    <a:pt x="128" y="1001"/>
                  </a:cubicBezTo>
                  <a:cubicBezTo>
                    <a:pt x="148" y="1045"/>
                    <a:pt x="172" y="1077"/>
                    <a:pt x="192" y="1109"/>
                  </a:cubicBezTo>
                  <a:cubicBezTo>
                    <a:pt x="212" y="1137"/>
                    <a:pt x="224" y="1169"/>
                    <a:pt x="236" y="1201"/>
                  </a:cubicBezTo>
                  <a:cubicBezTo>
                    <a:pt x="252" y="1253"/>
                    <a:pt x="264" y="1305"/>
                    <a:pt x="260" y="1357"/>
                  </a:cubicBezTo>
                  <a:cubicBezTo>
                    <a:pt x="260" y="1381"/>
                    <a:pt x="260" y="1401"/>
                    <a:pt x="256" y="1421"/>
                  </a:cubicBezTo>
                  <a:lnTo>
                    <a:pt x="264" y="1421"/>
                  </a:lnTo>
                  <a:cubicBezTo>
                    <a:pt x="276" y="1401"/>
                    <a:pt x="284" y="1381"/>
                    <a:pt x="288" y="1361"/>
                  </a:cubicBezTo>
                  <a:cubicBezTo>
                    <a:pt x="304" y="1305"/>
                    <a:pt x="308" y="1241"/>
                    <a:pt x="296" y="1185"/>
                  </a:cubicBezTo>
                  <a:cubicBezTo>
                    <a:pt x="288" y="1145"/>
                    <a:pt x="276" y="1105"/>
                    <a:pt x="256" y="1069"/>
                  </a:cubicBezTo>
                  <a:cubicBezTo>
                    <a:pt x="236" y="1033"/>
                    <a:pt x="212" y="1001"/>
                    <a:pt x="188" y="965"/>
                  </a:cubicBezTo>
                  <a:cubicBezTo>
                    <a:pt x="168" y="933"/>
                    <a:pt x="152" y="893"/>
                    <a:pt x="148" y="853"/>
                  </a:cubicBezTo>
                  <a:cubicBezTo>
                    <a:pt x="140" y="809"/>
                    <a:pt x="136" y="765"/>
                    <a:pt x="136" y="721"/>
                  </a:cubicBezTo>
                  <a:cubicBezTo>
                    <a:pt x="136" y="673"/>
                    <a:pt x="132" y="629"/>
                    <a:pt x="136" y="581"/>
                  </a:cubicBezTo>
                  <a:cubicBezTo>
                    <a:pt x="136" y="537"/>
                    <a:pt x="144" y="493"/>
                    <a:pt x="148" y="449"/>
                  </a:cubicBezTo>
                  <a:cubicBezTo>
                    <a:pt x="152" y="405"/>
                    <a:pt x="152" y="361"/>
                    <a:pt x="152" y="321"/>
                  </a:cubicBezTo>
                  <a:cubicBezTo>
                    <a:pt x="148" y="281"/>
                    <a:pt x="140" y="241"/>
                    <a:pt x="128" y="205"/>
                  </a:cubicBezTo>
                  <a:cubicBezTo>
                    <a:pt x="112" y="149"/>
                    <a:pt x="88" y="97"/>
                    <a:pt x="52" y="49"/>
                  </a:cubicBezTo>
                  <a:cubicBezTo>
                    <a:pt x="36" y="33"/>
                    <a:pt x="20" y="17"/>
                    <a:pt x="4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65"/>
            <p:cNvSpPr/>
            <p:nvPr/>
          </p:nvSpPr>
          <p:spPr>
            <a:xfrm flipH="1">
              <a:off x="5564814" y="1712843"/>
              <a:ext cx="159903" cy="35235"/>
            </a:xfrm>
            <a:custGeom>
              <a:avLst/>
              <a:gdLst/>
              <a:ahLst/>
              <a:cxnLst/>
              <a:rect l="l" t="t" r="r" b="b"/>
              <a:pathLst>
                <a:path w="1189" h="262" extrusionOk="0">
                  <a:moveTo>
                    <a:pt x="901" y="1"/>
                  </a:moveTo>
                  <a:cubicBezTo>
                    <a:pt x="873" y="1"/>
                    <a:pt x="847" y="5"/>
                    <a:pt x="820" y="10"/>
                  </a:cubicBezTo>
                  <a:cubicBezTo>
                    <a:pt x="740" y="26"/>
                    <a:pt x="664" y="50"/>
                    <a:pt x="592" y="82"/>
                  </a:cubicBezTo>
                  <a:cubicBezTo>
                    <a:pt x="556" y="98"/>
                    <a:pt x="520" y="115"/>
                    <a:pt x="484" y="131"/>
                  </a:cubicBezTo>
                  <a:cubicBezTo>
                    <a:pt x="468" y="139"/>
                    <a:pt x="448" y="147"/>
                    <a:pt x="432" y="151"/>
                  </a:cubicBezTo>
                  <a:cubicBezTo>
                    <a:pt x="416" y="159"/>
                    <a:pt x="400" y="163"/>
                    <a:pt x="384" y="167"/>
                  </a:cubicBezTo>
                  <a:cubicBezTo>
                    <a:pt x="324" y="183"/>
                    <a:pt x="260" y="195"/>
                    <a:pt x="196" y="199"/>
                  </a:cubicBezTo>
                  <a:lnTo>
                    <a:pt x="116" y="199"/>
                  </a:lnTo>
                  <a:cubicBezTo>
                    <a:pt x="96" y="195"/>
                    <a:pt x="76" y="195"/>
                    <a:pt x="56" y="191"/>
                  </a:cubicBezTo>
                  <a:cubicBezTo>
                    <a:pt x="40" y="191"/>
                    <a:pt x="28" y="187"/>
                    <a:pt x="16" y="187"/>
                  </a:cubicBezTo>
                  <a:lnTo>
                    <a:pt x="4" y="187"/>
                  </a:lnTo>
                  <a:lnTo>
                    <a:pt x="0" y="195"/>
                  </a:lnTo>
                  <a:cubicBezTo>
                    <a:pt x="16" y="203"/>
                    <a:pt x="32" y="211"/>
                    <a:pt x="52" y="219"/>
                  </a:cubicBezTo>
                  <a:cubicBezTo>
                    <a:pt x="96" y="243"/>
                    <a:pt x="144" y="255"/>
                    <a:pt x="196" y="259"/>
                  </a:cubicBezTo>
                  <a:cubicBezTo>
                    <a:pt x="212" y="261"/>
                    <a:pt x="228" y="262"/>
                    <a:pt x="245" y="262"/>
                  </a:cubicBezTo>
                  <a:cubicBezTo>
                    <a:pt x="261" y="262"/>
                    <a:pt x="278" y="261"/>
                    <a:pt x="296" y="259"/>
                  </a:cubicBezTo>
                  <a:cubicBezTo>
                    <a:pt x="332" y="259"/>
                    <a:pt x="368" y="251"/>
                    <a:pt x="404" y="235"/>
                  </a:cubicBezTo>
                  <a:cubicBezTo>
                    <a:pt x="424" y="231"/>
                    <a:pt x="444" y="223"/>
                    <a:pt x="460" y="215"/>
                  </a:cubicBezTo>
                  <a:cubicBezTo>
                    <a:pt x="480" y="203"/>
                    <a:pt x="496" y="195"/>
                    <a:pt x="512" y="187"/>
                  </a:cubicBezTo>
                  <a:cubicBezTo>
                    <a:pt x="552" y="163"/>
                    <a:pt x="580" y="139"/>
                    <a:pt x="612" y="119"/>
                  </a:cubicBezTo>
                  <a:cubicBezTo>
                    <a:pt x="644" y="94"/>
                    <a:pt x="676" y="74"/>
                    <a:pt x="712" y="62"/>
                  </a:cubicBezTo>
                  <a:cubicBezTo>
                    <a:pt x="742" y="53"/>
                    <a:pt x="771" y="45"/>
                    <a:pt x="803" y="45"/>
                  </a:cubicBezTo>
                  <a:cubicBezTo>
                    <a:pt x="810" y="45"/>
                    <a:pt x="817" y="46"/>
                    <a:pt x="824" y="46"/>
                  </a:cubicBezTo>
                  <a:cubicBezTo>
                    <a:pt x="856" y="50"/>
                    <a:pt x="892" y="58"/>
                    <a:pt x="924" y="66"/>
                  </a:cubicBezTo>
                  <a:cubicBezTo>
                    <a:pt x="952" y="70"/>
                    <a:pt x="980" y="78"/>
                    <a:pt x="1012" y="86"/>
                  </a:cubicBezTo>
                  <a:cubicBezTo>
                    <a:pt x="1052" y="102"/>
                    <a:pt x="1096" y="119"/>
                    <a:pt x="1136" y="143"/>
                  </a:cubicBezTo>
                  <a:cubicBezTo>
                    <a:pt x="1148" y="147"/>
                    <a:pt x="1160" y="155"/>
                    <a:pt x="1168" y="163"/>
                  </a:cubicBezTo>
                  <a:lnTo>
                    <a:pt x="1184" y="171"/>
                  </a:lnTo>
                  <a:lnTo>
                    <a:pt x="1188" y="163"/>
                  </a:lnTo>
                  <a:lnTo>
                    <a:pt x="1180" y="151"/>
                  </a:lnTo>
                  <a:cubicBezTo>
                    <a:pt x="1172" y="139"/>
                    <a:pt x="1164" y="127"/>
                    <a:pt x="1156" y="119"/>
                  </a:cubicBezTo>
                  <a:cubicBezTo>
                    <a:pt x="1140" y="102"/>
                    <a:pt x="1124" y="86"/>
                    <a:pt x="1104" y="74"/>
                  </a:cubicBezTo>
                  <a:cubicBezTo>
                    <a:pt x="1084" y="58"/>
                    <a:pt x="1056" y="42"/>
                    <a:pt x="1032" y="30"/>
                  </a:cubicBezTo>
                  <a:cubicBezTo>
                    <a:pt x="1000" y="18"/>
                    <a:pt x="964" y="6"/>
                    <a:pt x="932" y="2"/>
                  </a:cubicBezTo>
                  <a:cubicBezTo>
                    <a:pt x="921" y="1"/>
                    <a:pt x="911" y="1"/>
                    <a:pt x="901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65"/>
            <p:cNvSpPr/>
            <p:nvPr/>
          </p:nvSpPr>
          <p:spPr>
            <a:xfrm flipH="1">
              <a:off x="5629905" y="1511385"/>
              <a:ext cx="205090" cy="18626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8" y="0"/>
                  </a:moveTo>
                  <a:lnTo>
                    <a:pt x="0" y="4"/>
                  </a:lnTo>
                  <a:lnTo>
                    <a:pt x="0" y="28"/>
                  </a:lnTo>
                  <a:cubicBezTo>
                    <a:pt x="0" y="48"/>
                    <a:pt x="0" y="72"/>
                    <a:pt x="4" y="96"/>
                  </a:cubicBezTo>
                  <a:cubicBezTo>
                    <a:pt x="16" y="176"/>
                    <a:pt x="44" y="256"/>
                    <a:pt x="88" y="328"/>
                  </a:cubicBezTo>
                  <a:cubicBezTo>
                    <a:pt x="116" y="376"/>
                    <a:pt x="148" y="420"/>
                    <a:pt x="188" y="460"/>
                  </a:cubicBezTo>
                  <a:cubicBezTo>
                    <a:pt x="232" y="504"/>
                    <a:pt x="280" y="540"/>
                    <a:pt x="328" y="576"/>
                  </a:cubicBezTo>
                  <a:cubicBezTo>
                    <a:pt x="384" y="612"/>
                    <a:pt x="436" y="644"/>
                    <a:pt x="492" y="680"/>
                  </a:cubicBezTo>
                  <a:lnTo>
                    <a:pt x="660" y="784"/>
                  </a:lnTo>
                  <a:cubicBezTo>
                    <a:pt x="720" y="820"/>
                    <a:pt x="776" y="852"/>
                    <a:pt x="832" y="884"/>
                  </a:cubicBezTo>
                  <a:cubicBezTo>
                    <a:pt x="888" y="916"/>
                    <a:pt x="948" y="948"/>
                    <a:pt x="996" y="980"/>
                  </a:cubicBezTo>
                  <a:cubicBezTo>
                    <a:pt x="1092" y="1036"/>
                    <a:pt x="1184" y="1100"/>
                    <a:pt x="1272" y="1168"/>
                  </a:cubicBezTo>
                  <a:cubicBezTo>
                    <a:pt x="1348" y="1228"/>
                    <a:pt x="1412" y="1280"/>
                    <a:pt x="1452" y="1320"/>
                  </a:cubicBezTo>
                  <a:lnTo>
                    <a:pt x="1520" y="1384"/>
                  </a:lnTo>
                  <a:lnTo>
                    <a:pt x="1524" y="1380"/>
                  </a:lnTo>
                  <a:cubicBezTo>
                    <a:pt x="1524" y="1380"/>
                    <a:pt x="1508" y="1352"/>
                    <a:pt x="1476" y="1304"/>
                  </a:cubicBezTo>
                  <a:cubicBezTo>
                    <a:pt x="1428" y="1236"/>
                    <a:pt x="1372" y="1176"/>
                    <a:pt x="1312" y="1120"/>
                  </a:cubicBezTo>
                  <a:cubicBezTo>
                    <a:pt x="1272" y="1084"/>
                    <a:pt x="1232" y="1048"/>
                    <a:pt x="1188" y="1016"/>
                  </a:cubicBezTo>
                  <a:cubicBezTo>
                    <a:pt x="1140" y="980"/>
                    <a:pt x="1088" y="944"/>
                    <a:pt x="1032" y="916"/>
                  </a:cubicBezTo>
                  <a:cubicBezTo>
                    <a:pt x="980" y="884"/>
                    <a:pt x="920" y="856"/>
                    <a:pt x="860" y="828"/>
                  </a:cubicBezTo>
                  <a:cubicBezTo>
                    <a:pt x="804" y="800"/>
                    <a:pt x="740" y="772"/>
                    <a:pt x="680" y="748"/>
                  </a:cubicBezTo>
                  <a:cubicBezTo>
                    <a:pt x="620" y="720"/>
                    <a:pt x="560" y="692"/>
                    <a:pt x="504" y="656"/>
                  </a:cubicBezTo>
                  <a:cubicBezTo>
                    <a:pt x="452" y="624"/>
                    <a:pt x="400" y="588"/>
                    <a:pt x="356" y="544"/>
                  </a:cubicBezTo>
                  <a:cubicBezTo>
                    <a:pt x="312" y="504"/>
                    <a:pt x="272" y="460"/>
                    <a:pt x="236" y="416"/>
                  </a:cubicBezTo>
                  <a:cubicBezTo>
                    <a:pt x="200" y="376"/>
                    <a:pt x="168" y="336"/>
                    <a:pt x="140" y="292"/>
                  </a:cubicBezTo>
                  <a:cubicBezTo>
                    <a:pt x="112" y="256"/>
                    <a:pt x="92" y="220"/>
                    <a:pt x="72" y="180"/>
                  </a:cubicBezTo>
                  <a:cubicBezTo>
                    <a:pt x="56" y="148"/>
                    <a:pt x="44" y="116"/>
                    <a:pt x="32" y="84"/>
                  </a:cubicBezTo>
                  <a:cubicBezTo>
                    <a:pt x="28" y="64"/>
                    <a:pt x="20" y="44"/>
                    <a:pt x="16" y="20"/>
                  </a:cubicBezTo>
                  <a:cubicBezTo>
                    <a:pt x="8" y="8"/>
                    <a:pt x="8" y="0"/>
                    <a:pt x="8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65"/>
            <p:cNvSpPr/>
            <p:nvPr/>
          </p:nvSpPr>
          <p:spPr>
            <a:xfrm flipH="1">
              <a:off x="5519090" y="1360762"/>
              <a:ext cx="119557" cy="230911"/>
            </a:xfrm>
            <a:custGeom>
              <a:avLst/>
              <a:gdLst/>
              <a:ahLst/>
              <a:cxnLst/>
              <a:rect l="l" t="t" r="r" b="b"/>
              <a:pathLst>
                <a:path w="889" h="1717" extrusionOk="0">
                  <a:moveTo>
                    <a:pt x="4" y="0"/>
                  </a:moveTo>
                  <a:lnTo>
                    <a:pt x="0" y="8"/>
                  </a:lnTo>
                  <a:lnTo>
                    <a:pt x="8" y="28"/>
                  </a:lnTo>
                  <a:cubicBezTo>
                    <a:pt x="16" y="44"/>
                    <a:pt x="24" y="60"/>
                    <a:pt x="36" y="88"/>
                  </a:cubicBezTo>
                  <a:cubicBezTo>
                    <a:pt x="60" y="156"/>
                    <a:pt x="80" y="228"/>
                    <a:pt x="88" y="304"/>
                  </a:cubicBezTo>
                  <a:cubicBezTo>
                    <a:pt x="96" y="396"/>
                    <a:pt x="88" y="508"/>
                    <a:pt x="108" y="628"/>
                  </a:cubicBezTo>
                  <a:cubicBezTo>
                    <a:pt x="116" y="688"/>
                    <a:pt x="128" y="748"/>
                    <a:pt x="144" y="812"/>
                  </a:cubicBezTo>
                  <a:cubicBezTo>
                    <a:pt x="148" y="844"/>
                    <a:pt x="156" y="872"/>
                    <a:pt x="164" y="904"/>
                  </a:cubicBezTo>
                  <a:cubicBezTo>
                    <a:pt x="172" y="936"/>
                    <a:pt x="180" y="968"/>
                    <a:pt x="188" y="996"/>
                  </a:cubicBezTo>
                  <a:cubicBezTo>
                    <a:pt x="224" y="1120"/>
                    <a:pt x="284" y="1236"/>
                    <a:pt x="356" y="1340"/>
                  </a:cubicBezTo>
                  <a:cubicBezTo>
                    <a:pt x="392" y="1388"/>
                    <a:pt x="428" y="1432"/>
                    <a:pt x="472" y="1476"/>
                  </a:cubicBezTo>
                  <a:cubicBezTo>
                    <a:pt x="508" y="1512"/>
                    <a:pt x="552" y="1544"/>
                    <a:pt x="596" y="1576"/>
                  </a:cubicBezTo>
                  <a:cubicBezTo>
                    <a:pt x="656" y="1620"/>
                    <a:pt x="728" y="1660"/>
                    <a:pt x="800" y="1688"/>
                  </a:cubicBezTo>
                  <a:cubicBezTo>
                    <a:pt x="852" y="1708"/>
                    <a:pt x="884" y="1716"/>
                    <a:pt x="884" y="1716"/>
                  </a:cubicBezTo>
                  <a:lnTo>
                    <a:pt x="888" y="1712"/>
                  </a:lnTo>
                  <a:cubicBezTo>
                    <a:pt x="888" y="1712"/>
                    <a:pt x="860" y="1692"/>
                    <a:pt x="812" y="1664"/>
                  </a:cubicBezTo>
                  <a:cubicBezTo>
                    <a:pt x="788" y="1648"/>
                    <a:pt x="760" y="1632"/>
                    <a:pt x="732" y="1608"/>
                  </a:cubicBezTo>
                  <a:cubicBezTo>
                    <a:pt x="700" y="1584"/>
                    <a:pt x="664" y="1560"/>
                    <a:pt x="632" y="1528"/>
                  </a:cubicBezTo>
                  <a:cubicBezTo>
                    <a:pt x="612" y="1512"/>
                    <a:pt x="596" y="1496"/>
                    <a:pt x="576" y="1476"/>
                  </a:cubicBezTo>
                  <a:cubicBezTo>
                    <a:pt x="560" y="1460"/>
                    <a:pt x="540" y="1444"/>
                    <a:pt x="524" y="1420"/>
                  </a:cubicBezTo>
                  <a:cubicBezTo>
                    <a:pt x="488" y="1384"/>
                    <a:pt x="448" y="1340"/>
                    <a:pt x="412" y="1296"/>
                  </a:cubicBezTo>
                  <a:cubicBezTo>
                    <a:pt x="376" y="1248"/>
                    <a:pt x="344" y="1196"/>
                    <a:pt x="312" y="1144"/>
                  </a:cubicBezTo>
                  <a:cubicBezTo>
                    <a:pt x="296" y="1120"/>
                    <a:pt x="280" y="1092"/>
                    <a:pt x="268" y="1064"/>
                  </a:cubicBezTo>
                  <a:cubicBezTo>
                    <a:pt x="252" y="1036"/>
                    <a:pt x="236" y="1008"/>
                    <a:pt x="224" y="980"/>
                  </a:cubicBezTo>
                  <a:cubicBezTo>
                    <a:pt x="196" y="924"/>
                    <a:pt x="176" y="864"/>
                    <a:pt x="164" y="804"/>
                  </a:cubicBezTo>
                  <a:cubicBezTo>
                    <a:pt x="152" y="744"/>
                    <a:pt x="144" y="680"/>
                    <a:pt x="148" y="620"/>
                  </a:cubicBezTo>
                  <a:cubicBezTo>
                    <a:pt x="144" y="564"/>
                    <a:pt x="152" y="504"/>
                    <a:pt x="152" y="452"/>
                  </a:cubicBezTo>
                  <a:cubicBezTo>
                    <a:pt x="156" y="396"/>
                    <a:pt x="152" y="344"/>
                    <a:pt x="144" y="292"/>
                  </a:cubicBezTo>
                  <a:cubicBezTo>
                    <a:pt x="132" y="212"/>
                    <a:pt x="104" y="136"/>
                    <a:pt x="60" y="72"/>
                  </a:cubicBezTo>
                  <a:cubicBezTo>
                    <a:pt x="44" y="44"/>
                    <a:pt x="24" y="20"/>
                    <a:pt x="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65"/>
            <p:cNvSpPr/>
            <p:nvPr/>
          </p:nvSpPr>
          <p:spPr>
            <a:xfrm flipH="1">
              <a:off x="5541683" y="1448984"/>
              <a:ext cx="153447" cy="223918"/>
            </a:xfrm>
            <a:custGeom>
              <a:avLst/>
              <a:gdLst/>
              <a:ahLst/>
              <a:cxnLst/>
              <a:rect l="l" t="t" r="r" b="b"/>
              <a:pathLst>
                <a:path w="1141" h="1665" extrusionOk="0">
                  <a:moveTo>
                    <a:pt x="4" y="0"/>
                  </a:moveTo>
                  <a:lnTo>
                    <a:pt x="0" y="8"/>
                  </a:lnTo>
                  <a:lnTo>
                    <a:pt x="12" y="28"/>
                  </a:lnTo>
                  <a:cubicBezTo>
                    <a:pt x="28" y="44"/>
                    <a:pt x="40" y="60"/>
                    <a:pt x="52" y="80"/>
                  </a:cubicBezTo>
                  <a:cubicBezTo>
                    <a:pt x="68" y="100"/>
                    <a:pt x="88" y="128"/>
                    <a:pt x="108" y="164"/>
                  </a:cubicBezTo>
                  <a:cubicBezTo>
                    <a:pt x="124" y="196"/>
                    <a:pt x="144" y="236"/>
                    <a:pt x="164" y="280"/>
                  </a:cubicBezTo>
                  <a:cubicBezTo>
                    <a:pt x="184" y="320"/>
                    <a:pt x="200" y="368"/>
                    <a:pt x="220" y="420"/>
                  </a:cubicBezTo>
                  <a:cubicBezTo>
                    <a:pt x="244" y="472"/>
                    <a:pt x="264" y="524"/>
                    <a:pt x="288" y="584"/>
                  </a:cubicBezTo>
                  <a:cubicBezTo>
                    <a:pt x="312" y="640"/>
                    <a:pt x="332" y="700"/>
                    <a:pt x="352" y="760"/>
                  </a:cubicBezTo>
                  <a:cubicBezTo>
                    <a:pt x="372" y="820"/>
                    <a:pt x="388" y="884"/>
                    <a:pt x="412" y="944"/>
                  </a:cubicBezTo>
                  <a:cubicBezTo>
                    <a:pt x="432" y="1008"/>
                    <a:pt x="460" y="1068"/>
                    <a:pt x="492" y="1124"/>
                  </a:cubicBezTo>
                  <a:cubicBezTo>
                    <a:pt x="524" y="1180"/>
                    <a:pt x="560" y="1232"/>
                    <a:pt x="596" y="1284"/>
                  </a:cubicBezTo>
                  <a:cubicBezTo>
                    <a:pt x="636" y="1332"/>
                    <a:pt x="676" y="1376"/>
                    <a:pt x="720" y="1416"/>
                  </a:cubicBezTo>
                  <a:cubicBezTo>
                    <a:pt x="760" y="1452"/>
                    <a:pt x="800" y="1488"/>
                    <a:pt x="844" y="1516"/>
                  </a:cubicBezTo>
                  <a:cubicBezTo>
                    <a:pt x="880" y="1544"/>
                    <a:pt x="920" y="1568"/>
                    <a:pt x="960" y="1588"/>
                  </a:cubicBezTo>
                  <a:cubicBezTo>
                    <a:pt x="996" y="1604"/>
                    <a:pt x="1028" y="1620"/>
                    <a:pt x="1052" y="1632"/>
                  </a:cubicBezTo>
                  <a:cubicBezTo>
                    <a:pt x="1080" y="1644"/>
                    <a:pt x="1108" y="1652"/>
                    <a:pt x="1140" y="1664"/>
                  </a:cubicBezTo>
                  <a:lnTo>
                    <a:pt x="1140" y="1656"/>
                  </a:lnTo>
                  <a:lnTo>
                    <a:pt x="1120" y="1644"/>
                  </a:lnTo>
                  <a:cubicBezTo>
                    <a:pt x="1108" y="1636"/>
                    <a:pt x="1092" y="1624"/>
                    <a:pt x="1068" y="1608"/>
                  </a:cubicBezTo>
                  <a:cubicBezTo>
                    <a:pt x="1044" y="1592"/>
                    <a:pt x="1012" y="1576"/>
                    <a:pt x="984" y="1552"/>
                  </a:cubicBezTo>
                  <a:cubicBezTo>
                    <a:pt x="956" y="1524"/>
                    <a:pt x="920" y="1500"/>
                    <a:pt x="884" y="1468"/>
                  </a:cubicBezTo>
                  <a:cubicBezTo>
                    <a:pt x="800" y="1396"/>
                    <a:pt x="724" y="1320"/>
                    <a:pt x="656" y="1240"/>
                  </a:cubicBezTo>
                  <a:cubicBezTo>
                    <a:pt x="616" y="1192"/>
                    <a:pt x="580" y="1144"/>
                    <a:pt x="544" y="1092"/>
                  </a:cubicBezTo>
                  <a:cubicBezTo>
                    <a:pt x="512" y="1040"/>
                    <a:pt x="480" y="988"/>
                    <a:pt x="448" y="928"/>
                  </a:cubicBezTo>
                  <a:cubicBezTo>
                    <a:pt x="420" y="872"/>
                    <a:pt x="392" y="812"/>
                    <a:pt x="372" y="752"/>
                  </a:cubicBezTo>
                  <a:cubicBezTo>
                    <a:pt x="352" y="692"/>
                    <a:pt x="336" y="628"/>
                    <a:pt x="324" y="572"/>
                  </a:cubicBezTo>
                  <a:cubicBezTo>
                    <a:pt x="308" y="512"/>
                    <a:pt x="296" y="452"/>
                    <a:pt x="280" y="400"/>
                  </a:cubicBezTo>
                  <a:cubicBezTo>
                    <a:pt x="260" y="348"/>
                    <a:pt x="240" y="300"/>
                    <a:pt x="216" y="252"/>
                  </a:cubicBezTo>
                  <a:cubicBezTo>
                    <a:pt x="196" y="212"/>
                    <a:pt x="172" y="172"/>
                    <a:pt x="144" y="136"/>
                  </a:cubicBezTo>
                  <a:cubicBezTo>
                    <a:pt x="124" y="108"/>
                    <a:pt x="100" y="80"/>
                    <a:pt x="72" y="60"/>
                  </a:cubicBezTo>
                  <a:cubicBezTo>
                    <a:pt x="56" y="44"/>
                    <a:pt x="40" y="28"/>
                    <a:pt x="24" y="16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65"/>
            <p:cNvSpPr/>
            <p:nvPr/>
          </p:nvSpPr>
          <p:spPr>
            <a:xfrm flipH="1">
              <a:off x="5402357" y="1372731"/>
              <a:ext cx="66839" cy="295329"/>
            </a:xfrm>
            <a:custGeom>
              <a:avLst/>
              <a:gdLst/>
              <a:ahLst/>
              <a:cxnLst/>
              <a:rect l="l" t="t" r="r" b="b"/>
              <a:pathLst>
                <a:path w="497" h="2196" extrusionOk="0">
                  <a:moveTo>
                    <a:pt x="349" y="0"/>
                  </a:moveTo>
                  <a:cubicBezTo>
                    <a:pt x="317" y="0"/>
                    <a:pt x="284" y="8"/>
                    <a:pt x="252" y="19"/>
                  </a:cubicBezTo>
                  <a:cubicBezTo>
                    <a:pt x="228" y="35"/>
                    <a:pt x="204" y="51"/>
                    <a:pt x="184" y="75"/>
                  </a:cubicBezTo>
                  <a:cubicBezTo>
                    <a:pt x="168" y="103"/>
                    <a:pt x="160" y="135"/>
                    <a:pt x="152" y="163"/>
                  </a:cubicBezTo>
                  <a:cubicBezTo>
                    <a:pt x="136" y="219"/>
                    <a:pt x="120" y="283"/>
                    <a:pt x="108" y="347"/>
                  </a:cubicBezTo>
                  <a:cubicBezTo>
                    <a:pt x="92" y="419"/>
                    <a:pt x="84" y="491"/>
                    <a:pt x="76" y="559"/>
                  </a:cubicBezTo>
                  <a:cubicBezTo>
                    <a:pt x="68" y="635"/>
                    <a:pt x="64" y="711"/>
                    <a:pt x="60" y="787"/>
                  </a:cubicBezTo>
                  <a:cubicBezTo>
                    <a:pt x="56" y="867"/>
                    <a:pt x="56" y="947"/>
                    <a:pt x="60" y="1027"/>
                  </a:cubicBezTo>
                  <a:cubicBezTo>
                    <a:pt x="64" y="1183"/>
                    <a:pt x="92" y="1339"/>
                    <a:pt x="80" y="1479"/>
                  </a:cubicBezTo>
                  <a:cubicBezTo>
                    <a:pt x="76" y="1547"/>
                    <a:pt x="64" y="1615"/>
                    <a:pt x="44" y="1679"/>
                  </a:cubicBezTo>
                  <a:cubicBezTo>
                    <a:pt x="24" y="1743"/>
                    <a:pt x="12" y="1807"/>
                    <a:pt x="8" y="1871"/>
                  </a:cubicBezTo>
                  <a:cubicBezTo>
                    <a:pt x="0" y="1931"/>
                    <a:pt x="8" y="1987"/>
                    <a:pt x="32" y="2043"/>
                  </a:cubicBezTo>
                  <a:cubicBezTo>
                    <a:pt x="48" y="2083"/>
                    <a:pt x="72" y="2119"/>
                    <a:pt x="108" y="2151"/>
                  </a:cubicBezTo>
                  <a:cubicBezTo>
                    <a:pt x="136" y="2175"/>
                    <a:pt x="172" y="2191"/>
                    <a:pt x="212" y="2195"/>
                  </a:cubicBezTo>
                  <a:lnTo>
                    <a:pt x="212" y="2187"/>
                  </a:lnTo>
                  <a:cubicBezTo>
                    <a:pt x="200" y="2183"/>
                    <a:pt x="192" y="2179"/>
                    <a:pt x="184" y="2175"/>
                  </a:cubicBezTo>
                  <a:cubicBezTo>
                    <a:pt x="160" y="2167"/>
                    <a:pt x="140" y="2151"/>
                    <a:pt x="124" y="2131"/>
                  </a:cubicBezTo>
                  <a:cubicBezTo>
                    <a:pt x="100" y="2099"/>
                    <a:pt x="84" y="2067"/>
                    <a:pt x="76" y="2031"/>
                  </a:cubicBezTo>
                  <a:cubicBezTo>
                    <a:pt x="64" y="1983"/>
                    <a:pt x="60" y="1931"/>
                    <a:pt x="68" y="1879"/>
                  </a:cubicBezTo>
                  <a:cubicBezTo>
                    <a:pt x="80" y="1819"/>
                    <a:pt x="96" y="1759"/>
                    <a:pt x="116" y="1703"/>
                  </a:cubicBezTo>
                  <a:cubicBezTo>
                    <a:pt x="136" y="1631"/>
                    <a:pt x="152" y="1559"/>
                    <a:pt x="152" y="1487"/>
                  </a:cubicBezTo>
                  <a:cubicBezTo>
                    <a:pt x="156" y="1407"/>
                    <a:pt x="148" y="1331"/>
                    <a:pt x="140" y="1255"/>
                  </a:cubicBezTo>
                  <a:cubicBezTo>
                    <a:pt x="128" y="1175"/>
                    <a:pt x="112" y="1099"/>
                    <a:pt x="96" y="1023"/>
                  </a:cubicBezTo>
                  <a:cubicBezTo>
                    <a:pt x="84" y="947"/>
                    <a:pt x="80" y="867"/>
                    <a:pt x="84" y="791"/>
                  </a:cubicBezTo>
                  <a:cubicBezTo>
                    <a:pt x="88" y="715"/>
                    <a:pt x="96" y="639"/>
                    <a:pt x="116" y="567"/>
                  </a:cubicBezTo>
                  <a:cubicBezTo>
                    <a:pt x="132" y="495"/>
                    <a:pt x="152" y="427"/>
                    <a:pt x="168" y="363"/>
                  </a:cubicBezTo>
                  <a:cubicBezTo>
                    <a:pt x="184" y="299"/>
                    <a:pt x="196" y="235"/>
                    <a:pt x="212" y="179"/>
                  </a:cubicBezTo>
                  <a:cubicBezTo>
                    <a:pt x="212" y="131"/>
                    <a:pt x="240" y="87"/>
                    <a:pt x="276" y="63"/>
                  </a:cubicBezTo>
                  <a:cubicBezTo>
                    <a:pt x="312" y="43"/>
                    <a:pt x="348" y="31"/>
                    <a:pt x="388" y="31"/>
                  </a:cubicBezTo>
                  <a:cubicBezTo>
                    <a:pt x="412" y="27"/>
                    <a:pt x="440" y="27"/>
                    <a:pt x="468" y="27"/>
                  </a:cubicBezTo>
                  <a:lnTo>
                    <a:pt x="496" y="27"/>
                  </a:lnTo>
                  <a:lnTo>
                    <a:pt x="492" y="19"/>
                  </a:lnTo>
                  <a:lnTo>
                    <a:pt x="464" y="15"/>
                  </a:lnTo>
                  <a:cubicBezTo>
                    <a:pt x="440" y="7"/>
                    <a:pt x="412" y="3"/>
                    <a:pt x="384" y="3"/>
                  </a:cubicBezTo>
                  <a:cubicBezTo>
                    <a:pt x="372" y="1"/>
                    <a:pt x="361" y="0"/>
                    <a:pt x="349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65"/>
            <p:cNvSpPr/>
            <p:nvPr/>
          </p:nvSpPr>
          <p:spPr>
            <a:xfrm flipH="1">
              <a:off x="5192022" y="1495381"/>
              <a:ext cx="199172" cy="180748"/>
            </a:xfrm>
            <a:custGeom>
              <a:avLst/>
              <a:gdLst/>
              <a:ahLst/>
              <a:cxnLst/>
              <a:rect l="l" t="t" r="r" b="b"/>
              <a:pathLst>
                <a:path w="1481" h="1344" extrusionOk="0">
                  <a:moveTo>
                    <a:pt x="1310" y="0"/>
                  </a:moveTo>
                  <a:cubicBezTo>
                    <a:pt x="1300" y="0"/>
                    <a:pt x="1290" y="1"/>
                    <a:pt x="1280" y="3"/>
                  </a:cubicBezTo>
                  <a:cubicBezTo>
                    <a:pt x="1232" y="3"/>
                    <a:pt x="1184" y="7"/>
                    <a:pt x="1136" y="19"/>
                  </a:cubicBezTo>
                  <a:cubicBezTo>
                    <a:pt x="1084" y="31"/>
                    <a:pt x="1028" y="47"/>
                    <a:pt x="976" y="67"/>
                  </a:cubicBezTo>
                  <a:cubicBezTo>
                    <a:pt x="920" y="95"/>
                    <a:pt x="864" y="123"/>
                    <a:pt x="812" y="155"/>
                  </a:cubicBezTo>
                  <a:cubicBezTo>
                    <a:pt x="760" y="187"/>
                    <a:pt x="704" y="223"/>
                    <a:pt x="644" y="255"/>
                  </a:cubicBezTo>
                  <a:cubicBezTo>
                    <a:pt x="616" y="271"/>
                    <a:pt x="588" y="287"/>
                    <a:pt x="556" y="307"/>
                  </a:cubicBezTo>
                  <a:cubicBezTo>
                    <a:pt x="524" y="323"/>
                    <a:pt x="496" y="347"/>
                    <a:pt x="476" y="379"/>
                  </a:cubicBezTo>
                  <a:cubicBezTo>
                    <a:pt x="448" y="439"/>
                    <a:pt x="420" y="507"/>
                    <a:pt x="404" y="571"/>
                  </a:cubicBezTo>
                  <a:cubicBezTo>
                    <a:pt x="380" y="631"/>
                    <a:pt x="356" y="695"/>
                    <a:pt x="332" y="751"/>
                  </a:cubicBezTo>
                  <a:cubicBezTo>
                    <a:pt x="280" y="863"/>
                    <a:pt x="228" y="967"/>
                    <a:pt x="180" y="1055"/>
                  </a:cubicBezTo>
                  <a:cubicBezTo>
                    <a:pt x="128" y="1143"/>
                    <a:pt x="80" y="1211"/>
                    <a:pt x="48" y="1263"/>
                  </a:cubicBezTo>
                  <a:cubicBezTo>
                    <a:pt x="20" y="1311"/>
                    <a:pt x="0" y="1339"/>
                    <a:pt x="0" y="1339"/>
                  </a:cubicBezTo>
                  <a:lnTo>
                    <a:pt x="4" y="1343"/>
                  </a:lnTo>
                  <a:cubicBezTo>
                    <a:pt x="4" y="1343"/>
                    <a:pt x="32" y="1323"/>
                    <a:pt x="72" y="1279"/>
                  </a:cubicBezTo>
                  <a:cubicBezTo>
                    <a:pt x="96" y="1259"/>
                    <a:pt x="120" y="1231"/>
                    <a:pt x="148" y="1199"/>
                  </a:cubicBezTo>
                  <a:cubicBezTo>
                    <a:pt x="176" y="1163"/>
                    <a:pt x="204" y="1127"/>
                    <a:pt x="232" y="1087"/>
                  </a:cubicBezTo>
                  <a:cubicBezTo>
                    <a:pt x="264" y="1043"/>
                    <a:pt x="296" y="995"/>
                    <a:pt x="320" y="947"/>
                  </a:cubicBezTo>
                  <a:cubicBezTo>
                    <a:pt x="352" y="891"/>
                    <a:pt x="376" y="835"/>
                    <a:pt x="400" y="779"/>
                  </a:cubicBezTo>
                  <a:cubicBezTo>
                    <a:pt x="424" y="715"/>
                    <a:pt x="444" y="655"/>
                    <a:pt x="464" y="591"/>
                  </a:cubicBezTo>
                  <a:cubicBezTo>
                    <a:pt x="472" y="555"/>
                    <a:pt x="480" y="523"/>
                    <a:pt x="488" y="491"/>
                  </a:cubicBezTo>
                  <a:cubicBezTo>
                    <a:pt x="492" y="459"/>
                    <a:pt x="500" y="427"/>
                    <a:pt x="512" y="395"/>
                  </a:cubicBezTo>
                  <a:cubicBezTo>
                    <a:pt x="536" y="339"/>
                    <a:pt x="600" y="307"/>
                    <a:pt x="656" y="271"/>
                  </a:cubicBezTo>
                  <a:cubicBezTo>
                    <a:pt x="712" y="239"/>
                    <a:pt x="772" y="211"/>
                    <a:pt x="832" y="187"/>
                  </a:cubicBezTo>
                  <a:cubicBezTo>
                    <a:pt x="888" y="163"/>
                    <a:pt x="952" y="143"/>
                    <a:pt x="1000" y="123"/>
                  </a:cubicBezTo>
                  <a:cubicBezTo>
                    <a:pt x="1052" y="103"/>
                    <a:pt x="1100" y="87"/>
                    <a:pt x="1152" y="71"/>
                  </a:cubicBezTo>
                  <a:cubicBezTo>
                    <a:pt x="1228" y="51"/>
                    <a:pt x="1308" y="39"/>
                    <a:pt x="1388" y="35"/>
                  </a:cubicBezTo>
                  <a:cubicBezTo>
                    <a:pt x="1398" y="33"/>
                    <a:pt x="1409" y="32"/>
                    <a:pt x="1421" y="32"/>
                  </a:cubicBezTo>
                  <a:cubicBezTo>
                    <a:pt x="1432" y="32"/>
                    <a:pt x="1444" y="33"/>
                    <a:pt x="1456" y="35"/>
                  </a:cubicBezTo>
                  <a:lnTo>
                    <a:pt x="1480" y="35"/>
                  </a:lnTo>
                  <a:lnTo>
                    <a:pt x="1480" y="27"/>
                  </a:lnTo>
                  <a:lnTo>
                    <a:pt x="1456" y="23"/>
                  </a:lnTo>
                  <a:cubicBezTo>
                    <a:pt x="1432" y="15"/>
                    <a:pt x="1412" y="11"/>
                    <a:pt x="1388" y="7"/>
                  </a:cubicBezTo>
                  <a:cubicBezTo>
                    <a:pt x="1372" y="3"/>
                    <a:pt x="1356" y="3"/>
                    <a:pt x="1336" y="3"/>
                  </a:cubicBezTo>
                  <a:cubicBezTo>
                    <a:pt x="1328" y="1"/>
                    <a:pt x="1319" y="0"/>
                    <a:pt x="1310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65"/>
            <p:cNvSpPr/>
            <p:nvPr/>
          </p:nvSpPr>
          <p:spPr>
            <a:xfrm flipH="1">
              <a:off x="5366315" y="1518378"/>
              <a:ext cx="69529" cy="167972"/>
            </a:xfrm>
            <a:custGeom>
              <a:avLst/>
              <a:gdLst/>
              <a:ahLst/>
              <a:cxnLst/>
              <a:rect l="l" t="t" r="r" b="b"/>
              <a:pathLst>
                <a:path w="517" h="1249" extrusionOk="0">
                  <a:moveTo>
                    <a:pt x="516" y="16"/>
                  </a:moveTo>
                  <a:cubicBezTo>
                    <a:pt x="516" y="17"/>
                    <a:pt x="516" y="17"/>
                    <a:pt x="516" y="17"/>
                  </a:cubicBezTo>
                  <a:cubicBezTo>
                    <a:pt x="516" y="17"/>
                    <a:pt x="516" y="17"/>
                    <a:pt x="516" y="16"/>
                  </a:cubicBezTo>
                  <a:close/>
                  <a:moveTo>
                    <a:pt x="481" y="0"/>
                  </a:moveTo>
                  <a:cubicBezTo>
                    <a:pt x="470" y="0"/>
                    <a:pt x="458" y="3"/>
                    <a:pt x="448" y="8"/>
                  </a:cubicBezTo>
                  <a:cubicBezTo>
                    <a:pt x="424" y="20"/>
                    <a:pt x="404" y="32"/>
                    <a:pt x="384" y="44"/>
                  </a:cubicBezTo>
                  <a:cubicBezTo>
                    <a:pt x="360" y="60"/>
                    <a:pt x="332" y="80"/>
                    <a:pt x="304" y="100"/>
                  </a:cubicBezTo>
                  <a:cubicBezTo>
                    <a:pt x="276" y="124"/>
                    <a:pt x="248" y="148"/>
                    <a:pt x="220" y="172"/>
                  </a:cubicBezTo>
                  <a:cubicBezTo>
                    <a:pt x="192" y="204"/>
                    <a:pt x="164" y="236"/>
                    <a:pt x="140" y="272"/>
                  </a:cubicBezTo>
                  <a:cubicBezTo>
                    <a:pt x="84" y="348"/>
                    <a:pt x="48" y="432"/>
                    <a:pt x="28" y="524"/>
                  </a:cubicBezTo>
                  <a:cubicBezTo>
                    <a:pt x="12" y="612"/>
                    <a:pt x="4" y="704"/>
                    <a:pt x="4" y="796"/>
                  </a:cubicBezTo>
                  <a:cubicBezTo>
                    <a:pt x="0" y="872"/>
                    <a:pt x="4" y="952"/>
                    <a:pt x="8" y="1032"/>
                  </a:cubicBezTo>
                  <a:cubicBezTo>
                    <a:pt x="16" y="1088"/>
                    <a:pt x="32" y="1144"/>
                    <a:pt x="60" y="1196"/>
                  </a:cubicBezTo>
                  <a:cubicBezTo>
                    <a:pt x="72" y="1216"/>
                    <a:pt x="84" y="1232"/>
                    <a:pt x="100" y="1248"/>
                  </a:cubicBezTo>
                  <a:lnTo>
                    <a:pt x="104" y="1244"/>
                  </a:lnTo>
                  <a:cubicBezTo>
                    <a:pt x="96" y="1224"/>
                    <a:pt x="92" y="1204"/>
                    <a:pt x="84" y="1184"/>
                  </a:cubicBezTo>
                  <a:cubicBezTo>
                    <a:pt x="80" y="1160"/>
                    <a:pt x="76" y="1140"/>
                    <a:pt x="72" y="1116"/>
                  </a:cubicBezTo>
                  <a:cubicBezTo>
                    <a:pt x="72" y="1088"/>
                    <a:pt x="72" y="1060"/>
                    <a:pt x="72" y="1024"/>
                  </a:cubicBezTo>
                  <a:cubicBezTo>
                    <a:pt x="72" y="960"/>
                    <a:pt x="76" y="880"/>
                    <a:pt x="76" y="792"/>
                  </a:cubicBezTo>
                  <a:cubicBezTo>
                    <a:pt x="72" y="748"/>
                    <a:pt x="72" y="704"/>
                    <a:pt x="72" y="660"/>
                  </a:cubicBezTo>
                  <a:cubicBezTo>
                    <a:pt x="72" y="616"/>
                    <a:pt x="64" y="568"/>
                    <a:pt x="64" y="524"/>
                  </a:cubicBezTo>
                  <a:cubicBezTo>
                    <a:pt x="60" y="480"/>
                    <a:pt x="72" y="436"/>
                    <a:pt x="88" y="396"/>
                  </a:cubicBezTo>
                  <a:cubicBezTo>
                    <a:pt x="108" y="356"/>
                    <a:pt x="136" y="320"/>
                    <a:pt x="168" y="292"/>
                  </a:cubicBezTo>
                  <a:cubicBezTo>
                    <a:pt x="200" y="264"/>
                    <a:pt x="232" y="240"/>
                    <a:pt x="260" y="212"/>
                  </a:cubicBezTo>
                  <a:lnTo>
                    <a:pt x="344" y="140"/>
                  </a:lnTo>
                  <a:lnTo>
                    <a:pt x="464" y="28"/>
                  </a:lnTo>
                  <a:cubicBezTo>
                    <a:pt x="472" y="20"/>
                    <a:pt x="484" y="12"/>
                    <a:pt x="496" y="12"/>
                  </a:cubicBezTo>
                  <a:cubicBezTo>
                    <a:pt x="500" y="12"/>
                    <a:pt x="508" y="12"/>
                    <a:pt x="508" y="16"/>
                  </a:cubicBezTo>
                  <a:lnTo>
                    <a:pt x="516" y="16"/>
                  </a:lnTo>
                  <a:cubicBezTo>
                    <a:pt x="515" y="14"/>
                    <a:pt x="512" y="7"/>
                    <a:pt x="500" y="4"/>
                  </a:cubicBezTo>
                  <a:cubicBezTo>
                    <a:pt x="494" y="1"/>
                    <a:pt x="487" y="0"/>
                    <a:pt x="481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65"/>
            <p:cNvSpPr/>
            <p:nvPr/>
          </p:nvSpPr>
          <p:spPr>
            <a:xfrm flipH="1">
              <a:off x="4981688" y="1628118"/>
              <a:ext cx="386375" cy="98040"/>
            </a:xfrm>
            <a:custGeom>
              <a:avLst/>
              <a:gdLst/>
              <a:ahLst/>
              <a:cxnLst/>
              <a:rect l="l" t="t" r="r" b="b"/>
              <a:pathLst>
                <a:path w="2873" h="729" extrusionOk="0">
                  <a:moveTo>
                    <a:pt x="2864" y="0"/>
                  </a:moveTo>
                  <a:lnTo>
                    <a:pt x="2744" y="60"/>
                  </a:lnTo>
                  <a:cubicBezTo>
                    <a:pt x="2644" y="116"/>
                    <a:pt x="2540" y="164"/>
                    <a:pt x="2432" y="208"/>
                  </a:cubicBezTo>
                  <a:cubicBezTo>
                    <a:pt x="2364" y="240"/>
                    <a:pt x="2292" y="260"/>
                    <a:pt x="2216" y="280"/>
                  </a:cubicBezTo>
                  <a:cubicBezTo>
                    <a:pt x="2150" y="297"/>
                    <a:pt x="2080" y="305"/>
                    <a:pt x="2010" y="305"/>
                  </a:cubicBezTo>
                  <a:cubicBezTo>
                    <a:pt x="1996" y="305"/>
                    <a:pt x="1982" y="305"/>
                    <a:pt x="1968" y="304"/>
                  </a:cubicBezTo>
                  <a:cubicBezTo>
                    <a:pt x="1876" y="304"/>
                    <a:pt x="1784" y="292"/>
                    <a:pt x="1692" y="272"/>
                  </a:cubicBezTo>
                  <a:cubicBezTo>
                    <a:pt x="1600" y="256"/>
                    <a:pt x="1504" y="240"/>
                    <a:pt x="1408" y="228"/>
                  </a:cubicBezTo>
                  <a:cubicBezTo>
                    <a:pt x="1336" y="219"/>
                    <a:pt x="1262" y="215"/>
                    <a:pt x="1189" y="215"/>
                  </a:cubicBezTo>
                  <a:cubicBezTo>
                    <a:pt x="1165" y="215"/>
                    <a:pt x="1140" y="215"/>
                    <a:pt x="1116" y="216"/>
                  </a:cubicBezTo>
                  <a:cubicBezTo>
                    <a:pt x="1024" y="220"/>
                    <a:pt x="928" y="232"/>
                    <a:pt x="836" y="248"/>
                  </a:cubicBezTo>
                  <a:cubicBezTo>
                    <a:pt x="748" y="264"/>
                    <a:pt x="664" y="284"/>
                    <a:pt x="580" y="316"/>
                  </a:cubicBezTo>
                  <a:cubicBezTo>
                    <a:pt x="504" y="340"/>
                    <a:pt x="432" y="368"/>
                    <a:pt x="360" y="404"/>
                  </a:cubicBezTo>
                  <a:cubicBezTo>
                    <a:pt x="300" y="432"/>
                    <a:pt x="244" y="468"/>
                    <a:pt x="188" y="508"/>
                  </a:cubicBezTo>
                  <a:cubicBezTo>
                    <a:pt x="148" y="540"/>
                    <a:pt x="108" y="576"/>
                    <a:pt x="76" y="616"/>
                  </a:cubicBezTo>
                  <a:cubicBezTo>
                    <a:pt x="52" y="640"/>
                    <a:pt x="32" y="668"/>
                    <a:pt x="16" y="696"/>
                  </a:cubicBezTo>
                  <a:lnTo>
                    <a:pt x="0" y="724"/>
                  </a:lnTo>
                  <a:lnTo>
                    <a:pt x="4" y="728"/>
                  </a:lnTo>
                  <a:lnTo>
                    <a:pt x="28" y="704"/>
                  </a:lnTo>
                  <a:cubicBezTo>
                    <a:pt x="48" y="676"/>
                    <a:pt x="68" y="656"/>
                    <a:pt x="92" y="632"/>
                  </a:cubicBezTo>
                  <a:cubicBezTo>
                    <a:pt x="132" y="600"/>
                    <a:pt x="172" y="572"/>
                    <a:pt x="216" y="548"/>
                  </a:cubicBezTo>
                  <a:cubicBezTo>
                    <a:pt x="268" y="512"/>
                    <a:pt x="328" y="484"/>
                    <a:pt x="388" y="460"/>
                  </a:cubicBezTo>
                  <a:cubicBezTo>
                    <a:pt x="452" y="432"/>
                    <a:pt x="524" y="408"/>
                    <a:pt x="604" y="384"/>
                  </a:cubicBezTo>
                  <a:cubicBezTo>
                    <a:pt x="684" y="360"/>
                    <a:pt x="764" y="336"/>
                    <a:pt x="852" y="320"/>
                  </a:cubicBezTo>
                  <a:cubicBezTo>
                    <a:pt x="940" y="300"/>
                    <a:pt x="1032" y="288"/>
                    <a:pt x="1124" y="280"/>
                  </a:cubicBezTo>
                  <a:cubicBezTo>
                    <a:pt x="1193" y="271"/>
                    <a:pt x="1265" y="267"/>
                    <a:pt x="1336" y="267"/>
                  </a:cubicBezTo>
                  <a:cubicBezTo>
                    <a:pt x="1360" y="267"/>
                    <a:pt x="1384" y="267"/>
                    <a:pt x="1408" y="268"/>
                  </a:cubicBezTo>
                  <a:cubicBezTo>
                    <a:pt x="1504" y="268"/>
                    <a:pt x="1596" y="276"/>
                    <a:pt x="1692" y="292"/>
                  </a:cubicBezTo>
                  <a:cubicBezTo>
                    <a:pt x="1784" y="312"/>
                    <a:pt x="1876" y="332"/>
                    <a:pt x="1968" y="344"/>
                  </a:cubicBezTo>
                  <a:cubicBezTo>
                    <a:pt x="2005" y="350"/>
                    <a:pt x="2042" y="352"/>
                    <a:pt x="2079" y="352"/>
                  </a:cubicBezTo>
                  <a:cubicBezTo>
                    <a:pt x="2130" y="352"/>
                    <a:pt x="2181" y="347"/>
                    <a:pt x="2232" y="340"/>
                  </a:cubicBezTo>
                  <a:cubicBezTo>
                    <a:pt x="2312" y="320"/>
                    <a:pt x="2388" y="296"/>
                    <a:pt x="2460" y="264"/>
                  </a:cubicBezTo>
                  <a:cubicBezTo>
                    <a:pt x="2520" y="236"/>
                    <a:pt x="2580" y="204"/>
                    <a:pt x="2636" y="168"/>
                  </a:cubicBezTo>
                  <a:cubicBezTo>
                    <a:pt x="2688" y="136"/>
                    <a:pt x="2728" y="112"/>
                    <a:pt x="2764" y="84"/>
                  </a:cubicBezTo>
                  <a:cubicBezTo>
                    <a:pt x="2832" y="36"/>
                    <a:pt x="2872" y="4"/>
                    <a:pt x="2872" y="4"/>
                  </a:cubicBezTo>
                  <a:lnTo>
                    <a:pt x="2864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65"/>
            <p:cNvSpPr/>
            <p:nvPr/>
          </p:nvSpPr>
          <p:spPr>
            <a:xfrm flipH="1">
              <a:off x="5055923" y="1747540"/>
              <a:ext cx="277174" cy="61998"/>
            </a:xfrm>
            <a:custGeom>
              <a:avLst/>
              <a:gdLst/>
              <a:ahLst/>
              <a:cxnLst/>
              <a:rect l="l" t="t" r="r" b="b"/>
              <a:pathLst>
                <a:path w="2061" h="461" extrusionOk="0">
                  <a:moveTo>
                    <a:pt x="856" y="1"/>
                  </a:moveTo>
                  <a:cubicBezTo>
                    <a:pt x="788" y="5"/>
                    <a:pt x="720" y="9"/>
                    <a:pt x="656" y="17"/>
                  </a:cubicBezTo>
                  <a:cubicBezTo>
                    <a:pt x="592" y="25"/>
                    <a:pt x="532" y="37"/>
                    <a:pt x="468" y="53"/>
                  </a:cubicBezTo>
                  <a:cubicBezTo>
                    <a:pt x="416" y="69"/>
                    <a:pt x="360" y="85"/>
                    <a:pt x="308" y="109"/>
                  </a:cubicBezTo>
                  <a:cubicBezTo>
                    <a:pt x="228" y="137"/>
                    <a:pt x="152" y="177"/>
                    <a:pt x="80" y="221"/>
                  </a:cubicBezTo>
                  <a:cubicBezTo>
                    <a:pt x="28" y="257"/>
                    <a:pt x="0" y="277"/>
                    <a:pt x="0" y="277"/>
                  </a:cubicBezTo>
                  <a:lnTo>
                    <a:pt x="4" y="281"/>
                  </a:lnTo>
                  <a:lnTo>
                    <a:pt x="28" y="273"/>
                  </a:lnTo>
                  <a:cubicBezTo>
                    <a:pt x="44" y="269"/>
                    <a:pt x="68" y="257"/>
                    <a:pt x="92" y="245"/>
                  </a:cubicBezTo>
                  <a:cubicBezTo>
                    <a:pt x="120" y="237"/>
                    <a:pt x="152" y="221"/>
                    <a:pt x="192" y="209"/>
                  </a:cubicBezTo>
                  <a:cubicBezTo>
                    <a:pt x="232" y="197"/>
                    <a:pt x="276" y="181"/>
                    <a:pt x="324" y="165"/>
                  </a:cubicBezTo>
                  <a:cubicBezTo>
                    <a:pt x="376" y="149"/>
                    <a:pt x="428" y="137"/>
                    <a:pt x="484" y="125"/>
                  </a:cubicBezTo>
                  <a:cubicBezTo>
                    <a:pt x="544" y="113"/>
                    <a:pt x="600" y="97"/>
                    <a:pt x="664" y="89"/>
                  </a:cubicBezTo>
                  <a:cubicBezTo>
                    <a:pt x="728" y="77"/>
                    <a:pt x="796" y="69"/>
                    <a:pt x="860" y="65"/>
                  </a:cubicBezTo>
                  <a:cubicBezTo>
                    <a:pt x="928" y="57"/>
                    <a:pt x="996" y="53"/>
                    <a:pt x="1064" y="53"/>
                  </a:cubicBezTo>
                  <a:cubicBezTo>
                    <a:pt x="1132" y="53"/>
                    <a:pt x="1200" y="57"/>
                    <a:pt x="1268" y="73"/>
                  </a:cubicBezTo>
                  <a:cubicBezTo>
                    <a:pt x="1332" y="85"/>
                    <a:pt x="1392" y="109"/>
                    <a:pt x="1448" y="149"/>
                  </a:cubicBezTo>
                  <a:cubicBezTo>
                    <a:pt x="1496" y="181"/>
                    <a:pt x="1544" y="221"/>
                    <a:pt x="1588" y="261"/>
                  </a:cubicBezTo>
                  <a:cubicBezTo>
                    <a:pt x="1632" y="297"/>
                    <a:pt x="1676" y="333"/>
                    <a:pt x="1724" y="365"/>
                  </a:cubicBezTo>
                  <a:cubicBezTo>
                    <a:pt x="1792" y="417"/>
                    <a:pt x="1876" y="449"/>
                    <a:pt x="1964" y="461"/>
                  </a:cubicBezTo>
                  <a:lnTo>
                    <a:pt x="2036" y="461"/>
                  </a:lnTo>
                  <a:lnTo>
                    <a:pt x="2060" y="453"/>
                  </a:lnTo>
                  <a:lnTo>
                    <a:pt x="2060" y="445"/>
                  </a:lnTo>
                  <a:lnTo>
                    <a:pt x="2032" y="445"/>
                  </a:lnTo>
                  <a:cubicBezTo>
                    <a:pt x="2012" y="441"/>
                    <a:pt x="1988" y="437"/>
                    <a:pt x="1968" y="433"/>
                  </a:cubicBezTo>
                  <a:cubicBezTo>
                    <a:pt x="1888" y="409"/>
                    <a:pt x="1820" y="369"/>
                    <a:pt x="1756" y="317"/>
                  </a:cubicBezTo>
                  <a:cubicBezTo>
                    <a:pt x="1716" y="289"/>
                    <a:pt x="1676" y="253"/>
                    <a:pt x="1628" y="213"/>
                  </a:cubicBezTo>
                  <a:cubicBezTo>
                    <a:pt x="1576" y="177"/>
                    <a:pt x="1520" y="141"/>
                    <a:pt x="1464" y="113"/>
                  </a:cubicBezTo>
                  <a:cubicBezTo>
                    <a:pt x="1400" y="89"/>
                    <a:pt x="1336" y="65"/>
                    <a:pt x="1272" y="53"/>
                  </a:cubicBezTo>
                  <a:cubicBezTo>
                    <a:pt x="1204" y="37"/>
                    <a:pt x="1132" y="25"/>
                    <a:pt x="1064" y="17"/>
                  </a:cubicBezTo>
                  <a:cubicBezTo>
                    <a:pt x="996" y="5"/>
                    <a:pt x="924" y="1"/>
                    <a:pt x="856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65"/>
            <p:cNvSpPr/>
            <p:nvPr/>
          </p:nvSpPr>
          <p:spPr>
            <a:xfrm flipH="1">
              <a:off x="5177498" y="1702488"/>
              <a:ext cx="189489" cy="56484"/>
            </a:xfrm>
            <a:custGeom>
              <a:avLst/>
              <a:gdLst/>
              <a:ahLst/>
              <a:cxnLst/>
              <a:rect l="l" t="t" r="r" b="b"/>
              <a:pathLst>
                <a:path w="1409" h="420" extrusionOk="0">
                  <a:moveTo>
                    <a:pt x="1008" y="1"/>
                  </a:moveTo>
                  <a:cubicBezTo>
                    <a:pt x="989" y="1"/>
                    <a:pt x="971" y="2"/>
                    <a:pt x="952" y="3"/>
                  </a:cubicBezTo>
                  <a:cubicBezTo>
                    <a:pt x="904" y="7"/>
                    <a:pt x="856" y="11"/>
                    <a:pt x="812" y="11"/>
                  </a:cubicBezTo>
                  <a:lnTo>
                    <a:pt x="664" y="11"/>
                  </a:lnTo>
                  <a:cubicBezTo>
                    <a:pt x="612" y="11"/>
                    <a:pt x="564" y="15"/>
                    <a:pt x="512" y="27"/>
                  </a:cubicBezTo>
                  <a:cubicBezTo>
                    <a:pt x="464" y="39"/>
                    <a:pt x="420" y="59"/>
                    <a:pt x="376" y="87"/>
                  </a:cubicBezTo>
                  <a:cubicBezTo>
                    <a:pt x="336" y="111"/>
                    <a:pt x="300" y="135"/>
                    <a:pt x="268" y="167"/>
                  </a:cubicBezTo>
                  <a:cubicBezTo>
                    <a:pt x="232" y="192"/>
                    <a:pt x="204" y="220"/>
                    <a:pt x="176" y="244"/>
                  </a:cubicBezTo>
                  <a:cubicBezTo>
                    <a:pt x="120" y="292"/>
                    <a:pt x="76" y="336"/>
                    <a:pt x="48" y="364"/>
                  </a:cubicBezTo>
                  <a:cubicBezTo>
                    <a:pt x="16" y="396"/>
                    <a:pt x="0" y="416"/>
                    <a:pt x="0" y="416"/>
                  </a:cubicBezTo>
                  <a:lnTo>
                    <a:pt x="4" y="420"/>
                  </a:lnTo>
                  <a:cubicBezTo>
                    <a:pt x="4" y="420"/>
                    <a:pt x="28" y="412"/>
                    <a:pt x="64" y="388"/>
                  </a:cubicBezTo>
                  <a:cubicBezTo>
                    <a:pt x="104" y="364"/>
                    <a:pt x="152" y="332"/>
                    <a:pt x="216" y="292"/>
                  </a:cubicBezTo>
                  <a:cubicBezTo>
                    <a:pt x="276" y="252"/>
                    <a:pt x="344" y="200"/>
                    <a:pt x="416" y="147"/>
                  </a:cubicBezTo>
                  <a:cubicBezTo>
                    <a:pt x="452" y="123"/>
                    <a:pt x="488" y="103"/>
                    <a:pt x="532" y="87"/>
                  </a:cubicBezTo>
                  <a:cubicBezTo>
                    <a:pt x="576" y="71"/>
                    <a:pt x="620" y="59"/>
                    <a:pt x="668" y="51"/>
                  </a:cubicBezTo>
                  <a:cubicBezTo>
                    <a:pt x="722" y="40"/>
                    <a:pt x="777" y="34"/>
                    <a:pt x="832" y="34"/>
                  </a:cubicBezTo>
                  <a:cubicBezTo>
                    <a:pt x="872" y="34"/>
                    <a:pt x="912" y="37"/>
                    <a:pt x="952" y="43"/>
                  </a:cubicBezTo>
                  <a:cubicBezTo>
                    <a:pt x="992" y="47"/>
                    <a:pt x="1036" y="55"/>
                    <a:pt x="1076" y="67"/>
                  </a:cubicBezTo>
                  <a:cubicBezTo>
                    <a:pt x="1112" y="75"/>
                    <a:pt x="1148" y="87"/>
                    <a:pt x="1180" y="103"/>
                  </a:cubicBezTo>
                  <a:cubicBezTo>
                    <a:pt x="1212" y="115"/>
                    <a:pt x="1240" y="135"/>
                    <a:pt x="1264" y="151"/>
                  </a:cubicBezTo>
                  <a:cubicBezTo>
                    <a:pt x="1288" y="163"/>
                    <a:pt x="1312" y="175"/>
                    <a:pt x="1336" y="183"/>
                  </a:cubicBezTo>
                  <a:cubicBezTo>
                    <a:pt x="1360" y="192"/>
                    <a:pt x="1380" y="200"/>
                    <a:pt x="1404" y="200"/>
                  </a:cubicBezTo>
                  <a:lnTo>
                    <a:pt x="1408" y="192"/>
                  </a:lnTo>
                  <a:lnTo>
                    <a:pt x="1392" y="183"/>
                  </a:lnTo>
                  <a:cubicBezTo>
                    <a:pt x="1376" y="175"/>
                    <a:pt x="1364" y="167"/>
                    <a:pt x="1348" y="155"/>
                  </a:cubicBezTo>
                  <a:cubicBezTo>
                    <a:pt x="1332" y="143"/>
                    <a:pt x="1312" y="127"/>
                    <a:pt x="1292" y="111"/>
                  </a:cubicBezTo>
                  <a:cubicBezTo>
                    <a:pt x="1264" y="87"/>
                    <a:pt x="1236" y="67"/>
                    <a:pt x="1208" y="51"/>
                  </a:cubicBezTo>
                  <a:cubicBezTo>
                    <a:pt x="1168" y="27"/>
                    <a:pt x="1128" y="15"/>
                    <a:pt x="1088" y="7"/>
                  </a:cubicBezTo>
                  <a:cubicBezTo>
                    <a:pt x="1063" y="3"/>
                    <a:pt x="1035" y="1"/>
                    <a:pt x="1008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65"/>
            <p:cNvSpPr/>
            <p:nvPr/>
          </p:nvSpPr>
          <p:spPr>
            <a:xfrm flipH="1">
              <a:off x="5344259" y="1656629"/>
              <a:ext cx="237366" cy="171199"/>
            </a:xfrm>
            <a:custGeom>
              <a:avLst/>
              <a:gdLst/>
              <a:ahLst/>
              <a:cxnLst/>
              <a:rect l="l" t="t" r="r" b="b"/>
              <a:pathLst>
                <a:path w="1765" h="1273" extrusionOk="0">
                  <a:moveTo>
                    <a:pt x="644" y="0"/>
                  </a:moveTo>
                  <a:lnTo>
                    <a:pt x="636" y="28"/>
                  </a:lnTo>
                  <a:lnTo>
                    <a:pt x="616" y="88"/>
                  </a:lnTo>
                  <a:cubicBezTo>
                    <a:pt x="588" y="76"/>
                    <a:pt x="560" y="72"/>
                    <a:pt x="532" y="64"/>
                  </a:cubicBezTo>
                  <a:cubicBezTo>
                    <a:pt x="512" y="60"/>
                    <a:pt x="492" y="60"/>
                    <a:pt x="476" y="60"/>
                  </a:cubicBezTo>
                  <a:cubicBezTo>
                    <a:pt x="452" y="60"/>
                    <a:pt x="432" y="60"/>
                    <a:pt x="412" y="64"/>
                  </a:cubicBezTo>
                  <a:cubicBezTo>
                    <a:pt x="372" y="76"/>
                    <a:pt x="336" y="96"/>
                    <a:pt x="308" y="128"/>
                  </a:cubicBezTo>
                  <a:cubicBezTo>
                    <a:pt x="300" y="136"/>
                    <a:pt x="292" y="144"/>
                    <a:pt x="288" y="156"/>
                  </a:cubicBezTo>
                  <a:cubicBezTo>
                    <a:pt x="284" y="160"/>
                    <a:pt x="284" y="164"/>
                    <a:pt x="280" y="172"/>
                  </a:cubicBezTo>
                  <a:lnTo>
                    <a:pt x="276" y="184"/>
                  </a:lnTo>
                  <a:cubicBezTo>
                    <a:pt x="268" y="208"/>
                    <a:pt x="268" y="228"/>
                    <a:pt x="268" y="248"/>
                  </a:cubicBezTo>
                  <a:cubicBezTo>
                    <a:pt x="268" y="280"/>
                    <a:pt x="268" y="316"/>
                    <a:pt x="268" y="348"/>
                  </a:cubicBezTo>
                  <a:cubicBezTo>
                    <a:pt x="268" y="356"/>
                    <a:pt x="264" y="364"/>
                    <a:pt x="264" y="368"/>
                  </a:cubicBezTo>
                  <a:cubicBezTo>
                    <a:pt x="260" y="376"/>
                    <a:pt x="256" y="384"/>
                    <a:pt x="252" y="388"/>
                  </a:cubicBezTo>
                  <a:cubicBezTo>
                    <a:pt x="244" y="400"/>
                    <a:pt x="232" y="408"/>
                    <a:pt x="220" y="416"/>
                  </a:cubicBezTo>
                  <a:cubicBezTo>
                    <a:pt x="200" y="421"/>
                    <a:pt x="181" y="425"/>
                    <a:pt x="161" y="425"/>
                  </a:cubicBezTo>
                  <a:cubicBezTo>
                    <a:pt x="149" y="425"/>
                    <a:pt x="136" y="424"/>
                    <a:pt x="124" y="420"/>
                  </a:cubicBezTo>
                  <a:cubicBezTo>
                    <a:pt x="102" y="417"/>
                    <a:pt x="66" y="401"/>
                    <a:pt x="41" y="401"/>
                  </a:cubicBezTo>
                  <a:cubicBezTo>
                    <a:pt x="35" y="401"/>
                    <a:pt x="29" y="402"/>
                    <a:pt x="24" y="404"/>
                  </a:cubicBezTo>
                  <a:cubicBezTo>
                    <a:pt x="16" y="408"/>
                    <a:pt x="12" y="412"/>
                    <a:pt x="12" y="416"/>
                  </a:cubicBezTo>
                  <a:cubicBezTo>
                    <a:pt x="0" y="440"/>
                    <a:pt x="48" y="508"/>
                    <a:pt x="60" y="528"/>
                  </a:cubicBezTo>
                  <a:cubicBezTo>
                    <a:pt x="124" y="633"/>
                    <a:pt x="204" y="725"/>
                    <a:pt x="300" y="801"/>
                  </a:cubicBezTo>
                  <a:cubicBezTo>
                    <a:pt x="408" y="881"/>
                    <a:pt x="552" y="909"/>
                    <a:pt x="656" y="997"/>
                  </a:cubicBezTo>
                  <a:cubicBezTo>
                    <a:pt x="744" y="1065"/>
                    <a:pt x="800" y="1165"/>
                    <a:pt x="816" y="1273"/>
                  </a:cubicBezTo>
                  <a:cubicBezTo>
                    <a:pt x="944" y="1208"/>
                    <a:pt x="1087" y="1175"/>
                    <a:pt x="1230" y="1175"/>
                  </a:cubicBezTo>
                  <a:cubicBezTo>
                    <a:pt x="1275" y="1175"/>
                    <a:pt x="1320" y="1178"/>
                    <a:pt x="1364" y="1185"/>
                  </a:cubicBezTo>
                  <a:cubicBezTo>
                    <a:pt x="1368" y="1169"/>
                    <a:pt x="1368" y="1153"/>
                    <a:pt x="1368" y="1137"/>
                  </a:cubicBezTo>
                  <a:cubicBezTo>
                    <a:pt x="1376" y="1125"/>
                    <a:pt x="1388" y="1109"/>
                    <a:pt x="1400" y="1097"/>
                  </a:cubicBezTo>
                  <a:cubicBezTo>
                    <a:pt x="1420" y="1081"/>
                    <a:pt x="1440" y="1069"/>
                    <a:pt x="1468" y="1061"/>
                  </a:cubicBezTo>
                  <a:cubicBezTo>
                    <a:pt x="1516" y="1045"/>
                    <a:pt x="1568" y="1037"/>
                    <a:pt x="1620" y="1037"/>
                  </a:cubicBezTo>
                  <a:lnTo>
                    <a:pt x="1668" y="1037"/>
                  </a:lnTo>
                  <a:lnTo>
                    <a:pt x="1636" y="997"/>
                  </a:lnTo>
                  <a:cubicBezTo>
                    <a:pt x="1612" y="965"/>
                    <a:pt x="1600" y="933"/>
                    <a:pt x="1592" y="893"/>
                  </a:cubicBezTo>
                  <a:cubicBezTo>
                    <a:pt x="1584" y="865"/>
                    <a:pt x="1584" y="837"/>
                    <a:pt x="1592" y="809"/>
                  </a:cubicBezTo>
                  <a:lnTo>
                    <a:pt x="1664" y="805"/>
                  </a:lnTo>
                  <a:lnTo>
                    <a:pt x="1764" y="797"/>
                  </a:lnTo>
                  <a:lnTo>
                    <a:pt x="1680" y="741"/>
                  </a:lnTo>
                  <a:cubicBezTo>
                    <a:pt x="1636" y="709"/>
                    <a:pt x="1616" y="657"/>
                    <a:pt x="1620" y="609"/>
                  </a:cubicBezTo>
                  <a:cubicBezTo>
                    <a:pt x="1620" y="601"/>
                    <a:pt x="1620" y="593"/>
                    <a:pt x="1624" y="589"/>
                  </a:cubicBezTo>
                  <a:lnTo>
                    <a:pt x="1628" y="569"/>
                  </a:lnTo>
                  <a:cubicBezTo>
                    <a:pt x="1636" y="553"/>
                    <a:pt x="1640" y="537"/>
                    <a:pt x="1644" y="516"/>
                  </a:cubicBezTo>
                  <a:cubicBezTo>
                    <a:pt x="1648" y="496"/>
                    <a:pt x="1644" y="472"/>
                    <a:pt x="1636" y="452"/>
                  </a:cubicBezTo>
                  <a:cubicBezTo>
                    <a:pt x="1624" y="428"/>
                    <a:pt x="1608" y="408"/>
                    <a:pt x="1584" y="400"/>
                  </a:cubicBezTo>
                  <a:cubicBezTo>
                    <a:pt x="1552" y="392"/>
                    <a:pt x="1520" y="384"/>
                    <a:pt x="1488" y="376"/>
                  </a:cubicBezTo>
                  <a:cubicBezTo>
                    <a:pt x="1480" y="376"/>
                    <a:pt x="1476" y="372"/>
                    <a:pt x="1468" y="372"/>
                  </a:cubicBezTo>
                  <a:cubicBezTo>
                    <a:pt x="1464" y="368"/>
                    <a:pt x="1460" y="368"/>
                    <a:pt x="1456" y="364"/>
                  </a:cubicBezTo>
                  <a:cubicBezTo>
                    <a:pt x="1448" y="356"/>
                    <a:pt x="1444" y="348"/>
                    <a:pt x="1440" y="336"/>
                  </a:cubicBezTo>
                  <a:cubicBezTo>
                    <a:pt x="1432" y="312"/>
                    <a:pt x="1432" y="280"/>
                    <a:pt x="1420" y="244"/>
                  </a:cubicBezTo>
                  <a:cubicBezTo>
                    <a:pt x="1412" y="220"/>
                    <a:pt x="1396" y="200"/>
                    <a:pt x="1376" y="192"/>
                  </a:cubicBezTo>
                  <a:cubicBezTo>
                    <a:pt x="1361" y="183"/>
                    <a:pt x="1346" y="179"/>
                    <a:pt x="1330" y="179"/>
                  </a:cubicBezTo>
                  <a:cubicBezTo>
                    <a:pt x="1324" y="179"/>
                    <a:pt x="1318" y="179"/>
                    <a:pt x="1312" y="180"/>
                  </a:cubicBezTo>
                  <a:cubicBezTo>
                    <a:pt x="1288" y="192"/>
                    <a:pt x="1256" y="200"/>
                    <a:pt x="1228" y="204"/>
                  </a:cubicBezTo>
                  <a:cubicBezTo>
                    <a:pt x="1200" y="196"/>
                    <a:pt x="1176" y="184"/>
                    <a:pt x="1156" y="164"/>
                  </a:cubicBezTo>
                  <a:cubicBezTo>
                    <a:pt x="1136" y="140"/>
                    <a:pt x="1112" y="120"/>
                    <a:pt x="1088" y="100"/>
                  </a:cubicBezTo>
                  <a:cubicBezTo>
                    <a:pt x="1066" y="87"/>
                    <a:pt x="1043" y="79"/>
                    <a:pt x="1020" y="79"/>
                  </a:cubicBezTo>
                  <a:cubicBezTo>
                    <a:pt x="1009" y="79"/>
                    <a:pt x="998" y="81"/>
                    <a:pt x="988" y="84"/>
                  </a:cubicBezTo>
                  <a:cubicBezTo>
                    <a:pt x="952" y="100"/>
                    <a:pt x="936" y="132"/>
                    <a:pt x="912" y="140"/>
                  </a:cubicBezTo>
                  <a:cubicBezTo>
                    <a:pt x="910" y="141"/>
                    <a:pt x="907" y="141"/>
                    <a:pt x="904" y="141"/>
                  </a:cubicBezTo>
                  <a:cubicBezTo>
                    <a:pt x="882" y="141"/>
                    <a:pt x="857" y="127"/>
                    <a:pt x="832" y="112"/>
                  </a:cubicBezTo>
                  <a:cubicBezTo>
                    <a:pt x="776" y="80"/>
                    <a:pt x="720" y="48"/>
                    <a:pt x="664" y="16"/>
                  </a:cubicBezTo>
                  <a:lnTo>
                    <a:pt x="644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65"/>
            <p:cNvSpPr/>
            <p:nvPr/>
          </p:nvSpPr>
          <p:spPr>
            <a:xfrm flipH="1">
              <a:off x="5318976" y="1487043"/>
              <a:ext cx="120095" cy="219748"/>
            </a:xfrm>
            <a:custGeom>
              <a:avLst/>
              <a:gdLst/>
              <a:ahLst/>
              <a:cxnLst/>
              <a:rect l="l" t="t" r="r" b="b"/>
              <a:pathLst>
                <a:path w="893" h="1634" extrusionOk="0">
                  <a:moveTo>
                    <a:pt x="753" y="0"/>
                  </a:moveTo>
                  <a:cubicBezTo>
                    <a:pt x="732" y="0"/>
                    <a:pt x="710" y="7"/>
                    <a:pt x="692" y="21"/>
                  </a:cubicBezTo>
                  <a:cubicBezTo>
                    <a:pt x="660" y="45"/>
                    <a:pt x="640" y="81"/>
                    <a:pt x="636" y="121"/>
                  </a:cubicBezTo>
                  <a:cubicBezTo>
                    <a:pt x="636" y="173"/>
                    <a:pt x="640" y="229"/>
                    <a:pt x="648" y="281"/>
                  </a:cubicBezTo>
                  <a:cubicBezTo>
                    <a:pt x="648" y="317"/>
                    <a:pt x="644" y="357"/>
                    <a:pt x="632" y="393"/>
                  </a:cubicBezTo>
                  <a:cubicBezTo>
                    <a:pt x="628" y="417"/>
                    <a:pt x="616" y="437"/>
                    <a:pt x="604" y="461"/>
                  </a:cubicBezTo>
                  <a:cubicBezTo>
                    <a:pt x="568" y="493"/>
                    <a:pt x="528" y="529"/>
                    <a:pt x="488" y="561"/>
                  </a:cubicBezTo>
                  <a:cubicBezTo>
                    <a:pt x="428" y="613"/>
                    <a:pt x="372" y="665"/>
                    <a:pt x="320" y="721"/>
                  </a:cubicBezTo>
                  <a:cubicBezTo>
                    <a:pt x="268" y="777"/>
                    <a:pt x="228" y="841"/>
                    <a:pt x="200" y="913"/>
                  </a:cubicBezTo>
                  <a:cubicBezTo>
                    <a:pt x="148" y="1057"/>
                    <a:pt x="160" y="1197"/>
                    <a:pt x="148" y="1305"/>
                  </a:cubicBezTo>
                  <a:cubicBezTo>
                    <a:pt x="144" y="1357"/>
                    <a:pt x="136" y="1405"/>
                    <a:pt x="120" y="1453"/>
                  </a:cubicBezTo>
                  <a:cubicBezTo>
                    <a:pt x="112" y="1489"/>
                    <a:pt x="92" y="1525"/>
                    <a:pt x="72" y="1557"/>
                  </a:cubicBezTo>
                  <a:cubicBezTo>
                    <a:pt x="56" y="1577"/>
                    <a:pt x="40" y="1597"/>
                    <a:pt x="20" y="1613"/>
                  </a:cubicBezTo>
                  <a:lnTo>
                    <a:pt x="0" y="1629"/>
                  </a:lnTo>
                  <a:cubicBezTo>
                    <a:pt x="0" y="1629"/>
                    <a:pt x="0" y="1633"/>
                    <a:pt x="0" y="1633"/>
                  </a:cubicBezTo>
                  <a:lnTo>
                    <a:pt x="4" y="1633"/>
                  </a:lnTo>
                  <a:lnTo>
                    <a:pt x="28" y="1621"/>
                  </a:lnTo>
                  <a:cubicBezTo>
                    <a:pt x="52" y="1609"/>
                    <a:pt x="76" y="1589"/>
                    <a:pt x="96" y="1573"/>
                  </a:cubicBezTo>
                  <a:cubicBezTo>
                    <a:pt x="160" y="1497"/>
                    <a:pt x="200" y="1405"/>
                    <a:pt x="208" y="1309"/>
                  </a:cubicBezTo>
                  <a:cubicBezTo>
                    <a:pt x="216" y="1245"/>
                    <a:pt x="220" y="1185"/>
                    <a:pt x="220" y="1121"/>
                  </a:cubicBezTo>
                  <a:cubicBezTo>
                    <a:pt x="220" y="1053"/>
                    <a:pt x="224" y="985"/>
                    <a:pt x="236" y="921"/>
                  </a:cubicBezTo>
                  <a:cubicBezTo>
                    <a:pt x="248" y="849"/>
                    <a:pt x="284" y="785"/>
                    <a:pt x="336" y="733"/>
                  </a:cubicBezTo>
                  <a:cubicBezTo>
                    <a:pt x="388" y="677"/>
                    <a:pt x="448" y="629"/>
                    <a:pt x="512" y="589"/>
                  </a:cubicBezTo>
                  <a:cubicBezTo>
                    <a:pt x="576" y="549"/>
                    <a:pt x="640" y="505"/>
                    <a:pt x="700" y="453"/>
                  </a:cubicBezTo>
                  <a:cubicBezTo>
                    <a:pt x="760" y="401"/>
                    <a:pt x="808" y="337"/>
                    <a:pt x="840" y="265"/>
                  </a:cubicBezTo>
                  <a:cubicBezTo>
                    <a:pt x="872" y="197"/>
                    <a:pt x="892" y="101"/>
                    <a:pt x="824" y="33"/>
                  </a:cubicBezTo>
                  <a:cubicBezTo>
                    <a:pt x="806" y="11"/>
                    <a:pt x="780" y="0"/>
                    <a:pt x="7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65"/>
            <p:cNvSpPr/>
            <p:nvPr/>
          </p:nvSpPr>
          <p:spPr>
            <a:xfrm flipH="1">
              <a:off x="5247968" y="1587369"/>
              <a:ext cx="159365" cy="150623"/>
            </a:xfrm>
            <a:custGeom>
              <a:avLst/>
              <a:gdLst/>
              <a:ahLst/>
              <a:cxnLst/>
              <a:rect l="l" t="t" r="r" b="b"/>
              <a:pathLst>
                <a:path w="1185" h="1120" extrusionOk="0">
                  <a:moveTo>
                    <a:pt x="1093" y="0"/>
                  </a:moveTo>
                  <a:cubicBezTo>
                    <a:pt x="1065" y="0"/>
                    <a:pt x="1038" y="9"/>
                    <a:pt x="1020" y="27"/>
                  </a:cubicBezTo>
                  <a:cubicBezTo>
                    <a:pt x="996" y="43"/>
                    <a:pt x="980" y="59"/>
                    <a:pt x="960" y="79"/>
                  </a:cubicBezTo>
                  <a:cubicBezTo>
                    <a:pt x="952" y="91"/>
                    <a:pt x="944" y="99"/>
                    <a:pt x="940" y="111"/>
                  </a:cubicBezTo>
                  <a:cubicBezTo>
                    <a:pt x="936" y="119"/>
                    <a:pt x="928" y="131"/>
                    <a:pt x="928" y="143"/>
                  </a:cubicBezTo>
                  <a:cubicBezTo>
                    <a:pt x="912" y="179"/>
                    <a:pt x="900" y="211"/>
                    <a:pt x="892" y="239"/>
                  </a:cubicBezTo>
                  <a:cubicBezTo>
                    <a:pt x="888" y="247"/>
                    <a:pt x="884" y="255"/>
                    <a:pt x="880" y="263"/>
                  </a:cubicBezTo>
                  <a:lnTo>
                    <a:pt x="844" y="275"/>
                  </a:lnTo>
                  <a:cubicBezTo>
                    <a:pt x="776" y="287"/>
                    <a:pt x="716" y="303"/>
                    <a:pt x="652" y="323"/>
                  </a:cubicBezTo>
                  <a:cubicBezTo>
                    <a:pt x="588" y="343"/>
                    <a:pt x="528" y="379"/>
                    <a:pt x="480" y="427"/>
                  </a:cubicBezTo>
                  <a:cubicBezTo>
                    <a:pt x="436" y="475"/>
                    <a:pt x="396" y="523"/>
                    <a:pt x="364" y="579"/>
                  </a:cubicBezTo>
                  <a:cubicBezTo>
                    <a:pt x="332" y="635"/>
                    <a:pt x="300" y="683"/>
                    <a:pt x="272" y="735"/>
                  </a:cubicBezTo>
                  <a:cubicBezTo>
                    <a:pt x="244" y="783"/>
                    <a:pt x="224" y="835"/>
                    <a:pt x="200" y="875"/>
                  </a:cubicBezTo>
                  <a:cubicBezTo>
                    <a:pt x="172" y="943"/>
                    <a:pt x="128" y="1007"/>
                    <a:pt x="72" y="1064"/>
                  </a:cubicBezTo>
                  <a:cubicBezTo>
                    <a:pt x="60" y="1076"/>
                    <a:pt x="40" y="1092"/>
                    <a:pt x="24" y="1100"/>
                  </a:cubicBezTo>
                  <a:lnTo>
                    <a:pt x="4" y="1112"/>
                  </a:lnTo>
                  <a:cubicBezTo>
                    <a:pt x="0" y="1116"/>
                    <a:pt x="0" y="1120"/>
                    <a:pt x="4" y="1120"/>
                  </a:cubicBezTo>
                  <a:lnTo>
                    <a:pt x="28" y="1116"/>
                  </a:lnTo>
                  <a:cubicBezTo>
                    <a:pt x="52" y="1108"/>
                    <a:pt x="72" y="1100"/>
                    <a:pt x="92" y="1088"/>
                  </a:cubicBezTo>
                  <a:cubicBezTo>
                    <a:pt x="160" y="1039"/>
                    <a:pt x="216" y="975"/>
                    <a:pt x="252" y="903"/>
                  </a:cubicBezTo>
                  <a:cubicBezTo>
                    <a:pt x="280" y="859"/>
                    <a:pt x="304" y="811"/>
                    <a:pt x="328" y="759"/>
                  </a:cubicBezTo>
                  <a:cubicBezTo>
                    <a:pt x="352" y="711"/>
                    <a:pt x="372" y="655"/>
                    <a:pt x="396" y="599"/>
                  </a:cubicBezTo>
                  <a:cubicBezTo>
                    <a:pt x="420" y="539"/>
                    <a:pt x="452" y="487"/>
                    <a:pt x="496" y="443"/>
                  </a:cubicBezTo>
                  <a:cubicBezTo>
                    <a:pt x="544" y="399"/>
                    <a:pt x="600" y="371"/>
                    <a:pt x="664" y="359"/>
                  </a:cubicBezTo>
                  <a:cubicBezTo>
                    <a:pt x="728" y="347"/>
                    <a:pt x="792" y="343"/>
                    <a:pt x="856" y="335"/>
                  </a:cubicBezTo>
                  <a:cubicBezTo>
                    <a:pt x="924" y="323"/>
                    <a:pt x="988" y="303"/>
                    <a:pt x="1048" y="267"/>
                  </a:cubicBezTo>
                  <a:cubicBezTo>
                    <a:pt x="1076" y="247"/>
                    <a:pt x="1100" y="223"/>
                    <a:pt x="1120" y="199"/>
                  </a:cubicBezTo>
                  <a:cubicBezTo>
                    <a:pt x="1144" y="175"/>
                    <a:pt x="1160" y="143"/>
                    <a:pt x="1172" y="111"/>
                  </a:cubicBezTo>
                  <a:cubicBezTo>
                    <a:pt x="1184" y="67"/>
                    <a:pt x="1164" y="19"/>
                    <a:pt x="1120" y="3"/>
                  </a:cubicBezTo>
                  <a:cubicBezTo>
                    <a:pt x="1111" y="1"/>
                    <a:pt x="1102" y="0"/>
                    <a:pt x="10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65"/>
            <p:cNvSpPr/>
            <p:nvPr/>
          </p:nvSpPr>
          <p:spPr>
            <a:xfrm flipH="1">
              <a:off x="5257651" y="1682181"/>
              <a:ext cx="163130" cy="92660"/>
            </a:xfrm>
            <a:custGeom>
              <a:avLst/>
              <a:gdLst/>
              <a:ahLst/>
              <a:cxnLst/>
              <a:rect l="l" t="t" r="r" b="b"/>
              <a:pathLst>
                <a:path w="1213" h="689" extrusionOk="0">
                  <a:moveTo>
                    <a:pt x="1046" y="1"/>
                  </a:moveTo>
                  <a:cubicBezTo>
                    <a:pt x="1037" y="1"/>
                    <a:pt x="1029" y="1"/>
                    <a:pt x="1020" y="2"/>
                  </a:cubicBezTo>
                  <a:cubicBezTo>
                    <a:pt x="964" y="10"/>
                    <a:pt x="904" y="26"/>
                    <a:pt x="852" y="54"/>
                  </a:cubicBezTo>
                  <a:cubicBezTo>
                    <a:pt x="800" y="82"/>
                    <a:pt x="752" y="110"/>
                    <a:pt x="704" y="142"/>
                  </a:cubicBezTo>
                  <a:cubicBezTo>
                    <a:pt x="652" y="170"/>
                    <a:pt x="608" y="206"/>
                    <a:pt x="560" y="242"/>
                  </a:cubicBezTo>
                  <a:cubicBezTo>
                    <a:pt x="520" y="278"/>
                    <a:pt x="480" y="322"/>
                    <a:pt x="448" y="367"/>
                  </a:cubicBezTo>
                  <a:cubicBezTo>
                    <a:pt x="420" y="411"/>
                    <a:pt x="388" y="451"/>
                    <a:pt x="356" y="487"/>
                  </a:cubicBezTo>
                  <a:cubicBezTo>
                    <a:pt x="324" y="519"/>
                    <a:pt x="292" y="547"/>
                    <a:pt x="256" y="575"/>
                  </a:cubicBezTo>
                  <a:cubicBezTo>
                    <a:pt x="204" y="611"/>
                    <a:pt x="144" y="639"/>
                    <a:pt x="80" y="659"/>
                  </a:cubicBezTo>
                  <a:cubicBezTo>
                    <a:pt x="60" y="663"/>
                    <a:pt x="40" y="671"/>
                    <a:pt x="24" y="671"/>
                  </a:cubicBezTo>
                  <a:lnTo>
                    <a:pt x="4" y="675"/>
                  </a:lnTo>
                  <a:cubicBezTo>
                    <a:pt x="0" y="675"/>
                    <a:pt x="0" y="679"/>
                    <a:pt x="0" y="679"/>
                  </a:cubicBezTo>
                  <a:cubicBezTo>
                    <a:pt x="0" y="679"/>
                    <a:pt x="0" y="683"/>
                    <a:pt x="4" y="683"/>
                  </a:cubicBezTo>
                  <a:cubicBezTo>
                    <a:pt x="21" y="685"/>
                    <a:pt x="40" y="688"/>
                    <a:pt x="60" y="688"/>
                  </a:cubicBezTo>
                  <a:cubicBezTo>
                    <a:pt x="68" y="688"/>
                    <a:pt x="76" y="688"/>
                    <a:pt x="84" y="687"/>
                  </a:cubicBezTo>
                  <a:cubicBezTo>
                    <a:pt x="208" y="679"/>
                    <a:pt x="320" y="623"/>
                    <a:pt x="400" y="527"/>
                  </a:cubicBezTo>
                  <a:cubicBezTo>
                    <a:pt x="432" y="483"/>
                    <a:pt x="460" y="435"/>
                    <a:pt x="480" y="387"/>
                  </a:cubicBezTo>
                  <a:cubicBezTo>
                    <a:pt x="500" y="338"/>
                    <a:pt x="532" y="294"/>
                    <a:pt x="576" y="258"/>
                  </a:cubicBezTo>
                  <a:cubicBezTo>
                    <a:pt x="620" y="222"/>
                    <a:pt x="668" y="194"/>
                    <a:pt x="720" y="174"/>
                  </a:cubicBezTo>
                  <a:lnTo>
                    <a:pt x="876" y="110"/>
                  </a:lnTo>
                  <a:cubicBezTo>
                    <a:pt x="888" y="102"/>
                    <a:pt x="900" y="98"/>
                    <a:pt x="916" y="94"/>
                  </a:cubicBezTo>
                  <a:cubicBezTo>
                    <a:pt x="924" y="98"/>
                    <a:pt x="936" y="106"/>
                    <a:pt x="944" y="114"/>
                  </a:cubicBezTo>
                  <a:cubicBezTo>
                    <a:pt x="960" y="130"/>
                    <a:pt x="972" y="154"/>
                    <a:pt x="996" y="186"/>
                  </a:cubicBezTo>
                  <a:cubicBezTo>
                    <a:pt x="1021" y="215"/>
                    <a:pt x="1058" y="230"/>
                    <a:pt x="1096" y="230"/>
                  </a:cubicBezTo>
                  <a:cubicBezTo>
                    <a:pt x="1107" y="230"/>
                    <a:pt x="1118" y="229"/>
                    <a:pt x="1128" y="226"/>
                  </a:cubicBezTo>
                  <a:cubicBezTo>
                    <a:pt x="1144" y="222"/>
                    <a:pt x="1156" y="218"/>
                    <a:pt x="1168" y="210"/>
                  </a:cubicBezTo>
                  <a:cubicBezTo>
                    <a:pt x="1176" y="202"/>
                    <a:pt x="1184" y="198"/>
                    <a:pt x="1188" y="190"/>
                  </a:cubicBezTo>
                  <a:lnTo>
                    <a:pt x="1192" y="186"/>
                  </a:lnTo>
                  <a:lnTo>
                    <a:pt x="1196" y="182"/>
                  </a:lnTo>
                  <a:cubicBezTo>
                    <a:pt x="1196" y="178"/>
                    <a:pt x="1200" y="174"/>
                    <a:pt x="1200" y="170"/>
                  </a:cubicBezTo>
                  <a:cubicBezTo>
                    <a:pt x="1212" y="138"/>
                    <a:pt x="1212" y="98"/>
                    <a:pt x="1192" y="70"/>
                  </a:cubicBezTo>
                  <a:cubicBezTo>
                    <a:pt x="1176" y="42"/>
                    <a:pt x="1148" y="18"/>
                    <a:pt x="1112" y="10"/>
                  </a:cubicBezTo>
                  <a:cubicBezTo>
                    <a:pt x="1092" y="5"/>
                    <a:pt x="1069" y="1"/>
                    <a:pt x="10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65"/>
            <p:cNvSpPr/>
            <p:nvPr/>
          </p:nvSpPr>
          <p:spPr>
            <a:xfrm flipH="1">
              <a:off x="5354480" y="1594631"/>
              <a:ext cx="127088" cy="179806"/>
            </a:xfrm>
            <a:custGeom>
              <a:avLst/>
              <a:gdLst/>
              <a:ahLst/>
              <a:cxnLst/>
              <a:rect l="l" t="t" r="r" b="b"/>
              <a:pathLst>
                <a:path w="945" h="1337" extrusionOk="0">
                  <a:moveTo>
                    <a:pt x="842" y="1"/>
                  </a:moveTo>
                  <a:cubicBezTo>
                    <a:pt x="811" y="1"/>
                    <a:pt x="781" y="12"/>
                    <a:pt x="756" y="29"/>
                  </a:cubicBezTo>
                  <a:cubicBezTo>
                    <a:pt x="708" y="77"/>
                    <a:pt x="680" y="141"/>
                    <a:pt x="684" y="205"/>
                  </a:cubicBezTo>
                  <a:cubicBezTo>
                    <a:pt x="664" y="325"/>
                    <a:pt x="636" y="441"/>
                    <a:pt x="592" y="553"/>
                  </a:cubicBezTo>
                  <a:cubicBezTo>
                    <a:pt x="572" y="609"/>
                    <a:pt x="548" y="669"/>
                    <a:pt x="524" y="721"/>
                  </a:cubicBezTo>
                  <a:cubicBezTo>
                    <a:pt x="496" y="777"/>
                    <a:pt x="464" y="829"/>
                    <a:pt x="428" y="873"/>
                  </a:cubicBezTo>
                  <a:cubicBezTo>
                    <a:pt x="392" y="917"/>
                    <a:pt x="352" y="957"/>
                    <a:pt x="316" y="994"/>
                  </a:cubicBezTo>
                  <a:lnTo>
                    <a:pt x="212" y="1102"/>
                  </a:lnTo>
                  <a:cubicBezTo>
                    <a:pt x="148" y="1166"/>
                    <a:pt x="92" y="1226"/>
                    <a:pt x="56" y="1266"/>
                  </a:cubicBezTo>
                  <a:cubicBezTo>
                    <a:pt x="20" y="1306"/>
                    <a:pt x="0" y="1330"/>
                    <a:pt x="0" y="1330"/>
                  </a:cubicBezTo>
                  <a:cubicBezTo>
                    <a:pt x="0" y="1334"/>
                    <a:pt x="0" y="1334"/>
                    <a:pt x="0" y="1334"/>
                  </a:cubicBezTo>
                  <a:cubicBezTo>
                    <a:pt x="0" y="1336"/>
                    <a:pt x="1" y="1337"/>
                    <a:pt x="2" y="1337"/>
                  </a:cubicBezTo>
                  <a:cubicBezTo>
                    <a:pt x="3" y="1337"/>
                    <a:pt x="4" y="1336"/>
                    <a:pt x="4" y="1334"/>
                  </a:cubicBezTo>
                  <a:cubicBezTo>
                    <a:pt x="92" y="1278"/>
                    <a:pt x="176" y="1214"/>
                    <a:pt x="252" y="1142"/>
                  </a:cubicBezTo>
                  <a:cubicBezTo>
                    <a:pt x="288" y="1110"/>
                    <a:pt x="328" y="1074"/>
                    <a:pt x="360" y="1034"/>
                  </a:cubicBezTo>
                  <a:cubicBezTo>
                    <a:pt x="396" y="989"/>
                    <a:pt x="432" y="945"/>
                    <a:pt x="460" y="893"/>
                  </a:cubicBezTo>
                  <a:cubicBezTo>
                    <a:pt x="492" y="845"/>
                    <a:pt x="512" y="785"/>
                    <a:pt x="544" y="733"/>
                  </a:cubicBezTo>
                  <a:cubicBezTo>
                    <a:pt x="572" y="677"/>
                    <a:pt x="600" y="621"/>
                    <a:pt x="628" y="565"/>
                  </a:cubicBezTo>
                  <a:cubicBezTo>
                    <a:pt x="660" y="513"/>
                    <a:pt x="688" y="453"/>
                    <a:pt x="708" y="393"/>
                  </a:cubicBezTo>
                  <a:cubicBezTo>
                    <a:pt x="720" y="365"/>
                    <a:pt x="728" y="333"/>
                    <a:pt x="736" y="301"/>
                  </a:cubicBezTo>
                  <a:cubicBezTo>
                    <a:pt x="736" y="301"/>
                    <a:pt x="740" y="297"/>
                    <a:pt x="740" y="293"/>
                  </a:cubicBezTo>
                  <a:cubicBezTo>
                    <a:pt x="752" y="277"/>
                    <a:pt x="768" y="265"/>
                    <a:pt x="788" y="257"/>
                  </a:cubicBezTo>
                  <a:cubicBezTo>
                    <a:pt x="808" y="241"/>
                    <a:pt x="836" y="229"/>
                    <a:pt x="872" y="205"/>
                  </a:cubicBezTo>
                  <a:cubicBezTo>
                    <a:pt x="892" y="193"/>
                    <a:pt x="908" y="177"/>
                    <a:pt x="920" y="157"/>
                  </a:cubicBezTo>
                  <a:cubicBezTo>
                    <a:pt x="936" y="129"/>
                    <a:pt x="944" y="97"/>
                    <a:pt x="936" y="69"/>
                  </a:cubicBezTo>
                  <a:cubicBezTo>
                    <a:pt x="924" y="33"/>
                    <a:pt x="892" y="9"/>
                    <a:pt x="856" y="1"/>
                  </a:cubicBezTo>
                  <a:cubicBezTo>
                    <a:pt x="852" y="1"/>
                    <a:pt x="847" y="1"/>
                    <a:pt x="8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65"/>
            <p:cNvSpPr/>
            <p:nvPr/>
          </p:nvSpPr>
          <p:spPr>
            <a:xfrm flipH="1">
              <a:off x="5455613" y="1511519"/>
              <a:ext cx="42632" cy="199038"/>
            </a:xfrm>
            <a:custGeom>
              <a:avLst/>
              <a:gdLst/>
              <a:ahLst/>
              <a:cxnLst/>
              <a:rect l="l" t="t" r="r" b="b"/>
              <a:pathLst>
                <a:path w="317" h="1480" extrusionOk="0">
                  <a:moveTo>
                    <a:pt x="225" y="0"/>
                  </a:moveTo>
                  <a:cubicBezTo>
                    <a:pt x="217" y="0"/>
                    <a:pt x="210" y="1"/>
                    <a:pt x="204" y="3"/>
                  </a:cubicBezTo>
                  <a:cubicBezTo>
                    <a:pt x="176" y="7"/>
                    <a:pt x="152" y="23"/>
                    <a:pt x="136" y="47"/>
                  </a:cubicBezTo>
                  <a:cubicBezTo>
                    <a:pt x="128" y="55"/>
                    <a:pt x="120" y="71"/>
                    <a:pt x="116" y="83"/>
                  </a:cubicBezTo>
                  <a:lnTo>
                    <a:pt x="116" y="95"/>
                  </a:lnTo>
                  <a:lnTo>
                    <a:pt x="116" y="103"/>
                  </a:lnTo>
                  <a:cubicBezTo>
                    <a:pt x="116" y="107"/>
                    <a:pt x="116" y="115"/>
                    <a:pt x="116" y="119"/>
                  </a:cubicBezTo>
                  <a:cubicBezTo>
                    <a:pt x="120" y="143"/>
                    <a:pt x="124" y="163"/>
                    <a:pt x="132" y="187"/>
                  </a:cubicBezTo>
                  <a:cubicBezTo>
                    <a:pt x="152" y="223"/>
                    <a:pt x="176" y="255"/>
                    <a:pt x="192" y="287"/>
                  </a:cubicBezTo>
                  <a:cubicBezTo>
                    <a:pt x="204" y="303"/>
                    <a:pt x="208" y="327"/>
                    <a:pt x="212" y="347"/>
                  </a:cubicBezTo>
                  <a:cubicBezTo>
                    <a:pt x="204" y="371"/>
                    <a:pt x="200" y="391"/>
                    <a:pt x="192" y="415"/>
                  </a:cubicBezTo>
                  <a:cubicBezTo>
                    <a:pt x="152" y="531"/>
                    <a:pt x="100" y="651"/>
                    <a:pt x="64" y="775"/>
                  </a:cubicBezTo>
                  <a:cubicBezTo>
                    <a:pt x="44" y="835"/>
                    <a:pt x="28" y="899"/>
                    <a:pt x="12" y="963"/>
                  </a:cubicBezTo>
                  <a:cubicBezTo>
                    <a:pt x="0" y="1027"/>
                    <a:pt x="0" y="1095"/>
                    <a:pt x="8" y="1159"/>
                  </a:cubicBezTo>
                  <a:cubicBezTo>
                    <a:pt x="12" y="1191"/>
                    <a:pt x="20" y="1223"/>
                    <a:pt x="32" y="1255"/>
                  </a:cubicBezTo>
                  <a:cubicBezTo>
                    <a:pt x="40" y="1287"/>
                    <a:pt x="52" y="1319"/>
                    <a:pt x="68" y="1347"/>
                  </a:cubicBezTo>
                  <a:cubicBezTo>
                    <a:pt x="84" y="1379"/>
                    <a:pt x="104" y="1403"/>
                    <a:pt x="124" y="1431"/>
                  </a:cubicBezTo>
                  <a:cubicBezTo>
                    <a:pt x="148" y="1455"/>
                    <a:pt x="176" y="1471"/>
                    <a:pt x="212" y="1479"/>
                  </a:cubicBezTo>
                  <a:cubicBezTo>
                    <a:pt x="212" y="1479"/>
                    <a:pt x="212" y="1479"/>
                    <a:pt x="212" y="1475"/>
                  </a:cubicBezTo>
                  <a:cubicBezTo>
                    <a:pt x="212" y="1475"/>
                    <a:pt x="212" y="1471"/>
                    <a:pt x="212" y="1471"/>
                  </a:cubicBezTo>
                  <a:cubicBezTo>
                    <a:pt x="184" y="1455"/>
                    <a:pt x="164" y="1435"/>
                    <a:pt x="148" y="1407"/>
                  </a:cubicBezTo>
                  <a:cubicBezTo>
                    <a:pt x="132" y="1383"/>
                    <a:pt x="120" y="1355"/>
                    <a:pt x="108" y="1327"/>
                  </a:cubicBezTo>
                  <a:cubicBezTo>
                    <a:pt x="100" y="1295"/>
                    <a:pt x="92" y="1267"/>
                    <a:pt x="84" y="1239"/>
                  </a:cubicBezTo>
                  <a:cubicBezTo>
                    <a:pt x="76" y="1207"/>
                    <a:pt x="72" y="1179"/>
                    <a:pt x="68" y="1147"/>
                  </a:cubicBezTo>
                  <a:cubicBezTo>
                    <a:pt x="60" y="1087"/>
                    <a:pt x="56" y="1027"/>
                    <a:pt x="56" y="963"/>
                  </a:cubicBezTo>
                  <a:cubicBezTo>
                    <a:pt x="56" y="903"/>
                    <a:pt x="64" y="839"/>
                    <a:pt x="80" y="779"/>
                  </a:cubicBezTo>
                  <a:cubicBezTo>
                    <a:pt x="96" y="719"/>
                    <a:pt x="120" y="659"/>
                    <a:pt x="152" y="603"/>
                  </a:cubicBezTo>
                  <a:cubicBezTo>
                    <a:pt x="180" y="547"/>
                    <a:pt x="216" y="495"/>
                    <a:pt x="240" y="435"/>
                  </a:cubicBezTo>
                  <a:cubicBezTo>
                    <a:pt x="268" y="375"/>
                    <a:pt x="288" y="311"/>
                    <a:pt x="300" y="247"/>
                  </a:cubicBezTo>
                  <a:cubicBezTo>
                    <a:pt x="316" y="179"/>
                    <a:pt x="312" y="107"/>
                    <a:pt x="296" y="43"/>
                  </a:cubicBezTo>
                  <a:cubicBezTo>
                    <a:pt x="292" y="39"/>
                    <a:pt x="292" y="35"/>
                    <a:pt x="292" y="35"/>
                  </a:cubicBezTo>
                  <a:cubicBezTo>
                    <a:pt x="280" y="19"/>
                    <a:pt x="264" y="7"/>
                    <a:pt x="248" y="3"/>
                  </a:cubicBezTo>
                  <a:cubicBezTo>
                    <a:pt x="240" y="1"/>
                    <a:pt x="232" y="0"/>
                    <a:pt x="2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65"/>
            <p:cNvSpPr/>
            <p:nvPr/>
          </p:nvSpPr>
          <p:spPr>
            <a:xfrm flipH="1">
              <a:off x="5493806" y="1553344"/>
              <a:ext cx="62536" cy="202938"/>
            </a:xfrm>
            <a:custGeom>
              <a:avLst/>
              <a:gdLst/>
              <a:ahLst/>
              <a:cxnLst/>
              <a:rect l="l" t="t" r="r" b="b"/>
              <a:pathLst>
                <a:path w="465" h="1509" extrusionOk="0">
                  <a:moveTo>
                    <a:pt x="107" y="1"/>
                  </a:moveTo>
                  <a:cubicBezTo>
                    <a:pt x="91" y="1"/>
                    <a:pt x="75" y="5"/>
                    <a:pt x="60" y="12"/>
                  </a:cubicBezTo>
                  <a:cubicBezTo>
                    <a:pt x="52" y="16"/>
                    <a:pt x="48" y="20"/>
                    <a:pt x="40" y="24"/>
                  </a:cubicBezTo>
                  <a:cubicBezTo>
                    <a:pt x="36" y="28"/>
                    <a:pt x="28" y="36"/>
                    <a:pt x="20" y="44"/>
                  </a:cubicBezTo>
                  <a:cubicBezTo>
                    <a:pt x="12" y="56"/>
                    <a:pt x="8" y="68"/>
                    <a:pt x="4" y="84"/>
                  </a:cubicBezTo>
                  <a:cubicBezTo>
                    <a:pt x="0" y="128"/>
                    <a:pt x="8" y="172"/>
                    <a:pt x="32" y="212"/>
                  </a:cubicBezTo>
                  <a:cubicBezTo>
                    <a:pt x="48" y="240"/>
                    <a:pt x="64" y="264"/>
                    <a:pt x="84" y="288"/>
                  </a:cubicBezTo>
                  <a:cubicBezTo>
                    <a:pt x="96" y="308"/>
                    <a:pt x="112" y="324"/>
                    <a:pt x="132" y="340"/>
                  </a:cubicBezTo>
                  <a:cubicBezTo>
                    <a:pt x="128" y="392"/>
                    <a:pt x="120" y="448"/>
                    <a:pt x="120" y="508"/>
                  </a:cubicBezTo>
                  <a:cubicBezTo>
                    <a:pt x="116" y="564"/>
                    <a:pt x="112" y="620"/>
                    <a:pt x="108" y="676"/>
                  </a:cubicBezTo>
                  <a:cubicBezTo>
                    <a:pt x="100" y="728"/>
                    <a:pt x="96" y="784"/>
                    <a:pt x="100" y="840"/>
                  </a:cubicBezTo>
                  <a:cubicBezTo>
                    <a:pt x="100" y="892"/>
                    <a:pt x="112" y="944"/>
                    <a:pt x="124" y="996"/>
                  </a:cubicBezTo>
                  <a:cubicBezTo>
                    <a:pt x="140" y="1040"/>
                    <a:pt x="156" y="1080"/>
                    <a:pt x="180" y="1120"/>
                  </a:cubicBezTo>
                  <a:lnTo>
                    <a:pt x="180" y="1132"/>
                  </a:lnTo>
                  <a:cubicBezTo>
                    <a:pt x="172" y="1184"/>
                    <a:pt x="168" y="1232"/>
                    <a:pt x="164" y="1280"/>
                  </a:cubicBezTo>
                  <a:cubicBezTo>
                    <a:pt x="160" y="1329"/>
                    <a:pt x="168" y="1377"/>
                    <a:pt x="196" y="1421"/>
                  </a:cubicBezTo>
                  <a:cubicBezTo>
                    <a:pt x="224" y="1453"/>
                    <a:pt x="260" y="1473"/>
                    <a:pt x="304" y="1481"/>
                  </a:cubicBezTo>
                  <a:cubicBezTo>
                    <a:pt x="336" y="1489"/>
                    <a:pt x="364" y="1493"/>
                    <a:pt x="388" y="1497"/>
                  </a:cubicBezTo>
                  <a:cubicBezTo>
                    <a:pt x="432" y="1505"/>
                    <a:pt x="460" y="1509"/>
                    <a:pt x="460" y="1509"/>
                  </a:cubicBezTo>
                  <a:lnTo>
                    <a:pt x="464" y="1509"/>
                  </a:lnTo>
                  <a:cubicBezTo>
                    <a:pt x="464" y="1505"/>
                    <a:pt x="464" y="1505"/>
                    <a:pt x="464" y="1501"/>
                  </a:cubicBezTo>
                  <a:cubicBezTo>
                    <a:pt x="464" y="1501"/>
                    <a:pt x="448" y="1489"/>
                    <a:pt x="404" y="1469"/>
                  </a:cubicBezTo>
                  <a:cubicBezTo>
                    <a:pt x="380" y="1461"/>
                    <a:pt x="356" y="1449"/>
                    <a:pt x="324" y="1437"/>
                  </a:cubicBezTo>
                  <a:cubicBezTo>
                    <a:pt x="296" y="1429"/>
                    <a:pt x="268" y="1409"/>
                    <a:pt x="248" y="1385"/>
                  </a:cubicBezTo>
                  <a:cubicBezTo>
                    <a:pt x="236" y="1353"/>
                    <a:pt x="228" y="1313"/>
                    <a:pt x="232" y="1276"/>
                  </a:cubicBezTo>
                  <a:cubicBezTo>
                    <a:pt x="232" y="1244"/>
                    <a:pt x="228" y="1212"/>
                    <a:pt x="228" y="1176"/>
                  </a:cubicBezTo>
                  <a:lnTo>
                    <a:pt x="228" y="1176"/>
                  </a:lnTo>
                  <a:cubicBezTo>
                    <a:pt x="256" y="1216"/>
                    <a:pt x="288" y="1252"/>
                    <a:pt x="328" y="1284"/>
                  </a:cubicBezTo>
                  <a:cubicBezTo>
                    <a:pt x="340" y="1296"/>
                    <a:pt x="356" y="1309"/>
                    <a:pt x="376" y="1317"/>
                  </a:cubicBezTo>
                  <a:lnTo>
                    <a:pt x="392" y="1329"/>
                  </a:lnTo>
                  <a:lnTo>
                    <a:pt x="396" y="1329"/>
                  </a:lnTo>
                  <a:cubicBezTo>
                    <a:pt x="396" y="1329"/>
                    <a:pt x="396" y="1325"/>
                    <a:pt x="396" y="1325"/>
                  </a:cubicBezTo>
                  <a:lnTo>
                    <a:pt x="384" y="1309"/>
                  </a:lnTo>
                  <a:cubicBezTo>
                    <a:pt x="372" y="1296"/>
                    <a:pt x="360" y="1284"/>
                    <a:pt x="348" y="1264"/>
                  </a:cubicBezTo>
                  <a:cubicBezTo>
                    <a:pt x="304" y="1212"/>
                    <a:pt x="272" y="1152"/>
                    <a:pt x="240" y="1096"/>
                  </a:cubicBezTo>
                  <a:cubicBezTo>
                    <a:pt x="236" y="1084"/>
                    <a:pt x="228" y="1068"/>
                    <a:pt x="224" y="1056"/>
                  </a:cubicBezTo>
                  <a:cubicBezTo>
                    <a:pt x="224" y="1028"/>
                    <a:pt x="224" y="1004"/>
                    <a:pt x="232" y="980"/>
                  </a:cubicBezTo>
                  <a:cubicBezTo>
                    <a:pt x="240" y="928"/>
                    <a:pt x="256" y="880"/>
                    <a:pt x="280" y="832"/>
                  </a:cubicBezTo>
                  <a:cubicBezTo>
                    <a:pt x="304" y="780"/>
                    <a:pt x="332" y="736"/>
                    <a:pt x="352" y="692"/>
                  </a:cubicBezTo>
                  <a:cubicBezTo>
                    <a:pt x="372" y="644"/>
                    <a:pt x="396" y="596"/>
                    <a:pt x="420" y="552"/>
                  </a:cubicBezTo>
                  <a:lnTo>
                    <a:pt x="428" y="532"/>
                  </a:lnTo>
                  <a:lnTo>
                    <a:pt x="432" y="524"/>
                  </a:lnTo>
                  <a:lnTo>
                    <a:pt x="432" y="520"/>
                  </a:lnTo>
                  <a:lnTo>
                    <a:pt x="436" y="516"/>
                  </a:lnTo>
                  <a:cubicBezTo>
                    <a:pt x="436" y="508"/>
                    <a:pt x="440" y="500"/>
                    <a:pt x="440" y="492"/>
                  </a:cubicBezTo>
                  <a:cubicBezTo>
                    <a:pt x="440" y="480"/>
                    <a:pt x="440" y="468"/>
                    <a:pt x="436" y="456"/>
                  </a:cubicBezTo>
                  <a:cubicBezTo>
                    <a:pt x="428" y="436"/>
                    <a:pt x="412" y="420"/>
                    <a:pt x="392" y="412"/>
                  </a:cubicBezTo>
                  <a:cubicBezTo>
                    <a:pt x="376" y="404"/>
                    <a:pt x="360" y="400"/>
                    <a:pt x="340" y="400"/>
                  </a:cubicBezTo>
                  <a:cubicBezTo>
                    <a:pt x="312" y="400"/>
                    <a:pt x="284" y="408"/>
                    <a:pt x="256" y="424"/>
                  </a:cubicBezTo>
                  <a:cubicBezTo>
                    <a:pt x="232" y="440"/>
                    <a:pt x="216" y="468"/>
                    <a:pt x="212" y="496"/>
                  </a:cubicBezTo>
                  <a:cubicBezTo>
                    <a:pt x="204" y="536"/>
                    <a:pt x="208" y="576"/>
                    <a:pt x="224" y="616"/>
                  </a:cubicBezTo>
                  <a:cubicBezTo>
                    <a:pt x="232" y="648"/>
                    <a:pt x="244" y="676"/>
                    <a:pt x="252" y="696"/>
                  </a:cubicBezTo>
                  <a:cubicBezTo>
                    <a:pt x="260" y="720"/>
                    <a:pt x="264" y="724"/>
                    <a:pt x="268" y="732"/>
                  </a:cubicBezTo>
                  <a:cubicBezTo>
                    <a:pt x="256" y="760"/>
                    <a:pt x="248" y="792"/>
                    <a:pt x="240" y="820"/>
                  </a:cubicBezTo>
                  <a:cubicBezTo>
                    <a:pt x="224" y="884"/>
                    <a:pt x="212" y="948"/>
                    <a:pt x="200" y="1012"/>
                  </a:cubicBezTo>
                  <a:cubicBezTo>
                    <a:pt x="196" y="1000"/>
                    <a:pt x="188" y="988"/>
                    <a:pt x="184" y="976"/>
                  </a:cubicBezTo>
                  <a:cubicBezTo>
                    <a:pt x="168" y="928"/>
                    <a:pt x="152" y="884"/>
                    <a:pt x="140" y="836"/>
                  </a:cubicBezTo>
                  <a:cubicBezTo>
                    <a:pt x="128" y="784"/>
                    <a:pt x="124" y="728"/>
                    <a:pt x="132" y="676"/>
                  </a:cubicBezTo>
                  <a:cubicBezTo>
                    <a:pt x="136" y="620"/>
                    <a:pt x="148" y="564"/>
                    <a:pt x="160" y="512"/>
                  </a:cubicBezTo>
                  <a:cubicBezTo>
                    <a:pt x="172" y="456"/>
                    <a:pt x="184" y="400"/>
                    <a:pt x="196" y="348"/>
                  </a:cubicBezTo>
                  <a:cubicBezTo>
                    <a:pt x="208" y="292"/>
                    <a:pt x="216" y="236"/>
                    <a:pt x="224" y="184"/>
                  </a:cubicBezTo>
                  <a:cubicBezTo>
                    <a:pt x="232" y="152"/>
                    <a:pt x="232" y="120"/>
                    <a:pt x="224" y="92"/>
                  </a:cubicBezTo>
                  <a:cubicBezTo>
                    <a:pt x="212" y="60"/>
                    <a:pt x="188" y="32"/>
                    <a:pt x="160" y="16"/>
                  </a:cubicBezTo>
                  <a:cubicBezTo>
                    <a:pt x="143" y="6"/>
                    <a:pt x="125" y="1"/>
                    <a:pt x="1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65"/>
            <p:cNvSpPr/>
            <p:nvPr/>
          </p:nvSpPr>
          <p:spPr>
            <a:xfrm flipH="1">
              <a:off x="5318976" y="1486640"/>
              <a:ext cx="120095" cy="219614"/>
            </a:xfrm>
            <a:custGeom>
              <a:avLst/>
              <a:gdLst/>
              <a:ahLst/>
              <a:cxnLst/>
              <a:rect l="l" t="t" r="r" b="b"/>
              <a:pathLst>
                <a:path w="893" h="1633" extrusionOk="0">
                  <a:moveTo>
                    <a:pt x="752" y="75"/>
                  </a:moveTo>
                  <a:cubicBezTo>
                    <a:pt x="761" y="75"/>
                    <a:pt x="770" y="78"/>
                    <a:pt x="776" y="84"/>
                  </a:cubicBezTo>
                  <a:cubicBezTo>
                    <a:pt x="788" y="104"/>
                    <a:pt x="796" y="128"/>
                    <a:pt x="796" y="156"/>
                  </a:cubicBezTo>
                  <a:cubicBezTo>
                    <a:pt x="792" y="184"/>
                    <a:pt x="788" y="216"/>
                    <a:pt x="776" y="244"/>
                  </a:cubicBezTo>
                  <a:cubicBezTo>
                    <a:pt x="748" y="308"/>
                    <a:pt x="708" y="364"/>
                    <a:pt x="656" y="412"/>
                  </a:cubicBezTo>
                  <a:cubicBezTo>
                    <a:pt x="656" y="413"/>
                    <a:pt x="656" y="413"/>
                    <a:pt x="656" y="413"/>
                  </a:cubicBezTo>
                  <a:lnTo>
                    <a:pt x="656" y="413"/>
                  </a:lnTo>
                  <a:cubicBezTo>
                    <a:pt x="657" y="410"/>
                    <a:pt x="659" y="407"/>
                    <a:pt x="660" y="404"/>
                  </a:cubicBezTo>
                  <a:cubicBezTo>
                    <a:pt x="676" y="368"/>
                    <a:pt x="688" y="324"/>
                    <a:pt x="692" y="284"/>
                  </a:cubicBezTo>
                  <a:cubicBezTo>
                    <a:pt x="700" y="232"/>
                    <a:pt x="688" y="176"/>
                    <a:pt x="696" y="128"/>
                  </a:cubicBezTo>
                  <a:cubicBezTo>
                    <a:pt x="700" y="108"/>
                    <a:pt x="716" y="92"/>
                    <a:pt x="732" y="80"/>
                  </a:cubicBezTo>
                  <a:cubicBezTo>
                    <a:pt x="738" y="77"/>
                    <a:pt x="745" y="75"/>
                    <a:pt x="752" y="75"/>
                  </a:cubicBezTo>
                  <a:close/>
                  <a:moveTo>
                    <a:pt x="753" y="0"/>
                  </a:moveTo>
                  <a:cubicBezTo>
                    <a:pt x="732" y="0"/>
                    <a:pt x="711" y="7"/>
                    <a:pt x="692" y="20"/>
                  </a:cubicBezTo>
                  <a:cubicBezTo>
                    <a:pt x="664" y="44"/>
                    <a:pt x="644" y="80"/>
                    <a:pt x="640" y="120"/>
                  </a:cubicBezTo>
                  <a:cubicBezTo>
                    <a:pt x="636" y="172"/>
                    <a:pt x="640" y="228"/>
                    <a:pt x="648" y="280"/>
                  </a:cubicBezTo>
                  <a:cubicBezTo>
                    <a:pt x="652" y="320"/>
                    <a:pt x="644" y="356"/>
                    <a:pt x="632" y="396"/>
                  </a:cubicBezTo>
                  <a:cubicBezTo>
                    <a:pt x="628" y="420"/>
                    <a:pt x="617" y="440"/>
                    <a:pt x="605" y="463"/>
                  </a:cubicBezTo>
                  <a:lnTo>
                    <a:pt x="605" y="463"/>
                  </a:lnTo>
                  <a:cubicBezTo>
                    <a:pt x="568" y="497"/>
                    <a:pt x="528" y="530"/>
                    <a:pt x="488" y="564"/>
                  </a:cubicBezTo>
                  <a:cubicBezTo>
                    <a:pt x="428" y="612"/>
                    <a:pt x="372" y="664"/>
                    <a:pt x="320" y="720"/>
                  </a:cubicBezTo>
                  <a:cubicBezTo>
                    <a:pt x="268" y="776"/>
                    <a:pt x="228" y="840"/>
                    <a:pt x="200" y="912"/>
                  </a:cubicBezTo>
                  <a:cubicBezTo>
                    <a:pt x="148" y="1056"/>
                    <a:pt x="160" y="1196"/>
                    <a:pt x="152" y="1304"/>
                  </a:cubicBezTo>
                  <a:cubicBezTo>
                    <a:pt x="148" y="1356"/>
                    <a:pt x="136" y="1404"/>
                    <a:pt x="124" y="1452"/>
                  </a:cubicBezTo>
                  <a:cubicBezTo>
                    <a:pt x="112" y="1488"/>
                    <a:pt x="96" y="1524"/>
                    <a:pt x="72" y="1556"/>
                  </a:cubicBezTo>
                  <a:cubicBezTo>
                    <a:pt x="60" y="1576"/>
                    <a:pt x="40" y="1596"/>
                    <a:pt x="24" y="1612"/>
                  </a:cubicBezTo>
                  <a:lnTo>
                    <a:pt x="0" y="1628"/>
                  </a:lnTo>
                  <a:cubicBezTo>
                    <a:pt x="0" y="1628"/>
                    <a:pt x="0" y="1632"/>
                    <a:pt x="0" y="1632"/>
                  </a:cubicBezTo>
                  <a:lnTo>
                    <a:pt x="4" y="1632"/>
                  </a:lnTo>
                  <a:lnTo>
                    <a:pt x="32" y="1620"/>
                  </a:lnTo>
                  <a:cubicBezTo>
                    <a:pt x="56" y="1608"/>
                    <a:pt x="76" y="1592"/>
                    <a:pt x="96" y="1572"/>
                  </a:cubicBezTo>
                  <a:cubicBezTo>
                    <a:pt x="160" y="1496"/>
                    <a:pt x="200" y="1404"/>
                    <a:pt x="212" y="1308"/>
                  </a:cubicBezTo>
                  <a:cubicBezTo>
                    <a:pt x="216" y="1248"/>
                    <a:pt x="220" y="1184"/>
                    <a:pt x="220" y="1120"/>
                  </a:cubicBezTo>
                  <a:cubicBezTo>
                    <a:pt x="220" y="1052"/>
                    <a:pt x="224" y="988"/>
                    <a:pt x="236" y="920"/>
                  </a:cubicBezTo>
                  <a:cubicBezTo>
                    <a:pt x="252" y="848"/>
                    <a:pt x="284" y="784"/>
                    <a:pt x="336" y="732"/>
                  </a:cubicBezTo>
                  <a:cubicBezTo>
                    <a:pt x="388" y="680"/>
                    <a:pt x="448" y="632"/>
                    <a:pt x="512" y="592"/>
                  </a:cubicBezTo>
                  <a:cubicBezTo>
                    <a:pt x="580" y="552"/>
                    <a:pt x="640" y="504"/>
                    <a:pt x="700" y="452"/>
                  </a:cubicBezTo>
                  <a:cubicBezTo>
                    <a:pt x="760" y="400"/>
                    <a:pt x="808" y="340"/>
                    <a:pt x="840" y="268"/>
                  </a:cubicBezTo>
                  <a:cubicBezTo>
                    <a:pt x="872" y="200"/>
                    <a:pt x="892" y="104"/>
                    <a:pt x="828" y="32"/>
                  </a:cubicBezTo>
                  <a:cubicBezTo>
                    <a:pt x="808" y="12"/>
                    <a:pt x="780" y="0"/>
                    <a:pt x="753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65"/>
            <p:cNvSpPr/>
            <p:nvPr/>
          </p:nvSpPr>
          <p:spPr>
            <a:xfrm flipH="1">
              <a:off x="5247968" y="1587100"/>
              <a:ext cx="159903" cy="150892"/>
            </a:xfrm>
            <a:custGeom>
              <a:avLst/>
              <a:gdLst/>
              <a:ahLst/>
              <a:cxnLst/>
              <a:rect l="l" t="t" r="r" b="b"/>
              <a:pathLst>
                <a:path w="1189" h="1122" extrusionOk="0">
                  <a:moveTo>
                    <a:pt x="1094" y="67"/>
                  </a:moveTo>
                  <a:cubicBezTo>
                    <a:pt x="1107" y="67"/>
                    <a:pt x="1109" y="77"/>
                    <a:pt x="1104" y="93"/>
                  </a:cubicBezTo>
                  <a:cubicBezTo>
                    <a:pt x="1080" y="137"/>
                    <a:pt x="1048" y="177"/>
                    <a:pt x="1008" y="209"/>
                  </a:cubicBezTo>
                  <a:cubicBezTo>
                    <a:pt x="981" y="228"/>
                    <a:pt x="950" y="244"/>
                    <a:pt x="919" y="256"/>
                  </a:cubicBezTo>
                  <a:lnTo>
                    <a:pt x="919" y="256"/>
                  </a:lnTo>
                  <a:cubicBezTo>
                    <a:pt x="919" y="255"/>
                    <a:pt x="920" y="254"/>
                    <a:pt x="920" y="253"/>
                  </a:cubicBezTo>
                  <a:cubicBezTo>
                    <a:pt x="936" y="229"/>
                    <a:pt x="952" y="197"/>
                    <a:pt x="968" y="161"/>
                  </a:cubicBezTo>
                  <a:cubicBezTo>
                    <a:pt x="988" y="129"/>
                    <a:pt x="1020" y="97"/>
                    <a:pt x="1052" y="81"/>
                  </a:cubicBezTo>
                  <a:cubicBezTo>
                    <a:pt x="1072" y="72"/>
                    <a:pt x="1085" y="67"/>
                    <a:pt x="1094" y="67"/>
                  </a:cubicBezTo>
                  <a:close/>
                  <a:moveTo>
                    <a:pt x="1103" y="0"/>
                  </a:moveTo>
                  <a:cubicBezTo>
                    <a:pt x="1073" y="0"/>
                    <a:pt x="1044" y="9"/>
                    <a:pt x="1020" y="29"/>
                  </a:cubicBezTo>
                  <a:cubicBezTo>
                    <a:pt x="1000" y="45"/>
                    <a:pt x="980" y="61"/>
                    <a:pt x="964" y="81"/>
                  </a:cubicBezTo>
                  <a:cubicBezTo>
                    <a:pt x="956" y="93"/>
                    <a:pt x="948" y="101"/>
                    <a:pt x="944" y="113"/>
                  </a:cubicBezTo>
                  <a:cubicBezTo>
                    <a:pt x="936" y="121"/>
                    <a:pt x="932" y="133"/>
                    <a:pt x="928" y="145"/>
                  </a:cubicBezTo>
                  <a:cubicBezTo>
                    <a:pt x="916" y="181"/>
                    <a:pt x="904" y="213"/>
                    <a:pt x="896" y="241"/>
                  </a:cubicBezTo>
                  <a:cubicBezTo>
                    <a:pt x="892" y="251"/>
                    <a:pt x="888" y="260"/>
                    <a:pt x="882" y="269"/>
                  </a:cubicBezTo>
                  <a:lnTo>
                    <a:pt x="882" y="269"/>
                  </a:lnTo>
                  <a:cubicBezTo>
                    <a:pt x="871" y="272"/>
                    <a:pt x="860" y="275"/>
                    <a:pt x="848" y="277"/>
                  </a:cubicBezTo>
                  <a:cubicBezTo>
                    <a:pt x="780" y="289"/>
                    <a:pt x="720" y="305"/>
                    <a:pt x="656" y="325"/>
                  </a:cubicBezTo>
                  <a:cubicBezTo>
                    <a:pt x="592" y="345"/>
                    <a:pt x="532" y="381"/>
                    <a:pt x="484" y="429"/>
                  </a:cubicBezTo>
                  <a:cubicBezTo>
                    <a:pt x="440" y="473"/>
                    <a:pt x="400" y="525"/>
                    <a:pt x="368" y="581"/>
                  </a:cubicBezTo>
                  <a:cubicBezTo>
                    <a:pt x="336" y="633"/>
                    <a:pt x="304" y="685"/>
                    <a:pt x="276" y="733"/>
                  </a:cubicBezTo>
                  <a:cubicBezTo>
                    <a:pt x="248" y="785"/>
                    <a:pt x="228" y="833"/>
                    <a:pt x="204" y="877"/>
                  </a:cubicBezTo>
                  <a:cubicBezTo>
                    <a:pt x="176" y="945"/>
                    <a:pt x="132" y="1009"/>
                    <a:pt x="76" y="1066"/>
                  </a:cubicBezTo>
                  <a:cubicBezTo>
                    <a:pt x="64" y="1078"/>
                    <a:pt x="44" y="1094"/>
                    <a:pt x="28" y="1102"/>
                  </a:cubicBezTo>
                  <a:lnTo>
                    <a:pt x="8" y="1114"/>
                  </a:lnTo>
                  <a:lnTo>
                    <a:pt x="4" y="1114"/>
                  </a:lnTo>
                  <a:cubicBezTo>
                    <a:pt x="0" y="1118"/>
                    <a:pt x="0" y="1122"/>
                    <a:pt x="8" y="1122"/>
                  </a:cubicBezTo>
                  <a:lnTo>
                    <a:pt x="28" y="1114"/>
                  </a:lnTo>
                  <a:cubicBezTo>
                    <a:pt x="52" y="1110"/>
                    <a:pt x="72" y="1098"/>
                    <a:pt x="92" y="1086"/>
                  </a:cubicBezTo>
                  <a:cubicBezTo>
                    <a:pt x="160" y="1041"/>
                    <a:pt x="216" y="977"/>
                    <a:pt x="256" y="901"/>
                  </a:cubicBezTo>
                  <a:cubicBezTo>
                    <a:pt x="280" y="857"/>
                    <a:pt x="304" y="813"/>
                    <a:pt x="328" y="761"/>
                  </a:cubicBezTo>
                  <a:cubicBezTo>
                    <a:pt x="352" y="709"/>
                    <a:pt x="376" y="653"/>
                    <a:pt x="400" y="597"/>
                  </a:cubicBezTo>
                  <a:cubicBezTo>
                    <a:pt x="420" y="541"/>
                    <a:pt x="456" y="489"/>
                    <a:pt x="500" y="441"/>
                  </a:cubicBezTo>
                  <a:cubicBezTo>
                    <a:pt x="544" y="397"/>
                    <a:pt x="604" y="369"/>
                    <a:pt x="664" y="361"/>
                  </a:cubicBezTo>
                  <a:cubicBezTo>
                    <a:pt x="728" y="349"/>
                    <a:pt x="792" y="345"/>
                    <a:pt x="860" y="333"/>
                  </a:cubicBezTo>
                  <a:cubicBezTo>
                    <a:pt x="924" y="325"/>
                    <a:pt x="992" y="301"/>
                    <a:pt x="1048" y="265"/>
                  </a:cubicBezTo>
                  <a:cubicBezTo>
                    <a:pt x="1076" y="249"/>
                    <a:pt x="1100" y="225"/>
                    <a:pt x="1120" y="201"/>
                  </a:cubicBezTo>
                  <a:cubicBezTo>
                    <a:pt x="1144" y="177"/>
                    <a:pt x="1160" y="145"/>
                    <a:pt x="1172" y="113"/>
                  </a:cubicBezTo>
                  <a:cubicBezTo>
                    <a:pt x="1188" y="69"/>
                    <a:pt x="1164" y="21"/>
                    <a:pt x="1120" y="1"/>
                  </a:cubicBezTo>
                  <a:cubicBezTo>
                    <a:pt x="1114" y="1"/>
                    <a:pt x="1109" y="0"/>
                    <a:pt x="1103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65"/>
            <p:cNvSpPr/>
            <p:nvPr/>
          </p:nvSpPr>
          <p:spPr>
            <a:xfrm flipH="1">
              <a:off x="5257651" y="1682181"/>
              <a:ext cx="164072" cy="93333"/>
            </a:xfrm>
            <a:custGeom>
              <a:avLst/>
              <a:gdLst/>
              <a:ahLst/>
              <a:cxnLst/>
              <a:rect l="l" t="t" r="r" b="b"/>
              <a:pathLst>
                <a:path w="1220" h="694" extrusionOk="0">
                  <a:moveTo>
                    <a:pt x="1056" y="76"/>
                  </a:moveTo>
                  <a:cubicBezTo>
                    <a:pt x="1087" y="76"/>
                    <a:pt x="1116" y="88"/>
                    <a:pt x="1135" y="110"/>
                  </a:cubicBezTo>
                  <a:cubicBezTo>
                    <a:pt x="1151" y="142"/>
                    <a:pt x="1147" y="162"/>
                    <a:pt x="1119" y="174"/>
                  </a:cubicBezTo>
                  <a:cubicBezTo>
                    <a:pt x="1109" y="177"/>
                    <a:pt x="1099" y="178"/>
                    <a:pt x="1089" y="178"/>
                  </a:cubicBezTo>
                  <a:cubicBezTo>
                    <a:pt x="1068" y="178"/>
                    <a:pt x="1048" y="172"/>
                    <a:pt x="1031" y="158"/>
                  </a:cubicBezTo>
                  <a:cubicBezTo>
                    <a:pt x="1011" y="134"/>
                    <a:pt x="987" y="114"/>
                    <a:pt x="967" y="98"/>
                  </a:cubicBezTo>
                  <a:cubicBezTo>
                    <a:pt x="963" y="95"/>
                    <a:pt x="958" y="92"/>
                    <a:pt x="954" y="90"/>
                  </a:cubicBezTo>
                  <a:lnTo>
                    <a:pt x="954" y="90"/>
                  </a:lnTo>
                  <a:cubicBezTo>
                    <a:pt x="979" y="83"/>
                    <a:pt x="1004" y="78"/>
                    <a:pt x="1031" y="78"/>
                  </a:cubicBezTo>
                  <a:cubicBezTo>
                    <a:pt x="1039" y="77"/>
                    <a:pt x="1048" y="76"/>
                    <a:pt x="1056" y="76"/>
                  </a:cubicBezTo>
                  <a:close/>
                  <a:moveTo>
                    <a:pt x="1053" y="1"/>
                  </a:moveTo>
                  <a:cubicBezTo>
                    <a:pt x="1044" y="1"/>
                    <a:pt x="1036" y="1"/>
                    <a:pt x="1027" y="2"/>
                  </a:cubicBezTo>
                  <a:cubicBezTo>
                    <a:pt x="967" y="10"/>
                    <a:pt x="911" y="30"/>
                    <a:pt x="859" y="54"/>
                  </a:cubicBezTo>
                  <a:cubicBezTo>
                    <a:pt x="807" y="82"/>
                    <a:pt x="759" y="110"/>
                    <a:pt x="711" y="142"/>
                  </a:cubicBezTo>
                  <a:cubicBezTo>
                    <a:pt x="659" y="174"/>
                    <a:pt x="611" y="206"/>
                    <a:pt x="567" y="242"/>
                  </a:cubicBezTo>
                  <a:cubicBezTo>
                    <a:pt x="523" y="278"/>
                    <a:pt x="487" y="322"/>
                    <a:pt x="455" y="371"/>
                  </a:cubicBezTo>
                  <a:cubicBezTo>
                    <a:pt x="427" y="411"/>
                    <a:pt x="395" y="451"/>
                    <a:pt x="363" y="487"/>
                  </a:cubicBezTo>
                  <a:cubicBezTo>
                    <a:pt x="331" y="519"/>
                    <a:pt x="299" y="551"/>
                    <a:pt x="263" y="575"/>
                  </a:cubicBezTo>
                  <a:cubicBezTo>
                    <a:pt x="211" y="611"/>
                    <a:pt x="151" y="643"/>
                    <a:pt x="87" y="659"/>
                  </a:cubicBezTo>
                  <a:cubicBezTo>
                    <a:pt x="67" y="667"/>
                    <a:pt x="47" y="671"/>
                    <a:pt x="31" y="675"/>
                  </a:cubicBezTo>
                  <a:lnTo>
                    <a:pt x="7" y="679"/>
                  </a:lnTo>
                  <a:cubicBezTo>
                    <a:pt x="6" y="678"/>
                    <a:pt x="6" y="677"/>
                    <a:pt x="5" y="677"/>
                  </a:cubicBezTo>
                  <a:cubicBezTo>
                    <a:pt x="2" y="677"/>
                    <a:pt x="0" y="683"/>
                    <a:pt x="3" y="683"/>
                  </a:cubicBezTo>
                  <a:cubicBezTo>
                    <a:pt x="3" y="687"/>
                    <a:pt x="7" y="687"/>
                    <a:pt x="7" y="687"/>
                  </a:cubicBezTo>
                  <a:cubicBezTo>
                    <a:pt x="24" y="691"/>
                    <a:pt x="40" y="693"/>
                    <a:pt x="56" y="693"/>
                  </a:cubicBezTo>
                  <a:cubicBezTo>
                    <a:pt x="67" y="693"/>
                    <a:pt x="77" y="692"/>
                    <a:pt x="87" y="691"/>
                  </a:cubicBezTo>
                  <a:cubicBezTo>
                    <a:pt x="211" y="687"/>
                    <a:pt x="327" y="627"/>
                    <a:pt x="407" y="531"/>
                  </a:cubicBezTo>
                  <a:cubicBezTo>
                    <a:pt x="435" y="487"/>
                    <a:pt x="463" y="443"/>
                    <a:pt x="483" y="391"/>
                  </a:cubicBezTo>
                  <a:cubicBezTo>
                    <a:pt x="507" y="343"/>
                    <a:pt x="539" y="298"/>
                    <a:pt x="579" y="262"/>
                  </a:cubicBezTo>
                  <a:cubicBezTo>
                    <a:pt x="623" y="226"/>
                    <a:pt x="675" y="198"/>
                    <a:pt x="727" y="178"/>
                  </a:cubicBezTo>
                  <a:lnTo>
                    <a:pt x="883" y="114"/>
                  </a:lnTo>
                  <a:cubicBezTo>
                    <a:pt x="897" y="109"/>
                    <a:pt x="912" y="103"/>
                    <a:pt x="926" y="98"/>
                  </a:cubicBezTo>
                  <a:lnTo>
                    <a:pt x="926" y="98"/>
                  </a:lnTo>
                  <a:cubicBezTo>
                    <a:pt x="936" y="102"/>
                    <a:pt x="944" y="107"/>
                    <a:pt x="951" y="114"/>
                  </a:cubicBezTo>
                  <a:cubicBezTo>
                    <a:pt x="967" y="130"/>
                    <a:pt x="975" y="158"/>
                    <a:pt x="1003" y="190"/>
                  </a:cubicBezTo>
                  <a:cubicBezTo>
                    <a:pt x="1028" y="219"/>
                    <a:pt x="1065" y="234"/>
                    <a:pt x="1103" y="234"/>
                  </a:cubicBezTo>
                  <a:cubicBezTo>
                    <a:pt x="1114" y="234"/>
                    <a:pt x="1125" y="233"/>
                    <a:pt x="1135" y="230"/>
                  </a:cubicBezTo>
                  <a:cubicBezTo>
                    <a:pt x="1151" y="226"/>
                    <a:pt x="1163" y="222"/>
                    <a:pt x="1175" y="214"/>
                  </a:cubicBezTo>
                  <a:cubicBezTo>
                    <a:pt x="1183" y="206"/>
                    <a:pt x="1187" y="202"/>
                    <a:pt x="1195" y="194"/>
                  </a:cubicBezTo>
                  <a:lnTo>
                    <a:pt x="1199" y="190"/>
                  </a:lnTo>
                  <a:lnTo>
                    <a:pt x="1203" y="186"/>
                  </a:lnTo>
                  <a:cubicBezTo>
                    <a:pt x="1203" y="182"/>
                    <a:pt x="1207" y="178"/>
                    <a:pt x="1207" y="174"/>
                  </a:cubicBezTo>
                  <a:cubicBezTo>
                    <a:pt x="1219" y="138"/>
                    <a:pt x="1215" y="102"/>
                    <a:pt x="1199" y="74"/>
                  </a:cubicBezTo>
                  <a:cubicBezTo>
                    <a:pt x="1183" y="42"/>
                    <a:pt x="1155" y="22"/>
                    <a:pt x="1119" y="10"/>
                  </a:cubicBezTo>
                  <a:cubicBezTo>
                    <a:pt x="1099" y="5"/>
                    <a:pt x="1076" y="1"/>
                    <a:pt x="105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65"/>
            <p:cNvSpPr/>
            <p:nvPr/>
          </p:nvSpPr>
          <p:spPr>
            <a:xfrm flipH="1">
              <a:off x="5354480" y="1595169"/>
              <a:ext cx="127088" cy="179403"/>
            </a:xfrm>
            <a:custGeom>
              <a:avLst/>
              <a:gdLst/>
              <a:ahLst/>
              <a:cxnLst/>
              <a:rect l="l" t="t" r="r" b="b"/>
              <a:pathLst>
                <a:path w="945" h="1334" extrusionOk="0">
                  <a:moveTo>
                    <a:pt x="852" y="65"/>
                  </a:moveTo>
                  <a:cubicBezTo>
                    <a:pt x="864" y="65"/>
                    <a:pt x="876" y="69"/>
                    <a:pt x="880" y="81"/>
                  </a:cubicBezTo>
                  <a:cubicBezTo>
                    <a:pt x="892" y="105"/>
                    <a:pt x="868" y="145"/>
                    <a:pt x="844" y="165"/>
                  </a:cubicBezTo>
                  <a:cubicBezTo>
                    <a:pt x="820" y="189"/>
                    <a:pt x="792" y="209"/>
                    <a:pt x="772" y="229"/>
                  </a:cubicBezTo>
                  <a:cubicBezTo>
                    <a:pt x="763" y="239"/>
                    <a:pt x="754" y="248"/>
                    <a:pt x="746" y="259"/>
                  </a:cubicBezTo>
                  <a:lnTo>
                    <a:pt x="746" y="259"/>
                  </a:lnTo>
                  <a:cubicBezTo>
                    <a:pt x="750" y="243"/>
                    <a:pt x="753" y="226"/>
                    <a:pt x="756" y="209"/>
                  </a:cubicBezTo>
                  <a:cubicBezTo>
                    <a:pt x="756" y="165"/>
                    <a:pt x="772" y="117"/>
                    <a:pt x="800" y="81"/>
                  </a:cubicBezTo>
                  <a:cubicBezTo>
                    <a:pt x="816" y="69"/>
                    <a:pt x="832" y="65"/>
                    <a:pt x="852" y="65"/>
                  </a:cubicBezTo>
                  <a:close/>
                  <a:moveTo>
                    <a:pt x="838" y="0"/>
                  </a:moveTo>
                  <a:cubicBezTo>
                    <a:pt x="808" y="0"/>
                    <a:pt x="780" y="9"/>
                    <a:pt x="756" y="25"/>
                  </a:cubicBezTo>
                  <a:cubicBezTo>
                    <a:pt x="708" y="73"/>
                    <a:pt x="680" y="137"/>
                    <a:pt x="684" y="205"/>
                  </a:cubicBezTo>
                  <a:cubicBezTo>
                    <a:pt x="664" y="321"/>
                    <a:pt x="636" y="437"/>
                    <a:pt x="592" y="549"/>
                  </a:cubicBezTo>
                  <a:cubicBezTo>
                    <a:pt x="572" y="609"/>
                    <a:pt x="548" y="665"/>
                    <a:pt x="524" y="721"/>
                  </a:cubicBezTo>
                  <a:cubicBezTo>
                    <a:pt x="496" y="773"/>
                    <a:pt x="464" y="825"/>
                    <a:pt x="428" y="869"/>
                  </a:cubicBezTo>
                  <a:cubicBezTo>
                    <a:pt x="392" y="913"/>
                    <a:pt x="352" y="953"/>
                    <a:pt x="316" y="990"/>
                  </a:cubicBezTo>
                  <a:lnTo>
                    <a:pt x="212" y="1098"/>
                  </a:lnTo>
                  <a:cubicBezTo>
                    <a:pt x="148" y="1162"/>
                    <a:pt x="92" y="1222"/>
                    <a:pt x="56" y="1262"/>
                  </a:cubicBezTo>
                  <a:cubicBezTo>
                    <a:pt x="20" y="1306"/>
                    <a:pt x="0" y="1330"/>
                    <a:pt x="0" y="1330"/>
                  </a:cubicBezTo>
                  <a:cubicBezTo>
                    <a:pt x="0" y="1330"/>
                    <a:pt x="0" y="1330"/>
                    <a:pt x="0" y="1334"/>
                  </a:cubicBezTo>
                  <a:lnTo>
                    <a:pt x="8" y="1334"/>
                  </a:lnTo>
                  <a:cubicBezTo>
                    <a:pt x="92" y="1274"/>
                    <a:pt x="176" y="1210"/>
                    <a:pt x="252" y="1138"/>
                  </a:cubicBezTo>
                  <a:cubicBezTo>
                    <a:pt x="292" y="1106"/>
                    <a:pt x="328" y="1070"/>
                    <a:pt x="360" y="1030"/>
                  </a:cubicBezTo>
                  <a:cubicBezTo>
                    <a:pt x="396" y="985"/>
                    <a:pt x="432" y="941"/>
                    <a:pt x="460" y="889"/>
                  </a:cubicBezTo>
                  <a:cubicBezTo>
                    <a:pt x="492" y="837"/>
                    <a:pt x="512" y="781"/>
                    <a:pt x="540" y="729"/>
                  </a:cubicBezTo>
                  <a:cubicBezTo>
                    <a:pt x="572" y="673"/>
                    <a:pt x="600" y="617"/>
                    <a:pt x="628" y="561"/>
                  </a:cubicBezTo>
                  <a:cubicBezTo>
                    <a:pt x="660" y="505"/>
                    <a:pt x="688" y="449"/>
                    <a:pt x="708" y="389"/>
                  </a:cubicBezTo>
                  <a:cubicBezTo>
                    <a:pt x="719" y="360"/>
                    <a:pt x="728" y="330"/>
                    <a:pt x="736" y="299"/>
                  </a:cubicBezTo>
                  <a:lnTo>
                    <a:pt x="736" y="299"/>
                  </a:lnTo>
                  <a:cubicBezTo>
                    <a:pt x="737" y="297"/>
                    <a:pt x="739" y="295"/>
                    <a:pt x="740" y="293"/>
                  </a:cubicBezTo>
                  <a:cubicBezTo>
                    <a:pt x="752" y="277"/>
                    <a:pt x="768" y="261"/>
                    <a:pt x="784" y="253"/>
                  </a:cubicBezTo>
                  <a:cubicBezTo>
                    <a:pt x="808" y="237"/>
                    <a:pt x="836" y="225"/>
                    <a:pt x="872" y="201"/>
                  </a:cubicBezTo>
                  <a:cubicBezTo>
                    <a:pt x="892" y="189"/>
                    <a:pt x="908" y="173"/>
                    <a:pt x="920" y="153"/>
                  </a:cubicBezTo>
                  <a:cubicBezTo>
                    <a:pt x="936" y="125"/>
                    <a:pt x="944" y="93"/>
                    <a:pt x="932" y="65"/>
                  </a:cubicBezTo>
                  <a:cubicBezTo>
                    <a:pt x="924" y="29"/>
                    <a:pt x="892" y="5"/>
                    <a:pt x="856" y="1"/>
                  </a:cubicBezTo>
                  <a:cubicBezTo>
                    <a:pt x="850" y="1"/>
                    <a:pt x="844" y="0"/>
                    <a:pt x="83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65"/>
            <p:cNvSpPr/>
            <p:nvPr/>
          </p:nvSpPr>
          <p:spPr>
            <a:xfrm flipH="1">
              <a:off x="5455613" y="1511385"/>
              <a:ext cx="43170" cy="199172"/>
            </a:xfrm>
            <a:custGeom>
              <a:avLst/>
              <a:gdLst/>
              <a:ahLst/>
              <a:cxnLst/>
              <a:rect l="l" t="t" r="r" b="b"/>
              <a:pathLst>
                <a:path w="321" h="1481" extrusionOk="0">
                  <a:moveTo>
                    <a:pt x="231" y="74"/>
                  </a:moveTo>
                  <a:cubicBezTo>
                    <a:pt x="232" y="75"/>
                    <a:pt x="232" y="76"/>
                    <a:pt x="232" y="76"/>
                  </a:cubicBezTo>
                  <a:lnTo>
                    <a:pt x="231" y="74"/>
                  </a:lnTo>
                  <a:close/>
                  <a:moveTo>
                    <a:pt x="226" y="71"/>
                  </a:moveTo>
                  <a:cubicBezTo>
                    <a:pt x="228" y="71"/>
                    <a:pt x="229" y="72"/>
                    <a:pt x="230" y="72"/>
                  </a:cubicBezTo>
                  <a:lnTo>
                    <a:pt x="230" y="72"/>
                  </a:lnTo>
                  <a:cubicBezTo>
                    <a:pt x="241" y="126"/>
                    <a:pt x="244" y="183"/>
                    <a:pt x="236" y="240"/>
                  </a:cubicBezTo>
                  <a:cubicBezTo>
                    <a:pt x="235" y="253"/>
                    <a:pt x="233" y="265"/>
                    <a:pt x="230" y="278"/>
                  </a:cubicBezTo>
                  <a:lnTo>
                    <a:pt x="230" y="278"/>
                  </a:lnTo>
                  <a:cubicBezTo>
                    <a:pt x="230" y="276"/>
                    <a:pt x="229" y="274"/>
                    <a:pt x="228" y="272"/>
                  </a:cubicBezTo>
                  <a:cubicBezTo>
                    <a:pt x="216" y="232"/>
                    <a:pt x="196" y="200"/>
                    <a:pt x="188" y="164"/>
                  </a:cubicBezTo>
                  <a:cubicBezTo>
                    <a:pt x="180" y="152"/>
                    <a:pt x="180" y="136"/>
                    <a:pt x="180" y="120"/>
                  </a:cubicBezTo>
                  <a:cubicBezTo>
                    <a:pt x="180" y="116"/>
                    <a:pt x="180" y="112"/>
                    <a:pt x="180" y="108"/>
                  </a:cubicBezTo>
                  <a:lnTo>
                    <a:pt x="180" y="104"/>
                  </a:lnTo>
                  <a:cubicBezTo>
                    <a:pt x="180" y="100"/>
                    <a:pt x="180" y="100"/>
                    <a:pt x="180" y="100"/>
                  </a:cubicBezTo>
                  <a:cubicBezTo>
                    <a:pt x="180" y="92"/>
                    <a:pt x="184" y="88"/>
                    <a:pt x="188" y="84"/>
                  </a:cubicBezTo>
                  <a:cubicBezTo>
                    <a:pt x="196" y="76"/>
                    <a:pt x="208" y="72"/>
                    <a:pt x="220" y="72"/>
                  </a:cubicBezTo>
                  <a:cubicBezTo>
                    <a:pt x="223" y="72"/>
                    <a:pt x="225" y="71"/>
                    <a:pt x="226" y="71"/>
                  </a:cubicBezTo>
                  <a:close/>
                  <a:moveTo>
                    <a:pt x="208" y="0"/>
                  </a:moveTo>
                  <a:cubicBezTo>
                    <a:pt x="180" y="8"/>
                    <a:pt x="156" y="24"/>
                    <a:pt x="140" y="44"/>
                  </a:cubicBezTo>
                  <a:cubicBezTo>
                    <a:pt x="132" y="56"/>
                    <a:pt x="124" y="68"/>
                    <a:pt x="124" y="80"/>
                  </a:cubicBezTo>
                  <a:lnTo>
                    <a:pt x="124" y="92"/>
                  </a:lnTo>
                  <a:lnTo>
                    <a:pt x="124" y="100"/>
                  </a:lnTo>
                  <a:cubicBezTo>
                    <a:pt x="120" y="108"/>
                    <a:pt x="120" y="112"/>
                    <a:pt x="124" y="120"/>
                  </a:cubicBezTo>
                  <a:cubicBezTo>
                    <a:pt x="124" y="144"/>
                    <a:pt x="128" y="164"/>
                    <a:pt x="140" y="184"/>
                  </a:cubicBezTo>
                  <a:cubicBezTo>
                    <a:pt x="156" y="224"/>
                    <a:pt x="184" y="252"/>
                    <a:pt x="196" y="284"/>
                  </a:cubicBezTo>
                  <a:cubicBezTo>
                    <a:pt x="207" y="301"/>
                    <a:pt x="214" y="319"/>
                    <a:pt x="217" y="337"/>
                  </a:cubicBezTo>
                  <a:lnTo>
                    <a:pt x="217" y="337"/>
                  </a:lnTo>
                  <a:cubicBezTo>
                    <a:pt x="209" y="363"/>
                    <a:pt x="201" y="389"/>
                    <a:pt x="192" y="416"/>
                  </a:cubicBezTo>
                  <a:cubicBezTo>
                    <a:pt x="152" y="532"/>
                    <a:pt x="104" y="652"/>
                    <a:pt x="64" y="776"/>
                  </a:cubicBezTo>
                  <a:cubicBezTo>
                    <a:pt x="44" y="836"/>
                    <a:pt x="28" y="900"/>
                    <a:pt x="16" y="964"/>
                  </a:cubicBezTo>
                  <a:cubicBezTo>
                    <a:pt x="0" y="1028"/>
                    <a:pt x="0" y="1092"/>
                    <a:pt x="8" y="1160"/>
                  </a:cubicBezTo>
                  <a:cubicBezTo>
                    <a:pt x="16" y="1192"/>
                    <a:pt x="20" y="1224"/>
                    <a:pt x="32" y="1256"/>
                  </a:cubicBezTo>
                  <a:cubicBezTo>
                    <a:pt x="40" y="1288"/>
                    <a:pt x="56" y="1320"/>
                    <a:pt x="68" y="1348"/>
                  </a:cubicBezTo>
                  <a:cubicBezTo>
                    <a:pt x="84" y="1376"/>
                    <a:pt x="104" y="1404"/>
                    <a:pt x="124" y="1432"/>
                  </a:cubicBezTo>
                  <a:cubicBezTo>
                    <a:pt x="148" y="1456"/>
                    <a:pt x="176" y="1472"/>
                    <a:pt x="212" y="1480"/>
                  </a:cubicBezTo>
                  <a:cubicBezTo>
                    <a:pt x="212" y="1480"/>
                    <a:pt x="216" y="1480"/>
                    <a:pt x="216" y="1476"/>
                  </a:cubicBezTo>
                  <a:cubicBezTo>
                    <a:pt x="216" y="1476"/>
                    <a:pt x="216" y="1472"/>
                    <a:pt x="216" y="1472"/>
                  </a:cubicBezTo>
                  <a:cubicBezTo>
                    <a:pt x="188" y="1456"/>
                    <a:pt x="168" y="1436"/>
                    <a:pt x="152" y="1408"/>
                  </a:cubicBezTo>
                  <a:cubicBezTo>
                    <a:pt x="136" y="1380"/>
                    <a:pt x="124" y="1352"/>
                    <a:pt x="116" y="1324"/>
                  </a:cubicBezTo>
                  <a:cubicBezTo>
                    <a:pt x="104" y="1296"/>
                    <a:pt x="96" y="1268"/>
                    <a:pt x="88" y="1236"/>
                  </a:cubicBezTo>
                  <a:cubicBezTo>
                    <a:pt x="84" y="1208"/>
                    <a:pt x="76" y="1180"/>
                    <a:pt x="72" y="1148"/>
                  </a:cubicBezTo>
                  <a:cubicBezTo>
                    <a:pt x="68" y="1088"/>
                    <a:pt x="64" y="1024"/>
                    <a:pt x="64" y="964"/>
                  </a:cubicBezTo>
                  <a:cubicBezTo>
                    <a:pt x="64" y="900"/>
                    <a:pt x="72" y="840"/>
                    <a:pt x="88" y="780"/>
                  </a:cubicBezTo>
                  <a:cubicBezTo>
                    <a:pt x="104" y="716"/>
                    <a:pt x="128" y="660"/>
                    <a:pt x="156" y="604"/>
                  </a:cubicBezTo>
                  <a:cubicBezTo>
                    <a:pt x="188" y="548"/>
                    <a:pt x="220" y="492"/>
                    <a:pt x="244" y="432"/>
                  </a:cubicBezTo>
                  <a:cubicBezTo>
                    <a:pt x="272" y="372"/>
                    <a:pt x="296" y="312"/>
                    <a:pt x="308" y="244"/>
                  </a:cubicBezTo>
                  <a:cubicBezTo>
                    <a:pt x="320" y="180"/>
                    <a:pt x="316" y="108"/>
                    <a:pt x="300" y="40"/>
                  </a:cubicBezTo>
                  <a:cubicBezTo>
                    <a:pt x="300" y="40"/>
                    <a:pt x="296" y="36"/>
                    <a:pt x="296" y="32"/>
                  </a:cubicBezTo>
                  <a:cubicBezTo>
                    <a:pt x="284" y="20"/>
                    <a:pt x="272" y="8"/>
                    <a:pt x="25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65"/>
            <p:cNvSpPr/>
            <p:nvPr/>
          </p:nvSpPr>
          <p:spPr>
            <a:xfrm flipH="1">
              <a:off x="5502413" y="1553613"/>
              <a:ext cx="53391" cy="179403"/>
            </a:xfrm>
            <a:custGeom>
              <a:avLst/>
              <a:gdLst/>
              <a:ahLst/>
              <a:cxnLst/>
              <a:rect l="l" t="t" r="r" b="b"/>
              <a:pathLst>
                <a:path w="397" h="1334" extrusionOk="0">
                  <a:moveTo>
                    <a:pt x="99" y="73"/>
                  </a:moveTo>
                  <a:cubicBezTo>
                    <a:pt x="107" y="73"/>
                    <a:pt x="116" y="76"/>
                    <a:pt x="124" y="78"/>
                  </a:cubicBezTo>
                  <a:cubicBezTo>
                    <a:pt x="136" y="90"/>
                    <a:pt x="148" y="102"/>
                    <a:pt x="152" y="118"/>
                  </a:cubicBezTo>
                  <a:cubicBezTo>
                    <a:pt x="156" y="138"/>
                    <a:pt x="160" y="158"/>
                    <a:pt x="156" y="178"/>
                  </a:cubicBezTo>
                  <a:cubicBezTo>
                    <a:pt x="149" y="226"/>
                    <a:pt x="145" y="274"/>
                    <a:pt x="138" y="325"/>
                  </a:cubicBezTo>
                  <a:lnTo>
                    <a:pt x="138" y="325"/>
                  </a:lnTo>
                  <a:cubicBezTo>
                    <a:pt x="127" y="308"/>
                    <a:pt x="118" y="289"/>
                    <a:pt x="108" y="270"/>
                  </a:cubicBezTo>
                  <a:cubicBezTo>
                    <a:pt x="96" y="246"/>
                    <a:pt x="84" y="222"/>
                    <a:pt x="76" y="194"/>
                  </a:cubicBezTo>
                  <a:cubicBezTo>
                    <a:pt x="60" y="162"/>
                    <a:pt x="60" y="130"/>
                    <a:pt x="64" y="98"/>
                  </a:cubicBezTo>
                  <a:cubicBezTo>
                    <a:pt x="64" y="90"/>
                    <a:pt x="68" y="86"/>
                    <a:pt x="72" y="82"/>
                  </a:cubicBezTo>
                  <a:lnTo>
                    <a:pt x="76" y="82"/>
                  </a:lnTo>
                  <a:cubicBezTo>
                    <a:pt x="76" y="78"/>
                    <a:pt x="84" y="74"/>
                    <a:pt x="88" y="74"/>
                  </a:cubicBezTo>
                  <a:cubicBezTo>
                    <a:pt x="92" y="73"/>
                    <a:pt x="95" y="73"/>
                    <a:pt x="99" y="73"/>
                  </a:cubicBezTo>
                  <a:close/>
                  <a:moveTo>
                    <a:pt x="105" y="0"/>
                  </a:moveTo>
                  <a:cubicBezTo>
                    <a:pt x="90" y="0"/>
                    <a:pt x="74" y="3"/>
                    <a:pt x="60" y="10"/>
                  </a:cubicBezTo>
                  <a:cubicBezTo>
                    <a:pt x="56" y="14"/>
                    <a:pt x="52" y="18"/>
                    <a:pt x="44" y="22"/>
                  </a:cubicBezTo>
                  <a:cubicBezTo>
                    <a:pt x="36" y="26"/>
                    <a:pt x="32" y="34"/>
                    <a:pt x="24" y="42"/>
                  </a:cubicBezTo>
                  <a:cubicBezTo>
                    <a:pt x="16" y="54"/>
                    <a:pt x="8" y="70"/>
                    <a:pt x="8" y="82"/>
                  </a:cubicBezTo>
                  <a:cubicBezTo>
                    <a:pt x="0" y="126"/>
                    <a:pt x="12" y="174"/>
                    <a:pt x="36" y="210"/>
                  </a:cubicBezTo>
                  <a:cubicBezTo>
                    <a:pt x="48" y="238"/>
                    <a:pt x="68" y="262"/>
                    <a:pt x="84" y="286"/>
                  </a:cubicBezTo>
                  <a:cubicBezTo>
                    <a:pt x="102" y="307"/>
                    <a:pt x="119" y="322"/>
                    <a:pt x="137" y="336"/>
                  </a:cubicBezTo>
                  <a:lnTo>
                    <a:pt x="137" y="336"/>
                  </a:lnTo>
                  <a:cubicBezTo>
                    <a:pt x="136" y="337"/>
                    <a:pt x="136" y="338"/>
                    <a:pt x="136" y="338"/>
                  </a:cubicBezTo>
                  <a:cubicBezTo>
                    <a:pt x="132" y="394"/>
                    <a:pt x="128" y="450"/>
                    <a:pt x="124" y="506"/>
                  </a:cubicBezTo>
                  <a:cubicBezTo>
                    <a:pt x="116" y="566"/>
                    <a:pt x="120" y="618"/>
                    <a:pt x="112" y="674"/>
                  </a:cubicBezTo>
                  <a:cubicBezTo>
                    <a:pt x="104" y="730"/>
                    <a:pt x="100" y="786"/>
                    <a:pt x="104" y="842"/>
                  </a:cubicBezTo>
                  <a:cubicBezTo>
                    <a:pt x="104" y="894"/>
                    <a:pt x="116" y="946"/>
                    <a:pt x="128" y="998"/>
                  </a:cubicBezTo>
                  <a:cubicBezTo>
                    <a:pt x="164" y="1110"/>
                    <a:pt x="232" y="1210"/>
                    <a:pt x="324" y="1286"/>
                  </a:cubicBezTo>
                  <a:cubicBezTo>
                    <a:pt x="336" y="1299"/>
                    <a:pt x="352" y="1311"/>
                    <a:pt x="372" y="1323"/>
                  </a:cubicBezTo>
                  <a:lnTo>
                    <a:pt x="388" y="1331"/>
                  </a:lnTo>
                  <a:cubicBezTo>
                    <a:pt x="388" y="1333"/>
                    <a:pt x="389" y="1334"/>
                    <a:pt x="390" y="1334"/>
                  </a:cubicBezTo>
                  <a:cubicBezTo>
                    <a:pt x="391" y="1334"/>
                    <a:pt x="392" y="1333"/>
                    <a:pt x="392" y="1331"/>
                  </a:cubicBezTo>
                  <a:cubicBezTo>
                    <a:pt x="396" y="1331"/>
                    <a:pt x="396" y="1327"/>
                    <a:pt x="392" y="1327"/>
                  </a:cubicBezTo>
                  <a:lnTo>
                    <a:pt x="380" y="1311"/>
                  </a:lnTo>
                  <a:cubicBezTo>
                    <a:pt x="372" y="1303"/>
                    <a:pt x="360" y="1286"/>
                    <a:pt x="344" y="1266"/>
                  </a:cubicBezTo>
                  <a:cubicBezTo>
                    <a:pt x="304" y="1214"/>
                    <a:pt x="268" y="1154"/>
                    <a:pt x="240" y="1094"/>
                  </a:cubicBezTo>
                  <a:cubicBezTo>
                    <a:pt x="220" y="1054"/>
                    <a:pt x="204" y="1014"/>
                    <a:pt x="188" y="974"/>
                  </a:cubicBezTo>
                  <a:cubicBezTo>
                    <a:pt x="168" y="930"/>
                    <a:pt x="156" y="882"/>
                    <a:pt x="144" y="834"/>
                  </a:cubicBezTo>
                  <a:cubicBezTo>
                    <a:pt x="128" y="782"/>
                    <a:pt x="128" y="726"/>
                    <a:pt x="136" y="674"/>
                  </a:cubicBezTo>
                  <a:cubicBezTo>
                    <a:pt x="140" y="618"/>
                    <a:pt x="148" y="562"/>
                    <a:pt x="164" y="510"/>
                  </a:cubicBezTo>
                  <a:cubicBezTo>
                    <a:pt x="176" y="454"/>
                    <a:pt x="188" y="398"/>
                    <a:pt x="200" y="346"/>
                  </a:cubicBezTo>
                  <a:cubicBezTo>
                    <a:pt x="208" y="290"/>
                    <a:pt x="220" y="234"/>
                    <a:pt x="228" y="182"/>
                  </a:cubicBezTo>
                  <a:cubicBezTo>
                    <a:pt x="236" y="154"/>
                    <a:pt x="236" y="122"/>
                    <a:pt x="224" y="90"/>
                  </a:cubicBezTo>
                  <a:cubicBezTo>
                    <a:pt x="216" y="58"/>
                    <a:pt x="192" y="30"/>
                    <a:pt x="160" y="14"/>
                  </a:cubicBezTo>
                  <a:cubicBezTo>
                    <a:pt x="144" y="5"/>
                    <a:pt x="125" y="0"/>
                    <a:pt x="10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65"/>
            <p:cNvSpPr/>
            <p:nvPr/>
          </p:nvSpPr>
          <p:spPr>
            <a:xfrm flipH="1">
              <a:off x="5492730" y="1607676"/>
              <a:ext cx="41556" cy="148606"/>
            </a:xfrm>
            <a:custGeom>
              <a:avLst/>
              <a:gdLst/>
              <a:ahLst/>
              <a:cxnLst/>
              <a:rect l="l" t="t" r="r" b="b"/>
              <a:pathLst>
                <a:path w="309" h="1105" extrusionOk="0">
                  <a:moveTo>
                    <a:pt x="200" y="92"/>
                  </a:moveTo>
                  <a:cubicBezTo>
                    <a:pt x="200" y="92"/>
                    <a:pt x="198" y="98"/>
                    <a:pt x="199" y="98"/>
                  </a:cubicBezTo>
                  <a:cubicBezTo>
                    <a:pt x="199" y="98"/>
                    <a:pt x="199" y="97"/>
                    <a:pt x="200" y="96"/>
                  </a:cubicBezTo>
                  <a:lnTo>
                    <a:pt x="200" y="92"/>
                  </a:lnTo>
                  <a:close/>
                  <a:moveTo>
                    <a:pt x="166" y="72"/>
                  </a:moveTo>
                  <a:cubicBezTo>
                    <a:pt x="169" y="72"/>
                    <a:pt x="173" y="72"/>
                    <a:pt x="176" y="72"/>
                  </a:cubicBezTo>
                  <a:cubicBezTo>
                    <a:pt x="184" y="72"/>
                    <a:pt x="196" y="76"/>
                    <a:pt x="200" y="80"/>
                  </a:cubicBezTo>
                  <a:cubicBezTo>
                    <a:pt x="204" y="80"/>
                    <a:pt x="200" y="92"/>
                    <a:pt x="200" y="96"/>
                  </a:cubicBezTo>
                  <a:lnTo>
                    <a:pt x="200" y="100"/>
                  </a:lnTo>
                  <a:lnTo>
                    <a:pt x="196" y="108"/>
                  </a:lnTo>
                  <a:lnTo>
                    <a:pt x="188" y="124"/>
                  </a:lnTo>
                  <a:cubicBezTo>
                    <a:pt x="172" y="172"/>
                    <a:pt x="152" y="216"/>
                    <a:pt x="132" y="268"/>
                  </a:cubicBezTo>
                  <a:cubicBezTo>
                    <a:pt x="128" y="280"/>
                    <a:pt x="123" y="291"/>
                    <a:pt x="118" y="302"/>
                  </a:cubicBezTo>
                  <a:lnTo>
                    <a:pt x="118" y="302"/>
                  </a:lnTo>
                  <a:cubicBezTo>
                    <a:pt x="118" y="298"/>
                    <a:pt x="117" y="293"/>
                    <a:pt x="116" y="288"/>
                  </a:cubicBezTo>
                  <a:cubicBezTo>
                    <a:pt x="104" y="228"/>
                    <a:pt x="100" y="168"/>
                    <a:pt x="108" y="108"/>
                  </a:cubicBezTo>
                  <a:cubicBezTo>
                    <a:pt x="119" y="84"/>
                    <a:pt x="141" y="72"/>
                    <a:pt x="166" y="72"/>
                  </a:cubicBezTo>
                  <a:close/>
                  <a:moveTo>
                    <a:pt x="180" y="0"/>
                  </a:moveTo>
                  <a:cubicBezTo>
                    <a:pt x="148" y="0"/>
                    <a:pt x="120" y="8"/>
                    <a:pt x="96" y="24"/>
                  </a:cubicBezTo>
                  <a:cubicBezTo>
                    <a:pt x="72" y="40"/>
                    <a:pt x="56" y="64"/>
                    <a:pt x="48" y="96"/>
                  </a:cubicBezTo>
                  <a:cubicBezTo>
                    <a:pt x="44" y="136"/>
                    <a:pt x="48" y="176"/>
                    <a:pt x="60" y="216"/>
                  </a:cubicBezTo>
                  <a:cubicBezTo>
                    <a:pt x="72" y="244"/>
                    <a:pt x="80" y="272"/>
                    <a:pt x="92" y="296"/>
                  </a:cubicBezTo>
                  <a:cubicBezTo>
                    <a:pt x="97" y="308"/>
                    <a:pt x="102" y="321"/>
                    <a:pt x="106" y="335"/>
                  </a:cubicBezTo>
                  <a:lnTo>
                    <a:pt x="106" y="335"/>
                  </a:lnTo>
                  <a:cubicBezTo>
                    <a:pt x="96" y="363"/>
                    <a:pt x="87" y="392"/>
                    <a:pt x="80" y="420"/>
                  </a:cubicBezTo>
                  <a:cubicBezTo>
                    <a:pt x="56" y="524"/>
                    <a:pt x="36" y="628"/>
                    <a:pt x="24" y="732"/>
                  </a:cubicBezTo>
                  <a:cubicBezTo>
                    <a:pt x="16" y="784"/>
                    <a:pt x="8" y="832"/>
                    <a:pt x="8" y="876"/>
                  </a:cubicBezTo>
                  <a:cubicBezTo>
                    <a:pt x="0" y="925"/>
                    <a:pt x="12" y="977"/>
                    <a:pt x="36" y="1021"/>
                  </a:cubicBezTo>
                  <a:cubicBezTo>
                    <a:pt x="64" y="1053"/>
                    <a:pt x="104" y="1073"/>
                    <a:pt x="148" y="1077"/>
                  </a:cubicBezTo>
                  <a:cubicBezTo>
                    <a:pt x="180" y="1085"/>
                    <a:pt x="208" y="1089"/>
                    <a:pt x="232" y="1093"/>
                  </a:cubicBezTo>
                  <a:cubicBezTo>
                    <a:pt x="276" y="1101"/>
                    <a:pt x="304" y="1105"/>
                    <a:pt x="304" y="1105"/>
                  </a:cubicBezTo>
                  <a:cubicBezTo>
                    <a:pt x="304" y="1105"/>
                    <a:pt x="308" y="1105"/>
                    <a:pt x="308" y="1101"/>
                  </a:cubicBezTo>
                  <a:cubicBezTo>
                    <a:pt x="308" y="1101"/>
                    <a:pt x="308" y="1097"/>
                    <a:pt x="308" y="1097"/>
                  </a:cubicBezTo>
                  <a:cubicBezTo>
                    <a:pt x="308" y="1097"/>
                    <a:pt x="284" y="1085"/>
                    <a:pt x="240" y="1065"/>
                  </a:cubicBezTo>
                  <a:cubicBezTo>
                    <a:pt x="216" y="1053"/>
                    <a:pt x="192" y="1045"/>
                    <a:pt x="160" y="1033"/>
                  </a:cubicBezTo>
                  <a:cubicBezTo>
                    <a:pt x="132" y="1025"/>
                    <a:pt x="104" y="1005"/>
                    <a:pt x="84" y="981"/>
                  </a:cubicBezTo>
                  <a:cubicBezTo>
                    <a:pt x="72" y="949"/>
                    <a:pt x="68" y="909"/>
                    <a:pt x="68" y="872"/>
                  </a:cubicBezTo>
                  <a:cubicBezTo>
                    <a:pt x="68" y="828"/>
                    <a:pt x="60" y="780"/>
                    <a:pt x="60" y="728"/>
                  </a:cubicBezTo>
                  <a:cubicBezTo>
                    <a:pt x="56" y="680"/>
                    <a:pt x="60" y="628"/>
                    <a:pt x="68" y="580"/>
                  </a:cubicBezTo>
                  <a:cubicBezTo>
                    <a:pt x="80" y="528"/>
                    <a:pt x="96" y="476"/>
                    <a:pt x="120" y="428"/>
                  </a:cubicBezTo>
                  <a:cubicBezTo>
                    <a:pt x="140" y="380"/>
                    <a:pt x="168" y="336"/>
                    <a:pt x="188" y="288"/>
                  </a:cubicBezTo>
                  <a:cubicBezTo>
                    <a:pt x="212" y="244"/>
                    <a:pt x="236" y="196"/>
                    <a:pt x="256" y="148"/>
                  </a:cubicBezTo>
                  <a:lnTo>
                    <a:pt x="264" y="132"/>
                  </a:lnTo>
                  <a:lnTo>
                    <a:pt x="268" y="124"/>
                  </a:lnTo>
                  <a:lnTo>
                    <a:pt x="268" y="120"/>
                  </a:lnTo>
                  <a:lnTo>
                    <a:pt x="272" y="112"/>
                  </a:lnTo>
                  <a:cubicBezTo>
                    <a:pt x="276" y="104"/>
                    <a:pt x="276" y="100"/>
                    <a:pt x="276" y="92"/>
                  </a:cubicBezTo>
                  <a:cubicBezTo>
                    <a:pt x="280" y="80"/>
                    <a:pt x="276" y="64"/>
                    <a:pt x="272" y="56"/>
                  </a:cubicBezTo>
                  <a:cubicBezTo>
                    <a:pt x="264" y="36"/>
                    <a:pt x="248" y="20"/>
                    <a:pt x="228" y="12"/>
                  </a:cubicBezTo>
                  <a:cubicBezTo>
                    <a:pt x="212" y="4"/>
                    <a:pt x="196" y="0"/>
                    <a:pt x="18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65"/>
            <p:cNvSpPr/>
            <p:nvPr/>
          </p:nvSpPr>
          <p:spPr>
            <a:xfrm flipH="1">
              <a:off x="6810818" y="1392231"/>
              <a:ext cx="1341219" cy="1078570"/>
            </a:xfrm>
            <a:custGeom>
              <a:avLst/>
              <a:gdLst/>
              <a:ahLst/>
              <a:cxnLst/>
              <a:rect l="l" t="t" r="r" b="b"/>
              <a:pathLst>
                <a:path w="9973" h="8020" extrusionOk="0">
                  <a:moveTo>
                    <a:pt x="996" y="0"/>
                  </a:moveTo>
                  <a:cubicBezTo>
                    <a:pt x="896" y="0"/>
                    <a:pt x="796" y="2"/>
                    <a:pt x="696" y="6"/>
                  </a:cubicBezTo>
                  <a:cubicBezTo>
                    <a:pt x="496" y="10"/>
                    <a:pt x="296" y="14"/>
                    <a:pt x="96" y="26"/>
                  </a:cubicBezTo>
                  <a:lnTo>
                    <a:pt x="0" y="30"/>
                  </a:lnTo>
                  <a:lnTo>
                    <a:pt x="80" y="94"/>
                  </a:lnTo>
                  <a:cubicBezTo>
                    <a:pt x="148" y="150"/>
                    <a:pt x="212" y="238"/>
                    <a:pt x="200" y="314"/>
                  </a:cubicBezTo>
                  <a:cubicBezTo>
                    <a:pt x="192" y="354"/>
                    <a:pt x="172" y="394"/>
                    <a:pt x="144" y="422"/>
                  </a:cubicBezTo>
                  <a:lnTo>
                    <a:pt x="136" y="426"/>
                  </a:lnTo>
                  <a:lnTo>
                    <a:pt x="128" y="438"/>
                  </a:lnTo>
                  <a:lnTo>
                    <a:pt x="116" y="454"/>
                  </a:lnTo>
                  <a:cubicBezTo>
                    <a:pt x="108" y="466"/>
                    <a:pt x="100" y="482"/>
                    <a:pt x="92" y="494"/>
                  </a:cubicBezTo>
                  <a:cubicBezTo>
                    <a:pt x="80" y="522"/>
                    <a:pt x="68" y="546"/>
                    <a:pt x="60" y="574"/>
                  </a:cubicBezTo>
                  <a:cubicBezTo>
                    <a:pt x="32" y="678"/>
                    <a:pt x="12" y="782"/>
                    <a:pt x="8" y="890"/>
                  </a:cubicBezTo>
                  <a:cubicBezTo>
                    <a:pt x="4" y="994"/>
                    <a:pt x="4" y="1102"/>
                    <a:pt x="8" y="1206"/>
                  </a:cubicBezTo>
                  <a:cubicBezTo>
                    <a:pt x="20" y="1418"/>
                    <a:pt x="52" y="1626"/>
                    <a:pt x="108" y="1830"/>
                  </a:cubicBezTo>
                  <a:cubicBezTo>
                    <a:pt x="136" y="1934"/>
                    <a:pt x="180" y="2034"/>
                    <a:pt x="236" y="2130"/>
                  </a:cubicBezTo>
                  <a:cubicBezTo>
                    <a:pt x="252" y="2154"/>
                    <a:pt x="268" y="2178"/>
                    <a:pt x="288" y="2198"/>
                  </a:cubicBezTo>
                  <a:cubicBezTo>
                    <a:pt x="308" y="2222"/>
                    <a:pt x="328" y="2242"/>
                    <a:pt x="344" y="2258"/>
                  </a:cubicBezTo>
                  <a:cubicBezTo>
                    <a:pt x="384" y="2298"/>
                    <a:pt x="424" y="2334"/>
                    <a:pt x="460" y="2366"/>
                  </a:cubicBezTo>
                  <a:cubicBezTo>
                    <a:pt x="620" y="2503"/>
                    <a:pt x="788" y="2627"/>
                    <a:pt x="968" y="2735"/>
                  </a:cubicBezTo>
                  <a:cubicBezTo>
                    <a:pt x="1148" y="2851"/>
                    <a:pt x="1340" y="2939"/>
                    <a:pt x="1544" y="2995"/>
                  </a:cubicBezTo>
                  <a:cubicBezTo>
                    <a:pt x="1600" y="3007"/>
                    <a:pt x="1652" y="3011"/>
                    <a:pt x="1708" y="3015"/>
                  </a:cubicBezTo>
                  <a:cubicBezTo>
                    <a:pt x="1760" y="3015"/>
                    <a:pt x="1808" y="3015"/>
                    <a:pt x="1860" y="3023"/>
                  </a:cubicBezTo>
                  <a:cubicBezTo>
                    <a:pt x="1956" y="3031"/>
                    <a:pt x="2056" y="3055"/>
                    <a:pt x="2148" y="3087"/>
                  </a:cubicBezTo>
                  <a:cubicBezTo>
                    <a:pt x="2244" y="3119"/>
                    <a:pt x="2332" y="3167"/>
                    <a:pt x="2416" y="3223"/>
                  </a:cubicBezTo>
                  <a:cubicBezTo>
                    <a:pt x="2476" y="3263"/>
                    <a:pt x="2532" y="3311"/>
                    <a:pt x="2584" y="3363"/>
                  </a:cubicBezTo>
                  <a:cubicBezTo>
                    <a:pt x="2384" y="3391"/>
                    <a:pt x="2204" y="3455"/>
                    <a:pt x="2016" y="3475"/>
                  </a:cubicBezTo>
                  <a:cubicBezTo>
                    <a:pt x="1968" y="3483"/>
                    <a:pt x="1912" y="3487"/>
                    <a:pt x="1860" y="3487"/>
                  </a:cubicBezTo>
                  <a:lnTo>
                    <a:pt x="1784" y="3487"/>
                  </a:lnTo>
                  <a:lnTo>
                    <a:pt x="1700" y="3483"/>
                  </a:lnTo>
                  <a:cubicBezTo>
                    <a:pt x="1596" y="3471"/>
                    <a:pt x="1488" y="3459"/>
                    <a:pt x="1376" y="3451"/>
                  </a:cubicBezTo>
                  <a:cubicBezTo>
                    <a:pt x="1277" y="3438"/>
                    <a:pt x="1178" y="3432"/>
                    <a:pt x="1079" y="3432"/>
                  </a:cubicBezTo>
                  <a:cubicBezTo>
                    <a:pt x="958" y="3432"/>
                    <a:pt x="837" y="3441"/>
                    <a:pt x="716" y="3459"/>
                  </a:cubicBezTo>
                  <a:cubicBezTo>
                    <a:pt x="604" y="3475"/>
                    <a:pt x="496" y="3515"/>
                    <a:pt x="400" y="3571"/>
                  </a:cubicBezTo>
                  <a:cubicBezTo>
                    <a:pt x="304" y="3627"/>
                    <a:pt x="224" y="3711"/>
                    <a:pt x="168" y="3807"/>
                  </a:cubicBezTo>
                  <a:cubicBezTo>
                    <a:pt x="160" y="3967"/>
                    <a:pt x="156" y="4131"/>
                    <a:pt x="164" y="4291"/>
                  </a:cubicBezTo>
                  <a:cubicBezTo>
                    <a:pt x="168" y="4371"/>
                    <a:pt x="172" y="4455"/>
                    <a:pt x="184" y="4535"/>
                  </a:cubicBezTo>
                  <a:cubicBezTo>
                    <a:pt x="192" y="4575"/>
                    <a:pt x="196" y="4615"/>
                    <a:pt x="204" y="4655"/>
                  </a:cubicBezTo>
                  <a:cubicBezTo>
                    <a:pt x="212" y="4695"/>
                    <a:pt x="220" y="4735"/>
                    <a:pt x="236" y="4775"/>
                  </a:cubicBezTo>
                  <a:cubicBezTo>
                    <a:pt x="240" y="4795"/>
                    <a:pt x="248" y="4819"/>
                    <a:pt x="256" y="4835"/>
                  </a:cubicBezTo>
                  <a:lnTo>
                    <a:pt x="280" y="4895"/>
                  </a:lnTo>
                  <a:lnTo>
                    <a:pt x="300" y="4947"/>
                  </a:lnTo>
                  <a:cubicBezTo>
                    <a:pt x="304" y="4963"/>
                    <a:pt x="308" y="4979"/>
                    <a:pt x="316" y="4999"/>
                  </a:cubicBezTo>
                  <a:cubicBezTo>
                    <a:pt x="324" y="5035"/>
                    <a:pt x="328" y="5071"/>
                    <a:pt x="332" y="5111"/>
                  </a:cubicBezTo>
                  <a:cubicBezTo>
                    <a:pt x="332" y="5147"/>
                    <a:pt x="332" y="5187"/>
                    <a:pt x="332" y="5223"/>
                  </a:cubicBezTo>
                  <a:cubicBezTo>
                    <a:pt x="328" y="5303"/>
                    <a:pt x="316" y="5379"/>
                    <a:pt x="300" y="5455"/>
                  </a:cubicBezTo>
                  <a:cubicBezTo>
                    <a:pt x="292" y="5491"/>
                    <a:pt x="280" y="5531"/>
                    <a:pt x="272" y="5567"/>
                  </a:cubicBezTo>
                  <a:cubicBezTo>
                    <a:pt x="260" y="5603"/>
                    <a:pt x="248" y="5643"/>
                    <a:pt x="236" y="5675"/>
                  </a:cubicBezTo>
                  <a:lnTo>
                    <a:pt x="200" y="5763"/>
                  </a:lnTo>
                  <a:lnTo>
                    <a:pt x="300" y="5755"/>
                  </a:lnTo>
                  <a:cubicBezTo>
                    <a:pt x="326" y="5753"/>
                    <a:pt x="352" y="5752"/>
                    <a:pt x="378" y="5752"/>
                  </a:cubicBezTo>
                  <a:cubicBezTo>
                    <a:pt x="555" y="5752"/>
                    <a:pt x="731" y="5799"/>
                    <a:pt x="884" y="5887"/>
                  </a:cubicBezTo>
                  <a:cubicBezTo>
                    <a:pt x="904" y="5899"/>
                    <a:pt x="924" y="5915"/>
                    <a:pt x="944" y="5927"/>
                  </a:cubicBezTo>
                  <a:cubicBezTo>
                    <a:pt x="964" y="5939"/>
                    <a:pt x="984" y="5963"/>
                    <a:pt x="1004" y="5979"/>
                  </a:cubicBezTo>
                  <a:lnTo>
                    <a:pt x="1012" y="5983"/>
                  </a:lnTo>
                  <a:cubicBezTo>
                    <a:pt x="1012" y="5983"/>
                    <a:pt x="1020" y="5987"/>
                    <a:pt x="1020" y="5991"/>
                  </a:cubicBezTo>
                  <a:lnTo>
                    <a:pt x="1044" y="6007"/>
                  </a:lnTo>
                  <a:cubicBezTo>
                    <a:pt x="1056" y="6015"/>
                    <a:pt x="1068" y="6027"/>
                    <a:pt x="1084" y="6031"/>
                  </a:cubicBezTo>
                  <a:cubicBezTo>
                    <a:pt x="1108" y="6047"/>
                    <a:pt x="1136" y="6063"/>
                    <a:pt x="1164" y="6071"/>
                  </a:cubicBezTo>
                  <a:cubicBezTo>
                    <a:pt x="1268" y="6115"/>
                    <a:pt x="1376" y="6147"/>
                    <a:pt x="1488" y="6171"/>
                  </a:cubicBezTo>
                  <a:cubicBezTo>
                    <a:pt x="1704" y="6223"/>
                    <a:pt x="1920" y="6259"/>
                    <a:pt x="2140" y="6287"/>
                  </a:cubicBezTo>
                  <a:cubicBezTo>
                    <a:pt x="2356" y="6319"/>
                    <a:pt x="2576" y="6339"/>
                    <a:pt x="2792" y="6359"/>
                  </a:cubicBezTo>
                  <a:cubicBezTo>
                    <a:pt x="3012" y="6375"/>
                    <a:pt x="3232" y="6387"/>
                    <a:pt x="3452" y="6391"/>
                  </a:cubicBezTo>
                  <a:cubicBezTo>
                    <a:pt x="3498" y="6392"/>
                    <a:pt x="3544" y="6393"/>
                    <a:pt x="3590" y="6393"/>
                  </a:cubicBezTo>
                  <a:cubicBezTo>
                    <a:pt x="3764" y="6393"/>
                    <a:pt x="3938" y="6382"/>
                    <a:pt x="4112" y="6363"/>
                  </a:cubicBezTo>
                  <a:cubicBezTo>
                    <a:pt x="4168" y="6355"/>
                    <a:pt x="4228" y="6339"/>
                    <a:pt x="4284" y="6323"/>
                  </a:cubicBezTo>
                  <a:cubicBezTo>
                    <a:pt x="4296" y="6315"/>
                    <a:pt x="4308" y="6311"/>
                    <a:pt x="4324" y="6303"/>
                  </a:cubicBezTo>
                  <a:lnTo>
                    <a:pt x="4332" y="6299"/>
                  </a:lnTo>
                  <a:lnTo>
                    <a:pt x="4336" y="6295"/>
                  </a:lnTo>
                  <a:lnTo>
                    <a:pt x="4340" y="6291"/>
                  </a:lnTo>
                  <a:lnTo>
                    <a:pt x="4360" y="6275"/>
                  </a:lnTo>
                  <a:cubicBezTo>
                    <a:pt x="4372" y="6263"/>
                    <a:pt x="4384" y="6255"/>
                    <a:pt x="4392" y="6243"/>
                  </a:cubicBezTo>
                  <a:lnTo>
                    <a:pt x="4420" y="6207"/>
                  </a:lnTo>
                  <a:cubicBezTo>
                    <a:pt x="4456" y="6155"/>
                    <a:pt x="4472" y="6095"/>
                    <a:pt x="4476" y="6035"/>
                  </a:cubicBezTo>
                  <a:cubicBezTo>
                    <a:pt x="4480" y="6007"/>
                    <a:pt x="4480" y="5979"/>
                    <a:pt x="4476" y="5951"/>
                  </a:cubicBezTo>
                  <a:lnTo>
                    <a:pt x="4476" y="5951"/>
                  </a:lnTo>
                  <a:lnTo>
                    <a:pt x="4528" y="5991"/>
                  </a:lnTo>
                  <a:cubicBezTo>
                    <a:pt x="4616" y="6059"/>
                    <a:pt x="4696" y="6135"/>
                    <a:pt x="4768" y="6219"/>
                  </a:cubicBezTo>
                  <a:cubicBezTo>
                    <a:pt x="4788" y="6243"/>
                    <a:pt x="4808" y="6275"/>
                    <a:pt x="4832" y="6307"/>
                  </a:cubicBezTo>
                  <a:cubicBezTo>
                    <a:pt x="4840" y="6319"/>
                    <a:pt x="4852" y="6339"/>
                    <a:pt x="4860" y="6355"/>
                  </a:cubicBezTo>
                  <a:cubicBezTo>
                    <a:pt x="4868" y="6375"/>
                    <a:pt x="4876" y="6391"/>
                    <a:pt x="4880" y="6411"/>
                  </a:cubicBezTo>
                  <a:cubicBezTo>
                    <a:pt x="4904" y="6495"/>
                    <a:pt x="4916" y="6587"/>
                    <a:pt x="4916" y="6675"/>
                  </a:cubicBezTo>
                  <a:cubicBezTo>
                    <a:pt x="4916" y="6783"/>
                    <a:pt x="4928" y="6895"/>
                    <a:pt x="4948" y="6999"/>
                  </a:cubicBezTo>
                  <a:cubicBezTo>
                    <a:pt x="4960" y="7063"/>
                    <a:pt x="4988" y="7123"/>
                    <a:pt x="5028" y="7175"/>
                  </a:cubicBezTo>
                  <a:cubicBezTo>
                    <a:pt x="5072" y="7235"/>
                    <a:pt x="5132" y="7275"/>
                    <a:pt x="5204" y="7295"/>
                  </a:cubicBezTo>
                  <a:cubicBezTo>
                    <a:pt x="5329" y="7327"/>
                    <a:pt x="5453" y="7347"/>
                    <a:pt x="5585" y="7371"/>
                  </a:cubicBezTo>
                  <a:cubicBezTo>
                    <a:pt x="5713" y="7399"/>
                    <a:pt x="5849" y="7419"/>
                    <a:pt x="5985" y="7447"/>
                  </a:cubicBezTo>
                  <a:cubicBezTo>
                    <a:pt x="6121" y="7475"/>
                    <a:pt x="6261" y="7503"/>
                    <a:pt x="6401" y="7543"/>
                  </a:cubicBezTo>
                  <a:cubicBezTo>
                    <a:pt x="6541" y="7579"/>
                    <a:pt x="6677" y="7635"/>
                    <a:pt x="6805" y="7707"/>
                  </a:cubicBezTo>
                  <a:cubicBezTo>
                    <a:pt x="6869" y="7747"/>
                    <a:pt x="6921" y="7795"/>
                    <a:pt x="6969" y="7851"/>
                  </a:cubicBezTo>
                  <a:cubicBezTo>
                    <a:pt x="6993" y="7883"/>
                    <a:pt x="7017" y="7915"/>
                    <a:pt x="7045" y="7947"/>
                  </a:cubicBezTo>
                  <a:cubicBezTo>
                    <a:pt x="7073" y="7979"/>
                    <a:pt x="7113" y="8007"/>
                    <a:pt x="7157" y="8019"/>
                  </a:cubicBezTo>
                  <a:cubicBezTo>
                    <a:pt x="7161" y="8019"/>
                    <a:pt x="7165" y="8020"/>
                    <a:pt x="7169" y="8020"/>
                  </a:cubicBezTo>
                  <a:cubicBezTo>
                    <a:pt x="7190" y="8020"/>
                    <a:pt x="7212" y="8011"/>
                    <a:pt x="7229" y="7995"/>
                  </a:cubicBezTo>
                  <a:cubicBezTo>
                    <a:pt x="7249" y="7979"/>
                    <a:pt x="7261" y="7959"/>
                    <a:pt x="7269" y="7939"/>
                  </a:cubicBezTo>
                  <a:cubicBezTo>
                    <a:pt x="7285" y="7903"/>
                    <a:pt x="7297" y="7863"/>
                    <a:pt x="7305" y="7819"/>
                  </a:cubicBezTo>
                  <a:cubicBezTo>
                    <a:pt x="7317" y="7739"/>
                    <a:pt x="7329" y="7659"/>
                    <a:pt x="7333" y="7579"/>
                  </a:cubicBezTo>
                  <a:cubicBezTo>
                    <a:pt x="7341" y="7499"/>
                    <a:pt x="7341" y="7415"/>
                    <a:pt x="7345" y="7335"/>
                  </a:cubicBezTo>
                  <a:cubicBezTo>
                    <a:pt x="7345" y="7295"/>
                    <a:pt x="7349" y="7255"/>
                    <a:pt x="7353" y="7215"/>
                  </a:cubicBezTo>
                  <a:cubicBezTo>
                    <a:pt x="7357" y="7175"/>
                    <a:pt x="7361" y="7135"/>
                    <a:pt x="7369" y="7099"/>
                  </a:cubicBezTo>
                  <a:cubicBezTo>
                    <a:pt x="7409" y="6943"/>
                    <a:pt x="7461" y="6787"/>
                    <a:pt x="7525" y="6635"/>
                  </a:cubicBezTo>
                  <a:cubicBezTo>
                    <a:pt x="7589" y="6483"/>
                    <a:pt x="7625" y="6315"/>
                    <a:pt x="7641" y="6147"/>
                  </a:cubicBezTo>
                  <a:cubicBezTo>
                    <a:pt x="7649" y="5975"/>
                    <a:pt x="7605" y="5803"/>
                    <a:pt x="7513" y="5655"/>
                  </a:cubicBezTo>
                  <a:cubicBezTo>
                    <a:pt x="7425" y="5527"/>
                    <a:pt x="7321" y="5415"/>
                    <a:pt x="7201" y="5315"/>
                  </a:cubicBezTo>
                  <a:lnTo>
                    <a:pt x="7201" y="5315"/>
                  </a:lnTo>
                  <a:cubicBezTo>
                    <a:pt x="7257" y="5327"/>
                    <a:pt x="7317" y="5331"/>
                    <a:pt x="7373" y="5335"/>
                  </a:cubicBezTo>
                  <a:cubicBezTo>
                    <a:pt x="7391" y="5337"/>
                    <a:pt x="7409" y="5338"/>
                    <a:pt x="7427" y="5338"/>
                  </a:cubicBezTo>
                  <a:cubicBezTo>
                    <a:pt x="7446" y="5338"/>
                    <a:pt x="7465" y="5337"/>
                    <a:pt x="7485" y="5335"/>
                  </a:cubicBezTo>
                  <a:cubicBezTo>
                    <a:pt x="7501" y="5335"/>
                    <a:pt x="7521" y="5335"/>
                    <a:pt x="7537" y="5331"/>
                  </a:cubicBezTo>
                  <a:cubicBezTo>
                    <a:pt x="7557" y="5327"/>
                    <a:pt x="7577" y="5323"/>
                    <a:pt x="7597" y="5315"/>
                  </a:cubicBezTo>
                  <a:cubicBezTo>
                    <a:pt x="7665" y="5291"/>
                    <a:pt x="7733" y="5263"/>
                    <a:pt x="7797" y="5227"/>
                  </a:cubicBezTo>
                  <a:cubicBezTo>
                    <a:pt x="7925" y="5159"/>
                    <a:pt x="8045" y="5087"/>
                    <a:pt x="8169" y="5011"/>
                  </a:cubicBezTo>
                  <a:lnTo>
                    <a:pt x="8533" y="4791"/>
                  </a:lnTo>
                  <a:cubicBezTo>
                    <a:pt x="8653" y="4715"/>
                    <a:pt x="8777" y="4639"/>
                    <a:pt x="8897" y="4571"/>
                  </a:cubicBezTo>
                  <a:cubicBezTo>
                    <a:pt x="8957" y="4535"/>
                    <a:pt x="9021" y="4499"/>
                    <a:pt x="9081" y="4471"/>
                  </a:cubicBezTo>
                  <a:cubicBezTo>
                    <a:pt x="9113" y="4455"/>
                    <a:pt x="9137" y="4439"/>
                    <a:pt x="9173" y="4427"/>
                  </a:cubicBezTo>
                  <a:lnTo>
                    <a:pt x="9273" y="4383"/>
                  </a:lnTo>
                  <a:cubicBezTo>
                    <a:pt x="9405" y="4315"/>
                    <a:pt x="9529" y="4227"/>
                    <a:pt x="9633" y="4119"/>
                  </a:cubicBezTo>
                  <a:cubicBezTo>
                    <a:pt x="9689" y="4071"/>
                    <a:pt x="9737" y="4019"/>
                    <a:pt x="9789" y="3963"/>
                  </a:cubicBezTo>
                  <a:cubicBezTo>
                    <a:pt x="9837" y="3907"/>
                    <a:pt x="9881" y="3855"/>
                    <a:pt x="9929" y="3795"/>
                  </a:cubicBezTo>
                  <a:lnTo>
                    <a:pt x="9973" y="3731"/>
                  </a:lnTo>
                  <a:lnTo>
                    <a:pt x="9905" y="3695"/>
                  </a:lnTo>
                  <a:cubicBezTo>
                    <a:pt x="9801" y="3635"/>
                    <a:pt x="9697" y="3571"/>
                    <a:pt x="9601" y="3499"/>
                  </a:cubicBezTo>
                  <a:cubicBezTo>
                    <a:pt x="9497" y="3431"/>
                    <a:pt x="9401" y="3355"/>
                    <a:pt x="9309" y="3275"/>
                  </a:cubicBezTo>
                  <a:cubicBezTo>
                    <a:pt x="9217" y="3199"/>
                    <a:pt x="9129" y="3111"/>
                    <a:pt x="9045" y="3023"/>
                  </a:cubicBezTo>
                  <a:cubicBezTo>
                    <a:pt x="9005" y="2979"/>
                    <a:pt x="8965" y="2931"/>
                    <a:pt x="8925" y="2883"/>
                  </a:cubicBezTo>
                  <a:lnTo>
                    <a:pt x="8861" y="2811"/>
                  </a:lnTo>
                  <a:lnTo>
                    <a:pt x="8793" y="2743"/>
                  </a:lnTo>
                  <a:cubicBezTo>
                    <a:pt x="8701" y="2655"/>
                    <a:pt x="8593" y="2587"/>
                    <a:pt x="8473" y="2539"/>
                  </a:cubicBezTo>
                  <a:cubicBezTo>
                    <a:pt x="8366" y="2494"/>
                    <a:pt x="8250" y="2474"/>
                    <a:pt x="8132" y="2474"/>
                  </a:cubicBezTo>
                  <a:cubicBezTo>
                    <a:pt x="8122" y="2474"/>
                    <a:pt x="8111" y="2474"/>
                    <a:pt x="8101" y="2474"/>
                  </a:cubicBezTo>
                  <a:cubicBezTo>
                    <a:pt x="7977" y="2482"/>
                    <a:pt x="7849" y="2503"/>
                    <a:pt x="7729" y="2535"/>
                  </a:cubicBezTo>
                  <a:cubicBezTo>
                    <a:pt x="7609" y="2571"/>
                    <a:pt x="7489" y="2611"/>
                    <a:pt x="7373" y="2655"/>
                  </a:cubicBezTo>
                  <a:cubicBezTo>
                    <a:pt x="7257" y="2703"/>
                    <a:pt x="7141" y="2747"/>
                    <a:pt x="7025" y="2787"/>
                  </a:cubicBezTo>
                  <a:cubicBezTo>
                    <a:pt x="6913" y="2823"/>
                    <a:pt x="6797" y="2847"/>
                    <a:pt x="6677" y="2855"/>
                  </a:cubicBezTo>
                  <a:cubicBezTo>
                    <a:pt x="6557" y="2855"/>
                    <a:pt x="6441" y="2835"/>
                    <a:pt x="6325" y="2803"/>
                  </a:cubicBezTo>
                  <a:cubicBezTo>
                    <a:pt x="6209" y="2775"/>
                    <a:pt x="6089" y="2739"/>
                    <a:pt x="5973" y="2703"/>
                  </a:cubicBezTo>
                  <a:cubicBezTo>
                    <a:pt x="5961" y="2699"/>
                    <a:pt x="5949" y="2699"/>
                    <a:pt x="5941" y="2695"/>
                  </a:cubicBezTo>
                  <a:cubicBezTo>
                    <a:pt x="6049" y="2591"/>
                    <a:pt x="6177" y="2507"/>
                    <a:pt x="6317" y="2446"/>
                  </a:cubicBezTo>
                  <a:cubicBezTo>
                    <a:pt x="6393" y="2414"/>
                    <a:pt x="6473" y="2394"/>
                    <a:pt x="6557" y="2390"/>
                  </a:cubicBezTo>
                  <a:lnTo>
                    <a:pt x="6625" y="2386"/>
                  </a:lnTo>
                  <a:cubicBezTo>
                    <a:pt x="6649" y="2386"/>
                    <a:pt x="6677" y="2378"/>
                    <a:pt x="6701" y="2374"/>
                  </a:cubicBezTo>
                  <a:cubicBezTo>
                    <a:pt x="6721" y="2370"/>
                    <a:pt x="6745" y="2362"/>
                    <a:pt x="6769" y="2354"/>
                  </a:cubicBezTo>
                  <a:cubicBezTo>
                    <a:pt x="6793" y="2350"/>
                    <a:pt x="6813" y="2338"/>
                    <a:pt x="6837" y="2326"/>
                  </a:cubicBezTo>
                  <a:cubicBezTo>
                    <a:pt x="6929" y="2282"/>
                    <a:pt x="7005" y="2206"/>
                    <a:pt x="7049" y="2118"/>
                  </a:cubicBezTo>
                  <a:cubicBezTo>
                    <a:pt x="7089" y="2022"/>
                    <a:pt x="7093" y="1914"/>
                    <a:pt x="7065" y="1818"/>
                  </a:cubicBezTo>
                  <a:cubicBezTo>
                    <a:pt x="7057" y="1794"/>
                    <a:pt x="7045" y="1770"/>
                    <a:pt x="7037" y="1746"/>
                  </a:cubicBezTo>
                  <a:cubicBezTo>
                    <a:pt x="7029" y="1722"/>
                    <a:pt x="7013" y="1702"/>
                    <a:pt x="7001" y="1682"/>
                  </a:cubicBezTo>
                  <a:cubicBezTo>
                    <a:pt x="7001" y="1678"/>
                    <a:pt x="6997" y="1674"/>
                    <a:pt x="6997" y="1670"/>
                  </a:cubicBezTo>
                  <a:lnTo>
                    <a:pt x="6993" y="1662"/>
                  </a:lnTo>
                  <a:lnTo>
                    <a:pt x="6981" y="1650"/>
                  </a:lnTo>
                  <a:lnTo>
                    <a:pt x="6961" y="1622"/>
                  </a:lnTo>
                  <a:cubicBezTo>
                    <a:pt x="6949" y="1606"/>
                    <a:pt x="6933" y="1586"/>
                    <a:pt x="6913" y="1570"/>
                  </a:cubicBezTo>
                  <a:cubicBezTo>
                    <a:pt x="6849" y="1502"/>
                    <a:pt x="6781" y="1442"/>
                    <a:pt x="6705" y="1386"/>
                  </a:cubicBezTo>
                  <a:cubicBezTo>
                    <a:pt x="6557" y="1282"/>
                    <a:pt x="6401" y="1194"/>
                    <a:pt x="6253" y="1102"/>
                  </a:cubicBezTo>
                  <a:cubicBezTo>
                    <a:pt x="6181" y="1054"/>
                    <a:pt x="6109" y="1006"/>
                    <a:pt x="6041" y="950"/>
                  </a:cubicBezTo>
                  <a:lnTo>
                    <a:pt x="5997" y="906"/>
                  </a:lnTo>
                  <a:cubicBezTo>
                    <a:pt x="5985" y="890"/>
                    <a:pt x="5969" y="874"/>
                    <a:pt x="5957" y="858"/>
                  </a:cubicBezTo>
                  <a:lnTo>
                    <a:pt x="5881" y="746"/>
                  </a:lnTo>
                  <a:cubicBezTo>
                    <a:pt x="5833" y="670"/>
                    <a:pt x="5777" y="598"/>
                    <a:pt x="5717" y="534"/>
                  </a:cubicBezTo>
                  <a:cubicBezTo>
                    <a:pt x="5657" y="466"/>
                    <a:pt x="5589" y="406"/>
                    <a:pt x="5513" y="358"/>
                  </a:cubicBezTo>
                  <a:cubicBezTo>
                    <a:pt x="5433" y="310"/>
                    <a:pt x="5353" y="270"/>
                    <a:pt x="5265" y="242"/>
                  </a:cubicBezTo>
                  <a:cubicBezTo>
                    <a:pt x="5180" y="214"/>
                    <a:pt x="5088" y="194"/>
                    <a:pt x="5000" y="182"/>
                  </a:cubicBezTo>
                  <a:lnTo>
                    <a:pt x="4964" y="178"/>
                  </a:lnTo>
                  <a:lnTo>
                    <a:pt x="4960" y="222"/>
                  </a:lnTo>
                  <a:cubicBezTo>
                    <a:pt x="4956" y="238"/>
                    <a:pt x="4952" y="250"/>
                    <a:pt x="4944" y="262"/>
                  </a:cubicBezTo>
                  <a:cubicBezTo>
                    <a:pt x="4932" y="278"/>
                    <a:pt x="4920" y="290"/>
                    <a:pt x="4908" y="298"/>
                  </a:cubicBezTo>
                  <a:cubicBezTo>
                    <a:pt x="4872" y="318"/>
                    <a:pt x="4836" y="330"/>
                    <a:pt x="4796" y="334"/>
                  </a:cubicBezTo>
                  <a:cubicBezTo>
                    <a:pt x="4773" y="339"/>
                    <a:pt x="4748" y="341"/>
                    <a:pt x="4724" y="341"/>
                  </a:cubicBezTo>
                  <a:cubicBezTo>
                    <a:pt x="4706" y="341"/>
                    <a:pt x="4689" y="340"/>
                    <a:pt x="4672" y="338"/>
                  </a:cubicBezTo>
                  <a:cubicBezTo>
                    <a:pt x="4628" y="338"/>
                    <a:pt x="4584" y="330"/>
                    <a:pt x="4536" y="330"/>
                  </a:cubicBezTo>
                  <a:cubicBezTo>
                    <a:pt x="4520" y="330"/>
                    <a:pt x="4504" y="329"/>
                    <a:pt x="4487" y="329"/>
                  </a:cubicBezTo>
                  <a:cubicBezTo>
                    <a:pt x="4409" y="329"/>
                    <a:pt x="4332" y="337"/>
                    <a:pt x="4252" y="350"/>
                  </a:cubicBezTo>
                  <a:cubicBezTo>
                    <a:pt x="4068" y="378"/>
                    <a:pt x="3888" y="438"/>
                    <a:pt x="3720" y="518"/>
                  </a:cubicBezTo>
                  <a:cubicBezTo>
                    <a:pt x="3632" y="558"/>
                    <a:pt x="3548" y="614"/>
                    <a:pt x="3476" y="678"/>
                  </a:cubicBezTo>
                  <a:cubicBezTo>
                    <a:pt x="3436" y="714"/>
                    <a:pt x="3400" y="762"/>
                    <a:pt x="3380" y="814"/>
                  </a:cubicBezTo>
                  <a:cubicBezTo>
                    <a:pt x="3368" y="846"/>
                    <a:pt x="3364" y="882"/>
                    <a:pt x="3368" y="914"/>
                  </a:cubicBezTo>
                  <a:lnTo>
                    <a:pt x="3376" y="982"/>
                  </a:lnTo>
                  <a:cubicBezTo>
                    <a:pt x="3384" y="1078"/>
                    <a:pt x="3400" y="1166"/>
                    <a:pt x="3412" y="1254"/>
                  </a:cubicBezTo>
                  <a:lnTo>
                    <a:pt x="3508" y="1790"/>
                  </a:lnTo>
                  <a:cubicBezTo>
                    <a:pt x="3524" y="1878"/>
                    <a:pt x="3540" y="1970"/>
                    <a:pt x="3544" y="2050"/>
                  </a:cubicBezTo>
                  <a:cubicBezTo>
                    <a:pt x="3548" y="2070"/>
                    <a:pt x="3548" y="2094"/>
                    <a:pt x="3544" y="2114"/>
                  </a:cubicBezTo>
                  <a:cubicBezTo>
                    <a:pt x="3544" y="2134"/>
                    <a:pt x="3544" y="2154"/>
                    <a:pt x="3544" y="2178"/>
                  </a:cubicBezTo>
                  <a:lnTo>
                    <a:pt x="3544" y="2190"/>
                  </a:lnTo>
                  <a:cubicBezTo>
                    <a:pt x="3440" y="2058"/>
                    <a:pt x="3360" y="1910"/>
                    <a:pt x="3300" y="1754"/>
                  </a:cubicBezTo>
                  <a:cubicBezTo>
                    <a:pt x="3264" y="1662"/>
                    <a:pt x="3240" y="1570"/>
                    <a:pt x="3220" y="1474"/>
                  </a:cubicBezTo>
                  <a:lnTo>
                    <a:pt x="3168" y="1182"/>
                  </a:lnTo>
                  <a:cubicBezTo>
                    <a:pt x="3148" y="1082"/>
                    <a:pt x="3124" y="982"/>
                    <a:pt x="3092" y="886"/>
                  </a:cubicBezTo>
                  <a:cubicBezTo>
                    <a:pt x="3060" y="786"/>
                    <a:pt x="3016" y="690"/>
                    <a:pt x="2960" y="602"/>
                  </a:cubicBezTo>
                  <a:cubicBezTo>
                    <a:pt x="2900" y="514"/>
                    <a:pt x="2828" y="434"/>
                    <a:pt x="2748" y="370"/>
                  </a:cubicBezTo>
                  <a:cubicBezTo>
                    <a:pt x="2668" y="302"/>
                    <a:pt x="2580" y="246"/>
                    <a:pt x="2488" y="198"/>
                  </a:cubicBezTo>
                  <a:cubicBezTo>
                    <a:pt x="2464" y="190"/>
                    <a:pt x="2444" y="178"/>
                    <a:pt x="2416" y="166"/>
                  </a:cubicBezTo>
                  <a:cubicBezTo>
                    <a:pt x="2388" y="154"/>
                    <a:pt x="2372" y="146"/>
                    <a:pt x="2344" y="138"/>
                  </a:cubicBezTo>
                  <a:cubicBezTo>
                    <a:pt x="2296" y="122"/>
                    <a:pt x="2244" y="106"/>
                    <a:pt x="2196" y="94"/>
                  </a:cubicBezTo>
                  <a:cubicBezTo>
                    <a:pt x="2096" y="70"/>
                    <a:pt x="1996" y="54"/>
                    <a:pt x="1896" y="42"/>
                  </a:cubicBezTo>
                  <a:cubicBezTo>
                    <a:pt x="1696" y="18"/>
                    <a:pt x="1496" y="10"/>
                    <a:pt x="1296" y="6"/>
                  </a:cubicBezTo>
                  <a:cubicBezTo>
                    <a:pt x="1196" y="2"/>
                    <a:pt x="1096" y="0"/>
                    <a:pt x="9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65"/>
            <p:cNvSpPr/>
            <p:nvPr/>
          </p:nvSpPr>
          <p:spPr>
            <a:xfrm flipH="1">
              <a:off x="7607507" y="1881622"/>
              <a:ext cx="496653" cy="324781"/>
            </a:xfrm>
            <a:custGeom>
              <a:avLst/>
              <a:gdLst/>
              <a:ahLst/>
              <a:cxnLst/>
              <a:rect l="l" t="t" r="r" b="b"/>
              <a:pathLst>
                <a:path w="3693" h="2415" extrusionOk="0">
                  <a:moveTo>
                    <a:pt x="95" y="1098"/>
                  </a:moveTo>
                  <a:lnTo>
                    <a:pt x="95" y="1098"/>
                  </a:lnTo>
                  <a:cubicBezTo>
                    <a:pt x="83" y="1131"/>
                    <a:pt x="79" y="1167"/>
                    <a:pt x="84" y="1204"/>
                  </a:cubicBezTo>
                  <a:cubicBezTo>
                    <a:pt x="91" y="1168"/>
                    <a:pt x="94" y="1133"/>
                    <a:pt x="95" y="1098"/>
                  </a:cubicBezTo>
                  <a:close/>
                  <a:moveTo>
                    <a:pt x="499" y="0"/>
                  </a:moveTo>
                  <a:cubicBezTo>
                    <a:pt x="368" y="0"/>
                    <a:pt x="243" y="28"/>
                    <a:pt x="148" y="116"/>
                  </a:cubicBezTo>
                  <a:cubicBezTo>
                    <a:pt x="12" y="244"/>
                    <a:pt x="0" y="456"/>
                    <a:pt x="32" y="644"/>
                  </a:cubicBezTo>
                  <a:cubicBezTo>
                    <a:pt x="55" y="793"/>
                    <a:pt x="99" y="945"/>
                    <a:pt x="95" y="1098"/>
                  </a:cubicBezTo>
                  <a:lnTo>
                    <a:pt x="95" y="1098"/>
                  </a:lnTo>
                  <a:cubicBezTo>
                    <a:pt x="112" y="1051"/>
                    <a:pt x="145" y="1011"/>
                    <a:pt x="192" y="988"/>
                  </a:cubicBezTo>
                  <a:lnTo>
                    <a:pt x="192" y="988"/>
                  </a:lnTo>
                  <a:cubicBezTo>
                    <a:pt x="244" y="1104"/>
                    <a:pt x="192" y="1240"/>
                    <a:pt x="152" y="1364"/>
                  </a:cubicBezTo>
                  <a:cubicBezTo>
                    <a:pt x="112" y="1488"/>
                    <a:pt x="104" y="1648"/>
                    <a:pt x="212" y="1724"/>
                  </a:cubicBezTo>
                  <a:lnTo>
                    <a:pt x="212" y="1748"/>
                  </a:lnTo>
                  <a:cubicBezTo>
                    <a:pt x="276" y="1500"/>
                    <a:pt x="464" y="1304"/>
                    <a:pt x="708" y="1228"/>
                  </a:cubicBezTo>
                  <a:lnTo>
                    <a:pt x="708" y="1228"/>
                  </a:lnTo>
                  <a:cubicBezTo>
                    <a:pt x="660" y="1484"/>
                    <a:pt x="540" y="1716"/>
                    <a:pt x="356" y="1900"/>
                  </a:cubicBezTo>
                  <a:lnTo>
                    <a:pt x="1276" y="1912"/>
                  </a:lnTo>
                  <a:cubicBezTo>
                    <a:pt x="1302" y="1912"/>
                    <a:pt x="1328" y="1913"/>
                    <a:pt x="1353" y="1913"/>
                  </a:cubicBezTo>
                  <a:cubicBezTo>
                    <a:pt x="1519" y="1913"/>
                    <a:pt x="1688" y="1896"/>
                    <a:pt x="1816" y="1800"/>
                  </a:cubicBezTo>
                  <a:lnTo>
                    <a:pt x="1816" y="1800"/>
                  </a:lnTo>
                  <a:cubicBezTo>
                    <a:pt x="1684" y="1984"/>
                    <a:pt x="1484" y="2104"/>
                    <a:pt x="1260" y="2136"/>
                  </a:cubicBezTo>
                  <a:lnTo>
                    <a:pt x="3276" y="2408"/>
                  </a:lnTo>
                  <a:cubicBezTo>
                    <a:pt x="3299" y="2412"/>
                    <a:pt x="3321" y="2415"/>
                    <a:pt x="3343" y="2415"/>
                  </a:cubicBezTo>
                  <a:cubicBezTo>
                    <a:pt x="3377" y="2415"/>
                    <a:pt x="3411" y="2409"/>
                    <a:pt x="3444" y="2400"/>
                  </a:cubicBezTo>
                  <a:cubicBezTo>
                    <a:pt x="3532" y="2368"/>
                    <a:pt x="3572" y="2268"/>
                    <a:pt x="3604" y="2176"/>
                  </a:cubicBezTo>
                  <a:lnTo>
                    <a:pt x="3692" y="1916"/>
                  </a:lnTo>
                  <a:lnTo>
                    <a:pt x="3496" y="2068"/>
                  </a:lnTo>
                  <a:cubicBezTo>
                    <a:pt x="3552" y="1996"/>
                    <a:pt x="3500" y="1888"/>
                    <a:pt x="3428" y="1832"/>
                  </a:cubicBezTo>
                  <a:cubicBezTo>
                    <a:pt x="3356" y="1776"/>
                    <a:pt x="3268" y="1740"/>
                    <a:pt x="3220" y="1664"/>
                  </a:cubicBezTo>
                  <a:cubicBezTo>
                    <a:pt x="3152" y="1564"/>
                    <a:pt x="3172" y="1436"/>
                    <a:pt x="3168" y="1316"/>
                  </a:cubicBezTo>
                  <a:cubicBezTo>
                    <a:pt x="3164" y="1156"/>
                    <a:pt x="3116" y="996"/>
                    <a:pt x="3024" y="860"/>
                  </a:cubicBezTo>
                  <a:cubicBezTo>
                    <a:pt x="3021" y="980"/>
                    <a:pt x="2923" y="1071"/>
                    <a:pt x="2809" y="1071"/>
                  </a:cubicBezTo>
                  <a:cubicBezTo>
                    <a:pt x="2790" y="1071"/>
                    <a:pt x="2771" y="1069"/>
                    <a:pt x="2752" y="1064"/>
                  </a:cubicBezTo>
                  <a:cubicBezTo>
                    <a:pt x="2796" y="924"/>
                    <a:pt x="2864" y="792"/>
                    <a:pt x="2952" y="680"/>
                  </a:cubicBezTo>
                  <a:lnTo>
                    <a:pt x="2952" y="680"/>
                  </a:lnTo>
                  <a:cubicBezTo>
                    <a:pt x="2360" y="836"/>
                    <a:pt x="1748" y="936"/>
                    <a:pt x="1132" y="972"/>
                  </a:cubicBezTo>
                  <a:cubicBezTo>
                    <a:pt x="1096" y="820"/>
                    <a:pt x="1220" y="668"/>
                    <a:pt x="1364" y="600"/>
                  </a:cubicBezTo>
                  <a:cubicBezTo>
                    <a:pt x="1504" y="536"/>
                    <a:pt x="1668" y="532"/>
                    <a:pt x="1824" y="508"/>
                  </a:cubicBezTo>
                  <a:cubicBezTo>
                    <a:pt x="1980" y="484"/>
                    <a:pt x="2144" y="424"/>
                    <a:pt x="2228" y="292"/>
                  </a:cubicBezTo>
                  <a:lnTo>
                    <a:pt x="2228" y="292"/>
                  </a:lnTo>
                  <a:cubicBezTo>
                    <a:pt x="2080" y="324"/>
                    <a:pt x="1924" y="336"/>
                    <a:pt x="1772" y="340"/>
                  </a:cubicBezTo>
                  <a:cubicBezTo>
                    <a:pt x="1640" y="340"/>
                    <a:pt x="1464" y="284"/>
                    <a:pt x="1480" y="152"/>
                  </a:cubicBezTo>
                  <a:lnTo>
                    <a:pt x="768" y="28"/>
                  </a:lnTo>
                  <a:cubicBezTo>
                    <a:pt x="681" y="13"/>
                    <a:pt x="589" y="0"/>
                    <a:pt x="4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65"/>
            <p:cNvSpPr/>
            <p:nvPr/>
          </p:nvSpPr>
          <p:spPr>
            <a:xfrm flipH="1">
              <a:off x="7160479" y="2019604"/>
              <a:ext cx="410045" cy="386510"/>
            </a:xfrm>
            <a:custGeom>
              <a:avLst/>
              <a:gdLst/>
              <a:ahLst/>
              <a:cxnLst/>
              <a:rect l="l" t="t" r="r" b="b"/>
              <a:pathLst>
                <a:path w="3049" h="2874" extrusionOk="0">
                  <a:moveTo>
                    <a:pt x="4" y="210"/>
                  </a:moveTo>
                  <a:lnTo>
                    <a:pt x="0" y="258"/>
                  </a:lnTo>
                  <a:cubicBezTo>
                    <a:pt x="3" y="257"/>
                    <a:pt x="6" y="257"/>
                    <a:pt x="9" y="257"/>
                  </a:cubicBezTo>
                  <a:cubicBezTo>
                    <a:pt x="9" y="257"/>
                    <a:pt x="10" y="257"/>
                    <a:pt x="10" y="257"/>
                  </a:cubicBezTo>
                  <a:lnTo>
                    <a:pt x="10" y="257"/>
                  </a:lnTo>
                  <a:cubicBezTo>
                    <a:pt x="8" y="241"/>
                    <a:pt x="6" y="226"/>
                    <a:pt x="4" y="210"/>
                  </a:cubicBezTo>
                  <a:close/>
                  <a:moveTo>
                    <a:pt x="452" y="0"/>
                  </a:moveTo>
                  <a:cubicBezTo>
                    <a:pt x="436" y="0"/>
                    <a:pt x="420" y="4"/>
                    <a:pt x="408" y="10"/>
                  </a:cubicBezTo>
                  <a:cubicBezTo>
                    <a:pt x="380" y="34"/>
                    <a:pt x="364" y="70"/>
                    <a:pt x="368" y="106"/>
                  </a:cubicBezTo>
                  <a:cubicBezTo>
                    <a:pt x="364" y="290"/>
                    <a:pt x="436" y="466"/>
                    <a:pt x="568" y="598"/>
                  </a:cubicBezTo>
                  <a:cubicBezTo>
                    <a:pt x="676" y="702"/>
                    <a:pt x="816" y="766"/>
                    <a:pt x="929" y="866"/>
                  </a:cubicBezTo>
                  <a:cubicBezTo>
                    <a:pt x="1041" y="966"/>
                    <a:pt x="1129" y="1122"/>
                    <a:pt x="1073" y="1262"/>
                  </a:cubicBezTo>
                  <a:cubicBezTo>
                    <a:pt x="929" y="942"/>
                    <a:pt x="456" y="894"/>
                    <a:pt x="284" y="586"/>
                  </a:cubicBezTo>
                  <a:cubicBezTo>
                    <a:pt x="210" y="456"/>
                    <a:pt x="155" y="258"/>
                    <a:pt x="10" y="257"/>
                  </a:cubicBezTo>
                  <a:lnTo>
                    <a:pt x="10" y="257"/>
                  </a:lnTo>
                  <a:cubicBezTo>
                    <a:pt x="37" y="493"/>
                    <a:pt x="72" y="728"/>
                    <a:pt x="184" y="938"/>
                  </a:cubicBezTo>
                  <a:cubicBezTo>
                    <a:pt x="348" y="1246"/>
                    <a:pt x="660" y="1458"/>
                    <a:pt x="824" y="1766"/>
                  </a:cubicBezTo>
                  <a:cubicBezTo>
                    <a:pt x="920" y="1950"/>
                    <a:pt x="973" y="2174"/>
                    <a:pt x="1141" y="2294"/>
                  </a:cubicBezTo>
                  <a:cubicBezTo>
                    <a:pt x="1251" y="2371"/>
                    <a:pt x="1384" y="2385"/>
                    <a:pt x="1520" y="2385"/>
                  </a:cubicBezTo>
                  <a:cubicBezTo>
                    <a:pt x="1598" y="2385"/>
                    <a:pt x="1677" y="2381"/>
                    <a:pt x="1754" y="2381"/>
                  </a:cubicBezTo>
                  <a:cubicBezTo>
                    <a:pt x="1772" y="2381"/>
                    <a:pt x="1790" y="2381"/>
                    <a:pt x="1809" y="2382"/>
                  </a:cubicBezTo>
                  <a:cubicBezTo>
                    <a:pt x="2189" y="2394"/>
                    <a:pt x="2541" y="2574"/>
                    <a:pt x="2773" y="2874"/>
                  </a:cubicBezTo>
                  <a:cubicBezTo>
                    <a:pt x="2793" y="2690"/>
                    <a:pt x="2729" y="2510"/>
                    <a:pt x="2605" y="2374"/>
                  </a:cubicBezTo>
                  <a:cubicBezTo>
                    <a:pt x="2521" y="2282"/>
                    <a:pt x="2409" y="2218"/>
                    <a:pt x="2325" y="2122"/>
                  </a:cubicBezTo>
                  <a:cubicBezTo>
                    <a:pt x="2241" y="2030"/>
                    <a:pt x="2185" y="1890"/>
                    <a:pt x="2245" y="1782"/>
                  </a:cubicBezTo>
                  <a:lnTo>
                    <a:pt x="2245" y="1782"/>
                  </a:lnTo>
                  <a:cubicBezTo>
                    <a:pt x="2361" y="2022"/>
                    <a:pt x="2549" y="2222"/>
                    <a:pt x="2785" y="2350"/>
                  </a:cubicBezTo>
                  <a:cubicBezTo>
                    <a:pt x="2797" y="2226"/>
                    <a:pt x="2865" y="2118"/>
                    <a:pt x="2917" y="2006"/>
                  </a:cubicBezTo>
                  <a:cubicBezTo>
                    <a:pt x="3049" y="1702"/>
                    <a:pt x="3041" y="1350"/>
                    <a:pt x="2889" y="1054"/>
                  </a:cubicBezTo>
                  <a:cubicBezTo>
                    <a:pt x="2733" y="754"/>
                    <a:pt x="2445" y="538"/>
                    <a:pt x="2141" y="390"/>
                  </a:cubicBezTo>
                  <a:cubicBezTo>
                    <a:pt x="1905" y="274"/>
                    <a:pt x="1657" y="190"/>
                    <a:pt x="1397" y="138"/>
                  </a:cubicBezTo>
                  <a:lnTo>
                    <a:pt x="1397" y="138"/>
                  </a:lnTo>
                  <a:cubicBezTo>
                    <a:pt x="1381" y="250"/>
                    <a:pt x="1461" y="350"/>
                    <a:pt x="1553" y="414"/>
                  </a:cubicBezTo>
                  <a:cubicBezTo>
                    <a:pt x="1645" y="478"/>
                    <a:pt x="1753" y="518"/>
                    <a:pt x="1833" y="590"/>
                  </a:cubicBezTo>
                  <a:cubicBezTo>
                    <a:pt x="2045" y="778"/>
                    <a:pt x="2033" y="1106"/>
                    <a:pt x="2001" y="1386"/>
                  </a:cubicBezTo>
                  <a:cubicBezTo>
                    <a:pt x="1893" y="970"/>
                    <a:pt x="1413" y="794"/>
                    <a:pt x="1105" y="494"/>
                  </a:cubicBezTo>
                  <a:cubicBezTo>
                    <a:pt x="908" y="302"/>
                    <a:pt x="744" y="26"/>
                    <a:pt x="468" y="2"/>
                  </a:cubicBezTo>
                  <a:cubicBezTo>
                    <a:pt x="463" y="1"/>
                    <a:pt x="457" y="0"/>
                    <a:pt x="4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65"/>
            <p:cNvSpPr/>
            <p:nvPr/>
          </p:nvSpPr>
          <p:spPr>
            <a:xfrm flipH="1">
              <a:off x="6888560" y="1771087"/>
              <a:ext cx="464915" cy="315636"/>
            </a:xfrm>
            <a:custGeom>
              <a:avLst/>
              <a:gdLst/>
              <a:ahLst/>
              <a:cxnLst/>
              <a:rect l="l" t="t" r="r" b="b"/>
              <a:pathLst>
                <a:path w="3457" h="2347" extrusionOk="0">
                  <a:moveTo>
                    <a:pt x="3390" y="980"/>
                  </a:moveTo>
                  <a:lnTo>
                    <a:pt x="3390" y="980"/>
                  </a:lnTo>
                  <a:cubicBezTo>
                    <a:pt x="3411" y="999"/>
                    <a:pt x="3433" y="1018"/>
                    <a:pt x="3457" y="1035"/>
                  </a:cubicBezTo>
                  <a:cubicBezTo>
                    <a:pt x="3436" y="1015"/>
                    <a:pt x="3414" y="996"/>
                    <a:pt x="3390" y="980"/>
                  </a:cubicBezTo>
                  <a:close/>
                  <a:moveTo>
                    <a:pt x="2308" y="0"/>
                  </a:moveTo>
                  <a:cubicBezTo>
                    <a:pt x="2287" y="0"/>
                    <a:pt x="2266" y="1"/>
                    <a:pt x="2245" y="3"/>
                  </a:cubicBezTo>
                  <a:cubicBezTo>
                    <a:pt x="2197" y="3"/>
                    <a:pt x="2149" y="15"/>
                    <a:pt x="2101" y="39"/>
                  </a:cubicBezTo>
                  <a:cubicBezTo>
                    <a:pt x="2041" y="79"/>
                    <a:pt x="1985" y="127"/>
                    <a:pt x="1941" y="187"/>
                  </a:cubicBezTo>
                  <a:cubicBezTo>
                    <a:pt x="1630" y="542"/>
                    <a:pt x="1157" y="699"/>
                    <a:pt x="679" y="699"/>
                  </a:cubicBezTo>
                  <a:cubicBezTo>
                    <a:pt x="468" y="699"/>
                    <a:pt x="256" y="668"/>
                    <a:pt x="57" y="611"/>
                  </a:cubicBezTo>
                  <a:lnTo>
                    <a:pt x="57" y="611"/>
                  </a:lnTo>
                  <a:cubicBezTo>
                    <a:pt x="351" y="875"/>
                    <a:pt x="730" y="1022"/>
                    <a:pt x="1122" y="1022"/>
                  </a:cubicBezTo>
                  <a:cubicBezTo>
                    <a:pt x="1156" y="1022"/>
                    <a:pt x="1190" y="1021"/>
                    <a:pt x="1225" y="1019"/>
                  </a:cubicBezTo>
                  <a:lnTo>
                    <a:pt x="1225" y="1019"/>
                  </a:lnTo>
                  <a:cubicBezTo>
                    <a:pt x="1096" y="1086"/>
                    <a:pt x="951" y="1122"/>
                    <a:pt x="805" y="1122"/>
                  </a:cubicBezTo>
                  <a:cubicBezTo>
                    <a:pt x="778" y="1122"/>
                    <a:pt x="751" y="1121"/>
                    <a:pt x="725" y="1119"/>
                  </a:cubicBezTo>
                  <a:lnTo>
                    <a:pt x="725" y="1119"/>
                  </a:lnTo>
                  <a:cubicBezTo>
                    <a:pt x="937" y="1320"/>
                    <a:pt x="1221" y="1435"/>
                    <a:pt x="1515" y="1435"/>
                  </a:cubicBezTo>
                  <a:cubicBezTo>
                    <a:pt x="1525" y="1435"/>
                    <a:pt x="1535" y="1435"/>
                    <a:pt x="1545" y="1435"/>
                  </a:cubicBezTo>
                  <a:lnTo>
                    <a:pt x="1545" y="1435"/>
                  </a:lnTo>
                  <a:cubicBezTo>
                    <a:pt x="1350" y="1489"/>
                    <a:pt x="1201" y="1687"/>
                    <a:pt x="1002" y="1687"/>
                  </a:cubicBezTo>
                  <a:cubicBezTo>
                    <a:pt x="996" y="1687"/>
                    <a:pt x="990" y="1687"/>
                    <a:pt x="985" y="1687"/>
                  </a:cubicBezTo>
                  <a:cubicBezTo>
                    <a:pt x="905" y="1675"/>
                    <a:pt x="829" y="1647"/>
                    <a:pt x="761" y="1603"/>
                  </a:cubicBezTo>
                  <a:lnTo>
                    <a:pt x="157" y="1271"/>
                  </a:lnTo>
                  <a:lnTo>
                    <a:pt x="1" y="1283"/>
                  </a:lnTo>
                  <a:cubicBezTo>
                    <a:pt x="193" y="1307"/>
                    <a:pt x="333" y="1467"/>
                    <a:pt x="457" y="1619"/>
                  </a:cubicBezTo>
                  <a:cubicBezTo>
                    <a:pt x="752" y="1973"/>
                    <a:pt x="1121" y="2347"/>
                    <a:pt x="1579" y="2347"/>
                  </a:cubicBezTo>
                  <a:cubicBezTo>
                    <a:pt x="1586" y="2347"/>
                    <a:pt x="1593" y="2347"/>
                    <a:pt x="1601" y="2347"/>
                  </a:cubicBezTo>
                  <a:cubicBezTo>
                    <a:pt x="1633" y="2347"/>
                    <a:pt x="1665" y="2343"/>
                    <a:pt x="1693" y="2331"/>
                  </a:cubicBezTo>
                  <a:cubicBezTo>
                    <a:pt x="1737" y="2303"/>
                    <a:pt x="1773" y="2263"/>
                    <a:pt x="1797" y="2219"/>
                  </a:cubicBezTo>
                  <a:cubicBezTo>
                    <a:pt x="1993" y="1947"/>
                    <a:pt x="2357" y="1875"/>
                    <a:pt x="2669" y="1755"/>
                  </a:cubicBezTo>
                  <a:cubicBezTo>
                    <a:pt x="2957" y="1643"/>
                    <a:pt x="3217" y="1475"/>
                    <a:pt x="3433" y="1259"/>
                  </a:cubicBezTo>
                  <a:lnTo>
                    <a:pt x="3433" y="1259"/>
                  </a:lnTo>
                  <a:cubicBezTo>
                    <a:pt x="3408" y="1261"/>
                    <a:pt x="3383" y="1262"/>
                    <a:pt x="3359" y="1262"/>
                  </a:cubicBezTo>
                  <a:cubicBezTo>
                    <a:pt x="3254" y="1262"/>
                    <a:pt x="3150" y="1242"/>
                    <a:pt x="3053" y="1207"/>
                  </a:cubicBezTo>
                  <a:cubicBezTo>
                    <a:pt x="2933" y="1159"/>
                    <a:pt x="2833" y="1047"/>
                    <a:pt x="2829" y="919"/>
                  </a:cubicBezTo>
                  <a:lnTo>
                    <a:pt x="2829" y="919"/>
                  </a:lnTo>
                  <a:lnTo>
                    <a:pt x="3385" y="1195"/>
                  </a:lnTo>
                  <a:cubicBezTo>
                    <a:pt x="3305" y="1103"/>
                    <a:pt x="3237" y="1003"/>
                    <a:pt x="3185" y="891"/>
                  </a:cubicBezTo>
                  <a:lnTo>
                    <a:pt x="3185" y="891"/>
                  </a:lnTo>
                  <a:cubicBezTo>
                    <a:pt x="3260" y="905"/>
                    <a:pt x="3329" y="936"/>
                    <a:pt x="3390" y="980"/>
                  </a:cubicBezTo>
                  <a:lnTo>
                    <a:pt x="3390" y="980"/>
                  </a:lnTo>
                  <a:cubicBezTo>
                    <a:pt x="3190" y="791"/>
                    <a:pt x="3114" y="489"/>
                    <a:pt x="2929" y="279"/>
                  </a:cubicBezTo>
                  <a:cubicBezTo>
                    <a:pt x="2771" y="102"/>
                    <a:pt x="2545" y="0"/>
                    <a:pt x="23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65"/>
            <p:cNvSpPr/>
            <p:nvPr/>
          </p:nvSpPr>
          <p:spPr>
            <a:xfrm flipH="1">
              <a:off x="7253543" y="1450194"/>
              <a:ext cx="410045" cy="309853"/>
            </a:xfrm>
            <a:custGeom>
              <a:avLst/>
              <a:gdLst/>
              <a:ahLst/>
              <a:cxnLst/>
              <a:rect l="l" t="t" r="r" b="b"/>
              <a:pathLst>
                <a:path w="3049" h="2304" extrusionOk="0">
                  <a:moveTo>
                    <a:pt x="2223" y="2131"/>
                  </a:moveTo>
                  <a:lnTo>
                    <a:pt x="2223" y="2131"/>
                  </a:lnTo>
                  <a:cubicBezTo>
                    <a:pt x="2219" y="2134"/>
                    <a:pt x="2216" y="2137"/>
                    <a:pt x="2213" y="2140"/>
                  </a:cubicBezTo>
                  <a:lnTo>
                    <a:pt x="2229" y="2132"/>
                  </a:lnTo>
                  <a:cubicBezTo>
                    <a:pt x="2227" y="2131"/>
                    <a:pt x="2225" y="2131"/>
                    <a:pt x="2223" y="2131"/>
                  </a:cubicBezTo>
                  <a:close/>
                  <a:moveTo>
                    <a:pt x="1531" y="0"/>
                  </a:moveTo>
                  <a:cubicBezTo>
                    <a:pt x="1470" y="0"/>
                    <a:pt x="1412" y="18"/>
                    <a:pt x="1364" y="59"/>
                  </a:cubicBezTo>
                  <a:cubicBezTo>
                    <a:pt x="1320" y="111"/>
                    <a:pt x="1280" y="163"/>
                    <a:pt x="1240" y="219"/>
                  </a:cubicBezTo>
                  <a:cubicBezTo>
                    <a:pt x="1209" y="257"/>
                    <a:pt x="1159" y="286"/>
                    <a:pt x="1112" y="286"/>
                  </a:cubicBezTo>
                  <a:cubicBezTo>
                    <a:pt x="1094" y="286"/>
                    <a:pt x="1076" y="282"/>
                    <a:pt x="1060" y="271"/>
                  </a:cubicBezTo>
                  <a:cubicBezTo>
                    <a:pt x="1088" y="211"/>
                    <a:pt x="1128" y="155"/>
                    <a:pt x="1176" y="111"/>
                  </a:cubicBezTo>
                  <a:cubicBezTo>
                    <a:pt x="848" y="111"/>
                    <a:pt x="528" y="199"/>
                    <a:pt x="240" y="363"/>
                  </a:cubicBezTo>
                  <a:cubicBezTo>
                    <a:pt x="180" y="395"/>
                    <a:pt x="128" y="439"/>
                    <a:pt x="88" y="495"/>
                  </a:cubicBezTo>
                  <a:cubicBezTo>
                    <a:pt x="0" y="631"/>
                    <a:pt x="76" y="807"/>
                    <a:pt x="108" y="967"/>
                  </a:cubicBezTo>
                  <a:cubicBezTo>
                    <a:pt x="148" y="1171"/>
                    <a:pt x="120" y="1379"/>
                    <a:pt x="116" y="1587"/>
                  </a:cubicBezTo>
                  <a:cubicBezTo>
                    <a:pt x="108" y="1791"/>
                    <a:pt x="140" y="2015"/>
                    <a:pt x="276" y="2168"/>
                  </a:cubicBezTo>
                  <a:cubicBezTo>
                    <a:pt x="272" y="1875"/>
                    <a:pt x="264" y="1583"/>
                    <a:pt x="260" y="1291"/>
                  </a:cubicBezTo>
                  <a:cubicBezTo>
                    <a:pt x="248" y="1135"/>
                    <a:pt x="260" y="975"/>
                    <a:pt x="300" y="823"/>
                  </a:cubicBezTo>
                  <a:cubicBezTo>
                    <a:pt x="344" y="671"/>
                    <a:pt x="452" y="531"/>
                    <a:pt x="604" y="483"/>
                  </a:cubicBezTo>
                  <a:cubicBezTo>
                    <a:pt x="633" y="474"/>
                    <a:pt x="664" y="470"/>
                    <a:pt x="695" y="470"/>
                  </a:cubicBezTo>
                  <a:cubicBezTo>
                    <a:pt x="822" y="470"/>
                    <a:pt x="952" y="545"/>
                    <a:pt x="984" y="667"/>
                  </a:cubicBezTo>
                  <a:cubicBezTo>
                    <a:pt x="968" y="665"/>
                    <a:pt x="951" y="664"/>
                    <a:pt x="935" y="664"/>
                  </a:cubicBezTo>
                  <a:cubicBezTo>
                    <a:pt x="743" y="664"/>
                    <a:pt x="571" y="831"/>
                    <a:pt x="512" y="1019"/>
                  </a:cubicBezTo>
                  <a:cubicBezTo>
                    <a:pt x="452" y="1223"/>
                    <a:pt x="488" y="1443"/>
                    <a:pt x="524" y="1655"/>
                  </a:cubicBezTo>
                  <a:cubicBezTo>
                    <a:pt x="524" y="1679"/>
                    <a:pt x="536" y="1699"/>
                    <a:pt x="552" y="1715"/>
                  </a:cubicBezTo>
                  <a:cubicBezTo>
                    <a:pt x="561" y="1720"/>
                    <a:pt x="570" y="1722"/>
                    <a:pt x="579" y="1722"/>
                  </a:cubicBezTo>
                  <a:cubicBezTo>
                    <a:pt x="601" y="1722"/>
                    <a:pt x="625" y="1711"/>
                    <a:pt x="644" y="1699"/>
                  </a:cubicBezTo>
                  <a:cubicBezTo>
                    <a:pt x="764" y="1619"/>
                    <a:pt x="884" y="1543"/>
                    <a:pt x="1008" y="1467"/>
                  </a:cubicBezTo>
                  <a:cubicBezTo>
                    <a:pt x="1120" y="1395"/>
                    <a:pt x="1248" y="1255"/>
                    <a:pt x="1168" y="1151"/>
                  </a:cubicBezTo>
                  <a:cubicBezTo>
                    <a:pt x="1186" y="1142"/>
                    <a:pt x="1204" y="1138"/>
                    <a:pt x="1223" y="1138"/>
                  </a:cubicBezTo>
                  <a:cubicBezTo>
                    <a:pt x="1260" y="1138"/>
                    <a:pt x="1295" y="1155"/>
                    <a:pt x="1316" y="1187"/>
                  </a:cubicBezTo>
                  <a:cubicBezTo>
                    <a:pt x="1348" y="1235"/>
                    <a:pt x="1360" y="1291"/>
                    <a:pt x="1348" y="1347"/>
                  </a:cubicBezTo>
                  <a:cubicBezTo>
                    <a:pt x="1320" y="1515"/>
                    <a:pt x="1184" y="1643"/>
                    <a:pt x="1064" y="1763"/>
                  </a:cubicBezTo>
                  <a:cubicBezTo>
                    <a:pt x="944" y="1887"/>
                    <a:pt x="828" y="2043"/>
                    <a:pt x="860" y="2216"/>
                  </a:cubicBezTo>
                  <a:cubicBezTo>
                    <a:pt x="885" y="2236"/>
                    <a:pt x="914" y="2246"/>
                    <a:pt x="944" y="2246"/>
                  </a:cubicBezTo>
                  <a:cubicBezTo>
                    <a:pt x="1017" y="2246"/>
                    <a:pt x="1097" y="2192"/>
                    <a:pt x="1136" y="2124"/>
                  </a:cubicBezTo>
                  <a:cubicBezTo>
                    <a:pt x="1192" y="2023"/>
                    <a:pt x="1208" y="1907"/>
                    <a:pt x="1268" y="1811"/>
                  </a:cubicBezTo>
                  <a:cubicBezTo>
                    <a:pt x="1332" y="1707"/>
                    <a:pt x="1444" y="1643"/>
                    <a:pt x="1552" y="1583"/>
                  </a:cubicBezTo>
                  <a:cubicBezTo>
                    <a:pt x="1741" y="1479"/>
                    <a:pt x="1937" y="1375"/>
                    <a:pt x="2149" y="1359"/>
                  </a:cubicBezTo>
                  <a:cubicBezTo>
                    <a:pt x="2156" y="1359"/>
                    <a:pt x="2163" y="1359"/>
                    <a:pt x="2170" y="1359"/>
                  </a:cubicBezTo>
                  <a:cubicBezTo>
                    <a:pt x="2297" y="1359"/>
                    <a:pt x="2444" y="1426"/>
                    <a:pt x="2437" y="1551"/>
                  </a:cubicBezTo>
                  <a:cubicBezTo>
                    <a:pt x="2433" y="1661"/>
                    <a:pt x="2309" y="1720"/>
                    <a:pt x="2197" y="1720"/>
                  </a:cubicBezTo>
                  <a:cubicBezTo>
                    <a:pt x="2190" y="1720"/>
                    <a:pt x="2183" y="1720"/>
                    <a:pt x="2177" y="1719"/>
                  </a:cubicBezTo>
                  <a:cubicBezTo>
                    <a:pt x="2084" y="1713"/>
                    <a:pt x="1988" y="1679"/>
                    <a:pt x="1894" y="1679"/>
                  </a:cubicBezTo>
                  <a:cubicBezTo>
                    <a:pt x="1875" y="1679"/>
                    <a:pt x="1856" y="1680"/>
                    <a:pt x="1837" y="1683"/>
                  </a:cubicBezTo>
                  <a:cubicBezTo>
                    <a:pt x="1705" y="1711"/>
                    <a:pt x="1596" y="1799"/>
                    <a:pt x="1544" y="1923"/>
                  </a:cubicBezTo>
                  <a:cubicBezTo>
                    <a:pt x="1488" y="2043"/>
                    <a:pt x="1456" y="2172"/>
                    <a:pt x="1448" y="2304"/>
                  </a:cubicBezTo>
                  <a:cubicBezTo>
                    <a:pt x="1628" y="2181"/>
                    <a:pt x="1839" y="2117"/>
                    <a:pt x="2054" y="2117"/>
                  </a:cubicBezTo>
                  <a:cubicBezTo>
                    <a:pt x="2110" y="2117"/>
                    <a:pt x="2167" y="2122"/>
                    <a:pt x="2223" y="2131"/>
                  </a:cubicBezTo>
                  <a:lnTo>
                    <a:pt x="2223" y="2131"/>
                  </a:lnTo>
                  <a:cubicBezTo>
                    <a:pt x="2360" y="2015"/>
                    <a:pt x="2517" y="1922"/>
                    <a:pt x="2685" y="1851"/>
                  </a:cubicBezTo>
                  <a:cubicBezTo>
                    <a:pt x="2845" y="1779"/>
                    <a:pt x="3049" y="1687"/>
                    <a:pt x="3041" y="1511"/>
                  </a:cubicBezTo>
                  <a:cubicBezTo>
                    <a:pt x="3037" y="1463"/>
                    <a:pt x="3021" y="1415"/>
                    <a:pt x="2993" y="1371"/>
                  </a:cubicBezTo>
                  <a:cubicBezTo>
                    <a:pt x="2793" y="1015"/>
                    <a:pt x="2353" y="871"/>
                    <a:pt x="2105" y="543"/>
                  </a:cubicBezTo>
                  <a:cubicBezTo>
                    <a:pt x="2005" y="411"/>
                    <a:pt x="1941" y="247"/>
                    <a:pt x="1821" y="127"/>
                  </a:cubicBezTo>
                  <a:cubicBezTo>
                    <a:pt x="1745" y="52"/>
                    <a:pt x="1634" y="0"/>
                    <a:pt x="1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65"/>
            <p:cNvSpPr/>
            <p:nvPr/>
          </p:nvSpPr>
          <p:spPr>
            <a:xfrm flipH="1">
              <a:off x="7788793" y="1409042"/>
              <a:ext cx="322361" cy="363916"/>
            </a:xfrm>
            <a:custGeom>
              <a:avLst/>
              <a:gdLst/>
              <a:ahLst/>
              <a:cxnLst/>
              <a:rect l="l" t="t" r="r" b="b"/>
              <a:pathLst>
                <a:path w="2397" h="2706" extrusionOk="0">
                  <a:moveTo>
                    <a:pt x="1026" y="1"/>
                  </a:moveTo>
                  <a:cubicBezTo>
                    <a:pt x="783" y="1"/>
                    <a:pt x="536" y="35"/>
                    <a:pt x="290" y="35"/>
                  </a:cubicBezTo>
                  <a:cubicBezTo>
                    <a:pt x="220" y="35"/>
                    <a:pt x="150" y="32"/>
                    <a:pt x="80" y="25"/>
                  </a:cubicBezTo>
                  <a:lnTo>
                    <a:pt x="80" y="25"/>
                  </a:lnTo>
                  <a:cubicBezTo>
                    <a:pt x="24" y="89"/>
                    <a:pt x="76" y="197"/>
                    <a:pt x="152" y="233"/>
                  </a:cubicBezTo>
                  <a:cubicBezTo>
                    <a:pt x="232" y="269"/>
                    <a:pt x="320" y="257"/>
                    <a:pt x="404" y="269"/>
                  </a:cubicBezTo>
                  <a:cubicBezTo>
                    <a:pt x="628" y="297"/>
                    <a:pt x="808" y="473"/>
                    <a:pt x="844" y="701"/>
                  </a:cubicBezTo>
                  <a:cubicBezTo>
                    <a:pt x="756" y="597"/>
                    <a:pt x="652" y="513"/>
                    <a:pt x="532" y="449"/>
                  </a:cubicBezTo>
                  <a:cubicBezTo>
                    <a:pt x="464" y="413"/>
                    <a:pt x="389" y="395"/>
                    <a:pt x="313" y="395"/>
                  </a:cubicBezTo>
                  <a:cubicBezTo>
                    <a:pt x="256" y="395"/>
                    <a:pt x="199" y="405"/>
                    <a:pt x="144" y="425"/>
                  </a:cubicBezTo>
                  <a:cubicBezTo>
                    <a:pt x="100" y="441"/>
                    <a:pt x="60" y="473"/>
                    <a:pt x="36" y="513"/>
                  </a:cubicBezTo>
                  <a:cubicBezTo>
                    <a:pt x="16" y="557"/>
                    <a:pt x="8" y="601"/>
                    <a:pt x="12" y="649"/>
                  </a:cubicBezTo>
                  <a:cubicBezTo>
                    <a:pt x="0" y="1109"/>
                    <a:pt x="12" y="1605"/>
                    <a:pt x="284" y="1973"/>
                  </a:cubicBezTo>
                  <a:cubicBezTo>
                    <a:pt x="452" y="2205"/>
                    <a:pt x="704" y="2361"/>
                    <a:pt x="948" y="2510"/>
                  </a:cubicBezTo>
                  <a:cubicBezTo>
                    <a:pt x="728" y="2269"/>
                    <a:pt x="752" y="1905"/>
                    <a:pt x="784" y="1581"/>
                  </a:cubicBezTo>
                  <a:lnTo>
                    <a:pt x="784" y="1581"/>
                  </a:lnTo>
                  <a:cubicBezTo>
                    <a:pt x="916" y="1721"/>
                    <a:pt x="956" y="1917"/>
                    <a:pt x="1048" y="2081"/>
                  </a:cubicBezTo>
                  <a:cubicBezTo>
                    <a:pt x="1168" y="2277"/>
                    <a:pt x="1348" y="2434"/>
                    <a:pt x="1560" y="2526"/>
                  </a:cubicBezTo>
                  <a:cubicBezTo>
                    <a:pt x="1772" y="2618"/>
                    <a:pt x="1996" y="2678"/>
                    <a:pt x="2224" y="2706"/>
                  </a:cubicBezTo>
                  <a:cubicBezTo>
                    <a:pt x="1996" y="2598"/>
                    <a:pt x="1836" y="2386"/>
                    <a:pt x="1792" y="2141"/>
                  </a:cubicBezTo>
                  <a:lnTo>
                    <a:pt x="1792" y="2141"/>
                  </a:lnTo>
                  <a:cubicBezTo>
                    <a:pt x="1896" y="2289"/>
                    <a:pt x="2056" y="2398"/>
                    <a:pt x="2236" y="2438"/>
                  </a:cubicBezTo>
                  <a:cubicBezTo>
                    <a:pt x="2160" y="2325"/>
                    <a:pt x="2168" y="2185"/>
                    <a:pt x="2144" y="2053"/>
                  </a:cubicBezTo>
                  <a:cubicBezTo>
                    <a:pt x="2104" y="1853"/>
                    <a:pt x="1976" y="1681"/>
                    <a:pt x="1832" y="1533"/>
                  </a:cubicBezTo>
                  <a:cubicBezTo>
                    <a:pt x="1716" y="1417"/>
                    <a:pt x="1580" y="1309"/>
                    <a:pt x="1532" y="1149"/>
                  </a:cubicBezTo>
                  <a:cubicBezTo>
                    <a:pt x="1545" y="1148"/>
                    <a:pt x="1558" y="1148"/>
                    <a:pt x="1570" y="1148"/>
                  </a:cubicBezTo>
                  <a:cubicBezTo>
                    <a:pt x="1760" y="1148"/>
                    <a:pt x="1941" y="1259"/>
                    <a:pt x="2068" y="1401"/>
                  </a:cubicBezTo>
                  <a:cubicBezTo>
                    <a:pt x="2204" y="1553"/>
                    <a:pt x="2288" y="1745"/>
                    <a:pt x="2372" y="1933"/>
                  </a:cubicBezTo>
                  <a:cubicBezTo>
                    <a:pt x="2396" y="1809"/>
                    <a:pt x="2388" y="1681"/>
                    <a:pt x="2344" y="1561"/>
                  </a:cubicBezTo>
                  <a:cubicBezTo>
                    <a:pt x="2328" y="1509"/>
                    <a:pt x="2304" y="1457"/>
                    <a:pt x="2288" y="1401"/>
                  </a:cubicBezTo>
                  <a:cubicBezTo>
                    <a:pt x="2228" y="1185"/>
                    <a:pt x="2332" y="949"/>
                    <a:pt x="2296" y="737"/>
                  </a:cubicBezTo>
                  <a:cubicBezTo>
                    <a:pt x="2256" y="521"/>
                    <a:pt x="2080" y="357"/>
                    <a:pt x="1896" y="241"/>
                  </a:cubicBezTo>
                  <a:cubicBezTo>
                    <a:pt x="1736" y="141"/>
                    <a:pt x="1564" y="69"/>
                    <a:pt x="1380" y="33"/>
                  </a:cubicBezTo>
                  <a:cubicBezTo>
                    <a:pt x="1263" y="9"/>
                    <a:pt x="1145" y="1"/>
                    <a:pt x="1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65"/>
            <p:cNvSpPr/>
            <p:nvPr/>
          </p:nvSpPr>
          <p:spPr>
            <a:xfrm flipH="1">
              <a:off x="7358441" y="1669539"/>
              <a:ext cx="515481" cy="432100"/>
            </a:xfrm>
            <a:custGeom>
              <a:avLst/>
              <a:gdLst/>
              <a:ahLst/>
              <a:cxnLst/>
              <a:rect l="l" t="t" r="r" b="b"/>
              <a:pathLst>
                <a:path w="3833" h="3213" extrusionOk="0">
                  <a:moveTo>
                    <a:pt x="1848" y="637"/>
                  </a:moveTo>
                  <a:lnTo>
                    <a:pt x="1848" y="637"/>
                  </a:lnTo>
                  <a:cubicBezTo>
                    <a:pt x="1841" y="667"/>
                    <a:pt x="1839" y="699"/>
                    <a:pt x="1843" y="729"/>
                  </a:cubicBezTo>
                  <a:lnTo>
                    <a:pt x="1843" y="729"/>
                  </a:lnTo>
                  <a:lnTo>
                    <a:pt x="1848" y="637"/>
                  </a:lnTo>
                  <a:close/>
                  <a:moveTo>
                    <a:pt x="471" y="2189"/>
                  </a:moveTo>
                  <a:cubicBezTo>
                    <a:pt x="432" y="2193"/>
                    <a:pt x="393" y="2202"/>
                    <a:pt x="356" y="2221"/>
                  </a:cubicBezTo>
                  <a:cubicBezTo>
                    <a:pt x="397" y="2218"/>
                    <a:pt x="435" y="2206"/>
                    <a:pt x="471" y="2189"/>
                  </a:cubicBezTo>
                  <a:close/>
                  <a:moveTo>
                    <a:pt x="840" y="0"/>
                  </a:moveTo>
                  <a:cubicBezTo>
                    <a:pt x="788" y="136"/>
                    <a:pt x="824" y="292"/>
                    <a:pt x="900" y="420"/>
                  </a:cubicBezTo>
                  <a:cubicBezTo>
                    <a:pt x="977" y="530"/>
                    <a:pt x="1064" y="626"/>
                    <a:pt x="1167" y="712"/>
                  </a:cubicBezTo>
                  <a:lnTo>
                    <a:pt x="1167" y="712"/>
                  </a:lnTo>
                  <a:lnTo>
                    <a:pt x="916" y="509"/>
                  </a:lnTo>
                  <a:lnTo>
                    <a:pt x="968" y="825"/>
                  </a:lnTo>
                  <a:cubicBezTo>
                    <a:pt x="828" y="769"/>
                    <a:pt x="712" y="669"/>
                    <a:pt x="640" y="537"/>
                  </a:cubicBezTo>
                  <a:lnTo>
                    <a:pt x="640" y="537"/>
                  </a:lnTo>
                  <a:cubicBezTo>
                    <a:pt x="672" y="741"/>
                    <a:pt x="720" y="941"/>
                    <a:pt x="780" y="1137"/>
                  </a:cubicBezTo>
                  <a:cubicBezTo>
                    <a:pt x="761" y="1138"/>
                    <a:pt x="742" y="1139"/>
                    <a:pt x="724" y="1139"/>
                  </a:cubicBezTo>
                  <a:cubicBezTo>
                    <a:pt x="556" y="1139"/>
                    <a:pt x="394" y="1076"/>
                    <a:pt x="268" y="961"/>
                  </a:cubicBezTo>
                  <a:lnTo>
                    <a:pt x="268" y="961"/>
                  </a:lnTo>
                  <a:lnTo>
                    <a:pt x="352" y="1129"/>
                  </a:lnTo>
                  <a:lnTo>
                    <a:pt x="400" y="1109"/>
                  </a:lnTo>
                  <a:cubicBezTo>
                    <a:pt x="484" y="1237"/>
                    <a:pt x="612" y="1337"/>
                    <a:pt x="760" y="1389"/>
                  </a:cubicBezTo>
                  <a:lnTo>
                    <a:pt x="0" y="1637"/>
                  </a:lnTo>
                  <a:cubicBezTo>
                    <a:pt x="70" y="1663"/>
                    <a:pt x="143" y="1676"/>
                    <a:pt x="216" y="1676"/>
                  </a:cubicBezTo>
                  <a:cubicBezTo>
                    <a:pt x="289" y="1676"/>
                    <a:pt x="362" y="1663"/>
                    <a:pt x="432" y="1637"/>
                  </a:cubicBezTo>
                  <a:cubicBezTo>
                    <a:pt x="485" y="1614"/>
                    <a:pt x="546" y="1586"/>
                    <a:pt x="601" y="1586"/>
                  </a:cubicBezTo>
                  <a:cubicBezTo>
                    <a:pt x="625" y="1586"/>
                    <a:pt x="648" y="1591"/>
                    <a:pt x="668" y="1605"/>
                  </a:cubicBezTo>
                  <a:cubicBezTo>
                    <a:pt x="636" y="1637"/>
                    <a:pt x="596" y="1661"/>
                    <a:pt x="552" y="1669"/>
                  </a:cubicBezTo>
                  <a:cubicBezTo>
                    <a:pt x="585" y="1678"/>
                    <a:pt x="618" y="1680"/>
                    <a:pt x="651" y="1680"/>
                  </a:cubicBezTo>
                  <a:cubicBezTo>
                    <a:pt x="702" y="1680"/>
                    <a:pt x="754" y="1674"/>
                    <a:pt x="805" y="1674"/>
                  </a:cubicBezTo>
                  <a:cubicBezTo>
                    <a:pt x="822" y="1674"/>
                    <a:pt x="839" y="1675"/>
                    <a:pt x="856" y="1677"/>
                  </a:cubicBezTo>
                  <a:cubicBezTo>
                    <a:pt x="960" y="1689"/>
                    <a:pt x="1068" y="1781"/>
                    <a:pt x="1032" y="1877"/>
                  </a:cubicBezTo>
                  <a:cubicBezTo>
                    <a:pt x="1018" y="1874"/>
                    <a:pt x="1003" y="1873"/>
                    <a:pt x="989" y="1873"/>
                  </a:cubicBezTo>
                  <a:cubicBezTo>
                    <a:pt x="877" y="1873"/>
                    <a:pt x="773" y="1951"/>
                    <a:pt x="684" y="2029"/>
                  </a:cubicBezTo>
                  <a:cubicBezTo>
                    <a:pt x="619" y="2086"/>
                    <a:pt x="549" y="2151"/>
                    <a:pt x="471" y="2189"/>
                  </a:cubicBezTo>
                  <a:lnTo>
                    <a:pt x="471" y="2189"/>
                  </a:lnTo>
                  <a:cubicBezTo>
                    <a:pt x="495" y="2186"/>
                    <a:pt x="519" y="2185"/>
                    <a:pt x="543" y="2185"/>
                  </a:cubicBezTo>
                  <a:cubicBezTo>
                    <a:pt x="592" y="2185"/>
                    <a:pt x="642" y="2189"/>
                    <a:pt x="691" y="2189"/>
                  </a:cubicBezTo>
                  <a:cubicBezTo>
                    <a:pt x="739" y="2189"/>
                    <a:pt x="787" y="2185"/>
                    <a:pt x="832" y="2173"/>
                  </a:cubicBezTo>
                  <a:cubicBezTo>
                    <a:pt x="976" y="2131"/>
                    <a:pt x="1101" y="1987"/>
                    <a:pt x="1243" y="1987"/>
                  </a:cubicBezTo>
                  <a:cubicBezTo>
                    <a:pt x="1263" y="1987"/>
                    <a:pt x="1284" y="1990"/>
                    <a:pt x="1304" y="1997"/>
                  </a:cubicBezTo>
                  <a:lnTo>
                    <a:pt x="1408" y="2213"/>
                  </a:lnTo>
                  <a:cubicBezTo>
                    <a:pt x="1424" y="2192"/>
                    <a:pt x="1445" y="2182"/>
                    <a:pt x="1468" y="2182"/>
                  </a:cubicBezTo>
                  <a:cubicBezTo>
                    <a:pt x="1481" y="2182"/>
                    <a:pt x="1495" y="2185"/>
                    <a:pt x="1508" y="2193"/>
                  </a:cubicBezTo>
                  <a:cubicBezTo>
                    <a:pt x="1540" y="2213"/>
                    <a:pt x="1564" y="2241"/>
                    <a:pt x="1576" y="2277"/>
                  </a:cubicBezTo>
                  <a:cubicBezTo>
                    <a:pt x="1620" y="2397"/>
                    <a:pt x="1592" y="2525"/>
                    <a:pt x="1600" y="2653"/>
                  </a:cubicBezTo>
                  <a:cubicBezTo>
                    <a:pt x="1612" y="2857"/>
                    <a:pt x="1720" y="3041"/>
                    <a:pt x="1824" y="3213"/>
                  </a:cubicBezTo>
                  <a:cubicBezTo>
                    <a:pt x="1849" y="3117"/>
                    <a:pt x="1855" y="3020"/>
                    <a:pt x="1844" y="2923"/>
                  </a:cubicBezTo>
                  <a:lnTo>
                    <a:pt x="1844" y="2923"/>
                  </a:lnTo>
                  <a:cubicBezTo>
                    <a:pt x="1862" y="2977"/>
                    <a:pt x="1889" y="3028"/>
                    <a:pt x="1924" y="3073"/>
                  </a:cubicBezTo>
                  <a:cubicBezTo>
                    <a:pt x="2000" y="2989"/>
                    <a:pt x="2044" y="2877"/>
                    <a:pt x="2044" y="2765"/>
                  </a:cubicBezTo>
                  <a:cubicBezTo>
                    <a:pt x="2048" y="2653"/>
                    <a:pt x="2032" y="2537"/>
                    <a:pt x="2044" y="2425"/>
                  </a:cubicBezTo>
                  <a:cubicBezTo>
                    <a:pt x="2040" y="2409"/>
                    <a:pt x="2048" y="2389"/>
                    <a:pt x="2060" y="2377"/>
                  </a:cubicBezTo>
                  <a:cubicBezTo>
                    <a:pt x="2072" y="2368"/>
                    <a:pt x="2084" y="2363"/>
                    <a:pt x="2098" y="2363"/>
                  </a:cubicBezTo>
                  <a:cubicBezTo>
                    <a:pt x="2103" y="2363"/>
                    <a:pt x="2107" y="2364"/>
                    <a:pt x="2112" y="2365"/>
                  </a:cubicBezTo>
                  <a:cubicBezTo>
                    <a:pt x="2288" y="2377"/>
                    <a:pt x="2428" y="2517"/>
                    <a:pt x="2440" y="2697"/>
                  </a:cubicBezTo>
                  <a:lnTo>
                    <a:pt x="2432" y="2425"/>
                  </a:lnTo>
                  <a:cubicBezTo>
                    <a:pt x="2428" y="2405"/>
                    <a:pt x="2432" y="2385"/>
                    <a:pt x="2440" y="2369"/>
                  </a:cubicBezTo>
                  <a:cubicBezTo>
                    <a:pt x="2460" y="2341"/>
                    <a:pt x="2492" y="2329"/>
                    <a:pt x="2524" y="2329"/>
                  </a:cubicBezTo>
                  <a:cubicBezTo>
                    <a:pt x="2548" y="2327"/>
                    <a:pt x="2572" y="2326"/>
                    <a:pt x="2596" y="2326"/>
                  </a:cubicBezTo>
                  <a:cubicBezTo>
                    <a:pt x="2862" y="2326"/>
                    <a:pt x="3115" y="2448"/>
                    <a:pt x="3281" y="2661"/>
                  </a:cubicBezTo>
                  <a:cubicBezTo>
                    <a:pt x="3265" y="2557"/>
                    <a:pt x="3225" y="2461"/>
                    <a:pt x="3164" y="2377"/>
                  </a:cubicBezTo>
                  <a:cubicBezTo>
                    <a:pt x="3124" y="2321"/>
                    <a:pt x="3084" y="2249"/>
                    <a:pt x="3124" y="2197"/>
                  </a:cubicBezTo>
                  <a:cubicBezTo>
                    <a:pt x="3148" y="2178"/>
                    <a:pt x="3179" y="2168"/>
                    <a:pt x="3209" y="2168"/>
                  </a:cubicBezTo>
                  <a:cubicBezTo>
                    <a:pt x="3225" y="2168"/>
                    <a:pt x="3241" y="2171"/>
                    <a:pt x="3257" y="2177"/>
                  </a:cubicBezTo>
                  <a:cubicBezTo>
                    <a:pt x="3433" y="2225"/>
                    <a:pt x="3585" y="2329"/>
                    <a:pt x="3693" y="2477"/>
                  </a:cubicBezTo>
                  <a:cubicBezTo>
                    <a:pt x="3657" y="2369"/>
                    <a:pt x="3601" y="2269"/>
                    <a:pt x="3533" y="2177"/>
                  </a:cubicBezTo>
                  <a:cubicBezTo>
                    <a:pt x="3463" y="2088"/>
                    <a:pt x="3357" y="2040"/>
                    <a:pt x="3246" y="2040"/>
                  </a:cubicBezTo>
                  <a:cubicBezTo>
                    <a:pt x="3241" y="2040"/>
                    <a:pt x="3237" y="2040"/>
                    <a:pt x="3233" y="2041"/>
                  </a:cubicBezTo>
                  <a:cubicBezTo>
                    <a:pt x="3207" y="2050"/>
                    <a:pt x="3181" y="2054"/>
                    <a:pt x="3155" y="2054"/>
                  </a:cubicBezTo>
                  <a:cubicBezTo>
                    <a:pt x="3137" y="2054"/>
                    <a:pt x="3119" y="2052"/>
                    <a:pt x="3100" y="2049"/>
                  </a:cubicBezTo>
                  <a:cubicBezTo>
                    <a:pt x="3036" y="2021"/>
                    <a:pt x="3028" y="1929"/>
                    <a:pt x="3068" y="1877"/>
                  </a:cubicBezTo>
                  <a:cubicBezTo>
                    <a:pt x="3112" y="1825"/>
                    <a:pt x="3176" y="1797"/>
                    <a:pt x="3245" y="1797"/>
                  </a:cubicBezTo>
                  <a:cubicBezTo>
                    <a:pt x="3313" y="1797"/>
                    <a:pt x="3381" y="1797"/>
                    <a:pt x="3445" y="1789"/>
                  </a:cubicBezTo>
                  <a:cubicBezTo>
                    <a:pt x="3457" y="1761"/>
                    <a:pt x="3465" y="1733"/>
                    <a:pt x="3477" y="1705"/>
                  </a:cubicBezTo>
                  <a:lnTo>
                    <a:pt x="3477" y="1705"/>
                  </a:lnTo>
                  <a:cubicBezTo>
                    <a:pt x="3408" y="1766"/>
                    <a:pt x="3322" y="1796"/>
                    <a:pt x="3235" y="1796"/>
                  </a:cubicBezTo>
                  <a:cubicBezTo>
                    <a:pt x="3169" y="1796"/>
                    <a:pt x="3103" y="1779"/>
                    <a:pt x="3044" y="1745"/>
                  </a:cubicBezTo>
                  <a:cubicBezTo>
                    <a:pt x="3024" y="1641"/>
                    <a:pt x="3108" y="1537"/>
                    <a:pt x="3209" y="1501"/>
                  </a:cubicBezTo>
                  <a:cubicBezTo>
                    <a:pt x="3257" y="1487"/>
                    <a:pt x="3308" y="1480"/>
                    <a:pt x="3359" y="1480"/>
                  </a:cubicBezTo>
                  <a:cubicBezTo>
                    <a:pt x="3414" y="1480"/>
                    <a:pt x="3469" y="1488"/>
                    <a:pt x="3521" y="1505"/>
                  </a:cubicBezTo>
                  <a:cubicBezTo>
                    <a:pt x="3621" y="1541"/>
                    <a:pt x="3729" y="1557"/>
                    <a:pt x="3833" y="1561"/>
                  </a:cubicBezTo>
                  <a:cubicBezTo>
                    <a:pt x="3751" y="1449"/>
                    <a:pt x="3607" y="1422"/>
                    <a:pt x="3461" y="1422"/>
                  </a:cubicBezTo>
                  <a:cubicBezTo>
                    <a:pt x="3414" y="1422"/>
                    <a:pt x="3366" y="1425"/>
                    <a:pt x="3321" y="1429"/>
                  </a:cubicBezTo>
                  <a:lnTo>
                    <a:pt x="2920" y="1461"/>
                  </a:lnTo>
                  <a:cubicBezTo>
                    <a:pt x="2900" y="1389"/>
                    <a:pt x="2968" y="1321"/>
                    <a:pt x="3032" y="1281"/>
                  </a:cubicBezTo>
                  <a:cubicBezTo>
                    <a:pt x="3172" y="1189"/>
                    <a:pt x="3325" y="1121"/>
                    <a:pt x="3489" y="1077"/>
                  </a:cubicBezTo>
                  <a:lnTo>
                    <a:pt x="3489" y="1077"/>
                  </a:lnTo>
                  <a:lnTo>
                    <a:pt x="3024" y="1189"/>
                  </a:lnTo>
                  <a:cubicBezTo>
                    <a:pt x="3012" y="1190"/>
                    <a:pt x="2996" y="1193"/>
                    <a:pt x="2981" y="1193"/>
                  </a:cubicBezTo>
                  <a:cubicBezTo>
                    <a:pt x="2964" y="1193"/>
                    <a:pt x="2947" y="1189"/>
                    <a:pt x="2936" y="1177"/>
                  </a:cubicBezTo>
                  <a:cubicBezTo>
                    <a:pt x="2924" y="1161"/>
                    <a:pt x="2920" y="1141"/>
                    <a:pt x="2920" y="1121"/>
                  </a:cubicBezTo>
                  <a:cubicBezTo>
                    <a:pt x="2924" y="1009"/>
                    <a:pt x="2992" y="905"/>
                    <a:pt x="3096" y="853"/>
                  </a:cubicBezTo>
                  <a:lnTo>
                    <a:pt x="3096" y="853"/>
                  </a:lnTo>
                  <a:cubicBezTo>
                    <a:pt x="2948" y="865"/>
                    <a:pt x="2816" y="949"/>
                    <a:pt x="2740" y="1077"/>
                  </a:cubicBezTo>
                  <a:cubicBezTo>
                    <a:pt x="2721" y="1111"/>
                    <a:pt x="2687" y="1154"/>
                    <a:pt x="2654" y="1154"/>
                  </a:cubicBezTo>
                  <a:cubicBezTo>
                    <a:pt x="2645" y="1154"/>
                    <a:pt x="2637" y="1151"/>
                    <a:pt x="2628" y="1145"/>
                  </a:cubicBezTo>
                  <a:cubicBezTo>
                    <a:pt x="2604" y="1125"/>
                    <a:pt x="2612" y="1085"/>
                    <a:pt x="2624" y="1053"/>
                  </a:cubicBezTo>
                  <a:lnTo>
                    <a:pt x="2788" y="633"/>
                  </a:lnTo>
                  <a:lnTo>
                    <a:pt x="2788" y="633"/>
                  </a:lnTo>
                  <a:cubicBezTo>
                    <a:pt x="2720" y="777"/>
                    <a:pt x="2612" y="901"/>
                    <a:pt x="2472" y="989"/>
                  </a:cubicBezTo>
                  <a:cubicBezTo>
                    <a:pt x="2447" y="1011"/>
                    <a:pt x="2414" y="1024"/>
                    <a:pt x="2380" y="1024"/>
                  </a:cubicBezTo>
                  <a:cubicBezTo>
                    <a:pt x="2365" y="1024"/>
                    <a:pt x="2351" y="1021"/>
                    <a:pt x="2336" y="1017"/>
                  </a:cubicBezTo>
                  <a:cubicBezTo>
                    <a:pt x="2316" y="1005"/>
                    <a:pt x="2296" y="989"/>
                    <a:pt x="2280" y="969"/>
                  </a:cubicBezTo>
                  <a:cubicBezTo>
                    <a:pt x="2208" y="873"/>
                    <a:pt x="2148" y="773"/>
                    <a:pt x="2096" y="669"/>
                  </a:cubicBezTo>
                  <a:lnTo>
                    <a:pt x="2064" y="873"/>
                  </a:lnTo>
                  <a:cubicBezTo>
                    <a:pt x="2064" y="889"/>
                    <a:pt x="2060" y="905"/>
                    <a:pt x="2048" y="921"/>
                  </a:cubicBezTo>
                  <a:cubicBezTo>
                    <a:pt x="2039" y="932"/>
                    <a:pt x="2025" y="937"/>
                    <a:pt x="2010" y="937"/>
                  </a:cubicBezTo>
                  <a:cubicBezTo>
                    <a:pt x="1988" y="937"/>
                    <a:pt x="1963" y="927"/>
                    <a:pt x="1944" y="913"/>
                  </a:cubicBezTo>
                  <a:cubicBezTo>
                    <a:pt x="1885" y="868"/>
                    <a:pt x="1850" y="801"/>
                    <a:pt x="1843" y="729"/>
                  </a:cubicBezTo>
                  <a:lnTo>
                    <a:pt x="1843" y="729"/>
                  </a:lnTo>
                  <a:lnTo>
                    <a:pt x="1828" y="957"/>
                  </a:lnTo>
                  <a:cubicBezTo>
                    <a:pt x="1828" y="973"/>
                    <a:pt x="1824" y="985"/>
                    <a:pt x="1816" y="1001"/>
                  </a:cubicBezTo>
                  <a:cubicBezTo>
                    <a:pt x="1800" y="1009"/>
                    <a:pt x="1788" y="1009"/>
                    <a:pt x="1772" y="1009"/>
                  </a:cubicBezTo>
                  <a:cubicBezTo>
                    <a:pt x="1672" y="989"/>
                    <a:pt x="1588" y="921"/>
                    <a:pt x="1552" y="825"/>
                  </a:cubicBezTo>
                  <a:cubicBezTo>
                    <a:pt x="1520" y="729"/>
                    <a:pt x="1504" y="629"/>
                    <a:pt x="1504" y="529"/>
                  </a:cubicBezTo>
                  <a:cubicBezTo>
                    <a:pt x="1500" y="404"/>
                    <a:pt x="1496" y="284"/>
                    <a:pt x="1492" y="164"/>
                  </a:cubicBezTo>
                  <a:cubicBezTo>
                    <a:pt x="1489" y="164"/>
                    <a:pt x="1486" y="164"/>
                    <a:pt x="1483" y="164"/>
                  </a:cubicBezTo>
                  <a:cubicBezTo>
                    <a:pt x="1352" y="164"/>
                    <a:pt x="1254" y="335"/>
                    <a:pt x="1324" y="449"/>
                  </a:cubicBezTo>
                  <a:cubicBezTo>
                    <a:pt x="1104" y="380"/>
                    <a:pt x="924" y="216"/>
                    <a:pt x="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65"/>
            <p:cNvSpPr/>
            <p:nvPr/>
          </p:nvSpPr>
          <p:spPr>
            <a:xfrm flipH="1">
              <a:off x="7549410" y="1841949"/>
              <a:ext cx="581110" cy="410179"/>
            </a:xfrm>
            <a:custGeom>
              <a:avLst/>
              <a:gdLst/>
              <a:ahLst/>
              <a:cxnLst/>
              <a:rect l="l" t="t" r="r" b="b"/>
              <a:pathLst>
                <a:path w="4321" h="3050" extrusionOk="0">
                  <a:moveTo>
                    <a:pt x="2587" y="122"/>
                  </a:moveTo>
                  <a:cubicBezTo>
                    <a:pt x="2662" y="122"/>
                    <a:pt x="2735" y="136"/>
                    <a:pt x="2804" y="163"/>
                  </a:cubicBezTo>
                  <a:cubicBezTo>
                    <a:pt x="2888" y="199"/>
                    <a:pt x="2944" y="279"/>
                    <a:pt x="3004" y="371"/>
                  </a:cubicBezTo>
                  <a:cubicBezTo>
                    <a:pt x="3036" y="423"/>
                    <a:pt x="3068" y="467"/>
                    <a:pt x="3108" y="511"/>
                  </a:cubicBezTo>
                  <a:cubicBezTo>
                    <a:pt x="3148" y="555"/>
                    <a:pt x="3196" y="591"/>
                    <a:pt x="3248" y="623"/>
                  </a:cubicBezTo>
                  <a:cubicBezTo>
                    <a:pt x="3272" y="635"/>
                    <a:pt x="3300" y="647"/>
                    <a:pt x="3324" y="659"/>
                  </a:cubicBezTo>
                  <a:cubicBezTo>
                    <a:pt x="3352" y="671"/>
                    <a:pt x="3380" y="679"/>
                    <a:pt x="3408" y="687"/>
                  </a:cubicBezTo>
                  <a:lnTo>
                    <a:pt x="3444" y="699"/>
                  </a:lnTo>
                  <a:cubicBezTo>
                    <a:pt x="3460" y="703"/>
                    <a:pt x="3468" y="707"/>
                    <a:pt x="3476" y="711"/>
                  </a:cubicBezTo>
                  <a:cubicBezTo>
                    <a:pt x="3500" y="723"/>
                    <a:pt x="3520" y="735"/>
                    <a:pt x="3536" y="751"/>
                  </a:cubicBezTo>
                  <a:cubicBezTo>
                    <a:pt x="3612" y="823"/>
                    <a:pt x="3668" y="911"/>
                    <a:pt x="3700" y="1011"/>
                  </a:cubicBezTo>
                  <a:cubicBezTo>
                    <a:pt x="3732" y="1115"/>
                    <a:pt x="3760" y="1219"/>
                    <a:pt x="3780" y="1323"/>
                  </a:cubicBezTo>
                  <a:cubicBezTo>
                    <a:pt x="3800" y="1431"/>
                    <a:pt x="3816" y="1539"/>
                    <a:pt x="3840" y="1647"/>
                  </a:cubicBezTo>
                  <a:cubicBezTo>
                    <a:pt x="3860" y="1759"/>
                    <a:pt x="3896" y="1863"/>
                    <a:pt x="3956" y="1959"/>
                  </a:cubicBezTo>
                  <a:cubicBezTo>
                    <a:pt x="4080" y="2135"/>
                    <a:pt x="4196" y="2323"/>
                    <a:pt x="4244" y="2531"/>
                  </a:cubicBezTo>
                  <a:cubicBezTo>
                    <a:pt x="4264" y="2631"/>
                    <a:pt x="4260" y="2743"/>
                    <a:pt x="4204" y="2819"/>
                  </a:cubicBezTo>
                  <a:lnTo>
                    <a:pt x="4180" y="2843"/>
                  </a:lnTo>
                  <a:cubicBezTo>
                    <a:pt x="4172" y="2851"/>
                    <a:pt x="4164" y="2859"/>
                    <a:pt x="4152" y="2867"/>
                  </a:cubicBezTo>
                  <a:lnTo>
                    <a:pt x="4140" y="2879"/>
                  </a:lnTo>
                  <a:lnTo>
                    <a:pt x="4136" y="2883"/>
                  </a:lnTo>
                  <a:lnTo>
                    <a:pt x="4128" y="2887"/>
                  </a:lnTo>
                  <a:cubicBezTo>
                    <a:pt x="4116" y="2891"/>
                    <a:pt x="4104" y="2895"/>
                    <a:pt x="4092" y="2899"/>
                  </a:cubicBezTo>
                  <a:cubicBezTo>
                    <a:pt x="4040" y="2911"/>
                    <a:pt x="3992" y="2923"/>
                    <a:pt x="3940" y="2927"/>
                  </a:cubicBezTo>
                  <a:cubicBezTo>
                    <a:pt x="3815" y="2934"/>
                    <a:pt x="3691" y="2938"/>
                    <a:pt x="3566" y="2938"/>
                  </a:cubicBezTo>
                  <a:cubicBezTo>
                    <a:pt x="3477" y="2938"/>
                    <a:pt x="3387" y="2936"/>
                    <a:pt x="3296" y="2931"/>
                  </a:cubicBezTo>
                  <a:cubicBezTo>
                    <a:pt x="3076" y="2919"/>
                    <a:pt x="2860" y="2903"/>
                    <a:pt x="2644" y="2883"/>
                  </a:cubicBezTo>
                  <a:cubicBezTo>
                    <a:pt x="2428" y="2859"/>
                    <a:pt x="2212" y="2835"/>
                    <a:pt x="2000" y="2803"/>
                  </a:cubicBezTo>
                  <a:cubicBezTo>
                    <a:pt x="1784" y="2767"/>
                    <a:pt x="1572" y="2735"/>
                    <a:pt x="1364" y="2683"/>
                  </a:cubicBezTo>
                  <a:cubicBezTo>
                    <a:pt x="1260" y="2663"/>
                    <a:pt x="1160" y="2631"/>
                    <a:pt x="1060" y="2595"/>
                  </a:cubicBezTo>
                  <a:cubicBezTo>
                    <a:pt x="1036" y="2587"/>
                    <a:pt x="1016" y="2575"/>
                    <a:pt x="996" y="2563"/>
                  </a:cubicBezTo>
                  <a:cubicBezTo>
                    <a:pt x="984" y="2559"/>
                    <a:pt x="976" y="2555"/>
                    <a:pt x="968" y="2547"/>
                  </a:cubicBezTo>
                  <a:lnTo>
                    <a:pt x="956" y="2539"/>
                  </a:lnTo>
                  <a:lnTo>
                    <a:pt x="948" y="2531"/>
                  </a:lnTo>
                  <a:lnTo>
                    <a:pt x="940" y="2527"/>
                  </a:lnTo>
                  <a:cubicBezTo>
                    <a:pt x="916" y="2507"/>
                    <a:pt x="900" y="2491"/>
                    <a:pt x="872" y="2471"/>
                  </a:cubicBezTo>
                  <a:cubicBezTo>
                    <a:pt x="848" y="2455"/>
                    <a:pt x="824" y="2439"/>
                    <a:pt x="796" y="2423"/>
                  </a:cubicBezTo>
                  <a:cubicBezTo>
                    <a:pt x="696" y="2363"/>
                    <a:pt x="584" y="2323"/>
                    <a:pt x="468" y="2303"/>
                  </a:cubicBezTo>
                  <a:cubicBezTo>
                    <a:pt x="398" y="2290"/>
                    <a:pt x="327" y="2284"/>
                    <a:pt x="255" y="2284"/>
                  </a:cubicBezTo>
                  <a:cubicBezTo>
                    <a:pt x="241" y="2284"/>
                    <a:pt x="228" y="2284"/>
                    <a:pt x="214" y="2285"/>
                  </a:cubicBezTo>
                  <a:lnTo>
                    <a:pt x="214" y="2285"/>
                  </a:lnTo>
                  <a:cubicBezTo>
                    <a:pt x="217" y="2273"/>
                    <a:pt x="221" y="2262"/>
                    <a:pt x="224" y="2251"/>
                  </a:cubicBezTo>
                  <a:cubicBezTo>
                    <a:pt x="232" y="2211"/>
                    <a:pt x="240" y="2171"/>
                    <a:pt x="248" y="2131"/>
                  </a:cubicBezTo>
                  <a:cubicBezTo>
                    <a:pt x="264" y="2047"/>
                    <a:pt x="272" y="1963"/>
                    <a:pt x="276" y="1879"/>
                  </a:cubicBezTo>
                  <a:cubicBezTo>
                    <a:pt x="276" y="1839"/>
                    <a:pt x="272" y="1795"/>
                    <a:pt x="268" y="1755"/>
                  </a:cubicBezTo>
                  <a:cubicBezTo>
                    <a:pt x="264" y="1711"/>
                    <a:pt x="256" y="1671"/>
                    <a:pt x="244" y="1627"/>
                  </a:cubicBezTo>
                  <a:cubicBezTo>
                    <a:pt x="236" y="1607"/>
                    <a:pt x="232" y="1587"/>
                    <a:pt x="224" y="1567"/>
                  </a:cubicBezTo>
                  <a:lnTo>
                    <a:pt x="196" y="1507"/>
                  </a:lnTo>
                  <a:lnTo>
                    <a:pt x="172" y="1459"/>
                  </a:lnTo>
                  <a:cubicBezTo>
                    <a:pt x="164" y="1439"/>
                    <a:pt x="156" y="1423"/>
                    <a:pt x="152" y="1403"/>
                  </a:cubicBezTo>
                  <a:cubicBezTo>
                    <a:pt x="136" y="1367"/>
                    <a:pt x="124" y="1331"/>
                    <a:pt x="116" y="1295"/>
                  </a:cubicBezTo>
                  <a:cubicBezTo>
                    <a:pt x="108" y="1255"/>
                    <a:pt x="100" y="1215"/>
                    <a:pt x="92" y="1179"/>
                  </a:cubicBezTo>
                  <a:cubicBezTo>
                    <a:pt x="76" y="1099"/>
                    <a:pt x="64" y="1019"/>
                    <a:pt x="56" y="943"/>
                  </a:cubicBezTo>
                  <a:cubicBezTo>
                    <a:pt x="36" y="783"/>
                    <a:pt x="28" y="623"/>
                    <a:pt x="24" y="463"/>
                  </a:cubicBezTo>
                  <a:cubicBezTo>
                    <a:pt x="148" y="283"/>
                    <a:pt x="356" y="195"/>
                    <a:pt x="564" y="175"/>
                  </a:cubicBezTo>
                  <a:cubicBezTo>
                    <a:pt x="644" y="167"/>
                    <a:pt x="723" y="164"/>
                    <a:pt x="802" y="164"/>
                  </a:cubicBezTo>
                  <a:cubicBezTo>
                    <a:pt x="938" y="164"/>
                    <a:pt x="1074" y="174"/>
                    <a:pt x="1208" y="195"/>
                  </a:cubicBezTo>
                  <a:lnTo>
                    <a:pt x="1532" y="239"/>
                  </a:lnTo>
                  <a:lnTo>
                    <a:pt x="1616" y="247"/>
                  </a:lnTo>
                  <a:lnTo>
                    <a:pt x="1704" y="251"/>
                  </a:lnTo>
                  <a:cubicBezTo>
                    <a:pt x="1760" y="251"/>
                    <a:pt x="1816" y="247"/>
                    <a:pt x="1872" y="243"/>
                  </a:cubicBezTo>
                  <a:cubicBezTo>
                    <a:pt x="2096" y="219"/>
                    <a:pt x="2308" y="147"/>
                    <a:pt x="2512" y="127"/>
                  </a:cubicBezTo>
                  <a:cubicBezTo>
                    <a:pt x="2537" y="124"/>
                    <a:pt x="2562" y="122"/>
                    <a:pt x="2587" y="122"/>
                  </a:cubicBezTo>
                  <a:close/>
                  <a:moveTo>
                    <a:pt x="2617" y="1"/>
                  </a:moveTo>
                  <a:cubicBezTo>
                    <a:pt x="2609" y="1"/>
                    <a:pt x="2601" y="1"/>
                    <a:pt x="2592" y="3"/>
                  </a:cubicBezTo>
                  <a:cubicBezTo>
                    <a:pt x="2576" y="5"/>
                    <a:pt x="2561" y="5"/>
                    <a:pt x="2547" y="5"/>
                  </a:cubicBezTo>
                  <a:cubicBezTo>
                    <a:pt x="2532" y="5"/>
                    <a:pt x="2518" y="5"/>
                    <a:pt x="2504" y="7"/>
                  </a:cubicBezTo>
                  <a:cubicBezTo>
                    <a:pt x="2272" y="27"/>
                    <a:pt x="2068" y="103"/>
                    <a:pt x="1856" y="127"/>
                  </a:cubicBezTo>
                  <a:cubicBezTo>
                    <a:pt x="1804" y="131"/>
                    <a:pt x="1752" y="139"/>
                    <a:pt x="1700" y="139"/>
                  </a:cubicBezTo>
                  <a:lnTo>
                    <a:pt x="1624" y="139"/>
                  </a:lnTo>
                  <a:lnTo>
                    <a:pt x="1544" y="135"/>
                  </a:lnTo>
                  <a:cubicBezTo>
                    <a:pt x="1440" y="123"/>
                    <a:pt x="1328" y="107"/>
                    <a:pt x="1220" y="99"/>
                  </a:cubicBezTo>
                  <a:cubicBezTo>
                    <a:pt x="1124" y="88"/>
                    <a:pt x="1029" y="83"/>
                    <a:pt x="934" y="83"/>
                  </a:cubicBezTo>
                  <a:cubicBezTo>
                    <a:pt x="808" y="83"/>
                    <a:pt x="682" y="92"/>
                    <a:pt x="556" y="111"/>
                  </a:cubicBezTo>
                  <a:cubicBezTo>
                    <a:pt x="444" y="127"/>
                    <a:pt x="336" y="163"/>
                    <a:pt x="240" y="223"/>
                  </a:cubicBezTo>
                  <a:cubicBezTo>
                    <a:pt x="144" y="279"/>
                    <a:pt x="64" y="359"/>
                    <a:pt x="12" y="459"/>
                  </a:cubicBezTo>
                  <a:lnTo>
                    <a:pt x="12" y="463"/>
                  </a:lnTo>
                  <a:cubicBezTo>
                    <a:pt x="0" y="627"/>
                    <a:pt x="0" y="787"/>
                    <a:pt x="8" y="951"/>
                  </a:cubicBezTo>
                  <a:cubicBezTo>
                    <a:pt x="12" y="1031"/>
                    <a:pt x="16" y="1111"/>
                    <a:pt x="28" y="1191"/>
                  </a:cubicBezTo>
                  <a:cubicBezTo>
                    <a:pt x="32" y="1231"/>
                    <a:pt x="40" y="1271"/>
                    <a:pt x="48" y="1311"/>
                  </a:cubicBezTo>
                  <a:cubicBezTo>
                    <a:pt x="56" y="1355"/>
                    <a:pt x="64" y="1391"/>
                    <a:pt x="80" y="1435"/>
                  </a:cubicBezTo>
                  <a:cubicBezTo>
                    <a:pt x="84" y="1455"/>
                    <a:pt x="92" y="1475"/>
                    <a:pt x="100" y="1495"/>
                  </a:cubicBezTo>
                  <a:lnTo>
                    <a:pt x="124" y="1551"/>
                  </a:lnTo>
                  <a:lnTo>
                    <a:pt x="144" y="1603"/>
                  </a:lnTo>
                  <a:cubicBezTo>
                    <a:pt x="148" y="1619"/>
                    <a:pt x="152" y="1639"/>
                    <a:pt x="156" y="1655"/>
                  </a:cubicBezTo>
                  <a:cubicBezTo>
                    <a:pt x="164" y="1691"/>
                    <a:pt x="172" y="1731"/>
                    <a:pt x="172" y="1767"/>
                  </a:cubicBezTo>
                  <a:cubicBezTo>
                    <a:pt x="176" y="1807"/>
                    <a:pt x="176" y="1843"/>
                    <a:pt x="172" y="1883"/>
                  </a:cubicBezTo>
                  <a:cubicBezTo>
                    <a:pt x="168" y="1959"/>
                    <a:pt x="160" y="2035"/>
                    <a:pt x="144" y="2111"/>
                  </a:cubicBezTo>
                  <a:cubicBezTo>
                    <a:pt x="132" y="2151"/>
                    <a:pt x="124" y="2187"/>
                    <a:pt x="112" y="2223"/>
                  </a:cubicBezTo>
                  <a:cubicBezTo>
                    <a:pt x="104" y="2263"/>
                    <a:pt x="92" y="2299"/>
                    <a:pt x="76" y="2335"/>
                  </a:cubicBezTo>
                  <a:lnTo>
                    <a:pt x="44" y="2419"/>
                  </a:lnTo>
                  <a:lnTo>
                    <a:pt x="44" y="2419"/>
                  </a:lnTo>
                  <a:lnTo>
                    <a:pt x="140" y="2415"/>
                  </a:lnTo>
                  <a:cubicBezTo>
                    <a:pt x="167" y="2413"/>
                    <a:pt x="195" y="2411"/>
                    <a:pt x="222" y="2411"/>
                  </a:cubicBezTo>
                  <a:cubicBezTo>
                    <a:pt x="399" y="2411"/>
                    <a:pt x="576" y="2457"/>
                    <a:pt x="728" y="2547"/>
                  </a:cubicBezTo>
                  <a:cubicBezTo>
                    <a:pt x="748" y="2559"/>
                    <a:pt x="768" y="2571"/>
                    <a:pt x="788" y="2587"/>
                  </a:cubicBezTo>
                  <a:cubicBezTo>
                    <a:pt x="808" y="2599"/>
                    <a:pt x="828" y="2619"/>
                    <a:pt x="848" y="2635"/>
                  </a:cubicBezTo>
                  <a:lnTo>
                    <a:pt x="856" y="2643"/>
                  </a:lnTo>
                  <a:cubicBezTo>
                    <a:pt x="856" y="2642"/>
                    <a:pt x="857" y="2642"/>
                    <a:pt x="857" y="2642"/>
                  </a:cubicBezTo>
                  <a:cubicBezTo>
                    <a:pt x="859" y="2642"/>
                    <a:pt x="864" y="2647"/>
                    <a:pt x="864" y="2647"/>
                  </a:cubicBezTo>
                  <a:lnTo>
                    <a:pt x="884" y="2663"/>
                  </a:lnTo>
                  <a:cubicBezTo>
                    <a:pt x="896" y="2675"/>
                    <a:pt x="912" y="2683"/>
                    <a:pt x="928" y="2691"/>
                  </a:cubicBezTo>
                  <a:cubicBezTo>
                    <a:pt x="952" y="2707"/>
                    <a:pt x="980" y="2719"/>
                    <a:pt x="1008" y="2731"/>
                  </a:cubicBezTo>
                  <a:cubicBezTo>
                    <a:pt x="1112" y="2771"/>
                    <a:pt x="1220" y="2807"/>
                    <a:pt x="1332" y="2831"/>
                  </a:cubicBezTo>
                  <a:cubicBezTo>
                    <a:pt x="1548" y="2879"/>
                    <a:pt x="1764" y="2919"/>
                    <a:pt x="1980" y="2947"/>
                  </a:cubicBezTo>
                  <a:cubicBezTo>
                    <a:pt x="2200" y="2975"/>
                    <a:pt x="2416" y="2999"/>
                    <a:pt x="2636" y="3015"/>
                  </a:cubicBezTo>
                  <a:cubicBezTo>
                    <a:pt x="2856" y="3031"/>
                    <a:pt x="3072" y="3047"/>
                    <a:pt x="3292" y="3047"/>
                  </a:cubicBezTo>
                  <a:cubicBezTo>
                    <a:pt x="3346" y="3049"/>
                    <a:pt x="3399" y="3050"/>
                    <a:pt x="3453" y="3050"/>
                  </a:cubicBezTo>
                  <a:cubicBezTo>
                    <a:pt x="3621" y="3050"/>
                    <a:pt x="3790" y="3040"/>
                    <a:pt x="3956" y="3019"/>
                  </a:cubicBezTo>
                  <a:cubicBezTo>
                    <a:pt x="4012" y="3011"/>
                    <a:pt x="4068" y="2999"/>
                    <a:pt x="4124" y="2979"/>
                  </a:cubicBezTo>
                  <a:cubicBezTo>
                    <a:pt x="4140" y="2975"/>
                    <a:pt x="4152" y="2967"/>
                    <a:pt x="4164" y="2959"/>
                  </a:cubicBezTo>
                  <a:lnTo>
                    <a:pt x="4176" y="2955"/>
                  </a:lnTo>
                  <a:lnTo>
                    <a:pt x="4180" y="2951"/>
                  </a:lnTo>
                  <a:lnTo>
                    <a:pt x="4184" y="2947"/>
                  </a:lnTo>
                  <a:lnTo>
                    <a:pt x="4204" y="2931"/>
                  </a:lnTo>
                  <a:cubicBezTo>
                    <a:pt x="4212" y="2923"/>
                    <a:pt x="4224" y="2911"/>
                    <a:pt x="4236" y="2903"/>
                  </a:cubicBezTo>
                  <a:lnTo>
                    <a:pt x="4264" y="2863"/>
                  </a:lnTo>
                  <a:cubicBezTo>
                    <a:pt x="4296" y="2815"/>
                    <a:pt x="4316" y="2755"/>
                    <a:pt x="4320" y="2691"/>
                  </a:cubicBezTo>
                  <a:cubicBezTo>
                    <a:pt x="4320" y="2635"/>
                    <a:pt x="4316" y="2575"/>
                    <a:pt x="4304" y="2519"/>
                  </a:cubicBezTo>
                  <a:cubicBezTo>
                    <a:pt x="4272" y="2411"/>
                    <a:pt x="4228" y="2311"/>
                    <a:pt x="4172" y="2211"/>
                  </a:cubicBezTo>
                  <a:cubicBezTo>
                    <a:pt x="4116" y="2115"/>
                    <a:pt x="4056" y="2023"/>
                    <a:pt x="3992" y="1935"/>
                  </a:cubicBezTo>
                  <a:cubicBezTo>
                    <a:pt x="3932" y="1847"/>
                    <a:pt x="3896" y="1747"/>
                    <a:pt x="3880" y="1643"/>
                  </a:cubicBezTo>
                  <a:cubicBezTo>
                    <a:pt x="3860" y="1535"/>
                    <a:pt x="3840" y="1427"/>
                    <a:pt x="3824" y="1319"/>
                  </a:cubicBezTo>
                  <a:cubicBezTo>
                    <a:pt x="3804" y="1211"/>
                    <a:pt x="3780" y="1103"/>
                    <a:pt x="3752" y="995"/>
                  </a:cubicBezTo>
                  <a:cubicBezTo>
                    <a:pt x="3720" y="883"/>
                    <a:pt x="3664" y="779"/>
                    <a:pt x="3584" y="695"/>
                  </a:cubicBezTo>
                  <a:cubicBezTo>
                    <a:pt x="3552" y="663"/>
                    <a:pt x="3512" y="639"/>
                    <a:pt x="3468" y="623"/>
                  </a:cubicBezTo>
                  <a:lnTo>
                    <a:pt x="3428" y="607"/>
                  </a:lnTo>
                  <a:cubicBezTo>
                    <a:pt x="3408" y="599"/>
                    <a:pt x="3380" y="591"/>
                    <a:pt x="3356" y="579"/>
                  </a:cubicBezTo>
                  <a:cubicBezTo>
                    <a:pt x="3336" y="571"/>
                    <a:pt x="3312" y="559"/>
                    <a:pt x="3292" y="543"/>
                  </a:cubicBezTo>
                  <a:cubicBezTo>
                    <a:pt x="3248" y="519"/>
                    <a:pt x="3212" y="483"/>
                    <a:pt x="3180" y="447"/>
                  </a:cubicBezTo>
                  <a:cubicBezTo>
                    <a:pt x="3148" y="407"/>
                    <a:pt x="3120" y="363"/>
                    <a:pt x="3096" y="319"/>
                  </a:cubicBezTo>
                  <a:cubicBezTo>
                    <a:pt x="3068" y="267"/>
                    <a:pt x="3036" y="219"/>
                    <a:pt x="3000" y="175"/>
                  </a:cubicBezTo>
                  <a:cubicBezTo>
                    <a:pt x="2960" y="123"/>
                    <a:pt x="2912" y="83"/>
                    <a:pt x="2852" y="55"/>
                  </a:cubicBezTo>
                  <a:lnTo>
                    <a:pt x="2808" y="35"/>
                  </a:lnTo>
                  <a:lnTo>
                    <a:pt x="2768" y="27"/>
                  </a:lnTo>
                  <a:lnTo>
                    <a:pt x="2748" y="19"/>
                  </a:lnTo>
                  <a:cubicBezTo>
                    <a:pt x="2740" y="19"/>
                    <a:pt x="2732" y="15"/>
                    <a:pt x="2724" y="15"/>
                  </a:cubicBezTo>
                  <a:lnTo>
                    <a:pt x="2680" y="7"/>
                  </a:lnTo>
                  <a:cubicBezTo>
                    <a:pt x="2658" y="4"/>
                    <a:pt x="2637" y="1"/>
                    <a:pt x="2617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65"/>
            <p:cNvSpPr/>
            <p:nvPr/>
          </p:nvSpPr>
          <p:spPr>
            <a:xfrm flipH="1">
              <a:off x="7123361" y="1933130"/>
              <a:ext cx="505798" cy="536864"/>
            </a:xfrm>
            <a:custGeom>
              <a:avLst/>
              <a:gdLst/>
              <a:ahLst/>
              <a:cxnLst/>
              <a:rect l="l" t="t" r="r" b="b"/>
              <a:pathLst>
                <a:path w="3761" h="3992" extrusionOk="0">
                  <a:moveTo>
                    <a:pt x="1624" y="1"/>
                  </a:moveTo>
                  <a:cubicBezTo>
                    <a:pt x="1601" y="1"/>
                    <a:pt x="1579" y="2"/>
                    <a:pt x="1557" y="5"/>
                  </a:cubicBezTo>
                  <a:cubicBezTo>
                    <a:pt x="1433" y="21"/>
                    <a:pt x="1312" y="61"/>
                    <a:pt x="1204" y="125"/>
                  </a:cubicBezTo>
                  <a:cubicBezTo>
                    <a:pt x="1152" y="149"/>
                    <a:pt x="1104" y="181"/>
                    <a:pt x="1060" y="209"/>
                  </a:cubicBezTo>
                  <a:cubicBezTo>
                    <a:pt x="1040" y="221"/>
                    <a:pt x="1016" y="237"/>
                    <a:pt x="1000" y="245"/>
                  </a:cubicBezTo>
                  <a:cubicBezTo>
                    <a:pt x="992" y="249"/>
                    <a:pt x="980" y="253"/>
                    <a:pt x="972" y="253"/>
                  </a:cubicBezTo>
                  <a:cubicBezTo>
                    <a:pt x="964" y="257"/>
                    <a:pt x="952" y="257"/>
                    <a:pt x="944" y="257"/>
                  </a:cubicBezTo>
                  <a:cubicBezTo>
                    <a:pt x="852" y="257"/>
                    <a:pt x="764" y="245"/>
                    <a:pt x="676" y="229"/>
                  </a:cubicBezTo>
                  <a:cubicBezTo>
                    <a:pt x="596" y="217"/>
                    <a:pt x="512" y="213"/>
                    <a:pt x="432" y="213"/>
                  </a:cubicBezTo>
                  <a:cubicBezTo>
                    <a:pt x="320" y="213"/>
                    <a:pt x="208" y="241"/>
                    <a:pt x="104" y="289"/>
                  </a:cubicBezTo>
                  <a:cubicBezTo>
                    <a:pt x="76" y="301"/>
                    <a:pt x="52" y="317"/>
                    <a:pt x="24" y="333"/>
                  </a:cubicBezTo>
                  <a:lnTo>
                    <a:pt x="0" y="349"/>
                  </a:lnTo>
                  <a:lnTo>
                    <a:pt x="8" y="361"/>
                  </a:lnTo>
                  <a:lnTo>
                    <a:pt x="36" y="349"/>
                  </a:lnTo>
                  <a:cubicBezTo>
                    <a:pt x="60" y="333"/>
                    <a:pt x="88" y="325"/>
                    <a:pt x="112" y="313"/>
                  </a:cubicBezTo>
                  <a:cubicBezTo>
                    <a:pt x="199" y="283"/>
                    <a:pt x="288" y="267"/>
                    <a:pt x="378" y="267"/>
                  </a:cubicBezTo>
                  <a:cubicBezTo>
                    <a:pt x="396" y="267"/>
                    <a:pt x="414" y="267"/>
                    <a:pt x="432" y="269"/>
                  </a:cubicBezTo>
                  <a:cubicBezTo>
                    <a:pt x="508" y="273"/>
                    <a:pt x="588" y="285"/>
                    <a:pt x="660" y="301"/>
                  </a:cubicBezTo>
                  <a:cubicBezTo>
                    <a:pt x="756" y="329"/>
                    <a:pt x="848" y="345"/>
                    <a:pt x="944" y="353"/>
                  </a:cubicBezTo>
                  <a:cubicBezTo>
                    <a:pt x="960" y="353"/>
                    <a:pt x="976" y="353"/>
                    <a:pt x="992" y="349"/>
                  </a:cubicBezTo>
                  <a:cubicBezTo>
                    <a:pt x="1008" y="345"/>
                    <a:pt x="1020" y="341"/>
                    <a:pt x="1036" y="337"/>
                  </a:cubicBezTo>
                  <a:cubicBezTo>
                    <a:pt x="1068" y="321"/>
                    <a:pt x="1088" y="309"/>
                    <a:pt x="1112" y="297"/>
                  </a:cubicBezTo>
                  <a:cubicBezTo>
                    <a:pt x="1160" y="273"/>
                    <a:pt x="1204" y="245"/>
                    <a:pt x="1252" y="221"/>
                  </a:cubicBezTo>
                  <a:cubicBezTo>
                    <a:pt x="1352" y="173"/>
                    <a:pt x="1457" y="141"/>
                    <a:pt x="1569" y="129"/>
                  </a:cubicBezTo>
                  <a:cubicBezTo>
                    <a:pt x="1580" y="128"/>
                    <a:pt x="1591" y="127"/>
                    <a:pt x="1602" y="127"/>
                  </a:cubicBezTo>
                  <a:cubicBezTo>
                    <a:pt x="1703" y="127"/>
                    <a:pt x="1802" y="159"/>
                    <a:pt x="1885" y="221"/>
                  </a:cubicBezTo>
                  <a:cubicBezTo>
                    <a:pt x="1937" y="253"/>
                    <a:pt x="1981" y="297"/>
                    <a:pt x="2017" y="345"/>
                  </a:cubicBezTo>
                  <a:cubicBezTo>
                    <a:pt x="2037" y="365"/>
                    <a:pt x="2057" y="393"/>
                    <a:pt x="2077" y="421"/>
                  </a:cubicBezTo>
                  <a:cubicBezTo>
                    <a:pt x="2101" y="453"/>
                    <a:pt x="2121" y="481"/>
                    <a:pt x="2145" y="509"/>
                  </a:cubicBezTo>
                  <a:cubicBezTo>
                    <a:pt x="2241" y="625"/>
                    <a:pt x="2345" y="729"/>
                    <a:pt x="2461" y="821"/>
                  </a:cubicBezTo>
                  <a:cubicBezTo>
                    <a:pt x="2577" y="917"/>
                    <a:pt x="2705" y="1005"/>
                    <a:pt x="2829" y="1093"/>
                  </a:cubicBezTo>
                  <a:cubicBezTo>
                    <a:pt x="2953" y="1181"/>
                    <a:pt x="3081" y="1269"/>
                    <a:pt x="3201" y="1365"/>
                  </a:cubicBezTo>
                  <a:cubicBezTo>
                    <a:pt x="3325" y="1461"/>
                    <a:pt x="3433" y="1569"/>
                    <a:pt x="3521" y="1693"/>
                  </a:cubicBezTo>
                  <a:cubicBezTo>
                    <a:pt x="3609" y="1817"/>
                    <a:pt x="3653" y="1969"/>
                    <a:pt x="3653" y="2121"/>
                  </a:cubicBezTo>
                  <a:cubicBezTo>
                    <a:pt x="3645" y="2277"/>
                    <a:pt x="3617" y="2437"/>
                    <a:pt x="3565" y="2585"/>
                  </a:cubicBezTo>
                  <a:cubicBezTo>
                    <a:pt x="3513" y="2741"/>
                    <a:pt x="3465" y="2901"/>
                    <a:pt x="3433" y="3061"/>
                  </a:cubicBezTo>
                  <a:cubicBezTo>
                    <a:pt x="3425" y="3101"/>
                    <a:pt x="3417" y="3145"/>
                    <a:pt x="3417" y="3185"/>
                  </a:cubicBezTo>
                  <a:cubicBezTo>
                    <a:pt x="3413" y="3225"/>
                    <a:pt x="3413" y="3269"/>
                    <a:pt x="3413" y="3309"/>
                  </a:cubicBezTo>
                  <a:cubicBezTo>
                    <a:pt x="3409" y="3389"/>
                    <a:pt x="3409" y="3469"/>
                    <a:pt x="3401" y="3549"/>
                  </a:cubicBezTo>
                  <a:cubicBezTo>
                    <a:pt x="3397" y="3629"/>
                    <a:pt x="3389" y="3705"/>
                    <a:pt x="3373" y="3785"/>
                  </a:cubicBezTo>
                  <a:cubicBezTo>
                    <a:pt x="3365" y="3821"/>
                    <a:pt x="3357" y="3857"/>
                    <a:pt x="3341" y="3893"/>
                  </a:cubicBezTo>
                  <a:cubicBezTo>
                    <a:pt x="3327" y="3923"/>
                    <a:pt x="3308" y="3942"/>
                    <a:pt x="3287" y="3942"/>
                  </a:cubicBezTo>
                  <a:cubicBezTo>
                    <a:pt x="3284" y="3942"/>
                    <a:pt x="3280" y="3942"/>
                    <a:pt x="3277" y="3941"/>
                  </a:cubicBezTo>
                  <a:cubicBezTo>
                    <a:pt x="3245" y="3929"/>
                    <a:pt x="3217" y="3909"/>
                    <a:pt x="3197" y="3881"/>
                  </a:cubicBezTo>
                  <a:cubicBezTo>
                    <a:pt x="3173" y="3853"/>
                    <a:pt x="3149" y="3825"/>
                    <a:pt x="3129" y="3793"/>
                  </a:cubicBezTo>
                  <a:cubicBezTo>
                    <a:pt x="3085" y="3725"/>
                    <a:pt x="3025" y="3665"/>
                    <a:pt x="2957" y="3621"/>
                  </a:cubicBezTo>
                  <a:cubicBezTo>
                    <a:pt x="2829" y="3533"/>
                    <a:pt x="2689" y="3465"/>
                    <a:pt x="2541" y="3421"/>
                  </a:cubicBezTo>
                  <a:cubicBezTo>
                    <a:pt x="2405" y="3373"/>
                    <a:pt x="2265" y="3333"/>
                    <a:pt x="2121" y="3301"/>
                  </a:cubicBezTo>
                  <a:cubicBezTo>
                    <a:pt x="1981" y="3273"/>
                    <a:pt x="1845" y="3249"/>
                    <a:pt x="1717" y="3229"/>
                  </a:cubicBezTo>
                  <a:cubicBezTo>
                    <a:pt x="1585" y="3209"/>
                    <a:pt x="1457" y="3185"/>
                    <a:pt x="1348" y="3157"/>
                  </a:cubicBezTo>
                  <a:cubicBezTo>
                    <a:pt x="1300" y="3145"/>
                    <a:pt x="1256" y="3121"/>
                    <a:pt x="1224" y="3085"/>
                  </a:cubicBezTo>
                  <a:cubicBezTo>
                    <a:pt x="1196" y="3045"/>
                    <a:pt x="1172" y="2997"/>
                    <a:pt x="1164" y="2949"/>
                  </a:cubicBezTo>
                  <a:cubicBezTo>
                    <a:pt x="1140" y="2849"/>
                    <a:pt x="1124" y="2745"/>
                    <a:pt x="1116" y="2645"/>
                  </a:cubicBezTo>
                  <a:cubicBezTo>
                    <a:pt x="1112" y="2549"/>
                    <a:pt x="1092" y="2453"/>
                    <a:pt x="1064" y="2361"/>
                  </a:cubicBezTo>
                  <a:cubicBezTo>
                    <a:pt x="1056" y="2341"/>
                    <a:pt x="1044" y="2317"/>
                    <a:pt x="1032" y="2301"/>
                  </a:cubicBezTo>
                  <a:cubicBezTo>
                    <a:pt x="1020" y="2277"/>
                    <a:pt x="1008" y="2261"/>
                    <a:pt x="996" y="2245"/>
                  </a:cubicBezTo>
                  <a:cubicBezTo>
                    <a:pt x="972" y="2213"/>
                    <a:pt x="948" y="2185"/>
                    <a:pt x="920" y="2157"/>
                  </a:cubicBezTo>
                  <a:cubicBezTo>
                    <a:pt x="840" y="2077"/>
                    <a:pt x="752" y="2009"/>
                    <a:pt x="656" y="1949"/>
                  </a:cubicBezTo>
                  <a:cubicBezTo>
                    <a:pt x="592" y="1909"/>
                    <a:pt x="556" y="1889"/>
                    <a:pt x="556" y="1889"/>
                  </a:cubicBezTo>
                  <a:lnTo>
                    <a:pt x="548" y="1897"/>
                  </a:lnTo>
                  <a:cubicBezTo>
                    <a:pt x="548" y="1897"/>
                    <a:pt x="580" y="1917"/>
                    <a:pt x="640" y="1965"/>
                  </a:cubicBezTo>
                  <a:cubicBezTo>
                    <a:pt x="728" y="2033"/>
                    <a:pt x="808" y="2109"/>
                    <a:pt x="876" y="2189"/>
                  </a:cubicBezTo>
                  <a:cubicBezTo>
                    <a:pt x="900" y="2217"/>
                    <a:pt x="920" y="2245"/>
                    <a:pt x="944" y="2277"/>
                  </a:cubicBezTo>
                  <a:cubicBezTo>
                    <a:pt x="952" y="2297"/>
                    <a:pt x="964" y="2313"/>
                    <a:pt x="972" y="2329"/>
                  </a:cubicBezTo>
                  <a:cubicBezTo>
                    <a:pt x="980" y="2345"/>
                    <a:pt x="988" y="2365"/>
                    <a:pt x="992" y="2381"/>
                  </a:cubicBezTo>
                  <a:cubicBezTo>
                    <a:pt x="1016" y="2469"/>
                    <a:pt x="1028" y="2557"/>
                    <a:pt x="1028" y="2649"/>
                  </a:cubicBezTo>
                  <a:cubicBezTo>
                    <a:pt x="1028" y="2757"/>
                    <a:pt x="1040" y="2865"/>
                    <a:pt x="1060" y="2973"/>
                  </a:cubicBezTo>
                  <a:cubicBezTo>
                    <a:pt x="1072" y="3037"/>
                    <a:pt x="1100" y="3097"/>
                    <a:pt x="1140" y="3149"/>
                  </a:cubicBezTo>
                  <a:cubicBezTo>
                    <a:pt x="1180" y="3205"/>
                    <a:pt x="1244" y="3249"/>
                    <a:pt x="1316" y="3265"/>
                  </a:cubicBezTo>
                  <a:cubicBezTo>
                    <a:pt x="1441" y="3301"/>
                    <a:pt x="1565" y="3321"/>
                    <a:pt x="1697" y="3345"/>
                  </a:cubicBezTo>
                  <a:cubicBezTo>
                    <a:pt x="1825" y="3369"/>
                    <a:pt x="1961" y="3393"/>
                    <a:pt x="2097" y="3417"/>
                  </a:cubicBezTo>
                  <a:cubicBezTo>
                    <a:pt x="2233" y="3445"/>
                    <a:pt x="2373" y="3473"/>
                    <a:pt x="2513" y="3513"/>
                  </a:cubicBezTo>
                  <a:cubicBezTo>
                    <a:pt x="2653" y="3549"/>
                    <a:pt x="2789" y="3605"/>
                    <a:pt x="2917" y="3681"/>
                  </a:cubicBezTo>
                  <a:cubicBezTo>
                    <a:pt x="2977" y="3717"/>
                    <a:pt x="3033" y="3765"/>
                    <a:pt x="3081" y="3825"/>
                  </a:cubicBezTo>
                  <a:cubicBezTo>
                    <a:pt x="3105" y="3857"/>
                    <a:pt x="3129" y="3889"/>
                    <a:pt x="3157" y="3917"/>
                  </a:cubicBezTo>
                  <a:cubicBezTo>
                    <a:pt x="3185" y="3953"/>
                    <a:pt x="3225" y="3977"/>
                    <a:pt x="3269" y="3989"/>
                  </a:cubicBezTo>
                  <a:cubicBezTo>
                    <a:pt x="3275" y="3991"/>
                    <a:pt x="3281" y="3992"/>
                    <a:pt x="3288" y="3992"/>
                  </a:cubicBezTo>
                  <a:cubicBezTo>
                    <a:pt x="3307" y="3992"/>
                    <a:pt x="3326" y="3984"/>
                    <a:pt x="3341" y="3969"/>
                  </a:cubicBezTo>
                  <a:cubicBezTo>
                    <a:pt x="3357" y="3953"/>
                    <a:pt x="3373" y="3933"/>
                    <a:pt x="3381" y="3913"/>
                  </a:cubicBezTo>
                  <a:cubicBezTo>
                    <a:pt x="3397" y="3873"/>
                    <a:pt x="3409" y="3833"/>
                    <a:pt x="3417" y="3793"/>
                  </a:cubicBezTo>
                  <a:cubicBezTo>
                    <a:pt x="3429" y="3713"/>
                    <a:pt x="3441" y="3633"/>
                    <a:pt x="3445" y="3553"/>
                  </a:cubicBezTo>
                  <a:cubicBezTo>
                    <a:pt x="3449" y="3469"/>
                    <a:pt x="3453" y="3389"/>
                    <a:pt x="3457" y="3309"/>
                  </a:cubicBezTo>
                  <a:cubicBezTo>
                    <a:pt x="3461" y="3269"/>
                    <a:pt x="3461" y="3225"/>
                    <a:pt x="3465" y="3189"/>
                  </a:cubicBezTo>
                  <a:cubicBezTo>
                    <a:pt x="3469" y="3149"/>
                    <a:pt x="3473" y="3109"/>
                    <a:pt x="3481" y="3069"/>
                  </a:cubicBezTo>
                  <a:cubicBezTo>
                    <a:pt x="3521" y="2913"/>
                    <a:pt x="3573" y="2761"/>
                    <a:pt x="3637" y="2609"/>
                  </a:cubicBezTo>
                  <a:cubicBezTo>
                    <a:pt x="3697" y="2453"/>
                    <a:pt x="3737" y="2289"/>
                    <a:pt x="3753" y="2121"/>
                  </a:cubicBezTo>
                  <a:cubicBezTo>
                    <a:pt x="3761" y="1949"/>
                    <a:pt x="3717" y="1773"/>
                    <a:pt x="3621" y="1629"/>
                  </a:cubicBezTo>
                  <a:cubicBezTo>
                    <a:pt x="3529" y="1489"/>
                    <a:pt x="3417" y="1365"/>
                    <a:pt x="3285" y="1265"/>
                  </a:cubicBezTo>
                  <a:cubicBezTo>
                    <a:pt x="3161" y="1161"/>
                    <a:pt x="3033" y="1069"/>
                    <a:pt x="2909" y="977"/>
                  </a:cubicBezTo>
                  <a:cubicBezTo>
                    <a:pt x="2789" y="889"/>
                    <a:pt x="2669" y="797"/>
                    <a:pt x="2557" y="705"/>
                  </a:cubicBezTo>
                  <a:cubicBezTo>
                    <a:pt x="2449" y="617"/>
                    <a:pt x="2349" y="521"/>
                    <a:pt x="2257" y="417"/>
                  </a:cubicBezTo>
                  <a:cubicBezTo>
                    <a:pt x="2233" y="389"/>
                    <a:pt x="2217" y="369"/>
                    <a:pt x="2193" y="337"/>
                  </a:cubicBezTo>
                  <a:cubicBezTo>
                    <a:pt x="2169" y="309"/>
                    <a:pt x="2153" y="285"/>
                    <a:pt x="2129" y="253"/>
                  </a:cubicBezTo>
                  <a:cubicBezTo>
                    <a:pt x="2081" y="197"/>
                    <a:pt x="2025" y="145"/>
                    <a:pt x="1965" y="105"/>
                  </a:cubicBezTo>
                  <a:cubicBezTo>
                    <a:pt x="1863" y="37"/>
                    <a:pt x="1745" y="1"/>
                    <a:pt x="1624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65"/>
            <p:cNvSpPr/>
            <p:nvPr/>
          </p:nvSpPr>
          <p:spPr>
            <a:xfrm flipH="1">
              <a:off x="6809742" y="1724812"/>
              <a:ext cx="695691" cy="384762"/>
            </a:xfrm>
            <a:custGeom>
              <a:avLst/>
              <a:gdLst/>
              <a:ahLst/>
              <a:cxnLst/>
              <a:rect l="l" t="t" r="r" b="b"/>
              <a:pathLst>
                <a:path w="5173" h="2861" extrusionOk="0">
                  <a:moveTo>
                    <a:pt x="3329" y="1"/>
                  </a:moveTo>
                  <a:cubicBezTo>
                    <a:pt x="3318" y="1"/>
                    <a:pt x="3307" y="1"/>
                    <a:pt x="3297" y="1"/>
                  </a:cubicBezTo>
                  <a:cubicBezTo>
                    <a:pt x="3173" y="9"/>
                    <a:pt x="3049" y="30"/>
                    <a:pt x="2925" y="62"/>
                  </a:cubicBezTo>
                  <a:cubicBezTo>
                    <a:pt x="2805" y="98"/>
                    <a:pt x="2685" y="138"/>
                    <a:pt x="2569" y="182"/>
                  </a:cubicBezTo>
                  <a:cubicBezTo>
                    <a:pt x="2453" y="230"/>
                    <a:pt x="2341" y="274"/>
                    <a:pt x="2225" y="310"/>
                  </a:cubicBezTo>
                  <a:cubicBezTo>
                    <a:pt x="2109" y="350"/>
                    <a:pt x="1993" y="374"/>
                    <a:pt x="1873" y="378"/>
                  </a:cubicBezTo>
                  <a:cubicBezTo>
                    <a:pt x="1862" y="378"/>
                    <a:pt x="1852" y="378"/>
                    <a:pt x="1842" y="378"/>
                  </a:cubicBezTo>
                  <a:cubicBezTo>
                    <a:pt x="1733" y="378"/>
                    <a:pt x="1627" y="359"/>
                    <a:pt x="1525" y="330"/>
                  </a:cubicBezTo>
                  <a:cubicBezTo>
                    <a:pt x="1405" y="302"/>
                    <a:pt x="1289" y="266"/>
                    <a:pt x="1169" y="230"/>
                  </a:cubicBezTo>
                  <a:cubicBezTo>
                    <a:pt x="1105" y="210"/>
                    <a:pt x="1045" y="194"/>
                    <a:pt x="981" y="186"/>
                  </a:cubicBezTo>
                  <a:cubicBezTo>
                    <a:pt x="954" y="180"/>
                    <a:pt x="930" y="176"/>
                    <a:pt x="906" y="176"/>
                  </a:cubicBezTo>
                  <a:cubicBezTo>
                    <a:pt x="898" y="176"/>
                    <a:pt x="889" y="176"/>
                    <a:pt x="881" y="178"/>
                  </a:cubicBezTo>
                  <a:lnTo>
                    <a:pt x="829" y="178"/>
                  </a:lnTo>
                  <a:cubicBezTo>
                    <a:pt x="813" y="178"/>
                    <a:pt x="797" y="178"/>
                    <a:pt x="781" y="182"/>
                  </a:cubicBezTo>
                  <a:cubicBezTo>
                    <a:pt x="745" y="186"/>
                    <a:pt x="713" y="190"/>
                    <a:pt x="681" y="202"/>
                  </a:cubicBezTo>
                  <a:lnTo>
                    <a:pt x="585" y="234"/>
                  </a:lnTo>
                  <a:lnTo>
                    <a:pt x="497" y="282"/>
                  </a:lnTo>
                  <a:cubicBezTo>
                    <a:pt x="469" y="298"/>
                    <a:pt x="440" y="314"/>
                    <a:pt x="416" y="334"/>
                  </a:cubicBezTo>
                  <a:cubicBezTo>
                    <a:pt x="316" y="414"/>
                    <a:pt x="228" y="510"/>
                    <a:pt x="160" y="622"/>
                  </a:cubicBezTo>
                  <a:cubicBezTo>
                    <a:pt x="92" y="726"/>
                    <a:pt x="36" y="842"/>
                    <a:pt x="0" y="958"/>
                  </a:cubicBezTo>
                  <a:lnTo>
                    <a:pt x="16" y="962"/>
                  </a:lnTo>
                  <a:cubicBezTo>
                    <a:pt x="72" y="854"/>
                    <a:pt x="136" y="746"/>
                    <a:pt x="212" y="650"/>
                  </a:cubicBezTo>
                  <a:cubicBezTo>
                    <a:pt x="284" y="554"/>
                    <a:pt x="372" y="470"/>
                    <a:pt x="473" y="402"/>
                  </a:cubicBezTo>
                  <a:cubicBezTo>
                    <a:pt x="497" y="386"/>
                    <a:pt x="521" y="366"/>
                    <a:pt x="549" y="354"/>
                  </a:cubicBezTo>
                  <a:lnTo>
                    <a:pt x="629" y="318"/>
                  </a:lnTo>
                  <a:lnTo>
                    <a:pt x="709" y="294"/>
                  </a:lnTo>
                  <a:cubicBezTo>
                    <a:pt x="741" y="290"/>
                    <a:pt x="769" y="286"/>
                    <a:pt x="797" y="282"/>
                  </a:cubicBezTo>
                  <a:cubicBezTo>
                    <a:pt x="809" y="282"/>
                    <a:pt x="825" y="278"/>
                    <a:pt x="837" y="278"/>
                  </a:cubicBezTo>
                  <a:lnTo>
                    <a:pt x="881" y="282"/>
                  </a:lnTo>
                  <a:cubicBezTo>
                    <a:pt x="909" y="282"/>
                    <a:pt x="937" y="286"/>
                    <a:pt x="965" y="290"/>
                  </a:cubicBezTo>
                  <a:lnTo>
                    <a:pt x="1049" y="314"/>
                  </a:lnTo>
                  <a:cubicBezTo>
                    <a:pt x="1077" y="318"/>
                    <a:pt x="1109" y="330"/>
                    <a:pt x="1137" y="338"/>
                  </a:cubicBezTo>
                  <a:cubicBezTo>
                    <a:pt x="1257" y="378"/>
                    <a:pt x="1373" y="418"/>
                    <a:pt x="1497" y="450"/>
                  </a:cubicBezTo>
                  <a:cubicBezTo>
                    <a:pt x="1600" y="479"/>
                    <a:pt x="1708" y="496"/>
                    <a:pt x="1818" y="496"/>
                  </a:cubicBezTo>
                  <a:cubicBezTo>
                    <a:pt x="1840" y="496"/>
                    <a:pt x="1862" y="495"/>
                    <a:pt x="1885" y="494"/>
                  </a:cubicBezTo>
                  <a:cubicBezTo>
                    <a:pt x="2013" y="486"/>
                    <a:pt x="2141" y="454"/>
                    <a:pt x="2257" y="402"/>
                  </a:cubicBezTo>
                  <a:cubicBezTo>
                    <a:pt x="2377" y="354"/>
                    <a:pt x="2489" y="302"/>
                    <a:pt x="2601" y="246"/>
                  </a:cubicBezTo>
                  <a:cubicBezTo>
                    <a:pt x="2713" y="194"/>
                    <a:pt x="2825" y="146"/>
                    <a:pt x="2941" y="110"/>
                  </a:cubicBezTo>
                  <a:cubicBezTo>
                    <a:pt x="3061" y="70"/>
                    <a:pt x="3181" y="50"/>
                    <a:pt x="3301" y="42"/>
                  </a:cubicBezTo>
                  <a:cubicBezTo>
                    <a:pt x="3311" y="41"/>
                    <a:pt x="3321" y="41"/>
                    <a:pt x="3332" y="41"/>
                  </a:cubicBezTo>
                  <a:cubicBezTo>
                    <a:pt x="3445" y="41"/>
                    <a:pt x="3554" y="61"/>
                    <a:pt x="3657" y="102"/>
                  </a:cubicBezTo>
                  <a:cubicBezTo>
                    <a:pt x="3769" y="154"/>
                    <a:pt x="3869" y="222"/>
                    <a:pt x="3949" y="314"/>
                  </a:cubicBezTo>
                  <a:lnTo>
                    <a:pt x="4009" y="378"/>
                  </a:lnTo>
                  <a:lnTo>
                    <a:pt x="4065" y="454"/>
                  </a:lnTo>
                  <a:cubicBezTo>
                    <a:pt x="4105" y="502"/>
                    <a:pt x="4137" y="554"/>
                    <a:pt x="4177" y="602"/>
                  </a:cubicBezTo>
                  <a:cubicBezTo>
                    <a:pt x="4257" y="702"/>
                    <a:pt x="4345" y="794"/>
                    <a:pt x="4437" y="878"/>
                  </a:cubicBezTo>
                  <a:cubicBezTo>
                    <a:pt x="4529" y="966"/>
                    <a:pt x="4625" y="1046"/>
                    <a:pt x="4725" y="1122"/>
                  </a:cubicBezTo>
                  <a:cubicBezTo>
                    <a:pt x="4806" y="1181"/>
                    <a:pt x="4891" y="1239"/>
                    <a:pt x="4976" y="1291"/>
                  </a:cubicBezTo>
                  <a:lnTo>
                    <a:pt x="4976" y="1291"/>
                  </a:lnTo>
                  <a:cubicBezTo>
                    <a:pt x="4948" y="1324"/>
                    <a:pt x="4919" y="1357"/>
                    <a:pt x="4889" y="1390"/>
                  </a:cubicBezTo>
                  <a:cubicBezTo>
                    <a:pt x="4837" y="1438"/>
                    <a:pt x="4789" y="1490"/>
                    <a:pt x="4737" y="1534"/>
                  </a:cubicBezTo>
                  <a:cubicBezTo>
                    <a:pt x="4641" y="1626"/>
                    <a:pt x="4529" y="1706"/>
                    <a:pt x="4409" y="1766"/>
                  </a:cubicBezTo>
                  <a:lnTo>
                    <a:pt x="4313" y="1810"/>
                  </a:lnTo>
                  <a:cubicBezTo>
                    <a:pt x="4281" y="1822"/>
                    <a:pt x="4245" y="1842"/>
                    <a:pt x="4213" y="1858"/>
                  </a:cubicBezTo>
                  <a:cubicBezTo>
                    <a:pt x="4145" y="1894"/>
                    <a:pt x="4085" y="1930"/>
                    <a:pt x="4025" y="1966"/>
                  </a:cubicBezTo>
                  <a:cubicBezTo>
                    <a:pt x="3901" y="2042"/>
                    <a:pt x="3781" y="2118"/>
                    <a:pt x="3661" y="2198"/>
                  </a:cubicBezTo>
                  <a:cubicBezTo>
                    <a:pt x="3425" y="2354"/>
                    <a:pt x="3189" y="2518"/>
                    <a:pt x="2953" y="2670"/>
                  </a:cubicBezTo>
                  <a:cubicBezTo>
                    <a:pt x="2893" y="2706"/>
                    <a:pt x="2833" y="2738"/>
                    <a:pt x="2769" y="2770"/>
                  </a:cubicBezTo>
                  <a:cubicBezTo>
                    <a:pt x="2757" y="2774"/>
                    <a:pt x="2741" y="2778"/>
                    <a:pt x="2725" y="2782"/>
                  </a:cubicBezTo>
                  <a:cubicBezTo>
                    <a:pt x="2709" y="2786"/>
                    <a:pt x="2693" y="2790"/>
                    <a:pt x="2673" y="2790"/>
                  </a:cubicBezTo>
                  <a:cubicBezTo>
                    <a:pt x="2641" y="2798"/>
                    <a:pt x="2605" y="2802"/>
                    <a:pt x="2573" y="2802"/>
                  </a:cubicBezTo>
                  <a:cubicBezTo>
                    <a:pt x="2429" y="2802"/>
                    <a:pt x="2289" y="2794"/>
                    <a:pt x="2149" y="2770"/>
                  </a:cubicBezTo>
                  <a:lnTo>
                    <a:pt x="2149" y="2782"/>
                  </a:lnTo>
                  <a:cubicBezTo>
                    <a:pt x="2285" y="2822"/>
                    <a:pt x="2429" y="2846"/>
                    <a:pt x="2573" y="2858"/>
                  </a:cubicBezTo>
                  <a:cubicBezTo>
                    <a:pt x="2591" y="2860"/>
                    <a:pt x="2609" y="2861"/>
                    <a:pt x="2627" y="2861"/>
                  </a:cubicBezTo>
                  <a:cubicBezTo>
                    <a:pt x="2645" y="2861"/>
                    <a:pt x="2663" y="2860"/>
                    <a:pt x="2681" y="2858"/>
                  </a:cubicBezTo>
                  <a:cubicBezTo>
                    <a:pt x="2701" y="2858"/>
                    <a:pt x="2721" y="2854"/>
                    <a:pt x="2737" y="2854"/>
                  </a:cubicBezTo>
                  <a:cubicBezTo>
                    <a:pt x="2757" y="2850"/>
                    <a:pt x="2777" y="2846"/>
                    <a:pt x="2793" y="2838"/>
                  </a:cubicBezTo>
                  <a:cubicBezTo>
                    <a:pt x="2865" y="2814"/>
                    <a:pt x="2929" y="2782"/>
                    <a:pt x="2993" y="2746"/>
                  </a:cubicBezTo>
                  <a:cubicBezTo>
                    <a:pt x="3121" y="2682"/>
                    <a:pt x="3245" y="2606"/>
                    <a:pt x="3369" y="2534"/>
                  </a:cubicBezTo>
                  <a:lnTo>
                    <a:pt x="3733" y="2314"/>
                  </a:lnTo>
                  <a:cubicBezTo>
                    <a:pt x="3853" y="2238"/>
                    <a:pt x="3973" y="2162"/>
                    <a:pt x="4097" y="2094"/>
                  </a:cubicBezTo>
                  <a:cubicBezTo>
                    <a:pt x="4157" y="2058"/>
                    <a:pt x="4217" y="2026"/>
                    <a:pt x="4277" y="1994"/>
                  </a:cubicBezTo>
                  <a:cubicBezTo>
                    <a:pt x="4309" y="1978"/>
                    <a:pt x="4337" y="1962"/>
                    <a:pt x="4369" y="1946"/>
                  </a:cubicBezTo>
                  <a:lnTo>
                    <a:pt x="4469" y="1902"/>
                  </a:lnTo>
                  <a:cubicBezTo>
                    <a:pt x="4605" y="1834"/>
                    <a:pt x="4725" y="1746"/>
                    <a:pt x="4833" y="1642"/>
                  </a:cubicBezTo>
                  <a:cubicBezTo>
                    <a:pt x="4885" y="1590"/>
                    <a:pt x="4937" y="1538"/>
                    <a:pt x="4985" y="1486"/>
                  </a:cubicBezTo>
                  <a:cubicBezTo>
                    <a:pt x="5033" y="1430"/>
                    <a:pt x="5081" y="1374"/>
                    <a:pt x="5125" y="1314"/>
                  </a:cubicBezTo>
                  <a:lnTo>
                    <a:pt x="5173" y="1254"/>
                  </a:lnTo>
                  <a:lnTo>
                    <a:pt x="5105" y="1218"/>
                  </a:lnTo>
                  <a:cubicBezTo>
                    <a:pt x="4997" y="1158"/>
                    <a:pt x="4897" y="1094"/>
                    <a:pt x="4797" y="1026"/>
                  </a:cubicBezTo>
                  <a:cubicBezTo>
                    <a:pt x="4697" y="958"/>
                    <a:pt x="4597" y="882"/>
                    <a:pt x="4505" y="802"/>
                  </a:cubicBezTo>
                  <a:cubicBezTo>
                    <a:pt x="4413" y="722"/>
                    <a:pt x="4325" y="638"/>
                    <a:pt x="4241" y="550"/>
                  </a:cubicBezTo>
                  <a:cubicBezTo>
                    <a:pt x="4201" y="506"/>
                    <a:pt x="4161" y="454"/>
                    <a:pt x="4121" y="410"/>
                  </a:cubicBezTo>
                  <a:lnTo>
                    <a:pt x="4057" y="338"/>
                  </a:lnTo>
                  <a:lnTo>
                    <a:pt x="3989" y="270"/>
                  </a:lnTo>
                  <a:cubicBezTo>
                    <a:pt x="3897" y="182"/>
                    <a:pt x="3789" y="114"/>
                    <a:pt x="3673" y="62"/>
                  </a:cubicBezTo>
                  <a:cubicBezTo>
                    <a:pt x="3563" y="21"/>
                    <a:pt x="3446" y="1"/>
                    <a:pt x="332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65"/>
            <p:cNvSpPr/>
            <p:nvPr/>
          </p:nvSpPr>
          <p:spPr>
            <a:xfrm flipH="1">
              <a:off x="7198135" y="1415094"/>
              <a:ext cx="501495" cy="414348"/>
            </a:xfrm>
            <a:custGeom>
              <a:avLst/>
              <a:gdLst/>
              <a:ahLst/>
              <a:cxnLst/>
              <a:rect l="l" t="t" r="r" b="b"/>
              <a:pathLst>
                <a:path w="3729" h="3081" extrusionOk="0">
                  <a:moveTo>
                    <a:pt x="1596" y="0"/>
                  </a:moveTo>
                  <a:lnTo>
                    <a:pt x="1592" y="44"/>
                  </a:lnTo>
                  <a:cubicBezTo>
                    <a:pt x="1592" y="60"/>
                    <a:pt x="1588" y="76"/>
                    <a:pt x="1580" y="88"/>
                  </a:cubicBezTo>
                  <a:cubicBezTo>
                    <a:pt x="1568" y="100"/>
                    <a:pt x="1556" y="112"/>
                    <a:pt x="1540" y="124"/>
                  </a:cubicBezTo>
                  <a:cubicBezTo>
                    <a:pt x="1508" y="144"/>
                    <a:pt x="1468" y="156"/>
                    <a:pt x="1432" y="160"/>
                  </a:cubicBezTo>
                  <a:cubicBezTo>
                    <a:pt x="1401" y="163"/>
                    <a:pt x="1372" y="166"/>
                    <a:pt x="1342" y="166"/>
                  </a:cubicBezTo>
                  <a:cubicBezTo>
                    <a:pt x="1330" y="166"/>
                    <a:pt x="1317" y="166"/>
                    <a:pt x="1304" y="164"/>
                  </a:cubicBezTo>
                  <a:cubicBezTo>
                    <a:pt x="1264" y="160"/>
                    <a:pt x="1220" y="156"/>
                    <a:pt x="1172" y="152"/>
                  </a:cubicBezTo>
                  <a:cubicBezTo>
                    <a:pt x="1076" y="152"/>
                    <a:pt x="980" y="156"/>
                    <a:pt x="888" y="172"/>
                  </a:cubicBezTo>
                  <a:cubicBezTo>
                    <a:pt x="704" y="204"/>
                    <a:pt x="524" y="260"/>
                    <a:pt x="356" y="344"/>
                  </a:cubicBezTo>
                  <a:cubicBezTo>
                    <a:pt x="268" y="384"/>
                    <a:pt x="184" y="436"/>
                    <a:pt x="112" y="500"/>
                  </a:cubicBezTo>
                  <a:cubicBezTo>
                    <a:pt x="68" y="540"/>
                    <a:pt x="36" y="588"/>
                    <a:pt x="16" y="640"/>
                  </a:cubicBezTo>
                  <a:cubicBezTo>
                    <a:pt x="4" y="672"/>
                    <a:pt x="0" y="704"/>
                    <a:pt x="4" y="740"/>
                  </a:cubicBezTo>
                  <a:lnTo>
                    <a:pt x="8" y="808"/>
                  </a:lnTo>
                  <a:cubicBezTo>
                    <a:pt x="20" y="900"/>
                    <a:pt x="36" y="988"/>
                    <a:pt x="48" y="1080"/>
                  </a:cubicBezTo>
                  <a:lnTo>
                    <a:pt x="144" y="1612"/>
                  </a:lnTo>
                  <a:cubicBezTo>
                    <a:pt x="156" y="1700"/>
                    <a:pt x="172" y="1792"/>
                    <a:pt x="180" y="1876"/>
                  </a:cubicBezTo>
                  <a:cubicBezTo>
                    <a:pt x="184" y="1896"/>
                    <a:pt x="184" y="1916"/>
                    <a:pt x="180" y="1940"/>
                  </a:cubicBezTo>
                  <a:cubicBezTo>
                    <a:pt x="180" y="1956"/>
                    <a:pt x="176" y="1980"/>
                    <a:pt x="176" y="2000"/>
                  </a:cubicBezTo>
                  <a:cubicBezTo>
                    <a:pt x="172" y="2044"/>
                    <a:pt x="168" y="2088"/>
                    <a:pt x="164" y="2136"/>
                  </a:cubicBezTo>
                  <a:cubicBezTo>
                    <a:pt x="152" y="2228"/>
                    <a:pt x="144" y="2320"/>
                    <a:pt x="148" y="2413"/>
                  </a:cubicBezTo>
                  <a:cubicBezTo>
                    <a:pt x="148" y="2509"/>
                    <a:pt x="164" y="2601"/>
                    <a:pt x="196" y="2693"/>
                  </a:cubicBezTo>
                  <a:cubicBezTo>
                    <a:pt x="228" y="2781"/>
                    <a:pt x="280" y="2861"/>
                    <a:pt x="352" y="2929"/>
                  </a:cubicBezTo>
                  <a:cubicBezTo>
                    <a:pt x="384" y="2961"/>
                    <a:pt x="420" y="2989"/>
                    <a:pt x="460" y="3017"/>
                  </a:cubicBezTo>
                  <a:cubicBezTo>
                    <a:pt x="496" y="3041"/>
                    <a:pt x="540" y="3061"/>
                    <a:pt x="580" y="3081"/>
                  </a:cubicBezTo>
                  <a:lnTo>
                    <a:pt x="584" y="3069"/>
                  </a:lnTo>
                  <a:cubicBezTo>
                    <a:pt x="548" y="3041"/>
                    <a:pt x="512" y="3017"/>
                    <a:pt x="476" y="2989"/>
                  </a:cubicBezTo>
                  <a:cubicBezTo>
                    <a:pt x="444" y="2961"/>
                    <a:pt x="412" y="2929"/>
                    <a:pt x="384" y="2897"/>
                  </a:cubicBezTo>
                  <a:cubicBezTo>
                    <a:pt x="328" y="2833"/>
                    <a:pt x="288" y="2753"/>
                    <a:pt x="264" y="2673"/>
                  </a:cubicBezTo>
                  <a:cubicBezTo>
                    <a:pt x="240" y="2589"/>
                    <a:pt x="232" y="2501"/>
                    <a:pt x="240" y="2417"/>
                  </a:cubicBezTo>
                  <a:cubicBezTo>
                    <a:pt x="244" y="2329"/>
                    <a:pt x="256" y="2240"/>
                    <a:pt x="272" y="2152"/>
                  </a:cubicBezTo>
                  <a:cubicBezTo>
                    <a:pt x="280" y="2108"/>
                    <a:pt x="288" y="2064"/>
                    <a:pt x="292" y="2016"/>
                  </a:cubicBezTo>
                  <a:cubicBezTo>
                    <a:pt x="300" y="1968"/>
                    <a:pt x="304" y="1920"/>
                    <a:pt x="304" y="1872"/>
                  </a:cubicBezTo>
                  <a:cubicBezTo>
                    <a:pt x="300" y="1772"/>
                    <a:pt x="288" y="1688"/>
                    <a:pt x="276" y="1596"/>
                  </a:cubicBezTo>
                  <a:cubicBezTo>
                    <a:pt x="252" y="1416"/>
                    <a:pt x="220" y="1236"/>
                    <a:pt x="196" y="1060"/>
                  </a:cubicBezTo>
                  <a:cubicBezTo>
                    <a:pt x="180" y="972"/>
                    <a:pt x="168" y="880"/>
                    <a:pt x="156" y="792"/>
                  </a:cubicBezTo>
                  <a:lnTo>
                    <a:pt x="148" y="728"/>
                  </a:lnTo>
                  <a:cubicBezTo>
                    <a:pt x="148" y="716"/>
                    <a:pt x="148" y="704"/>
                    <a:pt x="152" y="692"/>
                  </a:cubicBezTo>
                  <a:cubicBezTo>
                    <a:pt x="168" y="660"/>
                    <a:pt x="184" y="632"/>
                    <a:pt x="212" y="608"/>
                  </a:cubicBezTo>
                  <a:cubicBezTo>
                    <a:pt x="272" y="552"/>
                    <a:pt x="340" y="504"/>
                    <a:pt x="416" y="468"/>
                  </a:cubicBezTo>
                  <a:cubicBezTo>
                    <a:pt x="496" y="428"/>
                    <a:pt x="576" y="396"/>
                    <a:pt x="656" y="368"/>
                  </a:cubicBezTo>
                  <a:cubicBezTo>
                    <a:pt x="740" y="340"/>
                    <a:pt x="824" y="316"/>
                    <a:pt x="912" y="296"/>
                  </a:cubicBezTo>
                  <a:cubicBezTo>
                    <a:pt x="996" y="280"/>
                    <a:pt x="1080" y="268"/>
                    <a:pt x="1168" y="268"/>
                  </a:cubicBezTo>
                  <a:cubicBezTo>
                    <a:pt x="1208" y="268"/>
                    <a:pt x="1252" y="272"/>
                    <a:pt x="1304" y="272"/>
                  </a:cubicBezTo>
                  <a:cubicBezTo>
                    <a:pt x="1352" y="268"/>
                    <a:pt x="1400" y="264"/>
                    <a:pt x="1448" y="256"/>
                  </a:cubicBezTo>
                  <a:cubicBezTo>
                    <a:pt x="1500" y="244"/>
                    <a:pt x="1548" y="224"/>
                    <a:pt x="1588" y="196"/>
                  </a:cubicBezTo>
                  <a:cubicBezTo>
                    <a:pt x="1625" y="169"/>
                    <a:pt x="1652" y="131"/>
                    <a:pt x="1663" y="88"/>
                  </a:cubicBezTo>
                  <a:lnTo>
                    <a:pt x="1663" y="88"/>
                  </a:lnTo>
                  <a:cubicBezTo>
                    <a:pt x="1736" y="96"/>
                    <a:pt x="1812" y="108"/>
                    <a:pt x="1884" y="128"/>
                  </a:cubicBezTo>
                  <a:cubicBezTo>
                    <a:pt x="1969" y="148"/>
                    <a:pt x="2049" y="180"/>
                    <a:pt x="2121" y="228"/>
                  </a:cubicBezTo>
                  <a:cubicBezTo>
                    <a:pt x="2197" y="272"/>
                    <a:pt x="2265" y="328"/>
                    <a:pt x="2321" y="392"/>
                  </a:cubicBezTo>
                  <a:cubicBezTo>
                    <a:pt x="2381" y="456"/>
                    <a:pt x="2433" y="528"/>
                    <a:pt x="2481" y="600"/>
                  </a:cubicBezTo>
                  <a:lnTo>
                    <a:pt x="2549" y="716"/>
                  </a:lnTo>
                  <a:cubicBezTo>
                    <a:pt x="2561" y="732"/>
                    <a:pt x="2577" y="752"/>
                    <a:pt x="2589" y="772"/>
                  </a:cubicBezTo>
                  <a:lnTo>
                    <a:pt x="2637" y="820"/>
                  </a:lnTo>
                  <a:cubicBezTo>
                    <a:pt x="2701" y="884"/>
                    <a:pt x="2773" y="940"/>
                    <a:pt x="2845" y="996"/>
                  </a:cubicBezTo>
                  <a:cubicBezTo>
                    <a:pt x="2917" y="1052"/>
                    <a:pt x="2989" y="1100"/>
                    <a:pt x="3061" y="1152"/>
                  </a:cubicBezTo>
                  <a:cubicBezTo>
                    <a:pt x="3133" y="1204"/>
                    <a:pt x="3201" y="1256"/>
                    <a:pt x="3273" y="1308"/>
                  </a:cubicBezTo>
                  <a:cubicBezTo>
                    <a:pt x="3337" y="1360"/>
                    <a:pt x="3401" y="1416"/>
                    <a:pt x="3461" y="1480"/>
                  </a:cubicBezTo>
                  <a:cubicBezTo>
                    <a:pt x="3473" y="1496"/>
                    <a:pt x="3485" y="1504"/>
                    <a:pt x="3497" y="1524"/>
                  </a:cubicBezTo>
                  <a:lnTo>
                    <a:pt x="3517" y="1552"/>
                  </a:lnTo>
                  <a:lnTo>
                    <a:pt x="3529" y="1564"/>
                  </a:lnTo>
                  <a:lnTo>
                    <a:pt x="3533" y="1572"/>
                  </a:lnTo>
                  <a:cubicBezTo>
                    <a:pt x="3532" y="1572"/>
                    <a:pt x="3531" y="1571"/>
                    <a:pt x="3531" y="1571"/>
                  </a:cubicBezTo>
                  <a:lnTo>
                    <a:pt x="3531" y="1571"/>
                  </a:lnTo>
                  <a:cubicBezTo>
                    <a:pt x="3530" y="1571"/>
                    <a:pt x="3533" y="1576"/>
                    <a:pt x="3533" y="1576"/>
                  </a:cubicBezTo>
                  <a:cubicBezTo>
                    <a:pt x="3541" y="1592"/>
                    <a:pt x="3553" y="1608"/>
                    <a:pt x="3561" y="1624"/>
                  </a:cubicBezTo>
                  <a:cubicBezTo>
                    <a:pt x="3569" y="1644"/>
                    <a:pt x="3577" y="1660"/>
                    <a:pt x="3581" y="1680"/>
                  </a:cubicBezTo>
                  <a:cubicBezTo>
                    <a:pt x="3605" y="1752"/>
                    <a:pt x="3605" y="1828"/>
                    <a:pt x="3577" y="1900"/>
                  </a:cubicBezTo>
                  <a:cubicBezTo>
                    <a:pt x="3545" y="1968"/>
                    <a:pt x="3493" y="2024"/>
                    <a:pt x="3425" y="2064"/>
                  </a:cubicBezTo>
                  <a:cubicBezTo>
                    <a:pt x="3409" y="2072"/>
                    <a:pt x="3389" y="2080"/>
                    <a:pt x="3373" y="2088"/>
                  </a:cubicBezTo>
                  <a:lnTo>
                    <a:pt x="3313" y="2108"/>
                  </a:lnTo>
                  <a:cubicBezTo>
                    <a:pt x="3293" y="2112"/>
                    <a:pt x="3277" y="2120"/>
                    <a:pt x="3257" y="2120"/>
                  </a:cubicBezTo>
                  <a:lnTo>
                    <a:pt x="3193" y="2128"/>
                  </a:lnTo>
                  <a:cubicBezTo>
                    <a:pt x="3097" y="2140"/>
                    <a:pt x="3005" y="2168"/>
                    <a:pt x="2925" y="2212"/>
                  </a:cubicBezTo>
                  <a:cubicBezTo>
                    <a:pt x="2845" y="2256"/>
                    <a:pt x="2769" y="2308"/>
                    <a:pt x="2701" y="2369"/>
                  </a:cubicBezTo>
                  <a:cubicBezTo>
                    <a:pt x="2633" y="2425"/>
                    <a:pt x="2569" y="2493"/>
                    <a:pt x="2517" y="2565"/>
                  </a:cubicBezTo>
                  <a:lnTo>
                    <a:pt x="2525" y="2569"/>
                  </a:lnTo>
                  <a:cubicBezTo>
                    <a:pt x="2649" y="2445"/>
                    <a:pt x="2797" y="2345"/>
                    <a:pt x="2953" y="2272"/>
                  </a:cubicBezTo>
                  <a:cubicBezTo>
                    <a:pt x="3033" y="2240"/>
                    <a:pt x="3113" y="2220"/>
                    <a:pt x="3197" y="2216"/>
                  </a:cubicBezTo>
                  <a:lnTo>
                    <a:pt x="3265" y="2212"/>
                  </a:lnTo>
                  <a:cubicBezTo>
                    <a:pt x="3289" y="2212"/>
                    <a:pt x="3313" y="2208"/>
                    <a:pt x="3337" y="2200"/>
                  </a:cubicBezTo>
                  <a:cubicBezTo>
                    <a:pt x="3361" y="2196"/>
                    <a:pt x="3385" y="2192"/>
                    <a:pt x="3409" y="2180"/>
                  </a:cubicBezTo>
                  <a:cubicBezTo>
                    <a:pt x="3429" y="2172"/>
                    <a:pt x="3453" y="2164"/>
                    <a:pt x="3477" y="2152"/>
                  </a:cubicBezTo>
                  <a:cubicBezTo>
                    <a:pt x="3565" y="2108"/>
                    <a:pt x="3641" y="2032"/>
                    <a:pt x="3685" y="1940"/>
                  </a:cubicBezTo>
                  <a:cubicBezTo>
                    <a:pt x="3725" y="1844"/>
                    <a:pt x="3729" y="1740"/>
                    <a:pt x="3701" y="1640"/>
                  </a:cubicBezTo>
                  <a:cubicBezTo>
                    <a:pt x="3693" y="1616"/>
                    <a:pt x="3681" y="1592"/>
                    <a:pt x="3673" y="1572"/>
                  </a:cubicBezTo>
                  <a:cubicBezTo>
                    <a:pt x="3661" y="1548"/>
                    <a:pt x="3649" y="1528"/>
                    <a:pt x="3637" y="1504"/>
                  </a:cubicBezTo>
                  <a:cubicBezTo>
                    <a:pt x="3637" y="1500"/>
                    <a:pt x="3633" y="1496"/>
                    <a:pt x="3629" y="1496"/>
                  </a:cubicBezTo>
                  <a:lnTo>
                    <a:pt x="3625" y="1488"/>
                  </a:lnTo>
                  <a:lnTo>
                    <a:pt x="3617" y="1476"/>
                  </a:lnTo>
                  <a:lnTo>
                    <a:pt x="3597" y="1448"/>
                  </a:lnTo>
                  <a:cubicBezTo>
                    <a:pt x="3581" y="1428"/>
                    <a:pt x="3565" y="1412"/>
                    <a:pt x="3549" y="1392"/>
                  </a:cubicBezTo>
                  <a:cubicBezTo>
                    <a:pt x="3485" y="1324"/>
                    <a:pt x="3417" y="1264"/>
                    <a:pt x="3337" y="1212"/>
                  </a:cubicBezTo>
                  <a:cubicBezTo>
                    <a:pt x="3193" y="1108"/>
                    <a:pt x="3037" y="1020"/>
                    <a:pt x="2889" y="924"/>
                  </a:cubicBezTo>
                  <a:cubicBezTo>
                    <a:pt x="2813" y="880"/>
                    <a:pt x="2745" y="832"/>
                    <a:pt x="2677" y="776"/>
                  </a:cubicBezTo>
                  <a:lnTo>
                    <a:pt x="2629" y="732"/>
                  </a:lnTo>
                  <a:cubicBezTo>
                    <a:pt x="2617" y="712"/>
                    <a:pt x="2605" y="700"/>
                    <a:pt x="2593" y="680"/>
                  </a:cubicBezTo>
                  <a:lnTo>
                    <a:pt x="2517" y="572"/>
                  </a:lnTo>
                  <a:cubicBezTo>
                    <a:pt x="2469" y="496"/>
                    <a:pt x="2413" y="424"/>
                    <a:pt x="2353" y="356"/>
                  </a:cubicBezTo>
                  <a:cubicBezTo>
                    <a:pt x="2293" y="292"/>
                    <a:pt x="2221" y="232"/>
                    <a:pt x="2145" y="184"/>
                  </a:cubicBezTo>
                  <a:cubicBezTo>
                    <a:pt x="2069" y="132"/>
                    <a:pt x="1989" y="96"/>
                    <a:pt x="1901" y="68"/>
                  </a:cubicBezTo>
                  <a:cubicBezTo>
                    <a:pt x="1812" y="40"/>
                    <a:pt x="1724" y="20"/>
                    <a:pt x="1632" y="8"/>
                  </a:cubicBezTo>
                  <a:lnTo>
                    <a:pt x="1596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65"/>
            <p:cNvSpPr/>
            <p:nvPr/>
          </p:nvSpPr>
          <p:spPr>
            <a:xfrm flipH="1">
              <a:off x="7667756" y="1391559"/>
              <a:ext cx="483743" cy="460477"/>
            </a:xfrm>
            <a:custGeom>
              <a:avLst/>
              <a:gdLst/>
              <a:ahLst/>
              <a:cxnLst/>
              <a:rect l="l" t="t" r="r" b="b"/>
              <a:pathLst>
                <a:path w="3597" h="3424" extrusionOk="0">
                  <a:moveTo>
                    <a:pt x="996" y="0"/>
                  </a:moveTo>
                  <a:cubicBezTo>
                    <a:pt x="896" y="0"/>
                    <a:pt x="796" y="1"/>
                    <a:pt x="696" y="3"/>
                  </a:cubicBezTo>
                  <a:cubicBezTo>
                    <a:pt x="496" y="7"/>
                    <a:pt x="296" y="11"/>
                    <a:pt x="96" y="23"/>
                  </a:cubicBezTo>
                  <a:lnTo>
                    <a:pt x="0" y="31"/>
                  </a:lnTo>
                  <a:lnTo>
                    <a:pt x="76" y="91"/>
                  </a:lnTo>
                  <a:cubicBezTo>
                    <a:pt x="148" y="147"/>
                    <a:pt x="212" y="235"/>
                    <a:pt x="200" y="311"/>
                  </a:cubicBezTo>
                  <a:cubicBezTo>
                    <a:pt x="192" y="351"/>
                    <a:pt x="172" y="391"/>
                    <a:pt x="144" y="419"/>
                  </a:cubicBezTo>
                  <a:lnTo>
                    <a:pt x="136" y="427"/>
                  </a:lnTo>
                  <a:lnTo>
                    <a:pt x="128" y="435"/>
                  </a:lnTo>
                  <a:lnTo>
                    <a:pt x="116" y="451"/>
                  </a:lnTo>
                  <a:cubicBezTo>
                    <a:pt x="108" y="463"/>
                    <a:pt x="96" y="479"/>
                    <a:pt x="92" y="495"/>
                  </a:cubicBezTo>
                  <a:cubicBezTo>
                    <a:pt x="76" y="519"/>
                    <a:pt x="68" y="547"/>
                    <a:pt x="60" y="571"/>
                  </a:cubicBezTo>
                  <a:cubicBezTo>
                    <a:pt x="28" y="675"/>
                    <a:pt x="12" y="783"/>
                    <a:pt x="8" y="891"/>
                  </a:cubicBezTo>
                  <a:cubicBezTo>
                    <a:pt x="0" y="995"/>
                    <a:pt x="0" y="1099"/>
                    <a:pt x="8" y="1203"/>
                  </a:cubicBezTo>
                  <a:cubicBezTo>
                    <a:pt x="20" y="1415"/>
                    <a:pt x="52" y="1623"/>
                    <a:pt x="108" y="1827"/>
                  </a:cubicBezTo>
                  <a:cubicBezTo>
                    <a:pt x="136" y="1931"/>
                    <a:pt x="180" y="2031"/>
                    <a:pt x="236" y="2127"/>
                  </a:cubicBezTo>
                  <a:cubicBezTo>
                    <a:pt x="252" y="2151"/>
                    <a:pt x="268" y="2175"/>
                    <a:pt x="288" y="2195"/>
                  </a:cubicBezTo>
                  <a:cubicBezTo>
                    <a:pt x="304" y="2219"/>
                    <a:pt x="328" y="2243"/>
                    <a:pt x="344" y="2259"/>
                  </a:cubicBezTo>
                  <a:cubicBezTo>
                    <a:pt x="384" y="2295"/>
                    <a:pt x="420" y="2331"/>
                    <a:pt x="460" y="2363"/>
                  </a:cubicBezTo>
                  <a:cubicBezTo>
                    <a:pt x="620" y="2499"/>
                    <a:pt x="788" y="2624"/>
                    <a:pt x="968" y="2732"/>
                  </a:cubicBezTo>
                  <a:cubicBezTo>
                    <a:pt x="1144" y="2848"/>
                    <a:pt x="1340" y="2936"/>
                    <a:pt x="1544" y="2992"/>
                  </a:cubicBezTo>
                  <a:cubicBezTo>
                    <a:pt x="1596" y="3004"/>
                    <a:pt x="1652" y="3012"/>
                    <a:pt x="1708" y="3012"/>
                  </a:cubicBezTo>
                  <a:cubicBezTo>
                    <a:pt x="1760" y="3012"/>
                    <a:pt x="1808" y="3016"/>
                    <a:pt x="1856" y="3020"/>
                  </a:cubicBezTo>
                  <a:cubicBezTo>
                    <a:pt x="1956" y="3032"/>
                    <a:pt x="2056" y="3052"/>
                    <a:pt x="2148" y="3084"/>
                  </a:cubicBezTo>
                  <a:cubicBezTo>
                    <a:pt x="2244" y="3120"/>
                    <a:pt x="2332" y="3164"/>
                    <a:pt x="2416" y="3220"/>
                  </a:cubicBezTo>
                  <a:cubicBezTo>
                    <a:pt x="2500" y="3280"/>
                    <a:pt x="2576" y="3348"/>
                    <a:pt x="2640" y="3424"/>
                  </a:cubicBezTo>
                  <a:lnTo>
                    <a:pt x="2652" y="3416"/>
                  </a:lnTo>
                  <a:cubicBezTo>
                    <a:pt x="2536" y="3240"/>
                    <a:pt x="2368" y="3104"/>
                    <a:pt x="2176" y="3020"/>
                  </a:cubicBezTo>
                  <a:cubicBezTo>
                    <a:pt x="2076" y="2980"/>
                    <a:pt x="1976" y="2948"/>
                    <a:pt x="1872" y="2932"/>
                  </a:cubicBezTo>
                  <a:cubicBezTo>
                    <a:pt x="1820" y="2920"/>
                    <a:pt x="1764" y="2916"/>
                    <a:pt x="1716" y="2912"/>
                  </a:cubicBezTo>
                  <a:cubicBezTo>
                    <a:pt x="1668" y="2908"/>
                    <a:pt x="1620" y="2900"/>
                    <a:pt x="1572" y="2888"/>
                  </a:cubicBezTo>
                  <a:cubicBezTo>
                    <a:pt x="1480" y="2856"/>
                    <a:pt x="1388" y="2820"/>
                    <a:pt x="1300" y="2772"/>
                  </a:cubicBezTo>
                  <a:cubicBezTo>
                    <a:pt x="1212" y="2728"/>
                    <a:pt x="1124" y="2676"/>
                    <a:pt x="1040" y="2620"/>
                  </a:cubicBezTo>
                  <a:cubicBezTo>
                    <a:pt x="872" y="2508"/>
                    <a:pt x="712" y="2387"/>
                    <a:pt x="560" y="2255"/>
                  </a:cubicBezTo>
                  <a:cubicBezTo>
                    <a:pt x="520" y="2223"/>
                    <a:pt x="484" y="2187"/>
                    <a:pt x="448" y="2155"/>
                  </a:cubicBezTo>
                  <a:cubicBezTo>
                    <a:pt x="428" y="2135"/>
                    <a:pt x="412" y="2119"/>
                    <a:pt x="400" y="2103"/>
                  </a:cubicBezTo>
                  <a:cubicBezTo>
                    <a:pt x="384" y="2087"/>
                    <a:pt x="372" y="2067"/>
                    <a:pt x="360" y="2047"/>
                  </a:cubicBezTo>
                  <a:cubicBezTo>
                    <a:pt x="312" y="1963"/>
                    <a:pt x="272" y="1875"/>
                    <a:pt x="244" y="1783"/>
                  </a:cubicBezTo>
                  <a:cubicBezTo>
                    <a:pt x="184" y="1591"/>
                    <a:pt x="148" y="1395"/>
                    <a:pt x="136" y="1195"/>
                  </a:cubicBezTo>
                  <a:cubicBezTo>
                    <a:pt x="124" y="1095"/>
                    <a:pt x="124" y="995"/>
                    <a:pt x="124" y="895"/>
                  </a:cubicBezTo>
                  <a:cubicBezTo>
                    <a:pt x="124" y="799"/>
                    <a:pt x="136" y="699"/>
                    <a:pt x="160" y="603"/>
                  </a:cubicBezTo>
                  <a:cubicBezTo>
                    <a:pt x="168" y="583"/>
                    <a:pt x="176" y="559"/>
                    <a:pt x="184" y="539"/>
                  </a:cubicBezTo>
                  <a:cubicBezTo>
                    <a:pt x="188" y="531"/>
                    <a:pt x="192" y="527"/>
                    <a:pt x="196" y="515"/>
                  </a:cubicBezTo>
                  <a:lnTo>
                    <a:pt x="208" y="499"/>
                  </a:lnTo>
                  <a:lnTo>
                    <a:pt x="212" y="495"/>
                  </a:lnTo>
                  <a:lnTo>
                    <a:pt x="216" y="487"/>
                  </a:lnTo>
                  <a:cubicBezTo>
                    <a:pt x="260" y="443"/>
                    <a:pt x="284" y="383"/>
                    <a:pt x="288" y="323"/>
                  </a:cubicBezTo>
                  <a:cubicBezTo>
                    <a:pt x="292" y="259"/>
                    <a:pt x="276" y="199"/>
                    <a:pt x="240" y="151"/>
                  </a:cubicBezTo>
                  <a:cubicBezTo>
                    <a:pt x="225" y="129"/>
                    <a:pt x="208" y="108"/>
                    <a:pt x="189" y="89"/>
                  </a:cubicBezTo>
                  <a:lnTo>
                    <a:pt x="189" y="89"/>
                  </a:lnTo>
                  <a:cubicBezTo>
                    <a:pt x="358" y="71"/>
                    <a:pt x="526" y="58"/>
                    <a:pt x="696" y="47"/>
                  </a:cubicBezTo>
                  <a:cubicBezTo>
                    <a:pt x="794" y="43"/>
                    <a:pt x="893" y="41"/>
                    <a:pt x="993" y="41"/>
                  </a:cubicBezTo>
                  <a:cubicBezTo>
                    <a:pt x="1092" y="41"/>
                    <a:pt x="1192" y="43"/>
                    <a:pt x="1292" y="47"/>
                  </a:cubicBezTo>
                  <a:cubicBezTo>
                    <a:pt x="1488" y="59"/>
                    <a:pt x="1684" y="79"/>
                    <a:pt x="1880" y="119"/>
                  </a:cubicBezTo>
                  <a:cubicBezTo>
                    <a:pt x="1976" y="135"/>
                    <a:pt x="2072" y="159"/>
                    <a:pt x="2164" y="187"/>
                  </a:cubicBezTo>
                  <a:cubicBezTo>
                    <a:pt x="2212" y="203"/>
                    <a:pt x="2256" y="219"/>
                    <a:pt x="2300" y="239"/>
                  </a:cubicBezTo>
                  <a:cubicBezTo>
                    <a:pt x="2320" y="247"/>
                    <a:pt x="2344" y="259"/>
                    <a:pt x="2364" y="267"/>
                  </a:cubicBezTo>
                  <a:lnTo>
                    <a:pt x="2428" y="303"/>
                  </a:lnTo>
                  <a:cubicBezTo>
                    <a:pt x="2512" y="347"/>
                    <a:pt x="2592" y="403"/>
                    <a:pt x="2664" y="463"/>
                  </a:cubicBezTo>
                  <a:cubicBezTo>
                    <a:pt x="2736" y="523"/>
                    <a:pt x="2796" y="595"/>
                    <a:pt x="2852" y="671"/>
                  </a:cubicBezTo>
                  <a:cubicBezTo>
                    <a:pt x="2952" y="827"/>
                    <a:pt x="3008" y="1015"/>
                    <a:pt x="3052" y="1207"/>
                  </a:cubicBezTo>
                  <a:cubicBezTo>
                    <a:pt x="3076" y="1303"/>
                    <a:pt x="3096" y="1399"/>
                    <a:pt x="3120" y="1499"/>
                  </a:cubicBezTo>
                  <a:cubicBezTo>
                    <a:pt x="3144" y="1595"/>
                    <a:pt x="3180" y="1691"/>
                    <a:pt x="3220" y="1787"/>
                  </a:cubicBezTo>
                  <a:cubicBezTo>
                    <a:pt x="3264" y="1879"/>
                    <a:pt x="3316" y="1967"/>
                    <a:pt x="3376" y="2047"/>
                  </a:cubicBezTo>
                  <a:cubicBezTo>
                    <a:pt x="3436" y="2131"/>
                    <a:pt x="3504" y="2203"/>
                    <a:pt x="3580" y="2271"/>
                  </a:cubicBezTo>
                  <a:lnTo>
                    <a:pt x="3596" y="2259"/>
                  </a:lnTo>
                  <a:cubicBezTo>
                    <a:pt x="3468" y="2107"/>
                    <a:pt x="3368" y="1939"/>
                    <a:pt x="3300" y="1755"/>
                  </a:cubicBezTo>
                  <a:cubicBezTo>
                    <a:pt x="3264" y="1663"/>
                    <a:pt x="3240" y="1567"/>
                    <a:pt x="3220" y="1475"/>
                  </a:cubicBezTo>
                  <a:lnTo>
                    <a:pt x="3164" y="1179"/>
                  </a:lnTo>
                  <a:cubicBezTo>
                    <a:pt x="3148" y="1079"/>
                    <a:pt x="3124" y="979"/>
                    <a:pt x="3092" y="883"/>
                  </a:cubicBezTo>
                  <a:cubicBezTo>
                    <a:pt x="3060" y="783"/>
                    <a:pt x="3012" y="691"/>
                    <a:pt x="2956" y="603"/>
                  </a:cubicBezTo>
                  <a:cubicBezTo>
                    <a:pt x="2900" y="511"/>
                    <a:pt x="2828" y="435"/>
                    <a:pt x="2748" y="367"/>
                  </a:cubicBezTo>
                  <a:cubicBezTo>
                    <a:pt x="2668" y="299"/>
                    <a:pt x="2580" y="243"/>
                    <a:pt x="2488" y="199"/>
                  </a:cubicBezTo>
                  <a:cubicBezTo>
                    <a:pt x="2464" y="187"/>
                    <a:pt x="2440" y="175"/>
                    <a:pt x="2416" y="163"/>
                  </a:cubicBezTo>
                  <a:cubicBezTo>
                    <a:pt x="2392" y="155"/>
                    <a:pt x="2368" y="147"/>
                    <a:pt x="2344" y="139"/>
                  </a:cubicBezTo>
                  <a:cubicBezTo>
                    <a:pt x="2296" y="119"/>
                    <a:pt x="2244" y="107"/>
                    <a:pt x="2196" y="91"/>
                  </a:cubicBezTo>
                  <a:cubicBezTo>
                    <a:pt x="2096" y="67"/>
                    <a:pt x="1996" y="51"/>
                    <a:pt x="1896" y="39"/>
                  </a:cubicBezTo>
                  <a:cubicBezTo>
                    <a:pt x="1696" y="15"/>
                    <a:pt x="1496" y="7"/>
                    <a:pt x="1296" y="3"/>
                  </a:cubicBezTo>
                  <a:cubicBezTo>
                    <a:pt x="1196" y="1"/>
                    <a:pt x="1096" y="0"/>
                    <a:pt x="99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65"/>
            <p:cNvSpPr/>
            <p:nvPr/>
          </p:nvSpPr>
          <p:spPr>
            <a:xfrm flipH="1">
              <a:off x="7303571" y="1979393"/>
              <a:ext cx="206166" cy="186262"/>
            </a:xfrm>
            <a:custGeom>
              <a:avLst/>
              <a:gdLst/>
              <a:ahLst/>
              <a:cxnLst/>
              <a:rect l="l" t="t" r="r" b="b"/>
              <a:pathLst>
                <a:path w="1533" h="1385" extrusionOk="0">
                  <a:moveTo>
                    <a:pt x="0" y="1"/>
                  </a:moveTo>
                  <a:lnTo>
                    <a:pt x="0" y="5"/>
                  </a:lnTo>
                  <a:lnTo>
                    <a:pt x="20" y="13"/>
                  </a:lnTo>
                  <a:cubicBezTo>
                    <a:pt x="36" y="21"/>
                    <a:pt x="56" y="29"/>
                    <a:pt x="84" y="41"/>
                  </a:cubicBezTo>
                  <a:cubicBezTo>
                    <a:pt x="156" y="73"/>
                    <a:pt x="224" y="113"/>
                    <a:pt x="288" y="153"/>
                  </a:cubicBezTo>
                  <a:cubicBezTo>
                    <a:pt x="332" y="177"/>
                    <a:pt x="372" y="209"/>
                    <a:pt x="416" y="245"/>
                  </a:cubicBezTo>
                  <a:cubicBezTo>
                    <a:pt x="464" y="277"/>
                    <a:pt x="513" y="317"/>
                    <a:pt x="553" y="353"/>
                  </a:cubicBezTo>
                  <a:cubicBezTo>
                    <a:pt x="601" y="397"/>
                    <a:pt x="641" y="449"/>
                    <a:pt x="677" y="501"/>
                  </a:cubicBezTo>
                  <a:cubicBezTo>
                    <a:pt x="713" y="553"/>
                    <a:pt x="741" y="617"/>
                    <a:pt x="773" y="673"/>
                  </a:cubicBezTo>
                  <a:cubicBezTo>
                    <a:pt x="809" y="733"/>
                    <a:pt x="853" y="789"/>
                    <a:pt x="905" y="833"/>
                  </a:cubicBezTo>
                  <a:cubicBezTo>
                    <a:pt x="957" y="873"/>
                    <a:pt x="1017" y="905"/>
                    <a:pt x="1073" y="933"/>
                  </a:cubicBezTo>
                  <a:cubicBezTo>
                    <a:pt x="1125" y="957"/>
                    <a:pt x="1177" y="985"/>
                    <a:pt x="1225" y="1017"/>
                  </a:cubicBezTo>
                  <a:cubicBezTo>
                    <a:pt x="1265" y="1049"/>
                    <a:pt x="1305" y="1081"/>
                    <a:pt x="1341" y="1117"/>
                  </a:cubicBezTo>
                  <a:cubicBezTo>
                    <a:pt x="1397" y="1173"/>
                    <a:pt x="1445" y="1237"/>
                    <a:pt x="1485" y="1305"/>
                  </a:cubicBezTo>
                  <a:cubicBezTo>
                    <a:pt x="1497" y="1325"/>
                    <a:pt x="1505" y="1345"/>
                    <a:pt x="1517" y="1365"/>
                  </a:cubicBezTo>
                  <a:lnTo>
                    <a:pt x="1525" y="1385"/>
                  </a:lnTo>
                  <a:lnTo>
                    <a:pt x="1533" y="1385"/>
                  </a:lnTo>
                  <a:cubicBezTo>
                    <a:pt x="1529" y="1353"/>
                    <a:pt x="1521" y="1325"/>
                    <a:pt x="1509" y="1293"/>
                  </a:cubicBezTo>
                  <a:cubicBezTo>
                    <a:pt x="1481" y="1217"/>
                    <a:pt x="1441" y="1145"/>
                    <a:pt x="1389" y="1081"/>
                  </a:cubicBezTo>
                  <a:cubicBezTo>
                    <a:pt x="1353" y="1037"/>
                    <a:pt x="1313" y="997"/>
                    <a:pt x="1265" y="965"/>
                  </a:cubicBezTo>
                  <a:cubicBezTo>
                    <a:pt x="1217" y="929"/>
                    <a:pt x="1161" y="897"/>
                    <a:pt x="1105" y="873"/>
                  </a:cubicBezTo>
                  <a:cubicBezTo>
                    <a:pt x="1049" y="849"/>
                    <a:pt x="993" y="821"/>
                    <a:pt x="941" y="785"/>
                  </a:cubicBezTo>
                  <a:cubicBezTo>
                    <a:pt x="889" y="749"/>
                    <a:pt x="845" y="705"/>
                    <a:pt x="805" y="657"/>
                  </a:cubicBezTo>
                  <a:cubicBezTo>
                    <a:pt x="765" y="605"/>
                    <a:pt x="729" y="545"/>
                    <a:pt x="693" y="493"/>
                  </a:cubicBezTo>
                  <a:cubicBezTo>
                    <a:pt x="657" y="437"/>
                    <a:pt x="621" y="381"/>
                    <a:pt x="581" y="333"/>
                  </a:cubicBezTo>
                  <a:cubicBezTo>
                    <a:pt x="545" y="285"/>
                    <a:pt x="501" y="241"/>
                    <a:pt x="456" y="197"/>
                  </a:cubicBezTo>
                  <a:cubicBezTo>
                    <a:pt x="348" y="113"/>
                    <a:pt x="224" y="49"/>
                    <a:pt x="92" y="17"/>
                  </a:cubicBezTo>
                  <a:cubicBezTo>
                    <a:pt x="68" y="13"/>
                    <a:pt x="48" y="5"/>
                    <a:pt x="24" y="5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65"/>
            <p:cNvSpPr/>
            <p:nvPr/>
          </p:nvSpPr>
          <p:spPr>
            <a:xfrm flipH="1">
              <a:off x="7324013" y="1960968"/>
              <a:ext cx="159365" cy="82574"/>
            </a:xfrm>
            <a:custGeom>
              <a:avLst/>
              <a:gdLst/>
              <a:ahLst/>
              <a:cxnLst/>
              <a:rect l="l" t="t" r="r" b="b"/>
              <a:pathLst>
                <a:path w="1185" h="614" extrusionOk="0">
                  <a:moveTo>
                    <a:pt x="191" y="0"/>
                  </a:moveTo>
                  <a:cubicBezTo>
                    <a:pt x="169" y="0"/>
                    <a:pt x="148" y="4"/>
                    <a:pt x="124" y="10"/>
                  </a:cubicBezTo>
                  <a:cubicBezTo>
                    <a:pt x="104" y="10"/>
                    <a:pt x="80" y="18"/>
                    <a:pt x="56" y="26"/>
                  </a:cubicBezTo>
                  <a:cubicBezTo>
                    <a:pt x="40" y="30"/>
                    <a:pt x="20" y="38"/>
                    <a:pt x="4" y="50"/>
                  </a:cubicBezTo>
                  <a:lnTo>
                    <a:pt x="0" y="54"/>
                  </a:lnTo>
                  <a:lnTo>
                    <a:pt x="60" y="54"/>
                  </a:lnTo>
                  <a:cubicBezTo>
                    <a:pt x="108" y="54"/>
                    <a:pt x="160" y="54"/>
                    <a:pt x="208" y="58"/>
                  </a:cubicBezTo>
                  <a:cubicBezTo>
                    <a:pt x="240" y="62"/>
                    <a:pt x="272" y="66"/>
                    <a:pt x="309" y="70"/>
                  </a:cubicBezTo>
                  <a:cubicBezTo>
                    <a:pt x="345" y="74"/>
                    <a:pt x="385" y="82"/>
                    <a:pt x="421" y="90"/>
                  </a:cubicBezTo>
                  <a:cubicBezTo>
                    <a:pt x="461" y="94"/>
                    <a:pt x="497" y="110"/>
                    <a:pt x="533" y="130"/>
                  </a:cubicBezTo>
                  <a:cubicBezTo>
                    <a:pt x="569" y="150"/>
                    <a:pt x="605" y="178"/>
                    <a:pt x="633" y="206"/>
                  </a:cubicBezTo>
                  <a:cubicBezTo>
                    <a:pt x="665" y="238"/>
                    <a:pt x="693" y="270"/>
                    <a:pt x="721" y="298"/>
                  </a:cubicBezTo>
                  <a:lnTo>
                    <a:pt x="813" y="382"/>
                  </a:lnTo>
                  <a:cubicBezTo>
                    <a:pt x="865" y="434"/>
                    <a:pt x="925" y="478"/>
                    <a:pt x="985" y="522"/>
                  </a:cubicBezTo>
                  <a:cubicBezTo>
                    <a:pt x="1029" y="550"/>
                    <a:pt x="1077" y="574"/>
                    <a:pt x="1125" y="594"/>
                  </a:cubicBezTo>
                  <a:cubicBezTo>
                    <a:pt x="1145" y="602"/>
                    <a:pt x="1165" y="606"/>
                    <a:pt x="1185" y="614"/>
                  </a:cubicBezTo>
                  <a:lnTo>
                    <a:pt x="1185" y="606"/>
                  </a:lnTo>
                  <a:cubicBezTo>
                    <a:pt x="1185" y="606"/>
                    <a:pt x="1169" y="594"/>
                    <a:pt x="1141" y="570"/>
                  </a:cubicBezTo>
                  <a:cubicBezTo>
                    <a:pt x="1109" y="546"/>
                    <a:pt x="1069" y="514"/>
                    <a:pt x="1021" y="470"/>
                  </a:cubicBezTo>
                  <a:cubicBezTo>
                    <a:pt x="977" y="426"/>
                    <a:pt x="921" y="378"/>
                    <a:pt x="861" y="326"/>
                  </a:cubicBezTo>
                  <a:cubicBezTo>
                    <a:pt x="797" y="274"/>
                    <a:pt x="729" y="222"/>
                    <a:pt x="661" y="178"/>
                  </a:cubicBezTo>
                  <a:cubicBezTo>
                    <a:pt x="585" y="130"/>
                    <a:pt x="509" y="90"/>
                    <a:pt x="437" y="54"/>
                  </a:cubicBezTo>
                  <a:cubicBezTo>
                    <a:pt x="401" y="34"/>
                    <a:pt x="361" y="22"/>
                    <a:pt x="325" y="10"/>
                  </a:cubicBezTo>
                  <a:cubicBezTo>
                    <a:pt x="298" y="4"/>
                    <a:pt x="272" y="0"/>
                    <a:pt x="245" y="0"/>
                  </a:cubicBezTo>
                  <a:cubicBezTo>
                    <a:pt x="236" y="0"/>
                    <a:pt x="226" y="1"/>
                    <a:pt x="216" y="2"/>
                  </a:cubicBezTo>
                  <a:cubicBezTo>
                    <a:pt x="208" y="1"/>
                    <a:pt x="200" y="0"/>
                    <a:pt x="191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65"/>
            <p:cNvSpPr/>
            <p:nvPr/>
          </p:nvSpPr>
          <p:spPr>
            <a:xfrm flipH="1">
              <a:off x="7466029" y="1971727"/>
              <a:ext cx="122785" cy="166492"/>
            </a:xfrm>
            <a:custGeom>
              <a:avLst/>
              <a:gdLst/>
              <a:ahLst/>
              <a:cxnLst/>
              <a:rect l="l" t="t" r="r" b="b"/>
              <a:pathLst>
                <a:path w="913" h="1238" extrusionOk="0">
                  <a:moveTo>
                    <a:pt x="54" y="0"/>
                  </a:moveTo>
                  <a:cubicBezTo>
                    <a:pt x="35" y="0"/>
                    <a:pt x="15" y="5"/>
                    <a:pt x="0" y="14"/>
                  </a:cubicBezTo>
                  <a:lnTo>
                    <a:pt x="4" y="22"/>
                  </a:lnTo>
                  <a:lnTo>
                    <a:pt x="20" y="22"/>
                  </a:lnTo>
                  <a:cubicBezTo>
                    <a:pt x="36" y="22"/>
                    <a:pt x="52" y="26"/>
                    <a:pt x="68" y="30"/>
                  </a:cubicBezTo>
                  <a:cubicBezTo>
                    <a:pt x="92" y="38"/>
                    <a:pt x="112" y="50"/>
                    <a:pt x="132" y="66"/>
                  </a:cubicBezTo>
                  <a:cubicBezTo>
                    <a:pt x="156" y="86"/>
                    <a:pt x="176" y="106"/>
                    <a:pt x="192" y="134"/>
                  </a:cubicBezTo>
                  <a:cubicBezTo>
                    <a:pt x="212" y="166"/>
                    <a:pt x="228" y="198"/>
                    <a:pt x="244" y="234"/>
                  </a:cubicBezTo>
                  <a:cubicBezTo>
                    <a:pt x="260" y="270"/>
                    <a:pt x="284" y="314"/>
                    <a:pt x="304" y="354"/>
                  </a:cubicBezTo>
                  <a:cubicBezTo>
                    <a:pt x="328" y="398"/>
                    <a:pt x="348" y="442"/>
                    <a:pt x="364" y="486"/>
                  </a:cubicBezTo>
                  <a:cubicBezTo>
                    <a:pt x="384" y="534"/>
                    <a:pt x="396" y="582"/>
                    <a:pt x="412" y="630"/>
                  </a:cubicBezTo>
                  <a:cubicBezTo>
                    <a:pt x="424" y="678"/>
                    <a:pt x="436" y="726"/>
                    <a:pt x="456" y="774"/>
                  </a:cubicBezTo>
                  <a:cubicBezTo>
                    <a:pt x="472" y="818"/>
                    <a:pt x="492" y="866"/>
                    <a:pt x="512" y="910"/>
                  </a:cubicBezTo>
                  <a:cubicBezTo>
                    <a:pt x="536" y="954"/>
                    <a:pt x="564" y="994"/>
                    <a:pt x="596" y="1026"/>
                  </a:cubicBezTo>
                  <a:cubicBezTo>
                    <a:pt x="624" y="1058"/>
                    <a:pt x="660" y="1086"/>
                    <a:pt x="696" y="1106"/>
                  </a:cubicBezTo>
                  <a:cubicBezTo>
                    <a:pt x="728" y="1126"/>
                    <a:pt x="760" y="1142"/>
                    <a:pt x="784" y="1158"/>
                  </a:cubicBezTo>
                  <a:cubicBezTo>
                    <a:pt x="812" y="1170"/>
                    <a:pt x="836" y="1186"/>
                    <a:pt x="852" y="1198"/>
                  </a:cubicBezTo>
                  <a:cubicBezTo>
                    <a:pt x="872" y="1210"/>
                    <a:pt x="892" y="1222"/>
                    <a:pt x="908" y="1238"/>
                  </a:cubicBezTo>
                  <a:lnTo>
                    <a:pt x="912" y="1234"/>
                  </a:lnTo>
                  <a:cubicBezTo>
                    <a:pt x="900" y="1210"/>
                    <a:pt x="888" y="1194"/>
                    <a:pt x="872" y="1174"/>
                  </a:cubicBezTo>
                  <a:cubicBezTo>
                    <a:pt x="828" y="1134"/>
                    <a:pt x="780" y="1094"/>
                    <a:pt x="732" y="1054"/>
                  </a:cubicBezTo>
                  <a:cubicBezTo>
                    <a:pt x="700" y="1034"/>
                    <a:pt x="672" y="1006"/>
                    <a:pt x="648" y="978"/>
                  </a:cubicBezTo>
                  <a:cubicBezTo>
                    <a:pt x="620" y="946"/>
                    <a:pt x="596" y="910"/>
                    <a:pt x="576" y="874"/>
                  </a:cubicBezTo>
                  <a:cubicBezTo>
                    <a:pt x="552" y="834"/>
                    <a:pt x="528" y="794"/>
                    <a:pt x="512" y="750"/>
                  </a:cubicBezTo>
                  <a:cubicBezTo>
                    <a:pt x="492" y="706"/>
                    <a:pt x="468" y="662"/>
                    <a:pt x="444" y="614"/>
                  </a:cubicBezTo>
                  <a:cubicBezTo>
                    <a:pt x="424" y="570"/>
                    <a:pt x="400" y="526"/>
                    <a:pt x="384" y="478"/>
                  </a:cubicBezTo>
                  <a:cubicBezTo>
                    <a:pt x="364" y="434"/>
                    <a:pt x="352" y="386"/>
                    <a:pt x="340" y="342"/>
                  </a:cubicBezTo>
                  <a:cubicBezTo>
                    <a:pt x="324" y="294"/>
                    <a:pt x="316" y="250"/>
                    <a:pt x="300" y="210"/>
                  </a:cubicBezTo>
                  <a:cubicBezTo>
                    <a:pt x="284" y="170"/>
                    <a:pt x="264" y="130"/>
                    <a:pt x="240" y="98"/>
                  </a:cubicBezTo>
                  <a:cubicBezTo>
                    <a:pt x="216" y="66"/>
                    <a:pt x="188" y="42"/>
                    <a:pt x="152" y="26"/>
                  </a:cubicBezTo>
                  <a:cubicBezTo>
                    <a:pt x="128" y="10"/>
                    <a:pt x="100" y="2"/>
                    <a:pt x="72" y="2"/>
                  </a:cubicBezTo>
                  <a:cubicBezTo>
                    <a:pt x="66" y="1"/>
                    <a:pt x="60" y="0"/>
                    <a:pt x="5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65"/>
            <p:cNvSpPr/>
            <p:nvPr/>
          </p:nvSpPr>
          <p:spPr>
            <a:xfrm flipH="1">
              <a:off x="7697881" y="1916454"/>
              <a:ext cx="212083" cy="71681"/>
            </a:xfrm>
            <a:custGeom>
              <a:avLst/>
              <a:gdLst/>
              <a:ahLst/>
              <a:cxnLst/>
              <a:rect l="l" t="t" r="r" b="b"/>
              <a:pathLst>
                <a:path w="1577" h="533" extrusionOk="0">
                  <a:moveTo>
                    <a:pt x="1568" y="1"/>
                  </a:moveTo>
                  <a:cubicBezTo>
                    <a:pt x="1568" y="1"/>
                    <a:pt x="1560" y="5"/>
                    <a:pt x="1552" y="9"/>
                  </a:cubicBezTo>
                  <a:cubicBezTo>
                    <a:pt x="1540" y="17"/>
                    <a:pt x="1528" y="29"/>
                    <a:pt x="1508" y="41"/>
                  </a:cubicBezTo>
                  <a:cubicBezTo>
                    <a:pt x="1468" y="65"/>
                    <a:pt x="1412" y="101"/>
                    <a:pt x="1348" y="141"/>
                  </a:cubicBezTo>
                  <a:cubicBezTo>
                    <a:pt x="1312" y="161"/>
                    <a:pt x="1276" y="181"/>
                    <a:pt x="1236" y="201"/>
                  </a:cubicBezTo>
                  <a:cubicBezTo>
                    <a:pt x="1200" y="225"/>
                    <a:pt x="1160" y="249"/>
                    <a:pt x="1116" y="269"/>
                  </a:cubicBezTo>
                  <a:cubicBezTo>
                    <a:pt x="1068" y="293"/>
                    <a:pt x="1024" y="313"/>
                    <a:pt x="972" y="325"/>
                  </a:cubicBezTo>
                  <a:cubicBezTo>
                    <a:pt x="924" y="337"/>
                    <a:pt x="872" y="345"/>
                    <a:pt x="820" y="349"/>
                  </a:cubicBezTo>
                  <a:cubicBezTo>
                    <a:pt x="768" y="353"/>
                    <a:pt x="712" y="353"/>
                    <a:pt x="664" y="353"/>
                  </a:cubicBezTo>
                  <a:lnTo>
                    <a:pt x="508" y="357"/>
                  </a:lnTo>
                  <a:cubicBezTo>
                    <a:pt x="416" y="357"/>
                    <a:pt x="324" y="369"/>
                    <a:pt x="236" y="393"/>
                  </a:cubicBezTo>
                  <a:cubicBezTo>
                    <a:pt x="172" y="413"/>
                    <a:pt x="112" y="441"/>
                    <a:pt x="56" y="477"/>
                  </a:cubicBezTo>
                  <a:cubicBezTo>
                    <a:pt x="44" y="489"/>
                    <a:pt x="28" y="501"/>
                    <a:pt x="16" y="513"/>
                  </a:cubicBezTo>
                  <a:lnTo>
                    <a:pt x="0" y="525"/>
                  </a:lnTo>
                  <a:lnTo>
                    <a:pt x="4" y="533"/>
                  </a:lnTo>
                  <a:lnTo>
                    <a:pt x="24" y="525"/>
                  </a:lnTo>
                  <a:cubicBezTo>
                    <a:pt x="40" y="513"/>
                    <a:pt x="56" y="509"/>
                    <a:pt x="72" y="501"/>
                  </a:cubicBezTo>
                  <a:cubicBezTo>
                    <a:pt x="128" y="477"/>
                    <a:pt x="188" y="461"/>
                    <a:pt x="252" y="453"/>
                  </a:cubicBezTo>
                  <a:cubicBezTo>
                    <a:pt x="288" y="445"/>
                    <a:pt x="332" y="441"/>
                    <a:pt x="376" y="437"/>
                  </a:cubicBezTo>
                  <a:lnTo>
                    <a:pt x="516" y="425"/>
                  </a:lnTo>
                  <a:lnTo>
                    <a:pt x="664" y="409"/>
                  </a:lnTo>
                  <a:cubicBezTo>
                    <a:pt x="720" y="405"/>
                    <a:pt x="772" y="397"/>
                    <a:pt x="824" y="385"/>
                  </a:cubicBezTo>
                  <a:cubicBezTo>
                    <a:pt x="880" y="373"/>
                    <a:pt x="928" y="357"/>
                    <a:pt x="980" y="341"/>
                  </a:cubicBezTo>
                  <a:lnTo>
                    <a:pt x="1128" y="301"/>
                  </a:lnTo>
                  <a:cubicBezTo>
                    <a:pt x="1176" y="289"/>
                    <a:pt x="1220" y="273"/>
                    <a:pt x="1264" y="253"/>
                  </a:cubicBezTo>
                  <a:cubicBezTo>
                    <a:pt x="1304" y="233"/>
                    <a:pt x="1344" y="213"/>
                    <a:pt x="1380" y="185"/>
                  </a:cubicBezTo>
                  <a:cubicBezTo>
                    <a:pt x="1432" y="149"/>
                    <a:pt x="1484" y="105"/>
                    <a:pt x="1528" y="57"/>
                  </a:cubicBezTo>
                  <a:cubicBezTo>
                    <a:pt x="1544" y="41"/>
                    <a:pt x="1560" y="21"/>
                    <a:pt x="1576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65"/>
            <p:cNvSpPr/>
            <p:nvPr/>
          </p:nvSpPr>
          <p:spPr>
            <a:xfrm flipH="1">
              <a:off x="7620956" y="1934744"/>
              <a:ext cx="41556" cy="191103"/>
            </a:xfrm>
            <a:custGeom>
              <a:avLst/>
              <a:gdLst/>
              <a:ahLst/>
              <a:cxnLst/>
              <a:rect l="l" t="t" r="r" b="b"/>
              <a:pathLst>
                <a:path w="309" h="1421" extrusionOk="0">
                  <a:moveTo>
                    <a:pt x="4" y="1"/>
                  </a:moveTo>
                  <a:lnTo>
                    <a:pt x="0" y="5"/>
                  </a:lnTo>
                  <a:cubicBezTo>
                    <a:pt x="0" y="5"/>
                    <a:pt x="8" y="29"/>
                    <a:pt x="24" y="65"/>
                  </a:cubicBezTo>
                  <a:cubicBezTo>
                    <a:pt x="44" y="117"/>
                    <a:pt x="60" y="169"/>
                    <a:pt x="72" y="221"/>
                  </a:cubicBezTo>
                  <a:cubicBezTo>
                    <a:pt x="80" y="253"/>
                    <a:pt x="84" y="289"/>
                    <a:pt x="92" y="325"/>
                  </a:cubicBezTo>
                  <a:cubicBezTo>
                    <a:pt x="96" y="365"/>
                    <a:pt x="104" y="405"/>
                    <a:pt x="108" y="449"/>
                  </a:cubicBezTo>
                  <a:cubicBezTo>
                    <a:pt x="116" y="493"/>
                    <a:pt x="116" y="537"/>
                    <a:pt x="112" y="581"/>
                  </a:cubicBezTo>
                  <a:cubicBezTo>
                    <a:pt x="108" y="625"/>
                    <a:pt x="104" y="673"/>
                    <a:pt x="96" y="717"/>
                  </a:cubicBezTo>
                  <a:cubicBezTo>
                    <a:pt x="88" y="765"/>
                    <a:pt x="84" y="813"/>
                    <a:pt x="84" y="861"/>
                  </a:cubicBezTo>
                  <a:cubicBezTo>
                    <a:pt x="88" y="909"/>
                    <a:pt x="100" y="957"/>
                    <a:pt x="124" y="1001"/>
                  </a:cubicBezTo>
                  <a:cubicBezTo>
                    <a:pt x="148" y="1041"/>
                    <a:pt x="172" y="1073"/>
                    <a:pt x="192" y="1105"/>
                  </a:cubicBezTo>
                  <a:cubicBezTo>
                    <a:pt x="208" y="1137"/>
                    <a:pt x="224" y="1165"/>
                    <a:pt x="236" y="1201"/>
                  </a:cubicBezTo>
                  <a:cubicBezTo>
                    <a:pt x="252" y="1249"/>
                    <a:pt x="260" y="1305"/>
                    <a:pt x="260" y="1357"/>
                  </a:cubicBezTo>
                  <a:cubicBezTo>
                    <a:pt x="260" y="1377"/>
                    <a:pt x="260" y="1397"/>
                    <a:pt x="256" y="1421"/>
                  </a:cubicBezTo>
                  <a:lnTo>
                    <a:pt x="264" y="1421"/>
                  </a:lnTo>
                  <a:cubicBezTo>
                    <a:pt x="272" y="1401"/>
                    <a:pt x="280" y="1381"/>
                    <a:pt x="288" y="1357"/>
                  </a:cubicBezTo>
                  <a:cubicBezTo>
                    <a:pt x="304" y="1301"/>
                    <a:pt x="308" y="1241"/>
                    <a:pt x="296" y="1181"/>
                  </a:cubicBezTo>
                  <a:cubicBezTo>
                    <a:pt x="288" y="1141"/>
                    <a:pt x="272" y="1105"/>
                    <a:pt x="256" y="1069"/>
                  </a:cubicBezTo>
                  <a:cubicBezTo>
                    <a:pt x="236" y="1029"/>
                    <a:pt x="208" y="997"/>
                    <a:pt x="188" y="961"/>
                  </a:cubicBezTo>
                  <a:cubicBezTo>
                    <a:pt x="164" y="929"/>
                    <a:pt x="152" y="893"/>
                    <a:pt x="144" y="853"/>
                  </a:cubicBezTo>
                  <a:cubicBezTo>
                    <a:pt x="140" y="809"/>
                    <a:pt x="136" y="761"/>
                    <a:pt x="136" y="717"/>
                  </a:cubicBezTo>
                  <a:cubicBezTo>
                    <a:pt x="136" y="673"/>
                    <a:pt x="132" y="625"/>
                    <a:pt x="136" y="581"/>
                  </a:cubicBezTo>
                  <a:cubicBezTo>
                    <a:pt x="136" y="533"/>
                    <a:pt x="140" y="489"/>
                    <a:pt x="144" y="445"/>
                  </a:cubicBezTo>
                  <a:cubicBezTo>
                    <a:pt x="152" y="401"/>
                    <a:pt x="152" y="361"/>
                    <a:pt x="152" y="317"/>
                  </a:cubicBezTo>
                  <a:cubicBezTo>
                    <a:pt x="148" y="277"/>
                    <a:pt x="140" y="241"/>
                    <a:pt x="128" y="201"/>
                  </a:cubicBezTo>
                  <a:cubicBezTo>
                    <a:pt x="112" y="149"/>
                    <a:pt x="84" y="93"/>
                    <a:pt x="48" y="49"/>
                  </a:cubicBezTo>
                  <a:cubicBezTo>
                    <a:pt x="36" y="29"/>
                    <a:pt x="20" y="13"/>
                    <a:pt x="4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65"/>
            <p:cNvSpPr/>
            <p:nvPr/>
          </p:nvSpPr>
          <p:spPr>
            <a:xfrm flipH="1">
              <a:off x="7722088" y="1864811"/>
              <a:ext cx="159365" cy="35101"/>
            </a:xfrm>
            <a:custGeom>
              <a:avLst/>
              <a:gdLst/>
              <a:ahLst/>
              <a:cxnLst/>
              <a:rect l="l" t="t" r="r" b="b"/>
              <a:pathLst>
                <a:path w="1185" h="261" extrusionOk="0">
                  <a:moveTo>
                    <a:pt x="889" y="1"/>
                  </a:moveTo>
                  <a:cubicBezTo>
                    <a:pt x="865" y="1"/>
                    <a:pt x="840" y="3"/>
                    <a:pt x="816" y="9"/>
                  </a:cubicBezTo>
                  <a:cubicBezTo>
                    <a:pt x="740" y="25"/>
                    <a:pt x="664" y="49"/>
                    <a:pt x="592" y="81"/>
                  </a:cubicBezTo>
                  <a:cubicBezTo>
                    <a:pt x="552" y="97"/>
                    <a:pt x="516" y="113"/>
                    <a:pt x="484" y="129"/>
                  </a:cubicBezTo>
                  <a:cubicBezTo>
                    <a:pt x="468" y="137"/>
                    <a:pt x="448" y="145"/>
                    <a:pt x="432" y="149"/>
                  </a:cubicBezTo>
                  <a:cubicBezTo>
                    <a:pt x="416" y="157"/>
                    <a:pt x="400" y="161"/>
                    <a:pt x="384" y="165"/>
                  </a:cubicBezTo>
                  <a:cubicBezTo>
                    <a:pt x="320" y="185"/>
                    <a:pt x="260" y="193"/>
                    <a:pt x="196" y="197"/>
                  </a:cubicBezTo>
                  <a:lnTo>
                    <a:pt x="116" y="197"/>
                  </a:lnTo>
                  <a:cubicBezTo>
                    <a:pt x="96" y="197"/>
                    <a:pt x="72" y="193"/>
                    <a:pt x="56" y="193"/>
                  </a:cubicBezTo>
                  <a:cubicBezTo>
                    <a:pt x="40" y="189"/>
                    <a:pt x="28" y="185"/>
                    <a:pt x="16" y="185"/>
                  </a:cubicBezTo>
                  <a:lnTo>
                    <a:pt x="4" y="185"/>
                  </a:lnTo>
                  <a:lnTo>
                    <a:pt x="0" y="193"/>
                  </a:lnTo>
                  <a:cubicBezTo>
                    <a:pt x="16" y="201"/>
                    <a:pt x="32" y="213"/>
                    <a:pt x="52" y="221"/>
                  </a:cubicBezTo>
                  <a:cubicBezTo>
                    <a:pt x="96" y="241"/>
                    <a:pt x="144" y="253"/>
                    <a:pt x="192" y="261"/>
                  </a:cubicBezTo>
                  <a:lnTo>
                    <a:pt x="292" y="261"/>
                  </a:lnTo>
                  <a:cubicBezTo>
                    <a:pt x="332" y="257"/>
                    <a:pt x="368" y="249"/>
                    <a:pt x="404" y="237"/>
                  </a:cubicBezTo>
                  <a:cubicBezTo>
                    <a:pt x="424" y="229"/>
                    <a:pt x="440" y="221"/>
                    <a:pt x="460" y="213"/>
                  </a:cubicBezTo>
                  <a:cubicBezTo>
                    <a:pt x="480" y="205"/>
                    <a:pt x="496" y="193"/>
                    <a:pt x="512" y="185"/>
                  </a:cubicBezTo>
                  <a:cubicBezTo>
                    <a:pt x="548" y="165"/>
                    <a:pt x="580" y="137"/>
                    <a:pt x="612" y="117"/>
                  </a:cubicBezTo>
                  <a:cubicBezTo>
                    <a:pt x="644" y="93"/>
                    <a:pt x="676" y="73"/>
                    <a:pt x="712" y="61"/>
                  </a:cubicBezTo>
                  <a:cubicBezTo>
                    <a:pt x="748" y="49"/>
                    <a:pt x="784" y="45"/>
                    <a:pt x="824" y="45"/>
                  </a:cubicBezTo>
                  <a:cubicBezTo>
                    <a:pt x="856" y="49"/>
                    <a:pt x="888" y="57"/>
                    <a:pt x="924" y="65"/>
                  </a:cubicBezTo>
                  <a:cubicBezTo>
                    <a:pt x="952" y="69"/>
                    <a:pt x="980" y="77"/>
                    <a:pt x="1008" y="85"/>
                  </a:cubicBezTo>
                  <a:cubicBezTo>
                    <a:pt x="1052" y="101"/>
                    <a:pt x="1096" y="117"/>
                    <a:pt x="1136" y="141"/>
                  </a:cubicBezTo>
                  <a:cubicBezTo>
                    <a:pt x="1144" y="145"/>
                    <a:pt x="1156" y="153"/>
                    <a:pt x="1168" y="161"/>
                  </a:cubicBezTo>
                  <a:lnTo>
                    <a:pt x="1180" y="169"/>
                  </a:lnTo>
                  <a:lnTo>
                    <a:pt x="1184" y="161"/>
                  </a:lnTo>
                  <a:lnTo>
                    <a:pt x="1176" y="149"/>
                  </a:lnTo>
                  <a:cubicBezTo>
                    <a:pt x="1168" y="137"/>
                    <a:pt x="1160" y="129"/>
                    <a:pt x="1152" y="117"/>
                  </a:cubicBezTo>
                  <a:cubicBezTo>
                    <a:pt x="1136" y="101"/>
                    <a:pt x="1120" y="85"/>
                    <a:pt x="1104" y="73"/>
                  </a:cubicBezTo>
                  <a:cubicBezTo>
                    <a:pt x="1080" y="57"/>
                    <a:pt x="1056" y="41"/>
                    <a:pt x="1028" y="33"/>
                  </a:cubicBezTo>
                  <a:cubicBezTo>
                    <a:pt x="986" y="11"/>
                    <a:pt x="938" y="1"/>
                    <a:pt x="88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65"/>
            <p:cNvSpPr/>
            <p:nvPr/>
          </p:nvSpPr>
          <p:spPr>
            <a:xfrm flipH="1">
              <a:off x="7786641" y="1663084"/>
              <a:ext cx="205090" cy="18626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8" y="0"/>
                  </a:moveTo>
                  <a:lnTo>
                    <a:pt x="0" y="4"/>
                  </a:lnTo>
                  <a:lnTo>
                    <a:pt x="0" y="28"/>
                  </a:lnTo>
                  <a:cubicBezTo>
                    <a:pt x="0" y="52"/>
                    <a:pt x="0" y="72"/>
                    <a:pt x="4" y="96"/>
                  </a:cubicBezTo>
                  <a:cubicBezTo>
                    <a:pt x="16" y="180"/>
                    <a:pt x="44" y="256"/>
                    <a:pt x="88" y="328"/>
                  </a:cubicBezTo>
                  <a:cubicBezTo>
                    <a:pt x="116" y="376"/>
                    <a:pt x="148" y="420"/>
                    <a:pt x="188" y="460"/>
                  </a:cubicBezTo>
                  <a:cubicBezTo>
                    <a:pt x="228" y="505"/>
                    <a:pt x="276" y="541"/>
                    <a:pt x="328" y="577"/>
                  </a:cubicBezTo>
                  <a:cubicBezTo>
                    <a:pt x="380" y="613"/>
                    <a:pt x="436" y="645"/>
                    <a:pt x="492" y="681"/>
                  </a:cubicBezTo>
                  <a:cubicBezTo>
                    <a:pt x="548" y="717"/>
                    <a:pt x="604" y="749"/>
                    <a:pt x="660" y="785"/>
                  </a:cubicBezTo>
                  <a:cubicBezTo>
                    <a:pt x="716" y="821"/>
                    <a:pt x="776" y="853"/>
                    <a:pt x="832" y="885"/>
                  </a:cubicBezTo>
                  <a:cubicBezTo>
                    <a:pt x="888" y="917"/>
                    <a:pt x="944" y="949"/>
                    <a:pt x="996" y="981"/>
                  </a:cubicBezTo>
                  <a:cubicBezTo>
                    <a:pt x="1092" y="1037"/>
                    <a:pt x="1184" y="1101"/>
                    <a:pt x="1272" y="1169"/>
                  </a:cubicBezTo>
                  <a:cubicBezTo>
                    <a:pt x="1348" y="1229"/>
                    <a:pt x="1412" y="1281"/>
                    <a:pt x="1452" y="1321"/>
                  </a:cubicBezTo>
                  <a:cubicBezTo>
                    <a:pt x="1496" y="1361"/>
                    <a:pt x="1520" y="1385"/>
                    <a:pt x="1520" y="1385"/>
                  </a:cubicBezTo>
                  <a:lnTo>
                    <a:pt x="1524" y="1381"/>
                  </a:lnTo>
                  <a:cubicBezTo>
                    <a:pt x="1524" y="1381"/>
                    <a:pt x="1508" y="1353"/>
                    <a:pt x="1476" y="1305"/>
                  </a:cubicBezTo>
                  <a:cubicBezTo>
                    <a:pt x="1428" y="1237"/>
                    <a:pt x="1372" y="1177"/>
                    <a:pt x="1312" y="1121"/>
                  </a:cubicBezTo>
                  <a:cubicBezTo>
                    <a:pt x="1272" y="1085"/>
                    <a:pt x="1232" y="1049"/>
                    <a:pt x="1188" y="1017"/>
                  </a:cubicBezTo>
                  <a:cubicBezTo>
                    <a:pt x="1140" y="981"/>
                    <a:pt x="1088" y="945"/>
                    <a:pt x="1032" y="917"/>
                  </a:cubicBezTo>
                  <a:cubicBezTo>
                    <a:pt x="980" y="885"/>
                    <a:pt x="920" y="857"/>
                    <a:pt x="860" y="829"/>
                  </a:cubicBezTo>
                  <a:cubicBezTo>
                    <a:pt x="800" y="801"/>
                    <a:pt x="740" y="773"/>
                    <a:pt x="680" y="749"/>
                  </a:cubicBezTo>
                  <a:cubicBezTo>
                    <a:pt x="620" y="721"/>
                    <a:pt x="560" y="693"/>
                    <a:pt x="504" y="661"/>
                  </a:cubicBezTo>
                  <a:cubicBezTo>
                    <a:pt x="452" y="625"/>
                    <a:pt x="400" y="589"/>
                    <a:pt x="356" y="545"/>
                  </a:cubicBezTo>
                  <a:cubicBezTo>
                    <a:pt x="312" y="505"/>
                    <a:pt x="272" y="460"/>
                    <a:pt x="236" y="416"/>
                  </a:cubicBezTo>
                  <a:cubicBezTo>
                    <a:pt x="200" y="376"/>
                    <a:pt x="168" y="336"/>
                    <a:pt x="140" y="292"/>
                  </a:cubicBezTo>
                  <a:cubicBezTo>
                    <a:pt x="112" y="256"/>
                    <a:pt x="92" y="220"/>
                    <a:pt x="72" y="180"/>
                  </a:cubicBezTo>
                  <a:cubicBezTo>
                    <a:pt x="56" y="144"/>
                    <a:pt x="44" y="112"/>
                    <a:pt x="32" y="88"/>
                  </a:cubicBezTo>
                  <a:cubicBezTo>
                    <a:pt x="24" y="64"/>
                    <a:pt x="20" y="44"/>
                    <a:pt x="16" y="24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65"/>
            <p:cNvSpPr/>
            <p:nvPr/>
          </p:nvSpPr>
          <p:spPr>
            <a:xfrm flipH="1">
              <a:off x="7676363" y="1512461"/>
              <a:ext cx="118481" cy="230911"/>
            </a:xfrm>
            <a:custGeom>
              <a:avLst/>
              <a:gdLst/>
              <a:ahLst/>
              <a:cxnLst/>
              <a:rect l="l" t="t" r="r" b="b"/>
              <a:pathLst>
                <a:path w="881" h="1717" extrusionOk="0">
                  <a:moveTo>
                    <a:pt x="0" y="0"/>
                  </a:moveTo>
                  <a:lnTo>
                    <a:pt x="0" y="8"/>
                  </a:lnTo>
                  <a:lnTo>
                    <a:pt x="8" y="28"/>
                  </a:lnTo>
                  <a:cubicBezTo>
                    <a:pt x="16" y="40"/>
                    <a:pt x="24" y="60"/>
                    <a:pt x="36" y="84"/>
                  </a:cubicBezTo>
                  <a:cubicBezTo>
                    <a:pt x="60" y="156"/>
                    <a:pt x="80" y="228"/>
                    <a:pt x="84" y="304"/>
                  </a:cubicBezTo>
                  <a:cubicBezTo>
                    <a:pt x="92" y="392"/>
                    <a:pt x="88" y="504"/>
                    <a:pt x="108" y="624"/>
                  </a:cubicBezTo>
                  <a:cubicBezTo>
                    <a:pt x="116" y="684"/>
                    <a:pt x="128" y="748"/>
                    <a:pt x="140" y="808"/>
                  </a:cubicBezTo>
                  <a:cubicBezTo>
                    <a:pt x="148" y="840"/>
                    <a:pt x="152" y="872"/>
                    <a:pt x="164" y="904"/>
                  </a:cubicBezTo>
                  <a:cubicBezTo>
                    <a:pt x="168" y="932"/>
                    <a:pt x="176" y="964"/>
                    <a:pt x="188" y="996"/>
                  </a:cubicBezTo>
                  <a:cubicBezTo>
                    <a:pt x="224" y="1120"/>
                    <a:pt x="280" y="1232"/>
                    <a:pt x="356" y="1336"/>
                  </a:cubicBezTo>
                  <a:cubicBezTo>
                    <a:pt x="388" y="1384"/>
                    <a:pt x="428" y="1432"/>
                    <a:pt x="472" y="1472"/>
                  </a:cubicBezTo>
                  <a:cubicBezTo>
                    <a:pt x="508" y="1508"/>
                    <a:pt x="548" y="1544"/>
                    <a:pt x="592" y="1572"/>
                  </a:cubicBezTo>
                  <a:cubicBezTo>
                    <a:pt x="656" y="1621"/>
                    <a:pt x="720" y="1657"/>
                    <a:pt x="792" y="1689"/>
                  </a:cubicBezTo>
                  <a:cubicBezTo>
                    <a:pt x="848" y="1709"/>
                    <a:pt x="876" y="1717"/>
                    <a:pt x="876" y="1717"/>
                  </a:cubicBezTo>
                  <a:lnTo>
                    <a:pt x="880" y="1713"/>
                  </a:lnTo>
                  <a:cubicBezTo>
                    <a:pt x="880" y="1713"/>
                    <a:pt x="856" y="1693"/>
                    <a:pt x="804" y="1665"/>
                  </a:cubicBezTo>
                  <a:cubicBezTo>
                    <a:pt x="784" y="1649"/>
                    <a:pt x="756" y="1633"/>
                    <a:pt x="724" y="1609"/>
                  </a:cubicBezTo>
                  <a:cubicBezTo>
                    <a:pt x="696" y="1584"/>
                    <a:pt x="660" y="1556"/>
                    <a:pt x="624" y="1524"/>
                  </a:cubicBezTo>
                  <a:cubicBezTo>
                    <a:pt x="608" y="1508"/>
                    <a:pt x="588" y="1492"/>
                    <a:pt x="572" y="1476"/>
                  </a:cubicBezTo>
                  <a:cubicBezTo>
                    <a:pt x="556" y="1456"/>
                    <a:pt x="536" y="1440"/>
                    <a:pt x="516" y="1420"/>
                  </a:cubicBezTo>
                  <a:cubicBezTo>
                    <a:pt x="480" y="1380"/>
                    <a:pt x="444" y="1340"/>
                    <a:pt x="408" y="1292"/>
                  </a:cubicBezTo>
                  <a:cubicBezTo>
                    <a:pt x="372" y="1244"/>
                    <a:pt x="340" y="1196"/>
                    <a:pt x="308" y="1144"/>
                  </a:cubicBezTo>
                  <a:cubicBezTo>
                    <a:pt x="292" y="1116"/>
                    <a:pt x="276" y="1092"/>
                    <a:pt x="264" y="1064"/>
                  </a:cubicBezTo>
                  <a:cubicBezTo>
                    <a:pt x="248" y="1036"/>
                    <a:pt x="232" y="1008"/>
                    <a:pt x="220" y="980"/>
                  </a:cubicBezTo>
                  <a:cubicBezTo>
                    <a:pt x="192" y="924"/>
                    <a:pt x="172" y="864"/>
                    <a:pt x="160" y="800"/>
                  </a:cubicBezTo>
                  <a:cubicBezTo>
                    <a:pt x="144" y="740"/>
                    <a:pt x="140" y="680"/>
                    <a:pt x="140" y="620"/>
                  </a:cubicBezTo>
                  <a:cubicBezTo>
                    <a:pt x="140" y="560"/>
                    <a:pt x="148" y="504"/>
                    <a:pt x="148" y="448"/>
                  </a:cubicBezTo>
                  <a:cubicBezTo>
                    <a:pt x="152" y="396"/>
                    <a:pt x="148" y="344"/>
                    <a:pt x="140" y="292"/>
                  </a:cubicBezTo>
                  <a:cubicBezTo>
                    <a:pt x="128" y="212"/>
                    <a:pt x="100" y="136"/>
                    <a:pt x="56" y="68"/>
                  </a:cubicBezTo>
                  <a:cubicBezTo>
                    <a:pt x="40" y="44"/>
                    <a:pt x="20" y="20"/>
                    <a:pt x="0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65"/>
            <p:cNvSpPr/>
            <p:nvPr/>
          </p:nvSpPr>
          <p:spPr>
            <a:xfrm flipH="1">
              <a:off x="7697881" y="1601221"/>
              <a:ext cx="153985" cy="223380"/>
            </a:xfrm>
            <a:custGeom>
              <a:avLst/>
              <a:gdLst/>
              <a:ahLst/>
              <a:cxnLst/>
              <a:rect l="l" t="t" r="r" b="b"/>
              <a:pathLst>
                <a:path w="1145" h="1661" extrusionOk="0">
                  <a:moveTo>
                    <a:pt x="4" y="0"/>
                  </a:moveTo>
                  <a:lnTo>
                    <a:pt x="0" y="8"/>
                  </a:lnTo>
                  <a:lnTo>
                    <a:pt x="16" y="24"/>
                  </a:lnTo>
                  <a:cubicBezTo>
                    <a:pt x="28" y="40"/>
                    <a:pt x="44" y="56"/>
                    <a:pt x="56" y="76"/>
                  </a:cubicBezTo>
                  <a:cubicBezTo>
                    <a:pt x="72" y="96"/>
                    <a:pt x="92" y="124"/>
                    <a:pt x="108" y="160"/>
                  </a:cubicBezTo>
                  <a:cubicBezTo>
                    <a:pt x="128" y="192"/>
                    <a:pt x="148" y="232"/>
                    <a:pt x="168" y="276"/>
                  </a:cubicBezTo>
                  <a:cubicBezTo>
                    <a:pt x="188" y="316"/>
                    <a:pt x="204" y="368"/>
                    <a:pt x="224" y="416"/>
                  </a:cubicBezTo>
                  <a:lnTo>
                    <a:pt x="292" y="580"/>
                  </a:lnTo>
                  <a:cubicBezTo>
                    <a:pt x="316" y="636"/>
                    <a:pt x="336" y="696"/>
                    <a:pt x="356" y="756"/>
                  </a:cubicBezTo>
                  <a:cubicBezTo>
                    <a:pt x="376" y="816"/>
                    <a:pt x="392" y="880"/>
                    <a:pt x="416" y="940"/>
                  </a:cubicBezTo>
                  <a:cubicBezTo>
                    <a:pt x="436" y="1005"/>
                    <a:pt x="464" y="1065"/>
                    <a:pt x="496" y="1121"/>
                  </a:cubicBezTo>
                  <a:cubicBezTo>
                    <a:pt x="528" y="1177"/>
                    <a:pt x="564" y="1229"/>
                    <a:pt x="600" y="1281"/>
                  </a:cubicBezTo>
                  <a:cubicBezTo>
                    <a:pt x="636" y="1329"/>
                    <a:pt x="676" y="1373"/>
                    <a:pt x="724" y="1413"/>
                  </a:cubicBezTo>
                  <a:cubicBezTo>
                    <a:pt x="760" y="1449"/>
                    <a:pt x="804" y="1485"/>
                    <a:pt x="848" y="1513"/>
                  </a:cubicBezTo>
                  <a:cubicBezTo>
                    <a:pt x="884" y="1541"/>
                    <a:pt x="924" y="1565"/>
                    <a:pt x="964" y="1585"/>
                  </a:cubicBezTo>
                  <a:cubicBezTo>
                    <a:pt x="1000" y="1601"/>
                    <a:pt x="1028" y="1617"/>
                    <a:pt x="1056" y="1629"/>
                  </a:cubicBezTo>
                  <a:cubicBezTo>
                    <a:pt x="1108" y="1649"/>
                    <a:pt x="1140" y="1661"/>
                    <a:pt x="1140" y="1661"/>
                  </a:cubicBezTo>
                  <a:lnTo>
                    <a:pt x="1144" y="1653"/>
                  </a:lnTo>
                  <a:lnTo>
                    <a:pt x="1124" y="1641"/>
                  </a:lnTo>
                  <a:cubicBezTo>
                    <a:pt x="1112" y="1633"/>
                    <a:pt x="1092" y="1621"/>
                    <a:pt x="1068" y="1605"/>
                  </a:cubicBezTo>
                  <a:cubicBezTo>
                    <a:pt x="1048" y="1589"/>
                    <a:pt x="1016" y="1573"/>
                    <a:pt x="988" y="1545"/>
                  </a:cubicBezTo>
                  <a:cubicBezTo>
                    <a:pt x="956" y="1521"/>
                    <a:pt x="920" y="1497"/>
                    <a:pt x="884" y="1465"/>
                  </a:cubicBezTo>
                  <a:cubicBezTo>
                    <a:pt x="804" y="1397"/>
                    <a:pt x="728" y="1317"/>
                    <a:pt x="656" y="1237"/>
                  </a:cubicBezTo>
                  <a:cubicBezTo>
                    <a:pt x="616" y="1189"/>
                    <a:pt x="580" y="1141"/>
                    <a:pt x="548" y="1089"/>
                  </a:cubicBezTo>
                  <a:cubicBezTo>
                    <a:pt x="508" y="1037"/>
                    <a:pt x="476" y="985"/>
                    <a:pt x="448" y="924"/>
                  </a:cubicBezTo>
                  <a:cubicBezTo>
                    <a:pt x="416" y="868"/>
                    <a:pt x="392" y="808"/>
                    <a:pt x="372" y="748"/>
                  </a:cubicBezTo>
                  <a:cubicBezTo>
                    <a:pt x="352" y="688"/>
                    <a:pt x="336" y="628"/>
                    <a:pt x="324" y="568"/>
                  </a:cubicBezTo>
                  <a:cubicBezTo>
                    <a:pt x="308" y="508"/>
                    <a:pt x="296" y="448"/>
                    <a:pt x="276" y="396"/>
                  </a:cubicBezTo>
                  <a:cubicBezTo>
                    <a:pt x="260" y="344"/>
                    <a:pt x="240" y="296"/>
                    <a:pt x="216" y="248"/>
                  </a:cubicBezTo>
                  <a:cubicBezTo>
                    <a:pt x="196" y="208"/>
                    <a:pt x="172" y="168"/>
                    <a:pt x="144" y="132"/>
                  </a:cubicBezTo>
                  <a:cubicBezTo>
                    <a:pt x="124" y="104"/>
                    <a:pt x="100" y="80"/>
                    <a:pt x="72" y="56"/>
                  </a:cubicBezTo>
                  <a:cubicBezTo>
                    <a:pt x="56" y="40"/>
                    <a:pt x="40" y="24"/>
                    <a:pt x="24" y="1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65"/>
            <p:cNvSpPr/>
            <p:nvPr/>
          </p:nvSpPr>
          <p:spPr>
            <a:xfrm flipH="1">
              <a:off x="7559093" y="1524968"/>
              <a:ext cx="66301" cy="294791"/>
            </a:xfrm>
            <a:custGeom>
              <a:avLst/>
              <a:gdLst/>
              <a:ahLst/>
              <a:cxnLst/>
              <a:rect l="l" t="t" r="r" b="b"/>
              <a:pathLst>
                <a:path w="493" h="2192" extrusionOk="0">
                  <a:moveTo>
                    <a:pt x="345" y="0"/>
                  </a:moveTo>
                  <a:cubicBezTo>
                    <a:pt x="313" y="0"/>
                    <a:pt x="282" y="8"/>
                    <a:pt x="252" y="19"/>
                  </a:cubicBezTo>
                  <a:cubicBezTo>
                    <a:pt x="224" y="31"/>
                    <a:pt x="200" y="51"/>
                    <a:pt x="184" y="75"/>
                  </a:cubicBezTo>
                  <a:cubicBezTo>
                    <a:pt x="168" y="103"/>
                    <a:pt x="156" y="131"/>
                    <a:pt x="148" y="163"/>
                  </a:cubicBezTo>
                  <a:cubicBezTo>
                    <a:pt x="132" y="219"/>
                    <a:pt x="116" y="283"/>
                    <a:pt x="104" y="347"/>
                  </a:cubicBezTo>
                  <a:cubicBezTo>
                    <a:pt x="92" y="415"/>
                    <a:pt x="80" y="487"/>
                    <a:pt x="72" y="559"/>
                  </a:cubicBezTo>
                  <a:cubicBezTo>
                    <a:pt x="68" y="635"/>
                    <a:pt x="60" y="711"/>
                    <a:pt x="56" y="787"/>
                  </a:cubicBezTo>
                  <a:cubicBezTo>
                    <a:pt x="52" y="867"/>
                    <a:pt x="52" y="947"/>
                    <a:pt x="56" y="1027"/>
                  </a:cubicBezTo>
                  <a:cubicBezTo>
                    <a:pt x="60" y="1183"/>
                    <a:pt x="88" y="1339"/>
                    <a:pt x="76" y="1479"/>
                  </a:cubicBezTo>
                  <a:cubicBezTo>
                    <a:pt x="72" y="1548"/>
                    <a:pt x="60" y="1616"/>
                    <a:pt x="40" y="1680"/>
                  </a:cubicBezTo>
                  <a:cubicBezTo>
                    <a:pt x="24" y="1744"/>
                    <a:pt x="12" y="1808"/>
                    <a:pt x="4" y="1872"/>
                  </a:cubicBezTo>
                  <a:cubicBezTo>
                    <a:pt x="0" y="1932"/>
                    <a:pt x="8" y="1988"/>
                    <a:pt x="28" y="2044"/>
                  </a:cubicBezTo>
                  <a:cubicBezTo>
                    <a:pt x="44" y="2084"/>
                    <a:pt x="72" y="2120"/>
                    <a:pt x="104" y="2152"/>
                  </a:cubicBezTo>
                  <a:cubicBezTo>
                    <a:pt x="124" y="2168"/>
                    <a:pt x="152" y="2180"/>
                    <a:pt x="180" y="2188"/>
                  </a:cubicBezTo>
                  <a:cubicBezTo>
                    <a:pt x="188" y="2192"/>
                    <a:pt x="196" y="2192"/>
                    <a:pt x="208" y="2192"/>
                  </a:cubicBezTo>
                  <a:lnTo>
                    <a:pt x="208" y="2188"/>
                  </a:lnTo>
                  <a:cubicBezTo>
                    <a:pt x="200" y="2184"/>
                    <a:pt x="188" y="2180"/>
                    <a:pt x="180" y="2176"/>
                  </a:cubicBezTo>
                  <a:cubicBezTo>
                    <a:pt x="160" y="2164"/>
                    <a:pt x="136" y="2148"/>
                    <a:pt x="124" y="2132"/>
                  </a:cubicBezTo>
                  <a:cubicBezTo>
                    <a:pt x="100" y="2100"/>
                    <a:pt x="80" y="2064"/>
                    <a:pt x="72" y="2028"/>
                  </a:cubicBezTo>
                  <a:cubicBezTo>
                    <a:pt x="60" y="1980"/>
                    <a:pt x="56" y="1928"/>
                    <a:pt x="68" y="1876"/>
                  </a:cubicBezTo>
                  <a:cubicBezTo>
                    <a:pt x="76" y="1816"/>
                    <a:pt x="92" y="1756"/>
                    <a:pt x="112" y="1700"/>
                  </a:cubicBezTo>
                  <a:cubicBezTo>
                    <a:pt x="136" y="1628"/>
                    <a:pt x="148" y="1556"/>
                    <a:pt x="152" y="1483"/>
                  </a:cubicBezTo>
                  <a:cubicBezTo>
                    <a:pt x="152" y="1403"/>
                    <a:pt x="148" y="1327"/>
                    <a:pt x="136" y="1251"/>
                  </a:cubicBezTo>
                  <a:cubicBezTo>
                    <a:pt x="124" y="1171"/>
                    <a:pt x="108" y="1095"/>
                    <a:pt x="96" y="1019"/>
                  </a:cubicBezTo>
                  <a:cubicBezTo>
                    <a:pt x="84" y="943"/>
                    <a:pt x="76" y="863"/>
                    <a:pt x="80" y="787"/>
                  </a:cubicBezTo>
                  <a:cubicBezTo>
                    <a:pt x="84" y="711"/>
                    <a:pt x="96" y="635"/>
                    <a:pt x="112" y="563"/>
                  </a:cubicBezTo>
                  <a:cubicBezTo>
                    <a:pt x="128" y="491"/>
                    <a:pt x="148" y="423"/>
                    <a:pt x="164" y="359"/>
                  </a:cubicBezTo>
                  <a:cubicBezTo>
                    <a:pt x="180" y="295"/>
                    <a:pt x="192" y="231"/>
                    <a:pt x="204" y="175"/>
                  </a:cubicBezTo>
                  <a:cubicBezTo>
                    <a:pt x="208" y="127"/>
                    <a:pt x="232" y="83"/>
                    <a:pt x="272" y="59"/>
                  </a:cubicBezTo>
                  <a:cubicBezTo>
                    <a:pt x="308" y="39"/>
                    <a:pt x="344" y="31"/>
                    <a:pt x="384" y="27"/>
                  </a:cubicBezTo>
                  <a:cubicBezTo>
                    <a:pt x="408" y="23"/>
                    <a:pt x="436" y="23"/>
                    <a:pt x="460" y="23"/>
                  </a:cubicBezTo>
                  <a:lnTo>
                    <a:pt x="488" y="23"/>
                  </a:lnTo>
                  <a:lnTo>
                    <a:pt x="492" y="19"/>
                  </a:lnTo>
                  <a:lnTo>
                    <a:pt x="464" y="15"/>
                  </a:lnTo>
                  <a:cubicBezTo>
                    <a:pt x="436" y="7"/>
                    <a:pt x="408" y="3"/>
                    <a:pt x="380" y="3"/>
                  </a:cubicBezTo>
                  <a:cubicBezTo>
                    <a:pt x="369" y="1"/>
                    <a:pt x="357" y="0"/>
                    <a:pt x="345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65"/>
            <p:cNvSpPr/>
            <p:nvPr/>
          </p:nvSpPr>
          <p:spPr>
            <a:xfrm flipH="1">
              <a:off x="7348758" y="1647080"/>
              <a:ext cx="199172" cy="180748"/>
            </a:xfrm>
            <a:custGeom>
              <a:avLst/>
              <a:gdLst/>
              <a:ahLst/>
              <a:cxnLst/>
              <a:rect l="l" t="t" r="r" b="b"/>
              <a:pathLst>
                <a:path w="1481" h="1344" extrusionOk="0">
                  <a:moveTo>
                    <a:pt x="1311" y="0"/>
                  </a:moveTo>
                  <a:cubicBezTo>
                    <a:pt x="1301" y="0"/>
                    <a:pt x="1291" y="1"/>
                    <a:pt x="1281" y="3"/>
                  </a:cubicBezTo>
                  <a:cubicBezTo>
                    <a:pt x="1233" y="3"/>
                    <a:pt x="1185" y="7"/>
                    <a:pt x="1137" y="19"/>
                  </a:cubicBezTo>
                  <a:cubicBezTo>
                    <a:pt x="1085" y="31"/>
                    <a:pt x="1029" y="47"/>
                    <a:pt x="977" y="67"/>
                  </a:cubicBezTo>
                  <a:cubicBezTo>
                    <a:pt x="921" y="95"/>
                    <a:pt x="869" y="123"/>
                    <a:pt x="813" y="155"/>
                  </a:cubicBezTo>
                  <a:cubicBezTo>
                    <a:pt x="761" y="187"/>
                    <a:pt x="704" y="223"/>
                    <a:pt x="644" y="255"/>
                  </a:cubicBezTo>
                  <a:cubicBezTo>
                    <a:pt x="616" y="271"/>
                    <a:pt x="588" y="287"/>
                    <a:pt x="556" y="307"/>
                  </a:cubicBezTo>
                  <a:cubicBezTo>
                    <a:pt x="524" y="323"/>
                    <a:pt x="496" y="347"/>
                    <a:pt x="476" y="379"/>
                  </a:cubicBezTo>
                  <a:cubicBezTo>
                    <a:pt x="448" y="443"/>
                    <a:pt x="424" y="507"/>
                    <a:pt x="404" y="571"/>
                  </a:cubicBezTo>
                  <a:cubicBezTo>
                    <a:pt x="384" y="636"/>
                    <a:pt x="360" y="696"/>
                    <a:pt x="332" y="752"/>
                  </a:cubicBezTo>
                  <a:cubicBezTo>
                    <a:pt x="280" y="864"/>
                    <a:pt x="228" y="972"/>
                    <a:pt x="180" y="1056"/>
                  </a:cubicBezTo>
                  <a:cubicBezTo>
                    <a:pt x="128" y="1144"/>
                    <a:pt x="84" y="1212"/>
                    <a:pt x="52" y="1264"/>
                  </a:cubicBezTo>
                  <a:lnTo>
                    <a:pt x="0" y="1340"/>
                  </a:lnTo>
                  <a:lnTo>
                    <a:pt x="4" y="1344"/>
                  </a:lnTo>
                  <a:cubicBezTo>
                    <a:pt x="4" y="1344"/>
                    <a:pt x="32" y="1324"/>
                    <a:pt x="72" y="1280"/>
                  </a:cubicBezTo>
                  <a:cubicBezTo>
                    <a:pt x="96" y="1260"/>
                    <a:pt x="120" y="1232"/>
                    <a:pt x="148" y="1200"/>
                  </a:cubicBezTo>
                  <a:cubicBezTo>
                    <a:pt x="176" y="1164"/>
                    <a:pt x="208" y="1128"/>
                    <a:pt x="232" y="1088"/>
                  </a:cubicBezTo>
                  <a:cubicBezTo>
                    <a:pt x="264" y="1044"/>
                    <a:pt x="296" y="996"/>
                    <a:pt x="320" y="948"/>
                  </a:cubicBezTo>
                  <a:cubicBezTo>
                    <a:pt x="352" y="892"/>
                    <a:pt x="380" y="836"/>
                    <a:pt x="400" y="780"/>
                  </a:cubicBezTo>
                  <a:cubicBezTo>
                    <a:pt x="424" y="716"/>
                    <a:pt x="448" y="656"/>
                    <a:pt x="464" y="591"/>
                  </a:cubicBezTo>
                  <a:cubicBezTo>
                    <a:pt x="472" y="555"/>
                    <a:pt x="480" y="523"/>
                    <a:pt x="488" y="491"/>
                  </a:cubicBezTo>
                  <a:cubicBezTo>
                    <a:pt x="492" y="459"/>
                    <a:pt x="500" y="427"/>
                    <a:pt x="512" y="399"/>
                  </a:cubicBezTo>
                  <a:cubicBezTo>
                    <a:pt x="536" y="343"/>
                    <a:pt x="600" y="307"/>
                    <a:pt x="660" y="275"/>
                  </a:cubicBezTo>
                  <a:cubicBezTo>
                    <a:pt x="716" y="239"/>
                    <a:pt x="773" y="211"/>
                    <a:pt x="833" y="187"/>
                  </a:cubicBezTo>
                  <a:cubicBezTo>
                    <a:pt x="893" y="163"/>
                    <a:pt x="953" y="143"/>
                    <a:pt x="1005" y="123"/>
                  </a:cubicBezTo>
                  <a:cubicBezTo>
                    <a:pt x="1053" y="103"/>
                    <a:pt x="1105" y="87"/>
                    <a:pt x="1153" y="75"/>
                  </a:cubicBezTo>
                  <a:cubicBezTo>
                    <a:pt x="1229" y="51"/>
                    <a:pt x="1309" y="39"/>
                    <a:pt x="1389" y="35"/>
                  </a:cubicBezTo>
                  <a:cubicBezTo>
                    <a:pt x="1401" y="33"/>
                    <a:pt x="1412" y="32"/>
                    <a:pt x="1423" y="32"/>
                  </a:cubicBezTo>
                  <a:cubicBezTo>
                    <a:pt x="1434" y="32"/>
                    <a:pt x="1445" y="33"/>
                    <a:pt x="1457" y="35"/>
                  </a:cubicBezTo>
                  <a:lnTo>
                    <a:pt x="1481" y="35"/>
                  </a:lnTo>
                  <a:lnTo>
                    <a:pt x="1481" y="27"/>
                  </a:lnTo>
                  <a:lnTo>
                    <a:pt x="1457" y="23"/>
                  </a:lnTo>
                  <a:cubicBezTo>
                    <a:pt x="1437" y="15"/>
                    <a:pt x="1413" y="11"/>
                    <a:pt x="1389" y="7"/>
                  </a:cubicBezTo>
                  <a:cubicBezTo>
                    <a:pt x="1373" y="3"/>
                    <a:pt x="1357" y="3"/>
                    <a:pt x="1341" y="3"/>
                  </a:cubicBezTo>
                  <a:cubicBezTo>
                    <a:pt x="1331" y="1"/>
                    <a:pt x="1321" y="0"/>
                    <a:pt x="1311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65"/>
            <p:cNvSpPr/>
            <p:nvPr/>
          </p:nvSpPr>
          <p:spPr>
            <a:xfrm flipH="1">
              <a:off x="7523051" y="1669539"/>
              <a:ext cx="69529" cy="167972"/>
            </a:xfrm>
            <a:custGeom>
              <a:avLst/>
              <a:gdLst/>
              <a:ahLst/>
              <a:cxnLst/>
              <a:rect l="l" t="t" r="r" b="b"/>
              <a:pathLst>
                <a:path w="517" h="1249" extrusionOk="0">
                  <a:moveTo>
                    <a:pt x="481" y="0"/>
                  </a:moveTo>
                  <a:cubicBezTo>
                    <a:pt x="470" y="0"/>
                    <a:pt x="458" y="4"/>
                    <a:pt x="448" y="8"/>
                  </a:cubicBezTo>
                  <a:cubicBezTo>
                    <a:pt x="424" y="16"/>
                    <a:pt x="404" y="32"/>
                    <a:pt x="384" y="44"/>
                  </a:cubicBezTo>
                  <a:cubicBezTo>
                    <a:pt x="360" y="60"/>
                    <a:pt x="332" y="76"/>
                    <a:pt x="304" y="100"/>
                  </a:cubicBezTo>
                  <a:cubicBezTo>
                    <a:pt x="276" y="120"/>
                    <a:pt x="248" y="148"/>
                    <a:pt x="220" y="172"/>
                  </a:cubicBezTo>
                  <a:cubicBezTo>
                    <a:pt x="188" y="204"/>
                    <a:pt x="164" y="236"/>
                    <a:pt x="140" y="272"/>
                  </a:cubicBezTo>
                  <a:cubicBezTo>
                    <a:pt x="84" y="348"/>
                    <a:pt x="44" y="432"/>
                    <a:pt x="24" y="525"/>
                  </a:cubicBezTo>
                  <a:cubicBezTo>
                    <a:pt x="12" y="613"/>
                    <a:pt x="4" y="705"/>
                    <a:pt x="4" y="793"/>
                  </a:cubicBezTo>
                  <a:cubicBezTo>
                    <a:pt x="0" y="873"/>
                    <a:pt x="0" y="953"/>
                    <a:pt x="8" y="1033"/>
                  </a:cubicBezTo>
                  <a:cubicBezTo>
                    <a:pt x="16" y="1089"/>
                    <a:pt x="32" y="1145"/>
                    <a:pt x="60" y="1197"/>
                  </a:cubicBezTo>
                  <a:cubicBezTo>
                    <a:pt x="72" y="1217"/>
                    <a:pt x="84" y="1233"/>
                    <a:pt x="100" y="1249"/>
                  </a:cubicBezTo>
                  <a:lnTo>
                    <a:pt x="104" y="1245"/>
                  </a:lnTo>
                  <a:cubicBezTo>
                    <a:pt x="96" y="1229"/>
                    <a:pt x="88" y="1209"/>
                    <a:pt x="84" y="1189"/>
                  </a:cubicBezTo>
                  <a:cubicBezTo>
                    <a:pt x="80" y="1165"/>
                    <a:pt x="76" y="1141"/>
                    <a:pt x="72" y="1121"/>
                  </a:cubicBezTo>
                  <a:cubicBezTo>
                    <a:pt x="68" y="1093"/>
                    <a:pt x="68" y="1061"/>
                    <a:pt x="68" y="1029"/>
                  </a:cubicBezTo>
                  <a:cubicBezTo>
                    <a:pt x="72" y="961"/>
                    <a:pt x="76" y="881"/>
                    <a:pt x="76" y="797"/>
                  </a:cubicBezTo>
                  <a:cubicBezTo>
                    <a:pt x="72" y="753"/>
                    <a:pt x="72" y="709"/>
                    <a:pt x="72" y="661"/>
                  </a:cubicBezTo>
                  <a:cubicBezTo>
                    <a:pt x="68" y="617"/>
                    <a:pt x="64" y="573"/>
                    <a:pt x="64" y="529"/>
                  </a:cubicBezTo>
                  <a:cubicBezTo>
                    <a:pt x="60" y="481"/>
                    <a:pt x="68" y="437"/>
                    <a:pt x="88" y="396"/>
                  </a:cubicBezTo>
                  <a:cubicBezTo>
                    <a:pt x="108" y="360"/>
                    <a:pt x="136" y="324"/>
                    <a:pt x="168" y="296"/>
                  </a:cubicBezTo>
                  <a:cubicBezTo>
                    <a:pt x="196" y="268"/>
                    <a:pt x="232" y="244"/>
                    <a:pt x="260" y="220"/>
                  </a:cubicBezTo>
                  <a:lnTo>
                    <a:pt x="340" y="144"/>
                  </a:lnTo>
                  <a:lnTo>
                    <a:pt x="460" y="32"/>
                  </a:lnTo>
                  <a:cubicBezTo>
                    <a:pt x="472" y="24"/>
                    <a:pt x="484" y="16"/>
                    <a:pt x="496" y="16"/>
                  </a:cubicBezTo>
                  <a:cubicBezTo>
                    <a:pt x="500" y="16"/>
                    <a:pt x="504" y="20"/>
                    <a:pt x="508" y="24"/>
                  </a:cubicBezTo>
                  <a:lnTo>
                    <a:pt x="516" y="16"/>
                  </a:lnTo>
                  <a:cubicBezTo>
                    <a:pt x="516" y="16"/>
                    <a:pt x="516" y="8"/>
                    <a:pt x="500" y="4"/>
                  </a:cubicBezTo>
                  <a:cubicBezTo>
                    <a:pt x="494" y="1"/>
                    <a:pt x="488" y="0"/>
                    <a:pt x="481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65"/>
            <p:cNvSpPr/>
            <p:nvPr/>
          </p:nvSpPr>
          <p:spPr>
            <a:xfrm flipH="1">
              <a:off x="7138961" y="1779817"/>
              <a:ext cx="386375" cy="98040"/>
            </a:xfrm>
            <a:custGeom>
              <a:avLst/>
              <a:gdLst/>
              <a:ahLst/>
              <a:cxnLst/>
              <a:rect l="l" t="t" r="r" b="b"/>
              <a:pathLst>
                <a:path w="2873" h="729" extrusionOk="0">
                  <a:moveTo>
                    <a:pt x="2865" y="1"/>
                  </a:moveTo>
                  <a:lnTo>
                    <a:pt x="2749" y="61"/>
                  </a:lnTo>
                  <a:cubicBezTo>
                    <a:pt x="2649" y="117"/>
                    <a:pt x="2545" y="165"/>
                    <a:pt x="2437" y="209"/>
                  </a:cubicBezTo>
                  <a:cubicBezTo>
                    <a:pt x="2365" y="241"/>
                    <a:pt x="2293" y="261"/>
                    <a:pt x="2221" y="281"/>
                  </a:cubicBezTo>
                  <a:cubicBezTo>
                    <a:pt x="2141" y="301"/>
                    <a:pt x="2057" y="309"/>
                    <a:pt x="1969" y="309"/>
                  </a:cubicBezTo>
                  <a:cubicBezTo>
                    <a:pt x="1877" y="305"/>
                    <a:pt x="1785" y="293"/>
                    <a:pt x="1697" y="273"/>
                  </a:cubicBezTo>
                  <a:cubicBezTo>
                    <a:pt x="1605" y="257"/>
                    <a:pt x="1509" y="241"/>
                    <a:pt x="1409" y="229"/>
                  </a:cubicBezTo>
                  <a:cubicBezTo>
                    <a:pt x="1337" y="220"/>
                    <a:pt x="1265" y="215"/>
                    <a:pt x="1193" y="215"/>
                  </a:cubicBezTo>
                  <a:cubicBezTo>
                    <a:pt x="1169" y="215"/>
                    <a:pt x="1145" y="216"/>
                    <a:pt x="1121" y="217"/>
                  </a:cubicBezTo>
                  <a:cubicBezTo>
                    <a:pt x="1025" y="225"/>
                    <a:pt x="933" y="233"/>
                    <a:pt x="841" y="249"/>
                  </a:cubicBezTo>
                  <a:cubicBezTo>
                    <a:pt x="753" y="265"/>
                    <a:pt x="669" y="289"/>
                    <a:pt x="584" y="317"/>
                  </a:cubicBezTo>
                  <a:cubicBezTo>
                    <a:pt x="508" y="341"/>
                    <a:pt x="436" y="373"/>
                    <a:pt x="364" y="405"/>
                  </a:cubicBezTo>
                  <a:cubicBezTo>
                    <a:pt x="304" y="437"/>
                    <a:pt x="244" y="469"/>
                    <a:pt x="192" y="509"/>
                  </a:cubicBezTo>
                  <a:cubicBezTo>
                    <a:pt x="148" y="541"/>
                    <a:pt x="112" y="577"/>
                    <a:pt x="76" y="617"/>
                  </a:cubicBezTo>
                  <a:cubicBezTo>
                    <a:pt x="56" y="641"/>
                    <a:pt x="36" y="669"/>
                    <a:pt x="20" y="697"/>
                  </a:cubicBezTo>
                  <a:lnTo>
                    <a:pt x="0" y="729"/>
                  </a:lnTo>
                  <a:lnTo>
                    <a:pt x="8" y="729"/>
                  </a:lnTo>
                  <a:lnTo>
                    <a:pt x="28" y="705"/>
                  </a:lnTo>
                  <a:cubicBezTo>
                    <a:pt x="48" y="681"/>
                    <a:pt x="72" y="657"/>
                    <a:pt x="96" y="637"/>
                  </a:cubicBezTo>
                  <a:cubicBezTo>
                    <a:pt x="132" y="601"/>
                    <a:pt x="172" y="573"/>
                    <a:pt x="216" y="549"/>
                  </a:cubicBezTo>
                  <a:cubicBezTo>
                    <a:pt x="272" y="513"/>
                    <a:pt x="328" y="485"/>
                    <a:pt x="388" y="461"/>
                  </a:cubicBezTo>
                  <a:cubicBezTo>
                    <a:pt x="456" y="433"/>
                    <a:pt x="524" y="409"/>
                    <a:pt x="605" y="385"/>
                  </a:cubicBezTo>
                  <a:cubicBezTo>
                    <a:pt x="685" y="361"/>
                    <a:pt x="769" y="341"/>
                    <a:pt x="857" y="321"/>
                  </a:cubicBezTo>
                  <a:cubicBezTo>
                    <a:pt x="945" y="301"/>
                    <a:pt x="1037" y="289"/>
                    <a:pt x="1125" y="281"/>
                  </a:cubicBezTo>
                  <a:cubicBezTo>
                    <a:pt x="1197" y="272"/>
                    <a:pt x="1269" y="267"/>
                    <a:pt x="1339" y="267"/>
                  </a:cubicBezTo>
                  <a:cubicBezTo>
                    <a:pt x="1362" y="267"/>
                    <a:pt x="1386" y="268"/>
                    <a:pt x="1409" y="269"/>
                  </a:cubicBezTo>
                  <a:cubicBezTo>
                    <a:pt x="1505" y="269"/>
                    <a:pt x="1601" y="277"/>
                    <a:pt x="1697" y="297"/>
                  </a:cubicBezTo>
                  <a:cubicBezTo>
                    <a:pt x="1789" y="313"/>
                    <a:pt x="1881" y="333"/>
                    <a:pt x="1969" y="345"/>
                  </a:cubicBezTo>
                  <a:cubicBezTo>
                    <a:pt x="2011" y="350"/>
                    <a:pt x="2053" y="353"/>
                    <a:pt x="2094" y="353"/>
                  </a:cubicBezTo>
                  <a:cubicBezTo>
                    <a:pt x="2142" y="353"/>
                    <a:pt x="2189" y="349"/>
                    <a:pt x="2237" y="341"/>
                  </a:cubicBezTo>
                  <a:cubicBezTo>
                    <a:pt x="2317" y="325"/>
                    <a:pt x="2393" y="297"/>
                    <a:pt x="2465" y="265"/>
                  </a:cubicBezTo>
                  <a:cubicBezTo>
                    <a:pt x="2525" y="237"/>
                    <a:pt x="2585" y="205"/>
                    <a:pt x="2641" y="169"/>
                  </a:cubicBezTo>
                  <a:cubicBezTo>
                    <a:pt x="2689" y="141"/>
                    <a:pt x="2733" y="113"/>
                    <a:pt x="2769" y="85"/>
                  </a:cubicBezTo>
                  <a:cubicBezTo>
                    <a:pt x="2837" y="37"/>
                    <a:pt x="2873" y="9"/>
                    <a:pt x="2873" y="9"/>
                  </a:cubicBezTo>
                  <a:lnTo>
                    <a:pt x="2865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65"/>
            <p:cNvSpPr/>
            <p:nvPr/>
          </p:nvSpPr>
          <p:spPr>
            <a:xfrm flipH="1">
              <a:off x="7212659" y="1899777"/>
              <a:ext cx="277174" cy="61863"/>
            </a:xfrm>
            <a:custGeom>
              <a:avLst/>
              <a:gdLst/>
              <a:ahLst/>
              <a:cxnLst/>
              <a:rect l="l" t="t" r="r" b="b"/>
              <a:pathLst>
                <a:path w="2061" h="460" extrusionOk="0">
                  <a:moveTo>
                    <a:pt x="857" y="1"/>
                  </a:moveTo>
                  <a:cubicBezTo>
                    <a:pt x="789" y="1"/>
                    <a:pt x="721" y="5"/>
                    <a:pt x="657" y="17"/>
                  </a:cubicBezTo>
                  <a:cubicBezTo>
                    <a:pt x="593" y="25"/>
                    <a:pt x="529" y="37"/>
                    <a:pt x="469" y="53"/>
                  </a:cubicBezTo>
                  <a:cubicBezTo>
                    <a:pt x="413" y="69"/>
                    <a:pt x="361" y="85"/>
                    <a:pt x="308" y="105"/>
                  </a:cubicBezTo>
                  <a:cubicBezTo>
                    <a:pt x="228" y="137"/>
                    <a:pt x="152" y="177"/>
                    <a:pt x="80" y="221"/>
                  </a:cubicBezTo>
                  <a:cubicBezTo>
                    <a:pt x="28" y="253"/>
                    <a:pt x="0" y="273"/>
                    <a:pt x="0" y="273"/>
                  </a:cubicBezTo>
                  <a:lnTo>
                    <a:pt x="4" y="281"/>
                  </a:lnTo>
                  <a:lnTo>
                    <a:pt x="28" y="273"/>
                  </a:lnTo>
                  <a:cubicBezTo>
                    <a:pt x="44" y="265"/>
                    <a:pt x="64" y="257"/>
                    <a:pt x="92" y="245"/>
                  </a:cubicBezTo>
                  <a:cubicBezTo>
                    <a:pt x="120" y="233"/>
                    <a:pt x="152" y="221"/>
                    <a:pt x="192" y="209"/>
                  </a:cubicBezTo>
                  <a:cubicBezTo>
                    <a:pt x="232" y="193"/>
                    <a:pt x="276" y="177"/>
                    <a:pt x="324" y="165"/>
                  </a:cubicBezTo>
                  <a:cubicBezTo>
                    <a:pt x="377" y="149"/>
                    <a:pt x="429" y="133"/>
                    <a:pt x="485" y="121"/>
                  </a:cubicBezTo>
                  <a:cubicBezTo>
                    <a:pt x="541" y="109"/>
                    <a:pt x="601" y="97"/>
                    <a:pt x="665" y="85"/>
                  </a:cubicBezTo>
                  <a:cubicBezTo>
                    <a:pt x="729" y="73"/>
                    <a:pt x="793" y="65"/>
                    <a:pt x="861" y="61"/>
                  </a:cubicBezTo>
                  <a:cubicBezTo>
                    <a:pt x="925" y="57"/>
                    <a:pt x="993" y="53"/>
                    <a:pt x="1065" y="53"/>
                  </a:cubicBezTo>
                  <a:cubicBezTo>
                    <a:pt x="1133" y="53"/>
                    <a:pt x="1201" y="57"/>
                    <a:pt x="1265" y="73"/>
                  </a:cubicBezTo>
                  <a:cubicBezTo>
                    <a:pt x="1329" y="85"/>
                    <a:pt x="1393" y="109"/>
                    <a:pt x="1445" y="145"/>
                  </a:cubicBezTo>
                  <a:cubicBezTo>
                    <a:pt x="1497" y="181"/>
                    <a:pt x="1545" y="221"/>
                    <a:pt x="1589" y="261"/>
                  </a:cubicBezTo>
                  <a:cubicBezTo>
                    <a:pt x="1633" y="297"/>
                    <a:pt x="1677" y="333"/>
                    <a:pt x="1725" y="365"/>
                  </a:cubicBezTo>
                  <a:cubicBezTo>
                    <a:pt x="1793" y="417"/>
                    <a:pt x="1877" y="449"/>
                    <a:pt x="1965" y="457"/>
                  </a:cubicBezTo>
                  <a:cubicBezTo>
                    <a:pt x="1977" y="459"/>
                    <a:pt x="1989" y="460"/>
                    <a:pt x="2001" y="460"/>
                  </a:cubicBezTo>
                  <a:cubicBezTo>
                    <a:pt x="2013" y="460"/>
                    <a:pt x="2025" y="459"/>
                    <a:pt x="2037" y="457"/>
                  </a:cubicBezTo>
                  <a:lnTo>
                    <a:pt x="2061" y="453"/>
                  </a:lnTo>
                  <a:lnTo>
                    <a:pt x="2061" y="441"/>
                  </a:lnTo>
                  <a:lnTo>
                    <a:pt x="2037" y="441"/>
                  </a:lnTo>
                  <a:cubicBezTo>
                    <a:pt x="2013" y="441"/>
                    <a:pt x="1993" y="437"/>
                    <a:pt x="1969" y="429"/>
                  </a:cubicBezTo>
                  <a:cubicBezTo>
                    <a:pt x="1893" y="405"/>
                    <a:pt x="1821" y="369"/>
                    <a:pt x="1757" y="317"/>
                  </a:cubicBezTo>
                  <a:cubicBezTo>
                    <a:pt x="1717" y="285"/>
                    <a:pt x="1677" y="249"/>
                    <a:pt x="1629" y="213"/>
                  </a:cubicBezTo>
                  <a:cubicBezTo>
                    <a:pt x="1577" y="173"/>
                    <a:pt x="1525" y="141"/>
                    <a:pt x="1465" y="113"/>
                  </a:cubicBezTo>
                  <a:cubicBezTo>
                    <a:pt x="1405" y="85"/>
                    <a:pt x="1337" y="65"/>
                    <a:pt x="1273" y="49"/>
                  </a:cubicBezTo>
                  <a:cubicBezTo>
                    <a:pt x="1205" y="37"/>
                    <a:pt x="1137" y="25"/>
                    <a:pt x="1069" y="13"/>
                  </a:cubicBezTo>
                  <a:cubicBezTo>
                    <a:pt x="997" y="5"/>
                    <a:pt x="929" y="1"/>
                    <a:pt x="857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65"/>
            <p:cNvSpPr/>
            <p:nvPr/>
          </p:nvSpPr>
          <p:spPr>
            <a:xfrm flipH="1">
              <a:off x="7334772" y="1854187"/>
              <a:ext cx="188951" cy="57022"/>
            </a:xfrm>
            <a:custGeom>
              <a:avLst/>
              <a:gdLst/>
              <a:ahLst/>
              <a:cxnLst/>
              <a:rect l="l" t="t" r="r" b="b"/>
              <a:pathLst>
                <a:path w="1405" h="424" extrusionOk="0">
                  <a:moveTo>
                    <a:pt x="1009" y="1"/>
                  </a:moveTo>
                  <a:cubicBezTo>
                    <a:pt x="990" y="1"/>
                    <a:pt x="971" y="2"/>
                    <a:pt x="953" y="4"/>
                  </a:cubicBezTo>
                  <a:cubicBezTo>
                    <a:pt x="905" y="8"/>
                    <a:pt x="857" y="12"/>
                    <a:pt x="809" y="12"/>
                  </a:cubicBezTo>
                  <a:lnTo>
                    <a:pt x="661" y="12"/>
                  </a:lnTo>
                  <a:cubicBezTo>
                    <a:pt x="613" y="12"/>
                    <a:pt x="560" y="16"/>
                    <a:pt x="512" y="28"/>
                  </a:cubicBezTo>
                  <a:cubicBezTo>
                    <a:pt x="464" y="40"/>
                    <a:pt x="416" y="60"/>
                    <a:pt x="376" y="88"/>
                  </a:cubicBezTo>
                  <a:cubicBezTo>
                    <a:pt x="336" y="112"/>
                    <a:pt x="300" y="136"/>
                    <a:pt x="264" y="168"/>
                  </a:cubicBezTo>
                  <a:cubicBezTo>
                    <a:pt x="232" y="192"/>
                    <a:pt x="204" y="220"/>
                    <a:pt x="176" y="244"/>
                  </a:cubicBezTo>
                  <a:cubicBezTo>
                    <a:pt x="120" y="292"/>
                    <a:pt x="76" y="336"/>
                    <a:pt x="48" y="368"/>
                  </a:cubicBezTo>
                  <a:cubicBezTo>
                    <a:pt x="16" y="396"/>
                    <a:pt x="0" y="416"/>
                    <a:pt x="0" y="416"/>
                  </a:cubicBezTo>
                  <a:lnTo>
                    <a:pt x="4" y="424"/>
                  </a:lnTo>
                  <a:cubicBezTo>
                    <a:pt x="4" y="424"/>
                    <a:pt x="28" y="412"/>
                    <a:pt x="64" y="388"/>
                  </a:cubicBezTo>
                  <a:cubicBezTo>
                    <a:pt x="100" y="368"/>
                    <a:pt x="152" y="336"/>
                    <a:pt x="212" y="292"/>
                  </a:cubicBezTo>
                  <a:cubicBezTo>
                    <a:pt x="276" y="252"/>
                    <a:pt x="344" y="200"/>
                    <a:pt x="412" y="148"/>
                  </a:cubicBezTo>
                  <a:cubicBezTo>
                    <a:pt x="448" y="124"/>
                    <a:pt x="488" y="104"/>
                    <a:pt x="532" y="88"/>
                  </a:cubicBezTo>
                  <a:cubicBezTo>
                    <a:pt x="576" y="72"/>
                    <a:pt x="621" y="60"/>
                    <a:pt x="669" y="52"/>
                  </a:cubicBezTo>
                  <a:cubicBezTo>
                    <a:pt x="722" y="40"/>
                    <a:pt x="777" y="34"/>
                    <a:pt x="832" y="34"/>
                  </a:cubicBezTo>
                  <a:cubicBezTo>
                    <a:pt x="871" y="34"/>
                    <a:pt x="910" y="37"/>
                    <a:pt x="949" y="44"/>
                  </a:cubicBezTo>
                  <a:cubicBezTo>
                    <a:pt x="993" y="48"/>
                    <a:pt x="1037" y="56"/>
                    <a:pt x="1077" y="68"/>
                  </a:cubicBezTo>
                  <a:cubicBezTo>
                    <a:pt x="1113" y="76"/>
                    <a:pt x="1149" y="88"/>
                    <a:pt x="1181" y="104"/>
                  </a:cubicBezTo>
                  <a:cubicBezTo>
                    <a:pt x="1209" y="120"/>
                    <a:pt x="1241" y="136"/>
                    <a:pt x="1265" y="152"/>
                  </a:cubicBezTo>
                  <a:cubicBezTo>
                    <a:pt x="1289" y="164"/>
                    <a:pt x="1313" y="176"/>
                    <a:pt x="1337" y="184"/>
                  </a:cubicBezTo>
                  <a:cubicBezTo>
                    <a:pt x="1357" y="192"/>
                    <a:pt x="1381" y="200"/>
                    <a:pt x="1405" y="200"/>
                  </a:cubicBezTo>
                  <a:lnTo>
                    <a:pt x="1405" y="192"/>
                  </a:lnTo>
                  <a:lnTo>
                    <a:pt x="1389" y="184"/>
                  </a:lnTo>
                  <a:cubicBezTo>
                    <a:pt x="1377" y="176"/>
                    <a:pt x="1361" y="168"/>
                    <a:pt x="1349" y="160"/>
                  </a:cubicBezTo>
                  <a:cubicBezTo>
                    <a:pt x="1333" y="148"/>
                    <a:pt x="1313" y="132"/>
                    <a:pt x="1289" y="112"/>
                  </a:cubicBezTo>
                  <a:cubicBezTo>
                    <a:pt x="1265" y="88"/>
                    <a:pt x="1237" y="68"/>
                    <a:pt x="1205" y="52"/>
                  </a:cubicBezTo>
                  <a:cubicBezTo>
                    <a:pt x="1169" y="32"/>
                    <a:pt x="1129" y="16"/>
                    <a:pt x="1089" y="8"/>
                  </a:cubicBezTo>
                  <a:cubicBezTo>
                    <a:pt x="1063" y="3"/>
                    <a:pt x="1036" y="1"/>
                    <a:pt x="100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65"/>
            <p:cNvSpPr/>
            <p:nvPr/>
          </p:nvSpPr>
          <p:spPr>
            <a:xfrm flipH="1">
              <a:off x="7500995" y="1808328"/>
              <a:ext cx="237904" cy="171199"/>
            </a:xfrm>
            <a:custGeom>
              <a:avLst/>
              <a:gdLst/>
              <a:ahLst/>
              <a:cxnLst/>
              <a:rect l="l" t="t" r="r" b="b"/>
              <a:pathLst>
                <a:path w="1769" h="1273" extrusionOk="0">
                  <a:moveTo>
                    <a:pt x="644" y="1"/>
                  </a:moveTo>
                  <a:lnTo>
                    <a:pt x="636" y="29"/>
                  </a:lnTo>
                  <a:lnTo>
                    <a:pt x="616" y="89"/>
                  </a:lnTo>
                  <a:cubicBezTo>
                    <a:pt x="588" y="77"/>
                    <a:pt x="560" y="69"/>
                    <a:pt x="532" y="65"/>
                  </a:cubicBezTo>
                  <a:cubicBezTo>
                    <a:pt x="512" y="61"/>
                    <a:pt x="492" y="61"/>
                    <a:pt x="472" y="61"/>
                  </a:cubicBezTo>
                  <a:cubicBezTo>
                    <a:pt x="452" y="61"/>
                    <a:pt x="432" y="61"/>
                    <a:pt x="412" y="65"/>
                  </a:cubicBezTo>
                  <a:cubicBezTo>
                    <a:pt x="372" y="77"/>
                    <a:pt x="336" y="97"/>
                    <a:pt x="308" y="129"/>
                  </a:cubicBezTo>
                  <a:cubicBezTo>
                    <a:pt x="300" y="137"/>
                    <a:pt x="292" y="145"/>
                    <a:pt x="288" y="157"/>
                  </a:cubicBezTo>
                  <a:cubicBezTo>
                    <a:pt x="284" y="161"/>
                    <a:pt x="284" y="165"/>
                    <a:pt x="280" y="173"/>
                  </a:cubicBezTo>
                  <a:lnTo>
                    <a:pt x="276" y="185"/>
                  </a:lnTo>
                  <a:cubicBezTo>
                    <a:pt x="268" y="205"/>
                    <a:pt x="268" y="225"/>
                    <a:pt x="268" y="249"/>
                  </a:cubicBezTo>
                  <a:cubicBezTo>
                    <a:pt x="268" y="281"/>
                    <a:pt x="268" y="317"/>
                    <a:pt x="268" y="349"/>
                  </a:cubicBezTo>
                  <a:cubicBezTo>
                    <a:pt x="264" y="357"/>
                    <a:pt x="264" y="365"/>
                    <a:pt x="264" y="369"/>
                  </a:cubicBezTo>
                  <a:cubicBezTo>
                    <a:pt x="260" y="377"/>
                    <a:pt x="256" y="385"/>
                    <a:pt x="252" y="389"/>
                  </a:cubicBezTo>
                  <a:cubicBezTo>
                    <a:pt x="244" y="401"/>
                    <a:pt x="232" y="409"/>
                    <a:pt x="220" y="417"/>
                  </a:cubicBezTo>
                  <a:cubicBezTo>
                    <a:pt x="201" y="421"/>
                    <a:pt x="179" y="425"/>
                    <a:pt x="158" y="425"/>
                  </a:cubicBezTo>
                  <a:cubicBezTo>
                    <a:pt x="145" y="425"/>
                    <a:pt x="133" y="424"/>
                    <a:pt x="120" y="421"/>
                  </a:cubicBezTo>
                  <a:cubicBezTo>
                    <a:pt x="101" y="417"/>
                    <a:pt x="66" y="401"/>
                    <a:pt x="41" y="401"/>
                  </a:cubicBezTo>
                  <a:cubicBezTo>
                    <a:pt x="35" y="401"/>
                    <a:pt x="29" y="402"/>
                    <a:pt x="24" y="405"/>
                  </a:cubicBezTo>
                  <a:cubicBezTo>
                    <a:pt x="20" y="409"/>
                    <a:pt x="16" y="413"/>
                    <a:pt x="12" y="417"/>
                  </a:cubicBezTo>
                  <a:cubicBezTo>
                    <a:pt x="0" y="441"/>
                    <a:pt x="52" y="505"/>
                    <a:pt x="64" y="525"/>
                  </a:cubicBezTo>
                  <a:cubicBezTo>
                    <a:pt x="124" y="633"/>
                    <a:pt x="204" y="725"/>
                    <a:pt x="300" y="801"/>
                  </a:cubicBezTo>
                  <a:cubicBezTo>
                    <a:pt x="412" y="881"/>
                    <a:pt x="552" y="909"/>
                    <a:pt x="660" y="993"/>
                  </a:cubicBezTo>
                  <a:cubicBezTo>
                    <a:pt x="744" y="1065"/>
                    <a:pt x="800" y="1165"/>
                    <a:pt x="816" y="1273"/>
                  </a:cubicBezTo>
                  <a:cubicBezTo>
                    <a:pt x="945" y="1208"/>
                    <a:pt x="1087" y="1175"/>
                    <a:pt x="1230" y="1175"/>
                  </a:cubicBezTo>
                  <a:cubicBezTo>
                    <a:pt x="1275" y="1175"/>
                    <a:pt x="1320" y="1178"/>
                    <a:pt x="1364" y="1185"/>
                  </a:cubicBezTo>
                  <a:cubicBezTo>
                    <a:pt x="1368" y="1169"/>
                    <a:pt x="1372" y="1153"/>
                    <a:pt x="1372" y="1137"/>
                  </a:cubicBezTo>
                  <a:cubicBezTo>
                    <a:pt x="1376" y="1121"/>
                    <a:pt x="1388" y="1109"/>
                    <a:pt x="1400" y="1097"/>
                  </a:cubicBezTo>
                  <a:cubicBezTo>
                    <a:pt x="1420" y="1081"/>
                    <a:pt x="1444" y="1069"/>
                    <a:pt x="1468" y="1061"/>
                  </a:cubicBezTo>
                  <a:cubicBezTo>
                    <a:pt x="1516" y="1045"/>
                    <a:pt x="1568" y="1037"/>
                    <a:pt x="1624" y="1037"/>
                  </a:cubicBezTo>
                  <a:lnTo>
                    <a:pt x="1668" y="1037"/>
                  </a:lnTo>
                  <a:lnTo>
                    <a:pt x="1640" y="997"/>
                  </a:lnTo>
                  <a:cubicBezTo>
                    <a:pt x="1616" y="965"/>
                    <a:pt x="1600" y="933"/>
                    <a:pt x="1596" y="893"/>
                  </a:cubicBezTo>
                  <a:cubicBezTo>
                    <a:pt x="1588" y="865"/>
                    <a:pt x="1592" y="837"/>
                    <a:pt x="1596" y="809"/>
                  </a:cubicBezTo>
                  <a:lnTo>
                    <a:pt x="1668" y="805"/>
                  </a:lnTo>
                  <a:lnTo>
                    <a:pt x="1768" y="797"/>
                  </a:lnTo>
                  <a:lnTo>
                    <a:pt x="1684" y="741"/>
                  </a:lnTo>
                  <a:cubicBezTo>
                    <a:pt x="1644" y="709"/>
                    <a:pt x="1620" y="661"/>
                    <a:pt x="1624" y="609"/>
                  </a:cubicBezTo>
                  <a:cubicBezTo>
                    <a:pt x="1624" y="601"/>
                    <a:pt x="1624" y="593"/>
                    <a:pt x="1628" y="589"/>
                  </a:cubicBezTo>
                  <a:lnTo>
                    <a:pt x="1632" y="569"/>
                  </a:lnTo>
                  <a:cubicBezTo>
                    <a:pt x="1640" y="553"/>
                    <a:pt x="1644" y="537"/>
                    <a:pt x="1648" y="521"/>
                  </a:cubicBezTo>
                  <a:cubicBezTo>
                    <a:pt x="1652" y="497"/>
                    <a:pt x="1648" y="473"/>
                    <a:pt x="1640" y="453"/>
                  </a:cubicBezTo>
                  <a:cubicBezTo>
                    <a:pt x="1628" y="429"/>
                    <a:pt x="1612" y="413"/>
                    <a:pt x="1588" y="401"/>
                  </a:cubicBezTo>
                  <a:cubicBezTo>
                    <a:pt x="1556" y="393"/>
                    <a:pt x="1524" y="385"/>
                    <a:pt x="1488" y="381"/>
                  </a:cubicBezTo>
                  <a:cubicBezTo>
                    <a:pt x="1484" y="377"/>
                    <a:pt x="1476" y="377"/>
                    <a:pt x="1472" y="373"/>
                  </a:cubicBezTo>
                  <a:cubicBezTo>
                    <a:pt x="1468" y="369"/>
                    <a:pt x="1464" y="369"/>
                    <a:pt x="1460" y="365"/>
                  </a:cubicBezTo>
                  <a:cubicBezTo>
                    <a:pt x="1452" y="357"/>
                    <a:pt x="1448" y="349"/>
                    <a:pt x="1444" y="337"/>
                  </a:cubicBezTo>
                  <a:cubicBezTo>
                    <a:pt x="1436" y="313"/>
                    <a:pt x="1436" y="281"/>
                    <a:pt x="1424" y="245"/>
                  </a:cubicBezTo>
                  <a:cubicBezTo>
                    <a:pt x="1416" y="221"/>
                    <a:pt x="1400" y="205"/>
                    <a:pt x="1380" y="193"/>
                  </a:cubicBezTo>
                  <a:cubicBezTo>
                    <a:pt x="1368" y="185"/>
                    <a:pt x="1355" y="180"/>
                    <a:pt x="1342" y="180"/>
                  </a:cubicBezTo>
                  <a:cubicBezTo>
                    <a:pt x="1335" y="180"/>
                    <a:pt x="1328" y="182"/>
                    <a:pt x="1320" y="185"/>
                  </a:cubicBezTo>
                  <a:cubicBezTo>
                    <a:pt x="1285" y="192"/>
                    <a:pt x="1262" y="205"/>
                    <a:pt x="1240" y="205"/>
                  </a:cubicBezTo>
                  <a:cubicBezTo>
                    <a:pt x="1238" y="205"/>
                    <a:pt x="1235" y="205"/>
                    <a:pt x="1232" y="205"/>
                  </a:cubicBezTo>
                  <a:cubicBezTo>
                    <a:pt x="1204" y="201"/>
                    <a:pt x="1180" y="185"/>
                    <a:pt x="1160" y="165"/>
                  </a:cubicBezTo>
                  <a:cubicBezTo>
                    <a:pt x="1136" y="141"/>
                    <a:pt x="1112" y="121"/>
                    <a:pt x="1088" y="101"/>
                  </a:cubicBezTo>
                  <a:cubicBezTo>
                    <a:pt x="1068" y="85"/>
                    <a:pt x="1046" y="78"/>
                    <a:pt x="1024" y="78"/>
                  </a:cubicBezTo>
                  <a:cubicBezTo>
                    <a:pt x="1012" y="78"/>
                    <a:pt x="1000" y="80"/>
                    <a:pt x="988" y="85"/>
                  </a:cubicBezTo>
                  <a:cubicBezTo>
                    <a:pt x="952" y="101"/>
                    <a:pt x="936" y="133"/>
                    <a:pt x="912" y="141"/>
                  </a:cubicBezTo>
                  <a:cubicBezTo>
                    <a:pt x="884" y="141"/>
                    <a:pt x="852" y="129"/>
                    <a:pt x="832" y="113"/>
                  </a:cubicBezTo>
                  <a:cubicBezTo>
                    <a:pt x="776" y="81"/>
                    <a:pt x="720" y="49"/>
                    <a:pt x="664" y="13"/>
                  </a:cubicBezTo>
                  <a:lnTo>
                    <a:pt x="644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65"/>
            <p:cNvSpPr/>
            <p:nvPr/>
          </p:nvSpPr>
          <p:spPr>
            <a:xfrm flipH="1">
              <a:off x="7476250" y="1638742"/>
              <a:ext cx="120095" cy="219748"/>
            </a:xfrm>
            <a:custGeom>
              <a:avLst/>
              <a:gdLst/>
              <a:ahLst/>
              <a:cxnLst/>
              <a:rect l="l" t="t" r="r" b="b"/>
              <a:pathLst>
                <a:path w="893" h="1634" extrusionOk="0">
                  <a:moveTo>
                    <a:pt x="756" y="0"/>
                  </a:moveTo>
                  <a:cubicBezTo>
                    <a:pt x="735" y="0"/>
                    <a:pt x="714" y="7"/>
                    <a:pt x="696" y="21"/>
                  </a:cubicBezTo>
                  <a:cubicBezTo>
                    <a:pt x="664" y="45"/>
                    <a:pt x="644" y="81"/>
                    <a:pt x="640" y="121"/>
                  </a:cubicBezTo>
                  <a:cubicBezTo>
                    <a:pt x="640" y="173"/>
                    <a:pt x="644" y="225"/>
                    <a:pt x="652" y="281"/>
                  </a:cubicBezTo>
                  <a:cubicBezTo>
                    <a:pt x="652" y="317"/>
                    <a:pt x="648" y="357"/>
                    <a:pt x="636" y="393"/>
                  </a:cubicBezTo>
                  <a:cubicBezTo>
                    <a:pt x="628" y="417"/>
                    <a:pt x="620" y="437"/>
                    <a:pt x="608" y="461"/>
                  </a:cubicBezTo>
                  <a:cubicBezTo>
                    <a:pt x="572" y="493"/>
                    <a:pt x="532" y="529"/>
                    <a:pt x="492" y="561"/>
                  </a:cubicBezTo>
                  <a:cubicBezTo>
                    <a:pt x="432" y="609"/>
                    <a:pt x="376" y="666"/>
                    <a:pt x="324" y="722"/>
                  </a:cubicBezTo>
                  <a:cubicBezTo>
                    <a:pt x="268" y="774"/>
                    <a:pt x="228" y="842"/>
                    <a:pt x="204" y="914"/>
                  </a:cubicBezTo>
                  <a:cubicBezTo>
                    <a:pt x="152" y="1058"/>
                    <a:pt x="164" y="1198"/>
                    <a:pt x="152" y="1306"/>
                  </a:cubicBezTo>
                  <a:cubicBezTo>
                    <a:pt x="148" y="1354"/>
                    <a:pt x="140" y="1406"/>
                    <a:pt x="124" y="1454"/>
                  </a:cubicBezTo>
                  <a:cubicBezTo>
                    <a:pt x="112" y="1490"/>
                    <a:pt x="96" y="1526"/>
                    <a:pt x="76" y="1558"/>
                  </a:cubicBezTo>
                  <a:cubicBezTo>
                    <a:pt x="60" y="1578"/>
                    <a:pt x="44" y="1594"/>
                    <a:pt x="24" y="1614"/>
                  </a:cubicBezTo>
                  <a:lnTo>
                    <a:pt x="4" y="1630"/>
                  </a:lnTo>
                  <a:cubicBezTo>
                    <a:pt x="0" y="1630"/>
                    <a:pt x="0" y="1634"/>
                    <a:pt x="4" y="1634"/>
                  </a:cubicBezTo>
                  <a:lnTo>
                    <a:pt x="8" y="1634"/>
                  </a:lnTo>
                  <a:lnTo>
                    <a:pt x="32" y="1622"/>
                  </a:lnTo>
                  <a:cubicBezTo>
                    <a:pt x="56" y="1610"/>
                    <a:pt x="80" y="1590"/>
                    <a:pt x="100" y="1574"/>
                  </a:cubicBezTo>
                  <a:cubicBezTo>
                    <a:pt x="164" y="1498"/>
                    <a:pt x="204" y="1406"/>
                    <a:pt x="212" y="1310"/>
                  </a:cubicBezTo>
                  <a:cubicBezTo>
                    <a:pt x="220" y="1246"/>
                    <a:pt x="224" y="1186"/>
                    <a:pt x="224" y="1122"/>
                  </a:cubicBezTo>
                  <a:cubicBezTo>
                    <a:pt x="220" y="1054"/>
                    <a:pt x="228" y="986"/>
                    <a:pt x="240" y="922"/>
                  </a:cubicBezTo>
                  <a:cubicBezTo>
                    <a:pt x="252" y="850"/>
                    <a:pt x="288" y="786"/>
                    <a:pt x="340" y="734"/>
                  </a:cubicBezTo>
                  <a:cubicBezTo>
                    <a:pt x="392" y="678"/>
                    <a:pt x="452" y="629"/>
                    <a:pt x="516" y="589"/>
                  </a:cubicBezTo>
                  <a:cubicBezTo>
                    <a:pt x="580" y="549"/>
                    <a:pt x="644" y="505"/>
                    <a:pt x="704" y="453"/>
                  </a:cubicBezTo>
                  <a:cubicBezTo>
                    <a:pt x="760" y="401"/>
                    <a:pt x="808" y="337"/>
                    <a:pt x="844" y="265"/>
                  </a:cubicBezTo>
                  <a:cubicBezTo>
                    <a:pt x="876" y="197"/>
                    <a:pt x="892" y="101"/>
                    <a:pt x="828" y="33"/>
                  </a:cubicBezTo>
                  <a:cubicBezTo>
                    <a:pt x="808" y="11"/>
                    <a:pt x="782" y="0"/>
                    <a:pt x="7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65"/>
            <p:cNvSpPr/>
            <p:nvPr/>
          </p:nvSpPr>
          <p:spPr>
            <a:xfrm flipH="1">
              <a:off x="7404166" y="1739068"/>
              <a:ext cx="159365" cy="150623"/>
            </a:xfrm>
            <a:custGeom>
              <a:avLst/>
              <a:gdLst/>
              <a:ahLst/>
              <a:cxnLst/>
              <a:rect l="l" t="t" r="r" b="b"/>
              <a:pathLst>
                <a:path w="1185" h="1120" extrusionOk="0">
                  <a:moveTo>
                    <a:pt x="1086" y="1"/>
                  </a:moveTo>
                  <a:cubicBezTo>
                    <a:pt x="1059" y="1"/>
                    <a:pt x="1034" y="10"/>
                    <a:pt x="1013" y="28"/>
                  </a:cubicBezTo>
                  <a:cubicBezTo>
                    <a:pt x="993" y="44"/>
                    <a:pt x="973" y="60"/>
                    <a:pt x="957" y="80"/>
                  </a:cubicBezTo>
                  <a:cubicBezTo>
                    <a:pt x="941" y="100"/>
                    <a:pt x="929" y="120"/>
                    <a:pt x="921" y="144"/>
                  </a:cubicBezTo>
                  <a:cubicBezTo>
                    <a:pt x="909" y="184"/>
                    <a:pt x="897" y="216"/>
                    <a:pt x="889" y="240"/>
                  </a:cubicBezTo>
                  <a:cubicBezTo>
                    <a:pt x="885" y="248"/>
                    <a:pt x="881" y="256"/>
                    <a:pt x="872" y="264"/>
                  </a:cubicBezTo>
                  <a:lnTo>
                    <a:pt x="836" y="276"/>
                  </a:lnTo>
                  <a:cubicBezTo>
                    <a:pt x="776" y="292"/>
                    <a:pt x="712" y="300"/>
                    <a:pt x="648" y="324"/>
                  </a:cubicBezTo>
                  <a:cubicBezTo>
                    <a:pt x="580" y="344"/>
                    <a:pt x="524" y="380"/>
                    <a:pt x="476" y="428"/>
                  </a:cubicBezTo>
                  <a:cubicBezTo>
                    <a:pt x="432" y="476"/>
                    <a:pt x="392" y="528"/>
                    <a:pt x="360" y="584"/>
                  </a:cubicBezTo>
                  <a:cubicBezTo>
                    <a:pt x="328" y="636"/>
                    <a:pt x="296" y="684"/>
                    <a:pt x="268" y="736"/>
                  </a:cubicBezTo>
                  <a:cubicBezTo>
                    <a:pt x="240" y="784"/>
                    <a:pt x="216" y="836"/>
                    <a:pt x="196" y="876"/>
                  </a:cubicBezTo>
                  <a:cubicBezTo>
                    <a:pt x="164" y="944"/>
                    <a:pt x="124" y="1008"/>
                    <a:pt x="68" y="1064"/>
                  </a:cubicBezTo>
                  <a:cubicBezTo>
                    <a:pt x="52" y="1080"/>
                    <a:pt x="36" y="1092"/>
                    <a:pt x="20" y="1104"/>
                  </a:cubicBezTo>
                  <a:lnTo>
                    <a:pt x="0" y="1116"/>
                  </a:lnTo>
                  <a:cubicBezTo>
                    <a:pt x="0" y="1116"/>
                    <a:pt x="0" y="1120"/>
                    <a:pt x="4" y="1120"/>
                  </a:cubicBezTo>
                  <a:lnTo>
                    <a:pt x="28" y="1116"/>
                  </a:lnTo>
                  <a:cubicBezTo>
                    <a:pt x="48" y="1108"/>
                    <a:pt x="68" y="1100"/>
                    <a:pt x="88" y="1088"/>
                  </a:cubicBezTo>
                  <a:cubicBezTo>
                    <a:pt x="156" y="1040"/>
                    <a:pt x="212" y="976"/>
                    <a:pt x="252" y="904"/>
                  </a:cubicBezTo>
                  <a:cubicBezTo>
                    <a:pt x="276" y="860"/>
                    <a:pt x="300" y="812"/>
                    <a:pt x="324" y="764"/>
                  </a:cubicBezTo>
                  <a:cubicBezTo>
                    <a:pt x="348" y="712"/>
                    <a:pt x="372" y="656"/>
                    <a:pt x="396" y="600"/>
                  </a:cubicBezTo>
                  <a:cubicBezTo>
                    <a:pt x="416" y="540"/>
                    <a:pt x="452" y="488"/>
                    <a:pt x="496" y="444"/>
                  </a:cubicBezTo>
                  <a:cubicBezTo>
                    <a:pt x="540" y="400"/>
                    <a:pt x="600" y="372"/>
                    <a:pt x="664" y="360"/>
                  </a:cubicBezTo>
                  <a:cubicBezTo>
                    <a:pt x="724" y="352"/>
                    <a:pt x="792" y="348"/>
                    <a:pt x="856" y="336"/>
                  </a:cubicBezTo>
                  <a:cubicBezTo>
                    <a:pt x="925" y="328"/>
                    <a:pt x="989" y="304"/>
                    <a:pt x="1045" y="268"/>
                  </a:cubicBezTo>
                  <a:cubicBezTo>
                    <a:pt x="1073" y="248"/>
                    <a:pt x="1097" y="224"/>
                    <a:pt x="1121" y="200"/>
                  </a:cubicBezTo>
                  <a:cubicBezTo>
                    <a:pt x="1141" y="176"/>
                    <a:pt x="1161" y="144"/>
                    <a:pt x="1169" y="112"/>
                  </a:cubicBezTo>
                  <a:cubicBezTo>
                    <a:pt x="1185" y="68"/>
                    <a:pt x="1161" y="16"/>
                    <a:pt x="1113" y="4"/>
                  </a:cubicBezTo>
                  <a:cubicBezTo>
                    <a:pt x="1104" y="2"/>
                    <a:pt x="1095" y="1"/>
                    <a:pt x="10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65"/>
            <p:cNvSpPr/>
            <p:nvPr/>
          </p:nvSpPr>
          <p:spPr>
            <a:xfrm flipH="1">
              <a:off x="7414387" y="1833880"/>
              <a:ext cx="163130" cy="92391"/>
            </a:xfrm>
            <a:custGeom>
              <a:avLst/>
              <a:gdLst/>
              <a:ahLst/>
              <a:cxnLst/>
              <a:rect l="l" t="t" r="r" b="b"/>
              <a:pathLst>
                <a:path w="1213" h="687" extrusionOk="0">
                  <a:moveTo>
                    <a:pt x="1046" y="1"/>
                  </a:moveTo>
                  <a:cubicBezTo>
                    <a:pt x="1038" y="1"/>
                    <a:pt x="1029" y="1"/>
                    <a:pt x="1021" y="3"/>
                  </a:cubicBezTo>
                  <a:cubicBezTo>
                    <a:pt x="960" y="11"/>
                    <a:pt x="904" y="27"/>
                    <a:pt x="852" y="55"/>
                  </a:cubicBezTo>
                  <a:cubicBezTo>
                    <a:pt x="800" y="83"/>
                    <a:pt x="752" y="111"/>
                    <a:pt x="700" y="143"/>
                  </a:cubicBezTo>
                  <a:cubicBezTo>
                    <a:pt x="652" y="171"/>
                    <a:pt x="604" y="207"/>
                    <a:pt x="560" y="243"/>
                  </a:cubicBezTo>
                  <a:cubicBezTo>
                    <a:pt x="516" y="279"/>
                    <a:pt x="480" y="323"/>
                    <a:pt x="448" y="371"/>
                  </a:cubicBezTo>
                  <a:cubicBezTo>
                    <a:pt x="420" y="411"/>
                    <a:pt x="388" y="451"/>
                    <a:pt x="352" y="487"/>
                  </a:cubicBezTo>
                  <a:cubicBezTo>
                    <a:pt x="324" y="523"/>
                    <a:pt x="292" y="551"/>
                    <a:pt x="256" y="575"/>
                  </a:cubicBezTo>
                  <a:cubicBezTo>
                    <a:pt x="204" y="615"/>
                    <a:pt x="140" y="643"/>
                    <a:pt x="76" y="659"/>
                  </a:cubicBezTo>
                  <a:cubicBezTo>
                    <a:pt x="60" y="667"/>
                    <a:pt x="40" y="671"/>
                    <a:pt x="20" y="675"/>
                  </a:cubicBezTo>
                  <a:lnTo>
                    <a:pt x="0" y="679"/>
                  </a:lnTo>
                  <a:cubicBezTo>
                    <a:pt x="0" y="679"/>
                    <a:pt x="0" y="683"/>
                    <a:pt x="0" y="683"/>
                  </a:cubicBezTo>
                  <a:cubicBezTo>
                    <a:pt x="28" y="687"/>
                    <a:pt x="56" y="687"/>
                    <a:pt x="84" y="687"/>
                  </a:cubicBezTo>
                  <a:cubicBezTo>
                    <a:pt x="156" y="683"/>
                    <a:pt x="228" y="659"/>
                    <a:pt x="288" y="623"/>
                  </a:cubicBezTo>
                  <a:cubicBezTo>
                    <a:pt x="332" y="595"/>
                    <a:pt x="368" y="563"/>
                    <a:pt x="400" y="527"/>
                  </a:cubicBezTo>
                  <a:cubicBezTo>
                    <a:pt x="432" y="483"/>
                    <a:pt x="456" y="435"/>
                    <a:pt x="476" y="387"/>
                  </a:cubicBezTo>
                  <a:cubicBezTo>
                    <a:pt x="500" y="335"/>
                    <a:pt x="532" y="291"/>
                    <a:pt x="572" y="259"/>
                  </a:cubicBezTo>
                  <a:cubicBezTo>
                    <a:pt x="620" y="223"/>
                    <a:pt x="668" y="195"/>
                    <a:pt x="720" y="171"/>
                  </a:cubicBezTo>
                  <a:lnTo>
                    <a:pt x="876" y="107"/>
                  </a:lnTo>
                  <a:lnTo>
                    <a:pt x="912" y="95"/>
                  </a:lnTo>
                  <a:cubicBezTo>
                    <a:pt x="924" y="99"/>
                    <a:pt x="936" y="103"/>
                    <a:pt x="940" y="111"/>
                  </a:cubicBezTo>
                  <a:cubicBezTo>
                    <a:pt x="956" y="127"/>
                    <a:pt x="968" y="155"/>
                    <a:pt x="997" y="187"/>
                  </a:cubicBezTo>
                  <a:cubicBezTo>
                    <a:pt x="1021" y="215"/>
                    <a:pt x="1058" y="230"/>
                    <a:pt x="1096" y="230"/>
                  </a:cubicBezTo>
                  <a:cubicBezTo>
                    <a:pt x="1107" y="230"/>
                    <a:pt x="1118" y="229"/>
                    <a:pt x="1129" y="227"/>
                  </a:cubicBezTo>
                  <a:cubicBezTo>
                    <a:pt x="1145" y="223"/>
                    <a:pt x="1157" y="219"/>
                    <a:pt x="1169" y="211"/>
                  </a:cubicBezTo>
                  <a:cubicBezTo>
                    <a:pt x="1177" y="203"/>
                    <a:pt x="1181" y="199"/>
                    <a:pt x="1189" y="191"/>
                  </a:cubicBezTo>
                  <a:lnTo>
                    <a:pt x="1193" y="187"/>
                  </a:lnTo>
                  <a:lnTo>
                    <a:pt x="1193" y="183"/>
                  </a:lnTo>
                  <a:cubicBezTo>
                    <a:pt x="1197" y="179"/>
                    <a:pt x="1201" y="175"/>
                    <a:pt x="1201" y="171"/>
                  </a:cubicBezTo>
                  <a:cubicBezTo>
                    <a:pt x="1213" y="135"/>
                    <a:pt x="1209" y="99"/>
                    <a:pt x="1193" y="71"/>
                  </a:cubicBezTo>
                  <a:cubicBezTo>
                    <a:pt x="1173" y="39"/>
                    <a:pt x="1145" y="19"/>
                    <a:pt x="1113" y="11"/>
                  </a:cubicBezTo>
                  <a:cubicBezTo>
                    <a:pt x="1092" y="5"/>
                    <a:pt x="1069" y="1"/>
                    <a:pt x="10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65"/>
            <p:cNvSpPr/>
            <p:nvPr/>
          </p:nvSpPr>
          <p:spPr>
            <a:xfrm flipH="1">
              <a:off x="7511754" y="1746868"/>
              <a:ext cx="126550" cy="179403"/>
            </a:xfrm>
            <a:custGeom>
              <a:avLst/>
              <a:gdLst/>
              <a:ahLst/>
              <a:cxnLst/>
              <a:rect l="l" t="t" r="r" b="b"/>
              <a:pathLst>
                <a:path w="941" h="1334" extrusionOk="0">
                  <a:moveTo>
                    <a:pt x="835" y="1"/>
                  </a:moveTo>
                  <a:cubicBezTo>
                    <a:pt x="805" y="1"/>
                    <a:pt x="776" y="9"/>
                    <a:pt x="752" y="26"/>
                  </a:cubicBezTo>
                  <a:cubicBezTo>
                    <a:pt x="704" y="74"/>
                    <a:pt x="680" y="138"/>
                    <a:pt x="680" y="206"/>
                  </a:cubicBezTo>
                  <a:cubicBezTo>
                    <a:pt x="664" y="322"/>
                    <a:pt x="632" y="438"/>
                    <a:pt x="592" y="550"/>
                  </a:cubicBezTo>
                  <a:cubicBezTo>
                    <a:pt x="572" y="610"/>
                    <a:pt x="548" y="666"/>
                    <a:pt x="520" y="722"/>
                  </a:cubicBezTo>
                  <a:cubicBezTo>
                    <a:pt x="496" y="774"/>
                    <a:pt x="464" y="826"/>
                    <a:pt x="428" y="870"/>
                  </a:cubicBezTo>
                  <a:cubicBezTo>
                    <a:pt x="388" y="914"/>
                    <a:pt x="348" y="954"/>
                    <a:pt x="312" y="990"/>
                  </a:cubicBezTo>
                  <a:lnTo>
                    <a:pt x="208" y="1098"/>
                  </a:lnTo>
                  <a:cubicBezTo>
                    <a:pt x="144" y="1166"/>
                    <a:pt x="92" y="1222"/>
                    <a:pt x="56" y="1262"/>
                  </a:cubicBezTo>
                  <a:cubicBezTo>
                    <a:pt x="20" y="1306"/>
                    <a:pt x="0" y="1330"/>
                    <a:pt x="0" y="1330"/>
                  </a:cubicBezTo>
                  <a:lnTo>
                    <a:pt x="0" y="1334"/>
                  </a:lnTo>
                  <a:lnTo>
                    <a:pt x="4" y="1334"/>
                  </a:lnTo>
                  <a:cubicBezTo>
                    <a:pt x="88" y="1274"/>
                    <a:pt x="172" y="1210"/>
                    <a:pt x="248" y="1138"/>
                  </a:cubicBezTo>
                  <a:cubicBezTo>
                    <a:pt x="288" y="1106"/>
                    <a:pt x="324" y="1070"/>
                    <a:pt x="356" y="1030"/>
                  </a:cubicBezTo>
                  <a:cubicBezTo>
                    <a:pt x="396" y="990"/>
                    <a:pt x="428" y="942"/>
                    <a:pt x="456" y="890"/>
                  </a:cubicBezTo>
                  <a:cubicBezTo>
                    <a:pt x="488" y="842"/>
                    <a:pt x="512" y="782"/>
                    <a:pt x="540" y="730"/>
                  </a:cubicBezTo>
                  <a:cubicBezTo>
                    <a:pt x="568" y="674"/>
                    <a:pt x="596" y="622"/>
                    <a:pt x="628" y="566"/>
                  </a:cubicBezTo>
                  <a:cubicBezTo>
                    <a:pt x="656" y="510"/>
                    <a:pt x="684" y="454"/>
                    <a:pt x="708" y="394"/>
                  </a:cubicBezTo>
                  <a:cubicBezTo>
                    <a:pt x="716" y="362"/>
                    <a:pt x="728" y="334"/>
                    <a:pt x="736" y="302"/>
                  </a:cubicBezTo>
                  <a:cubicBezTo>
                    <a:pt x="736" y="298"/>
                    <a:pt x="736" y="294"/>
                    <a:pt x="740" y="294"/>
                  </a:cubicBezTo>
                  <a:cubicBezTo>
                    <a:pt x="752" y="278"/>
                    <a:pt x="768" y="262"/>
                    <a:pt x="784" y="254"/>
                  </a:cubicBezTo>
                  <a:cubicBezTo>
                    <a:pt x="804" y="238"/>
                    <a:pt x="832" y="226"/>
                    <a:pt x="868" y="202"/>
                  </a:cubicBezTo>
                  <a:cubicBezTo>
                    <a:pt x="888" y="190"/>
                    <a:pt x="904" y="174"/>
                    <a:pt x="916" y="154"/>
                  </a:cubicBezTo>
                  <a:cubicBezTo>
                    <a:pt x="936" y="126"/>
                    <a:pt x="940" y="94"/>
                    <a:pt x="932" y="66"/>
                  </a:cubicBezTo>
                  <a:cubicBezTo>
                    <a:pt x="920" y="30"/>
                    <a:pt x="888" y="6"/>
                    <a:pt x="852" y="2"/>
                  </a:cubicBezTo>
                  <a:cubicBezTo>
                    <a:pt x="846" y="1"/>
                    <a:pt x="840" y="1"/>
                    <a:pt x="8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65"/>
            <p:cNvSpPr/>
            <p:nvPr/>
          </p:nvSpPr>
          <p:spPr>
            <a:xfrm flipH="1">
              <a:off x="7612887" y="1663218"/>
              <a:ext cx="42094" cy="199038"/>
            </a:xfrm>
            <a:custGeom>
              <a:avLst/>
              <a:gdLst/>
              <a:ahLst/>
              <a:cxnLst/>
              <a:rect l="l" t="t" r="r" b="b"/>
              <a:pathLst>
                <a:path w="313" h="1480" extrusionOk="0">
                  <a:moveTo>
                    <a:pt x="224" y="0"/>
                  </a:moveTo>
                  <a:cubicBezTo>
                    <a:pt x="216" y="0"/>
                    <a:pt x="208" y="1"/>
                    <a:pt x="200" y="3"/>
                  </a:cubicBezTo>
                  <a:cubicBezTo>
                    <a:pt x="176" y="11"/>
                    <a:pt x="152" y="23"/>
                    <a:pt x="136" y="47"/>
                  </a:cubicBezTo>
                  <a:cubicBezTo>
                    <a:pt x="124" y="55"/>
                    <a:pt x="120" y="71"/>
                    <a:pt x="116" y="83"/>
                  </a:cubicBezTo>
                  <a:cubicBezTo>
                    <a:pt x="116" y="87"/>
                    <a:pt x="116" y="91"/>
                    <a:pt x="116" y="95"/>
                  </a:cubicBezTo>
                  <a:lnTo>
                    <a:pt x="116" y="103"/>
                  </a:lnTo>
                  <a:lnTo>
                    <a:pt x="116" y="119"/>
                  </a:lnTo>
                  <a:cubicBezTo>
                    <a:pt x="116" y="143"/>
                    <a:pt x="124" y="167"/>
                    <a:pt x="132" y="187"/>
                  </a:cubicBezTo>
                  <a:cubicBezTo>
                    <a:pt x="148" y="223"/>
                    <a:pt x="176" y="255"/>
                    <a:pt x="192" y="287"/>
                  </a:cubicBezTo>
                  <a:cubicBezTo>
                    <a:pt x="200" y="303"/>
                    <a:pt x="208" y="327"/>
                    <a:pt x="212" y="347"/>
                  </a:cubicBezTo>
                  <a:cubicBezTo>
                    <a:pt x="204" y="371"/>
                    <a:pt x="196" y="391"/>
                    <a:pt x="188" y="415"/>
                  </a:cubicBezTo>
                  <a:cubicBezTo>
                    <a:pt x="148" y="536"/>
                    <a:pt x="100" y="656"/>
                    <a:pt x="64" y="776"/>
                  </a:cubicBezTo>
                  <a:cubicBezTo>
                    <a:pt x="40" y="836"/>
                    <a:pt x="24" y="900"/>
                    <a:pt x="12" y="964"/>
                  </a:cubicBezTo>
                  <a:cubicBezTo>
                    <a:pt x="0" y="1028"/>
                    <a:pt x="0" y="1096"/>
                    <a:pt x="8" y="1160"/>
                  </a:cubicBezTo>
                  <a:cubicBezTo>
                    <a:pt x="12" y="1192"/>
                    <a:pt x="20" y="1224"/>
                    <a:pt x="32" y="1256"/>
                  </a:cubicBezTo>
                  <a:cubicBezTo>
                    <a:pt x="40" y="1288"/>
                    <a:pt x="52" y="1320"/>
                    <a:pt x="68" y="1348"/>
                  </a:cubicBezTo>
                  <a:cubicBezTo>
                    <a:pt x="84" y="1380"/>
                    <a:pt x="100" y="1408"/>
                    <a:pt x="124" y="1432"/>
                  </a:cubicBezTo>
                  <a:cubicBezTo>
                    <a:pt x="148" y="1456"/>
                    <a:pt x="176" y="1472"/>
                    <a:pt x="208" y="1480"/>
                  </a:cubicBezTo>
                  <a:cubicBezTo>
                    <a:pt x="208" y="1480"/>
                    <a:pt x="208" y="1480"/>
                    <a:pt x="212" y="1476"/>
                  </a:cubicBezTo>
                  <a:cubicBezTo>
                    <a:pt x="212" y="1476"/>
                    <a:pt x="212" y="1476"/>
                    <a:pt x="212" y="1472"/>
                  </a:cubicBezTo>
                  <a:cubicBezTo>
                    <a:pt x="184" y="1460"/>
                    <a:pt x="160" y="1436"/>
                    <a:pt x="148" y="1412"/>
                  </a:cubicBezTo>
                  <a:cubicBezTo>
                    <a:pt x="132" y="1384"/>
                    <a:pt x="120" y="1356"/>
                    <a:pt x="108" y="1328"/>
                  </a:cubicBezTo>
                  <a:cubicBezTo>
                    <a:pt x="100" y="1300"/>
                    <a:pt x="88" y="1268"/>
                    <a:pt x="84" y="1240"/>
                  </a:cubicBezTo>
                  <a:cubicBezTo>
                    <a:pt x="76" y="1208"/>
                    <a:pt x="72" y="1180"/>
                    <a:pt x="68" y="1152"/>
                  </a:cubicBezTo>
                  <a:cubicBezTo>
                    <a:pt x="60" y="1088"/>
                    <a:pt x="56" y="1028"/>
                    <a:pt x="56" y="968"/>
                  </a:cubicBezTo>
                  <a:cubicBezTo>
                    <a:pt x="56" y="904"/>
                    <a:pt x="64" y="840"/>
                    <a:pt x="80" y="780"/>
                  </a:cubicBezTo>
                  <a:cubicBezTo>
                    <a:pt x="96" y="720"/>
                    <a:pt x="120" y="660"/>
                    <a:pt x="152" y="604"/>
                  </a:cubicBezTo>
                  <a:cubicBezTo>
                    <a:pt x="180" y="548"/>
                    <a:pt x="212" y="496"/>
                    <a:pt x="240" y="435"/>
                  </a:cubicBezTo>
                  <a:cubicBezTo>
                    <a:pt x="268" y="375"/>
                    <a:pt x="288" y="311"/>
                    <a:pt x="300" y="247"/>
                  </a:cubicBezTo>
                  <a:cubicBezTo>
                    <a:pt x="312" y="179"/>
                    <a:pt x="312" y="111"/>
                    <a:pt x="292" y="43"/>
                  </a:cubicBezTo>
                  <a:cubicBezTo>
                    <a:pt x="292" y="39"/>
                    <a:pt x="292" y="35"/>
                    <a:pt x="288" y="35"/>
                  </a:cubicBezTo>
                  <a:cubicBezTo>
                    <a:pt x="280" y="19"/>
                    <a:pt x="264" y="7"/>
                    <a:pt x="248" y="3"/>
                  </a:cubicBezTo>
                  <a:cubicBezTo>
                    <a:pt x="240" y="1"/>
                    <a:pt x="232" y="0"/>
                    <a:pt x="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65"/>
            <p:cNvSpPr/>
            <p:nvPr/>
          </p:nvSpPr>
          <p:spPr>
            <a:xfrm flipH="1">
              <a:off x="7650004" y="1705581"/>
              <a:ext cx="63073" cy="202400"/>
            </a:xfrm>
            <a:custGeom>
              <a:avLst/>
              <a:gdLst/>
              <a:ahLst/>
              <a:cxnLst/>
              <a:rect l="l" t="t" r="r" b="b"/>
              <a:pathLst>
                <a:path w="469" h="1505" extrusionOk="0">
                  <a:moveTo>
                    <a:pt x="109" y="1"/>
                  </a:moveTo>
                  <a:cubicBezTo>
                    <a:pt x="92" y="1"/>
                    <a:pt x="76" y="5"/>
                    <a:pt x="60" y="12"/>
                  </a:cubicBezTo>
                  <a:cubicBezTo>
                    <a:pt x="56" y="12"/>
                    <a:pt x="48" y="16"/>
                    <a:pt x="44" y="20"/>
                  </a:cubicBezTo>
                  <a:cubicBezTo>
                    <a:pt x="36" y="28"/>
                    <a:pt x="32" y="32"/>
                    <a:pt x="24" y="40"/>
                  </a:cubicBezTo>
                  <a:cubicBezTo>
                    <a:pt x="16" y="52"/>
                    <a:pt x="8" y="68"/>
                    <a:pt x="4" y="84"/>
                  </a:cubicBezTo>
                  <a:cubicBezTo>
                    <a:pt x="0" y="128"/>
                    <a:pt x="12" y="173"/>
                    <a:pt x="36" y="213"/>
                  </a:cubicBezTo>
                  <a:cubicBezTo>
                    <a:pt x="48" y="237"/>
                    <a:pt x="64" y="265"/>
                    <a:pt x="84" y="289"/>
                  </a:cubicBezTo>
                  <a:cubicBezTo>
                    <a:pt x="100" y="305"/>
                    <a:pt x="116" y="325"/>
                    <a:pt x="136" y="337"/>
                  </a:cubicBezTo>
                  <a:cubicBezTo>
                    <a:pt x="128" y="393"/>
                    <a:pt x="124" y="449"/>
                    <a:pt x="120" y="505"/>
                  </a:cubicBezTo>
                  <a:cubicBezTo>
                    <a:pt x="116" y="561"/>
                    <a:pt x="116" y="617"/>
                    <a:pt x="108" y="673"/>
                  </a:cubicBezTo>
                  <a:cubicBezTo>
                    <a:pt x="100" y="729"/>
                    <a:pt x="100" y="785"/>
                    <a:pt x="100" y="841"/>
                  </a:cubicBezTo>
                  <a:cubicBezTo>
                    <a:pt x="104" y="893"/>
                    <a:pt x="112" y="945"/>
                    <a:pt x="128" y="997"/>
                  </a:cubicBezTo>
                  <a:cubicBezTo>
                    <a:pt x="140" y="1037"/>
                    <a:pt x="160" y="1081"/>
                    <a:pt x="184" y="1121"/>
                  </a:cubicBezTo>
                  <a:lnTo>
                    <a:pt x="184" y="1133"/>
                  </a:lnTo>
                  <a:cubicBezTo>
                    <a:pt x="176" y="1181"/>
                    <a:pt x="168" y="1233"/>
                    <a:pt x="168" y="1277"/>
                  </a:cubicBezTo>
                  <a:cubicBezTo>
                    <a:pt x="164" y="1325"/>
                    <a:pt x="172" y="1377"/>
                    <a:pt x="196" y="1421"/>
                  </a:cubicBezTo>
                  <a:cubicBezTo>
                    <a:pt x="224" y="1453"/>
                    <a:pt x="264" y="1473"/>
                    <a:pt x="308" y="1477"/>
                  </a:cubicBezTo>
                  <a:cubicBezTo>
                    <a:pt x="340" y="1485"/>
                    <a:pt x="368" y="1489"/>
                    <a:pt x="392" y="1493"/>
                  </a:cubicBezTo>
                  <a:cubicBezTo>
                    <a:pt x="436" y="1501"/>
                    <a:pt x="464" y="1505"/>
                    <a:pt x="464" y="1505"/>
                  </a:cubicBezTo>
                  <a:lnTo>
                    <a:pt x="468" y="1505"/>
                  </a:lnTo>
                  <a:cubicBezTo>
                    <a:pt x="468" y="1505"/>
                    <a:pt x="468" y="1501"/>
                    <a:pt x="468" y="1501"/>
                  </a:cubicBezTo>
                  <a:cubicBezTo>
                    <a:pt x="468" y="1501"/>
                    <a:pt x="444" y="1489"/>
                    <a:pt x="404" y="1469"/>
                  </a:cubicBezTo>
                  <a:cubicBezTo>
                    <a:pt x="380" y="1457"/>
                    <a:pt x="352" y="1445"/>
                    <a:pt x="324" y="1433"/>
                  </a:cubicBezTo>
                  <a:cubicBezTo>
                    <a:pt x="296" y="1425"/>
                    <a:pt x="268" y="1409"/>
                    <a:pt x="248" y="1385"/>
                  </a:cubicBezTo>
                  <a:cubicBezTo>
                    <a:pt x="236" y="1349"/>
                    <a:pt x="228" y="1313"/>
                    <a:pt x="232" y="1277"/>
                  </a:cubicBezTo>
                  <a:cubicBezTo>
                    <a:pt x="232" y="1245"/>
                    <a:pt x="228" y="1213"/>
                    <a:pt x="224" y="1177"/>
                  </a:cubicBezTo>
                  <a:lnTo>
                    <a:pt x="224" y="1177"/>
                  </a:lnTo>
                  <a:cubicBezTo>
                    <a:pt x="256" y="1217"/>
                    <a:pt x="288" y="1249"/>
                    <a:pt x="324" y="1281"/>
                  </a:cubicBezTo>
                  <a:cubicBezTo>
                    <a:pt x="340" y="1293"/>
                    <a:pt x="360" y="1305"/>
                    <a:pt x="376" y="1317"/>
                  </a:cubicBezTo>
                  <a:lnTo>
                    <a:pt x="392" y="1329"/>
                  </a:lnTo>
                  <a:lnTo>
                    <a:pt x="396" y="1329"/>
                  </a:lnTo>
                  <a:cubicBezTo>
                    <a:pt x="400" y="1325"/>
                    <a:pt x="400" y="1325"/>
                    <a:pt x="396" y="1321"/>
                  </a:cubicBezTo>
                  <a:lnTo>
                    <a:pt x="384" y="1305"/>
                  </a:lnTo>
                  <a:cubicBezTo>
                    <a:pt x="372" y="1293"/>
                    <a:pt x="360" y="1277"/>
                    <a:pt x="348" y="1261"/>
                  </a:cubicBezTo>
                  <a:cubicBezTo>
                    <a:pt x="308" y="1209"/>
                    <a:pt x="272" y="1153"/>
                    <a:pt x="244" y="1093"/>
                  </a:cubicBezTo>
                  <a:cubicBezTo>
                    <a:pt x="236" y="1081"/>
                    <a:pt x="232" y="1069"/>
                    <a:pt x="224" y="1053"/>
                  </a:cubicBezTo>
                  <a:cubicBezTo>
                    <a:pt x="224" y="1029"/>
                    <a:pt x="228" y="1005"/>
                    <a:pt x="232" y="981"/>
                  </a:cubicBezTo>
                  <a:cubicBezTo>
                    <a:pt x="244" y="929"/>
                    <a:pt x="260" y="877"/>
                    <a:pt x="280" y="829"/>
                  </a:cubicBezTo>
                  <a:cubicBezTo>
                    <a:pt x="304" y="781"/>
                    <a:pt x="332" y="737"/>
                    <a:pt x="352" y="689"/>
                  </a:cubicBezTo>
                  <a:cubicBezTo>
                    <a:pt x="376" y="645"/>
                    <a:pt x="400" y="597"/>
                    <a:pt x="420" y="549"/>
                  </a:cubicBezTo>
                  <a:lnTo>
                    <a:pt x="428" y="533"/>
                  </a:lnTo>
                  <a:lnTo>
                    <a:pt x="432" y="525"/>
                  </a:lnTo>
                  <a:lnTo>
                    <a:pt x="432" y="521"/>
                  </a:lnTo>
                  <a:lnTo>
                    <a:pt x="436" y="513"/>
                  </a:lnTo>
                  <a:cubicBezTo>
                    <a:pt x="440" y="505"/>
                    <a:pt x="440" y="501"/>
                    <a:pt x="440" y="493"/>
                  </a:cubicBezTo>
                  <a:cubicBezTo>
                    <a:pt x="444" y="481"/>
                    <a:pt x="440" y="465"/>
                    <a:pt x="436" y="457"/>
                  </a:cubicBezTo>
                  <a:cubicBezTo>
                    <a:pt x="428" y="437"/>
                    <a:pt x="412" y="421"/>
                    <a:pt x="392" y="413"/>
                  </a:cubicBezTo>
                  <a:cubicBezTo>
                    <a:pt x="376" y="405"/>
                    <a:pt x="360" y="401"/>
                    <a:pt x="344" y="401"/>
                  </a:cubicBezTo>
                  <a:cubicBezTo>
                    <a:pt x="312" y="401"/>
                    <a:pt x="284" y="409"/>
                    <a:pt x="260" y="425"/>
                  </a:cubicBezTo>
                  <a:cubicBezTo>
                    <a:pt x="236" y="441"/>
                    <a:pt x="220" y="465"/>
                    <a:pt x="212" y="497"/>
                  </a:cubicBezTo>
                  <a:cubicBezTo>
                    <a:pt x="208" y="537"/>
                    <a:pt x="212" y="577"/>
                    <a:pt x="224" y="617"/>
                  </a:cubicBezTo>
                  <a:cubicBezTo>
                    <a:pt x="236" y="649"/>
                    <a:pt x="244" y="673"/>
                    <a:pt x="256" y="697"/>
                  </a:cubicBezTo>
                  <a:cubicBezTo>
                    <a:pt x="260" y="709"/>
                    <a:pt x="264" y="721"/>
                    <a:pt x="268" y="733"/>
                  </a:cubicBezTo>
                  <a:cubicBezTo>
                    <a:pt x="260" y="761"/>
                    <a:pt x="248" y="789"/>
                    <a:pt x="240" y="821"/>
                  </a:cubicBezTo>
                  <a:cubicBezTo>
                    <a:pt x="224" y="881"/>
                    <a:pt x="212" y="949"/>
                    <a:pt x="204" y="1013"/>
                  </a:cubicBezTo>
                  <a:cubicBezTo>
                    <a:pt x="196" y="1001"/>
                    <a:pt x="192" y="989"/>
                    <a:pt x="188" y="977"/>
                  </a:cubicBezTo>
                  <a:cubicBezTo>
                    <a:pt x="168" y="929"/>
                    <a:pt x="156" y="881"/>
                    <a:pt x="144" y="833"/>
                  </a:cubicBezTo>
                  <a:cubicBezTo>
                    <a:pt x="128" y="781"/>
                    <a:pt x="124" y="729"/>
                    <a:pt x="132" y="677"/>
                  </a:cubicBezTo>
                  <a:cubicBezTo>
                    <a:pt x="140" y="621"/>
                    <a:pt x="148" y="565"/>
                    <a:pt x="160" y="509"/>
                  </a:cubicBezTo>
                  <a:cubicBezTo>
                    <a:pt x="176" y="457"/>
                    <a:pt x="188" y="401"/>
                    <a:pt x="196" y="345"/>
                  </a:cubicBezTo>
                  <a:cubicBezTo>
                    <a:pt x="208" y="293"/>
                    <a:pt x="220" y="237"/>
                    <a:pt x="228" y="185"/>
                  </a:cubicBezTo>
                  <a:cubicBezTo>
                    <a:pt x="236" y="152"/>
                    <a:pt x="232" y="120"/>
                    <a:pt x="224" y="92"/>
                  </a:cubicBezTo>
                  <a:cubicBezTo>
                    <a:pt x="212" y="56"/>
                    <a:pt x="192" y="32"/>
                    <a:pt x="160" y="16"/>
                  </a:cubicBezTo>
                  <a:cubicBezTo>
                    <a:pt x="146" y="6"/>
                    <a:pt x="128" y="1"/>
                    <a:pt x="1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65"/>
            <p:cNvSpPr/>
            <p:nvPr/>
          </p:nvSpPr>
          <p:spPr>
            <a:xfrm flipH="1">
              <a:off x="7476250" y="1638608"/>
              <a:ext cx="119557" cy="219748"/>
            </a:xfrm>
            <a:custGeom>
              <a:avLst/>
              <a:gdLst/>
              <a:ahLst/>
              <a:cxnLst/>
              <a:rect l="l" t="t" r="r" b="b"/>
              <a:pathLst>
                <a:path w="889" h="1634" extrusionOk="0">
                  <a:moveTo>
                    <a:pt x="752" y="73"/>
                  </a:moveTo>
                  <a:cubicBezTo>
                    <a:pt x="761" y="73"/>
                    <a:pt x="770" y="76"/>
                    <a:pt x="776" y="82"/>
                  </a:cubicBezTo>
                  <a:cubicBezTo>
                    <a:pt x="788" y="102"/>
                    <a:pt x="796" y="130"/>
                    <a:pt x="796" y="154"/>
                  </a:cubicBezTo>
                  <a:cubicBezTo>
                    <a:pt x="792" y="182"/>
                    <a:pt x="788" y="214"/>
                    <a:pt x="776" y="242"/>
                  </a:cubicBezTo>
                  <a:cubicBezTo>
                    <a:pt x="748" y="306"/>
                    <a:pt x="708" y="362"/>
                    <a:pt x="656" y="410"/>
                  </a:cubicBezTo>
                  <a:cubicBezTo>
                    <a:pt x="656" y="411"/>
                    <a:pt x="656" y="411"/>
                    <a:pt x="656" y="411"/>
                  </a:cubicBezTo>
                  <a:lnTo>
                    <a:pt x="656" y="411"/>
                  </a:lnTo>
                  <a:cubicBezTo>
                    <a:pt x="658" y="408"/>
                    <a:pt x="659" y="405"/>
                    <a:pt x="660" y="402"/>
                  </a:cubicBezTo>
                  <a:cubicBezTo>
                    <a:pt x="676" y="366"/>
                    <a:pt x="688" y="322"/>
                    <a:pt x="692" y="282"/>
                  </a:cubicBezTo>
                  <a:cubicBezTo>
                    <a:pt x="700" y="230"/>
                    <a:pt x="688" y="178"/>
                    <a:pt x="696" y="126"/>
                  </a:cubicBezTo>
                  <a:cubicBezTo>
                    <a:pt x="704" y="106"/>
                    <a:pt x="716" y="90"/>
                    <a:pt x="732" y="78"/>
                  </a:cubicBezTo>
                  <a:cubicBezTo>
                    <a:pt x="738" y="75"/>
                    <a:pt x="745" y="73"/>
                    <a:pt x="752" y="73"/>
                  </a:cubicBezTo>
                  <a:close/>
                  <a:moveTo>
                    <a:pt x="754" y="0"/>
                  </a:moveTo>
                  <a:cubicBezTo>
                    <a:pt x="733" y="0"/>
                    <a:pt x="712" y="6"/>
                    <a:pt x="692" y="18"/>
                  </a:cubicBezTo>
                  <a:cubicBezTo>
                    <a:pt x="664" y="42"/>
                    <a:pt x="644" y="78"/>
                    <a:pt x="636" y="118"/>
                  </a:cubicBezTo>
                  <a:cubicBezTo>
                    <a:pt x="636" y="174"/>
                    <a:pt x="640" y="226"/>
                    <a:pt x="648" y="278"/>
                  </a:cubicBezTo>
                  <a:cubicBezTo>
                    <a:pt x="652" y="318"/>
                    <a:pt x="644" y="354"/>
                    <a:pt x="632" y="394"/>
                  </a:cubicBezTo>
                  <a:cubicBezTo>
                    <a:pt x="629" y="418"/>
                    <a:pt x="617" y="441"/>
                    <a:pt x="605" y="461"/>
                  </a:cubicBezTo>
                  <a:lnTo>
                    <a:pt x="605" y="461"/>
                  </a:lnTo>
                  <a:cubicBezTo>
                    <a:pt x="569" y="495"/>
                    <a:pt x="529" y="528"/>
                    <a:pt x="488" y="562"/>
                  </a:cubicBezTo>
                  <a:cubicBezTo>
                    <a:pt x="428" y="610"/>
                    <a:pt x="372" y="662"/>
                    <a:pt x="320" y="719"/>
                  </a:cubicBezTo>
                  <a:cubicBezTo>
                    <a:pt x="268" y="775"/>
                    <a:pt x="228" y="839"/>
                    <a:pt x="200" y="911"/>
                  </a:cubicBezTo>
                  <a:cubicBezTo>
                    <a:pt x="152" y="1055"/>
                    <a:pt x="160" y="1195"/>
                    <a:pt x="152" y="1307"/>
                  </a:cubicBezTo>
                  <a:cubicBezTo>
                    <a:pt x="144" y="1355"/>
                    <a:pt x="136" y="1403"/>
                    <a:pt x="124" y="1451"/>
                  </a:cubicBezTo>
                  <a:cubicBezTo>
                    <a:pt x="112" y="1491"/>
                    <a:pt x="92" y="1523"/>
                    <a:pt x="72" y="1555"/>
                  </a:cubicBezTo>
                  <a:cubicBezTo>
                    <a:pt x="56" y="1575"/>
                    <a:pt x="40" y="1595"/>
                    <a:pt x="24" y="1611"/>
                  </a:cubicBezTo>
                  <a:lnTo>
                    <a:pt x="0" y="1627"/>
                  </a:lnTo>
                  <a:cubicBezTo>
                    <a:pt x="0" y="1631"/>
                    <a:pt x="0" y="1631"/>
                    <a:pt x="0" y="1631"/>
                  </a:cubicBezTo>
                  <a:cubicBezTo>
                    <a:pt x="2" y="1633"/>
                    <a:pt x="3" y="1634"/>
                    <a:pt x="4" y="1634"/>
                  </a:cubicBezTo>
                  <a:cubicBezTo>
                    <a:pt x="4" y="1634"/>
                    <a:pt x="4" y="1633"/>
                    <a:pt x="4" y="1631"/>
                  </a:cubicBezTo>
                  <a:lnTo>
                    <a:pt x="32" y="1619"/>
                  </a:lnTo>
                  <a:cubicBezTo>
                    <a:pt x="56" y="1607"/>
                    <a:pt x="76" y="1591"/>
                    <a:pt x="96" y="1571"/>
                  </a:cubicBezTo>
                  <a:cubicBezTo>
                    <a:pt x="160" y="1499"/>
                    <a:pt x="200" y="1407"/>
                    <a:pt x="212" y="1307"/>
                  </a:cubicBezTo>
                  <a:cubicBezTo>
                    <a:pt x="216" y="1247"/>
                    <a:pt x="220" y="1183"/>
                    <a:pt x="220" y="1119"/>
                  </a:cubicBezTo>
                  <a:cubicBezTo>
                    <a:pt x="220" y="1055"/>
                    <a:pt x="224" y="987"/>
                    <a:pt x="236" y="919"/>
                  </a:cubicBezTo>
                  <a:cubicBezTo>
                    <a:pt x="252" y="851"/>
                    <a:pt x="284" y="783"/>
                    <a:pt x="336" y="731"/>
                  </a:cubicBezTo>
                  <a:cubicBezTo>
                    <a:pt x="388" y="679"/>
                    <a:pt x="448" y="630"/>
                    <a:pt x="512" y="590"/>
                  </a:cubicBezTo>
                  <a:cubicBezTo>
                    <a:pt x="580" y="550"/>
                    <a:pt x="640" y="502"/>
                    <a:pt x="700" y="454"/>
                  </a:cubicBezTo>
                  <a:cubicBezTo>
                    <a:pt x="760" y="402"/>
                    <a:pt x="808" y="338"/>
                    <a:pt x="840" y="266"/>
                  </a:cubicBezTo>
                  <a:cubicBezTo>
                    <a:pt x="872" y="198"/>
                    <a:pt x="888" y="102"/>
                    <a:pt x="828" y="30"/>
                  </a:cubicBezTo>
                  <a:cubicBezTo>
                    <a:pt x="808" y="10"/>
                    <a:pt x="782" y="0"/>
                    <a:pt x="75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65"/>
            <p:cNvSpPr/>
            <p:nvPr/>
          </p:nvSpPr>
          <p:spPr>
            <a:xfrm flipH="1">
              <a:off x="7404704" y="1738799"/>
              <a:ext cx="159903" cy="150892"/>
            </a:xfrm>
            <a:custGeom>
              <a:avLst/>
              <a:gdLst/>
              <a:ahLst/>
              <a:cxnLst/>
              <a:rect l="l" t="t" r="r" b="b"/>
              <a:pathLst>
                <a:path w="1189" h="1122" extrusionOk="0">
                  <a:moveTo>
                    <a:pt x="1094" y="66"/>
                  </a:moveTo>
                  <a:cubicBezTo>
                    <a:pt x="1105" y="66"/>
                    <a:pt x="1107" y="75"/>
                    <a:pt x="1105" y="94"/>
                  </a:cubicBezTo>
                  <a:cubicBezTo>
                    <a:pt x="1081" y="138"/>
                    <a:pt x="1049" y="178"/>
                    <a:pt x="1005" y="210"/>
                  </a:cubicBezTo>
                  <a:cubicBezTo>
                    <a:pt x="978" y="227"/>
                    <a:pt x="950" y="242"/>
                    <a:pt x="921" y="253"/>
                  </a:cubicBezTo>
                  <a:lnTo>
                    <a:pt x="921" y="253"/>
                  </a:lnTo>
                  <a:cubicBezTo>
                    <a:pt x="937" y="229"/>
                    <a:pt x="949" y="197"/>
                    <a:pt x="969" y="162"/>
                  </a:cubicBezTo>
                  <a:cubicBezTo>
                    <a:pt x="989" y="130"/>
                    <a:pt x="1017" y="98"/>
                    <a:pt x="1053" y="82"/>
                  </a:cubicBezTo>
                  <a:cubicBezTo>
                    <a:pt x="1073" y="71"/>
                    <a:pt x="1086" y="66"/>
                    <a:pt x="1094" y="66"/>
                  </a:cubicBezTo>
                  <a:close/>
                  <a:moveTo>
                    <a:pt x="1103" y="1"/>
                  </a:moveTo>
                  <a:cubicBezTo>
                    <a:pt x="1073" y="1"/>
                    <a:pt x="1044" y="9"/>
                    <a:pt x="1021" y="30"/>
                  </a:cubicBezTo>
                  <a:cubicBezTo>
                    <a:pt x="1001" y="46"/>
                    <a:pt x="981" y="62"/>
                    <a:pt x="965" y="82"/>
                  </a:cubicBezTo>
                  <a:cubicBezTo>
                    <a:pt x="949" y="102"/>
                    <a:pt x="937" y="122"/>
                    <a:pt x="929" y="142"/>
                  </a:cubicBezTo>
                  <a:cubicBezTo>
                    <a:pt x="917" y="182"/>
                    <a:pt x="905" y="214"/>
                    <a:pt x="893" y="242"/>
                  </a:cubicBezTo>
                  <a:cubicBezTo>
                    <a:pt x="889" y="250"/>
                    <a:pt x="885" y="258"/>
                    <a:pt x="881" y="266"/>
                  </a:cubicBezTo>
                  <a:lnTo>
                    <a:pt x="881" y="266"/>
                  </a:lnTo>
                  <a:cubicBezTo>
                    <a:pt x="869" y="269"/>
                    <a:pt x="857" y="272"/>
                    <a:pt x="844" y="274"/>
                  </a:cubicBezTo>
                  <a:cubicBezTo>
                    <a:pt x="784" y="290"/>
                    <a:pt x="720" y="302"/>
                    <a:pt x="656" y="326"/>
                  </a:cubicBezTo>
                  <a:cubicBezTo>
                    <a:pt x="588" y="346"/>
                    <a:pt x="532" y="382"/>
                    <a:pt x="484" y="430"/>
                  </a:cubicBezTo>
                  <a:cubicBezTo>
                    <a:pt x="436" y="478"/>
                    <a:pt x="400" y="526"/>
                    <a:pt x="368" y="582"/>
                  </a:cubicBezTo>
                  <a:cubicBezTo>
                    <a:pt x="332" y="638"/>
                    <a:pt x="300" y="686"/>
                    <a:pt x="276" y="738"/>
                  </a:cubicBezTo>
                  <a:cubicBezTo>
                    <a:pt x="248" y="786"/>
                    <a:pt x="224" y="834"/>
                    <a:pt x="204" y="878"/>
                  </a:cubicBezTo>
                  <a:cubicBezTo>
                    <a:pt x="172" y="946"/>
                    <a:pt x="128" y="1010"/>
                    <a:pt x="76" y="1066"/>
                  </a:cubicBezTo>
                  <a:cubicBezTo>
                    <a:pt x="60" y="1078"/>
                    <a:pt x="44" y="1094"/>
                    <a:pt x="28" y="1102"/>
                  </a:cubicBezTo>
                  <a:lnTo>
                    <a:pt x="8" y="1114"/>
                  </a:lnTo>
                  <a:cubicBezTo>
                    <a:pt x="4" y="1114"/>
                    <a:pt x="0" y="1114"/>
                    <a:pt x="0" y="1118"/>
                  </a:cubicBezTo>
                  <a:cubicBezTo>
                    <a:pt x="0" y="1122"/>
                    <a:pt x="4" y="1122"/>
                    <a:pt x="4" y="1122"/>
                  </a:cubicBezTo>
                  <a:lnTo>
                    <a:pt x="28" y="1114"/>
                  </a:lnTo>
                  <a:cubicBezTo>
                    <a:pt x="52" y="1110"/>
                    <a:pt x="72" y="1098"/>
                    <a:pt x="92" y="1086"/>
                  </a:cubicBezTo>
                  <a:cubicBezTo>
                    <a:pt x="160" y="1042"/>
                    <a:pt x="216" y="978"/>
                    <a:pt x="252" y="902"/>
                  </a:cubicBezTo>
                  <a:cubicBezTo>
                    <a:pt x="276" y="858"/>
                    <a:pt x="304" y="814"/>
                    <a:pt x="328" y="762"/>
                  </a:cubicBezTo>
                  <a:cubicBezTo>
                    <a:pt x="352" y="710"/>
                    <a:pt x="372" y="654"/>
                    <a:pt x="396" y="598"/>
                  </a:cubicBezTo>
                  <a:cubicBezTo>
                    <a:pt x="420" y="542"/>
                    <a:pt x="452" y="490"/>
                    <a:pt x="496" y="442"/>
                  </a:cubicBezTo>
                  <a:cubicBezTo>
                    <a:pt x="544" y="398"/>
                    <a:pt x="600" y="370"/>
                    <a:pt x="664" y="362"/>
                  </a:cubicBezTo>
                  <a:cubicBezTo>
                    <a:pt x="728" y="350"/>
                    <a:pt x="792" y="346"/>
                    <a:pt x="856" y="334"/>
                  </a:cubicBezTo>
                  <a:cubicBezTo>
                    <a:pt x="925" y="326"/>
                    <a:pt x="989" y="302"/>
                    <a:pt x="1049" y="266"/>
                  </a:cubicBezTo>
                  <a:cubicBezTo>
                    <a:pt x="1077" y="246"/>
                    <a:pt x="1101" y="226"/>
                    <a:pt x="1121" y="202"/>
                  </a:cubicBezTo>
                  <a:cubicBezTo>
                    <a:pt x="1145" y="174"/>
                    <a:pt x="1161" y="146"/>
                    <a:pt x="1173" y="114"/>
                  </a:cubicBezTo>
                  <a:cubicBezTo>
                    <a:pt x="1189" y="70"/>
                    <a:pt x="1165" y="22"/>
                    <a:pt x="1121" y="2"/>
                  </a:cubicBezTo>
                  <a:cubicBezTo>
                    <a:pt x="1115" y="1"/>
                    <a:pt x="1109" y="1"/>
                    <a:pt x="110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65"/>
            <p:cNvSpPr/>
            <p:nvPr/>
          </p:nvSpPr>
          <p:spPr>
            <a:xfrm flipH="1">
              <a:off x="7414387" y="1833880"/>
              <a:ext cx="163668" cy="93198"/>
            </a:xfrm>
            <a:custGeom>
              <a:avLst/>
              <a:gdLst/>
              <a:ahLst/>
              <a:cxnLst/>
              <a:rect l="l" t="t" r="r" b="b"/>
              <a:pathLst>
                <a:path w="1217" h="693" extrusionOk="0">
                  <a:moveTo>
                    <a:pt x="1049" y="72"/>
                  </a:moveTo>
                  <a:cubicBezTo>
                    <a:pt x="1081" y="72"/>
                    <a:pt x="1109" y="87"/>
                    <a:pt x="1133" y="111"/>
                  </a:cubicBezTo>
                  <a:cubicBezTo>
                    <a:pt x="1149" y="139"/>
                    <a:pt x="1145" y="163"/>
                    <a:pt x="1117" y="175"/>
                  </a:cubicBezTo>
                  <a:cubicBezTo>
                    <a:pt x="1108" y="177"/>
                    <a:pt x="1099" y="178"/>
                    <a:pt x="1091" y="178"/>
                  </a:cubicBezTo>
                  <a:cubicBezTo>
                    <a:pt x="1068" y="178"/>
                    <a:pt x="1046" y="170"/>
                    <a:pt x="1029" y="159"/>
                  </a:cubicBezTo>
                  <a:cubicBezTo>
                    <a:pt x="1009" y="135"/>
                    <a:pt x="985" y="115"/>
                    <a:pt x="960" y="95"/>
                  </a:cubicBezTo>
                  <a:cubicBezTo>
                    <a:pt x="957" y="92"/>
                    <a:pt x="953" y="90"/>
                    <a:pt x="949" y="88"/>
                  </a:cubicBezTo>
                  <a:lnTo>
                    <a:pt x="949" y="88"/>
                  </a:lnTo>
                  <a:cubicBezTo>
                    <a:pt x="974" y="81"/>
                    <a:pt x="1001" y="77"/>
                    <a:pt x="1029" y="75"/>
                  </a:cubicBezTo>
                  <a:cubicBezTo>
                    <a:pt x="1035" y="73"/>
                    <a:pt x="1042" y="72"/>
                    <a:pt x="1049" y="72"/>
                  </a:cubicBezTo>
                  <a:close/>
                  <a:moveTo>
                    <a:pt x="1050" y="1"/>
                  </a:moveTo>
                  <a:cubicBezTo>
                    <a:pt x="1042" y="1"/>
                    <a:pt x="1033" y="1"/>
                    <a:pt x="1025" y="3"/>
                  </a:cubicBezTo>
                  <a:cubicBezTo>
                    <a:pt x="964" y="11"/>
                    <a:pt x="908" y="27"/>
                    <a:pt x="856" y="55"/>
                  </a:cubicBezTo>
                  <a:cubicBezTo>
                    <a:pt x="804" y="83"/>
                    <a:pt x="756" y="111"/>
                    <a:pt x="704" y="143"/>
                  </a:cubicBezTo>
                  <a:cubicBezTo>
                    <a:pt x="656" y="171"/>
                    <a:pt x="608" y="207"/>
                    <a:pt x="564" y="243"/>
                  </a:cubicBezTo>
                  <a:cubicBezTo>
                    <a:pt x="520" y="279"/>
                    <a:pt x="484" y="323"/>
                    <a:pt x="452" y="371"/>
                  </a:cubicBezTo>
                  <a:cubicBezTo>
                    <a:pt x="420" y="411"/>
                    <a:pt x="392" y="451"/>
                    <a:pt x="356" y="487"/>
                  </a:cubicBezTo>
                  <a:cubicBezTo>
                    <a:pt x="328" y="523"/>
                    <a:pt x="296" y="551"/>
                    <a:pt x="260" y="575"/>
                  </a:cubicBezTo>
                  <a:cubicBezTo>
                    <a:pt x="204" y="615"/>
                    <a:pt x="144" y="643"/>
                    <a:pt x="80" y="659"/>
                  </a:cubicBezTo>
                  <a:cubicBezTo>
                    <a:pt x="64" y="667"/>
                    <a:pt x="44" y="671"/>
                    <a:pt x="24" y="675"/>
                  </a:cubicBezTo>
                  <a:lnTo>
                    <a:pt x="4" y="679"/>
                  </a:lnTo>
                  <a:cubicBezTo>
                    <a:pt x="4" y="679"/>
                    <a:pt x="0" y="679"/>
                    <a:pt x="0" y="683"/>
                  </a:cubicBezTo>
                  <a:cubicBezTo>
                    <a:pt x="0" y="687"/>
                    <a:pt x="4" y="687"/>
                    <a:pt x="4" y="687"/>
                  </a:cubicBezTo>
                  <a:cubicBezTo>
                    <a:pt x="24" y="689"/>
                    <a:pt x="42" y="692"/>
                    <a:pt x="61" y="692"/>
                  </a:cubicBezTo>
                  <a:cubicBezTo>
                    <a:pt x="68" y="692"/>
                    <a:pt x="76" y="692"/>
                    <a:pt x="84" y="691"/>
                  </a:cubicBezTo>
                  <a:cubicBezTo>
                    <a:pt x="156" y="687"/>
                    <a:pt x="228" y="663"/>
                    <a:pt x="292" y="627"/>
                  </a:cubicBezTo>
                  <a:cubicBezTo>
                    <a:pt x="332" y="599"/>
                    <a:pt x="372" y="567"/>
                    <a:pt x="400" y="531"/>
                  </a:cubicBezTo>
                  <a:cubicBezTo>
                    <a:pt x="432" y="487"/>
                    <a:pt x="460" y="439"/>
                    <a:pt x="480" y="391"/>
                  </a:cubicBezTo>
                  <a:cubicBezTo>
                    <a:pt x="500" y="339"/>
                    <a:pt x="536" y="295"/>
                    <a:pt x="576" y="263"/>
                  </a:cubicBezTo>
                  <a:cubicBezTo>
                    <a:pt x="620" y="227"/>
                    <a:pt x="668" y="199"/>
                    <a:pt x="720" y="179"/>
                  </a:cubicBezTo>
                  <a:lnTo>
                    <a:pt x="880" y="111"/>
                  </a:lnTo>
                  <a:cubicBezTo>
                    <a:pt x="892" y="106"/>
                    <a:pt x="904" y="101"/>
                    <a:pt x="916" y="97"/>
                  </a:cubicBezTo>
                  <a:lnTo>
                    <a:pt x="916" y="97"/>
                  </a:lnTo>
                  <a:cubicBezTo>
                    <a:pt x="927" y="100"/>
                    <a:pt x="937" y="107"/>
                    <a:pt x="944" y="115"/>
                  </a:cubicBezTo>
                  <a:cubicBezTo>
                    <a:pt x="960" y="131"/>
                    <a:pt x="972" y="155"/>
                    <a:pt x="1001" y="187"/>
                  </a:cubicBezTo>
                  <a:cubicBezTo>
                    <a:pt x="1026" y="218"/>
                    <a:pt x="1063" y="234"/>
                    <a:pt x="1101" y="234"/>
                  </a:cubicBezTo>
                  <a:cubicBezTo>
                    <a:pt x="1111" y="234"/>
                    <a:pt x="1122" y="233"/>
                    <a:pt x="1133" y="231"/>
                  </a:cubicBezTo>
                  <a:cubicBezTo>
                    <a:pt x="1145" y="227"/>
                    <a:pt x="1161" y="219"/>
                    <a:pt x="1173" y="211"/>
                  </a:cubicBezTo>
                  <a:cubicBezTo>
                    <a:pt x="1181" y="207"/>
                    <a:pt x="1185" y="199"/>
                    <a:pt x="1193" y="195"/>
                  </a:cubicBezTo>
                  <a:lnTo>
                    <a:pt x="1193" y="191"/>
                  </a:lnTo>
                  <a:lnTo>
                    <a:pt x="1197" y="183"/>
                  </a:lnTo>
                  <a:cubicBezTo>
                    <a:pt x="1201" y="179"/>
                    <a:pt x="1205" y="175"/>
                    <a:pt x="1205" y="171"/>
                  </a:cubicBezTo>
                  <a:cubicBezTo>
                    <a:pt x="1217" y="139"/>
                    <a:pt x="1213" y="103"/>
                    <a:pt x="1197" y="71"/>
                  </a:cubicBezTo>
                  <a:cubicBezTo>
                    <a:pt x="1177" y="43"/>
                    <a:pt x="1149" y="19"/>
                    <a:pt x="1117" y="11"/>
                  </a:cubicBezTo>
                  <a:cubicBezTo>
                    <a:pt x="1096" y="5"/>
                    <a:pt x="1073" y="1"/>
                    <a:pt x="105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65"/>
            <p:cNvSpPr/>
            <p:nvPr/>
          </p:nvSpPr>
          <p:spPr>
            <a:xfrm flipH="1">
              <a:off x="7511754" y="1746868"/>
              <a:ext cx="126550" cy="179403"/>
            </a:xfrm>
            <a:custGeom>
              <a:avLst/>
              <a:gdLst/>
              <a:ahLst/>
              <a:cxnLst/>
              <a:rect l="l" t="t" r="r" b="b"/>
              <a:pathLst>
                <a:path w="941" h="1334" extrusionOk="0">
                  <a:moveTo>
                    <a:pt x="848" y="66"/>
                  </a:moveTo>
                  <a:cubicBezTo>
                    <a:pt x="860" y="66"/>
                    <a:pt x="872" y="74"/>
                    <a:pt x="876" y="86"/>
                  </a:cubicBezTo>
                  <a:cubicBezTo>
                    <a:pt x="888" y="106"/>
                    <a:pt x="868" y="146"/>
                    <a:pt x="844" y="170"/>
                  </a:cubicBezTo>
                  <a:cubicBezTo>
                    <a:pt x="816" y="194"/>
                    <a:pt x="788" y="210"/>
                    <a:pt x="768" y="230"/>
                  </a:cubicBezTo>
                  <a:cubicBezTo>
                    <a:pt x="760" y="237"/>
                    <a:pt x="753" y="246"/>
                    <a:pt x="746" y="256"/>
                  </a:cubicBezTo>
                  <a:lnTo>
                    <a:pt x="746" y="256"/>
                  </a:lnTo>
                  <a:cubicBezTo>
                    <a:pt x="748" y="242"/>
                    <a:pt x="751" y="228"/>
                    <a:pt x="752" y="214"/>
                  </a:cubicBezTo>
                  <a:cubicBezTo>
                    <a:pt x="752" y="166"/>
                    <a:pt x="772" y="118"/>
                    <a:pt x="800" y="82"/>
                  </a:cubicBezTo>
                  <a:cubicBezTo>
                    <a:pt x="812" y="74"/>
                    <a:pt x="828" y="66"/>
                    <a:pt x="848" y="66"/>
                  </a:cubicBezTo>
                  <a:close/>
                  <a:moveTo>
                    <a:pt x="839" y="1"/>
                  </a:moveTo>
                  <a:cubicBezTo>
                    <a:pt x="809" y="1"/>
                    <a:pt x="780" y="9"/>
                    <a:pt x="756" y="30"/>
                  </a:cubicBezTo>
                  <a:cubicBezTo>
                    <a:pt x="708" y="74"/>
                    <a:pt x="680" y="138"/>
                    <a:pt x="680" y="206"/>
                  </a:cubicBezTo>
                  <a:cubicBezTo>
                    <a:pt x="664" y="322"/>
                    <a:pt x="636" y="438"/>
                    <a:pt x="592" y="550"/>
                  </a:cubicBezTo>
                  <a:cubicBezTo>
                    <a:pt x="572" y="610"/>
                    <a:pt x="548" y="666"/>
                    <a:pt x="520" y="722"/>
                  </a:cubicBezTo>
                  <a:cubicBezTo>
                    <a:pt x="496" y="774"/>
                    <a:pt x="464" y="826"/>
                    <a:pt x="428" y="874"/>
                  </a:cubicBezTo>
                  <a:cubicBezTo>
                    <a:pt x="392" y="918"/>
                    <a:pt x="352" y="954"/>
                    <a:pt x="316" y="994"/>
                  </a:cubicBezTo>
                  <a:lnTo>
                    <a:pt x="212" y="1098"/>
                  </a:lnTo>
                  <a:cubicBezTo>
                    <a:pt x="144" y="1166"/>
                    <a:pt x="92" y="1222"/>
                    <a:pt x="56" y="1266"/>
                  </a:cubicBezTo>
                  <a:cubicBezTo>
                    <a:pt x="20" y="1306"/>
                    <a:pt x="0" y="1330"/>
                    <a:pt x="0" y="1330"/>
                  </a:cubicBezTo>
                  <a:cubicBezTo>
                    <a:pt x="0" y="1330"/>
                    <a:pt x="0" y="1334"/>
                    <a:pt x="0" y="1334"/>
                  </a:cubicBezTo>
                  <a:lnTo>
                    <a:pt x="4" y="1334"/>
                  </a:lnTo>
                  <a:cubicBezTo>
                    <a:pt x="92" y="1274"/>
                    <a:pt x="172" y="1210"/>
                    <a:pt x="252" y="1142"/>
                  </a:cubicBezTo>
                  <a:cubicBezTo>
                    <a:pt x="288" y="1106"/>
                    <a:pt x="324" y="1070"/>
                    <a:pt x="360" y="1034"/>
                  </a:cubicBezTo>
                  <a:cubicBezTo>
                    <a:pt x="396" y="990"/>
                    <a:pt x="432" y="942"/>
                    <a:pt x="460" y="890"/>
                  </a:cubicBezTo>
                  <a:cubicBezTo>
                    <a:pt x="492" y="842"/>
                    <a:pt x="512" y="786"/>
                    <a:pt x="540" y="730"/>
                  </a:cubicBezTo>
                  <a:cubicBezTo>
                    <a:pt x="568" y="674"/>
                    <a:pt x="600" y="618"/>
                    <a:pt x="628" y="562"/>
                  </a:cubicBezTo>
                  <a:cubicBezTo>
                    <a:pt x="660" y="510"/>
                    <a:pt x="684" y="450"/>
                    <a:pt x="708" y="394"/>
                  </a:cubicBezTo>
                  <a:cubicBezTo>
                    <a:pt x="717" y="367"/>
                    <a:pt x="725" y="340"/>
                    <a:pt x="732" y="314"/>
                  </a:cubicBezTo>
                  <a:lnTo>
                    <a:pt x="732" y="314"/>
                  </a:lnTo>
                  <a:cubicBezTo>
                    <a:pt x="732" y="313"/>
                    <a:pt x="732" y="313"/>
                    <a:pt x="732" y="313"/>
                  </a:cubicBezTo>
                  <a:lnTo>
                    <a:pt x="732" y="313"/>
                  </a:lnTo>
                  <a:cubicBezTo>
                    <a:pt x="734" y="309"/>
                    <a:pt x="735" y="305"/>
                    <a:pt x="736" y="300"/>
                  </a:cubicBezTo>
                  <a:lnTo>
                    <a:pt x="736" y="300"/>
                  </a:lnTo>
                  <a:cubicBezTo>
                    <a:pt x="737" y="298"/>
                    <a:pt x="739" y="295"/>
                    <a:pt x="740" y="294"/>
                  </a:cubicBezTo>
                  <a:cubicBezTo>
                    <a:pt x="752" y="278"/>
                    <a:pt x="768" y="266"/>
                    <a:pt x="784" y="254"/>
                  </a:cubicBezTo>
                  <a:cubicBezTo>
                    <a:pt x="808" y="242"/>
                    <a:pt x="836" y="230"/>
                    <a:pt x="872" y="206"/>
                  </a:cubicBezTo>
                  <a:cubicBezTo>
                    <a:pt x="892" y="190"/>
                    <a:pt x="908" y="174"/>
                    <a:pt x="920" y="154"/>
                  </a:cubicBezTo>
                  <a:cubicBezTo>
                    <a:pt x="936" y="130"/>
                    <a:pt x="940" y="98"/>
                    <a:pt x="932" y="66"/>
                  </a:cubicBezTo>
                  <a:cubicBezTo>
                    <a:pt x="920" y="30"/>
                    <a:pt x="892" y="6"/>
                    <a:pt x="856" y="2"/>
                  </a:cubicBezTo>
                  <a:cubicBezTo>
                    <a:pt x="851" y="1"/>
                    <a:pt x="845" y="1"/>
                    <a:pt x="83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65"/>
            <p:cNvSpPr/>
            <p:nvPr/>
          </p:nvSpPr>
          <p:spPr>
            <a:xfrm flipH="1">
              <a:off x="7612349" y="1662680"/>
              <a:ext cx="43170" cy="199576"/>
            </a:xfrm>
            <a:custGeom>
              <a:avLst/>
              <a:gdLst/>
              <a:ahLst/>
              <a:cxnLst/>
              <a:rect l="l" t="t" r="r" b="b"/>
              <a:pathLst>
                <a:path w="321" h="1484" extrusionOk="0">
                  <a:moveTo>
                    <a:pt x="220" y="71"/>
                  </a:moveTo>
                  <a:cubicBezTo>
                    <a:pt x="226" y="71"/>
                    <a:pt x="228" y="74"/>
                    <a:pt x="230" y="75"/>
                  </a:cubicBezTo>
                  <a:lnTo>
                    <a:pt x="230" y="75"/>
                  </a:lnTo>
                  <a:cubicBezTo>
                    <a:pt x="241" y="129"/>
                    <a:pt x="244" y="186"/>
                    <a:pt x="236" y="239"/>
                  </a:cubicBezTo>
                  <a:cubicBezTo>
                    <a:pt x="234" y="252"/>
                    <a:pt x="231" y="264"/>
                    <a:pt x="229" y="277"/>
                  </a:cubicBezTo>
                  <a:lnTo>
                    <a:pt x="229" y="277"/>
                  </a:lnTo>
                  <a:cubicBezTo>
                    <a:pt x="229" y="276"/>
                    <a:pt x="229" y="276"/>
                    <a:pt x="228" y="275"/>
                  </a:cubicBezTo>
                  <a:cubicBezTo>
                    <a:pt x="216" y="235"/>
                    <a:pt x="196" y="203"/>
                    <a:pt x="184" y="167"/>
                  </a:cubicBezTo>
                  <a:cubicBezTo>
                    <a:pt x="180" y="155"/>
                    <a:pt x="176" y="139"/>
                    <a:pt x="180" y="123"/>
                  </a:cubicBezTo>
                  <a:cubicBezTo>
                    <a:pt x="176" y="119"/>
                    <a:pt x="176" y="115"/>
                    <a:pt x="180" y="111"/>
                  </a:cubicBezTo>
                  <a:lnTo>
                    <a:pt x="180" y="103"/>
                  </a:lnTo>
                  <a:cubicBezTo>
                    <a:pt x="180" y="95"/>
                    <a:pt x="184" y="91"/>
                    <a:pt x="188" y="87"/>
                  </a:cubicBezTo>
                  <a:cubicBezTo>
                    <a:pt x="196" y="79"/>
                    <a:pt x="208" y="75"/>
                    <a:pt x="220" y="71"/>
                  </a:cubicBezTo>
                  <a:close/>
                  <a:moveTo>
                    <a:pt x="229" y="0"/>
                  </a:moveTo>
                  <a:cubicBezTo>
                    <a:pt x="221" y="0"/>
                    <a:pt x="214" y="1"/>
                    <a:pt x="208" y="3"/>
                  </a:cubicBezTo>
                  <a:cubicBezTo>
                    <a:pt x="180" y="11"/>
                    <a:pt x="156" y="27"/>
                    <a:pt x="140" y="47"/>
                  </a:cubicBezTo>
                  <a:cubicBezTo>
                    <a:pt x="132" y="59"/>
                    <a:pt x="124" y="71"/>
                    <a:pt x="120" y="87"/>
                  </a:cubicBezTo>
                  <a:cubicBezTo>
                    <a:pt x="120" y="87"/>
                    <a:pt x="120" y="91"/>
                    <a:pt x="120" y="95"/>
                  </a:cubicBezTo>
                  <a:lnTo>
                    <a:pt x="120" y="103"/>
                  </a:lnTo>
                  <a:lnTo>
                    <a:pt x="120" y="123"/>
                  </a:lnTo>
                  <a:cubicBezTo>
                    <a:pt x="124" y="147"/>
                    <a:pt x="128" y="167"/>
                    <a:pt x="136" y="187"/>
                  </a:cubicBezTo>
                  <a:cubicBezTo>
                    <a:pt x="156" y="223"/>
                    <a:pt x="180" y="255"/>
                    <a:pt x="196" y="287"/>
                  </a:cubicBezTo>
                  <a:cubicBezTo>
                    <a:pt x="207" y="304"/>
                    <a:pt x="213" y="321"/>
                    <a:pt x="215" y="339"/>
                  </a:cubicBezTo>
                  <a:lnTo>
                    <a:pt x="215" y="339"/>
                  </a:lnTo>
                  <a:cubicBezTo>
                    <a:pt x="209" y="366"/>
                    <a:pt x="201" y="393"/>
                    <a:pt x="192" y="419"/>
                  </a:cubicBezTo>
                  <a:cubicBezTo>
                    <a:pt x="148" y="536"/>
                    <a:pt x="100" y="656"/>
                    <a:pt x="64" y="780"/>
                  </a:cubicBezTo>
                  <a:cubicBezTo>
                    <a:pt x="44" y="840"/>
                    <a:pt x="24" y="904"/>
                    <a:pt x="12" y="968"/>
                  </a:cubicBezTo>
                  <a:cubicBezTo>
                    <a:pt x="0" y="1032"/>
                    <a:pt x="0" y="1096"/>
                    <a:pt x="8" y="1164"/>
                  </a:cubicBezTo>
                  <a:cubicBezTo>
                    <a:pt x="12" y="1196"/>
                    <a:pt x="20" y="1228"/>
                    <a:pt x="32" y="1260"/>
                  </a:cubicBezTo>
                  <a:cubicBezTo>
                    <a:pt x="40" y="1292"/>
                    <a:pt x="52" y="1320"/>
                    <a:pt x="68" y="1352"/>
                  </a:cubicBezTo>
                  <a:cubicBezTo>
                    <a:pt x="84" y="1380"/>
                    <a:pt x="104" y="1408"/>
                    <a:pt x="124" y="1432"/>
                  </a:cubicBezTo>
                  <a:cubicBezTo>
                    <a:pt x="148" y="1460"/>
                    <a:pt x="176" y="1476"/>
                    <a:pt x="212" y="1484"/>
                  </a:cubicBezTo>
                  <a:cubicBezTo>
                    <a:pt x="212" y="1484"/>
                    <a:pt x="216" y="1480"/>
                    <a:pt x="216" y="1480"/>
                  </a:cubicBezTo>
                  <a:cubicBezTo>
                    <a:pt x="216" y="1480"/>
                    <a:pt x="216" y="1476"/>
                    <a:pt x="216" y="1476"/>
                  </a:cubicBezTo>
                  <a:cubicBezTo>
                    <a:pt x="188" y="1460"/>
                    <a:pt x="168" y="1440"/>
                    <a:pt x="152" y="1412"/>
                  </a:cubicBezTo>
                  <a:cubicBezTo>
                    <a:pt x="136" y="1384"/>
                    <a:pt x="124" y="1356"/>
                    <a:pt x="116" y="1328"/>
                  </a:cubicBezTo>
                  <a:cubicBezTo>
                    <a:pt x="104" y="1300"/>
                    <a:pt x="96" y="1272"/>
                    <a:pt x="88" y="1240"/>
                  </a:cubicBezTo>
                  <a:cubicBezTo>
                    <a:pt x="80" y="1212"/>
                    <a:pt x="76" y="1184"/>
                    <a:pt x="72" y="1152"/>
                  </a:cubicBezTo>
                  <a:cubicBezTo>
                    <a:pt x="64" y="1092"/>
                    <a:pt x="60" y="1028"/>
                    <a:pt x="64" y="968"/>
                  </a:cubicBezTo>
                  <a:cubicBezTo>
                    <a:pt x="60" y="904"/>
                    <a:pt x="68" y="844"/>
                    <a:pt x="84" y="784"/>
                  </a:cubicBezTo>
                  <a:cubicBezTo>
                    <a:pt x="100" y="720"/>
                    <a:pt x="124" y="664"/>
                    <a:pt x="156" y="608"/>
                  </a:cubicBezTo>
                  <a:cubicBezTo>
                    <a:pt x="184" y="552"/>
                    <a:pt x="220" y="496"/>
                    <a:pt x="244" y="435"/>
                  </a:cubicBezTo>
                  <a:cubicBezTo>
                    <a:pt x="272" y="375"/>
                    <a:pt x="292" y="315"/>
                    <a:pt x="304" y="247"/>
                  </a:cubicBezTo>
                  <a:cubicBezTo>
                    <a:pt x="320" y="183"/>
                    <a:pt x="316" y="111"/>
                    <a:pt x="300" y="47"/>
                  </a:cubicBezTo>
                  <a:cubicBezTo>
                    <a:pt x="296" y="43"/>
                    <a:pt x="296" y="39"/>
                    <a:pt x="296" y="35"/>
                  </a:cubicBezTo>
                  <a:cubicBezTo>
                    <a:pt x="284" y="23"/>
                    <a:pt x="268" y="11"/>
                    <a:pt x="252" y="3"/>
                  </a:cubicBezTo>
                  <a:cubicBezTo>
                    <a:pt x="244" y="1"/>
                    <a:pt x="236" y="0"/>
                    <a:pt x="229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65"/>
            <p:cNvSpPr/>
            <p:nvPr/>
          </p:nvSpPr>
          <p:spPr>
            <a:xfrm flipH="1">
              <a:off x="7659687" y="1705581"/>
              <a:ext cx="52853" cy="179134"/>
            </a:xfrm>
            <a:custGeom>
              <a:avLst/>
              <a:gdLst/>
              <a:ahLst/>
              <a:cxnLst/>
              <a:rect l="l" t="t" r="r" b="b"/>
              <a:pathLst>
                <a:path w="393" h="1332" extrusionOk="0">
                  <a:moveTo>
                    <a:pt x="96" y="71"/>
                  </a:moveTo>
                  <a:cubicBezTo>
                    <a:pt x="105" y="71"/>
                    <a:pt x="115" y="74"/>
                    <a:pt x="120" y="76"/>
                  </a:cubicBezTo>
                  <a:cubicBezTo>
                    <a:pt x="132" y="88"/>
                    <a:pt x="144" y="100"/>
                    <a:pt x="148" y="116"/>
                  </a:cubicBezTo>
                  <a:cubicBezTo>
                    <a:pt x="156" y="136"/>
                    <a:pt x="156" y="156"/>
                    <a:pt x="152" y="177"/>
                  </a:cubicBezTo>
                  <a:cubicBezTo>
                    <a:pt x="149" y="224"/>
                    <a:pt x="142" y="272"/>
                    <a:pt x="134" y="323"/>
                  </a:cubicBezTo>
                  <a:lnTo>
                    <a:pt x="134" y="323"/>
                  </a:lnTo>
                  <a:cubicBezTo>
                    <a:pt x="123" y="307"/>
                    <a:pt x="114" y="291"/>
                    <a:pt x="104" y="273"/>
                  </a:cubicBezTo>
                  <a:cubicBezTo>
                    <a:pt x="92" y="249"/>
                    <a:pt x="80" y="221"/>
                    <a:pt x="72" y="193"/>
                  </a:cubicBezTo>
                  <a:cubicBezTo>
                    <a:pt x="60" y="164"/>
                    <a:pt x="56" y="132"/>
                    <a:pt x="60" y="96"/>
                  </a:cubicBezTo>
                  <a:cubicBezTo>
                    <a:pt x="60" y="92"/>
                    <a:pt x="64" y="88"/>
                    <a:pt x="68" y="84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72" y="76"/>
                    <a:pt x="80" y="72"/>
                    <a:pt x="84" y="72"/>
                  </a:cubicBezTo>
                  <a:cubicBezTo>
                    <a:pt x="88" y="71"/>
                    <a:pt x="92" y="71"/>
                    <a:pt x="96" y="71"/>
                  </a:cubicBezTo>
                  <a:close/>
                  <a:moveTo>
                    <a:pt x="108" y="1"/>
                  </a:moveTo>
                  <a:cubicBezTo>
                    <a:pt x="92" y="1"/>
                    <a:pt x="76" y="5"/>
                    <a:pt x="60" y="12"/>
                  </a:cubicBezTo>
                  <a:cubicBezTo>
                    <a:pt x="52" y="16"/>
                    <a:pt x="48" y="20"/>
                    <a:pt x="40" y="24"/>
                  </a:cubicBezTo>
                  <a:cubicBezTo>
                    <a:pt x="36" y="28"/>
                    <a:pt x="28" y="36"/>
                    <a:pt x="20" y="40"/>
                  </a:cubicBezTo>
                  <a:cubicBezTo>
                    <a:pt x="12" y="56"/>
                    <a:pt x="8" y="68"/>
                    <a:pt x="4" y="84"/>
                  </a:cubicBezTo>
                  <a:cubicBezTo>
                    <a:pt x="0" y="128"/>
                    <a:pt x="8" y="173"/>
                    <a:pt x="32" y="213"/>
                  </a:cubicBezTo>
                  <a:cubicBezTo>
                    <a:pt x="48" y="241"/>
                    <a:pt x="64" y="265"/>
                    <a:pt x="84" y="289"/>
                  </a:cubicBezTo>
                  <a:cubicBezTo>
                    <a:pt x="98" y="306"/>
                    <a:pt x="115" y="323"/>
                    <a:pt x="132" y="338"/>
                  </a:cubicBezTo>
                  <a:lnTo>
                    <a:pt x="132" y="338"/>
                  </a:lnTo>
                  <a:cubicBezTo>
                    <a:pt x="128" y="393"/>
                    <a:pt x="124" y="449"/>
                    <a:pt x="120" y="505"/>
                  </a:cubicBezTo>
                  <a:cubicBezTo>
                    <a:pt x="116" y="565"/>
                    <a:pt x="116" y="621"/>
                    <a:pt x="108" y="673"/>
                  </a:cubicBezTo>
                  <a:cubicBezTo>
                    <a:pt x="100" y="729"/>
                    <a:pt x="96" y="785"/>
                    <a:pt x="100" y="841"/>
                  </a:cubicBezTo>
                  <a:cubicBezTo>
                    <a:pt x="104" y="893"/>
                    <a:pt x="112" y="945"/>
                    <a:pt x="124" y="997"/>
                  </a:cubicBezTo>
                  <a:cubicBezTo>
                    <a:pt x="160" y="1109"/>
                    <a:pt x="228" y="1209"/>
                    <a:pt x="320" y="1285"/>
                  </a:cubicBezTo>
                  <a:cubicBezTo>
                    <a:pt x="336" y="1297"/>
                    <a:pt x="352" y="1309"/>
                    <a:pt x="368" y="1321"/>
                  </a:cubicBezTo>
                  <a:lnTo>
                    <a:pt x="388" y="1329"/>
                  </a:lnTo>
                  <a:cubicBezTo>
                    <a:pt x="388" y="1331"/>
                    <a:pt x="388" y="1332"/>
                    <a:pt x="389" y="1332"/>
                  </a:cubicBezTo>
                  <a:cubicBezTo>
                    <a:pt x="389" y="1332"/>
                    <a:pt x="390" y="1331"/>
                    <a:pt x="392" y="1329"/>
                  </a:cubicBezTo>
                  <a:cubicBezTo>
                    <a:pt x="392" y="1329"/>
                    <a:pt x="392" y="1325"/>
                    <a:pt x="392" y="1325"/>
                  </a:cubicBezTo>
                  <a:lnTo>
                    <a:pt x="380" y="1309"/>
                  </a:lnTo>
                  <a:cubicBezTo>
                    <a:pt x="364" y="1293"/>
                    <a:pt x="352" y="1281"/>
                    <a:pt x="344" y="1265"/>
                  </a:cubicBezTo>
                  <a:cubicBezTo>
                    <a:pt x="304" y="1213"/>
                    <a:pt x="268" y="1157"/>
                    <a:pt x="236" y="1097"/>
                  </a:cubicBezTo>
                  <a:cubicBezTo>
                    <a:pt x="196" y="1013"/>
                    <a:pt x="164" y="925"/>
                    <a:pt x="140" y="837"/>
                  </a:cubicBezTo>
                  <a:cubicBezTo>
                    <a:pt x="128" y="785"/>
                    <a:pt x="124" y="729"/>
                    <a:pt x="132" y="677"/>
                  </a:cubicBezTo>
                  <a:cubicBezTo>
                    <a:pt x="136" y="621"/>
                    <a:pt x="148" y="565"/>
                    <a:pt x="160" y="513"/>
                  </a:cubicBezTo>
                  <a:cubicBezTo>
                    <a:pt x="172" y="457"/>
                    <a:pt x="184" y="401"/>
                    <a:pt x="196" y="345"/>
                  </a:cubicBezTo>
                  <a:cubicBezTo>
                    <a:pt x="208" y="293"/>
                    <a:pt x="216" y="237"/>
                    <a:pt x="224" y="185"/>
                  </a:cubicBezTo>
                  <a:cubicBezTo>
                    <a:pt x="232" y="156"/>
                    <a:pt x="232" y="120"/>
                    <a:pt x="220" y="92"/>
                  </a:cubicBezTo>
                  <a:cubicBezTo>
                    <a:pt x="212" y="60"/>
                    <a:pt x="188" y="32"/>
                    <a:pt x="160" y="16"/>
                  </a:cubicBezTo>
                  <a:cubicBezTo>
                    <a:pt x="144" y="6"/>
                    <a:pt x="126" y="1"/>
                    <a:pt x="10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65"/>
            <p:cNvSpPr/>
            <p:nvPr/>
          </p:nvSpPr>
          <p:spPr>
            <a:xfrm flipH="1">
              <a:off x="7649466" y="1759913"/>
              <a:ext cx="41556" cy="148068"/>
            </a:xfrm>
            <a:custGeom>
              <a:avLst/>
              <a:gdLst/>
              <a:ahLst/>
              <a:cxnLst/>
              <a:rect l="l" t="t" r="r" b="b"/>
              <a:pathLst>
                <a:path w="309" h="1101" extrusionOk="0">
                  <a:moveTo>
                    <a:pt x="168" y="68"/>
                  </a:moveTo>
                  <a:cubicBezTo>
                    <a:pt x="171" y="68"/>
                    <a:pt x="174" y="68"/>
                    <a:pt x="176" y="69"/>
                  </a:cubicBezTo>
                  <a:cubicBezTo>
                    <a:pt x="192" y="69"/>
                    <a:pt x="200" y="81"/>
                    <a:pt x="200" y="81"/>
                  </a:cubicBezTo>
                  <a:cubicBezTo>
                    <a:pt x="201" y="80"/>
                    <a:pt x="201" y="80"/>
                    <a:pt x="201" y="80"/>
                  </a:cubicBezTo>
                  <a:lnTo>
                    <a:pt x="201" y="80"/>
                  </a:lnTo>
                  <a:cubicBezTo>
                    <a:pt x="202" y="80"/>
                    <a:pt x="196" y="89"/>
                    <a:pt x="196" y="93"/>
                  </a:cubicBezTo>
                  <a:lnTo>
                    <a:pt x="196" y="97"/>
                  </a:lnTo>
                  <a:lnTo>
                    <a:pt x="196" y="105"/>
                  </a:lnTo>
                  <a:lnTo>
                    <a:pt x="188" y="121"/>
                  </a:lnTo>
                  <a:cubicBezTo>
                    <a:pt x="168" y="169"/>
                    <a:pt x="148" y="213"/>
                    <a:pt x="128" y="265"/>
                  </a:cubicBezTo>
                  <a:cubicBezTo>
                    <a:pt x="125" y="273"/>
                    <a:pt x="121" y="283"/>
                    <a:pt x="118" y="292"/>
                  </a:cubicBezTo>
                  <a:lnTo>
                    <a:pt x="118" y="292"/>
                  </a:lnTo>
                  <a:cubicBezTo>
                    <a:pt x="117" y="289"/>
                    <a:pt x="117" y="287"/>
                    <a:pt x="116" y="285"/>
                  </a:cubicBezTo>
                  <a:cubicBezTo>
                    <a:pt x="104" y="229"/>
                    <a:pt x="100" y="165"/>
                    <a:pt x="108" y="105"/>
                  </a:cubicBezTo>
                  <a:cubicBezTo>
                    <a:pt x="119" y="83"/>
                    <a:pt x="143" y="68"/>
                    <a:pt x="168" y="68"/>
                  </a:cubicBezTo>
                  <a:close/>
                  <a:moveTo>
                    <a:pt x="180" y="1"/>
                  </a:moveTo>
                  <a:cubicBezTo>
                    <a:pt x="148" y="1"/>
                    <a:pt x="120" y="9"/>
                    <a:pt x="96" y="25"/>
                  </a:cubicBezTo>
                  <a:cubicBezTo>
                    <a:pt x="72" y="41"/>
                    <a:pt x="52" y="65"/>
                    <a:pt x="48" y="97"/>
                  </a:cubicBezTo>
                  <a:cubicBezTo>
                    <a:pt x="44" y="137"/>
                    <a:pt x="48" y="177"/>
                    <a:pt x="60" y="217"/>
                  </a:cubicBezTo>
                  <a:cubicBezTo>
                    <a:pt x="72" y="245"/>
                    <a:pt x="80" y="273"/>
                    <a:pt x="92" y="297"/>
                  </a:cubicBezTo>
                  <a:cubicBezTo>
                    <a:pt x="96" y="307"/>
                    <a:pt x="100" y="318"/>
                    <a:pt x="105" y="329"/>
                  </a:cubicBezTo>
                  <a:lnTo>
                    <a:pt x="105" y="329"/>
                  </a:lnTo>
                  <a:cubicBezTo>
                    <a:pt x="95" y="358"/>
                    <a:pt x="87" y="387"/>
                    <a:pt x="80" y="417"/>
                  </a:cubicBezTo>
                  <a:cubicBezTo>
                    <a:pt x="56" y="521"/>
                    <a:pt x="36" y="625"/>
                    <a:pt x="20" y="729"/>
                  </a:cubicBezTo>
                  <a:cubicBezTo>
                    <a:pt x="16" y="781"/>
                    <a:pt x="8" y="829"/>
                    <a:pt x="8" y="873"/>
                  </a:cubicBezTo>
                  <a:cubicBezTo>
                    <a:pt x="0" y="925"/>
                    <a:pt x="12" y="973"/>
                    <a:pt x="36" y="1017"/>
                  </a:cubicBezTo>
                  <a:cubicBezTo>
                    <a:pt x="64" y="1049"/>
                    <a:pt x="104" y="1069"/>
                    <a:pt x="148" y="1073"/>
                  </a:cubicBezTo>
                  <a:cubicBezTo>
                    <a:pt x="180" y="1081"/>
                    <a:pt x="208" y="1089"/>
                    <a:pt x="228" y="1093"/>
                  </a:cubicBezTo>
                  <a:cubicBezTo>
                    <a:pt x="276" y="1101"/>
                    <a:pt x="304" y="1101"/>
                    <a:pt x="304" y="1101"/>
                  </a:cubicBezTo>
                  <a:cubicBezTo>
                    <a:pt x="308" y="1101"/>
                    <a:pt x="308" y="1097"/>
                    <a:pt x="304" y="1097"/>
                  </a:cubicBezTo>
                  <a:cubicBezTo>
                    <a:pt x="304" y="1097"/>
                    <a:pt x="280" y="1085"/>
                    <a:pt x="240" y="1065"/>
                  </a:cubicBezTo>
                  <a:cubicBezTo>
                    <a:pt x="216" y="1057"/>
                    <a:pt x="192" y="1045"/>
                    <a:pt x="160" y="1033"/>
                  </a:cubicBezTo>
                  <a:cubicBezTo>
                    <a:pt x="132" y="1025"/>
                    <a:pt x="104" y="1005"/>
                    <a:pt x="84" y="981"/>
                  </a:cubicBezTo>
                  <a:cubicBezTo>
                    <a:pt x="72" y="949"/>
                    <a:pt x="64" y="909"/>
                    <a:pt x="68" y="873"/>
                  </a:cubicBezTo>
                  <a:cubicBezTo>
                    <a:pt x="68" y="829"/>
                    <a:pt x="60" y="781"/>
                    <a:pt x="60" y="729"/>
                  </a:cubicBezTo>
                  <a:cubicBezTo>
                    <a:pt x="56" y="681"/>
                    <a:pt x="60" y="629"/>
                    <a:pt x="68" y="581"/>
                  </a:cubicBezTo>
                  <a:cubicBezTo>
                    <a:pt x="76" y="529"/>
                    <a:pt x="92" y="477"/>
                    <a:pt x="116" y="429"/>
                  </a:cubicBezTo>
                  <a:cubicBezTo>
                    <a:pt x="140" y="381"/>
                    <a:pt x="164" y="337"/>
                    <a:pt x="188" y="289"/>
                  </a:cubicBezTo>
                  <a:cubicBezTo>
                    <a:pt x="212" y="241"/>
                    <a:pt x="236" y="197"/>
                    <a:pt x="256" y="149"/>
                  </a:cubicBezTo>
                  <a:lnTo>
                    <a:pt x="264" y="133"/>
                  </a:lnTo>
                  <a:lnTo>
                    <a:pt x="268" y="125"/>
                  </a:lnTo>
                  <a:lnTo>
                    <a:pt x="268" y="121"/>
                  </a:lnTo>
                  <a:lnTo>
                    <a:pt x="272" y="113"/>
                  </a:lnTo>
                  <a:cubicBezTo>
                    <a:pt x="272" y="105"/>
                    <a:pt x="276" y="101"/>
                    <a:pt x="276" y="93"/>
                  </a:cubicBezTo>
                  <a:cubicBezTo>
                    <a:pt x="280" y="81"/>
                    <a:pt x="276" y="65"/>
                    <a:pt x="272" y="57"/>
                  </a:cubicBezTo>
                  <a:cubicBezTo>
                    <a:pt x="264" y="37"/>
                    <a:pt x="248" y="21"/>
                    <a:pt x="228" y="13"/>
                  </a:cubicBezTo>
                  <a:cubicBezTo>
                    <a:pt x="212" y="5"/>
                    <a:pt x="196" y="1"/>
                    <a:pt x="18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65"/>
            <p:cNvSpPr/>
            <p:nvPr/>
          </p:nvSpPr>
          <p:spPr>
            <a:xfrm flipH="1">
              <a:off x="8284236" y="2021352"/>
              <a:ext cx="1023969" cy="769658"/>
            </a:xfrm>
            <a:custGeom>
              <a:avLst/>
              <a:gdLst/>
              <a:ahLst/>
              <a:cxnLst/>
              <a:rect l="l" t="t" r="r" b="b"/>
              <a:pathLst>
                <a:path w="7614" h="5723" extrusionOk="0">
                  <a:moveTo>
                    <a:pt x="181" y="1"/>
                  </a:moveTo>
                  <a:lnTo>
                    <a:pt x="321" y="101"/>
                  </a:lnTo>
                  <a:cubicBezTo>
                    <a:pt x="381" y="145"/>
                    <a:pt x="425" y="205"/>
                    <a:pt x="441" y="273"/>
                  </a:cubicBezTo>
                  <a:cubicBezTo>
                    <a:pt x="449" y="309"/>
                    <a:pt x="449" y="345"/>
                    <a:pt x="441" y="381"/>
                  </a:cubicBezTo>
                  <a:cubicBezTo>
                    <a:pt x="433" y="421"/>
                    <a:pt x="417" y="457"/>
                    <a:pt x="401" y="493"/>
                  </a:cubicBezTo>
                  <a:cubicBezTo>
                    <a:pt x="373" y="561"/>
                    <a:pt x="337" y="633"/>
                    <a:pt x="301" y="705"/>
                  </a:cubicBezTo>
                  <a:lnTo>
                    <a:pt x="197" y="921"/>
                  </a:lnTo>
                  <a:cubicBezTo>
                    <a:pt x="125" y="1065"/>
                    <a:pt x="69" y="1217"/>
                    <a:pt x="29" y="1373"/>
                  </a:cubicBezTo>
                  <a:cubicBezTo>
                    <a:pt x="5" y="1457"/>
                    <a:pt x="1" y="1545"/>
                    <a:pt x="17" y="1633"/>
                  </a:cubicBezTo>
                  <a:cubicBezTo>
                    <a:pt x="21" y="1657"/>
                    <a:pt x="25" y="1677"/>
                    <a:pt x="37" y="1701"/>
                  </a:cubicBezTo>
                  <a:cubicBezTo>
                    <a:pt x="41" y="1713"/>
                    <a:pt x="49" y="1725"/>
                    <a:pt x="53" y="1737"/>
                  </a:cubicBezTo>
                  <a:lnTo>
                    <a:pt x="69" y="1761"/>
                  </a:lnTo>
                  <a:cubicBezTo>
                    <a:pt x="85" y="1793"/>
                    <a:pt x="105" y="1825"/>
                    <a:pt x="117" y="1861"/>
                  </a:cubicBezTo>
                  <a:cubicBezTo>
                    <a:pt x="149" y="1933"/>
                    <a:pt x="173" y="2005"/>
                    <a:pt x="193" y="2077"/>
                  </a:cubicBezTo>
                  <a:cubicBezTo>
                    <a:pt x="221" y="2149"/>
                    <a:pt x="241" y="2225"/>
                    <a:pt x="261" y="2301"/>
                  </a:cubicBezTo>
                  <a:cubicBezTo>
                    <a:pt x="309" y="2449"/>
                    <a:pt x="353" y="2605"/>
                    <a:pt x="401" y="2753"/>
                  </a:cubicBezTo>
                  <a:cubicBezTo>
                    <a:pt x="429" y="2833"/>
                    <a:pt x="457" y="2909"/>
                    <a:pt x="493" y="2981"/>
                  </a:cubicBezTo>
                  <a:cubicBezTo>
                    <a:pt x="533" y="3061"/>
                    <a:pt x="593" y="3125"/>
                    <a:pt x="665" y="3173"/>
                  </a:cubicBezTo>
                  <a:cubicBezTo>
                    <a:pt x="729" y="3221"/>
                    <a:pt x="801" y="3261"/>
                    <a:pt x="869" y="3301"/>
                  </a:cubicBezTo>
                  <a:cubicBezTo>
                    <a:pt x="909" y="3321"/>
                    <a:pt x="945" y="3337"/>
                    <a:pt x="981" y="3357"/>
                  </a:cubicBezTo>
                  <a:cubicBezTo>
                    <a:pt x="1001" y="3397"/>
                    <a:pt x="1025" y="3433"/>
                    <a:pt x="1049" y="3469"/>
                  </a:cubicBezTo>
                  <a:cubicBezTo>
                    <a:pt x="1065" y="3489"/>
                    <a:pt x="1085" y="3517"/>
                    <a:pt x="1101" y="3533"/>
                  </a:cubicBezTo>
                  <a:cubicBezTo>
                    <a:pt x="1113" y="3549"/>
                    <a:pt x="1125" y="3557"/>
                    <a:pt x="1137" y="3569"/>
                  </a:cubicBezTo>
                  <a:cubicBezTo>
                    <a:pt x="1145" y="3573"/>
                    <a:pt x="1149" y="3577"/>
                    <a:pt x="1153" y="3585"/>
                  </a:cubicBezTo>
                  <a:lnTo>
                    <a:pt x="1253" y="3685"/>
                  </a:lnTo>
                  <a:lnTo>
                    <a:pt x="1257" y="3689"/>
                  </a:lnTo>
                  <a:cubicBezTo>
                    <a:pt x="1233" y="3685"/>
                    <a:pt x="1205" y="3681"/>
                    <a:pt x="1181" y="3681"/>
                  </a:cubicBezTo>
                  <a:cubicBezTo>
                    <a:pt x="1137" y="3681"/>
                    <a:pt x="1097" y="3689"/>
                    <a:pt x="1061" y="3701"/>
                  </a:cubicBezTo>
                  <a:cubicBezTo>
                    <a:pt x="1041" y="3709"/>
                    <a:pt x="1021" y="3717"/>
                    <a:pt x="1005" y="3729"/>
                  </a:cubicBezTo>
                  <a:cubicBezTo>
                    <a:pt x="985" y="3741"/>
                    <a:pt x="969" y="3753"/>
                    <a:pt x="953" y="3765"/>
                  </a:cubicBezTo>
                  <a:lnTo>
                    <a:pt x="933" y="3777"/>
                  </a:lnTo>
                  <a:lnTo>
                    <a:pt x="941" y="3809"/>
                  </a:lnTo>
                  <a:cubicBezTo>
                    <a:pt x="957" y="3849"/>
                    <a:pt x="973" y="3885"/>
                    <a:pt x="989" y="3925"/>
                  </a:cubicBezTo>
                  <a:cubicBezTo>
                    <a:pt x="1005" y="3961"/>
                    <a:pt x="1025" y="3997"/>
                    <a:pt x="1045" y="4033"/>
                  </a:cubicBezTo>
                  <a:cubicBezTo>
                    <a:pt x="1065" y="4069"/>
                    <a:pt x="1089" y="4105"/>
                    <a:pt x="1113" y="4137"/>
                  </a:cubicBezTo>
                  <a:cubicBezTo>
                    <a:pt x="1125" y="4153"/>
                    <a:pt x="1141" y="4173"/>
                    <a:pt x="1153" y="4189"/>
                  </a:cubicBezTo>
                  <a:lnTo>
                    <a:pt x="1173" y="4209"/>
                  </a:lnTo>
                  <a:cubicBezTo>
                    <a:pt x="1181" y="4217"/>
                    <a:pt x="1193" y="4225"/>
                    <a:pt x="1201" y="4233"/>
                  </a:cubicBezTo>
                  <a:cubicBezTo>
                    <a:pt x="1221" y="4245"/>
                    <a:pt x="1237" y="4257"/>
                    <a:pt x="1257" y="4269"/>
                  </a:cubicBezTo>
                  <a:cubicBezTo>
                    <a:pt x="1277" y="4281"/>
                    <a:pt x="1297" y="4289"/>
                    <a:pt x="1317" y="4301"/>
                  </a:cubicBezTo>
                  <a:cubicBezTo>
                    <a:pt x="1353" y="4317"/>
                    <a:pt x="1393" y="4333"/>
                    <a:pt x="1433" y="4345"/>
                  </a:cubicBezTo>
                  <a:cubicBezTo>
                    <a:pt x="1473" y="4357"/>
                    <a:pt x="1513" y="4365"/>
                    <a:pt x="1553" y="4377"/>
                  </a:cubicBezTo>
                  <a:cubicBezTo>
                    <a:pt x="1537" y="4393"/>
                    <a:pt x="1517" y="4409"/>
                    <a:pt x="1501" y="4425"/>
                  </a:cubicBezTo>
                  <a:cubicBezTo>
                    <a:pt x="1477" y="4449"/>
                    <a:pt x="1457" y="4473"/>
                    <a:pt x="1437" y="4501"/>
                  </a:cubicBezTo>
                  <a:cubicBezTo>
                    <a:pt x="1429" y="4517"/>
                    <a:pt x="1421" y="4533"/>
                    <a:pt x="1409" y="4549"/>
                  </a:cubicBezTo>
                  <a:cubicBezTo>
                    <a:pt x="1409" y="4557"/>
                    <a:pt x="1405" y="4561"/>
                    <a:pt x="1401" y="4569"/>
                  </a:cubicBezTo>
                  <a:lnTo>
                    <a:pt x="1393" y="4601"/>
                  </a:lnTo>
                  <a:cubicBezTo>
                    <a:pt x="1389" y="4617"/>
                    <a:pt x="1389" y="4637"/>
                    <a:pt x="1389" y="4653"/>
                  </a:cubicBezTo>
                  <a:cubicBezTo>
                    <a:pt x="1389" y="4669"/>
                    <a:pt x="1389" y="4689"/>
                    <a:pt x="1389" y="4705"/>
                  </a:cubicBezTo>
                  <a:cubicBezTo>
                    <a:pt x="1393" y="4737"/>
                    <a:pt x="1401" y="4769"/>
                    <a:pt x="1409" y="4801"/>
                  </a:cubicBezTo>
                  <a:cubicBezTo>
                    <a:pt x="1429" y="4861"/>
                    <a:pt x="1449" y="4921"/>
                    <a:pt x="1477" y="4977"/>
                  </a:cubicBezTo>
                  <a:lnTo>
                    <a:pt x="1477" y="4985"/>
                  </a:lnTo>
                  <a:lnTo>
                    <a:pt x="1481" y="4985"/>
                  </a:lnTo>
                  <a:cubicBezTo>
                    <a:pt x="1517" y="5009"/>
                    <a:pt x="1553" y="5033"/>
                    <a:pt x="1589" y="5053"/>
                  </a:cubicBezTo>
                  <a:cubicBezTo>
                    <a:pt x="1629" y="5069"/>
                    <a:pt x="1665" y="5085"/>
                    <a:pt x="1705" y="5097"/>
                  </a:cubicBezTo>
                  <a:cubicBezTo>
                    <a:pt x="1745" y="5109"/>
                    <a:pt x="1789" y="5117"/>
                    <a:pt x="1829" y="5121"/>
                  </a:cubicBezTo>
                  <a:lnTo>
                    <a:pt x="1897" y="5121"/>
                  </a:lnTo>
                  <a:cubicBezTo>
                    <a:pt x="1917" y="5117"/>
                    <a:pt x="1937" y="5113"/>
                    <a:pt x="1957" y="5109"/>
                  </a:cubicBezTo>
                  <a:cubicBezTo>
                    <a:pt x="2001" y="5093"/>
                    <a:pt x="2041" y="5077"/>
                    <a:pt x="2077" y="5053"/>
                  </a:cubicBezTo>
                  <a:cubicBezTo>
                    <a:pt x="2109" y="5029"/>
                    <a:pt x="2145" y="5005"/>
                    <a:pt x="2177" y="4977"/>
                  </a:cubicBezTo>
                  <a:cubicBezTo>
                    <a:pt x="2205" y="4953"/>
                    <a:pt x="2237" y="4929"/>
                    <a:pt x="2269" y="4905"/>
                  </a:cubicBezTo>
                  <a:cubicBezTo>
                    <a:pt x="2285" y="4897"/>
                    <a:pt x="2301" y="4889"/>
                    <a:pt x="2313" y="4885"/>
                  </a:cubicBezTo>
                  <a:cubicBezTo>
                    <a:pt x="2321" y="4881"/>
                    <a:pt x="2329" y="4881"/>
                    <a:pt x="2337" y="4881"/>
                  </a:cubicBezTo>
                  <a:cubicBezTo>
                    <a:pt x="2357" y="4901"/>
                    <a:pt x="2373" y="4925"/>
                    <a:pt x="2393" y="4945"/>
                  </a:cubicBezTo>
                  <a:cubicBezTo>
                    <a:pt x="2413" y="4973"/>
                    <a:pt x="2429" y="5001"/>
                    <a:pt x="2445" y="5033"/>
                  </a:cubicBezTo>
                  <a:cubicBezTo>
                    <a:pt x="2453" y="5045"/>
                    <a:pt x="2457" y="5061"/>
                    <a:pt x="2461" y="5073"/>
                  </a:cubicBezTo>
                  <a:cubicBezTo>
                    <a:pt x="2469" y="5089"/>
                    <a:pt x="2473" y="5109"/>
                    <a:pt x="2477" y="5125"/>
                  </a:cubicBezTo>
                  <a:lnTo>
                    <a:pt x="2501" y="5233"/>
                  </a:lnTo>
                  <a:cubicBezTo>
                    <a:pt x="2521" y="5309"/>
                    <a:pt x="2549" y="5381"/>
                    <a:pt x="2585" y="5453"/>
                  </a:cubicBezTo>
                  <a:cubicBezTo>
                    <a:pt x="2605" y="5489"/>
                    <a:pt x="2629" y="5525"/>
                    <a:pt x="2653" y="5557"/>
                  </a:cubicBezTo>
                  <a:cubicBezTo>
                    <a:pt x="2681" y="5589"/>
                    <a:pt x="2709" y="5617"/>
                    <a:pt x="2745" y="5645"/>
                  </a:cubicBezTo>
                  <a:lnTo>
                    <a:pt x="2753" y="5653"/>
                  </a:lnTo>
                  <a:lnTo>
                    <a:pt x="2765" y="5657"/>
                  </a:lnTo>
                  <a:cubicBezTo>
                    <a:pt x="2785" y="5661"/>
                    <a:pt x="2797" y="5665"/>
                    <a:pt x="2817" y="5669"/>
                  </a:cubicBezTo>
                  <a:cubicBezTo>
                    <a:pt x="2833" y="5669"/>
                    <a:pt x="2849" y="5673"/>
                    <a:pt x="2865" y="5673"/>
                  </a:cubicBezTo>
                  <a:cubicBezTo>
                    <a:pt x="2901" y="5673"/>
                    <a:pt x="2937" y="5669"/>
                    <a:pt x="2973" y="5653"/>
                  </a:cubicBezTo>
                  <a:cubicBezTo>
                    <a:pt x="2993" y="5645"/>
                    <a:pt x="3013" y="5637"/>
                    <a:pt x="3025" y="5621"/>
                  </a:cubicBezTo>
                  <a:cubicBezTo>
                    <a:pt x="3037" y="5613"/>
                    <a:pt x="3041" y="5605"/>
                    <a:pt x="3049" y="5597"/>
                  </a:cubicBezTo>
                  <a:lnTo>
                    <a:pt x="3057" y="5581"/>
                  </a:lnTo>
                  <a:lnTo>
                    <a:pt x="3061" y="5577"/>
                  </a:lnTo>
                  <a:lnTo>
                    <a:pt x="3061" y="5573"/>
                  </a:lnTo>
                  <a:lnTo>
                    <a:pt x="3061" y="5569"/>
                  </a:lnTo>
                  <a:lnTo>
                    <a:pt x="3061" y="5565"/>
                  </a:lnTo>
                  <a:lnTo>
                    <a:pt x="3069" y="5549"/>
                  </a:lnTo>
                  <a:cubicBezTo>
                    <a:pt x="3073" y="5537"/>
                    <a:pt x="3077" y="5525"/>
                    <a:pt x="3081" y="5517"/>
                  </a:cubicBezTo>
                  <a:cubicBezTo>
                    <a:pt x="3085" y="5501"/>
                    <a:pt x="3085" y="5485"/>
                    <a:pt x="3089" y="5465"/>
                  </a:cubicBezTo>
                  <a:cubicBezTo>
                    <a:pt x="3093" y="5409"/>
                    <a:pt x="3093" y="5353"/>
                    <a:pt x="3089" y="5297"/>
                  </a:cubicBezTo>
                  <a:cubicBezTo>
                    <a:pt x="3085" y="5281"/>
                    <a:pt x="3081" y="5269"/>
                    <a:pt x="3081" y="5257"/>
                  </a:cubicBezTo>
                  <a:lnTo>
                    <a:pt x="3081" y="5257"/>
                  </a:lnTo>
                  <a:cubicBezTo>
                    <a:pt x="3109" y="5269"/>
                    <a:pt x="3137" y="5285"/>
                    <a:pt x="3161" y="5301"/>
                  </a:cubicBezTo>
                  <a:cubicBezTo>
                    <a:pt x="3173" y="5309"/>
                    <a:pt x="3185" y="5321"/>
                    <a:pt x="3197" y="5329"/>
                  </a:cubicBezTo>
                  <a:cubicBezTo>
                    <a:pt x="3205" y="5341"/>
                    <a:pt x="3213" y="5349"/>
                    <a:pt x="3221" y="5361"/>
                  </a:cubicBezTo>
                  <a:lnTo>
                    <a:pt x="3221" y="5365"/>
                  </a:lnTo>
                  <a:lnTo>
                    <a:pt x="3225" y="5373"/>
                  </a:lnTo>
                  <a:lnTo>
                    <a:pt x="3233" y="5385"/>
                  </a:lnTo>
                  <a:lnTo>
                    <a:pt x="3237" y="5393"/>
                  </a:lnTo>
                  <a:lnTo>
                    <a:pt x="3249" y="5401"/>
                  </a:lnTo>
                  <a:cubicBezTo>
                    <a:pt x="3253" y="5409"/>
                    <a:pt x="3261" y="5413"/>
                    <a:pt x="3269" y="5421"/>
                  </a:cubicBezTo>
                  <a:cubicBezTo>
                    <a:pt x="3273" y="5425"/>
                    <a:pt x="3281" y="5429"/>
                    <a:pt x="3285" y="5433"/>
                  </a:cubicBezTo>
                  <a:lnTo>
                    <a:pt x="3301" y="5441"/>
                  </a:lnTo>
                  <a:cubicBezTo>
                    <a:pt x="3313" y="5445"/>
                    <a:pt x="3321" y="5449"/>
                    <a:pt x="3333" y="5453"/>
                  </a:cubicBezTo>
                  <a:cubicBezTo>
                    <a:pt x="3373" y="5469"/>
                    <a:pt x="3413" y="5477"/>
                    <a:pt x="3453" y="5485"/>
                  </a:cubicBezTo>
                  <a:cubicBezTo>
                    <a:pt x="3493" y="5493"/>
                    <a:pt x="3529" y="5497"/>
                    <a:pt x="3569" y="5501"/>
                  </a:cubicBezTo>
                  <a:cubicBezTo>
                    <a:pt x="3645" y="5509"/>
                    <a:pt x="3725" y="5513"/>
                    <a:pt x="3801" y="5513"/>
                  </a:cubicBezTo>
                  <a:lnTo>
                    <a:pt x="3853" y="5513"/>
                  </a:lnTo>
                  <a:lnTo>
                    <a:pt x="3833" y="5473"/>
                  </a:lnTo>
                  <a:cubicBezTo>
                    <a:pt x="3817" y="5437"/>
                    <a:pt x="3797" y="5405"/>
                    <a:pt x="3777" y="5373"/>
                  </a:cubicBezTo>
                  <a:cubicBezTo>
                    <a:pt x="3769" y="5361"/>
                    <a:pt x="3765" y="5353"/>
                    <a:pt x="3757" y="5341"/>
                  </a:cubicBezTo>
                  <a:cubicBezTo>
                    <a:pt x="3749" y="5333"/>
                    <a:pt x="3741" y="5321"/>
                    <a:pt x="3733" y="5313"/>
                  </a:cubicBezTo>
                  <a:lnTo>
                    <a:pt x="3733" y="5313"/>
                  </a:lnTo>
                  <a:cubicBezTo>
                    <a:pt x="3877" y="5365"/>
                    <a:pt x="4021" y="5413"/>
                    <a:pt x="4169" y="5457"/>
                  </a:cubicBezTo>
                  <a:cubicBezTo>
                    <a:pt x="4333" y="5509"/>
                    <a:pt x="4501" y="5561"/>
                    <a:pt x="4669" y="5601"/>
                  </a:cubicBezTo>
                  <a:cubicBezTo>
                    <a:pt x="4837" y="5645"/>
                    <a:pt x="5009" y="5681"/>
                    <a:pt x="5181" y="5709"/>
                  </a:cubicBezTo>
                  <a:cubicBezTo>
                    <a:pt x="5250" y="5718"/>
                    <a:pt x="5319" y="5722"/>
                    <a:pt x="5386" y="5722"/>
                  </a:cubicBezTo>
                  <a:cubicBezTo>
                    <a:pt x="5409" y="5722"/>
                    <a:pt x="5431" y="5722"/>
                    <a:pt x="5453" y="5721"/>
                  </a:cubicBezTo>
                  <a:cubicBezTo>
                    <a:pt x="5481" y="5721"/>
                    <a:pt x="5505" y="5717"/>
                    <a:pt x="5529" y="5713"/>
                  </a:cubicBezTo>
                  <a:lnTo>
                    <a:pt x="5549" y="5709"/>
                  </a:lnTo>
                  <a:lnTo>
                    <a:pt x="5565" y="5705"/>
                  </a:lnTo>
                  <a:lnTo>
                    <a:pt x="5593" y="5693"/>
                  </a:lnTo>
                  <a:lnTo>
                    <a:pt x="5717" y="5661"/>
                  </a:lnTo>
                  <a:cubicBezTo>
                    <a:pt x="6049" y="5577"/>
                    <a:pt x="6389" y="5501"/>
                    <a:pt x="6721" y="5413"/>
                  </a:cubicBezTo>
                  <a:lnTo>
                    <a:pt x="6845" y="5377"/>
                  </a:lnTo>
                  <a:cubicBezTo>
                    <a:pt x="6885" y="5365"/>
                    <a:pt x="6929" y="5353"/>
                    <a:pt x="6977" y="5333"/>
                  </a:cubicBezTo>
                  <a:cubicBezTo>
                    <a:pt x="7061" y="5301"/>
                    <a:pt x="7141" y="5249"/>
                    <a:pt x="7209" y="5185"/>
                  </a:cubicBezTo>
                  <a:cubicBezTo>
                    <a:pt x="7273" y="5121"/>
                    <a:pt x="7329" y="5045"/>
                    <a:pt x="7373" y="4965"/>
                  </a:cubicBezTo>
                  <a:cubicBezTo>
                    <a:pt x="7413" y="4885"/>
                    <a:pt x="7445" y="4797"/>
                    <a:pt x="7461" y="4709"/>
                  </a:cubicBezTo>
                  <a:lnTo>
                    <a:pt x="7477" y="4629"/>
                  </a:lnTo>
                  <a:lnTo>
                    <a:pt x="7405" y="4669"/>
                  </a:lnTo>
                  <a:cubicBezTo>
                    <a:pt x="7305" y="4721"/>
                    <a:pt x="7197" y="4761"/>
                    <a:pt x="7089" y="4785"/>
                  </a:cubicBezTo>
                  <a:cubicBezTo>
                    <a:pt x="6981" y="4809"/>
                    <a:pt x="6869" y="4825"/>
                    <a:pt x="6761" y="4829"/>
                  </a:cubicBezTo>
                  <a:cubicBezTo>
                    <a:pt x="6705" y="4833"/>
                    <a:pt x="6649" y="4835"/>
                    <a:pt x="6593" y="4835"/>
                  </a:cubicBezTo>
                  <a:cubicBezTo>
                    <a:pt x="6537" y="4835"/>
                    <a:pt x="6481" y="4833"/>
                    <a:pt x="6425" y="4829"/>
                  </a:cubicBezTo>
                  <a:cubicBezTo>
                    <a:pt x="6381" y="4825"/>
                    <a:pt x="6333" y="4821"/>
                    <a:pt x="6289" y="4817"/>
                  </a:cubicBezTo>
                  <a:lnTo>
                    <a:pt x="6369" y="4797"/>
                  </a:lnTo>
                  <a:cubicBezTo>
                    <a:pt x="6405" y="4785"/>
                    <a:pt x="6441" y="4777"/>
                    <a:pt x="6469" y="4761"/>
                  </a:cubicBezTo>
                  <a:cubicBezTo>
                    <a:pt x="6501" y="4745"/>
                    <a:pt x="6533" y="4729"/>
                    <a:pt x="6565" y="4709"/>
                  </a:cubicBezTo>
                  <a:cubicBezTo>
                    <a:pt x="6593" y="4689"/>
                    <a:pt x="6621" y="4669"/>
                    <a:pt x="6649" y="4649"/>
                  </a:cubicBezTo>
                  <a:cubicBezTo>
                    <a:pt x="6677" y="4625"/>
                    <a:pt x="6705" y="4601"/>
                    <a:pt x="6729" y="4577"/>
                  </a:cubicBezTo>
                  <a:cubicBezTo>
                    <a:pt x="6753" y="4553"/>
                    <a:pt x="6777" y="4525"/>
                    <a:pt x="6801" y="4497"/>
                  </a:cubicBezTo>
                  <a:cubicBezTo>
                    <a:pt x="6825" y="4473"/>
                    <a:pt x="6845" y="4445"/>
                    <a:pt x="6865" y="4413"/>
                  </a:cubicBezTo>
                  <a:cubicBezTo>
                    <a:pt x="6905" y="4357"/>
                    <a:pt x="6945" y="4297"/>
                    <a:pt x="6977" y="4237"/>
                  </a:cubicBezTo>
                  <a:lnTo>
                    <a:pt x="7029" y="4149"/>
                  </a:lnTo>
                  <a:lnTo>
                    <a:pt x="7049" y="4117"/>
                  </a:lnTo>
                  <a:lnTo>
                    <a:pt x="7065" y="4097"/>
                  </a:lnTo>
                  <a:lnTo>
                    <a:pt x="7073" y="4089"/>
                  </a:lnTo>
                  <a:cubicBezTo>
                    <a:pt x="7093" y="4073"/>
                    <a:pt x="7117" y="4061"/>
                    <a:pt x="7141" y="4053"/>
                  </a:cubicBezTo>
                  <a:cubicBezTo>
                    <a:pt x="7169" y="4045"/>
                    <a:pt x="7197" y="4037"/>
                    <a:pt x="7229" y="4033"/>
                  </a:cubicBezTo>
                  <a:cubicBezTo>
                    <a:pt x="7261" y="4025"/>
                    <a:pt x="7293" y="4021"/>
                    <a:pt x="7325" y="4017"/>
                  </a:cubicBezTo>
                  <a:cubicBezTo>
                    <a:pt x="7357" y="4013"/>
                    <a:pt x="7389" y="4009"/>
                    <a:pt x="7417" y="4009"/>
                  </a:cubicBezTo>
                  <a:lnTo>
                    <a:pt x="7613" y="3997"/>
                  </a:lnTo>
                  <a:lnTo>
                    <a:pt x="7465" y="3877"/>
                  </a:lnTo>
                  <a:cubicBezTo>
                    <a:pt x="7401" y="3825"/>
                    <a:pt x="7329" y="3781"/>
                    <a:pt x="7257" y="3737"/>
                  </a:cubicBezTo>
                  <a:cubicBezTo>
                    <a:pt x="7185" y="3693"/>
                    <a:pt x="7105" y="3657"/>
                    <a:pt x="7025" y="3633"/>
                  </a:cubicBezTo>
                  <a:cubicBezTo>
                    <a:pt x="6981" y="3617"/>
                    <a:pt x="6937" y="3609"/>
                    <a:pt x="6889" y="3605"/>
                  </a:cubicBezTo>
                  <a:lnTo>
                    <a:pt x="6821" y="3605"/>
                  </a:lnTo>
                  <a:lnTo>
                    <a:pt x="6765" y="3613"/>
                  </a:lnTo>
                  <a:cubicBezTo>
                    <a:pt x="6689" y="3617"/>
                    <a:pt x="6609" y="3617"/>
                    <a:pt x="6529" y="3617"/>
                  </a:cubicBezTo>
                  <a:cubicBezTo>
                    <a:pt x="6373" y="3613"/>
                    <a:pt x="6213" y="3605"/>
                    <a:pt x="6053" y="3585"/>
                  </a:cubicBezTo>
                  <a:cubicBezTo>
                    <a:pt x="5973" y="3573"/>
                    <a:pt x="5897" y="3561"/>
                    <a:pt x="5817" y="3545"/>
                  </a:cubicBezTo>
                  <a:cubicBezTo>
                    <a:pt x="5737" y="3533"/>
                    <a:pt x="5661" y="3517"/>
                    <a:pt x="5581" y="3497"/>
                  </a:cubicBezTo>
                  <a:cubicBezTo>
                    <a:pt x="5429" y="3457"/>
                    <a:pt x="5273" y="3409"/>
                    <a:pt x="5121" y="3365"/>
                  </a:cubicBezTo>
                  <a:cubicBezTo>
                    <a:pt x="4969" y="3317"/>
                    <a:pt x="4817" y="3269"/>
                    <a:pt x="4657" y="3237"/>
                  </a:cubicBezTo>
                  <a:lnTo>
                    <a:pt x="4537" y="3213"/>
                  </a:lnTo>
                  <a:lnTo>
                    <a:pt x="4417" y="3197"/>
                  </a:lnTo>
                  <a:cubicBezTo>
                    <a:pt x="4333" y="3189"/>
                    <a:pt x="4253" y="3185"/>
                    <a:pt x="4169" y="3185"/>
                  </a:cubicBezTo>
                  <a:cubicBezTo>
                    <a:pt x="4109" y="3185"/>
                    <a:pt x="4049" y="3193"/>
                    <a:pt x="3993" y="3201"/>
                  </a:cubicBezTo>
                  <a:lnTo>
                    <a:pt x="3997" y="3197"/>
                  </a:lnTo>
                  <a:cubicBezTo>
                    <a:pt x="4029" y="3161"/>
                    <a:pt x="4057" y="3121"/>
                    <a:pt x="4081" y="3081"/>
                  </a:cubicBezTo>
                  <a:cubicBezTo>
                    <a:pt x="4093" y="3053"/>
                    <a:pt x="4109" y="3021"/>
                    <a:pt x="4121" y="2989"/>
                  </a:cubicBezTo>
                  <a:cubicBezTo>
                    <a:pt x="4137" y="2949"/>
                    <a:pt x="4149" y="2909"/>
                    <a:pt x="4153" y="2873"/>
                  </a:cubicBezTo>
                  <a:cubicBezTo>
                    <a:pt x="4177" y="2777"/>
                    <a:pt x="4185" y="2681"/>
                    <a:pt x="4181" y="2585"/>
                  </a:cubicBezTo>
                  <a:cubicBezTo>
                    <a:pt x="4177" y="2469"/>
                    <a:pt x="4161" y="2357"/>
                    <a:pt x="4133" y="2245"/>
                  </a:cubicBezTo>
                  <a:cubicBezTo>
                    <a:pt x="4125" y="2217"/>
                    <a:pt x="4113" y="2185"/>
                    <a:pt x="4101" y="2157"/>
                  </a:cubicBezTo>
                  <a:cubicBezTo>
                    <a:pt x="4097" y="2141"/>
                    <a:pt x="4089" y="2125"/>
                    <a:pt x="4085" y="2109"/>
                  </a:cubicBezTo>
                  <a:cubicBezTo>
                    <a:pt x="4077" y="2093"/>
                    <a:pt x="4065" y="2077"/>
                    <a:pt x="4057" y="2061"/>
                  </a:cubicBezTo>
                  <a:cubicBezTo>
                    <a:pt x="4049" y="2041"/>
                    <a:pt x="4037" y="2025"/>
                    <a:pt x="4021" y="2009"/>
                  </a:cubicBezTo>
                  <a:lnTo>
                    <a:pt x="4013" y="2001"/>
                  </a:lnTo>
                  <a:lnTo>
                    <a:pt x="4001" y="1989"/>
                  </a:lnTo>
                  <a:cubicBezTo>
                    <a:pt x="3997" y="1985"/>
                    <a:pt x="3989" y="1981"/>
                    <a:pt x="3985" y="1977"/>
                  </a:cubicBezTo>
                  <a:cubicBezTo>
                    <a:pt x="3965" y="1957"/>
                    <a:pt x="3949" y="1937"/>
                    <a:pt x="3929" y="1913"/>
                  </a:cubicBezTo>
                  <a:cubicBezTo>
                    <a:pt x="3849" y="1817"/>
                    <a:pt x="3773" y="1713"/>
                    <a:pt x="3709" y="1605"/>
                  </a:cubicBezTo>
                  <a:cubicBezTo>
                    <a:pt x="3641" y="1493"/>
                    <a:pt x="3577" y="1377"/>
                    <a:pt x="3525" y="1257"/>
                  </a:cubicBezTo>
                  <a:cubicBezTo>
                    <a:pt x="3473" y="1125"/>
                    <a:pt x="3401" y="1005"/>
                    <a:pt x="3305" y="905"/>
                  </a:cubicBezTo>
                  <a:cubicBezTo>
                    <a:pt x="3261" y="857"/>
                    <a:pt x="3213" y="809"/>
                    <a:pt x="3161" y="765"/>
                  </a:cubicBezTo>
                  <a:cubicBezTo>
                    <a:pt x="3133" y="745"/>
                    <a:pt x="3105" y="725"/>
                    <a:pt x="3077" y="705"/>
                  </a:cubicBezTo>
                  <a:cubicBezTo>
                    <a:pt x="3045" y="685"/>
                    <a:pt x="3009" y="669"/>
                    <a:pt x="2973" y="665"/>
                  </a:cubicBezTo>
                  <a:cubicBezTo>
                    <a:pt x="2957" y="665"/>
                    <a:pt x="2941" y="669"/>
                    <a:pt x="2929" y="681"/>
                  </a:cubicBezTo>
                  <a:cubicBezTo>
                    <a:pt x="2917" y="685"/>
                    <a:pt x="2913" y="693"/>
                    <a:pt x="2909" y="705"/>
                  </a:cubicBezTo>
                  <a:cubicBezTo>
                    <a:pt x="2905" y="709"/>
                    <a:pt x="2901" y="717"/>
                    <a:pt x="2901" y="721"/>
                  </a:cubicBezTo>
                  <a:lnTo>
                    <a:pt x="2901" y="729"/>
                  </a:lnTo>
                  <a:cubicBezTo>
                    <a:pt x="2901" y="733"/>
                    <a:pt x="2901" y="733"/>
                    <a:pt x="2901" y="737"/>
                  </a:cubicBezTo>
                  <a:cubicBezTo>
                    <a:pt x="2901" y="741"/>
                    <a:pt x="2893" y="745"/>
                    <a:pt x="2893" y="749"/>
                  </a:cubicBezTo>
                  <a:cubicBezTo>
                    <a:pt x="2877" y="765"/>
                    <a:pt x="2857" y="781"/>
                    <a:pt x="2833" y="789"/>
                  </a:cubicBezTo>
                  <a:cubicBezTo>
                    <a:pt x="2785" y="817"/>
                    <a:pt x="2733" y="837"/>
                    <a:pt x="2681" y="853"/>
                  </a:cubicBezTo>
                  <a:cubicBezTo>
                    <a:pt x="2581" y="881"/>
                    <a:pt x="2477" y="905"/>
                    <a:pt x="2373" y="917"/>
                  </a:cubicBezTo>
                  <a:cubicBezTo>
                    <a:pt x="2325" y="921"/>
                    <a:pt x="2281" y="929"/>
                    <a:pt x="2233" y="929"/>
                  </a:cubicBezTo>
                  <a:cubicBezTo>
                    <a:pt x="2209" y="929"/>
                    <a:pt x="2185" y="933"/>
                    <a:pt x="2161" y="937"/>
                  </a:cubicBezTo>
                  <a:cubicBezTo>
                    <a:pt x="2137" y="941"/>
                    <a:pt x="2113" y="945"/>
                    <a:pt x="2093" y="953"/>
                  </a:cubicBezTo>
                  <a:cubicBezTo>
                    <a:pt x="2013" y="977"/>
                    <a:pt x="1949" y="1033"/>
                    <a:pt x="1913" y="1105"/>
                  </a:cubicBezTo>
                  <a:cubicBezTo>
                    <a:pt x="1889" y="1149"/>
                    <a:pt x="1881" y="1201"/>
                    <a:pt x="1881" y="1249"/>
                  </a:cubicBezTo>
                  <a:lnTo>
                    <a:pt x="1881" y="1277"/>
                  </a:lnTo>
                  <a:cubicBezTo>
                    <a:pt x="1844" y="1274"/>
                    <a:pt x="1807" y="1272"/>
                    <a:pt x="1770" y="1272"/>
                  </a:cubicBezTo>
                  <a:cubicBezTo>
                    <a:pt x="1703" y="1272"/>
                    <a:pt x="1636" y="1277"/>
                    <a:pt x="1569" y="1285"/>
                  </a:cubicBezTo>
                  <a:cubicBezTo>
                    <a:pt x="1521" y="1293"/>
                    <a:pt x="1473" y="1301"/>
                    <a:pt x="1425" y="1313"/>
                  </a:cubicBezTo>
                  <a:cubicBezTo>
                    <a:pt x="1381" y="1325"/>
                    <a:pt x="1337" y="1341"/>
                    <a:pt x="1293" y="1357"/>
                  </a:cubicBezTo>
                  <a:cubicBezTo>
                    <a:pt x="1289" y="1301"/>
                    <a:pt x="1281" y="1241"/>
                    <a:pt x="1273" y="1181"/>
                  </a:cubicBezTo>
                  <a:cubicBezTo>
                    <a:pt x="1261" y="1105"/>
                    <a:pt x="1245" y="1033"/>
                    <a:pt x="1217" y="961"/>
                  </a:cubicBezTo>
                  <a:cubicBezTo>
                    <a:pt x="1213" y="941"/>
                    <a:pt x="1201" y="925"/>
                    <a:pt x="1193" y="905"/>
                  </a:cubicBezTo>
                  <a:cubicBezTo>
                    <a:pt x="1181" y="889"/>
                    <a:pt x="1173" y="873"/>
                    <a:pt x="1165" y="861"/>
                  </a:cubicBezTo>
                  <a:cubicBezTo>
                    <a:pt x="1149" y="829"/>
                    <a:pt x="1137" y="797"/>
                    <a:pt x="1121" y="765"/>
                  </a:cubicBezTo>
                  <a:cubicBezTo>
                    <a:pt x="1089" y="697"/>
                    <a:pt x="1061" y="633"/>
                    <a:pt x="1033" y="565"/>
                  </a:cubicBezTo>
                  <a:lnTo>
                    <a:pt x="945" y="365"/>
                  </a:lnTo>
                  <a:lnTo>
                    <a:pt x="933" y="341"/>
                  </a:lnTo>
                  <a:lnTo>
                    <a:pt x="925" y="329"/>
                  </a:lnTo>
                  <a:lnTo>
                    <a:pt x="925" y="321"/>
                  </a:lnTo>
                  <a:lnTo>
                    <a:pt x="921" y="313"/>
                  </a:lnTo>
                  <a:lnTo>
                    <a:pt x="921" y="309"/>
                  </a:lnTo>
                  <a:lnTo>
                    <a:pt x="905" y="285"/>
                  </a:lnTo>
                  <a:cubicBezTo>
                    <a:pt x="901" y="277"/>
                    <a:pt x="889" y="265"/>
                    <a:pt x="881" y="257"/>
                  </a:cubicBezTo>
                  <a:cubicBezTo>
                    <a:pt x="853" y="225"/>
                    <a:pt x="821" y="201"/>
                    <a:pt x="781" y="177"/>
                  </a:cubicBezTo>
                  <a:cubicBezTo>
                    <a:pt x="717" y="141"/>
                    <a:pt x="645" y="113"/>
                    <a:pt x="569" y="89"/>
                  </a:cubicBezTo>
                  <a:cubicBezTo>
                    <a:pt x="501" y="69"/>
                    <a:pt x="425" y="49"/>
                    <a:pt x="353" y="37"/>
                  </a:cubicBezTo>
                  <a:lnTo>
                    <a:pt x="1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65"/>
            <p:cNvSpPr/>
            <p:nvPr/>
          </p:nvSpPr>
          <p:spPr>
            <a:xfrm flipH="1">
              <a:off x="8790034" y="2501194"/>
              <a:ext cx="392831" cy="282687"/>
            </a:xfrm>
            <a:custGeom>
              <a:avLst/>
              <a:gdLst/>
              <a:ahLst/>
              <a:cxnLst/>
              <a:rect l="l" t="t" r="r" b="b"/>
              <a:pathLst>
                <a:path w="2921" h="2102" extrusionOk="0">
                  <a:moveTo>
                    <a:pt x="205" y="1"/>
                  </a:moveTo>
                  <a:cubicBezTo>
                    <a:pt x="213" y="5"/>
                    <a:pt x="217" y="9"/>
                    <a:pt x="221" y="13"/>
                  </a:cubicBezTo>
                  <a:lnTo>
                    <a:pt x="321" y="113"/>
                  </a:lnTo>
                  <a:lnTo>
                    <a:pt x="325" y="121"/>
                  </a:lnTo>
                  <a:cubicBezTo>
                    <a:pt x="301" y="117"/>
                    <a:pt x="273" y="113"/>
                    <a:pt x="249" y="113"/>
                  </a:cubicBezTo>
                  <a:cubicBezTo>
                    <a:pt x="205" y="113"/>
                    <a:pt x="165" y="121"/>
                    <a:pt x="129" y="133"/>
                  </a:cubicBezTo>
                  <a:cubicBezTo>
                    <a:pt x="109" y="141"/>
                    <a:pt x="89" y="149"/>
                    <a:pt x="73" y="161"/>
                  </a:cubicBezTo>
                  <a:cubicBezTo>
                    <a:pt x="53" y="169"/>
                    <a:pt x="37" y="181"/>
                    <a:pt x="21" y="197"/>
                  </a:cubicBezTo>
                  <a:lnTo>
                    <a:pt x="1" y="209"/>
                  </a:lnTo>
                  <a:lnTo>
                    <a:pt x="9" y="241"/>
                  </a:lnTo>
                  <a:cubicBezTo>
                    <a:pt x="25" y="281"/>
                    <a:pt x="41" y="317"/>
                    <a:pt x="57" y="357"/>
                  </a:cubicBezTo>
                  <a:cubicBezTo>
                    <a:pt x="73" y="393"/>
                    <a:pt x="93" y="429"/>
                    <a:pt x="113" y="465"/>
                  </a:cubicBezTo>
                  <a:cubicBezTo>
                    <a:pt x="133" y="501"/>
                    <a:pt x="157" y="533"/>
                    <a:pt x="181" y="569"/>
                  </a:cubicBezTo>
                  <a:cubicBezTo>
                    <a:pt x="193" y="585"/>
                    <a:pt x="209" y="601"/>
                    <a:pt x="221" y="617"/>
                  </a:cubicBezTo>
                  <a:lnTo>
                    <a:pt x="241" y="641"/>
                  </a:lnTo>
                  <a:cubicBezTo>
                    <a:pt x="249" y="649"/>
                    <a:pt x="261" y="657"/>
                    <a:pt x="269" y="665"/>
                  </a:cubicBezTo>
                  <a:cubicBezTo>
                    <a:pt x="289" y="677"/>
                    <a:pt x="305" y="689"/>
                    <a:pt x="325" y="701"/>
                  </a:cubicBezTo>
                  <a:cubicBezTo>
                    <a:pt x="345" y="713"/>
                    <a:pt x="365" y="721"/>
                    <a:pt x="385" y="729"/>
                  </a:cubicBezTo>
                  <a:cubicBezTo>
                    <a:pt x="421" y="749"/>
                    <a:pt x="461" y="761"/>
                    <a:pt x="501" y="777"/>
                  </a:cubicBezTo>
                  <a:cubicBezTo>
                    <a:pt x="541" y="789"/>
                    <a:pt x="581" y="797"/>
                    <a:pt x="621" y="805"/>
                  </a:cubicBezTo>
                  <a:cubicBezTo>
                    <a:pt x="605" y="821"/>
                    <a:pt x="585" y="837"/>
                    <a:pt x="569" y="857"/>
                  </a:cubicBezTo>
                  <a:cubicBezTo>
                    <a:pt x="545" y="881"/>
                    <a:pt x="525" y="905"/>
                    <a:pt x="505" y="933"/>
                  </a:cubicBezTo>
                  <a:cubicBezTo>
                    <a:pt x="497" y="949"/>
                    <a:pt x="489" y="961"/>
                    <a:pt x="477" y="977"/>
                  </a:cubicBezTo>
                  <a:cubicBezTo>
                    <a:pt x="477" y="985"/>
                    <a:pt x="473" y="993"/>
                    <a:pt x="469" y="1001"/>
                  </a:cubicBezTo>
                  <a:lnTo>
                    <a:pt x="461" y="1033"/>
                  </a:lnTo>
                  <a:cubicBezTo>
                    <a:pt x="457" y="1049"/>
                    <a:pt x="457" y="1069"/>
                    <a:pt x="457" y="1085"/>
                  </a:cubicBezTo>
                  <a:cubicBezTo>
                    <a:pt x="457" y="1101"/>
                    <a:pt x="457" y="1117"/>
                    <a:pt x="457" y="1137"/>
                  </a:cubicBezTo>
                  <a:cubicBezTo>
                    <a:pt x="461" y="1169"/>
                    <a:pt x="469" y="1197"/>
                    <a:pt x="477" y="1229"/>
                  </a:cubicBezTo>
                  <a:cubicBezTo>
                    <a:pt x="497" y="1289"/>
                    <a:pt x="517" y="1349"/>
                    <a:pt x="545" y="1409"/>
                  </a:cubicBezTo>
                  <a:lnTo>
                    <a:pt x="545" y="1413"/>
                  </a:lnTo>
                  <a:lnTo>
                    <a:pt x="549" y="1417"/>
                  </a:lnTo>
                  <a:cubicBezTo>
                    <a:pt x="585" y="1441"/>
                    <a:pt x="621" y="1461"/>
                    <a:pt x="657" y="1481"/>
                  </a:cubicBezTo>
                  <a:cubicBezTo>
                    <a:pt x="697" y="1501"/>
                    <a:pt x="733" y="1517"/>
                    <a:pt x="773" y="1529"/>
                  </a:cubicBezTo>
                  <a:cubicBezTo>
                    <a:pt x="813" y="1541"/>
                    <a:pt x="857" y="1549"/>
                    <a:pt x="897" y="1553"/>
                  </a:cubicBezTo>
                  <a:lnTo>
                    <a:pt x="965" y="1553"/>
                  </a:lnTo>
                  <a:cubicBezTo>
                    <a:pt x="985" y="1549"/>
                    <a:pt x="1005" y="1545"/>
                    <a:pt x="1025" y="1537"/>
                  </a:cubicBezTo>
                  <a:cubicBezTo>
                    <a:pt x="1069" y="1525"/>
                    <a:pt x="1109" y="1505"/>
                    <a:pt x="1145" y="1481"/>
                  </a:cubicBezTo>
                  <a:cubicBezTo>
                    <a:pt x="1177" y="1461"/>
                    <a:pt x="1213" y="1433"/>
                    <a:pt x="1245" y="1409"/>
                  </a:cubicBezTo>
                  <a:cubicBezTo>
                    <a:pt x="1273" y="1381"/>
                    <a:pt x="1305" y="1357"/>
                    <a:pt x="1337" y="1337"/>
                  </a:cubicBezTo>
                  <a:cubicBezTo>
                    <a:pt x="1353" y="1329"/>
                    <a:pt x="1369" y="1321"/>
                    <a:pt x="1381" y="1313"/>
                  </a:cubicBezTo>
                  <a:cubicBezTo>
                    <a:pt x="1389" y="1313"/>
                    <a:pt x="1397" y="1309"/>
                    <a:pt x="1405" y="1309"/>
                  </a:cubicBezTo>
                  <a:cubicBezTo>
                    <a:pt x="1425" y="1333"/>
                    <a:pt x="1441" y="1353"/>
                    <a:pt x="1461" y="1377"/>
                  </a:cubicBezTo>
                  <a:cubicBezTo>
                    <a:pt x="1481" y="1405"/>
                    <a:pt x="1497" y="1433"/>
                    <a:pt x="1513" y="1461"/>
                  </a:cubicBezTo>
                  <a:cubicBezTo>
                    <a:pt x="1521" y="1477"/>
                    <a:pt x="1525" y="1489"/>
                    <a:pt x="1529" y="1505"/>
                  </a:cubicBezTo>
                  <a:cubicBezTo>
                    <a:pt x="1537" y="1521"/>
                    <a:pt x="1541" y="1541"/>
                    <a:pt x="1545" y="1557"/>
                  </a:cubicBezTo>
                  <a:lnTo>
                    <a:pt x="1569" y="1661"/>
                  </a:lnTo>
                  <a:cubicBezTo>
                    <a:pt x="1589" y="1737"/>
                    <a:pt x="1617" y="1813"/>
                    <a:pt x="1653" y="1885"/>
                  </a:cubicBezTo>
                  <a:cubicBezTo>
                    <a:pt x="1673" y="1921"/>
                    <a:pt x="1697" y="1953"/>
                    <a:pt x="1721" y="1985"/>
                  </a:cubicBezTo>
                  <a:cubicBezTo>
                    <a:pt x="1749" y="2017"/>
                    <a:pt x="1777" y="2049"/>
                    <a:pt x="1813" y="2077"/>
                  </a:cubicBezTo>
                  <a:lnTo>
                    <a:pt x="1821" y="2081"/>
                  </a:lnTo>
                  <a:lnTo>
                    <a:pt x="1833" y="2085"/>
                  </a:lnTo>
                  <a:cubicBezTo>
                    <a:pt x="1853" y="2093"/>
                    <a:pt x="1865" y="2097"/>
                    <a:pt x="1885" y="2097"/>
                  </a:cubicBezTo>
                  <a:cubicBezTo>
                    <a:pt x="1901" y="2101"/>
                    <a:pt x="1917" y="2101"/>
                    <a:pt x="1933" y="2101"/>
                  </a:cubicBezTo>
                  <a:cubicBezTo>
                    <a:pt x="1939" y="2102"/>
                    <a:pt x="1946" y="2102"/>
                    <a:pt x="1952" y="2102"/>
                  </a:cubicBezTo>
                  <a:cubicBezTo>
                    <a:pt x="1982" y="2102"/>
                    <a:pt x="2011" y="2095"/>
                    <a:pt x="2041" y="2085"/>
                  </a:cubicBezTo>
                  <a:cubicBezTo>
                    <a:pt x="2061" y="2077"/>
                    <a:pt x="2081" y="2065"/>
                    <a:pt x="2093" y="2053"/>
                  </a:cubicBezTo>
                  <a:cubicBezTo>
                    <a:pt x="2105" y="2045"/>
                    <a:pt x="2109" y="2037"/>
                    <a:pt x="2117" y="2029"/>
                  </a:cubicBezTo>
                  <a:lnTo>
                    <a:pt x="2125" y="2013"/>
                  </a:lnTo>
                  <a:lnTo>
                    <a:pt x="2129" y="2009"/>
                  </a:lnTo>
                  <a:lnTo>
                    <a:pt x="2129" y="2005"/>
                  </a:lnTo>
                  <a:lnTo>
                    <a:pt x="2129" y="1997"/>
                  </a:lnTo>
                  <a:lnTo>
                    <a:pt x="2137" y="1977"/>
                  </a:lnTo>
                  <a:cubicBezTo>
                    <a:pt x="2141" y="1969"/>
                    <a:pt x="2145" y="1957"/>
                    <a:pt x="2149" y="1949"/>
                  </a:cubicBezTo>
                  <a:cubicBezTo>
                    <a:pt x="2153" y="1933"/>
                    <a:pt x="2153" y="1913"/>
                    <a:pt x="2157" y="1897"/>
                  </a:cubicBezTo>
                  <a:cubicBezTo>
                    <a:pt x="2161" y="1841"/>
                    <a:pt x="2161" y="1785"/>
                    <a:pt x="2157" y="1725"/>
                  </a:cubicBezTo>
                  <a:cubicBezTo>
                    <a:pt x="2153" y="1713"/>
                    <a:pt x="2149" y="1701"/>
                    <a:pt x="2149" y="1689"/>
                  </a:cubicBezTo>
                  <a:lnTo>
                    <a:pt x="2149" y="1689"/>
                  </a:lnTo>
                  <a:cubicBezTo>
                    <a:pt x="2177" y="1701"/>
                    <a:pt x="2205" y="1717"/>
                    <a:pt x="2229" y="1733"/>
                  </a:cubicBezTo>
                  <a:cubicBezTo>
                    <a:pt x="2241" y="1741"/>
                    <a:pt x="2253" y="1753"/>
                    <a:pt x="2265" y="1761"/>
                  </a:cubicBezTo>
                  <a:cubicBezTo>
                    <a:pt x="2273" y="1769"/>
                    <a:pt x="2281" y="1781"/>
                    <a:pt x="2289" y="1793"/>
                  </a:cubicBezTo>
                  <a:lnTo>
                    <a:pt x="2289" y="1797"/>
                  </a:lnTo>
                  <a:lnTo>
                    <a:pt x="2293" y="1805"/>
                  </a:lnTo>
                  <a:lnTo>
                    <a:pt x="2305" y="1817"/>
                  </a:lnTo>
                  <a:lnTo>
                    <a:pt x="2309" y="1825"/>
                  </a:lnTo>
                  <a:lnTo>
                    <a:pt x="2317" y="1833"/>
                  </a:lnTo>
                  <a:cubicBezTo>
                    <a:pt x="2321" y="1837"/>
                    <a:pt x="2329" y="1845"/>
                    <a:pt x="2337" y="1853"/>
                  </a:cubicBezTo>
                  <a:cubicBezTo>
                    <a:pt x="2341" y="1857"/>
                    <a:pt x="2349" y="1861"/>
                    <a:pt x="2353" y="1861"/>
                  </a:cubicBezTo>
                  <a:lnTo>
                    <a:pt x="2369" y="1873"/>
                  </a:lnTo>
                  <a:cubicBezTo>
                    <a:pt x="2381" y="1877"/>
                    <a:pt x="2389" y="1881"/>
                    <a:pt x="2401" y="1885"/>
                  </a:cubicBezTo>
                  <a:cubicBezTo>
                    <a:pt x="2441" y="1901"/>
                    <a:pt x="2481" y="1909"/>
                    <a:pt x="2521" y="1917"/>
                  </a:cubicBezTo>
                  <a:cubicBezTo>
                    <a:pt x="2561" y="1921"/>
                    <a:pt x="2597" y="1929"/>
                    <a:pt x="2637" y="1933"/>
                  </a:cubicBezTo>
                  <a:cubicBezTo>
                    <a:pt x="2713" y="1941"/>
                    <a:pt x="2793" y="1945"/>
                    <a:pt x="2869" y="1945"/>
                  </a:cubicBezTo>
                  <a:lnTo>
                    <a:pt x="2921" y="1945"/>
                  </a:lnTo>
                  <a:lnTo>
                    <a:pt x="2901" y="1905"/>
                  </a:lnTo>
                  <a:cubicBezTo>
                    <a:pt x="2885" y="1873"/>
                    <a:pt x="2869" y="1837"/>
                    <a:pt x="2845" y="1805"/>
                  </a:cubicBezTo>
                  <a:lnTo>
                    <a:pt x="2745" y="1729"/>
                  </a:lnTo>
                  <a:cubicBezTo>
                    <a:pt x="2221" y="1681"/>
                    <a:pt x="1841" y="1265"/>
                    <a:pt x="1841" y="1265"/>
                  </a:cubicBezTo>
                  <a:cubicBezTo>
                    <a:pt x="1633" y="1181"/>
                    <a:pt x="1429" y="1077"/>
                    <a:pt x="1241" y="953"/>
                  </a:cubicBezTo>
                  <a:cubicBezTo>
                    <a:pt x="961" y="765"/>
                    <a:pt x="581" y="177"/>
                    <a:pt x="349" y="41"/>
                  </a:cubicBezTo>
                  <a:cubicBezTo>
                    <a:pt x="305" y="13"/>
                    <a:pt x="257" y="1"/>
                    <a:pt x="205" y="1"/>
                  </a:cubicBezTo>
                  <a:close/>
                </a:path>
              </a:pathLst>
            </a:custGeom>
            <a:solidFill>
              <a:srgbClr val="A29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65"/>
            <p:cNvSpPr/>
            <p:nvPr/>
          </p:nvSpPr>
          <p:spPr>
            <a:xfrm flipH="1">
              <a:off x="8873952" y="2219852"/>
              <a:ext cx="304071" cy="380458"/>
            </a:xfrm>
            <a:custGeom>
              <a:avLst/>
              <a:gdLst/>
              <a:ahLst/>
              <a:cxnLst/>
              <a:rect l="l" t="t" r="r" b="b"/>
              <a:pathLst>
                <a:path w="2261" h="2829" extrusionOk="0">
                  <a:moveTo>
                    <a:pt x="1365" y="1"/>
                  </a:moveTo>
                  <a:lnTo>
                    <a:pt x="1365" y="1"/>
                  </a:lnTo>
                  <a:cubicBezTo>
                    <a:pt x="1261" y="61"/>
                    <a:pt x="1143" y="76"/>
                    <a:pt x="1023" y="76"/>
                  </a:cubicBezTo>
                  <a:cubicBezTo>
                    <a:pt x="944" y="76"/>
                    <a:pt x="863" y="69"/>
                    <a:pt x="785" y="65"/>
                  </a:cubicBezTo>
                  <a:cubicBezTo>
                    <a:pt x="750" y="63"/>
                    <a:pt x="714" y="61"/>
                    <a:pt x="678" y="61"/>
                  </a:cubicBezTo>
                  <a:cubicBezTo>
                    <a:pt x="513" y="61"/>
                    <a:pt x="345" y="90"/>
                    <a:pt x="233" y="209"/>
                  </a:cubicBezTo>
                  <a:cubicBezTo>
                    <a:pt x="141" y="309"/>
                    <a:pt x="109" y="453"/>
                    <a:pt x="81" y="585"/>
                  </a:cubicBezTo>
                  <a:lnTo>
                    <a:pt x="1" y="985"/>
                  </a:lnTo>
                  <a:lnTo>
                    <a:pt x="25" y="985"/>
                  </a:lnTo>
                  <a:cubicBezTo>
                    <a:pt x="25" y="785"/>
                    <a:pt x="137" y="597"/>
                    <a:pt x="317" y="505"/>
                  </a:cubicBezTo>
                  <a:lnTo>
                    <a:pt x="317" y="505"/>
                  </a:lnTo>
                  <a:cubicBezTo>
                    <a:pt x="177" y="1013"/>
                    <a:pt x="253" y="1557"/>
                    <a:pt x="529" y="2005"/>
                  </a:cubicBezTo>
                  <a:cubicBezTo>
                    <a:pt x="421" y="1633"/>
                    <a:pt x="501" y="1233"/>
                    <a:pt x="741" y="929"/>
                  </a:cubicBezTo>
                  <a:lnTo>
                    <a:pt x="849" y="2609"/>
                  </a:lnTo>
                  <a:cubicBezTo>
                    <a:pt x="909" y="2345"/>
                    <a:pt x="1021" y="2093"/>
                    <a:pt x="1173" y="1869"/>
                  </a:cubicBezTo>
                  <a:lnTo>
                    <a:pt x="1173" y="1869"/>
                  </a:lnTo>
                  <a:cubicBezTo>
                    <a:pt x="1097" y="2125"/>
                    <a:pt x="1081" y="2389"/>
                    <a:pt x="1117" y="2653"/>
                  </a:cubicBezTo>
                  <a:cubicBezTo>
                    <a:pt x="1121" y="2701"/>
                    <a:pt x="1141" y="2749"/>
                    <a:pt x="1169" y="2789"/>
                  </a:cubicBezTo>
                  <a:cubicBezTo>
                    <a:pt x="1189" y="2814"/>
                    <a:pt x="1219" y="2828"/>
                    <a:pt x="1249" y="2828"/>
                  </a:cubicBezTo>
                  <a:cubicBezTo>
                    <a:pt x="1267" y="2828"/>
                    <a:pt x="1285" y="2823"/>
                    <a:pt x="1301" y="2813"/>
                  </a:cubicBezTo>
                  <a:cubicBezTo>
                    <a:pt x="1269" y="2741"/>
                    <a:pt x="1313" y="2653"/>
                    <a:pt x="1377" y="2605"/>
                  </a:cubicBezTo>
                  <a:cubicBezTo>
                    <a:pt x="1445" y="2561"/>
                    <a:pt x="1521" y="2529"/>
                    <a:pt x="1597" y="2505"/>
                  </a:cubicBezTo>
                  <a:cubicBezTo>
                    <a:pt x="1833" y="2409"/>
                    <a:pt x="2021" y="2217"/>
                    <a:pt x="2113" y="1981"/>
                  </a:cubicBezTo>
                  <a:cubicBezTo>
                    <a:pt x="2261" y="1605"/>
                    <a:pt x="2145" y="1169"/>
                    <a:pt x="1945" y="817"/>
                  </a:cubicBezTo>
                  <a:cubicBezTo>
                    <a:pt x="1797" y="557"/>
                    <a:pt x="1593" y="301"/>
                    <a:pt x="1605" y="1"/>
                  </a:cubicBezTo>
                  <a:lnTo>
                    <a:pt x="1605" y="1"/>
                  </a:lnTo>
                  <a:cubicBezTo>
                    <a:pt x="1521" y="121"/>
                    <a:pt x="1409" y="221"/>
                    <a:pt x="1277" y="289"/>
                  </a:cubicBezTo>
                  <a:cubicBezTo>
                    <a:pt x="1305" y="193"/>
                    <a:pt x="1337" y="97"/>
                    <a:pt x="13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65"/>
            <p:cNvSpPr/>
            <p:nvPr/>
          </p:nvSpPr>
          <p:spPr>
            <a:xfrm flipH="1">
              <a:off x="8475204" y="2598965"/>
              <a:ext cx="452677" cy="104764"/>
            </a:xfrm>
            <a:custGeom>
              <a:avLst/>
              <a:gdLst/>
              <a:ahLst/>
              <a:cxnLst/>
              <a:rect l="l" t="t" r="r" b="b"/>
              <a:pathLst>
                <a:path w="3366" h="779" extrusionOk="0">
                  <a:moveTo>
                    <a:pt x="487" y="1"/>
                  </a:moveTo>
                  <a:cubicBezTo>
                    <a:pt x="374" y="1"/>
                    <a:pt x="263" y="17"/>
                    <a:pt x="153" y="54"/>
                  </a:cubicBezTo>
                  <a:cubicBezTo>
                    <a:pt x="97" y="66"/>
                    <a:pt x="53" y="102"/>
                    <a:pt x="25" y="150"/>
                  </a:cubicBezTo>
                  <a:cubicBezTo>
                    <a:pt x="1" y="214"/>
                    <a:pt x="21" y="290"/>
                    <a:pt x="77" y="330"/>
                  </a:cubicBezTo>
                  <a:cubicBezTo>
                    <a:pt x="133" y="370"/>
                    <a:pt x="193" y="398"/>
                    <a:pt x="261" y="410"/>
                  </a:cubicBezTo>
                  <a:lnTo>
                    <a:pt x="261" y="422"/>
                  </a:lnTo>
                  <a:cubicBezTo>
                    <a:pt x="306" y="421"/>
                    <a:pt x="352" y="421"/>
                    <a:pt x="397" y="421"/>
                  </a:cubicBezTo>
                  <a:cubicBezTo>
                    <a:pt x="716" y="421"/>
                    <a:pt x="1035" y="433"/>
                    <a:pt x="1353" y="458"/>
                  </a:cubicBezTo>
                  <a:cubicBezTo>
                    <a:pt x="1593" y="470"/>
                    <a:pt x="1833" y="514"/>
                    <a:pt x="2061" y="590"/>
                  </a:cubicBezTo>
                  <a:cubicBezTo>
                    <a:pt x="2181" y="634"/>
                    <a:pt x="2301" y="690"/>
                    <a:pt x="2425" y="730"/>
                  </a:cubicBezTo>
                  <a:cubicBezTo>
                    <a:pt x="2537" y="764"/>
                    <a:pt x="2653" y="778"/>
                    <a:pt x="2770" y="778"/>
                  </a:cubicBezTo>
                  <a:cubicBezTo>
                    <a:pt x="2970" y="778"/>
                    <a:pt x="3173" y="736"/>
                    <a:pt x="3365" y="678"/>
                  </a:cubicBezTo>
                  <a:lnTo>
                    <a:pt x="3365" y="678"/>
                  </a:lnTo>
                  <a:cubicBezTo>
                    <a:pt x="3241" y="708"/>
                    <a:pt x="3114" y="723"/>
                    <a:pt x="2988" y="723"/>
                  </a:cubicBezTo>
                  <a:cubicBezTo>
                    <a:pt x="2685" y="723"/>
                    <a:pt x="2386" y="637"/>
                    <a:pt x="2129" y="470"/>
                  </a:cubicBezTo>
                  <a:cubicBezTo>
                    <a:pt x="1977" y="370"/>
                    <a:pt x="1845" y="246"/>
                    <a:pt x="1693" y="150"/>
                  </a:cubicBezTo>
                  <a:cubicBezTo>
                    <a:pt x="1567" y="68"/>
                    <a:pt x="1418" y="4"/>
                    <a:pt x="1265" y="4"/>
                  </a:cubicBezTo>
                  <a:cubicBezTo>
                    <a:pt x="1238" y="4"/>
                    <a:pt x="1212" y="6"/>
                    <a:pt x="1185" y="10"/>
                  </a:cubicBezTo>
                  <a:cubicBezTo>
                    <a:pt x="1257" y="106"/>
                    <a:pt x="1345" y="194"/>
                    <a:pt x="1441" y="262"/>
                  </a:cubicBezTo>
                  <a:cubicBezTo>
                    <a:pt x="1138" y="131"/>
                    <a:pt x="809" y="1"/>
                    <a:pt x="4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65"/>
            <p:cNvSpPr/>
            <p:nvPr/>
          </p:nvSpPr>
          <p:spPr>
            <a:xfrm flipH="1">
              <a:off x="8484349" y="2685573"/>
              <a:ext cx="359075" cy="99519"/>
            </a:xfrm>
            <a:custGeom>
              <a:avLst/>
              <a:gdLst/>
              <a:ahLst/>
              <a:cxnLst/>
              <a:rect l="l" t="t" r="r" b="b"/>
              <a:pathLst>
                <a:path w="2670" h="740" extrusionOk="0">
                  <a:moveTo>
                    <a:pt x="793" y="0"/>
                  </a:moveTo>
                  <a:cubicBezTo>
                    <a:pt x="570" y="0"/>
                    <a:pt x="338" y="47"/>
                    <a:pt x="112" y="47"/>
                  </a:cubicBezTo>
                  <a:cubicBezTo>
                    <a:pt x="91" y="47"/>
                    <a:pt x="70" y="47"/>
                    <a:pt x="49" y="46"/>
                  </a:cubicBezTo>
                  <a:lnTo>
                    <a:pt x="49" y="46"/>
                  </a:lnTo>
                  <a:lnTo>
                    <a:pt x="101" y="90"/>
                  </a:lnTo>
                  <a:cubicBezTo>
                    <a:pt x="85" y="78"/>
                    <a:pt x="67" y="72"/>
                    <a:pt x="49" y="72"/>
                  </a:cubicBezTo>
                  <a:cubicBezTo>
                    <a:pt x="32" y="72"/>
                    <a:pt x="15" y="78"/>
                    <a:pt x="1" y="90"/>
                  </a:cubicBezTo>
                  <a:cubicBezTo>
                    <a:pt x="122" y="211"/>
                    <a:pt x="295" y="234"/>
                    <a:pt x="473" y="234"/>
                  </a:cubicBezTo>
                  <a:cubicBezTo>
                    <a:pt x="560" y="234"/>
                    <a:pt x="649" y="228"/>
                    <a:pt x="733" y="226"/>
                  </a:cubicBezTo>
                  <a:cubicBezTo>
                    <a:pt x="761" y="225"/>
                    <a:pt x="788" y="224"/>
                    <a:pt x="816" y="224"/>
                  </a:cubicBezTo>
                  <a:cubicBezTo>
                    <a:pt x="1098" y="224"/>
                    <a:pt x="1387" y="282"/>
                    <a:pt x="1613" y="450"/>
                  </a:cubicBezTo>
                  <a:cubicBezTo>
                    <a:pt x="1507" y="437"/>
                    <a:pt x="1401" y="431"/>
                    <a:pt x="1295" y="431"/>
                  </a:cubicBezTo>
                  <a:cubicBezTo>
                    <a:pt x="1165" y="431"/>
                    <a:pt x="1037" y="440"/>
                    <a:pt x="909" y="458"/>
                  </a:cubicBezTo>
                  <a:cubicBezTo>
                    <a:pt x="1133" y="582"/>
                    <a:pt x="1373" y="666"/>
                    <a:pt x="1625" y="718"/>
                  </a:cubicBezTo>
                  <a:cubicBezTo>
                    <a:pt x="1690" y="733"/>
                    <a:pt x="1758" y="739"/>
                    <a:pt x="1826" y="739"/>
                  </a:cubicBezTo>
                  <a:cubicBezTo>
                    <a:pt x="1846" y="739"/>
                    <a:pt x="1865" y="739"/>
                    <a:pt x="1885" y="738"/>
                  </a:cubicBezTo>
                  <a:cubicBezTo>
                    <a:pt x="2005" y="718"/>
                    <a:pt x="2121" y="682"/>
                    <a:pt x="2229" y="622"/>
                  </a:cubicBezTo>
                  <a:lnTo>
                    <a:pt x="2669" y="422"/>
                  </a:lnTo>
                  <a:lnTo>
                    <a:pt x="2669" y="422"/>
                  </a:lnTo>
                  <a:cubicBezTo>
                    <a:pt x="2488" y="466"/>
                    <a:pt x="2299" y="508"/>
                    <a:pt x="2115" y="508"/>
                  </a:cubicBezTo>
                  <a:cubicBezTo>
                    <a:pt x="1997" y="508"/>
                    <a:pt x="1882" y="491"/>
                    <a:pt x="1773" y="446"/>
                  </a:cubicBezTo>
                  <a:cubicBezTo>
                    <a:pt x="1553" y="354"/>
                    <a:pt x="1389" y="158"/>
                    <a:pt x="1169" y="66"/>
                  </a:cubicBezTo>
                  <a:cubicBezTo>
                    <a:pt x="1048" y="16"/>
                    <a:pt x="922" y="0"/>
                    <a:pt x="7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65"/>
            <p:cNvSpPr/>
            <p:nvPr/>
          </p:nvSpPr>
          <p:spPr>
            <a:xfrm flipH="1">
              <a:off x="9211779" y="2075684"/>
              <a:ext cx="79750" cy="326664"/>
            </a:xfrm>
            <a:custGeom>
              <a:avLst/>
              <a:gdLst/>
              <a:ahLst/>
              <a:cxnLst/>
              <a:rect l="l" t="t" r="r" b="b"/>
              <a:pathLst>
                <a:path w="593" h="2429" extrusionOk="0">
                  <a:moveTo>
                    <a:pt x="385" y="1"/>
                  </a:moveTo>
                  <a:lnTo>
                    <a:pt x="137" y="677"/>
                  </a:lnTo>
                  <a:cubicBezTo>
                    <a:pt x="69" y="857"/>
                    <a:pt x="1" y="1053"/>
                    <a:pt x="69" y="1233"/>
                  </a:cubicBezTo>
                  <a:cubicBezTo>
                    <a:pt x="133" y="1137"/>
                    <a:pt x="173" y="1033"/>
                    <a:pt x="185" y="921"/>
                  </a:cubicBezTo>
                  <a:cubicBezTo>
                    <a:pt x="225" y="1445"/>
                    <a:pt x="361" y="1957"/>
                    <a:pt x="593" y="2429"/>
                  </a:cubicBezTo>
                  <a:lnTo>
                    <a:pt x="561" y="1885"/>
                  </a:lnTo>
                  <a:cubicBezTo>
                    <a:pt x="553" y="1753"/>
                    <a:pt x="537" y="1617"/>
                    <a:pt x="509" y="1485"/>
                  </a:cubicBezTo>
                  <a:cubicBezTo>
                    <a:pt x="465" y="1297"/>
                    <a:pt x="365" y="1117"/>
                    <a:pt x="361" y="921"/>
                  </a:cubicBezTo>
                  <a:cubicBezTo>
                    <a:pt x="349" y="641"/>
                    <a:pt x="521" y="357"/>
                    <a:pt x="425" y="93"/>
                  </a:cubicBezTo>
                  <a:lnTo>
                    <a:pt x="425" y="93"/>
                  </a:lnTo>
                  <a:lnTo>
                    <a:pt x="417" y="177"/>
                  </a:lnTo>
                  <a:cubicBezTo>
                    <a:pt x="409" y="117"/>
                    <a:pt x="397" y="61"/>
                    <a:pt x="3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65"/>
            <p:cNvSpPr/>
            <p:nvPr/>
          </p:nvSpPr>
          <p:spPr>
            <a:xfrm flipH="1">
              <a:off x="8765154" y="2134319"/>
              <a:ext cx="255253" cy="316443"/>
            </a:xfrm>
            <a:custGeom>
              <a:avLst/>
              <a:gdLst/>
              <a:ahLst/>
              <a:cxnLst/>
              <a:rect l="l" t="t" r="r" b="b"/>
              <a:pathLst>
                <a:path w="1898" h="2353" extrusionOk="0">
                  <a:moveTo>
                    <a:pt x="853" y="1"/>
                  </a:moveTo>
                  <a:lnTo>
                    <a:pt x="853" y="1"/>
                  </a:lnTo>
                  <a:cubicBezTo>
                    <a:pt x="713" y="129"/>
                    <a:pt x="541" y="221"/>
                    <a:pt x="353" y="265"/>
                  </a:cubicBezTo>
                  <a:cubicBezTo>
                    <a:pt x="285" y="273"/>
                    <a:pt x="217" y="289"/>
                    <a:pt x="149" y="313"/>
                  </a:cubicBezTo>
                  <a:cubicBezTo>
                    <a:pt x="81" y="337"/>
                    <a:pt x="29" y="385"/>
                    <a:pt x="1" y="453"/>
                  </a:cubicBezTo>
                  <a:cubicBezTo>
                    <a:pt x="9" y="453"/>
                    <a:pt x="21" y="457"/>
                    <a:pt x="29" y="457"/>
                  </a:cubicBezTo>
                  <a:lnTo>
                    <a:pt x="13" y="457"/>
                  </a:lnTo>
                  <a:cubicBezTo>
                    <a:pt x="45" y="473"/>
                    <a:pt x="77" y="485"/>
                    <a:pt x="113" y="493"/>
                  </a:cubicBezTo>
                  <a:cubicBezTo>
                    <a:pt x="141" y="509"/>
                    <a:pt x="173" y="517"/>
                    <a:pt x="205" y="521"/>
                  </a:cubicBezTo>
                  <a:cubicBezTo>
                    <a:pt x="225" y="521"/>
                    <a:pt x="241" y="525"/>
                    <a:pt x="257" y="525"/>
                  </a:cubicBezTo>
                  <a:cubicBezTo>
                    <a:pt x="273" y="533"/>
                    <a:pt x="285" y="545"/>
                    <a:pt x="301" y="549"/>
                  </a:cubicBezTo>
                  <a:cubicBezTo>
                    <a:pt x="305" y="550"/>
                    <a:pt x="309" y="550"/>
                    <a:pt x="313" y="550"/>
                  </a:cubicBezTo>
                  <a:cubicBezTo>
                    <a:pt x="348" y="550"/>
                    <a:pt x="376" y="521"/>
                    <a:pt x="401" y="493"/>
                  </a:cubicBezTo>
                  <a:cubicBezTo>
                    <a:pt x="405" y="489"/>
                    <a:pt x="409" y="481"/>
                    <a:pt x="417" y="477"/>
                  </a:cubicBezTo>
                  <a:cubicBezTo>
                    <a:pt x="441" y="469"/>
                    <a:pt x="465" y="461"/>
                    <a:pt x="485" y="449"/>
                  </a:cubicBezTo>
                  <a:cubicBezTo>
                    <a:pt x="513" y="621"/>
                    <a:pt x="637" y="757"/>
                    <a:pt x="737" y="897"/>
                  </a:cubicBezTo>
                  <a:cubicBezTo>
                    <a:pt x="1045" y="1317"/>
                    <a:pt x="1217" y="1821"/>
                    <a:pt x="1465" y="2281"/>
                  </a:cubicBezTo>
                  <a:cubicBezTo>
                    <a:pt x="1481" y="2317"/>
                    <a:pt x="1505" y="2353"/>
                    <a:pt x="1545" y="2353"/>
                  </a:cubicBezTo>
                  <a:cubicBezTo>
                    <a:pt x="1597" y="2353"/>
                    <a:pt x="1621" y="2301"/>
                    <a:pt x="1633" y="2253"/>
                  </a:cubicBezTo>
                  <a:cubicBezTo>
                    <a:pt x="1685" y="2053"/>
                    <a:pt x="1701" y="1845"/>
                    <a:pt x="1689" y="1637"/>
                  </a:cubicBezTo>
                  <a:cubicBezTo>
                    <a:pt x="1691" y="1636"/>
                    <a:pt x="1694" y="1636"/>
                    <a:pt x="1696" y="1636"/>
                  </a:cubicBezTo>
                  <a:cubicBezTo>
                    <a:pt x="1720" y="1636"/>
                    <a:pt x="1733" y="1672"/>
                    <a:pt x="1737" y="1701"/>
                  </a:cubicBezTo>
                  <a:cubicBezTo>
                    <a:pt x="1753" y="1897"/>
                    <a:pt x="1745" y="2093"/>
                    <a:pt x="1713" y="2289"/>
                  </a:cubicBezTo>
                  <a:cubicBezTo>
                    <a:pt x="1861" y="2109"/>
                    <a:pt x="1897" y="1857"/>
                    <a:pt x="1853" y="1629"/>
                  </a:cubicBezTo>
                  <a:cubicBezTo>
                    <a:pt x="1805" y="1397"/>
                    <a:pt x="1689" y="1189"/>
                    <a:pt x="1565" y="993"/>
                  </a:cubicBezTo>
                  <a:cubicBezTo>
                    <a:pt x="1441" y="797"/>
                    <a:pt x="1301" y="609"/>
                    <a:pt x="1205" y="393"/>
                  </a:cubicBezTo>
                  <a:cubicBezTo>
                    <a:pt x="1189" y="361"/>
                    <a:pt x="1173" y="325"/>
                    <a:pt x="1161" y="293"/>
                  </a:cubicBezTo>
                  <a:cubicBezTo>
                    <a:pt x="1125" y="353"/>
                    <a:pt x="1109" y="421"/>
                    <a:pt x="1121" y="493"/>
                  </a:cubicBezTo>
                  <a:cubicBezTo>
                    <a:pt x="1069" y="329"/>
                    <a:pt x="1065" y="137"/>
                    <a:pt x="933" y="25"/>
                  </a:cubicBezTo>
                  <a:cubicBezTo>
                    <a:pt x="913" y="129"/>
                    <a:pt x="829" y="209"/>
                    <a:pt x="729" y="229"/>
                  </a:cubicBezTo>
                  <a:cubicBezTo>
                    <a:pt x="785" y="161"/>
                    <a:pt x="829" y="85"/>
                    <a:pt x="8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65"/>
            <p:cNvSpPr/>
            <p:nvPr/>
          </p:nvSpPr>
          <p:spPr>
            <a:xfrm flipH="1">
              <a:off x="8386982" y="2470666"/>
              <a:ext cx="454290" cy="180344"/>
            </a:xfrm>
            <a:custGeom>
              <a:avLst/>
              <a:gdLst/>
              <a:ahLst/>
              <a:cxnLst/>
              <a:rect l="l" t="t" r="r" b="b"/>
              <a:pathLst>
                <a:path w="3378" h="1341" extrusionOk="0">
                  <a:moveTo>
                    <a:pt x="682" y="0"/>
                  </a:moveTo>
                  <a:cubicBezTo>
                    <a:pt x="541" y="0"/>
                    <a:pt x="403" y="35"/>
                    <a:pt x="297" y="128"/>
                  </a:cubicBezTo>
                  <a:lnTo>
                    <a:pt x="277" y="128"/>
                  </a:lnTo>
                  <a:cubicBezTo>
                    <a:pt x="273" y="240"/>
                    <a:pt x="249" y="352"/>
                    <a:pt x="213" y="460"/>
                  </a:cubicBezTo>
                  <a:cubicBezTo>
                    <a:pt x="177" y="568"/>
                    <a:pt x="101" y="660"/>
                    <a:pt x="1" y="712"/>
                  </a:cubicBezTo>
                  <a:cubicBezTo>
                    <a:pt x="70" y="746"/>
                    <a:pt x="143" y="758"/>
                    <a:pt x="219" y="758"/>
                  </a:cubicBezTo>
                  <a:cubicBezTo>
                    <a:pt x="392" y="758"/>
                    <a:pt x="578" y="695"/>
                    <a:pt x="756" y="695"/>
                  </a:cubicBezTo>
                  <a:cubicBezTo>
                    <a:pt x="805" y="695"/>
                    <a:pt x="854" y="700"/>
                    <a:pt x="901" y="712"/>
                  </a:cubicBezTo>
                  <a:cubicBezTo>
                    <a:pt x="961" y="728"/>
                    <a:pt x="1021" y="752"/>
                    <a:pt x="1077" y="780"/>
                  </a:cubicBezTo>
                  <a:lnTo>
                    <a:pt x="2001" y="1224"/>
                  </a:lnTo>
                  <a:cubicBezTo>
                    <a:pt x="2077" y="1264"/>
                    <a:pt x="2157" y="1296"/>
                    <a:pt x="2241" y="1320"/>
                  </a:cubicBezTo>
                  <a:cubicBezTo>
                    <a:pt x="2301" y="1333"/>
                    <a:pt x="2361" y="1340"/>
                    <a:pt x="2421" y="1340"/>
                  </a:cubicBezTo>
                  <a:cubicBezTo>
                    <a:pt x="2555" y="1340"/>
                    <a:pt x="2687" y="1307"/>
                    <a:pt x="2805" y="1244"/>
                  </a:cubicBezTo>
                  <a:cubicBezTo>
                    <a:pt x="2977" y="1152"/>
                    <a:pt x="3129" y="1024"/>
                    <a:pt x="3253" y="872"/>
                  </a:cubicBezTo>
                  <a:lnTo>
                    <a:pt x="3253" y="872"/>
                  </a:lnTo>
                  <a:cubicBezTo>
                    <a:pt x="3231" y="885"/>
                    <a:pt x="3206" y="893"/>
                    <a:pt x="3181" y="893"/>
                  </a:cubicBezTo>
                  <a:cubicBezTo>
                    <a:pt x="3169" y="893"/>
                    <a:pt x="3157" y="892"/>
                    <a:pt x="3145" y="888"/>
                  </a:cubicBezTo>
                  <a:cubicBezTo>
                    <a:pt x="3277" y="772"/>
                    <a:pt x="3361" y="612"/>
                    <a:pt x="3377" y="436"/>
                  </a:cubicBezTo>
                  <a:lnTo>
                    <a:pt x="3377" y="436"/>
                  </a:lnTo>
                  <a:cubicBezTo>
                    <a:pt x="3293" y="444"/>
                    <a:pt x="3229" y="504"/>
                    <a:pt x="3165" y="556"/>
                  </a:cubicBezTo>
                  <a:cubicBezTo>
                    <a:pt x="3112" y="597"/>
                    <a:pt x="3049" y="632"/>
                    <a:pt x="2987" y="632"/>
                  </a:cubicBezTo>
                  <a:cubicBezTo>
                    <a:pt x="2970" y="632"/>
                    <a:pt x="2953" y="630"/>
                    <a:pt x="2937" y="624"/>
                  </a:cubicBezTo>
                  <a:cubicBezTo>
                    <a:pt x="2977" y="588"/>
                    <a:pt x="3017" y="548"/>
                    <a:pt x="3049" y="504"/>
                  </a:cubicBezTo>
                  <a:lnTo>
                    <a:pt x="3049" y="504"/>
                  </a:lnTo>
                  <a:cubicBezTo>
                    <a:pt x="2873" y="512"/>
                    <a:pt x="2701" y="516"/>
                    <a:pt x="2525" y="516"/>
                  </a:cubicBezTo>
                  <a:cubicBezTo>
                    <a:pt x="2481" y="518"/>
                    <a:pt x="2436" y="519"/>
                    <a:pt x="2392" y="519"/>
                  </a:cubicBezTo>
                  <a:cubicBezTo>
                    <a:pt x="2249" y="519"/>
                    <a:pt x="2106" y="508"/>
                    <a:pt x="1965" y="484"/>
                  </a:cubicBezTo>
                  <a:cubicBezTo>
                    <a:pt x="1757" y="436"/>
                    <a:pt x="1557" y="360"/>
                    <a:pt x="1365" y="268"/>
                  </a:cubicBezTo>
                  <a:lnTo>
                    <a:pt x="1365" y="268"/>
                  </a:lnTo>
                  <a:cubicBezTo>
                    <a:pt x="1617" y="357"/>
                    <a:pt x="1882" y="403"/>
                    <a:pt x="2148" y="403"/>
                  </a:cubicBezTo>
                  <a:cubicBezTo>
                    <a:pt x="2274" y="403"/>
                    <a:pt x="2400" y="392"/>
                    <a:pt x="2525" y="372"/>
                  </a:cubicBezTo>
                  <a:cubicBezTo>
                    <a:pt x="2189" y="276"/>
                    <a:pt x="1829" y="312"/>
                    <a:pt x="1489" y="224"/>
                  </a:cubicBezTo>
                  <a:cubicBezTo>
                    <a:pt x="1289" y="168"/>
                    <a:pt x="1097" y="72"/>
                    <a:pt x="893" y="24"/>
                  </a:cubicBezTo>
                  <a:cubicBezTo>
                    <a:pt x="824" y="9"/>
                    <a:pt x="753" y="0"/>
                    <a:pt x="6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65"/>
            <p:cNvSpPr/>
            <p:nvPr/>
          </p:nvSpPr>
          <p:spPr>
            <a:xfrm flipH="1">
              <a:off x="8302526" y="2556602"/>
              <a:ext cx="648487" cy="234407"/>
            </a:xfrm>
            <a:custGeom>
              <a:avLst/>
              <a:gdLst/>
              <a:ahLst/>
              <a:cxnLst/>
              <a:rect l="l" t="t" r="r" b="b"/>
              <a:pathLst>
                <a:path w="4822" h="1743" extrusionOk="0">
                  <a:moveTo>
                    <a:pt x="1417" y="121"/>
                  </a:moveTo>
                  <a:cubicBezTo>
                    <a:pt x="1469" y="121"/>
                    <a:pt x="1521" y="129"/>
                    <a:pt x="1569" y="141"/>
                  </a:cubicBezTo>
                  <a:cubicBezTo>
                    <a:pt x="1677" y="169"/>
                    <a:pt x="1781" y="201"/>
                    <a:pt x="1881" y="237"/>
                  </a:cubicBezTo>
                  <a:cubicBezTo>
                    <a:pt x="1985" y="277"/>
                    <a:pt x="2089" y="317"/>
                    <a:pt x="2193" y="357"/>
                  </a:cubicBezTo>
                  <a:cubicBezTo>
                    <a:pt x="2397" y="441"/>
                    <a:pt x="2605" y="529"/>
                    <a:pt x="2813" y="617"/>
                  </a:cubicBezTo>
                  <a:cubicBezTo>
                    <a:pt x="2913" y="661"/>
                    <a:pt x="3017" y="705"/>
                    <a:pt x="3125" y="745"/>
                  </a:cubicBezTo>
                  <a:cubicBezTo>
                    <a:pt x="3229" y="789"/>
                    <a:pt x="3337" y="825"/>
                    <a:pt x="3449" y="849"/>
                  </a:cubicBezTo>
                  <a:lnTo>
                    <a:pt x="3613" y="869"/>
                  </a:lnTo>
                  <a:lnTo>
                    <a:pt x="3785" y="885"/>
                  </a:lnTo>
                  <a:cubicBezTo>
                    <a:pt x="3856" y="892"/>
                    <a:pt x="3927" y="895"/>
                    <a:pt x="3998" y="895"/>
                  </a:cubicBezTo>
                  <a:cubicBezTo>
                    <a:pt x="4039" y="895"/>
                    <a:pt x="4080" y="894"/>
                    <a:pt x="4121" y="893"/>
                  </a:cubicBezTo>
                  <a:cubicBezTo>
                    <a:pt x="4233" y="889"/>
                    <a:pt x="4349" y="877"/>
                    <a:pt x="4461" y="857"/>
                  </a:cubicBezTo>
                  <a:cubicBezTo>
                    <a:pt x="4545" y="845"/>
                    <a:pt x="4630" y="824"/>
                    <a:pt x="4710" y="792"/>
                  </a:cubicBezTo>
                  <a:lnTo>
                    <a:pt x="4710" y="792"/>
                  </a:lnTo>
                  <a:cubicBezTo>
                    <a:pt x="4692" y="845"/>
                    <a:pt x="4667" y="896"/>
                    <a:pt x="4637" y="945"/>
                  </a:cubicBezTo>
                  <a:cubicBezTo>
                    <a:pt x="4597" y="1013"/>
                    <a:pt x="4545" y="1077"/>
                    <a:pt x="4485" y="1129"/>
                  </a:cubicBezTo>
                  <a:cubicBezTo>
                    <a:pt x="4425" y="1181"/>
                    <a:pt x="4353" y="1225"/>
                    <a:pt x="4281" y="1249"/>
                  </a:cubicBezTo>
                  <a:cubicBezTo>
                    <a:pt x="4241" y="1265"/>
                    <a:pt x="4201" y="1277"/>
                    <a:pt x="4161" y="1285"/>
                  </a:cubicBezTo>
                  <a:lnTo>
                    <a:pt x="4037" y="1313"/>
                  </a:lnTo>
                  <a:cubicBezTo>
                    <a:pt x="3705" y="1397"/>
                    <a:pt x="3365" y="1465"/>
                    <a:pt x="3029" y="1541"/>
                  </a:cubicBezTo>
                  <a:cubicBezTo>
                    <a:pt x="2985" y="1553"/>
                    <a:pt x="2945" y="1565"/>
                    <a:pt x="2901" y="1573"/>
                  </a:cubicBezTo>
                  <a:lnTo>
                    <a:pt x="2869" y="1585"/>
                  </a:lnTo>
                  <a:lnTo>
                    <a:pt x="2857" y="1589"/>
                  </a:lnTo>
                  <a:lnTo>
                    <a:pt x="2845" y="1589"/>
                  </a:lnTo>
                  <a:cubicBezTo>
                    <a:pt x="2825" y="1593"/>
                    <a:pt x="2809" y="1593"/>
                    <a:pt x="2789" y="1593"/>
                  </a:cubicBezTo>
                  <a:cubicBezTo>
                    <a:pt x="2769" y="1594"/>
                    <a:pt x="2749" y="1594"/>
                    <a:pt x="2729" y="1594"/>
                  </a:cubicBezTo>
                  <a:cubicBezTo>
                    <a:pt x="2669" y="1594"/>
                    <a:pt x="2609" y="1590"/>
                    <a:pt x="2549" y="1581"/>
                  </a:cubicBezTo>
                  <a:cubicBezTo>
                    <a:pt x="2381" y="1561"/>
                    <a:pt x="2217" y="1525"/>
                    <a:pt x="2049" y="1485"/>
                  </a:cubicBezTo>
                  <a:cubicBezTo>
                    <a:pt x="1881" y="1445"/>
                    <a:pt x="1713" y="1405"/>
                    <a:pt x="1549" y="1361"/>
                  </a:cubicBezTo>
                  <a:cubicBezTo>
                    <a:pt x="1381" y="1317"/>
                    <a:pt x="1217" y="1265"/>
                    <a:pt x="1053" y="1217"/>
                  </a:cubicBezTo>
                  <a:lnTo>
                    <a:pt x="1041" y="1213"/>
                  </a:lnTo>
                  <a:lnTo>
                    <a:pt x="1029" y="1213"/>
                  </a:lnTo>
                  <a:cubicBezTo>
                    <a:pt x="1009" y="1217"/>
                    <a:pt x="985" y="1217"/>
                    <a:pt x="965" y="1217"/>
                  </a:cubicBezTo>
                  <a:lnTo>
                    <a:pt x="893" y="1217"/>
                  </a:lnTo>
                  <a:cubicBezTo>
                    <a:pt x="845" y="1213"/>
                    <a:pt x="801" y="1205"/>
                    <a:pt x="753" y="1197"/>
                  </a:cubicBezTo>
                  <a:cubicBezTo>
                    <a:pt x="661" y="1177"/>
                    <a:pt x="569" y="1141"/>
                    <a:pt x="485" y="1097"/>
                  </a:cubicBezTo>
                  <a:cubicBezTo>
                    <a:pt x="401" y="1049"/>
                    <a:pt x="321" y="997"/>
                    <a:pt x="249" y="929"/>
                  </a:cubicBezTo>
                  <a:cubicBezTo>
                    <a:pt x="177" y="865"/>
                    <a:pt x="109" y="793"/>
                    <a:pt x="49" y="717"/>
                  </a:cubicBezTo>
                  <a:cubicBezTo>
                    <a:pt x="29" y="609"/>
                    <a:pt x="41" y="501"/>
                    <a:pt x="81" y="397"/>
                  </a:cubicBezTo>
                  <a:cubicBezTo>
                    <a:pt x="101" y="349"/>
                    <a:pt x="125" y="301"/>
                    <a:pt x="157" y="257"/>
                  </a:cubicBezTo>
                  <a:cubicBezTo>
                    <a:pt x="165" y="249"/>
                    <a:pt x="173" y="233"/>
                    <a:pt x="181" y="229"/>
                  </a:cubicBezTo>
                  <a:cubicBezTo>
                    <a:pt x="205" y="197"/>
                    <a:pt x="233" y="177"/>
                    <a:pt x="269" y="161"/>
                  </a:cubicBezTo>
                  <a:cubicBezTo>
                    <a:pt x="340" y="138"/>
                    <a:pt x="415" y="127"/>
                    <a:pt x="489" y="127"/>
                  </a:cubicBezTo>
                  <a:cubicBezTo>
                    <a:pt x="520" y="127"/>
                    <a:pt x="551" y="129"/>
                    <a:pt x="581" y="133"/>
                  </a:cubicBezTo>
                  <a:cubicBezTo>
                    <a:pt x="693" y="141"/>
                    <a:pt x="801" y="157"/>
                    <a:pt x="917" y="165"/>
                  </a:cubicBezTo>
                  <a:cubicBezTo>
                    <a:pt x="960" y="169"/>
                    <a:pt x="1004" y="172"/>
                    <a:pt x="1048" y="172"/>
                  </a:cubicBezTo>
                  <a:cubicBezTo>
                    <a:pt x="1120" y="172"/>
                    <a:pt x="1193" y="165"/>
                    <a:pt x="1265" y="153"/>
                  </a:cubicBezTo>
                  <a:lnTo>
                    <a:pt x="1309" y="141"/>
                  </a:lnTo>
                  <a:lnTo>
                    <a:pt x="1353" y="129"/>
                  </a:lnTo>
                  <a:cubicBezTo>
                    <a:pt x="1373" y="125"/>
                    <a:pt x="1393" y="121"/>
                    <a:pt x="1417" y="121"/>
                  </a:cubicBezTo>
                  <a:close/>
                  <a:moveTo>
                    <a:pt x="1417" y="1"/>
                  </a:moveTo>
                  <a:cubicBezTo>
                    <a:pt x="1397" y="1"/>
                    <a:pt x="1381" y="1"/>
                    <a:pt x="1365" y="5"/>
                  </a:cubicBezTo>
                  <a:cubicBezTo>
                    <a:pt x="1349" y="5"/>
                    <a:pt x="1333" y="9"/>
                    <a:pt x="1317" y="17"/>
                  </a:cubicBezTo>
                  <a:lnTo>
                    <a:pt x="1277" y="29"/>
                  </a:lnTo>
                  <a:lnTo>
                    <a:pt x="1241" y="37"/>
                  </a:lnTo>
                  <a:cubicBezTo>
                    <a:pt x="1164" y="52"/>
                    <a:pt x="1085" y="60"/>
                    <a:pt x="1005" y="60"/>
                  </a:cubicBezTo>
                  <a:cubicBezTo>
                    <a:pt x="977" y="60"/>
                    <a:pt x="949" y="59"/>
                    <a:pt x="921" y="57"/>
                  </a:cubicBezTo>
                  <a:cubicBezTo>
                    <a:pt x="813" y="53"/>
                    <a:pt x="701" y="41"/>
                    <a:pt x="585" y="41"/>
                  </a:cubicBezTo>
                  <a:cubicBezTo>
                    <a:pt x="568" y="40"/>
                    <a:pt x="551" y="39"/>
                    <a:pt x="535" y="39"/>
                  </a:cubicBezTo>
                  <a:cubicBezTo>
                    <a:pt x="434" y="39"/>
                    <a:pt x="333" y="59"/>
                    <a:pt x="237" y="97"/>
                  </a:cubicBezTo>
                  <a:cubicBezTo>
                    <a:pt x="209" y="109"/>
                    <a:pt x="181" y="129"/>
                    <a:pt x="161" y="149"/>
                  </a:cubicBezTo>
                  <a:cubicBezTo>
                    <a:pt x="149" y="161"/>
                    <a:pt x="141" y="173"/>
                    <a:pt x="129" y="185"/>
                  </a:cubicBezTo>
                  <a:cubicBezTo>
                    <a:pt x="121" y="197"/>
                    <a:pt x="113" y="209"/>
                    <a:pt x="105" y="221"/>
                  </a:cubicBezTo>
                  <a:cubicBezTo>
                    <a:pt x="77" y="273"/>
                    <a:pt x="53" y="325"/>
                    <a:pt x="37" y="381"/>
                  </a:cubicBezTo>
                  <a:cubicBezTo>
                    <a:pt x="1" y="493"/>
                    <a:pt x="1" y="613"/>
                    <a:pt x="37" y="721"/>
                  </a:cubicBezTo>
                  <a:cubicBezTo>
                    <a:pt x="61" y="761"/>
                    <a:pt x="89" y="805"/>
                    <a:pt x="121" y="845"/>
                  </a:cubicBezTo>
                  <a:cubicBezTo>
                    <a:pt x="153" y="881"/>
                    <a:pt x="185" y="921"/>
                    <a:pt x="221" y="957"/>
                  </a:cubicBezTo>
                  <a:cubicBezTo>
                    <a:pt x="289" y="1029"/>
                    <a:pt x="369" y="1097"/>
                    <a:pt x="453" y="1149"/>
                  </a:cubicBezTo>
                  <a:cubicBezTo>
                    <a:pt x="541" y="1201"/>
                    <a:pt x="633" y="1245"/>
                    <a:pt x="733" y="1273"/>
                  </a:cubicBezTo>
                  <a:cubicBezTo>
                    <a:pt x="781" y="1285"/>
                    <a:pt x="833" y="1297"/>
                    <a:pt x="881" y="1305"/>
                  </a:cubicBezTo>
                  <a:cubicBezTo>
                    <a:pt x="909" y="1309"/>
                    <a:pt x="933" y="1313"/>
                    <a:pt x="961" y="1313"/>
                  </a:cubicBezTo>
                  <a:lnTo>
                    <a:pt x="1021" y="1313"/>
                  </a:lnTo>
                  <a:cubicBezTo>
                    <a:pt x="1181" y="1369"/>
                    <a:pt x="1345" y="1425"/>
                    <a:pt x="1513" y="1477"/>
                  </a:cubicBezTo>
                  <a:cubicBezTo>
                    <a:pt x="1677" y="1529"/>
                    <a:pt x="1845" y="1577"/>
                    <a:pt x="2013" y="1621"/>
                  </a:cubicBezTo>
                  <a:cubicBezTo>
                    <a:pt x="2181" y="1665"/>
                    <a:pt x="2353" y="1701"/>
                    <a:pt x="2525" y="1725"/>
                  </a:cubicBezTo>
                  <a:cubicBezTo>
                    <a:pt x="2595" y="1737"/>
                    <a:pt x="2663" y="1742"/>
                    <a:pt x="2732" y="1742"/>
                  </a:cubicBezTo>
                  <a:cubicBezTo>
                    <a:pt x="2754" y="1742"/>
                    <a:pt x="2775" y="1742"/>
                    <a:pt x="2797" y="1741"/>
                  </a:cubicBezTo>
                  <a:cubicBezTo>
                    <a:pt x="2821" y="1737"/>
                    <a:pt x="2849" y="1733"/>
                    <a:pt x="2873" y="1729"/>
                  </a:cubicBezTo>
                  <a:lnTo>
                    <a:pt x="2893" y="1725"/>
                  </a:lnTo>
                  <a:lnTo>
                    <a:pt x="2909" y="1721"/>
                  </a:lnTo>
                  <a:lnTo>
                    <a:pt x="2937" y="1713"/>
                  </a:lnTo>
                  <a:lnTo>
                    <a:pt x="3061" y="1681"/>
                  </a:lnTo>
                  <a:cubicBezTo>
                    <a:pt x="3393" y="1593"/>
                    <a:pt x="3729" y="1521"/>
                    <a:pt x="4065" y="1429"/>
                  </a:cubicBezTo>
                  <a:lnTo>
                    <a:pt x="4189" y="1393"/>
                  </a:lnTo>
                  <a:cubicBezTo>
                    <a:pt x="4229" y="1381"/>
                    <a:pt x="4273" y="1369"/>
                    <a:pt x="4317" y="1353"/>
                  </a:cubicBezTo>
                  <a:cubicBezTo>
                    <a:pt x="4405" y="1317"/>
                    <a:pt x="4485" y="1265"/>
                    <a:pt x="4553" y="1201"/>
                  </a:cubicBezTo>
                  <a:cubicBezTo>
                    <a:pt x="4617" y="1141"/>
                    <a:pt x="4673" y="1065"/>
                    <a:pt x="4717" y="985"/>
                  </a:cubicBezTo>
                  <a:cubicBezTo>
                    <a:pt x="4757" y="905"/>
                    <a:pt x="4789" y="817"/>
                    <a:pt x="4805" y="729"/>
                  </a:cubicBezTo>
                  <a:lnTo>
                    <a:pt x="4821" y="649"/>
                  </a:lnTo>
                  <a:lnTo>
                    <a:pt x="4749" y="689"/>
                  </a:lnTo>
                  <a:cubicBezTo>
                    <a:pt x="4653" y="737"/>
                    <a:pt x="4549" y="773"/>
                    <a:pt x="4445" y="797"/>
                  </a:cubicBezTo>
                  <a:cubicBezTo>
                    <a:pt x="4337" y="821"/>
                    <a:pt x="4229" y="837"/>
                    <a:pt x="4117" y="841"/>
                  </a:cubicBezTo>
                  <a:cubicBezTo>
                    <a:pt x="4061" y="845"/>
                    <a:pt x="4005" y="847"/>
                    <a:pt x="3950" y="847"/>
                  </a:cubicBezTo>
                  <a:cubicBezTo>
                    <a:pt x="3894" y="847"/>
                    <a:pt x="3839" y="845"/>
                    <a:pt x="3785" y="841"/>
                  </a:cubicBezTo>
                  <a:cubicBezTo>
                    <a:pt x="3729" y="837"/>
                    <a:pt x="3673" y="833"/>
                    <a:pt x="3617" y="829"/>
                  </a:cubicBezTo>
                  <a:lnTo>
                    <a:pt x="3453" y="805"/>
                  </a:lnTo>
                  <a:cubicBezTo>
                    <a:pt x="3345" y="777"/>
                    <a:pt x="3241" y="741"/>
                    <a:pt x="3141" y="693"/>
                  </a:cubicBezTo>
                  <a:cubicBezTo>
                    <a:pt x="3041" y="649"/>
                    <a:pt x="2941" y="597"/>
                    <a:pt x="2841" y="549"/>
                  </a:cubicBezTo>
                  <a:cubicBezTo>
                    <a:pt x="2641" y="449"/>
                    <a:pt x="2441" y="345"/>
                    <a:pt x="2237" y="253"/>
                  </a:cubicBezTo>
                  <a:cubicBezTo>
                    <a:pt x="2133" y="205"/>
                    <a:pt x="2029" y="161"/>
                    <a:pt x="1925" y="121"/>
                  </a:cubicBezTo>
                  <a:cubicBezTo>
                    <a:pt x="1817" y="77"/>
                    <a:pt x="1709" y="45"/>
                    <a:pt x="1597" y="21"/>
                  </a:cubicBezTo>
                  <a:cubicBezTo>
                    <a:pt x="1537" y="5"/>
                    <a:pt x="1477" y="1"/>
                    <a:pt x="1417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65"/>
            <p:cNvSpPr/>
            <p:nvPr/>
          </p:nvSpPr>
          <p:spPr>
            <a:xfrm flipH="1">
              <a:off x="8795413" y="2182734"/>
              <a:ext cx="410045" cy="490198"/>
            </a:xfrm>
            <a:custGeom>
              <a:avLst/>
              <a:gdLst/>
              <a:ahLst/>
              <a:cxnLst/>
              <a:rect l="l" t="t" r="r" b="b"/>
              <a:pathLst>
                <a:path w="3049" h="3645" extrusionOk="0">
                  <a:moveTo>
                    <a:pt x="1909" y="1"/>
                  </a:moveTo>
                  <a:lnTo>
                    <a:pt x="1877" y="41"/>
                  </a:lnTo>
                  <a:cubicBezTo>
                    <a:pt x="1823" y="103"/>
                    <a:pt x="1746" y="165"/>
                    <a:pt x="1664" y="165"/>
                  </a:cubicBezTo>
                  <a:cubicBezTo>
                    <a:pt x="1662" y="165"/>
                    <a:pt x="1659" y="165"/>
                    <a:pt x="1657" y="165"/>
                  </a:cubicBezTo>
                  <a:cubicBezTo>
                    <a:pt x="1637" y="161"/>
                    <a:pt x="1617" y="157"/>
                    <a:pt x="1597" y="145"/>
                  </a:cubicBezTo>
                  <a:cubicBezTo>
                    <a:pt x="1573" y="137"/>
                    <a:pt x="1549" y="133"/>
                    <a:pt x="1525" y="125"/>
                  </a:cubicBezTo>
                  <a:cubicBezTo>
                    <a:pt x="1477" y="117"/>
                    <a:pt x="1433" y="109"/>
                    <a:pt x="1385" y="101"/>
                  </a:cubicBezTo>
                  <a:cubicBezTo>
                    <a:pt x="1273" y="82"/>
                    <a:pt x="1159" y="72"/>
                    <a:pt x="1045" y="72"/>
                  </a:cubicBezTo>
                  <a:cubicBezTo>
                    <a:pt x="968" y="72"/>
                    <a:pt x="890" y="77"/>
                    <a:pt x="813" y="85"/>
                  </a:cubicBezTo>
                  <a:cubicBezTo>
                    <a:pt x="717" y="97"/>
                    <a:pt x="621" y="121"/>
                    <a:pt x="533" y="161"/>
                  </a:cubicBezTo>
                  <a:cubicBezTo>
                    <a:pt x="437" y="193"/>
                    <a:pt x="349" y="245"/>
                    <a:pt x="273" y="309"/>
                  </a:cubicBezTo>
                  <a:cubicBezTo>
                    <a:pt x="205" y="385"/>
                    <a:pt x="153" y="473"/>
                    <a:pt x="121" y="569"/>
                  </a:cubicBezTo>
                  <a:cubicBezTo>
                    <a:pt x="85" y="661"/>
                    <a:pt x="57" y="753"/>
                    <a:pt x="33" y="845"/>
                  </a:cubicBezTo>
                  <a:cubicBezTo>
                    <a:pt x="13" y="945"/>
                    <a:pt x="5" y="1041"/>
                    <a:pt x="1" y="1141"/>
                  </a:cubicBezTo>
                  <a:cubicBezTo>
                    <a:pt x="1" y="1241"/>
                    <a:pt x="5" y="1337"/>
                    <a:pt x="17" y="1433"/>
                  </a:cubicBezTo>
                  <a:cubicBezTo>
                    <a:pt x="29" y="1529"/>
                    <a:pt x="45" y="1625"/>
                    <a:pt x="65" y="1721"/>
                  </a:cubicBezTo>
                  <a:cubicBezTo>
                    <a:pt x="89" y="1817"/>
                    <a:pt x="117" y="1909"/>
                    <a:pt x="149" y="2001"/>
                  </a:cubicBezTo>
                  <a:cubicBezTo>
                    <a:pt x="185" y="2097"/>
                    <a:pt x="233" y="2185"/>
                    <a:pt x="289" y="2269"/>
                  </a:cubicBezTo>
                  <a:cubicBezTo>
                    <a:pt x="305" y="2289"/>
                    <a:pt x="317" y="2309"/>
                    <a:pt x="341" y="2329"/>
                  </a:cubicBezTo>
                  <a:cubicBezTo>
                    <a:pt x="361" y="2349"/>
                    <a:pt x="373" y="2361"/>
                    <a:pt x="393" y="2381"/>
                  </a:cubicBezTo>
                  <a:lnTo>
                    <a:pt x="493" y="2481"/>
                  </a:lnTo>
                  <a:lnTo>
                    <a:pt x="895" y="2863"/>
                  </a:lnTo>
                  <a:lnTo>
                    <a:pt x="895" y="2863"/>
                  </a:lnTo>
                  <a:cubicBezTo>
                    <a:pt x="909" y="2887"/>
                    <a:pt x="923" y="2912"/>
                    <a:pt x="941" y="2933"/>
                  </a:cubicBezTo>
                  <a:cubicBezTo>
                    <a:pt x="953" y="2957"/>
                    <a:pt x="973" y="2981"/>
                    <a:pt x="989" y="3005"/>
                  </a:cubicBezTo>
                  <a:cubicBezTo>
                    <a:pt x="1025" y="3057"/>
                    <a:pt x="1061" y="3101"/>
                    <a:pt x="1101" y="3145"/>
                  </a:cubicBezTo>
                  <a:cubicBezTo>
                    <a:pt x="1141" y="3189"/>
                    <a:pt x="1181" y="3233"/>
                    <a:pt x="1225" y="3269"/>
                  </a:cubicBezTo>
                  <a:cubicBezTo>
                    <a:pt x="1249" y="3293"/>
                    <a:pt x="1273" y="3309"/>
                    <a:pt x="1293" y="3329"/>
                  </a:cubicBezTo>
                  <a:cubicBezTo>
                    <a:pt x="1313" y="3349"/>
                    <a:pt x="1341" y="3365"/>
                    <a:pt x="1365" y="3381"/>
                  </a:cubicBezTo>
                  <a:cubicBezTo>
                    <a:pt x="1389" y="3397"/>
                    <a:pt x="1413" y="3417"/>
                    <a:pt x="1437" y="3433"/>
                  </a:cubicBezTo>
                  <a:lnTo>
                    <a:pt x="1513" y="3477"/>
                  </a:lnTo>
                  <a:cubicBezTo>
                    <a:pt x="1565" y="3505"/>
                    <a:pt x="1617" y="3533"/>
                    <a:pt x="1673" y="3553"/>
                  </a:cubicBezTo>
                  <a:cubicBezTo>
                    <a:pt x="1697" y="3565"/>
                    <a:pt x="1725" y="3577"/>
                    <a:pt x="1753" y="3585"/>
                  </a:cubicBezTo>
                  <a:lnTo>
                    <a:pt x="1837" y="3609"/>
                  </a:lnTo>
                  <a:cubicBezTo>
                    <a:pt x="1893" y="3625"/>
                    <a:pt x="1949" y="3637"/>
                    <a:pt x="2009" y="3645"/>
                  </a:cubicBezTo>
                  <a:lnTo>
                    <a:pt x="2013" y="3629"/>
                  </a:lnTo>
                  <a:cubicBezTo>
                    <a:pt x="1957" y="3613"/>
                    <a:pt x="1901" y="3601"/>
                    <a:pt x="1849" y="3577"/>
                  </a:cubicBezTo>
                  <a:lnTo>
                    <a:pt x="1769" y="3545"/>
                  </a:lnTo>
                  <a:cubicBezTo>
                    <a:pt x="1741" y="3533"/>
                    <a:pt x="1717" y="3521"/>
                    <a:pt x="1693" y="3509"/>
                  </a:cubicBezTo>
                  <a:cubicBezTo>
                    <a:pt x="1669" y="3497"/>
                    <a:pt x="1641" y="3481"/>
                    <a:pt x="1617" y="3465"/>
                  </a:cubicBezTo>
                  <a:lnTo>
                    <a:pt x="1545" y="3421"/>
                  </a:lnTo>
                  <a:lnTo>
                    <a:pt x="1477" y="3373"/>
                  </a:lnTo>
                  <a:cubicBezTo>
                    <a:pt x="1457" y="3357"/>
                    <a:pt x="1433" y="3337"/>
                    <a:pt x="1413" y="3321"/>
                  </a:cubicBezTo>
                  <a:cubicBezTo>
                    <a:pt x="1389" y="3301"/>
                    <a:pt x="1369" y="3281"/>
                    <a:pt x="1349" y="3265"/>
                  </a:cubicBezTo>
                  <a:cubicBezTo>
                    <a:pt x="1329" y="3245"/>
                    <a:pt x="1309" y="3225"/>
                    <a:pt x="1289" y="3205"/>
                  </a:cubicBezTo>
                  <a:cubicBezTo>
                    <a:pt x="1249" y="3165"/>
                    <a:pt x="1217" y="3121"/>
                    <a:pt x="1181" y="3077"/>
                  </a:cubicBezTo>
                  <a:cubicBezTo>
                    <a:pt x="1141" y="3033"/>
                    <a:pt x="1109" y="2989"/>
                    <a:pt x="1081" y="2941"/>
                  </a:cubicBezTo>
                  <a:cubicBezTo>
                    <a:pt x="1065" y="2921"/>
                    <a:pt x="1049" y="2893"/>
                    <a:pt x="1037" y="2873"/>
                  </a:cubicBezTo>
                  <a:cubicBezTo>
                    <a:pt x="1021" y="2849"/>
                    <a:pt x="1009" y="2821"/>
                    <a:pt x="997" y="2801"/>
                  </a:cubicBezTo>
                  <a:lnTo>
                    <a:pt x="993" y="2793"/>
                  </a:lnTo>
                  <a:lnTo>
                    <a:pt x="985" y="2785"/>
                  </a:lnTo>
                  <a:lnTo>
                    <a:pt x="589" y="2377"/>
                  </a:lnTo>
                  <a:lnTo>
                    <a:pt x="489" y="2277"/>
                  </a:lnTo>
                  <a:cubicBezTo>
                    <a:pt x="473" y="2261"/>
                    <a:pt x="453" y="2245"/>
                    <a:pt x="441" y="2229"/>
                  </a:cubicBezTo>
                  <a:cubicBezTo>
                    <a:pt x="429" y="2209"/>
                    <a:pt x="413" y="2197"/>
                    <a:pt x="401" y="2177"/>
                  </a:cubicBezTo>
                  <a:cubicBezTo>
                    <a:pt x="353" y="2105"/>
                    <a:pt x="313" y="2025"/>
                    <a:pt x="281" y="1945"/>
                  </a:cubicBezTo>
                  <a:cubicBezTo>
                    <a:pt x="249" y="1857"/>
                    <a:pt x="225" y="1773"/>
                    <a:pt x="201" y="1685"/>
                  </a:cubicBezTo>
                  <a:cubicBezTo>
                    <a:pt x="181" y="1593"/>
                    <a:pt x="165" y="1505"/>
                    <a:pt x="153" y="1413"/>
                  </a:cubicBezTo>
                  <a:cubicBezTo>
                    <a:pt x="137" y="1321"/>
                    <a:pt x="133" y="1229"/>
                    <a:pt x="133" y="1141"/>
                  </a:cubicBezTo>
                  <a:cubicBezTo>
                    <a:pt x="129" y="1049"/>
                    <a:pt x="137" y="957"/>
                    <a:pt x="153" y="869"/>
                  </a:cubicBezTo>
                  <a:cubicBezTo>
                    <a:pt x="169" y="781"/>
                    <a:pt x="193" y="689"/>
                    <a:pt x="225" y="601"/>
                  </a:cubicBezTo>
                  <a:cubicBezTo>
                    <a:pt x="265" y="429"/>
                    <a:pt x="389" y="285"/>
                    <a:pt x="561" y="225"/>
                  </a:cubicBezTo>
                  <a:cubicBezTo>
                    <a:pt x="601" y="205"/>
                    <a:pt x="645" y="189"/>
                    <a:pt x="689" y="173"/>
                  </a:cubicBezTo>
                  <a:cubicBezTo>
                    <a:pt x="729" y="161"/>
                    <a:pt x="773" y="149"/>
                    <a:pt x="821" y="141"/>
                  </a:cubicBezTo>
                  <a:cubicBezTo>
                    <a:pt x="920" y="124"/>
                    <a:pt x="1019" y="116"/>
                    <a:pt x="1119" y="116"/>
                  </a:cubicBezTo>
                  <a:cubicBezTo>
                    <a:pt x="1205" y="116"/>
                    <a:pt x="1292" y="122"/>
                    <a:pt x="1377" y="133"/>
                  </a:cubicBezTo>
                  <a:cubicBezTo>
                    <a:pt x="1421" y="141"/>
                    <a:pt x="1469" y="149"/>
                    <a:pt x="1513" y="161"/>
                  </a:cubicBezTo>
                  <a:cubicBezTo>
                    <a:pt x="1537" y="165"/>
                    <a:pt x="1557" y="173"/>
                    <a:pt x="1577" y="181"/>
                  </a:cubicBezTo>
                  <a:cubicBezTo>
                    <a:pt x="1601" y="189"/>
                    <a:pt x="1625" y="197"/>
                    <a:pt x="1653" y="201"/>
                  </a:cubicBezTo>
                  <a:cubicBezTo>
                    <a:pt x="1658" y="201"/>
                    <a:pt x="1664" y="201"/>
                    <a:pt x="1669" y="201"/>
                  </a:cubicBezTo>
                  <a:cubicBezTo>
                    <a:pt x="1715" y="201"/>
                    <a:pt x="1761" y="186"/>
                    <a:pt x="1801" y="161"/>
                  </a:cubicBezTo>
                  <a:cubicBezTo>
                    <a:pt x="1831" y="144"/>
                    <a:pt x="1859" y="124"/>
                    <a:pt x="1884" y="101"/>
                  </a:cubicBezTo>
                  <a:lnTo>
                    <a:pt x="1884" y="101"/>
                  </a:lnTo>
                  <a:lnTo>
                    <a:pt x="1897" y="157"/>
                  </a:lnTo>
                  <a:lnTo>
                    <a:pt x="1929" y="253"/>
                  </a:lnTo>
                  <a:cubicBezTo>
                    <a:pt x="1949" y="317"/>
                    <a:pt x="1977" y="381"/>
                    <a:pt x="2009" y="441"/>
                  </a:cubicBezTo>
                  <a:cubicBezTo>
                    <a:pt x="2069" y="561"/>
                    <a:pt x="2137" y="677"/>
                    <a:pt x="2213" y="789"/>
                  </a:cubicBezTo>
                  <a:cubicBezTo>
                    <a:pt x="2285" y="905"/>
                    <a:pt x="2365" y="1013"/>
                    <a:pt x="2437" y="1121"/>
                  </a:cubicBezTo>
                  <a:cubicBezTo>
                    <a:pt x="2469" y="1169"/>
                    <a:pt x="2497" y="1221"/>
                    <a:pt x="2517" y="1277"/>
                  </a:cubicBezTo>
                  <a:lnTo>
                    <a:pt x="2525" y="1301"/>
                  </a:lnTo>
                  <a:lnTo>
                    <a:pt x="2525" y="1305"/>
                  </a:lnTo>
                  <a:lnTo>
                    <a:pt x="2529" y="1321"/>
                  </a:lnTo>
                  <a:cubicBezTo>
                    <a:pt x="2529" y="1337"/>
                    <a:pt x="2533" y="1357"/>
                    <a:pt x="2541" y="1377"/>
                  </a:cubicBezTo>
                  <a:cubicBezTo>
                    <a:pt x="2549" y="1409"/>
                    <a:pt x="2565" y="1445"/>
                    <a:pt x="2577" y="1477"/>
                  </a:cubicBezTo>
                  <a:cubicBezTo>
                    <a:pt x="2633" y="1605"/>
                    <a:pt x="2701" y="1721"/>
                    <a:pt x="2765" y="1833"/>
                  </a:cubicBezTo>
                  <a:cubicBezTo>
                    <a:pt x="2833" y="1945"/>
                    <a:pt x="2893" y="2065"/>
                    <a:pt x="2941" y="2185"/>
                  </a:cubicBezTo>
                  <a:lnTo>
                    <a:pt x="2957" y="2225"/>
                  </a:lnTo>
                  <a:cubicBezTo>
                    <a:pt x="2961" y="2241"/>
                    <a:pt x="2961" y="2261"/>
                    <a:pt x="2965" y="2277"/>
                  </a:cubicBezTo>
                  <a:cubicBezTo>
                    <a:pt x="2965" y="2289"/>
                    <a:pt x="2965" y="2301"/>
                    <a:pt x="2965" y="2317"/>
                  </a:cubicBezTo>
                  <a:lnTo>
                    <a:pt x="2961" y="2361"/>
                  </a:lnTo>
                  <a:cubicBezTo>
                    <a:pt x="2945" y="2425"/>
                    <a:pt x="2925" y="2485"/>
                    <a:pt x="2901" y="2545"/>
                  </a:cubicBezTo>
                  <a:cubicBezTo>
                    <a:pt x="2845" y="2665"/>
                    <a:pt x="2781" y="2781"/>
                    <a:pt x="2705" y="2889"/>
                  </a:cubicBezTo>
                  <a:lnTo>
                    <a:pt x="2721" y="2909"/>
                  </a:lnTo>
                  <a:cubicBezTo>
                    <a:pt x="2813" y="2805"/>
                    <a:pt x="2889" y="2697"/>
                    <a:pt x="2957" y="2581"/>
                  </a:cubicBezTo>
                  <a:cubicBezTo>
                    <a:pt x="2993" y="2517"/>
                    <a:pt x="3017" y="2453"/>
                    <a:pt x="3037" y="2389"/>
                  </a:cubicBezTo>
                  <a:lnTo>
                    <a:pt x="3049" y="2333"/>
                  </a:lnTo>
                  <a:cubicBezTo>
                    <a:pt x="3049" y="2313"/>
                    <a:pt x="3049" y="2293"/>
                    <a:pt x="3049" y="2273"/>
                  </a:cubicBezTo>
                  <a:cubicBezTo>
                    <a:pt x="3045" y="2257"/>
                    <a:pt x="3045" y="2241"/>
                    <a:pt x="3041" y="2225"/>
                  </a:cubicBezTo>
                  <a:cubicBezTo>
                    <a:pt x="3037" y="2205"/>
                    <a:pt x="3033" y="2185"/>
                    <a:pt x="3029" y="2169"/>
                  </a:cubicBezTo>
                  <a:cubicBezTo>
                    <a:pt x="2985" y="2041"/>
                    <a:pt x="2929" y="1913"/>
                    <a:pt x="2861" y="1797"/>
                  </a:cubicBezTo>
                  <a:cubicBezTo>
                    <a:pt x="2801" y="1677"/>
                    <a:pt x="2737" y="1557"/>
                    <a:pt x="2689" y="1441"/>
                  </a:cubicBezTo>
                  <a:cubicBezTo>
                    <a:pt x="2677" y="1413"/>
                    <a:pt x="2665" y="1385"/>
                    <a:pt x="2657" y="1353"/>
                  </a:cubicBezTo>
                  <a:cubicBezTo>
                    <a:pt x="2653" y="1341"/>
                    <a:pt x="2649" y="1329"/>
                    <a:pt x="2649" y="1313"/>
                  </a:cubicBezTo>
                  <a:lnTo>
                    <a:pt x="2645" y="1285"/>
                  </a:lnTo>
                  <a:lnTo>
                    <a:pt x="2637" y="1261"/>
                  </a:lnTo>
                  <a:cubicBezTo>
                    <a:pt x="2617" y="1189"/>
                    <a:pt x="2581" y="1121"/>
                    <a:pt x="2537" y="1061"/>
                  </a:cubicBezTo>
                  <a:cubicBezTo>
                    <a:pt x="2461" y="949"/>
                    <a:pt x="2377" y="845"/>
                    <a:pt x="2301" y="737"/>
                  </a:cubicBezTo>
                  <a:cubicBezTo>
                    <a:pt x="2221" y="633"/>
                    <a:pt x="2145" y="525"/>
                    <a:pt x="2077" y="413"/>
                  </a:cubicBezTo>
                  <a:cubicBezTo>
                    <a:pt x="2045" y="353"/>
                    <a:pt x="2017" y="297"/>
                    <a:pt x="1989" y="237"/>
                  </a:cubicBezTo>
                  <a:lnTo>
                    <a:pt x="1953" y="145"/>
                  </a:lnTo>
                  <a:lnTo>
                    <a:pt x="1921" y="53"/>
                  </a:lnTo>
                  <a:lnTo>
                    <a:pt x="1909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65"/>
            <p:cNvSpPr/>
            <p:nvPr/>
          </p:nvSpPr>
          <p:spPr>
            <a:xfrm flipH="1">
              <a:off x="9133239" y="2020814"/>
              <a:ext cx="174965" cy="457383"/>
            </a:xfrm>
            <a:custGeom>
              <a:avLst/>
              <a:gdLst/>
              <a:ahLst/>
              <a:cxnLst/>
              <a:rect l="l" t="t" r="r" b="b"/>
              <a:pathLst>
                <a:path w="1301" h="3401" extrusionOk="0">
                  <a:moveTo>
                    <a:pt x="181" y="1"/>
                  </a:moveTo>
                  <a:lnTo>
                    <a:pt x="321" y="101"/>
                  </a:lnTo>
                  <a:cubicBezTo>
                    <a:pt x="381" y="141"/>
                    <a:pt x="425" y="201"/>
                    <a:pt x="441" y="273"/>
                  </a:cubicBezTo>
                  <a:cubicBezTo>
                    <a:pt x="449" y="309"/>
                    <a:pt x="449" y="345"/>
                    <a:pt x="441" y="381"/>
                  </a:cubicBezTo>
                  <a:cubicBezTo>
                    <a:pt x="429" y="417"/>
                    <a:pt x="417" y="453"/>
                    <a:pt x="401" y="489"/>
                  </a:cubicBezTo>
                  <a:cubicBezTo>
                    <a:pt x="369" y="561"/>
                    <a:pt x="337" y="633"/>
                    <a:pt x="301" y="705"/>
                  </a:cubicBezTo>
                  <a:lnTo>
                    <a:pt x="197" y="917"/>
                  </a:lnTo>
                  <a:cubicBezTo>
                    <a:pt x="125" y="1061"/>
                    <a:pt x="69" y="1213"/>
                    <a:pt x="29" y="1373"/>
                  </a:cubicBezTo>
                  <a:cubicBezTo>
                    <a:pt x="5" y="1457"/>
                    <a:pt x="1" y="1545"/>
                    <a:pt x="17" y="1629"/>
                  </a:cubicBezTo>
                  <a:cubicBezTo>
                    <a:pt x="21" y="1665"/>
                    <a:pt x="33" y="1701"/>
                    <a:pt x="53" y="1733"/>
                  </a:cubicBezTo>
                  <a:lnTo>
                    <a:pt x="69" y="1761"/>
                  </a:lnTo>
                  <a:cubicBezTo>
                    <a:pt x="85" y="1793"/>
                    <a:pt x="101" y="1825"/>
                    <a:pt x="117" y="1861"/>
                  </a:cubicBezTo>
                  <a:cubicBezTo>
                    <a:pt x="145" y="1929"/>
                    <a:pt x="169" y="2001"/>
                    <a:pt x="193" y="2077"/>
                  </a:cubicBezTo>
                  <a:cubicBezTo>
                    <a:pt x="217" y="2149"/>
                    <a:pt x="241" y="2225"/>
                    <a:pt x="261" y="2301"/>
                  </a:cubicBezTo>
                  <a:cubicBezTo>
                    <a:pt x="309" y="2449"/>
                    <a:pt x="353" y="2605"/>
                    <a:pt x="401" y="2753"/>
                  </a:cubicBezTo>
                  <a:cubicBezTo>
                    <a:pt x="425" y="2829"/>
                    <a:pt x="457" y="2905"/>
                    <a:pt x="493" y="2981"/>
                  </a:cubicBezTo>
                  <a:cubicBezTo>
                    <a:pt x="533" y="3057"/>
                    <a:pt x="593" y="3125"/>
                    <a:pt x="665" y="3169"/>
                  </a:cubicBezTo>
                  <a:cubicBezTo>
                    <a:pt x="729" y="3217"/>
                    <a:pt x="801" y="3261"/>
                    <a:pt x="869" y="3301"/>
                  </a:cubicBezTo>
                  <a:cubicBezTo>
                    <a:pt x="941" y="3337"/>
                    <a:pt x="1013" y="3373"/>
                    <a:pt x="1085" y="3401"/>
                  </a:cubicBezTo>
                  <a:lnTo>
                    <a:pt x="1093" y="3389"/>
                  </a:lnTo>
                  <a:cubicBezTo>
                    <a:pt x="1029" y="3345"/>
                    <a:pt x="961" y="3301"/>
                    <a:pt x="901" y="3253"/>
                  </a:cubicBezTo>
                  <a:cubicBezTo>
                    <a:pt x="837" y="3205"/>
                    <a:pt x="777" y="3157"/>
                    <a:pt x="721" y="3105"/>
                  </a:cubicBezTo>
                  <a:cubicBezTo>
                    <a:pt x="665" y="3061"/>
                    <a:pt x="621" y="3001"/>
                    <a:pt x="593" y="2933"/>
                  </a:cubicBezTo>
                  <a:cubicBezTo>
                    <a:pt x="565" y="2861"/>
                    <a:pt x="545" y="2789"/>
                    <a:pt x="525" y="2717"/>
                  </a:cubicBezTo>
                  <a:cubicBezTo>
                    <a:pt x="485" y="2565"/>
                    <a:pt x="449" y="2413"/>
                    <a:pt x="405" y="2257"/>
                  </a:cubicBezTo>
                  <a:cubicBezTo>
                    <a:pt x="361" y="2101"/>
                    <a:pt x="309" y="1949"/>
                    <a:pt x="241" y="1801"/>
                  </a:cubicBezTo>
                  <a:cubicBezTo>
                    <a:pt x="225" y="1765"/>
                    <a:pt x="205" y="1725"/>
                    <a:pt x="181" y="1693"/>
                  </a:cubicBezTo>
                  <a:lnTo>
                    <a:pt x="165" y="1665"/>
                  </a:lnTo>
                  <a:cubicBezTo>
                    <a:pt x="161" y="1661"/>
                    <a:pt x="157" y="1653"/>
                    <a:pt x="157" y="1649"/>
                  </a:cubicBezTo>
                  <a:cubicBezTo>
                    <a:pt x="149" y="1633"/>
                    <a:pt x="145" y="1617"/>
                    <a:pt x="141" y="1605"/>
                  </a:cubicBezTo>
                  <a:cubicBezTo>
                    <a:pt x="129" y="1533"/>
                    <a:pt x="129" y="1461"/>
                    <a:pt x="141" y="1393"/>
                  </a:cubicBezTo>
                  <a:cubicBezTo>
                    <a:pt x="165" y="1237"/>
                    <a:pt x="205" y="1089"/>
                    <a:pt x="261" y="941"/>
                  </a:cubicBezTo>
                  <a:cubicBezTo>
                    <a:pt x="289" y="869"/>
                    <a:pt x="317" y="793"/>
                    <a:pt x="345" y="721"/>
                  </a:cubicBezTo>
                  <a:lnTo>
                    <a:pt x="441" y="505"/>
                  </a:lnTo>
                  <a:cubicBezTo>
                    <a:pt x="457" y="465"/>
                    <a:pt x="469" y="429"/>
                    <a:pt x="481" y="389"/>
                  </a:cubicBezTo>
                  <a:cubicBezTo>
                    <a:pt x="493" y="349"/>
                    <a:pt x="497" y="305"/>
                    <a:pt x="489" y="261"/>
                  </a:cubicBezTo>
                  <a:cubicBezTo>
                    <a:pt x="483" y="220"/>
                    <a:pt x="470" y="180"/>
                    <a:pt x="450" y="144"/>
                  </a:cubicBezTo>
                  <a:lnTo>
                    <a:pt x="450" y="144"/>
                  </a:lnTo>
                  <a:cubicBezTo>
                    <a:pt x="543" y="180"/>
                    <a:pt x="635" y="225"/>
                    <a:pt x="721" y="277"/>
                  </a:cubicBezTo>
                  <a:cubicBezTo>
                    <a:pt x="745" y="293"/>
                    <a:pt x="769" y="313"/>
                    <a:pt x="789" y="333"/>
                  </a:cubicBezTo>
                  <a:cubicBezTo>
                    <a:pt x="793" y="341"/>
                    <a:pt x="797" y="341"/>
                    <a:pt x="801" y="349"/>
                  </a:cubicBezTo>
                  <a:lnTo>
                    <a:pt x="817" y="373"/>
                  </a:lnTo>
                  <a:lnTo>
                    <a:pt x="837" y="413"/>
                  </a:lnTo>
                  <a:lnTo>
                    <a:pt x="929" y="613"/>
                  </a:lnTo>
                  <a:cubicBezTo>
                    <a:pt x="961" y="677"/>
                    <a:pt x="993" y="745"/>
                    <a:pt x="1029" y="809"/>
                  </a:cubicBezTo>
                  <a:cubicBezTo>
                    <a:pt x="1049" y="841"/>
                    <a:pt x="1069" y="873"/>
                    <a:pt x="1089" y="905"/>
                  </a:cubicBezTo>
                  <a:cubicBezTo>
                    <a:pt x="1101" y="925"/>
                    <a:pt x="1109" y="937"/>
                    <a:pt x="1121" y="953"/>
                  </a:cubicBezTo>
                  <a:cubicBezTo>
                    <a:pt x="1129" y="965"/>
                    <a:pt x="1137" y="981"/>
                    <a:pt x="1145" y="993"/>
                  </a:cubicBezTo>
                  <a:cubicBezTo>
                    <a:pt x="1177" y="1057"/>
                    <a:pt x="1201" y="1125"/>
                    <a:pt x="1225" y="1193"/>
                  </a:cubicBezTo>
                  <a:cubicBezTo>
                    <a:pt x="1245" y="1261"/>
                    <a:pt x="1265" y="1333"/>
                    <a:pt x="1289" y="1401"/>
                  </a:cubicBezTo>
                  <a:lnTo>
                    <a:pt x="1301" y="1401"/>
                  </a:lnTo>
                  <a:cubicBezTo>
                    <a:pt x="1297" y="1325"/>
                    <a:pt x="1285" y="1253"/>
                    <a:pt x="1273" y="1181"/>
                  </a:cubicBezTo>
                  <a:cubicBezTo>
                    <a:pt x="1265" y="1105"/>
                    <a:pt x="1245" y="1033"/>
                    <a:pt x="1221" y="961"/>
                  </a:cubicBezTo>
                  <a:cubicBezTo>
                    <a:pt x="1213" y="941"/>
                    <a:pt x="1205" y="925"/>
                    <a:pt x="1193" y="905"/>
                  </a:cubicBezTo>
                  <a:cubicBezTo>
                    <a:pt x="1185" y="889"/>
                    <a:pt x="1177" y="873"/>
                    <a:pt x="1169" y="857"/>
                  </a:cubicBezTo>
                  <a:cubicBezTo>
                    <a:pt x="1153" y="829"/>
                    <a:pt x="1137" y="797"/>
                    <a:pt x="1121" y="765"/>
                  </a:cubicBezTo>
                  <a:cubicBezTo>
                    <a:pt x="1093" y="697"/>
                    <a:pt x="1065" y="629"/>
                    <a:pt x="1033" y="565"/>
                  </a:cubicBezTo>
                  <a:lnTo>
                    <a:pt x="945" y="365"/>
                  </a:lnTo>
                  <a:lnTo>
                    <a:pt x="933" y="337"/>
                  </a:lnTo>
                  <a:lnTo>
                    <a:pt x="929" y="325"/>
                  </a:lnTo>
                  <a:lnTo>
                    <a:pt x="925" y="321"/>
                  </a:lnTo>
                  <a:lnTo>
                    <a:pt x="921" y="309"/>
                  </a:lnTo>
                  <a:lnTo>
                    <a:pt x="905" y="285"/>
                  </a:lnTo>
                  <a:cubicBezTo>
                    <a:pt x="897" y="277"/>
                    <a:pt x="893" y="265"/>
                    <a:pt x="885" y="257"/>
                  </a:cubicBezTo>
                  <a:cubicBezTo>
                    <a:pt x="853" y="225"/>
                    <a:pt x="821" y="197"/>
                    <a:pt x="785" y="177"/>
                  </a:cubicBezTo>
                  <a:cubicBezTo>
                    <a:pt x="717" y="141"/>
                    <a:pt x="645" y="109"/>
                    <a:pt x="573" y="89"/>
                  </a:cubicBezTo>
                  <a:cubicBezTo>
                    <a:pt x="501" y="65"/>
                    <a:pt x="425" y="49"/>
                    <a:pt x="353" y="33"/>
                  </a:cubicBezTo>
                  <a:lnTo>
                    <a:pt x="181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65"/>
            <p:cNvSpPr/>
            <p:nvPr/>
          </p:nvSpPr>
          <p:spPr>
            <a:xfrm flipH="1">
              <a:off x="8744712" y="2110112"/>
              <a:ext cx="310660" cy="346030"/>
            </a:xfrm>
            <a:custGeom>
              <a:avLst/>
              <a:gdLst/>
              <a:ahLst/>
              <a:cxnLst/>
              <a:rect l="l" t="t" r="r" b="b"/>
              <a:pathLst>
                <a:path w="2310" h="2573" extrusionOk="0">
                  <a:moveTo>
                    <a:pt x="2037" y="1451"/>
                  </a:moveTo>
                  <a:lnTo>
                    <a:pt x="2037" y="1453"/>
                  </a:lnTo>
                  <a:cubicBezTo>
                    <a:pt x="2038" y="1453"/>
                    <a:pt x="2038" y="1452"/>
                    <a:pt x="2037" y="1451"/>
                  </a:cubicBezTo>
                  <a:close/>
                  <a:moveTo>
                    <a:pt x="1097" y="1"/>
                  </a:moveTo>
                  <a:cubicBezTo>
                    <a:pt x="1081" y="1"/>
                    <a:pt x="1065" y="5"/>
                    <a:pt x="1053" y="17"/>
                  </a:cubicBezTo>
                  <a:cubicBezTo>
                    <a:pt x="1045" y="21"/>
                    <a:pt x="1037" y="29"/>
                    <a:pt x="1033" y="41"/>
                  </a:cubicBezTo>
                  <a:cubicBezTo>
                    <a:pt x="1025" y="53"/>
                    <a:pt x="1025" y="53"/>
                    <a:pt x="1025" y="57"/>
                  </a:cubicBezTo>
                  <a:lnTo>
                    <a:pt x="1025" y="65"/>
                  </a:lnTo>
                  <a:lnTo>
                    <a:pt x="1025" y="69"/>
                  </a:lnTo>
                  <a:cubicBezTo>
                    <a:pt x="1021" y="77"/>
                    <a:pt x="1017" y="81"/>
                    <a:pt x="1017" y="81"/>
                  </a:cubicBezTo>
                  <a:cubicBezTo>
                    <a:pt x="997" y="101"/>
                    <a:pt x="977" y="113"/>
                    <a:pt x="957" y="125"/>
                  </a:cubicBezTo>
                  <a:cubicBezTo>
                    <a:pt x="909" y="153"/>
                    <a:pt x="857" y="173"/>
                    <a:pt x="801" y="185"/>
                  </a:cubicBezTo>
                  <a:cubicBezTo>
                    <a:pt x="705" y="217"/>
                    <a:pt x="601" y="241"/>
                    <a:pt x="497" y="253"/>
                  </a:cubicBezTo>
                  <a:cubicBezTo>
                    <a:pt x="449" y="257"/>
                    <a:pt x="405" y="265"/>
                    <a:pt x="357" y="265"/>
                  </a:cubicBezTo>
                  <a:lnTo>
                    <a:pt x="285" y="269"/>
                  </a:lnTo>
                  <a:cubicBezTo>
                    <a:pt x="261" y="277"/>
                    <a:pt x="237" y="281"/>
                    <a:pt x="213" y="289"/>
                  </a:cubicBezTo>
                  <a:cubicBezTo>
                    <a:pt x="137" y="313"/>
                    <a:pt x="69" y="369"/>
                    <a:pt x="33" y="441"/>
                  </a:cubicBezTo>
                  <a:cubicBezTo>
                    <a:pt x="13" y="485"/>
                    <a:pt x="1" y="537"/>
                    <a:pt x="1" y="585"/>
                  </a:cubicBezTo>
                  <a:cubicBezTo>
                    <a:pt x="1" y="601"/>
                    <a:pt x="5" y="617"/>
                    <a:pt x="9" y="633"/>
                  </a:cubicBezTo>
                  <a:lnTo>
                    <a:pt x="21" y="641"/>
                  </a:lnTo>
                  <a:cubicBezTo>
                    <a:pt x="21" y="625"/>
                    <a:pt x="25" y="609"/>
                    <a:pt x="29" y="593"/>
                  </a:cubicBezTo>
                  <a:cubicBezTo>
                    <a:pt x="41" y="553"/>
                    <a:pt x="57" y="513"/>
                    <a:pt x="85" y="477"/>
                  </a:cubicBezTo>
                  <a:cubicBezTo>
                    <a:pt x="121" y="425"/>
                    <a:pt x="177" y="393"/>
                    <a:pt x="237" y="381"/>
                  </a:cubicBezTo>
                  <a:cubicBezTo>
                    <a:pt x="253" y="377"/>
                    <a:pt x="273" y="377"/>
                    <a:pt x="293" y="373"/>
                  </a:cubicBezTo>
                  <a:lnTo>
                    <a:pt x="357" y="373"/>
                  </a:lnTo>
                  <a:cubicBezTo>
                    <a:pt x="379" y="375"/>
                    <a:pt x="403" y="376"/>
                    <a:pt x="428" y="376"/>
                  </a:cubicBezTo>
                  <a:cubicBezTo>
                    <a:pt x="453" y="376"/>
                    <a:pt x="479" y="375"/>
                    <a:pt x="505" y="373"/>
                  </a:cubicBezTo>
                  <a:cubicBezTo>
                    <a:pt x="621" y="369"/>
                    <a:pt x="733" y="345"/>
                    <a:pt x="841" y="309"/>
                  </a:cubicBezTo>
                  <a:cubicBezTo>
                    <a:pt x="901" y="285"/>
                    <a:pt x="957" y="257"/>
                    <a:pt x="1013" y="217"/>
                  </a:cubicBezTo>
                  <a:cubicBezTo>
                    <a:pt x="1041" y="197"/>
                    <a:pt x="1069" y="169"/>
                    <a:pt x="1089" y="137"/>
                  </a:cubicBezTo>
                  <a:cubicBezTo>
                    <a:pt x="1093" y="129"/>
                    <a:pt x="1097" y="117"/>
                    <a:pt x="1101" y="109"/>
                  </a:cubicBezTo>
                  <a:lnTo>
                    <a:pt x="1105" y="89"/>
                  </a:lnTo>
                  <a:lnTo>
                    <a:pt x="1105" y="81"/>
                  </a:lnTo>
                  <a:lnTo>
                    <a:pt x="1105" y="81"/>
                  </a:lnTo>
                  <a:cubicBezTo>
                    <a:pt x="1131" y="81"/>
                    <a:pt x="1154" y="89"/>
                    <a:pt x="1177" y="101"/>
                  </a:cubicBezTo>
                  <a:cubicBezTo>
                    <a:pt x="1205" y="113"/>
                    <a:pt x="1233" y="129"/>
                    <a:pt x="1257" y="145"/>
                  </a:cubicBezTo>
                  <a:cubicBezTo>
                    <a:pt x="1309" y="185"/>
                    <a:pt x="1357" y="225"/>
                    <a:pt x="1401" y="277"/>
                  </a:cubicBezTo>
                  <a:cubicBezTo>
                    <a:pt x="1469" y="349"/>
                    <a:pt x="1517" y="433"/>
                    <a:pt x="1549" y="525"/>
                  </a:cubicBezTo>
                  <a:cubicBezTo>
                    <a:pt x="1561" y="557"/>
                    <a:pt x="1569" y="589"/>
                    <a:pt x="1577" y="621"/>
                  </a:cubicBezTo>
                  <a:cubicBezTo>
                    <a:pt x="1613" y="753"/>
                    <a:pt x="1661" y="885"/>
                    <a:pt x="1729" y="1005"/>
                  </a:cubicBezTo>
                  <a:cubicBezTo>
                    <a:pt x="1789" y="1125"/>
                    <a:pt x="1861" y="1237"/>
                    <a:pt x="1941" y="1345"/>
                  </a:cubicBezTo>
                  <a:cubicBezTo>
                    <a:pt x="1961" y="1373"/>
                    <a:pt x="1985" y="1401"/>
                    <a:pt x="2009" y="1425"/>
                  </a:cubicBezTo>
                  <a:cubicBezTo>
                    <a:pt x="2013" y="1429"/>
                    <a:pt x="2021" y="1437"/>
                    <a:pt x="2029" y="1445"/>
                  </a:cubicBezTo>
                  <a:lnTo>
                    <a:pt x="2033" y="1447"/>
                  </a:lnTo>
                  <a:lnTo>
                    <a:pt x="2033" y="1447"/>
                  </a:lnTo>
                  <a:cubicBezTo>
                    <a:pt x="2031" y="1445"/>
                    <a:pt x="2030" y="1444"/>
                    <a:pt x="2031" y="1444"/>
                  </a:cubicBezTo>
                  <a:lnTo>
                    <a:pt x="2031" y="1444"/>
                  </a:lnTo>
                  <a:cubicBezTo>
                    <a:pt x="2031" y="1444"/>
                    <a:pt x="2032" y="1444"/>
                    <a:pt x="2033" y="1445"/>
                  </a:cubicBezTo>
                  <a:lnTo>
                    <a:pt x="2037" y="1449"/>
                  </a:lnTo>
                  <a:lnTo>
                    <a:pt x="2033" y="1447"/>
                  </a:lnTo>
                  <a:lnTo>
                    <a:pt x="2033" y="1447"/>
                  </a:lnTo>
                  <a:cubicBezTo>
                    <a:pt x="2034" y="1448"/>
                    <a:pt x="2036" y="1450"/>
                    <a:pt x="2037" y="1451"/>
                  </a:cubicBezTo>
                  <a:lnTo>
                    <a:pt x="2037" y="1451"/>
                  </a:lnTo>
                  <a:lnTo>
                    <a:pt x="2037" y="1449"/>
                  </a:lnTo>
                  <a:lnTo>
                    <a:pt x="2041" y="1453"/>
                  </a:lnTo>
                  <a:cubicBezTo>
                    <a:pt x="2049" y="1461"/>
                    <a:pt x="2053" y="1469"/>
                    <a:pt x="2057" y="1481"/>
                  </a:cubicBezTo>
                  <a:cubicBezTo>
                    <a:pt x="2061" y="1485"/>
                    <a:pt x="2069" y="1501"/>
                    <a:pt x="2073" y="1513"/>
                  </a:cubicBezTo>
                  <a:cubicBezTo>
                    <a:pt x="2077" y="1525"/>
                    <a:pt x="2085" y="1537"/>
                    <a:pt x="2089" y="1549"/>
                  </a:cubicBezTo>
                  <a:cubicBezTo>
                    <a:pt x="2101" y="1573"/>
                    <a:pt x="2109" y="1601"/>
                    <a:pt x="2117" y="1625"/>
                  </a:cubicBezTo>
                  <a:cubicBezTo>
                    <a:pt x="2149" y="1725"/>
                    <a:pt x="2173" y="1829"/>
                    <a:pt x="2185" y="1933"/>
                  </a:cubicBezTo>
                  <a:cubicBezTo>
                    <a:pt x="2197" y="2021"/>
                    <a:pt x="2197" y="2109"/>
                    <a:pt x="2193" y="2197"/>
                  </a:cubicBezTo>
                  <a:cubicBezTo>
                    <a:pt x="2189" y="2237"/>
                    <a:pt x="2185" y="2273"/>
                    <a:pt x="2177" y="2305"/>
                  </a:cubicBezTo>
                  <a:cubicBezTo>
                    <a:pt x="2169" y="2341"/>
                    <a:pt x="2161" y="2369"/>
                    <a:pt x="2153" y="2397"/>
                  </a:cubicBezTo>
                  <a:cubicBezTo>
                    <a:pt x="2141" y="2441"/>
                    <a:pt x="2125" y="2481"/>
                    <a:pt x="2101" y="2521"/>
                  </a:cubicBezTo>
                  <a:lnTo>
                    <a:pt x="2077" y="2565"/>
                  </a:lnTo>
                  <a:lnTo>
                    <a:pt x="2089" y="2573"/>
                  </a:lnTo>
                  <a:lnTo>
                    <a:pt x="2121" y="2537"/>
                  </a:lnTo>
                  <a:cubicBezTo>
                    <a:pt x="2153" y="2501"/>
                    <a:pt x="2181" y="2461"/>
                    <a:pt x="2205" y="2421"/>
                  </a:cubicBezTo>
                  <a:cubicBezTo>
                    <a:pt x="2217" y="2393"/>
                    <a:pt x="2233" y="2361"/>
                    <a:pt x="2249" y="2325"/>
                  </a:cubicBezTo>
                  <a:cubicBezTo>
                    <a:pt x="2261" y="2289"/>
                    <a:pt x="2273" y="2249"/>
                    <a:pt x="2281" y="2209"/>
                  </a:cubicBezTo>
                  <a:cubicBezTo>
                    <a:pt x="2301" y="2117"/>
                    <a:pt x="2309" y="2021"/>
                    <a:pt x="2309" y="1921"/>
                  </a:cubicBezTo>
                  <a:cubicBezTo>
                    <a:pt x="2305" y="1809"/>
                    <a:pt x="2289" y="1693"/>
                    <a:pt x="2257" y="1585"/>
                  </a:cubicBezTo>
                  <a:cubicBezTo>
                    <a:pt x="2249" y="1557"/>
                    <a:pt x="2241" y="1525"/>
                    <a:pt x="2229" y="1497"/>
                  </a:cubicBezTo>
                  <a:cubicBezTo>
                    <a:pt x="2221" y="1481"/>
                    <a:pt x="2217" y="1465"/>
                    <a:pt x="2209" y="1449"/>
                  </a:cubicBezTo>
                  <a:cubicBezTo>
                    <a:pt x="2201" y="1433"/>
                    <a:pt x="2193" y="1417"/>
                    <a:pt x="2185" y="1401"/>
                  </a:cubicBezTo>
                  <a:cubicBezTo>
                    <a:pt x="2173" y="1381"/>
                    <a:pt x="2161" y="1365"/>
                    <a:pt x="2149" y="1349"/>
                  </a:cubicBezTo>
                  <a:lnTo>
                    <a:pt x="2141" y="1341"/>
                  </a:lnTo>
                  <a:lnTo>
                    <a:pt x="2125" y="1329"/>
                  </a:lnTo>
                  <a:cubicBezTo>
                    <a:pt x="2121" y="1325"/>
                    <a:pt x="2117" y="1321"/>
                    <a:pt x="2113" y="1317"/>
                  </a:cubicBezTo>
                  <a:cubicBezTo>
                    <a:pt x="2093" y="1297"/>
                    <a:pt x="2073" y="1277"/>
                    <a:pt x="2053" y="1253"/>
                  </a:cubicBezTo>
                  <a:cubicBezTo>
                    <a:pt x="1973" y="1157"/>
                    <a:pt x="1901" y="1053"/>
                    <a:pt x="1833" y="941"/>
                  </a:cubicBezTo>
                  <a:cubicBezTo>
                    <a:pt x="1765" y="829"/>
                    <a:pt x="1701" y="713"/>
                    <a:pt x="1649" y="593"/>
                  </a:cubicBezTo>
                  <a:cubicBezTo>
                    <a:pt x="1601" y="461"/>
                    <a:pt x="1525" y="345"/>
                    <a:pt x="1433" y="241"/>
                  </a:cubicBezTo>
                  <a:cubicBezTo>
                    <a:pt x="1385" y="193"/>
                    <a:pt x="1337" y="145"/>
                    <a:pt x="1285" y="101"/>
                  </a:cubicBezTo>
                  <a:cubicBezTo>
                    <a:pt x="1261" y="81"/>
                    <a:pt x="1233" y="61"/>
                    <a:pt x="1205" y="41"/>
                  </a:cubicBezTo>
                  <a:cubicBezTo>
                    <a:pt x="1173" y="21"/>
                    <a:pt x="1137" y="5"/>
                    <a:pt x="1097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65"/>
            <p:cNvSpPr/>
            <p:nvPr/>
          </p:nvSpPr>
          <p:spPr>
            <a:xfrm flipH="1">
              <a:off x="8282622" y="2448476"/>
              <a:ext cx="523550" cy="221766"/>
            </a:xfrm>
            <a:custGeom>
              <a:avLst/>
              <a:gdLst/>
              <a:ahLst/>
              <a:cxnLst/>
              <a:rect l="l" t="t" r="r" b="b"/>
              <a:pathLst>
                <a:path w="3893" h="1649" extrusionOk="0">
                  <a:moveTo>
                    <a:pt x="448" y="1"/>
                  </a:moveTo>
                  <a:cubicBezTo>
                    <a:pt x="364" y="1"/>
                    <a:pt x="280" y="13"/>
                    <a:pt x="200" y="37"/>
                  </a:cubicBezTo>
                  <a:cubicBezTo>
                    <a:pt x="160" y="49"/>
                    <a:pt x="120" y="65"/>
                    <a:pt x="84" y="89"/>
                  </a:cubicBezTo>
                  <a:cubicBezTo>
                    <a:pt x="48" y="109"/>
                    <a:pt x="16" y="141"/>
                    <a:pt x="0" y="181"/>
                  </a:cubicBezTo>
                  <a:lnTo>
                    <a:pt x="12" y="185"/>
                  </a:lnTo>
                  <a:cubicBezTo>
                    <a:pt x="64" y="129"/>
                    <a:pt x="136" y="97"/>
                    <a:pt x="212" y="93"/>
                  </a:cubicBezTo>
                  <a:cubicBezTo>
                    <a:pt x="248" y="89"/>
                    <a:pt x="288" y="85"/>
                    <a:pt x="324" y="85"/>
                  </a:cubicBezTo>
                  <a:cubicBezTo>
                    <a:pt x="344" y="87"/>
                    <a:pt x="364" y="87"/>
                    <a:pt x="384" y="87"/>
                  </a:cubicBezTo>
                  <a:cubicBezTo>
                    <a:pt x="404" y="87"/>
                    <a:pt x="424" y="87"/>
                    <a:pt x="444" y="89"/>
                  </a:cubicBezTo>
                  <a:cubicBezTo>
                    <a:pt x="520" y="97"/>
                    <a:pt x="596" y="105"/>
                    <a:pt x="676" y="121"/>
                  </a:cubicBezTo>
                  <a:cubicBezTo>
                    <a:pt x="752" y="137"/>
                    <a:pt x="828" y="153"/>
                    <a:pt x="904" y="173"/>
                  </a:cubicBezTo>
                  <a:cubicBezTo>
                    <a:pt x="984" y="189"/>
                    <a:pt x="1060" y="209"/>
                    <a:pt x="1136" y="229"/>
                  </a:cubicBezTo>
                  <a:cubicBezTo>
                    <a:pt x="1212" y="249"/>
                    <a:pt x="1292" y="269"/>
                    <a:pt x="1372" y="285"/>
                  </a:cubicBezTo>
                  <a:cubicBezTo>
                    <a:pt x="1452" y="301"/>
                    <a:pt x="1532" y="313"/>
                    <a:pt x="1608" y="329"/>
                  </a:cubicBezTo>
                  <a:cubicBezTo>
                    <a:pt x="1688" y="341"/>
                    <a:pt x="1768" y="353"/>
                    <a:pt x="1848" y="365"/>
                  </a:cubicBezTo>
                  <a:cubicBezTo>
                    <a:pt x="2008" y="393"/>
                    <a:pt x="2164" y="421"/>
                    <a:pt x="2324" y="449"/>
                  </a:cubicBezTo>
                  <a:cubicBezTo>
                    <a:pt x="2480" y="477"/>
                    <a:pt x="2640" y="505"/>
                    <a:pt x="2800" y="525"/>
                  </a:cubicBezTo>
                  <a:cubicBezTo>
                    <a:pt x="2880" y="537"/>
                    <a:pt x="2964" y="545"/>
                    <a:pt x="3044" y="545"/>
                  </a:cubicBezTo>
                  <a:cubicBezTo>
                    <a:pt x="3068" y="545"/>
                    <a:pt x="3088" y="541"/>
                    <a:pt x="3108" y="541"/>
                  </a:cubicBezTo>
                  <a:cubicBezTo>
                    <a:pt x="3128" y="541"/>
                    <a:pt x="3144" y="541"/>
                    <a:pt x="3164" y="545"/>
                  </a:cubicBezTo>
                  <a:cubicBezTo>
                    <a:pt x="3196" y="549"/>
                    <a:pt x="3232" y="557"/>
                    <a:pt x="3264" y="569"/>
                  </a:cubicBezTo>
                  <a:cubicBezTo>
                    <a:pt x="3332" y="593"/>
                    <a:pt x="3400" y="629"/>
                    <a:pt x="3464" y="669"/>
                  </a:cubicBezTo>
                  <a:cubicBezTo>
                    <a:pt x="3478" y="677"/>
                    <a:pt x="3491" y="686"/>
                    <a:pt x="3504" y="695"/>
                  </a:cubicBezTo>
                  <a:lnTo>
                    <a:pt x="3504" y="695"/>
                  </a:lnTo>
                  <a:cubicBezTo>
                    <a:pt x="3495" y="697"/>
                    <a:pt x="3486" y="699"/>
                    <a:pt x="3476" y="701"/>
                  </a:cubicBezTo>
                  <a:cubicBezTo>
                    <a:pt x="3440" y="709"/>
                    <a:pt x="3404" y="721"/>
                    <a:pt x="3368" y="733"/>
                  </a:cubicBezTo>
                  <a:cubicBezTo>
                    <a:pt x="3328" y="745"/>
                    <a:pt x="3292" y="769"/>
                    <a:pt x="3260" y="793"/>
                  </a:cubicBezTo>
                  <a:cubicBezTo>
                    <a:pt x="3248" y="801"/>
                    <a:pt x="3240" y="813"/>
                    <a:pt x="3232" y="825"/>
                  </a:cubicBezTo>
                  <a:lnTo>
                    <a:pt x="3216" y="845"/>
                  </a:lnTo>
                  <a:cubicBezTo>
                    <a:pt x="3204" y="861"/>
                    <a:pt x="3192" y="881"/>
                    <a:pt x="3184" y="897"/>
                  </a:cubicBezTo>
                  <a:cubicBezTo>
                    <a:pt x="3168" y="929"/>
                    <a:pt x="3156" y="961"/>
                    <a:pt x="3140" y="989"/>
                  </a:cubicBezTo>
                  <a:cubicBezTo>
                    <a:pt x="3108" y="1049"/>
                    <a:pt x="3080" y="1105"/>
                    <a:pt x="3044" y="1165"/>
                  </a:cubicBezTo>
                  <a:cubicBezTo>
                    <a:pt x="3028" y="1189"/>
                    <a:pt x="3012" y="1217"/>
                    <a:pt x="2992" y="1245"/>
                  </a:cubicBezTo>
                  <a:cubicBezTo>
                    <a:pt x="2972" y="1273"/>
                    <a:pt x="2952" y="1297"/>
                    <a:pt x="2932" y="1325"/>
                  </a:cubicBezTo>
                  <a:cubicBezTo>
                    <a:pt x="2912" y="1349"/>
                    <a:pt x="2892" y="1373"/>
                    <a:pt x="2868" y="1397"/>
                  </a:cubicBezTo>
                  <a:cubicBezTo>
                    <a:pt x="2848" y="1421"/>
                    <a:pt x="2824" y="1441"/>
                    <a:pt x="2796" y="1461"/>
                  </a:cubicBezTo>
                  <a:cubicBezTo>
                    <a:pt x="2772" y="1485"/>
                    <a:pt x="2744" y="1501"/>
                    <a:pt x="2716" y="1521"/>
                  </a:cubicBezTo>
                  <a:lnTo>
                    <a:pt x="2632" y="1569"/>
                  </a:lnTo>
                  <a:lnTo>
                    <a:pt x="2540" y="1605"/>
                  </a:lnTo>
                  <a:lnTo>
                    <a:pt x="2444" y="1633"/>
                  </a:lnTo>
                  <a:lnTo>
                    <a:pt x="2444" y="1649"/>
                  </a:lnTo>
                  <a:cubicBezTo>
                    <a:pt x="2476" y="1645"/>
                    <a:pt x="2512" y="1641"/>
                    <a:pt x="2548" y="1637"/>
                  </a:cubicBezTo>
                  <a:lnTo>
                    <a:pt x="2648" y="1617"/>
                  </a:lnTo>
                  <a:cubicBezTo>
                    <a:pt x="2684" y="1605"/>
                    <a:pt x="2716" y="1593"/>
                    <a:pt x="2748" y="1577"/>
                  </a:cubicBezTo>
                  <a:cubicBezTo>
                    <a:pt x="2780" y="1561"/>
                    <a:pt x="2812" y="1545"/>
                    <a:pt x="2844" y="1529"/>
                  </a:cubicBezTo>
                  <a:cubicBezTo>
                    <a:pt x="2872" y="1509"/>
                    <a:pt x="2900" y="1489"/>
                    <a:pt x="2928" y="1465"/>
                  </a:cubicBezTo>
                  <a:cubicBezTo>
                    <a:pt x="2956" y="1445"/>
                    <a:pt x="2984" y="1421"/>
                    <a:pt x="3008" y="1393"/>
                  </a:cubicBezTo>
                  <a:cubicBezTo>
                    <a:pt x="3032" y="1369"/>
                    <a:pt x="3056" y="1341"/>
                    <a:pt x="3080" y="1317"/>
                  </a:cubicBezTo>
                  <a:cubicBezTo>
                    <a:pt x="3104" y="1289"/>
                    <a:pt x="3124" y="1261"/>
                    <a:pt x="3144" y="1233"/>
                  </a:cubicBezTo>
                  <a:cubicBezTo>
                    <a:pt x="3184" y="1173"/>
                    <a:pt x="3224" y="1113"/>
                    <a:pt x="3256" y="1053"/>
                  </a:cubicBezTo>
                  <a:lnTo>
                    <a:pt x="3308" y="969"/>
                  </a:lnTo>
                  <a:lnTo>
                    <a:pt x="3328" y="933"/>
                  </a:lnTo>
                  <a:lnTo>
                    <a:pt x="3344" y="913"/>
                  </a:lnTo>
                  <a:cubicBezTo>
                    <a:pt x="3344" y="913"/>
                    <a:pt x="3352" y="905"/>
                    <a:pt x="3352" y="905"/>
                  </a:cubicBezTo>
                  <a:cubicBezTo>
                    <a:pt x="3372" y="889"/>
                    <a:pt x="3396" y="881"/>
                    <a:pt x="3420" y="873"/>
                  </a:cubicBezTo>
                  <a:cubicBezTo>
                    <a:pt x="3448" y="861"/>
                    <a:pt x="3480" y="853"/>
                    <a:pt x="3508" y="849"/>
                  </a:cubicBezTo>
                  <a:cubicBezTo>
                    <a:pt x="3540" y="841"/>
                    <a:pt x="3572" y="837"/>
                    <a:pt x="3604" y="833"/>
                  </a:cubicBezTo>
                  <a:cubicBezTo>
                    <a:pt x="3632" y="829"/>
                    <a:pt x="3668" y="825"/>
                    <a:pt x="3696" y="825"/>
                  </a:cubicBezTo>
                  <a:lnTo>
                    <a:pt x="3892" y="813"/>
                  </a:lnTo>
                  <a:lnTo>
                    <a:pt x="3744" y="693"/>
                  </a:lnTo>
                  <a:cubicBezTo>
                    <a:pt x="3676" y="645"/>
                    <a:pt x="3608" y="597"/>
                    <a:pt x="3536" y="553"/>
                  </a:cubicBezTo>
                  <a:cubicBezTo>
                    <a:pt x="3464" y="509"/>
                    <a:pt x="3384" y="477"/>
                    <a:pt x="3304" y="449"/>
                  </a:cubicBezTo>
                  <a:cubicBezTo>
                    <a:pt x="3260" y="433"/>
                    <a:pt x="3212" y="425"/>
                    <a:pt x="3168" y="425"/>
                  </a:cubicBezTo>
                  <a:cubicBezTo>
                    <a:pt x="3156" y="423"/>
                    <a:pt x="3145" y="422"/>
                    <a:pt x="3134" y="422"/>
                  </a:cubicBezTo>
                  <a:cubicBezTo>
                    <a:pt x="3123" y="422"/>
                    <a:pt x="3112" y="423"/>
                    <a:pt x="3100" y="425"/>
                  </a:cubicBezTo>
                  <a:cubicBezTo>
                    <a:pt x="3080" y="425"/>
                    <a:pt x="3064" y="429"/>
                    <a:pt x="3044" y="429"/>
                  </a:cubicBezTo>
                  <a:cubicBezTo>
                    <a:pt x="2968" y="433"/>
                    <a:pt x="2888" y="433"/>
                    <a:pt x="2808" y="433"/>
                  </a:cubicBezTo>
                  <a:cubicBezTo>
                    <a:pt x="2648" y="433"/>
                    <a:pt x="2492" y="421"/>
                    <a:pt x="2332" y="401"/>
                  </a:cubicBezTo>
                  <a:cubicBezTo>
                    <a:pt x="2252" y="393"/>
                    <a:pt x="2176" y="377"/>
                    <a:pt x="2096" y="365"/>
                  </a:cubicBezTo>
                  <a:cubicBezTo>
                    <a:pt x="2016" y="349"/>
                    <a:pt x="1940" y="333"/>
                    <a:pt x="1860" y="313"/>
                  </a:cubicBezTo>
                  <a:cubicBezTo>
                    <a:pt x="1708" y="273"/>
                    <a:pt x="1552" y="225"/>
                    <a:pt x="1400" y="181"/>
                  </a:cubicBezTo>
                  <a:cubicBezTo>
                    <a:pt x="1248" y="133"/>
                    <a:pt x="1096" y="89"/>
                    <a:pt x="936" y="53"/>
                  </a:cubicBezTo>
                  <a:lnTo>
                    <a:pt x="816" y="33"/>
                  </a:lnTo>
                  <a:lnTo>
                    <a:pt x="692" y="17"/>
                  </a:lnTo>
                  <a:cubicBezTo>
                    <a:pt x="612" y="5"/>
                    <a:pt x="528" y="1"/>
                    <a:pt x="448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65"/>
            <p:cNvSpPr/>
            <p:nvPr/>
          </p:nvSpPr>
          <p:spPr>
            <a:xfrm flipH="1">
              <a:off x="8386982" y="2545709"/>
              <a:ext cx="442456" cy="73294"/>
            </a:xfrm>
            <a:custGeom>
              <a:avLst/>
              <a:gdLst/>
              <a:ahLst/>
              <a:cxnLst/>
              <a:rect l="l" t="t" r="r" b="b"/>
              <a:pathLst>
                <a:path w="3290" h="545" extrusionOk="0">
                  <a:moveTo>
                    <a:pt x="714" y="1"/>
                  </a:moveTo>
                  <a:cubicBezTo>
                    <a:pt x="655" y="1"/>
                    <a:pt x="596" y="4"/>
                    <a:pt x="537" y="10"/>
                  </a:cubicBezTo>
                  <a:cubicBezTo>
                    <a:pt x="493" y="14"/>
                    <a:pt x="453" y="22"/>
                    <a:pt x="417" y="26"/>
                  </a:cubicBezTo>
                  <a:cubicBezTo>
                    <a:pt x="377" y="34"/>
                    <a:pt x="341" y="42"/>
                    <a:pt x="309" y="54"/>
                  </a:cubicBezTo>
                  <a:cubicBezTo>
                    <a:pt x="253" y="66"/>
                    <a:pt x="197" y="86"/>
                    <a:pt x="141" y="106"/>
                  </a:cubicBezTo>
                  <a:cubicBezTo>
                    <a:pt x="97" y="122"/>
                    <a:pt x="61" y="142"/>
                    <a:pt x="37" y="150"/>
                  </a:cubicBezTo>
                  <a:lnTo>
                    <a:pt x="1" y="170"/>
                  </a:lnTo>
                  <a:lnTo>
                    <a:pt x="5" y="174"/>
                  </a:lnTo>
                  <a:lnTo>
                    <a:pt x="45" y="162"/>
                  </a:lnTo>
                  <a:cubicBezTo>
                    <a:pt x="69" y="158"/>
                    <a:pt x="101" y="142"/>
                    <a:pt x="153" y="134"/>
                  </a:cubicBezTo>
                  <a:lnTo>
                    <a:pt x="229" y="114"/>
                  </a:lnTo>
                  <a:lnTo>
                    <a:pt x="321" y="94"/>
                  </a:lnTo>
                  <a:lnTo>
                    <a:pt x="425" y="82"/>
                  </a:lnTo>
                  <a:cubicBezTo>
                    <a:pt x="461" y="78"/>
                    <a:pt x="501" y="70"/>
                    <a:pt x="541" y="70"/>
                  </a:cubicBezTo>
                  <a:cubicBezTo>
                    <a:pt x="577" y="68"/>
                    <a:pt x="614" y="67"/>
                    <a:pt x="650" y="67"/>
                  </a:cubicBezTo>
                  <a:cubicBezTo>
                    <a:pt x="702" y="67"/>
                    <a:pt x="753" y="69"/>
                    <a:pt x="805" y="74"/>
                  </a:cubicBezTo>
                  <a:cubicBezTo>
                    <a:pt x="901" y="82"/>
                    <a:pt x="997" y="98"/>
                    <a:pt x="1093" y="118"/>
                  </a:cubicBezTo>
                  <a:cubicBezTo>
                    <a:pt x="1301" y="170"/>
                    <a:pt x="1505" y="238"/>
                    <a:pt x="1705" y="318"/>
                  </a:cubicBezTo>
                  <a:lnTo>
                    <a:pt x="2009" y="442"/>
                  </a:lnTo>
                  <a:cubicBezTo>
                    <a:pt x="2109" y="486"/>
                    <a:pt x="2213" y="518"/>
                    <a:pt x="2317" y="538"/>
                  </a:cubicBezTo>
                  <a:cubicBezTo>
                    <a:pt x="2348" y="542"/>
                    <a:pt x="2379" y="544"/>
                    <a:pt x="2411" y="544"/>
                  </a:cubicBezTo>
                  <a:cubicBezTo>
                    <a:pt x="2433" y="544"/>
                    <a:pt x="2456" y="543"/>
                    <a:pt x="2477" y="542"/>
                  </a:cubicBezTo>
                  <a:cubicBezTo>
                    <a:pt x="2525" y="534"/>
                    <a:pt x="2573" y="522"/>
                    <a:pt x="2621" y="510"/>
                  </a:cubicBezTo>
                  <a:cubicBezTo>
                    <a:pt x="2785" y="462"/>
                    <a:pt x="2937" y="382"/>
                    <a:pt x="3065" y="278"/>
                  </a:cubicBezTo>
                  <a:cubicBezTo>
                    <a:pt x="3113" y="238"/>
                    <a:pt x="3153" y="198"/>
                    <a:pt x="3193" y="154"/>
                  </a:cubicBezTo>
                  <a:cubicBezTo>
                    <a:pt x="3229" y="118"/>
                    <a:pt x="3261" y="78"/>
                    <a:pt x="3289" y="34"/>
                  </a:cubicBezTo>
                  <a:lnTo>
                    <a:pt x="3281" y="30"/>
                  </a:lnTo>
                  <a:cubicBezTo>
                    <a:pt x="3249" y="66"/>
                    <a:pt x="3213" y="102"/>
                    <a:pt x="3173" y="134"/>
                  </a:cubicBezTo>
                  <a:cubicBezTo>
                    <a:pt x="3129" y="174"/>
                    <a:pt x="3085" y="210"/>
                    <a:pt x="3037" y="242"/>
                  </a:cubicBezTo>
                  <a:cubicBezTo>
                    <a:pt x="2977" y="282"/>
                    <a:pt x="2913" y="322"/>
                    <a:pt x="2845" y="354"/>
                  </a:cubicBezTo>
                  <a:cubicBezTo>
                    <a:pt x="2769" y="394"/>
                    <a:pt x="2689" y="430"/>
                    <a:pt x="2605" y="454"/>
                  </a:cubicBezTo>
                  <a:cubicBezTo>
                    <a:pt x="2561" y="470"/>
                    <a:pt x="2513" y="482"/>
                    <a:pt x="2469" y="494"/>
                  </a:cubicBezTo>
                  <a:cubicBezTo>
                    <a:pt x="2434" y="500"/>
                    <a:pt x="2397" y="503"/>
                    <a:pt x="2360" y="503"/>
                  </a:cubicBezTo>
                  <a:cubicBezTo>
                    <a:pt x="2347" y="503"/>
                    <a:pt x="2334" y="503"/>
                    <a:pt x="2321" y="502"/>
                  </a:cubicBezTo>
                  <a:cubicBezTo>
                    <a:pt x="2217" y="494"/>
                    <a:pt x="2113" y="466"/>
                    <a:pt x="2017" y="426"/>
                  </a:cubicBezTo>
                  <a:cubicBezTo>
                    <a:pt x="1917" y="382"/>
                    <a:pt x="1813" y="334"/>
                    <a:pt x="1717" y="286"/>
                  </a:cubicBezTo>
                  <a:cubicBezTo>
                    <a:pt x="1621" y="238"/>
                    <a:pt x="1521" y="190"/>
                    <a:pt x="1417" y="150"/>
                  </a:cubicBezTo>
                  <a:cubicBezTo>
                    <a:pt x="1317" y="110"/>
                    <a:pt x="1213" y="74"/>
                    <a:pt x="1109" y="50"/>
                  </a:cubicBezTo>
                  <a:cubicBezTo>
                    <a:pt x="979" y="16"/>
                    <a:pt x="846" y="1"/>
                    <a:pt x="714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65"/>
            <p:cNvSpPr/>
            <p:nvPr/>
          </p:nvSpPr>
          <p:spPr>
            <a:xfrm flipH="1">
              <a:off x="8473053" y="2483980"/>
              <a:ext cx="331506" cy="39404"/>
            </a:xfrm>
            <a:custGeom>
              <a:avLst/>
              <a:gdLst/>
              <a:ahLst/>
              <a:cxnLst/>
              <a:rect l="l" t="t" r="r" b="b"/>
              <a:pathLst>
                <a:path w="2465" h="293" extrusionOk="0">
                  <a:moveTo>
                    <a:pt x="526" y="0"/>
                  </a:moveTo>
                  <a:cubicBezTo>
                    <a:pt x="476" y="0"/>
                    <a:pt x="426" y="3"/>
                    <a:pt x="376" y="9"/>
                  </a:cubicBezTo>
                  <a:cubicBezTo>
                    <a:pt x="320" y="13"/>
                    <a:pt x="268" y="25"/>
                    <a:pt x="216" y="37"/>
                  </a:cubicBezTo>
                  <a:cubicBezTo>
                    <a:pt x="176" y="49"/>
                    <a:pt x="136" y="65"/>
                    <a:pt x="96" y="81"/>
                  </a:cubicBezTo>
                  <a:cubicBezTo>
                    <a:pt x="72" y="93"/>
                    <a:pt x="48" y="105"/>
                    <a:pt x="24" y="117"/>
                  </a:cubicBezTo>
                  <a:lnTo>
                    <a:pt x="0" y="133"/>
                  </a:lnTo>
                  <a:lnTo>
                    <a:pt x="4" y="137"/>
                  </a:lnTo>
                  <a:lnTo>
                    <a:pt x="32" y="129"/>
                  </a:lnTo>
                  <a:cubicBezTo>
                    <a:pt x="56" y="121"/>
                    <a:pt x="80" y="113"/>
                    <a:pt x="108" y="109"/>
                  </a:cubicBezTo>
                  <a:cubicBezTo>
                    <a:pt x="144" y="97"/>
                    <a:pt x="184" y="89"/>
                    <a:pt x="224" y="81"/>
                  </a:cubicBezTo>
                  <a:cubicBezTo>
                    <a:pt x="276" y="77"/>
                    <a:pt x="328" y="69"/>
                    <a:pt x="380" y="69"/>
                  </a:cubicBezTo>
                  <a:cubicBezTo>
                    <a:pt x="396" y="68"/>
                    <a:pt x="414" y="67"/>
                    <a:pt x="431" y="67"/>
                  </a:cubicBezTo>
                  <a:cubicBezTo>
                    <a:pt x="474" y="67"/>
                    <a:pt x="519" y="70"/>
                    <a:pt x="564" y="73"/>
                  </a:cubicBezTo>
                  <a:cubicBezTo>
                    <a:pt x="632" y="77"/>
                    <a:pt x="700" y="85"/>
                    <a:pt x="772" y="93"/>
                  </a:cubicBezTo>
                  <a:cubicBezTo>
                    <a:pt x="916" y="109"/>
                    <a:pt x="1068" y="141"/>
                    <a:pt x="1224" y="157"/>
                  </a:cubicBezTo>
                  <a:cubicBezTo>
                    <a:pt x="1300" y="165"/>
                    <a:pt x="1380" y="177"/>
                    <a:pt x="1456" y="189"/>
                  </a:cubicBezTo>
                  <a:cubicBezTo>
                    <a:pt x="1532" y="201"/>
                    <a:pt x="1604" y="213"/>
                    <a:pt x="1676" y="229"/>
                  </a:cubicBezTo>
                  <a:cubicBezTo>
                    <a:pt x="1748" y="241"/>
                    <a:pt x="1820" y="257"/>
                    <a:pt x="1884" y="265"/>
                  </a:cubicBezTo>
                  <a:cubicBezTo>
                    <a:pt x="1952" y="277"/>
                    <a:pt x="2016" y="281"/>
                    <a:pt x="2076" y="285"/>
                  </a:cubicBezTo>
                  <a:cubicBezTo>
                    <a:pt x="2192" y="293"/>
                    <a:pt x="2288" y="293"/>
                    <a:pt x="2356" y="293"/>
                  </a:cubicBezTo>
                  <a:cubicBezTo>
                    <a:pt x="2428" y="289"/>
                    <a:pt x="2464" y="285"/>
                    <a:pt x="2464" y="285"/>
                  </a:cubicBezTo>
                  <a:lnTo>
                    <a:pt x="2464" y="281"/>
                  </a:lnTo>
                  <a:cubicBezTo>
                    <a:pt x="2464" y="281"/>
                    <a:pt x="2428" y="277"/>
                    <a:pt x="2360" y="265"/>
                  </a:cubicBezTo>
                  <a:cubicBezTo>
                    <a:pt x="2324" y="261"/>
                    <a:pt x="2284" y="257"/>
                    <a:pt x="2236" y="249"/>
                  </a:cubicBezTo>
                  <a:lnTo>
                    <a:pt x="2080" y="229"/>
                  </a:lnTo>
                  <a:cubicBezTo>
                    <a:pt x="2020" y="221"/>
                    <a:pt x="1960" y="213"/>
                    <a:pt x="1892" y="209"/>
                  </a:cubicBezTo>
                  <a:cubicBezTo>
                    <a:pt x="1824" y="201"/>
                    <a:pt x="1756" y="201"/>
                    <a:pt x="1680" y="193"/>
                  </a:cubicBezTo>
                  <a:cubicBezTo>
                    <a:pt x="1608" y="189"/>
                    <a:pt x="1532" y="181"/>
                    <a:pt x="1460" y="169"/>
                  </a:cubicBezTo>
                  <a:cubicBezTo>
                    <a:pt x="1380" y="153"/>
                    <a:pt x="1308" y="137"/>
                    <a:pt x="1232" y="121"/>
                  </a:cubicBezTo>
                  <a:cubicBezTo>
                    <a:pt x="1152" y="101"/>
                    <a:pt x="1076" y="81"/>
                    <a:pt x="1004" y="65"/>
                  </a:cubicBezTo>
                  <a:cubicBezTo>
                    <a:pt x="932" y="49"/>
                    <a:pt x="852" y="33"/>
                    <a:pt x="780" y="21"/>
                  </a:cubicBezTo>
                  <a:cubicBezTo>
                    <a:pt x="696" y="8"/>
                    <a:pt x="611" y="0"/>
                    <a:pt x="52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65"/>
            <p:cNvSpPr/>
            <p:nvPr/>
          </p:nvSpPr>
          <p:spPr>
            <a:xfrm flipH="1">
              <a:off x="8532764" y="2525805"/>
              <a:ext cx="290219" cy="55677"/>
            </a:xfrm>
            <a:custGeom>
              <a:avLst/>
              <a:gdLst/>
              <a:ahLst/>
              <a:cxnLst/>
              <a:rect l="l" t="t" r="r" b="b"/>
              <a:pathLst>
                <a:path w="2158" h="414" extrusionOk="0">
                  <a:moveTo>
                    <a:pt x="642" y="1"/>
                  </a:moveTo>
                  <a:cubicBezTo>
                    <a:pt x="541" y="1"/>
                    <a:pt x="438" y="10"/>
                    <a:pt x="337" y="30"/>
                  </a:cubicBezTo>
                  <a:cubicBezTo>
                    <a:pt x="289" y="38"/>
                    <a:pt x="245" y="50"/>
                    <a:pt x="197" y="66"/>
                  </a:cubicBezTo>
                  <a:cubicBezTo>
                    <a:pt x="161" y="74"/>
                    <a:pt x="125" y="86"/>
                    <a:pt x="93" y="102"/>
                  </a:cubicBezTo>
                  <a:cubicBezTo>
                    <a:pt x="33" y="126"/>
                    <a:pt x="1" y="142"/>
                    <a:pt x="1" y="142"/>
                  </a:cubicBezTo>
                  <a:lnTo>
                    <a:pt x="5" y="150"/>
                  </a:lnTo>
                  <a:lnTo>
                    <a:pt x="29" y="142"/>
                  </a:lnTo>
                  <a:cubicBezTo>
                    <a:pt x="45" y="142"/>
                    <a:pt x="69" y="134"/>
                    <a:pt x="97" y="126"/>
                  </a:cubicBezTo>
                  <a:cubicBezTo>
                    <a:pt x="129" y="122"/>
                    <a:pt x="165" y="114"/>
                    <a:pt x="205" y="110"/>
                  </a:cubicBezTo>
                  <a:cubicBezTo>
                    <a:pt x="245" y="102"/>
                    <a:pt x="297" y="98"/>
                    <a:pt x="345" y="90"/>
                  </a:cubicBezTo>
                  <a:cubicBezTo>
                    <a:pt x="397" y="86"/>
                    <a:pt x="457" y="82"/>
                    <a:pt x="513" y="78"/>
                  </a:cubicBezTo>
                  <a:cubicBezTo>
                    <a:pt x="573" y="78"/>
                    <a:pt x="637" y="78"/>
                    <a:pt x="701" y="74"/>
                  </a:cubicBezTo>
                  <a:cubicBezTo>
                    <a:pt x="722" y="72"/>
                    <a:pt x="744" y="72"/>
                    <a:pt x="766" y="72"/>
                  </a:cubicBezTo>
                  <a:cubicBezTo>
                    <a:pt x="810" y="72"/>
                    <a:pt x="856" y="74"/>
                    <a:pt x="901" y="74"/>
                  </a:cubicBezTo>
                  <a:lnTo>
                    <a:pt x="1109" y="82"/>
                  </a:lnTo>
                  <a:cubicBezTo>
                    <a:pt x="1177" y="82"/>
                    <a:pt x="1249" y="86"/>
                    <a:pt x="1317" y="98"/>
                  </a:cubicBezTo>
                  <a:cubicBezTo>
                    <a:pt x="1385" y="102"/>
                    <a:pt x="1449" y="118"/>
                    <a:pt x="1513" y="138"/>
                  </a:cubicBezTo>
                  <a:cubicBezTo>
                    <a:pt x="1577" y="154"/>
                    <a:pt x="1633" y="178"/>
                    <a:pt x="1689" y="198"/>
                  </a:cubicBezTo>
                  <a:cubicBezTo>
                    <a:pt x="1745" y="222"/>
                    <a:pt x="1797" y="242"/>
                    <a:pt x="1845" y="262"/>
                  </a:cubicBezTo>
                  <a:cubicBezTo>
                    <a:pt x="1941" y="302"/>
                    <a:pt x="2017" y="342"/>
                    <a:pt x="2073" y="370"/>
                  </a:cubicBezTo>
                  <a:lnTo>
                    <a:pt x="2157" y="414"/>
                  </a:lnTo>
                  <a:lnTo>
                    <a:pt x="2157" y="410"/>
                  </a:lnTo>
                  <a:cubicBezTo>
                    <a:pt x="2137" y="390"/>
                    <a:pt x="2109" y="366"/>
                    <a:pt x="2085" y="346"/>
                  </a:cubicBezTo>
                  <a:cubicBezTo>
                    <a:pt x="2017" y="294"/>
                    <a:pt x="1945" y="250"/>
                    <a:pt x="1869" y="210"/>
                  </a:cubicBezTo>
                  <a:cubicBezTo>
                    <a:pt x="1817" y="186"/>
                    <a:pt x="1761" y="162"/>
                    <a:pt x="1709" y="146"/>
                  </a:cubicBezTo>
                  <a:cubicBezTo>
                    <a:pt x="1645" y="126"/>
                    <a:pt x="1585" y="110"/>
                    <a:pt x="1521" y="102"/>
                  </a:cubicBezTo>
                  <a:cubicBezTo>
                    <a:pt x="1457" y="90"/>
                    <a:pt x="1389" y="86"/>
                    <a:pt x="1321" y="78"/>
                  </a:cubicBezTo>
                  <a:cubicBezTo>
                    <a:pt x="1253" y="70"/>
                    <a:pt x="1181" y="54"/>
                    <a:pt x="1113" y="46"/>
                  </a:cubicBezTo>
                  <a:cubicBezTo>
                    <a:pt x="1045" y="34"/>
                    <a:pt x="973" y="22"/>
                    <a:pt x="905" y="18"/>
                  </a:cubicBezTo>
                  <a:cubicBezTo>
                    <a:pt x="837" y="10"/>
                    <a:pt x="769" y="2"/>
                    <a:pt x="701" y="2"/>
                  </a:cubicBezTo>
                  <a:cubicBezTo>
                    <a:pt x="682" y="1"/>
                    <a:pt x="662" y="1"/>
                    <a:pt x="642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65"/>
            <p:cNvSpPr/>
            <p:nvPr/>
          </p:nvSpPr>
          <p:spPr>
            <a:xfrm flipH="1">
              <a:off x="8903001" y="2143464"/>
              <a:ext cx="92122" cy="59846"/>
            </a:xfrm>
            <a:custGeom>
              <a:avLst/>
              <a:gdLst/>
              <a:ahLst/>
              <a:cxnLst/>
              <a:rect l="l" t="t" r="r" b="b"/>
              <a:pathLst>
                <a:path w="685" h="445" extrusionOk="0">
                  <a:moveTo>
                    <a:pt x="649" y="1"/>
                  </a:moveTo>
                  <a:lnTo>
                    <a:pt x="645" y="5"/>
                  </a:lnTo>
                  <a:cubicBezTo>
                    <a:pt x="649" y="13"/>
                    <a:pt x="649" y="25"/>
                    <a:pt x="649" y="37"/>
                  </a:cubicBezTo>
                  <a:cubicBezTo>
                    <a:pt x="645" y="61"/>
                    <a:pt x="633" y="85"/>
                    <a:pt x="613" y="101"/>
                  </a:cubicBezTo>
                  <a:cubicBezTo>
                    <a:pt x="597" y="113"/>
                    <a:pt x="581" y="121"/>
                    <a:pt x="569" y="133"/>
                  </a:cubicBezTo>
                  <a:lnTo>
                    <a:pt x="509" y="165"/>
                  </a:lnTo>
                  <a:cubicBezTo>
                    <a:pt x="485" y="181"/>
                    <a:pt x="461" y="193"/>
                    <a:pt x="437" y="201"/>
                  </a:cubicBezTo>
                  <a:cubicBezTo>
                    <a:pt x="413" y="209"/>
                    <a:pt x="385" y="213"/>
                    <a:pt x="361" y="217"/>
                  </a:cubicBezTo>
                  <a:cubicBezTo>
                    <a:pt x="309" y="225"/>
                    <a:pt x="257" y="241"/>
                    <a:pt x="205" y="257"/>
                  </a:cubicBezTo>
                  <a:cubicBezTo>
                    <a:pt x="161" y="273"/>
                    <a:pt x="117" y="297"/>
                    <a:pt x="81" y="325"/>
                  </a:cubicBezTo>
                  <a:cubicBezTo>
                    <a:pt x="57" y="349"/>
                    <a:pt x="33" y="377"/>
                    <a:pt x="17" y="405"/>
                  </a:cubicBezTo>
                  <a:cubicBezTo>
                    <a:pt x="9" y="417"/>
                    <a:pt x="5" y="429"/>
                    <a:pt x="1" y="445"/>
                  </a:cubicBezTo>
                  <a:lnTo>
                    <a:pt x="9" y="445"/>
                  </a:lnTo>
                  <a:lnTo>
                    <a:pt x="17" y="441"/>
                  </a:lnTo>
                  <a:cubicBezTo>
                    <a:pt x="25" y="437"/>
                    <a:pt x="29" y="429"/>
                    <a:pt x="37" y="425"/>
                  </a:cubicBezTo>
                  <a:cubicBezTo>
                    <a:pt x="61" y="409"/>
                    <a:pt x="89" y="393"/>
                    <a:pt x="117" y="377"/>
                  </a:cubicBezTo>
                  <a:cubicBezTo>
                    <a:pt x="149" y="361"/>
                    <a:pt x="189" y="345"/>
                    <a:pt x="233" y="321"/>
                  </a:cubicBezTo>
                  <a:lnTo>
                    <a:pt x="301" y="293"/>
                  </a:lnTo>
                  <a:cubicBezTo>
                    <a:pt x="325" y="281"/>
                    <a:pt x="349" y="269"/>
                    <a:pt x="373" y="253"/>
                  </a:cubicBezTo>
                  <a:cubicBezTo>
                    <a:pt x="397" y="241"/>
                    <a:pt x="421" y="229"/>
                    <a:pt x="445" y="221"/>
                  </a:cubicBezTo>
                  <a:cubicBezTo>
                    <a:pt x="469" y="213"/>
                    <a:pt x="493" y="205"/>
                    <a:pt x="521" y="201"/>
                  </a:cubicBezTo>
                  <a:cubicBezTo>
                    <a:pt x="545" y="201"/>
                    <a:pt x="569" y="193"/>
                    <a:pt x="593" y="185"/>
                  </a:cubicBezTo>
                  <a:cubicBezTo>
                    <a:pt x="617" y="177"/>
                    <a:pt x="637" y="161"/>
                    <a:pt x="653" y="145"/>
                  </a:cubicBezTo>
                  <a:cubicBezTo>
                    <a:pt x="669" y="125"/>
                    <a:pt x="681" y="105"/>
                    <a:pt x="685" y="81"/>
                  </a:cubicBezTo>
                  <a:cubicBezTo>
                    <a:pt x="685" y="65"/>
                    <a:pt x="685" y="49"/>
                    <a:pt x="677" y="33"/>
                  </a:cubicBezTo>
                  <a:cubicBezTo>
                    <a:pt x="673" y="21"/>
                    <a:pt x="665" y="9"/>
                    <a:pt x="64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65"/>
            <p:cNvSpPr/>
            <p:nvPr/>
          </p:nvSpPr>
          <p:spPr>
            <a:xfrm flipH="1">
              <a:off x="8781427" y="2174665"/>
              <a:ext cx="84591" cy="285243"/>
            </a:xfrm>
            <a:custGeom>
              <a:avLst/>
              <a:gdLst/>
              <a:ahLst/>
              <a:cxnLst/>
              <a:rect l="l" t="t" r="r" b="b"/>
              <a:pathLst>
                <a:path w="629" h="2121" extrusionOk="0">
                  <a:moveTo>
                    <a:pt x="1" y="1"/>
                  </a:moveTo>
                  <a:lnTo>
                    <a:pt x="1" y="29"/>
                  </a:lnTo>
                  <a:cubicBezTo>
                    <a:pt x="1" y="53"/>
                    <a:pt x="5" y="77"/>
                    <a:pt x="9" y="101"/>
                  </a:cubicBezTo>
                  <a:cubicBezTo>
                    <a:pt x="29" y="189"/>
                    <a:pt x="61" y="269"/>
                    <a:pt x="109" y="345"/>
                  </a:cubicBezTo>
                  <a:cubicBezTo>
                    <a:pt x="137" y="389"/>
                    <a:pt x="169" y="437"/>
                    <a:pt x="205" y="485"/>
                  </a:cubicBezTo>
                  <a:cubicBezTo>
                    <a:pt x="237" y="537"/>
                    <a:pt x="277" y="585"/>
                    <a:pt x="309" y="641"/>
                  </a:cubicBezTo>
                  <a:cubicBezTo>
                    <a:pt x="345" y="701"/>
                    <a:pt x="373" y="761"/>
                    <a:pt x="397" y="825"/>
                  </a:cubicBezTo>
                  <a:cubicBezTo>
                    <a:pt x="421" y="889"/>
                    <a:pt x="441" y="957"/>
                    <a:pt x="453" y="1025"/>
                  </a:cubicBezTo>
                  <a:cubicBezTo>
                    <a:pt x="485" y="1161"/>
                    <a:pt x="517" y="1297"/>
                    <a:pt x="537" y="1429"/>
                  </a:cubicBezTo>
                  <a:cubicBezTo>
                    <a:pt x="553" y="1545"/>
                    <a:pt x="561" y="1661"/>
                    <a:pt x="561" y="1777"/>
                  </a:cubicBezTo>
                  <a:cubicBezTo>
                    <a:pt x="557" y="1829"/>
                    <a:pt x="553" y="1877"/>
                    <a:pt x="549" y="1917"/>
                  </a:cubicBezTo>
                  <a:cubicBezTo>
                    <a:pt x="541" y="1961"/>
                    <a:pt x="533" y="1993"/>
                    <a:pt x="525" y="2025"/>
                  </a:cubicBezTo>
                  <a:cubicBezTo>
                    <a:pt x="521" y="2057"/>
                    <a:pt x="509" y="2077"/>
                    <a:pt x="505" y="2093"/>
                  </a:cubicBezTo>
                  <a:lnTo>
                    <a:pt x="497" y="2117"/>
                  </a:lnTo>
                  <a:lnTo>
                    <a:pt x="505" y="2121"/>
                  </a:lnTo>
                  <a:lnTo>
                    <a:pt x="517" y="2101"/>
                  </a:lnTo>
                  <a:cubicBezTo>
                    <a:pt x="529" y="2077"/>
                    <a:pt x="541" y="2057"/>
                    <a:pt x="553" y="2033"/>
                  </a:cubicBezTo>
                  <a:cubicBezTo>
                    <a:pt x="569" y="2001"/>
                    <a:pt x="581" y="1965"/>
                    <a:pt x="593" y="1929"/>
                  </a:cubicBezTo>
                  <a:cubicBezTo>
                    <a:pt x="605" y="1881"/>
                    <a:pt x="613" y="1833"/>
                    <a:pt x="621" y="1781"/>
                  </a:cubicBezTo>
                  <a:cubicBezTo>
                    <a:pt x="629" y="1725"/>
                    <a:pt x="629" y="1665"/>
                    <a:pt x="629" y="1609"/>
                  </a:cubicBezTo>
                  <a:cubicBezTo>
                    <a:pt x="625" y="1541"/>
                    <a:pt x="621" y="1477"/>
                    <a:pt x="609" y="1413"/>
                  </a:cubicBezTo>
                  <a:cubicBezTo>
                    <a:pt x="593" y="1349"/>
                    <a:pt x="577" y="1281"/>
                    <a:pt x="561" y="1213"/>
                  </a:cubicBezTo>
                  <a:cubicBezTo>
                    <a:pt x="541" y="1149"/>
                    <a:pt x="513" y="1081"/>
                    <a:pt x="489" y="1013"/>
                  </a:cubicBezTo>
                  <a:cubicBezTo>
                    <a:pt x="465" y="945"/>
                    <a:pt x="441" y="881"/>
                    <a:pt x="417" y="813"/>
                  </a:cubicBezTo>
                  <a:cubicBezTo>
                    <a:pt x="393" y="749"/>
                    <a:pt x="369" y="685"/>
                    <a:pt x="345" y="621"/>
                  </a:cubicBezTo>
                  <a:cubicBezTo>
                    <a:pt x="317" y="561"/>
                    <a:pt x="289" y="505"/>
                    <a:pt x="253" y="449"/>
                  </a:cubicBezTo>
                  <a:cubicBezTo>
                    <a:pt x="221" y="397"/>
                    <a:pt x="189" y="353"/>
                    <a:pt x="157" y="309"/>
                  </a:cubicBezTo>
                  <a:cubicBezTo>
                    <a:pt x="109" y="241"/>
                    <a:pt x="69" y="169"/>
                    <a:pt x="37" y="89"/>
                  </a:cubicBezTo>
                  <a:cubicBezTo>
                    <a:pt x="25" y="69"/>
                    <a:pt x="21" y="45"/>
                    <a:pt x="13" y="25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65"/>
            <p:cNvSpPr/>
            <p:nvPr/>
          </p:nvSpPr>
          <p:spPr>
            <a:xfrm flipH="1">
              <a:off x="8838448" y="2239756"/>
              <a:ext cx="45859" cy="142689"/>
            </a:xfrm>
            <a:custGeom>
              <a:avLst/>
              <a:gdLst/>
              <a:ahLst/>
              <a:cxnLst/>
              <a:rect l="l" t="t" r="r" b="b"/>
              <a:pathLst>
                <a:path w="341" h="1061" extrusionOk="0">
                  <a:moveTo>
                    <a:pt x="5" y="1"/>
                  </a:moveTo>
                  <a:lnTo>
                    <a:pt x="1" y="5"/>
                  </a:lnTo>
                  <a:lnTo>
                    <a:pt x="13" y="13"/>
                  </a:lnTo>
                  <a:cubicBezTo>
                    <a:pt x="25" y="17"/>
                    <a:pt x="33" y="25"/>
                    <a:pt x="41" y="33"/>
                  </a:cubicBezTo>
                  <a:cubicBezTo>
                    <a:pt x="65" y="65"/>
                    <a:pt x="85" y="97"/>
                    <a:pt x="101" y="133"/>
                  </a:cubicBezTo>
                  <a:cubicBezTo>
                    <a:pt x="109" y="157"/>
                    <a:pt x="121" y="185"/>
                    <a:pt x="133" y="213"/>
                  </a:cubicBezTo>
                  <a:cubicBezTo>
                    <a:pt x="145" y="241"/>
                    <a:pt x="161" y="269"/>
                    <a:pt x="173" y="297"/>
                  </a:cubicBezTo>
                  <a:cubicBezTo>
                    <a:pt x="189" y="329"/>
                    <a:pt x="205" y="361"/>
                    <a:pt x="213" y="393"/>
                  </a:cubicBezTo>
                  <a:cubicBezTo>
                    <a:pt x="221" y="429"/>
                    <a:pt x="229" y="465"/>
                    <a:pt x="233" y="501"/>
                  </a:cubicBezTo>
                  <a:cubicBezTo>
                    <a:pt x="237" y="569"/>
                    <a:pt x="249" y="641"/>
                    <a:pt x="253" y="705"/>
                  </a:cubicBezTo>
                  <a:cubicBezTo>
                    <a:pt x="261" y="773"/>
                    <a:pt x="273" y="833"/>
                    <a:pt x="281" y="885"/>
                  </a:cubicBezTo>
                  <a:cubicBezTo>
                    <a:pt x="289" y="937"/>
                    <a:pt x="297" y="981"/>
                    <a:pt x="301" y="1013"/>
                  </a:cubicBezTo>
                  <a:cubicBezTo>
                    <a:pt x="309" y="1045"/>
                    <a:pt x="313" y="1061"/>
                    <a:pt x="313" y="1061"/>
                  </a:cubicBezTo>
                  <a:lnTo>
                    <a:pt x="321" y="1061"/>
                  </a:lnTo>
                  <a:cubicBezTo>
                    <a:pt x="333" y="1005"/>
                    <a:pt x="341" y="941"/>
                    <a:pt x="341" y="881"/>
                  </a:cubicBezTo>
                  <a:cubicBezTo>
                    <a:pt x="341" y="853"/>
                    <a:pt x="341" y="825"/>
                    <a:pt x="337" y="793"/>
                  </a:cubicBezTo>
                  <a:cubicBezTo>
                    <a:pt x="337" y="761"/>
                    <a:pt x="333" y="729"/>
                    <a:pt x="325" y="693"/>
                  </a:cubicBezTo>
                  <a:cubicBezTo>
                    <a:pt x="317" y="661"/>
                    <a:pt x="313" y="629"/>
                    <a:pt x="301" y="593"/>
                  </a:cubicBezTo>
                  <a:cubicBezTo>
                    <a:pt x="293" y="561"/>
                    <a:pt x="281" y="525"/>
                    <a:pt x="269" y="493"/>
                  </a:cubicBezTo>
                  <a:cubicBezTo>
                    <a:pt x="257" y="457"/>
                    <a:pt x="241" y="425"/>
                    <a:pt x="233" y="393"/>
                  </a:cubicBezTo>
                  <a:cubicBezTo>
                    <a:pt x="225" y="357"/>
                    <a:pt x="217" y="325"/>
                    <a:pt x="209" y="293"/>
                  </a:cubicBezTo>
                  <a:cubicBezTo>
                    <a:pt x="205" y="257"/>
                    <a:pt x="197" y="225"/>
                    <a:pt x="189" y="193"/>
                  </a:cubicBezTo>
                  <a:cubicBezTo>
                    <a:pt x="177" y="165"/>
                    <a:pt x="169" y="141"/>
                    <a:pt x="153" y="113"/>
                  </a:cubicBezTo>
                  <a:cubicBezTo>
                    <a:pt x="133" y="69"/>
                    <a:pt x="97" y="37"/>
                    <a:pt x="57" y="13"/>
                  </a:cubicBezTo>
                  <a:cubicBezTo>
                    <a:pt x="45" y="9"/>
                    <a:pt x="29" y="5"/>
                    <a:pt x="17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65"/>
            <p:cNvSpPr/>
            <p:nvPr/>
          </p:nvSpPr>
          <p:spPr>
            <a:xfrm flipH="1">
              <a:off x="9112798" y="2323674"/>
              <a:ext cx="51777" cy="208855"/>
            </a:xfrm>
            <a:custGeom>
              <a:avLst/>
              <a:gdLst/>
              <a:ahLst/>
              <a:cxnLst/>
              <a:rect l="l" t="t" r="r" b="b"/>
              <a:pathLst>
                <a:path w="385" h="1553" extrusionOk="0">
                  <a:moveTo>
                    <a:pt x="97" y="1"/>
                  </a:moveTo>
                  <a:cubicBezTo>
                    <a:pt x="81" y="21"/>
                    <a:pt x="69" y="41"/>
                    <a:pt x="57" y="61"/>
                  </a:cubicBezTo>
                  <a:cubicBezTo>
                    <a:pt x="29" y="117"/>
                    <a:pt x="13" y="181"/>
                    <a:pt x="9" y="245"/>
                  </a:cubicBezTo>
                  <a:cubicBezTo>
                    <a:pt x="1" y="285"/>
                    <a:pt x="1" y="329"/>
                    <a:pt x="1" y="369"/>
                  </a:cubicBezTo>
                  <a:cubicBezTo>
                    <a:pt x="5" y="417"/>
                    <a:pt x="9" y="461"/>
                    <a:pt x="17" y="509"/>
                  </a:cubicBezTo>
                  <a:cubicBezTo>
                    <a:pt x="33" y="609"/>
                    <a:pt x="41" y="709"/>
                    <a:pt x="45" y="809"/>
                  </a:cubicBezTo>
                  <a:cubicBezTo>
                    <a:pt x="49" y="861"/>
                    <a:pt x="57" y="913"/>
                    <a:pt x="65" y="965"/>
                  </a:cubicBezTo>
                  <a:cubicBezTo>
                    <a:pt x="73" y="1013"/>
                    <a:pt x="89" y="1061"/>
                    <a:pt x="101" y="1109"/>
                  </a:cubicBezTo>
                  <a:cubicBezTo>
                    <a:pt x="125" y="1197"/>
                    <a:pt x="161" y="1277"/>
                    <a:pt x="209" y="1353"/>
                  </a:cubicBezTo>
                  <a:cubicBezTo>
                    <a:pt x="245" y="1409"/>
                    <a:pt x="281" y="1457"/>
                    <a:pt x="325" y="1505"/>
                  </a:cubicBezTo>
                  <a:cubicBezTo>
                    <a:pt x="361" y="1537"/>
                    <a:pt x="381" y="1553"/>
                    <a:pt x="381" y="1553"/>
                  </a:cubicBezTo>
                  <a:lnTo>
                    <a:pt x="385" y="1549"/>
                  </a:lnTo>
                  <a:cubicBezTo>
                    <a:pt x="385" y="1549"/>
                    <a:pt x="373" y="1525"/>
                    <a:pt x="349" y="1489"/>
                  </a:cubicBezTo>
                  <a:lnTo>
                    <a:pt x="309" y="1421"/>
                  </a:lnTo>
                  <a:cubicBezTo>
                    <a:pt x="297" y="1389"/>
                    <a:pt x="281" y="1361"/>
                    <a:pt x="265" y="1325"/>
                  </a:cubicBezTo>
                  <a:cubicBezTo>
                    <a:pt x="245" y="1293"/>
                    <a:pt x="233" y="1257"/>
                    <a:pt x="213" y="1217"/>
                  </a:cubicBezTo>
                  <a:cubicBezTo>
                    <a:pt x="209" y="1197"/>
                    <a:pt x="197" y="1177"/>
                    <a:pt x="189" y="1153"/>
                  </a:cubicBezTo>
                  <a:cubicBezTo>
                    <a:pt x="185" y="1133"/>
                    <a:pt x="177" y="1113"/>
                    <a:pt x="169" y="1089"/>
                  </a:cubicBezTo>
                  <a:cubicBezTo>
                    <a:pt x="133" y="1001"/>
                    <a:pt x="109" y="905"/>
                    <a:pt x="81" y="805"/>
                  </a:cubicBezTo>
                  <a:cubicBezTo>
                    <a:pt x="69" y="757"/>
                    <a:pt x="61" y="705"/>
                    <a:pt x="53" y="657"/>
                  </a:cubicBezTo>
                  <a:cubicBezTo>
                    <a:pt x="49" y="609"/>
                    <a:pt x="49" y="557"/>
                    <a:pt x="53" y="509"/>
                  </a:cubicBezTo>
                  <a:cubicBezTo>
                    <a:pt x="57" y="461"/>
                    <a:pt x="61" y="413"/>
                    <a:pt x="61" y="373"/>
                  </a:cubicBezTo>
                  <a:cubicBezTo>
                    <a:pt x="65" y="329"/>
                    <a:pt x="65" y="289"/>
                    <a:pt x="65" y="249"/>
                  </a:cubicBezTo>
                  <a:cubicBezTo>
                    <a:pt x="69" y="189"/>
                    <a:pt x="77" y="129"/>
                    <a:pt x="89" y="73"/>
                  </a:cubicBezTo>
                  <a:cubicBezTo>
                    <a:pt x="89" y="53"/>
                    <a:pt x="93" y="37"/>
                    <a:pt x="101" y="21"/>
                  </a:cubicBezTo>
                  <a:cubicBezTo>
                    <a:pt x="105" y="9"/>
                    <a:pt x="105" y="5"/>
                    <a:pt x="105" y="5"/>
                  </a:cubicBezTo>
                  <a:lnTo>
                    <a:pt x="97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65"/>
            <p:cNvSpPr/>
            <p:nvPr/>
          </p:nvSpPr>
          <p:spPr>
            <a:xfrm flipH="1">
              <a:off x="9061693" y="2378006"/>
              <a:ext cx="24342" cy="212083"/>
            </a:xfrm>
            <a:custGeom>
              <a:avLst/>
              <a:gdLst/>
              <a:ahLst/>
              <a:cxnLst/>
              <a:rect l="l" t="t" r="r" b="b"/>
              <a:pathLst>
                <a:path w="181" h="1577" extrusionOk="0">
                  <a:moveTo>
                    <a:pt x="69" y="1"/>
                  </a:moveTo>
                  <a:cubicBezTo>
                    <a:pt x="69" y="1"/>
                    <a:pt x="61" y="25"/>
                    <a:pt x="49" y="65"/>
                  </a:cubicBezTo>
                  <a:cubicBezTo>
                    <a:pt x="29" y="125"/>
                    <a:pt x="17" y="181"/>
                    <a:pt x="9" y="245"/>
                  </a:cubicBezTo>
                  <a:cubicBezTo>
                    <a:pt x="5" y="285"/>
                    <a:pt x="1" y="325"/>
                    <a:pt x="1" y="365"/>
                  </a:cubicBezTo>
                  <a:cubicBezTo>
                    <a:pt x="1" y="409"/>
                    <a:pt x="5" y="457"/>
                    <a:pt x="9" y="501"/>
                  </a:cubicBezTo>
                  <a:cubicBezTo>
                    <a:pt x="17" y="549"/>
                    <a:pt x="17" y="593"/>
                    <a:pt x="21" y="645"/>
                  </a:cubicBezTo>
                  <a:cubicBezTo>
                    <a:pt x="29" y="693"/>
                    <a:pt x="29" y="745"/>
                    <a:pt x="29" y="793"/>
                  </a:cubicBezTo>
                  <a:cubicBezTo>
                    <a:pt x="29" y="845"/>
                    <a:pt x="33" y="893"/>
                    <a:pt x="41" y="945"/>
                  </a:cubicBezTo>
                  <a:cubicBezTo>
                    <a:pt x="49" y="993"/>
                    <a:pt x="53" y="1041"/>
                    <a:pt x="61" y="1085"/>
                  </a:cubicBezTo>
                  <a:cubicBezTo>
                    <a:pt x="77" y="1181"/>
                    <a:pt x="97" y="1265"/>
                    <a:pt x="113" y="1337"/>
                  </a:cubicBezTo>
                  <a:lnTo>
                    <a:pt x="165" y="1577"/>
                  </a:lnTo>
                  <a:lnTo>
                    <a:pt x="173" y="1577"/>
                  </a:lnTo>
                  <a:cubicBezTo>
                    <a:pt x="181" y="1493"/>
                    <a:pt x="181" y="1413"/>
                    <a:pt x="173" y="1329"/>
                  </a:cubicBezTo>
                  <a:cubicBezTo>
                    <a:pt x="165" y="1245"/>
                    <a:pt x="149" y="1161"/>
                    <a:pt x="133" y="1077"/>
                  </a:cubicBezTo>
                  <a:cubicBezTo>
                    <a:pt x="121" y="1033"/>
                    <a:pt x="109" y="985"/>
                    <a:pt x="101" y="937"/>
                  </a:cubicBezTo>
                  <a:cubicBezTo>
                    <a:pt x="89" y="893"/>
                    <a:pt x="77" y="845"/>
                    <a:pt x="65" y="797"/>
                  </a:cubicBezTo>
                  <a:cubicBezTo>
                    <a:pt x="53" y="745"/>
                    <a:pt x="49" y="697"/>
                    <a:pt x="45" y="649"/>
                  </a:cubicBezTo>
                  <a:cubicBezTo>
                    <a:pt x="41" y="601"/>
                    <a:pt x="41" y="553"/>
                    <a:pt x="45" y="505"/>
                  </a:cubicBezTo>
                  <a:cubicBezTo>
                    <a:pt x="53" y="461"/>
                    <a:pt x="57" y="417"/>
                    <a:pt x="61" y="373"/>
                  </a:cubicBezTo>
                  <a:cubicBezTo>
                    <a:pt x="65" y="333"/>
                    <a:pt x="69" y="293"/>
                    <a:pt x="69" y="257"/>
                  </a:cubicBezTo>
                  <a:cubicBezTo>
                    <a:pt x="73" y="181"/>
                    <a:pt x="77" y="121"/>
                    <a:pt x="77" y="77"/>
                  </a:cubicBezTo>
                  <a:lnTo>
                    <a:pt x="77" y="9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65"/>
            <p:cNvSpPr/>
            <p:nvPr/>
          </p:nvSpPr>
          <p:spPr>
            <a:xfrm flipH="1">
              <a:off x="8861580" y="2464614"/>
              <a:ext cx="124937" cy="179806"/>
            </a:xfrm>
            <a:custGeom>
              <a:avLst/>
              <a:gdLst/>
              <a:ahLst/>
              <a:cxnLst/>
              <a:rect l="l" t="t" r="r" b="b"/>
              <a:pathLst>
                <a:path w="929" h="1337" extrusionOk="0">
                  <a:moveTo>
                    <a:pt x="921" y="1"/>
                  </a:moveTo>
                  <a:cubicBezTo>
                    <a:pt x="921" y="1"/>
                    <a:pt x="909" y="25"/>
                    <a:pt x="889" y="65"/>
                  </a:cubicBezTo>
                  <a:cubicBezTo>
                    <a:pt x="869" y="109"/>
                    <a:pt x="845" y="169"/>
                    <a:pt x="817" y="241"/>
                  </a:cubicBezTo>
                  <a:cubicBezTo>
                    <a:pt x="801" y="277"/>
                    <a:pt x="785" y="317"/>
                    <a:pt x="765" y="357"/>
                  </a:cubicBezTo>
                  <a:cubicBezTo>
                    <a:pt x="745" y="397"/>
                    <a:pt x="729" y="441"/>
                    <a:pt x="705" y="481"/>
                  </a:cubicBezTo>
                  <a:cubicBezTo>
                    <a:pt x="657" y="573"/>
                    <a:pt x="577" y="645"/>
                    <a:pt x="481" y="681"/>
                  </a:cubicBezTo>
                  <a:cubicBezTo>
                    <a:pt x="433" y="701"/>
                    <a:pt x="385" y="725"/>
                    <a:pt x="337" y="749"/>
                  </a:cubicBezTo>
                  <a:cubicBezTo>
                    <a:pt x="293" y="777"/>
                    <a:pt x="249" y="813"/>
                    <a:pt x="213" y="849"/>
                  </a:cubicBezTo>
                  <a:cubicBezTo>
                    <a:pt x="149" y="921"/>
                    <a:pt x="101" y="1005"/>
                    <a:pt x="81" y="1101"/>
                  </a:cubicBezTo>
                  <a:cubicBezTo>
                    <a:pt x="69" y="1137"/>
                    <a:pt x="65" y="1173"/>
                    <a:pt x="61" y="1209"/>
                  </a:cubicBezTo>
                  <a:cubicBezTo>
                    <a:pt x="61" y="1237"/>
                    <a:pt x="53" y="1261"/>
                    <a:pt x="45" y="1285"/>
                  </a:cubicBezTo>
                  <a:cubicBezTo>
                    <a:pt x="37" y="1305"/>
                    <a:pt x="21" y="1325"/>
                    <a:pt x="1" y="1329"/>
                  </a:cubicBezTo>
                  <a:lnTo>
                    <a:pt x="1" y="1337"/>
                  </a:lnTo>
                  <a:cubicBezTo>
                    <a:pt x="5" y="1337"/>
                    <a:pt x="13" y="1337"/>
                    <a:pt x="21" y="1333"/>
                  </a:cubicBezTo>
                  <a:cubicBezTo>
                    <a:pt x="41" y="1329"/>
                    <a:pt x="57" y="1317"/>
                    <a:pt x="69" y="1301"/>
                  </a:cubicBezTo>
                  <a:cubicBezTo>
                    <a:pt x="85" y="1273"/>
                    <a:pt x="101" y="1249"/>
                    <a:pt x="109" y="1221"/>
                  </a:cubicBezTo>
                  <a:cubicBezTo>
                    <a:pt x="117" y="1189"/>
                    <a:pt x="125" y="1153"/>
                    <a:pt x="137" y="1121"/>
                  </a:cubicBezTo>
                  <a:cubicBezTo>
                    <a:pt x="169" y="1041"/>
                    <a:pt x="213" y="965"/>
                    <a:pt x="269" y="901"/>
                  </a:cubicBezTo>
                  <a:cubicBezTo>
                    <a:pt x="297" y="861"/>
                    <a:pt x="333" y="829"/>
                    <a:pt x="373" y="801"/>
                  </a:cubicBezTo>
                  <a:cubicBezTo>
                    <a:pt x="413" y="773"/>
                    <a:pt x="457" y="745"/>
                    <a:pt x="501" y="713"/>
                  </a:cubicBezTo>
                  <a:cubicBezTo>
                    <a:pt x="589" y="653"/>
                    <a:pt x="669" y="585"/>
                    <a:pt x="737" y="505"/>
                  </a:cubicBezTo>
                  <a:cubicBezTo>
                    <a:pt x="769" y="465"/>
                    <a:pt x="797" y="425"/>
                    <a:pt x="821" y="381"/>
                  </a:cubicBezTo>
                  <a:cubicBezTo>
                    <a:pt x="841" y="345"/>
                    <a:pt x="857" y="305"/>
                    <a:pt x="869" y="261"/>
                  </a:cubicBezTo>
                  <a:cubicBezTo>
                    <a:pt x="893" y="201"/>
                    <a:pt x="909" y="137"/>
                    <a:pt x="917" y="73"/>
                  </a:cubicBezTo>
                  <a:cubicBezTo>
                    <a:pt x="929" y="29"/>
                    <a:pt x="929" y="1"/>
                    <a:pt x="92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65"/>
            <p:cNvSpPr/>
            <p:nvPr/>
          </p:nvSpPr>
          <p:spPr>
            <a:xfrm flipH="1">
              <a:off x="8409576" y="2656659"/>
              <a:ext cx="530140" cy="68184"/>
            </a:xfrm>
            <a:custGeom>
              <a:avLst/>
              <a:gdLst/>
              <a:ahLst/>
              <a:cxnLst/>
              <a:rect l="l" t="t" r="r" b="b"/>
              <a:pathLst>
                <a:path w="3942" h="507" extrusionOk="0">
                  <a:moveTo>
                    <a:pt x="9" y="1"/>
                  </a:moveTo>
                  <a:lnTo>
                    <a:pt x="1" y="5"/>
                  </a:lnTo>
                  <a:cubicBezTo>
                    <a:pt x="9" y="21"/>
                    <a:pt x="17" y="33"/>
                    <a:pt x="29" y="45"/>
                  </a:cubicBezTo>
                  <a:cubicBezTo>
                    <a:pt x="57" y="77"/>
                    <a:pt x="93" y="105"/>
                    <a:pt x="133" y="125"/>
                  </a:cubicBezTo>
                  <a:cubicBezTo>
                    <a:pt x="193" y="157"/>
                    <a:pt x="261" y="173"/>
                    <a:pt x="333" y="177"/>
                  </a:cubicBezTo>
                  <a:cubicBezTo>
                    <a:pt x="417" y="177"/>
                    <a:pt x="505" y="173"/>
                    <a:pt x="593" y="161"/>
                  </a:cubicBezTo>
                  <a:cubicBezTo>
                    <a:pt x="721" y="151"/>
                    <a:pt x="851" y="146"/>
                    <a:pt x="981" y="146"/>
                  </a:cubicBezTo>
                  <a:cubicBezTo>
                    <a:pt x="1065" y="146"/>
                    <a:pt x="1149" y="148"/>
                    <a:pt x="1233" y="153"/>
                  </a:cubicBezTo>
                  <a:cubicBezTo>
                    <a:pt x="1353" y="157"/>
                    <a:pt x="1473" y="173"/>
                    <a:pt x="1593" y="189"/>
                  </a:cubicBezTo>
                  <a:cubicBezTo>
                    <a:pt x="1717" y="205"/>
                    <a:pt x="1841" y="225"/>
                    <a:pt x="1961" y="253"/>
                  </a:cubicBezTo>
                  <a:cubicBezTo>
                    <a:pt x="2085" y="281"/>
                    <a:pt x="2205" y="317"/>
                    <a:pt x="2325" y="357"/>
                  </a:cubicBezTo>
                  <a:cubicBezTo>
                    <a:pt x="2533" y="453"/>
                    <a:pt x="2760" y="505"/>
                    <a:pt x="2991" y="505"/>
                  </a:cubicBezTo>
                  <a:cubicBezTo>
                    <a:pt x="3000" y="505"/>
                    <a:pt x="3009" y="505"/>
                    <a:pt x="3017" y="505"/>
                  </a:cubicBezTo>
                  <a:cubicBezTo>
                    <a:pt x="3049" y="506"/>
                    <a:pt x="3080" y="506"/>
                    <a:pt x="3111" y="506"/>
                  </a:cubicBezTo>
                  <a:cubicBezTo>
                    <a:pt x="3185" y="506"/>
                    <a:pt x="3257" y="504"/>
                    <a:pt x="3325" y="501"/>
                  </a:cubicBezTo>
                  <a:cubicBezTo>
                    <a:pt x="3409" y="497"/>
                    <a:pt x="3497" y="489"/>
                    <a:pt x="3585" y="477"/>
                  </a:cubicBezTo>
                  <a:cubicBezTo>
                    <a:pt x="3649" y="465"/>
                    <a:pt x="3713" y="449"/>
                    <a:pt x="3781" y="433"/>
                  </a:cubicBezTo>
                  <a:cubicBezTo>
                    <a:pt x="3821" y="421"/>
                    <a:pt x="3861" y="405"/>
                    <a:pt x="3901" y="389"/>
                  </a:cubicBezTo>
                  <a:lnTo>
                    <a:pt x="3941" y="369"/>
                  </a:lnTo>
                  <a:lnTo>
                    <a:pt x="3941" y="361"/>
                  </a:lnTo>
                  <a:lnTo>
                    <a:pt x="3897" y="373"/>
                  </a:lnTo>
                  <a:cubicBezTo>
                    <a:pt x="3869" y="381"/>
                    <a:pt x="3825" y="393"/>
                    <a:pt x="3773" y="401"/>
                  </a:cubicBezTo>
                  <a:cubicBezTo>
                    <a:pt x="3717" y="413"/>
                    <a:pt x="3653" y="421"/>
                    <a:pt x="3577" y="429"/>
                  </a:cubicBezTo>
                  <a:cubicBezTo>
                    <a:pt x="3501" y="437"/>
                    <a:pt x="3417" y="441"/>
                    <a:pt x="3321" y="441"/>
                  </a:cubicBezTo>
                  <a:lnTo>
                    <a:pt x="3017" y="441"/>
                  </a:lnTo>
                  <a:cubicBezTo>
                    <a:pt x="2987" y="442"/>
                    <a:pt x="2957" y="442"/>
                    <a:pt x="2926" y="442"/>
                  </a:cubicBezTo>
                  <a:cubicBezTo>
                    <a:pt x="2843" y="442"/>
                    <a:pt x="2759" y="439"/>
                    <a:pt x="2677" y="433"/>
                  </a:cubicBezTo>
                  <a:cubicBezTo>
                    <a:pt x="2557" y="417"/>
                    <a:pt x="2441" y="385"/>
                    <a:pt x="2329" y="337"/>
                  </a:cubicBezTo>
                  <a:cubicBezTo>
                    <a:pt x="2213" y="293"/>
                    <a:pt x="2089" y="253"/>
                    <a:pt x="1969" y="217"/>
                  </a:cubicBezTo>
                  <a:cubicBezTo>
                    <a:pt x="1729" y="141"/>
                    <a:pt x="1485" y="97"/>
                    <a:pt x="1237" y="81"/>
                  </a:cubicBezTo>
                  <a:cubicBezTo>
                    <a:pt x="1155" y="75"/>
                    <a:pt x="1074" y="72"/>
                    <a:pt x="993" y="72"/>
                  </a:cubicBezTo>
                  <a:cubicBezTo>
                    <a:pt x="856" y="72"/>
                    <a:pt x="721" y="81"/>
                    <a:pt x="585" y="101"/>
                  </a:cubicBezTo>
                  <a:cubicBezTo>
                    <a:pt x="489" y="113"/>
                    <a:pt x="405" y="129"/>
                    <a:pt x="333" y="129"/>
                  </a:cubicBezTo>
                  <a:cubicBezTo>
                    <a:pt x="323" y="129"/>
                    <a:pt x="312" y="130"/>
                    <a:pt x="302" y="130"/>
                  </a:cubicBezTo>
                  <a:cubicBezTo>
                    <a:pt x="248" y="130"/>
                    <a:pt x="195" y="121"/>
                    <a:pt x="145" y="101"/>
                  </a:cubicBezTo>
                  <a:cubicBezTo>
                    <a:pt x="105" y="85"/>
                    <a:pt x="69" y="65"/>
                    <a:pt x="37" y="37"/>
                  </a:cubicBezTo>
                  <a:cubicBezTo>
                    <a:pt x="25" y="25"/>
                    <a:pt x="17" y="13"/>
                    <a:pt x="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65"/>
            <p:cNvSpPr/>
            <p:nvPr/>
          </p:nvSpPr>
          <p:spPr>
            <a:xfrm flipH="1">
              <a:off x="8652725" y="2721212"/>
              <a:ext cx="146992" cy="20307"/>
            </a:xfrm>
            <a:custGeom>
              <a:avLst/>
              <a:gdLst/>
              <a:ahLst/>
              <a:cxnLst/>
              <a:rect l="l" t="t" r="r" b="b"/>
              <a:pathLst>
                <a:path w="1093" h="151" extrusionOk="0">
                  <a:moveTo>
                    <a:pt x="256" y="1"/>
                  </a:moveTo>
                  <a:cubicBezTo>
                    <a:pt x="224" y="5"/>
                    <a:pt x="196" y="9"/>
                    <a:pt x="172" y="9"/>
                  </a:cubicBezTo>
                  <a:cubicBezTo>
                    <a:pt x="112" y="17"/>
                    <a:pt x="56" y="29"/>
                    <a:pt x="0" y="49"/>
                  </a:cubicBezTo>
                  <a:lnTo>
                    <a:pt x="0" y="57"/>
                  </a:lnTo>
                  <a:cubicBezTo>
                    <a:pt x="0" y="57"/>
                    <a:pt x="16" y="57"/>
                    <a:pt x="48" y="61"/>
                  </a:cubicBezTo>
                  <a:cubicBezTo>
                    <a:pt x="76" y="65"/>
                    <a:pt x="120" y="69"/>
                    <a:pt x="172" y="73"/>
                  </a:cubicBezTo>
                  <a:cubicBezTo>
                    <a:pt x="224" y="77"/>
                    <a:pt x="284" y="77"/>
                    <a:pt x="344" y="77"/>
                  </a:cubicBezTo>
                  <a:cubicBezTo>
                    <a:pt x="408" y="73"/>
                    <a:pt x="476" y="77"/>
                    <a:pt x="544" y="69"/>
                  </a:cubicBezTo>
                  <a:cubicBezTo>
                    <a:pt x="580" y="69"/>
                    <a:pt x="612" y="69"/>
                    <a:pt x="648" y="73"/>
                  </a:cubicBezTo>
                  <a:cubicBezTo>
                    <a:pt x="680" y="77"/>
                    <a:pt x="712" y="85"/>
                    <a:pt x="744" y="97"/>
                  </a:cubicBezTo>
                  <a:cubicBezTo>
                    <a:pt x="776" y="105"/>
                    <a:pt x="804" y="117"/>
                    <a:pt x="832" y="125"/>
                  </a:cubicBezTo>
                  <a:cubicBezTo>
                    <a:pt x="860" y="133"/>
                    <a:pt x="888" y="137"/>
                    <a:pt x="916" y="141"/>
                  </a:cubicBezTo>
                  <a:cubicBezTo>
                    <a:pt x="945" y="147"/>
                    <a:pt x="977" y="150"/>
                    <a:pt x="1009" y="150"/>
                  </a:cubicBezTo>
                  <a:cubicBezTo>
                    <a:pt x="1020" y="150"/>
                    <a:pt x="1032" y="150"/>
                    <a:pt x="1044" y="149"/>
                  </a:cubicBezTo>
                  <a:cubicBezTo>
                    <a:pt x="1060" y="145"/>
                    <a:pt x="1076" y="145"/>
                    <a:pt x="1092" y="137"/>
                  </a:cubicBezTo>
                  <a:lnTo>
                    <a:pt x="1092" y="129"/>
                  </a:lnTo>
                  <a:lnTo>
                    <a:pt x="1044" y="117"/>
                  </a:lnTo>
                  <a:lnTo>
                    <a:pt x="928" y="85"/>
                  </a:lnTo>
                  <a:cubicBezTo>
                    <a:pt x="904" y="77"/>
                    <a:pt x="876" y="69"/>
                    <a:pt x="844" y="65"/>
                  </a:cubicBezTo>
                  <a:cubicBezTo>
                    <a:pt x="824" y="62"/>
                    <a:pt x="802" y="59"/>
                    <a:pt x="780" y="59"/>
                  </a:cubicBezTo>
                  <a:cubicBezTo>
                    <a:pt x="771" y="59"/>
                    <a:pt x="761" y="60"/>
                    <a:pt x="752" y="61"/>
                  </a:cubicBezTo>
                  <a:cubicBezTo>
                    <a:pt x="684" y="57"/>
                    <a:pt x="616" y="49"/>
                    <a:pt x="552" y="33"/>
                  </a:cubicBezTo>
                  <a:cubicBezTo>
                    <a:pt x="516" y="21"/>
                    <a:pt x="484" y="17"/>
                    <a:pt x="448" y="13"/>
                  </a:cubicBezTo>
                  <a:cubicBezTo>
                    <a:pt x="416" y="9"/>
                    <a:pt x="380" y="1"/>
                    <a:pt x="348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65"/>
            <p:cNvSpPr/>
            <p:nvPr/>
          </p:nvSpPr>
          <p:spPr>
            <a:xfrm flipH="1">
              <a:off x="9191875" y="2071918"/>
              <a:ext cx="40480" cy="216924"/>
            </a:xfrm>
            <a:custGeom>
              <a:avLst/>
              <a:gdLst/>
              <a:ahLst/>
              <a:cxnLst/>
              <a:rect l="l" t="t" r="r" b="b"/>
              <a:pathLst>
                <a:path w="301" h="1613" extrusionOk="0">
                  <a:moveTo>
                    <a:pt x="1" y="1"/>
                  </a:moveTo>
                  <a:lnTo>
                    <a:pt x="1" y="5"/>
                  </a:lnTo>
                  <a:lnTo>
                    <a:pt x="9" y="21"/>
                  </a:lnTo>
                  <a:cubicBezTo>
                    <a:pt x="17" y="33"/>
                    <a:pt x="25" y="49"/>
                    <a:pt x="33" y="69"/>
                  </a:cubicBezTo>
                  <a:cubicBezTo>
                    <a:pt x="53" y="125"/>
                    <a:pt x="69" y="185"/>
                    <a:pt x="81" y="241"/>
                  </a:cubicBezTo>
                  <a:cubicBezTo>
                    <a:pt x="89" y="277"/>
                    <a:pt x="97" y="317"/>
                    <a:pt x="101" y="361"/>
                  </a:cubicBezTo>
                  <a:cubicBezTo>
                    <a:pt x="109" y="405"/>
                    <a:pt x="117" y="449"/>
                    <a:pt x="121" y="497"/>
                  </a:cubicBezTo>
                  <a:cubicBezTo>
                    <a:pt x="129" y="549"/>
                    <a:pt x="133" y="597"/>
                    <a:pt x="129" y="649"/>
                  </a:cubicBezTo>
                  <a:cubicBezTo>
                    <a:pt x="129" y="701"/>
                    <a:pt x="125" y="749"/>
                    <a:pt x="121" y="805"/>
                  </a:cubicBezTo>
                  <a:cubicBezTo>
                    <a:pt x="117" y="857"/>
                    <a:pt x="113" y="909"/>
                    <a:pt x="117" y="961"/>
                  </a:cubicBezTo>
                  <a:cubicBezTo>
                    <a:pt x="121" y="1013"/>
                    <a:pt x="125" y="1061"/>
                    <a:pt x="137" y="1113"/>
                  </a:cubicBezTo>
                  <a:cubicBezTo>
                    <a:pt x="153" y="1201"/>
                    <a:pt x="181" y="1285"/>
                    <a:pt x="209" y="1369"/>
                  </a:cubicBezTo>
                  <a:cubicBezTo>
                    <a:pt x="237" y="1441"/>
                    <a:pt x="257" y="1501"/>
                    <a:pt x="269" y="1545"/>
                  </a:cubicBezTo>
                  <a:lnTo>
                    <a:pt x="289" y="1613"/>
                  </a:lnTo>
                  <a:lnTo>
                    <a:pt x="297" y="1613"/>
                  </a:lnTo>
                  <a:cubicBezTo>
                    <a:pt x="301" y="1589"/>
                    <a:pt x="301" y="1565"/>
                    <a:pt x="297" y="1541"/>
                  </a:cubicBezTo>
                  <a:cubicBezTo>
                    <a:pt x="293" y="1477"/>
                    <a:pt x="285" y="1413"/>
                    <a:pt x="269" y="1353"/>
                  </a:cubicBezTo>
                  <a:cubicBezTo>
                    <a:pt x="257" y="1277"/>
                    <a:pt x="229" y="1189"/>
                    <a:pt x="205" y="1097"/>
                  </a:cubicBezTo>
                  <a:cubicBezTo>
                    <a:pt x="185" y="1001"/>
                    <a:pt x="169" y="901"/>
                    <a:pt x="157" y="805"/>
                  </a:cubicBezTo>
                  <a:cubicBezTo>
                    <a:pt x="153" y="753"/>
                    <a:pt x="153" y="701"/>
                    <a:pt x="153" y="649"/>
                  </a:cubicBezTo>
                  <a:cubicBezTo>
                    <a:pt x="153" y="601"/>
                    <a:pt x="157" y="549"/>
                    <a:pt x="161" y="501"/>
                  </a:cubicBezTo>
                  <a:cubicBezTo>
                    <a:pt x="165" y="453"/>
                    <a:pt x="165" y="405"/>
                    <a:pt x="161" y="357"/>
                  </a:cubicBezTo>
                  <a:cubicBezTo>
                    <a:pt x="157" y="313"/>
                    <a:pt x="149" y="273"/>
                    <a:pt x="137" y="229"/>
                  </a:cubicBezTo>
                  <a:cubicBezTo>
                    <a:pt x="121" y="169"/>
                    <a:pt x="89" y="109"/>
                    <a:pt x="53" y="57"/>
                  </a:cubicBezTo>
                  <a:cubicBezTo>
                    <a:pt x="37" y="37"/>
                    <a:pt x="21" y="17"/>
                    <a:pt x="1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65"/>
            <p:cNvSpPr/>
            <p:nvPr/>
          </p:nvSpPr>
          <p:spPr>
            <a:xfrm flipH="1">
              <a:off x="9170357" y="2246749"/>
              <a:ext cx="103957" cy="221766"/>
            </a:xfrm>
            <a:custGeom>
              <a:avLst/>
              <a:gdLst/>
              <a:ahLst/>
              <a:cxnLst/>
              <a:rect l="l" t="t" r="r" b="b"/>
              <a:pathLst>
                <a:path w="773" h="1649" extrusionOk="0">
                  <a:moveTo>
                    <a:pt x="5" y="1"/>
                  </a:moveTo>
                  <a:lnTo>
                    <a:pt x="1" y="5"/>
                  </a:lnTo>
                  <a:cubicBezTo>
                    <a:pt x="1" y="5"/>
                    <a:pt x="5" y="9"/>
                    <a:pt x="9" y="25"/>
                  </a:cubicBezTo>
                  <a:cubicBezTo>
                    <a:pt x="13" y="37"/>
                    <a:pt x="21" y="57"/>
                    <a:pt x="29" y="81"/>
                  </a:cubicBezTo>
                  <a:cubicBezTo>
                    <a:pt x="37" y="105"/>
                    <a:pt x="45" y="133"/>
                    <a:pt x="57" y="165"/>
                  </a:cubicBezTo>
                  <a:lnTo>
                    <a:pt x="89" y="281"/>
                  </a:lnTo>
                  <a:cubicBezTo>
                    <a:pt x="101" y="321"/>
                    <a:pt x="113" y="365"/>
                    <a:pt x="125" y="413"/>
                  </a:cubicBezTo>
                  <a:cubicBezTo>
                    <a:pt x="141" y="465"/>
                    <a:pt x="157" y="513"/>
                    <a:pt x="173" y="565"/>
                  </a:cubicBezTo>
                  <a:cubicBezTo>
                    <a:pt x="189" y="617"/>
                    <a:pt x="205" y="673"/>
                    <a:pt x="217" y="729"/>
                  </a:cubicBezTo>
                  <a:cubicBezTo>
                    <a:pt x="229" y="785"/>
                    <a:pt x="237" y="841"/>
                    <a:pt x="249" y="901"/>
                  </a:cubicBezTo>
                  <a:cubicBezTo>
                    <a:pt x="257" y="957"/>
                    <a:pt x="273" y="1017"/>
                    <a:pt x="289" y="1073"/>
                  </a:cubicBezTo>
                  <a:cubicBezTo>
                    <a:pt x="305" y="1125"/>
                    <a:pt x="325" y="1181"/>
                    <a:pt x="349" y="1233"/>
                  </a:cubicBezTo>
                  <a:cubicBezTo>
                    <a:pt x="389" y="1329"/>
                    <a:pt x="449" y="1413"/>
                    <a:pt x="521" y="1489"/>
                  </a:cubicBezTo>
                  <a:lnTo>
                    <a:pt x="569" y="1533"/>
                  </a:lnTo>
                  <a:cubicBezTo>
                    <a:pt x="581" y="1545"/>
                    <a:pt x="601" y="1557"/>
                    <a:pt x="613" y="1569"/>
                  </a:cubicBezTo>
                  <a:cubicBezTo>
                    <a:pt x="641" y="1589"/>
                    <a:pt x="665" y="1605"/>
                    <a:pt x="697" y="1621"/>
                  </a:cubicBezTo>
                  <a:cubicBezTo>
                    <a:pt x="713" y="1629"/>
                    <a:pt x="733" y="1637"/>
                    <a:pt x="749" y="1645"/>
                  </a:cubicBezTo>
                  <a:lnTo>
                    <a:pt x="769" y="1649"/>
                  </a:lnTo>
                  <a:lnTo>
                    <a:pt x="773" y="1645"/>
                  </a:lnTo>
                  <a:lnTo>
                    <a:pt x="757" y="1633"/>
                  </a:lnTo>
                  <a:cubicBezTo>
                    <a:pt x="741" y="1621"/>
                    <a:pt x="725" y="1609"/>
                    <a:pt x="709" y="1597"/>
                  </a:cubicBezTo>
                  <a:cubicBezTo>
                    <a:pt x="693" y="1581"/>
                    <a:pt x="665" y="1561"/>
                    <a:pt x="641" y="1537"/>
                  </a:cubicBezTo>
                  <a:cubicBezTo>
                    <a:pt x="617" y="1513"/>
                    <a:pt x="593" y="1485"/>
                    <a:pt x="565" y="1449"/>
                  </a:cubicBezTo>
                  <a:cubicBezTo>
                    <a:pt x="537" y="1413"/>
                    <a:pt x="513" y="1377"/>
                    <a:pt x="489" y="1337"/>
                  </a:cubicBezTo>
                  <a:cubicBezTo>
                    <a:pt x="461" y="1297"/>
                    <a:pt x="437" y="1253"/>
                    <a:pt x="413" y="1205"/>
                  </a:cubicBezTo>
                  <a:cubicBezTo>
                    <a:pt x="365" y="1101"/>
                    <a:pt x="321" y="997"/>
                    <a:pt x="285" y="893"/>
                  </a:cubicBezTo>
                  <a:cubicBezTo>
                    <a:pt x="265" y="837"/>
                    <a:pt x="249" y="781"/>
                    <a:pt x="233" y="725"/>
                  </a:cubicBezTo>
                  <a:cubicBezTo>
                    <a:pt x="221" y="669"/>
                    <a:pt x="213" y="613"/>
                    <a:pt x="205" y="557"/>
                  </a:cubicBezTo>
                  <a:cubicBezTo>
                    <a:pt x="201" y="501"/>
                    <a:pt x="193" y="453"/>
                    <a:pt x="181" y="401"/>
                  </a:cubicBezTo>
                  <a:cubicBezTo>
                    <a:pt x="173" y="353"/>
                    <a:pt x="157" y="309"/>
                    <a:pt x="145" y="265"/>
                  </a:cubicBezTo>
                  <a:cubicBezTo>
                    <a:pt x="121" y="193"/>
                    <a:pt x="89" y="129"/>
                    <a:pt x="53" y="65"/>
                  </a:cubicBezTo>
                  <a:cubicBezTo>
                    <a:pt x="37" y="45"/>
                    <a:pt x="21" y="21"/>
                    <a:pt x="5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65"/>
            <p:cNvSpPr/>
            <p:nvPr/>
          </p:nvSpPr>
          <p:spPr>
            <a:xfrm flipH="1">
              <a:off x="9151529" y="2149920"/>
              <a:ext cx="25418" cy="71143"/>
            </a:xfrm>
            <a:custGeom>
              <a:avLst/>
              <a:gdLst/>
              <a:ahLst/>
              <a:cxnLst/>
              <a:rect l="l" t="t" r="r" b="b"/>
              <a:pathLst>
                <a:path w="189" h="529" extrusionOk="0">
                  <a:moveTo>
                    <a:pt x="5" y="1"/>
                  </a:moveTo>
                  <a:lnTo>
                    <a:pt x="1" y="13"/>
                  </a:lnTo>
                  <a:cubicBezTo>
                    <a:pt x="1" y="21"/>
                    <a:pt x="1" y="29"/>
                    <a:pt x="5" y="37"/>
                  </a:cubicBezTo>
                  <a:cubicBezTo>
                    <a:pt x="9" y="57"/>
                    <a:pt x="17" y="77"/>
                    <a:pt x="21" y="97"/>
                  </a:cubicBezTo>
                  <a:cubicBezTo>
                    <a:pt x="29" y="109"/>
                    <a:pt x="33" y="121"/>
                    <a:pt x="41" y="133"/>
                  </a:cubicBezTo>
                  <a:cubicBezTo>
                    <a:pt x="49" y="145"/>
                    <a:pt x="57" y="157"/>
                    <a:pt x="69" y="169"/>
                  </a:cubicBezTo>
                  <a:cubicBezTo>
                    <a:pt x="81" y="181"/>
                    <a:pt x="89" y="197"/>
                    <a:pt x="93" y="213"/>
                  </a:cubicBezTo>
                  <a:cubicBezTo>
                    <a:pt x="101" y="229"/>
                    <a:pt x="101" y="245"/>
                    <a:pt x="101" y="261"/>
                  </a:cubicBezTo>
                  <a:cubicBezTo>
                    <a:pt x="105" y="297"/>
                    <a:pt x="105" y="329"/>
                    <a:pt x="109" y="361"/>
                  </a:cubicBezTo>
                  <a:cubicBezTo>
                    <a:pt x="113" y="389"/>
                    <a:pt x="117" y="417"/>
                    <a:pt x="125" y="445"/>
                  </a:cubicBezTo>
                  <a:cubicBezTo>
                    <a:pt x="133" y="473"/>
                    <a:pt x="145" y="501"/>
                    <a:pt x="157" y="529"/>
                  </a:cubicBezTo>
                  <a:lnTo>
                    <a:pt x="165" y="529"/>
                  </a:lnTo>
                  <a:cubicBezTo>
                    <a:pt x="177" y="501"/>
                    <a:pt x="185" y="473"/>
                    <a:pt x="189" y="441"/>
                  </a:cubicBezTo>
                  <a:cubicBezTo>
                    <a:pt x="189" y="425"/>
                    <a:pt x="189" y="413"/>
                    <a:pt x="189" y="397"/>
                  </a:cubicBezTo>
                  <a:cubicBezTo>
                    <a:pt x="185" y="381"/>
                    <a:pt x="185" y="365"/>
                    <a:pt x="181" y="345"/>
                  </a:cubicBezTo>
                  <a:cubicBezTo>
                    <a:pt x="177" y="329"/>
                    <a:pt x="169" y="313"/>
                    <a:pt x="165" y="297"/>
                  </a:cubicBezTo>
                  <a:cubicBezTo>
                    <a:pt x="157" y="281"/>
                    <a:pt x="149" y="265"/>
                    <a:pt x="137" y="249"/>
                  </a:cubicBezTo>
                  <a:cubicBezTo>
                    <a:pt x="129" y="233"/>
                    <a:pt x="121" y="217"/>
                    <a:pt x="113" y="201"/>
                  </a:cubicBezTo>
                  <a:cubicBezTo>
                    <a:pt x="109" y="185"/>
                    <a:pt x="105" y="169"/>
                    <a:pt x="101" y="153"/>
                  </a:cubicBezTo>
                  <a:cubicBezTo>
                    <a:pt x="101" y="137"/>
                    <a:pt x="101" y="117"/>
                    <a:pt x="93" y="101"/>
                  </a:cubicBezTo>
                  <a:cubicBezTo>
                    <a:pt x="89" y="89"/>
                    <a:pt x="81" y="77"/>
                    <a:pt x="73" y="65"/>
                  </a:cubicBezTo>
                  <a:cubicBezTo>
                    <a:pt x="57" y="37"/>
                    <a:pt x="33" y="17"/>
                    <a:pt x="5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65"/>
            <p:cNvSpPr/>
            <p:nvPr/>
          </p:nvSpPr>
          <p:spPr>
            <a:xfrm flipH="1">
              <a:off x="8790572" y="2515181"/>
              <a:ext cx="393369" cy="268567"/>
            </a:xfrm>
            <a:custGeom>
              <a:avLst/>
              <a:gdLst/>
              <a:ahLst/>
              <a:cxnLst/>
              <a:rect l="l" t="t" r="r" b="b"/>
              <a:pathLst>
                <a:path w="2925" h="1997" extrusionOk="0">
                  <a:moveTo>
                    <a:pt x="2398" y="1635"/>
                  </a:moveTo>
                  <a:lnTo>
                    <a:pt x="2398" y="1635"/>
                  </a:lnTo>
                  <a:cubicBezTo>
                    <a:pt x="2398" y="1635"/>
                    <a:pt x="2399" y="1635"/>
                    <a:pt x="2400" y="1637"/>
                  </a:cubicBezTo>
                  <a:lnTo>
                    <a:pt x="2400" y="1637"/>
                  </a:lnTo>
                  <a:cubicBezTo>
                    <a:pt x="2400" y="1637"/>
                    <a:pt x="2398" y="1635"/>
                    <a:pt x="2398" y="1635"/>
                  </a:cubicBezTo>
                  <a:close/>
                  <a:moveTo>
                    <a:pt x="249" y="1"/>
                  </a:moveTo>
                  <a:cubicBezTo>
                    <a:pt x="209" y="1"/>
                    <a:pt x="165" y="9"/>
                    <a:pt x="129" y="21"/>
                  </a:cubicBezTo>
                  <a:cubicBezTo>
                    <a:pt x="109" y="29"/>
                    <a:pt x="89" y="37"/>
                    <a:pt x="73" y="49"/>
                  </a:cubicBezTo>
                  <a:cubicBezTo>
                    <a:pt x="53" y="57"/>
                    <a:pt x="37" y="69"/>
                    <a:pt x="21" y="85"/>
                  </a:cubicBezTo>
                  <a:lnTo>
                    <a:pt x="1" y="97"/>
                  </a:lnTo>
                  <a:lnTo>
                    <a:pt x="13" y="129"/>
                  </a:lnTo>
                  <a:cubicBezTo>
                    <a:pt x="25" y="169"/>
                    <a:pt x="41" y="205"/>
                    <a:pt x="57" y="245"/>
                  </a:cubicBezTo>
                  <a:cubicBezTo>
                    <a:pt x="73" y="281"/>
                    <a:pt x="93" y="317"/>
                    <a:pt x="113" y="353"/>
                  </a:cubicBezTo>
                  <a:cubicBezTo>
                    <a:pt x="133" y="389"/>
                    <a:pt x="157" y="425"/>
                    <a:pt x="181" y="457"/>
                  </a:cubicBezTo>
                  <a:cubicBezTo>
                    <a:pt x="193" y="473"/>
                    <a:pt x="209" y="489"/>
                    <a:pt x="221" y="505"/>
                  </a:cubicBezTo>
                  <a:lnTo>
                    <a:pt x="245" y="529"/>
                  </a:lnTo>
                  <a:cubicBezTo>
                    <a:pt x="253" y="537"/>
                    <a:pt x="261" y="545"/>
                    <a:pt x="269" y="553"/>
                  </a:cubicBezTo>
                  <a:cubicBezTo>
                    <a:pt x="289" y="565"/>
                    <a:pt x="309" y="577"/>
                    <a:pt x="329" y="589"/>
                  </a:cubicBezTo>
                  <a:cubicBezTo>
                    <a:pt x="345" y="601"/>
                    <a:pt x="365" y="609"/>
                    <a:pt x="385" y="621"/>
                  </a:cubicBezTo>
                  <a:cubicBezTo>
                    <a:pt x="425" y="637"/>
                    <a:pt x="461" y="653"/>
                    <a:pt x="501" y="665"/>
                  </a:cubicBezTo>
                  <a:cubicBezTo>
                    <a:pt x="541" y="677"/>
                    <a:pt x="581" y="685"/>
                    <a:pt x="621" y="697"/>
                  </a:cubicBezTo>
                  <a:lnTo>
                    <a:pt x="624" y="697"/>
                  </a:lnTo>
                  <a:lnTo>
                    <a:pt x="624" y="697"/>
                  </a:lnTo>
                  <a:cubicBezTo>
                    <a:pt x="605" y="715"/>
                    <a:pt x="587" y="731"/>
                    <a:pt x="569" y="749"/>
                  </a:cubicBezTo>
                  <a:cubicBezTo>
                    <a:pt x="549" y="773"/>
                    <a:pt x="529" y="801"/>
                    <a:pt x="509" y="825"/>
                  </a:cubicBezTo>
                  <a:cubicBezTo>
                    <a:pt x="497" y="841"/>
                    <a:pt x="489" y="857"/>
                    <a:pt x="481" y="873"/>
                  </a:cubicBezTo>
                  <a:cubicBezTo>
                    <a:pt x="477" y="881"/>
                    <a:pt x="473" y="885"/>
                    <a:pt x="469" y="893"/>
                  </a:cubicBezTo>
                  <a:lnTo>
                    <a:pt x="461" y="925"/>
                  </a:lnTo>
                  <a:cubicBezTo>
                    <a:pt x="457" y="941"/>
                    <a:pt x="457" y="961"/>
                    <a:pt x="457" y="977"/>
                  </a:cubicBezTo>
                  <a:cubicBezTo>
                    <a:pt x="457" y="993"/>
                    <a:pt x="457" y="1013"/>
                    <a:pt x="461" y="1029"/>
                  </a:cubicBezTo>
                  <a:cubicBezTo>
                    <a:pt x="465" y="1061"/>
                    <a:pt x="469" y="1093"/>
                    <a:pt x="477" y="1125"/>
                  </a:cubicBezTo>
                  <a:cubicBezTo>
                    <a:pt x="497" y="1185"/>
                    <a:pt x="517" y="1245"/>
                    <a:pt x="545" y="1301"/>
                  </a:cubicBezTo>
                  <a:lnTo>
                    <a:pt x="549" y="1305"/>
                  </a:lnTo>
                  <a:lnTo>
                    <a:pt x="553" y="1309"/>
                  </a:lnTo>
                  <a:cubicBezTo>
                    <a:pt x="585" y="1333"/>
                    <a:pt x="621" y="1357"/>
                    <a:pt x="661" y="1377"/>
                  </a:cubicBezTo>
                  <a:cubicBezTo>
                    <a:pt x="697" y="1393"/>
                    <a:pt x="737" y="1409"/>
                    <a:pt x="777" y="1421"/>
                  </a:cubicBezTo>
                  <a:cubicBezTo>
                    <a:pt x="817" y="1433"/>
                    <a:pt x="857" y="1441"/>
                    <a:pt x="901" y="1445"/>
                  </a:cubicBezTo>
                  <a:lnTo>
                    <a:pt x="965" y="1445"/>
                  </a:lnTo>
                  <a:cubicBezTo>
                    <a:pt x="985" y="1441"/>
                    <a:pt x="1005" y="1437"/>
                    <a:pt x="1029" y="1433"/>
                  </a:cubicBezTo>
                  <a:cubicBezTo>
                    <a:pt x="1069" y="1417"/>
                    <a:pt x="1109" y="1401"/>
                    <a:pt x="1145" y="1377"/>
                  </a:cubicBezTo>
                  <a:cubicBezTo>
                    <a:pt x="1181" y="1353"/>
                    <a:pt x="1213" y="1325"/>
                    <a:pt x="1245" y="1301"/>
                  </a:cubicBezTo>
                  <a:cubicBezTo>
                    <a:pt x="1273" y="1273"/>
                    <a:pt x="1305" y="1253"/>
                    <a:pt x="1337" y="1229"/>
                  </a:cubicBezTo>
                  <a:cubicBezTo>
                    <a:pt x="1353" y="1221"/>
                    <a:pt x="1369" y="1213"/>
                    <a:pt x="1385" y="1209"/>
                  </a:cubicBezTo>
                  <a:cubicBezTo>
                    <a:pt x="1391" y="1205"/>
                    <a:pt x="1398" y="1203"/>
                    <a:pt x="1404" y="1202"/>
                  </a:cubicBezTo>
                  <a:lnTo>
                    <a:pt x="1404" y="1202"/>
                  </a:lnTo>
                  <a:cubicBezTo>
                    <a:pt x="1424" y="1224"/>
                    <a:pt x="1444" y="1245"/>
                    <a:pt x="1461" y="1269"/>
                  </a:cubicBezTo>
                  <a:cubicBezTo>
                    <a:pt x="1481" y="1297"/>
                    <a:pt x="1497" y="1325"/>
                    <a:pt x="1513" y="1353"/>
                  </a:cubicBezTo>
                  <a:cubicBezTo>
                    <a:pt x="1521" y="1369"/>
                    <a:pt x="1529" y="1381"/>
                    <a:pt x="1533" y="1397"/>
                  </a:cubicBezTo>
                  <a:cubicBezTo>
                    <a:pt x="1537" y="1413"/>
                    <a:pt x="1541" y="1433"/>
                    <a:pt x="1545" y="1449"/>
                  </a:cubicBezTo>
                  <a:lnTo>
                    <a:pt x="1573" y="1557"/>
                  </a:lnTo>
                  <a:cubicBezTo>
                    <a:pt x="1593" y="1633"/>
                    <a:pt x="1621" y="1705"/>
                    <a:pt x="1657" y="1777"/>
                  </a:cubicBezTo>
                  <a:cubicBezTo>
                    <a:pt x="1673" y="1813"/>
                    <a:pt x="1697" y="1845"/>
                    <a:pt x="1725" y="1877"/>
                  </a:cubicBezTo>
                  <a:cubicBezTo>
                    <a:pt x="1749" y="1913"/>
                    <a:pt x="1781" y="1941"/>
                    <a:pt x="1813" y="1969"/>
                  </a:cubicBezTo>
                  <a:lnTo>
                    <a:pt x="1821" y="1973"/>
                  </a:lnTo>
                  <a:lnTo>
                    <a:pt x="1833" y="1977"/>
                  </a:lnTo>
                  <a:cubicBezTo>
                    <a:pt x="1849" y="1985"/>
                    <a:pt x="1869" y="1989"/>
                    <a:pt x="1885" y="1989"/>
                  </a:cubicBezTo>
                  <a:cubicBezTo>
                    <a:pt x="1901" y="1993"/>
                    <a:pt x="1917" y="1993"/>
                    <a:pt x="1933" y="1997"/>
                  </a:cubicBezTo>
                  <a:cubicBezTo>
                    <a:pt x="1973" y="1997"/>
                    <a:pt x="2009" y="1993"/>
                    <a:pt x="2041" y="1977"/>
                  </a:cubicBezTo>
                  <a:cubicBezTo>
                    <a:pt x="2061" y="1969"/>
                    <a:pt x="2081" y="1957"/>
                    <a:pt x="2097" y="1945"/>
                  </a:cubicBezTo>
                  <a:cubicBezTo>
                    <a:pt x="2105" y="1937"/>
                    <a:pt x="2113" y="1929"/>
                    <a:pt x="2117" y="1921"/>
                  </a:cubicBezTo>
                  <a:lnTo>
                    <a:pt x="2129" y="1905"/>
                  </a:lnTo>
                  <a:lnTo>
                    <a:pt x="2133" y="1901"/>
                  </a:lnTo>
                  <a:lnTo>
                    <a:pt x="2137" y="1893"/>
                  </a:lnTo>
                  <a:lnTo>
                    <a:pt x="2145" y="1873"/>
                  </a:lnTo>
                  <a:cubicBezTo>
                    <a:pt x="2145" y="1865"/>
                    <a:pt x="2149" y="1853"/>
                    <a:pt x="2153" y="1845"/>
                  </a:cubicBezTo>
                  <a:cubicBezTo>
                    <a:pt x="2157" y="1829"/>
                    <a:pt x="2157" y="1813"/>
                    <a:pt x="2161" y="1793"/>
                  </a:cubicBezTo>
                  <a:cubicBezTo>
                    <a:pt x="2165" y="1737"/>
                    <a:pt x="2165" y="1681"/>
                    <a:pt x="2161" y="1625"/>
                  </a:cubicBezTo>
                  <a:cubicBezTo>
                    <a:pt x="2160" y="1612"/>
                    <a:pt x="2159" y="1599"/>
                    <a:pt x="2158" y="1586"/>
                  </a:cubicBezTo>
                  <a:lnTo>
                    <a:pt x="2158" y="1586"/>
                  </a:lnTo>
                  <a:cubicBezTo>
                    <a:pt x="2182" y="1598"/>
                    <a:pt x="2209" y="1612"/>
                    <a:pt x="2233" y="1629"/>
                  </a:cubicBezTo>
                  <a:cubicBezTo>
                    <a:pt x="2245" y="1637"/>
                    <a:pt x="2257" y="1649"/>
                    <a:pt x="2269" y="1657"/>
                  </a:cubicBezTo>
                  <a:cubicBezTo>
                    <a:pt x="2277" y="1669"/>
                    <a:pt x="2285" y="1677"/>
                    <a:pt x="2293" y="1689"/>
                  </a:cubicBezTo>
                  <a:lnTo>
                    <a:pt x="2297" y="1693"/>
                  </a:lnTo>
                  <a:lnTo>
                    <a:pt x="2301" y="1701"/>
                  </a:lnTo>
                  <a:lnTo>
                    <a:pt x="2309" y="1713"/>
                  </a:lnTo>
                  <a:lnTo>
                    <a:pt x="2313" y="1717"/>
                  </a:lnTo>
                  <a:lnTo>
                    <a:pt x="2321" y="1729"/>
                  </a:lnTo>
                  <a:cubicBezTo>
                    <a:pt x="2329" y="1733"/>
                    <a:pt x="2337" y="1741"/>
                    <a:pt x="2341" y="1745"/>
                  </a:cubicBezTo>
                  <a:cubicBezTo>
                    <a:pt x="2349" y="1749"/>
                    <a:pt x="2353" y="1753"/>
                    <a:pt x="2361" y="1757"/>
                  </a:cubicBezTo>
                  <a:lnTo>
                    <a:pt x="2377" y="1765"/>
                  </a:lnTo>
                  <a:cubicBezTo>
                    <a:pt x="2385" y="1773"/>
                    <a:pt x="2397" y="1777"/>
                    <a:pt x="2409" y="1781"/>
                  </a:cubicBezTo>
                  <a:cubicBezTo>
                    <a:pt x="2445" y="1793"/>
                    <a:pt x="2485" y="1805"/>
                    <a:pt x="2525" y="1813"/>
                  </a:cubicBezTo>
                  <a:cubicBezTo>
                    <a:pt x="2565" y="1817"/>
                    <a:pt x="2605" y="1821"/>
                    <a:pt x="2645" y="1825"/>
                  </a:cubicBezTo>
                  <a:cubicBezTo>
                    <a:pt x="2721" y="1833"/>
                    <a:pt x="2797" y="1837"/>
                    <a:pt x="2877" y="1837"/>
                  </a:cubicBezTo>
                  <a:lnTo>
                    <a:pt x="2925" y="1837"/>
                  </a:lnTo>
                  <a:lnTo>
                    <a:pt x="2905" y="1797"/>
                  </a:lnTo>
                  <a:cubicBezTo>
                    <a:pt x="2885" y="1753"/>
                    <a:pt x="2861" y="1709"/>
                    <a:pt x="2829" y="1669"/>
                  </a:cubicBezTo>
                  <a:cubicBezTo>
                    <a:pt x="2801" y="1625"/>
                    <a:pt x="2765" y="1593"/>
                    <a:pt x="2721" y="1569"/>
                  </a:cubicBezTo>
                  <a:lnTo>
                    <a:pt x="2713" y="1581"/>
                  </a:lnTo>
                  <a:cubicBezTo>
                    <a:pt x="2749" y="1609"/>
                    <a:pt x="2777" y="1649"/>
                    <a:pt x="2797" y="1689"/>
                  </a:cubicBezTo>
                  <a:cubicBezTo>
                    <a:pt x="2810" y="1715"/>
                    <a:pt x="2823" y="1743"/>
                    <a:pt x="2834" y="1772"/>
                  </a:cubicBezTo>
                  <a:lnTo>
                    <a:pt x="2834" y="1772"/>
                  </a:lnTo>
                  <a:cubicBezTo>
                    <a:pt x="2775" y="1764"/>
                    <a:pt x="2715" y="1754"/>
                    <a:pt x="2657" y="1741"/>
                  </a:cubicBezTo>
                  <a:cubicBezTo>
                    <a:pt x="2621" y="1733"/>
                    <a:pt x="2585" y="1725"/>
                    <a:pt x="2549" y="1713"/>
                  </a:cubicBezTo>
                  <a:cubicBezTo>
                    <a:pt x="2513" y="1705"/>
                    <a:pt x="2481" y="1693"/>
                    <a:pt x="2449" y="1677"/>
                  </a:cubicBezTo>
                  <a:cubicBezTo>
                    <a:pt x="2441" y="1677"/>
                    <a:pt x="2433" y="1673"/>
                    <a:pt x="2429" y="1669"/>
                  </a:cubicBezTo>
                  <a:cubicBezTo>
                    <a:pt x="2425" y="1665"/>
                    <a:pt x="2413" y="1657"/>
                    <a:pt x="2413" y="1657"/>
                  </a:cubicBezTo>
                  <a:lnTo>
                    <a:pt x="2409" y="1657"/>
                  </a:lnTo>
                  <a:lnTo>
                    <a:pt x="2405" y="1653"/>
                  </a:lnTo>
                  <a:lnTo>
                    <a:pt x="2401" y="1641"/>
                  </a:lnTo>
                  <a:lnTo>
                    <a:pt x="2401" y="1638"/>
                  </a:lnTo>
                  <a:lnTo>
                    <a:pt x="2401" y="1638"/>
                  </a:lnTo>
                  <a:cubicBezTo>
                    <a:pt x="2402" y="1640"/>
                    <a:pt x="2403" y="1642"/>
                    <a:pt x="2405" y="1645"/>
                  </a:cubicBezTo>
                  <a:lnTo>
                    <a:pt x="2405" y="1641"/>
                  </a:lnTo>
                  <a:lnTo>
                    <a:pt x="2401" y="1633"/>
                  </a:lnTo>
                  <a:cubicBezTo>
                    <a:pt x="2389" y="1609"/>
                    <a:pt x="2373" y="1589"/>
                    <a:pt x="2357" y="1569"/>
                  </a:cubicBezTo>
                  <a:cubicBezTo>
                    <a:pt x="2341" y="1553"/>
                    <a:pt x="2325" y="1537"/>
                    <a:pt x="2305" y="1525"/>
                  </a:cubicBezTo>
                  <a:cubicBezTo>
                    <a:pt x="2273" y="1497"/>
                    <a:pt x="2237" y="1477"/>
                    <a:pt x="2201" y="1457"/>
                  </a:cubicBezTo>
                  <a:cubicBezTo>
                    <a:pt x="2165" y="1437"/>
                    <a:pt x="2129" y="1421"/>
                    <a:pt x="2089" y="1405"/>
                  </a:cubicBezTo>
                  <a:lnTo>
                    <a:pt x="1981" y="1365"/>
                  </a:lnTo>
                  <a:lnTo>
                    <a:pt x="1997" y="1485"/>
                  </a:lnTo>
                  <a:cubicBezTo>
                    <a:pt x="2005" y="1533"/>
                    <a:pt x="2013" y="1585"/>
                    <a:pt x="2013" y="1633"/>
                  </a:cubicBezTo>
                  <a:cubicBezTo>
                    <a:pt x="2017" y="1681"/>
                    <a:pt x="2017" y="1729"/>
                    <a:pt x="2013" y="1777"/>
                  </a:cubicBezTo>
                  <a:cubicBezTo>
                    <a:pt x="2013" y="1789"/>
                    <a:pt x="2009" y="1801"/>
                    <a:pt x="2009" y="1805"/>
                  </a:cubicBezTo>
                  <a:cubicBezTo>
                    <a:pt x="2009" y="1809"/>
                    <a:pt x="2009" y="1809"/>
                    <a:pt x="2009" y="1813"/>
                  </a:cubicBezTo>
                  <a:lnTo>
                    <a:pt x="2001" y="1833"/>
                  </a:lnTo>
                  <a:lnTo>
                    <a:pt x="2005" y="1825"/>
                  </a:lnTo>
                  <a:lnTo>
                    <a:pt x="2005" y="1829"/>
                  </a:lnTo>
                  <a:cubicBezTo>
                    <a:pt x="2005" y="1833"/>
                    <a:pt x="2001" y="1833"/>
                    <a:pt x="2001" y="1833"/>
                  </a:cubicBezTo>
                  <a:lnTo>
                    <a:pt x="2001" y="1833"/>
                  </a:lnTo>
                  <a:lnTo>
                    <a:pt x="2001" y="1833"/>
                  </a:lnTo>
                  <a:cubicBezTo>
                    <a:pt x="1997" y="1837"/>
                    <a:pt x="1993" y="1837"/>
                    <a:pt x="1989" y="1841"/>
                  </a:cubicBezTo>
                  <a:cubicBezTo>
                    <a:pt x="1973" y="1845"/>
                    <a:pt x="1957" y="1849"/>
                    <a:pt x="1941" y="1849"/>
                  </a:cubicBezTo>
                  <a:lnTo>
                    <a:pt x="1913" y="1849"/>
                  </a:lnTo>
                  <a:lnTo>
                    <a:pt x="1894" y="1843"/>
                  </a:lnTo>
                  <a:lnTo>
                    <a:pt x="1894" y="1843"/>
                  </a:lnTo>
                  <a:cubicBezTo>
                    <a:pt x="1873" y="1826"/>
                    <a:pt x="1854" y="1809"/>
                    <a:pt x="1837" y="1789"/>
                  </a:cubicBezTo>
                  <a:cubicBezTo>
                    <a:pt x="1813" y="1765"/>
                    <a:pt x="1797" y="1737"/>
                    <a:pt x="1781" y="1709"/>
                  </a:cubicBezTo>
                  <a:cubicBezTo>
                    <a:pt x="1745" y="1649"/>
                    <a:pt x="1721" y="1585"/>
                    <a:pt x="1701" y="1521"/>
                  </a:cubicBezTo>
                  <a:lnTo>
                    <a:pt x="1669" y="1417"/>
                  </a:lnTo>
                  <a:cubicBezTo>
                    <a:pt x="1661" y="1393"/>
                    <a:pt x="1657" y="1381"/>
                    <a:pt x="1649" y="1357"/>
                  </a:cubicBezTo>
                  <a:cubicBezTo>
                    <a:pt x="1641" y="1337"/>
                    <a:pt x="1633" y="1321"/>
                    <a:pt x="1621" y="1301"/>
                  </a:cubicBezTo>
                  <a:cubicBezTo>
                    <a:pt x="1601" y="1269"/>
                    <a:pt x="1577" y="1233"/>
                    <a:pt x="1549" y="1205"/>
                  </a:cubicBezTo>
                  <a:cubicBezTo>
                    <a:pt x="1525" y="1173"/>
                    <a:pt x="1497" y="1145"/>
                    <a:pt x="1465" y="1121"/>
                  </a:cubicBezTo>
                  <a:lnTo>
                    <a:pt x="1453" y="1109"/>
                  </a:lnTo>
                  <a:lnTo>
                    <a:pt x="1437" y="1109"/>
                  </a:lnTo>
                  <a:cubicBezTo>
                    <a:pt x="1409" y="1109"/>
                    <a:pt x="1381" y="1113"/>
                    <a:pt x="1357" y="1125"/>
                  </a:cubicBezTo>
                  <a:cubicBezTo>
                    <a:pt x="1337" y="1137"/>
                    <a:pt x="1317" y="1149"/>
                    <a:pt x="1297" y="1165"/>
                  </a:cubicBezTo>
                  <a:cubicBezTo>
                    <a:pt x="1265" y="1189"/>
                    <a:pt x="1233" y="1221"/>
                    <a:pt x="1205" y="1249"/>
                  </a:cubicBezTo>
                  <a:cubicBezTo>
                    <a:pt x="1177" y="1277"/>
                    <a:pt x="1149" y="1301"/>
                    <a:pt x="1117" y="1329"/>
                  </a:cubicBezTo>
                  <a:cubicBezTo>
                    <a:pt x="1089" y="1353"/>
                    <a:pt x="1057" y="1369"/>
                    <a:pt x="1021" y="1385"/>
                  </a:cubicBezTo>
                  <a:cubicBezTo>
                    <a:pt x="1001" y="1393"/>
                    <a:pt x="985" y="1397"/>
                    <a:pt x="965" y="1401"/>
                  </a:cubicBezTo>
                  <a:cubicBezTo>
                    <a:pt x="945" y="1401"/>
                    <a:pt x="929" y="1405"/>
                    <a:pt x="909" y="1405"/>
                  </a:cubicBezTo>
                  <a:cubicBezTo>
                    <a:pt x="869" y="1401"/>
                    <a:pt x="833" y="1397"/>
                    <a:pt x="793" y="1385"/>
                  </a:cubicBezTo>
                  <a:cubicBezTo>
                    <a:pt x="757" y="1373"/>
                    <a:pt x="721" y="1357"/>
                    <a:pt x="685" y="1341"/>
                  </a:cubicBezTo>
                  <a:cubicBezTo>
                    <a:pt x="655" y="1322"/>
                    <a:pt x="625" y="1304"/>
                    <a:pt x="596" y="1282"/>
                  </a:cubicBezTo>
                  <a:lnTo>
                    <a:pt x="596" y="1282"/>
                  </a:lnTo>
                  <a:cubicBezTo>
                    <a:pt x="572" y="1227"/>
                    <a:pt x="557" y="1172"/>
                    <a:pt x="545" y="1113"/>
                  </a:cubicBezTo>
                  <a:cubicBezTo>
                    <a:pt x="541" y="1085"/>
                    <a:pt x="537" y="1053"/>
                    <a:pt x="537" y="1025"/>
                  </a:cubicBezTo>
                  <a:cubicBezTo>
                    <a:pt x="537" y="1013"/>
                    <a:pt x="537" y="997"/>
                    <a:pt x="541" y="985"/>
                  </a:cubicBezTo>
                  <a:cubicBezTo>
                    <a:pt x="541" y="973"/>
                    <a:pt x="545" y="961"/>
                    <a:pt x="549" y="949"/>
                  </a:cubicBezTo>
                  <a:cubicBezTo>
                    <a:pt x="549" y="945"/>
                    <a:pt x="553" y="937"/>
                    <a:pt x="553" y="933"/>
                  </a:cubicBezTo>
                  <a:cubicBezTo>
                    <a:pt x="557" y="929"/>
                    <a:pt x="561" y="921"/>
                    <a:pt x="565" y="917"/>
                  </a:cubicBezTo>
                  <a:cubicBezTo>
                    <a:pt x="569" y="905"/>
                    <a:pt x="577" y="893"/>
                    <a:pt x="589" y="885"/>
                  </a:cubicBezTo>
                  <a:cubicBezTo>
                    <a:pt x="605" y="865"/>
                    <a:pt x="625" y="845"/>
                    <a:pt x="649" y="825"/>
                  </a:cubicBezTo>
                  <a:cubicBezTo>
                    <a:pt x="669" y="805"/>
                    <a:pt x="693" y="789"/>
                    <a:pt x="717" y="773"/>
                  </a:cubicBezTo>
                  <a:cubicBezTo>
                    <a:pt x="741" y="757"/>
                    <a:pt x="765" y="737"/>
                    <a:pt x="785" y="725"/>
                  </a:cubicBezTo>
                  <a:lnTo>
                    <a:pt x="881" y="673"/>
                  </a:lnTo>
                  <a:lnTo>
                    <a:pt x="785" y="621"/>
                  </a:lnTo>
                  <a:cubicBezTo>
                    <a:pt x="761" y="613"/>
                    <a:pt x="741" y="601"/>
                    <a:pt x="717" y="597"/>
                  </a:cubicBezTo>
                  <a:lnTo>
                    <a:pt x="657" y="581"/>
                  </a:lnTo>
                  <a:cubicBezTo>
                    <a:pt x="621" y="573"/>
                    <a:pt x="585" y="561"/>
                    <a:pt x="545" y="549"/>
                  </a:cubicBezTo>
                  <a:cubicBezTo>
                    <a:pt x="513" y="541"/>
                    <a:pt x="477" y="529"/>
                    <a:pt x="441" y="513"/>
                  </a:cubicBezTo>
                  <a:cubicBezTo>
                    <a:pt x="425" y="505"/>
                    <a:pt x="409" y="501"/>
                    <a:pt x="393" y="489"/>
                  </a:cubicBezTo>
                  <a:cubicBezTo>
                    <a:pt x="377" y="481"/>
                    <a:pt x="361" y="473"/>
                    <a:pt x="349" y="465"/>
                  </a:cubicBezTo>
                  <a:lnTo>
                    <a:pt x="333" y="449"/>
                  </a:lnTo>
                  <a:lnTo>
                    <a:pt x="309" y="429"/>
                  </a:lnTo>
                  <a:cubicBezTo>
                    <a:pt x="297" y="417"/>
                    <a:pt x="285" y="405"/>
                    <a:pt x="277" y="389"/>
                  </a:cubicBezTo>
                  <a:cubicBezTo>
                    <a:pt x="253" y="361"/>
                    <a:pt x="229" y="333"/>
                    <a:pt x="209" y="301"/>
                  </a:cubicBezTo>
                  <a:cubicBezTo>
                    <a:pt x="170" y="245"/>
                    <a:pt x="138" y="186"/>
                    <a:pt x="107" y="127"/>
                  </a:cubicBezTo>
                  <a:lnTo>
                    <a:pt x="107" y="127"/>
                  </a:lnTo>
                  <a:cubicBezTo>
                    <a:pt x="111" y="122"/>
                    <a:pt x="116" y="118"/>
                    <a:pt x="121" y="113"/>
                  </a:cubicBezTo>
                  <a:cubicBezTo>
                    <a:pt x="133" y="105"/>
                    <a:pt x="149" y="97"/>
                    <a:pt x="165" y="89"/>
                  </a:cubicBezTo>
                  <a:cubicBezTo>
                    <a:pt x="169" y="85"/>
                    <a:pt x="177" y="81"/>
                    <a:pt x="185" y="77"/>
                  </a:cubicBezTo>
                  <a:cubicBezTo>
                    <a:pt x="193" y="77"/>
                    <a:pt x="201" y="73"/>
                    <a:pt x="209" y="69"/>
                  </a:cubicBezTo>
                  <a:cubicBezTo>
                    <a:pt x="225" y="65"/>
                    <a:pt x="245" y="61"/>
                    <a:pt x="261" y="57"/>
                  </a:cubicBezTo>
                  <a:cubicBezTo>
                    <a:pt x="284" y="53"/>
                    <a:pt x="307" y="51"/>
                    <a:pt x="330" y="51"/>
                  </a:cubicBezTo>
                  <a:cubicBezTo>
                    <a:pt x="379" y="51"/>
                    <a:pt x="427" y="59"/>
                    <a:pt x="473" y="73"/>
                  </a:cubicBezTo>
                  <a:lnTo>
                    <a:pt x="473" y="57"/>
                  </a:lnTo>
                  <a:cubicBezTo>
                    <a:pt x="437" y="41"/>
                    <a:pt x="401" y="25"/>
                    <a:pt x="365" y="17"/>
                  </a:cubicBezTo>
                  <a:cubicBezTo>
                    <a:pt x="325" y="5"/>
                    <a:pt x="289" y="1"/>
                    <a:pt x="24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65"/>
            <p:cNvSpPr/>
            <p:nvPr/>
          </p:nvSpPr>
          <p:spPr>
            <a:xfrm flipH="1">
              <a:off x="8716739" y="2146423"/>
              <a:ext cx="128837" cy="243014"/>
            </a:xfrm>
            <a:custGeom>
              <a:avLst/>
              <a:gdLst/>
              <a:ahLst/>
              <a:cxnLst/>
              <a:rect l="l" t="t" r="r" b="b"/>
              <a:pathLst>
                <a:path w="958" h="1807" extrusionOk="0">
                  <a:moveTo>
                    <a:pt x="854" y="1"/>
                  </a:moveTo>
                  <a:cubicBezTo>
                    <a:pt x="844" y="1"/>
                    <a:pt x="834" y="3"/>
                    <a:pt x="825" y="7"/>
                  </a:cubicBezTo>
                  <a:cubicBezTo>
                    <a:pt x="805" y="15"/>
                    <a:pt x="789" y="27"/>
                    <a:pt x="773" y="43"/>
                  </a:cubicBezTo>
                  <a:cubicBezTo>
                    <a:pt x="713" y="95"/>
                    <a:pt x="661" y="167"/>
                    <a:pt x="629" y="243"/>
                  </a:cubicBezTo>
                  <a:cubicBezTo>
                    <a:pt x="617" y="287"/>
                    <a:pt x="609" y="335"/>
                    <a:pt x="609" y="383"/>
                  </a:cubicBezTo>
                  <a:cubicBezTo>
                    <a:pt x="609" y="399"/>
                    <a:pt x="609" y="411"/>
                    <a:pt x="609" y="427"/>
                  </a:cubicBezTo>
                  <a:cubicBezTo>
                    <a:pt x="589" y="671"/>
                    <a:pt x="441" y="883"/>
                    <a:pt x="297" y="1087"/>
                  </a:cubicBezTo>
                  <a:lnTo>
                    <a:pt x="257" y="1147"/>
                  </a:lnTo>
                  <a:cubicBezTo>
                    <a:pt x="149" y="1307"/>
                    <a:pt x="37" y="1491"/>
                    <a:pt x="1" y="1683"/>
                  </a:cubicBezTo>
                  <a:cubicBezTo>
                    <a:pt x="5" y="1691"/>
                    <a:pt x="5" y="1695"/>
                    <a:pt x="9" y="1703"/>
                  </a:cubicBezTo>
                  <a:cubicBezTo>
                    <a:pt x="25" y="1739"/>
                    <a:pt x="41" y="1771"/>
                    <a:pt x="57" y="1807"/>
                  </a:cubicBezTo>
                  <a:cubicBezTo>
                    <a:pt x="61" y="1583"/>
                    <a:pt x="189" y="1371"/>
                    <a:pt x="317" y="1183"/>
                  </a:cubicBezTo>
                  <a:lnTo>
                    <a:pt x="357" y="1127"/>
                  </a:lnTo>
                  <a:cubicBezTo>
                    <a:pt x="505" y="915"/>
                    <a:pt x="657" y="691"/>
                    <a:pt x="677" y="431"/>
                  </a:cubicBezTo>
                  <a:cubicBezTo>
                    <a:pt x="681" y="415"/>
                    <a:pt x="681" y="399"/>
                    <a:pt x="681" y="383"/>
                  </a:cubicBezTo>
                  <a:cubicBezTo>
                    <a:pt x="681" y="367"/>
                    <a:pt x="685" y="351"/>
                    <a:pt x="685" y="331"/>
                  </a:cubicBezTo>
                  <a:cubicBezTo>
                    <a:pt x="753" y="319"/>
                    <a:pt x="817" y="291"/>
                    <a:pt x="873" y="247"/>
                  </a:cubicBezTo>
                  <a:cubicBezTo>
                    <a:pt x="921" y="219"/>
                    <a:pt x="949" y="167"/>
                    <a:pt x="957" y="115"/>
                  </a:cubicBezTo>
                  <a:cubicBezTo>
                    <a:pt x="953" y="75"/>
                    <a:pt x="937" y="43"/>
                    <a:pt x="909" y="19"/>
                  </a:cubicBezTo>
                  <a:cubicBezTo>
                    <a:pt x="893" y="8"/>
                    <a:pt x="873" y="1"/>
                    <a:pt x="8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65"/>
            <p:cNvSpPr/>
            <p:nvPr/>
          </p:nvSpPr>
          <p:spPr>
            <a:xfrm flipH="1">
              <a:off x="8675318" y="2273646"/>
              <a:ext cx="136771" cy="174965"/>
            </a:xfrm>
            <a:custGeom>
              <a:avLst/>
              <a:gdLst/>
              <a:ahLst/>
              <a:cxnLst/>
              <a:rect l="l" t="t" r="r" b="b"/>
              <a:pathLst>
                <a:path w="1017" h="1301" extrusionOk="0">
                  <a:moveTo>
                    <a:pt x="902" y="0"/>
                  </a:moveTo>
                  <a:cubicBezTo>
                    <a:pt x="862" y="0"/>
                    <a:pt x="823" y="19"/>
                    <a:pt x="800" y="53"/>
                  </a:cubicBezTo>
                  <a:cubicBezTo>
                    <a:pt x="776" y="101"/>
                    <a:pt x="764" y="153"/>
                    <a:pt x="768" y="205"/>
                  </a:cubicBezTo>
                  <a:lnTo>
                    <a:pt x="768" y="237"/>
                  </a:lnTo>
                  <a:cubicBezTo>
                    <a:pt x="640" y="277"/>
                    <a:pt x="516" y="341"/>
                    <a:pt x="408" y="425"/>
                  </a:cubicBezTo>
                  <a:cubicBezTo>
                    <a:pt x="292" y="525"/>
                    <a:pt x="212" y="669"/>
                    <a:pt x="192" y="825"/>
                  </a:cubicBezTo>
                  <a:cubicBezTo>
                    <a:pt x="188" y="845"/>
                    <a:pt x="184" y="865"/>
                    <a:pt x="184" y="885"/>
                  </a:cubicBezTo>
                  <a:cubicBezTo>
                    <a:pt x="184" y="913"/>
                    <a:pt x="180" y="945"/>
                    <a:pt x="172" y="973"/>
                  </a:cubicBezTo>
                  <a:cubicBezTo>
                    <a:pt x="140" y="1077"/>
                    <a:pt x="80" y="1169"/>
                    <a:pt x="0" y="1237"/>
                  </a:cubicBezTo>
                  <a:cubicBezTo>
                    <a:pt x="12" y="1257"/>
                    <a:pt x="20" y="1281"/>
                    <a:pt x="32" y="1301"/>
                  </a:cubicBezTo>
                  <a:cubicBezTo>
                    <a:pt x="116" y="1221"/>
                    <a:pt x="212" y="1117"/>
                    <a:pt x="240" y="989"/>
                  </a:cubicBezTo>
                  <a:cubicBezTo>
                    <a:pt x="244" y="957"/>
                    <a:pt x="252" y="921"/>
                    <a:pt x="252" y="889"/>
                  </a:cubicBezTo>
                  <a:cubicBezTo>
                    <a:pt x="256" y="869"/>
                    <a:pt x="260" y="853"/>
                    <a:pt x="260" y="833"/>
                  </a:cubicBezTo>
                  <a:cubicBezTo>
                    <a:pt x="280" y="697"/>
                    <a:pt x="348" y="569"/>
                    <a:pt x="456" y="477"/>
                  </a:cubicBezTo>
                  <a:cubicBezTo>
                    <a:pt x="560" y="385"/>
                    <a:pt x="700" y="337"/>
                    <a:pt x="840" y="285"/>
                  </a:cubicBezTo>
                  <a:cubicBezTo>
                    <a:pt x="892" y="269"/>
                    <a:pt x="940" y="241"/>
                    <a:pt x="980" y="201"/>
                  </a:cubicBezTo>
                  <a:cubicBezTo>
                    <a:pt x="1004" y="169"/>
                    <a:pt x="1016" y="129"/>
                    <a:pt x="1008" y="89"/>
                  </a:cubicBezTo>
                  <a:cubicBezTo>
                    <a:pt x="1004" y="57"/>
                    <a:pt x="988" y="33"/>
                    <a:pt x="964" y="17"/>
                  </a:cubicBezTo>
                  <a:cubicBezTo>
                    <a:pt x="945" y="6"/>
                    <a:pt x="923" y="0"/>
                    <a:pt x="9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65"/>
            <p:cNvSpPr/>
            <p:nvPr/>
          </p:nvSpPr>
          <p:spPr>
            <a:xfrm flipH="1">
              <a:off x="8626903" y="2341964"/>
              <a:ext cx="171737" cy="165282"/>
            </a:xfrm>
            <a:custGeom>
              <a:avLst/>
              <a:gdLst/>
              <a:ahLst/>
              <a:cxnLst/>
              <a:rect l="l" t="t" r="r" b="b"/>
              <a:pathLst>
                <a:path w="1277" h="1229" extrusionOk="0">
                  <a:moveTo>
                    <a:pt x="1164" y="1"/>
                  </a:moveTo>
                  <a:cubicBezTo>
                    <a:pt x="1100" y="5"/>
                    <a:pt x="1052" y="53"/>
                    <a:pt x="1036" y="113"/>
                  </a:cubicBezTo>
                  <a:cubicBezTo>
                    <a:pt x="1028" y="145"/>
                    <a:pt x="1020" y="181"/>
                    <a:pt x="1020" y="217"/>
                  </a:cubicBezTo>
                  <a:cubicBezTo>
                    <a:pt x="1020" y="221"/>
                    <a:pt x="1020" y="225"/>
                    <a:pt x="1020" y="229"/>
                  </a:cubicBezTo>
                  <a:cubicBezTo>
                    <a:pt x="1016" y="241"/>
                    <a:pt x="1016" y="249"/>
                    <a:pt x="1016" y="257"/>
                  </a:cubicBezTo>
                  <a:cubicBezTo>
                    <a:pt x="996" y="445"/>
                    <a:pt x="840" y="589"/>
                    <a:pt x="716" y="677"/>
                  </a:cubicBezTo>
                  <a:cubicBezTo>
                    <a:pt x="660" y="717"/>
                    <a:pt x="600" y="753"/>
                    <a:pt x="544" y="789"/>
                  </a:cubicBezTo>
                  <a:cubicBezTo>
                    <a:pt x="440" y="849"/>
                    <a:pt x="344" y="917"/>
                    <a:pt x="252" y="993"/>
                  </a:cubicBezTo>
                  <a:lnTo>
                    <a:pt x="216" y="1025"/>
                  </a:lnTo>
                  <a:cubicBezTo>
                    <a:pt x="156" y="1085"/>
                    <a:pt x="88" y="1145"/>
                    <a:pt x="16" y="1157"/>
                  </a:cubicBezTo>
                  <a:lnTo>
                    <a:pt x="12" y="1193"/>
                  </a:lnTo>
                  <a:cubicBezTo>
                    <a:pt x="8" y="1205"/>
                    <a:pt x="4" y="1217"/>
                    <a:pt x="0" y="1229"/>
                  </a:cubicBezTo>
                  <a:cubicBezTo>
                    <a:pt x="104" y="1225"/>
                    <a:pt x="188" y="1145"/>
                    <a:pt x="268" y="1077"/>
                  </a:cubicBezTo>
                  <a:cubicBezTo>
                    <a:pt x="276" y="1065"/>
                    <a:pt x="288" y="1053"/>
                    <a:pt x="300" y="1045"/>
                  </a:cubicBezTo>
                  <a:cubicBezTo>
                    <a:pt x="388" y="969"/>
                    <a:pt x="480" y="905"/>
                    <a:pt x="580" y="849"/>
                  </a:cubicBezTo>
                  <a:cubicBezTo>
                    <a:pt x="640" y="813"/>
                    <a:pt x="700" y="773"/>
                    <a:pt x="760" y="733"/>
                  </a:cubicBezTo>
                  <a:cubicBezTo>
                    <a:pt x="892" y="637"/>
                    <a:pt x="1060" y="477"/>
                    <a:pt x="1084" y="265"/>
                  </a:cubicBezTo>
                  <a:lnTo>
                    <a:pt x="1084" y="241"/>
                  </a:lnTo>
                  <a:cubicBezTo>
                    <a:pt x="1108" y="225"/>
                    <a:pt x="1136" y="213"/>
                    <a:pt x="1160" y="201"/>
                  </a:cubicBezTo>
                  <a:cubicBezTo>
                    <a:pt x="1196" y="189"/>
                    <a:pt x="1224" y="173"/>
                    <a:pt x="1252" y="153"/>
                  </a:cubicBezTo>
                  <a:cubicBezTo>
                    <a:pt x="1272" y="125"/>
                    <a:pt x="1276" y="89"/>
                    <a:pt x="1260" y="57"/>
                  </a:cubicBezTo>
                  <a:cubicBezTo>
                    <a:pt x="1240" y="21"/>
                    <a:pt x="1204" y="1"/>
                    <a:pt x="11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65"/>
            <p:cNvSpPr/>
            <p:nvPr/>
          </p:nvSpPr>
          <p:spPr>
            <a:xfrm flipH="1">
              <a:off x="8572034" y="2412434"/>
              <a:ext cx="193793" cy="145378"/>
            </a:xfrm>
            <a:custGeom>
              <a:avLst/>
              <a:gdLst/>
              <a:ahLst/>
              <a:cxnLst/>
              <a:rect l="l" t="t" r="r" b="b"/>
              <a:pathLst>
                <a:path w="1441" h="1081" extrusionOk="0">
                  <a:moveTo>
                    <a:pt x="1291" y="0"/>
                  </a:moveTo>
                  <a:cubicBezTo>
                    <a:pt x="1236" y="0"/>
                    <a:pt x="1185" y="24"/>
                    <a:pt x="1148" y="61"/>
                  </a:cubicBezTo>
                  <a:cubicBezTo>
                    <a:pt x="1112" y="101"/>
                    <a:pt x="1080" y="145"/>
                    <a:pt x="1056" y="193"/>
                  </a:cubicBezTo>
                  <a:cubicBezTo>
                    <a:pt x="1040" y="221"/>
                    <a:pt x="1024" y="249"/>
                    <a:pt x="1004" y="277"/>
                  </a:cubicBezTo>
                  <a:cubicBezTo>
                    <a:pt x="976" y="317"/>
                    <a:pt x="940" y="349"/>
                    <a:pt x="900" y="381"/>
                  </a:cubicBezTo>
                  <a:lnTo>
                    <a:pt x="736" y="525"/>
                  </a:lnTo>
                  <a:cubicBezTo>
                    <a:pt x="636" y="613"/>
                    <a:pt x="532" y="705"/>
                    <a:pt x="424" y="789"/>
                  </a:cubicBezTo>
                  <a:lnTo>
                    <a:pt x="360" y="841"/>
                  </a:lnTo>
                  <a:cubicBezTo>
                    <a:pt x="312" y="877"/>
                    <a:pt x="260" y="913"/>
                    <a:pt x="212" y="949"/>
                  </a:cubicBezTo>
                  <a:cubicBezTo>
                    <a:pt x="196" y="957"/>
                    <a:pt x="184" y="965"/>
                    <a:pt x="172" y="973"/>
                  </a:cubicBezTo>
                  <a:lnTo>
                    <a:pt x="148" y="989"/>
                  </a:lnTo>
                  <a:cubicBezTo>
                    <a:pt x="132" y="1001"/>
                    <a:pt x="116" y="1009"/>
                    <a:pt x="100" y="1017"/>
                  </a:cubicBezTo>
                  <a:cubicBezTo>
                    <a:pt x="68" y="1037"/>
                    <a:pt x="32" y="1057"/>
                    <a:pt x="0" y="1073"/>
                  </a:cubicBezTo>
                  <a:lnTo>
                    <a:pt x="36" y="1073"/>
                  </a:lnTo>
                  <a:cubicBezTo>
                    <a:pt x="68" y="1073"/>
                    <a:pt x="100" y="1077"/>
                    <a:pt x="136" y="1081"/>
                  </a:cubicBezTo>
                  <a:cubicBezTo>
                    <a:pt x="164" y="1065"/>
                    <a:pt x="196" y="1045"/>
                    <a:pt x="224" y="1025"/>
                  </a:cubicBezTo>
                  <a:cubicBezTo>
                    <a:pt x="252" y="1009"/>
                    <a:pt x="280" y="989"/>
                    <a:pt x="308" y="969"/>
                  </a:cubicBezTo>
                  <a:cubicBezTo>
                    <a:pt x="336" y="949"/>
                    <a:pt x="368" y="925"/>
                    <a:pt x="392" y="909"/>
                  </a:cubicBezTo>
                  <a:cubicBezTo>
                    <a:pt x="416" y="889"/>
                    <a:pt x="444" y="869"/>
                    <a:pt x="468" y="849"/>
                  </a:cubicBezTo>
                  <a:cubicBezTo>
                    <a:pt x="468" y="845"/>
                    <a:pt x="472" y="845"/>
                    <a:pt x="476" y="845"/>
                  </a:cubicBezTo>
                  <a:lnTo>
                    <a:pt x="552" y="781"/>
                  </a:lnTo>
                  <a:cubicBezTo>
                    <a:pt x="632" y="713"/>
                    <a:pt x="708" y="645"/>
                    <a:pt x="788" y="581"/>
                  </a:cubicBezTo>
                  <a:lnTo>
                    <a:pt x="948" y="437"/>
                  </a:lnTo>
                  <a:cubicBezTo>
                    <a:pt x="992" y="401"/>
                    <a:pt x="1028" y="365"/>
                    <a:pt x="1064" y="321"/>
                  </a:cubicBezTo>
                  <a:cubicBezTo>
                    <a:pt x="1084" y="293"/>
                    <a:pt x="1100" y="265"/>
                    <a:pt x="1116" y="233"/>
                  </a:cubicBezTo>
                  <a:cubicBezTo>
                    <a:pt x="1140" y="233"/>
                    <a:pt x="1164" y="237"/>
                    <a:pt x="1184" y="245"/>
                  </a:cubicBezTo>
                  <a:cubicBezTo>
                    <a:pt x="1220" y="257"/>
                    <a:pt x="1256" y="261"/>
                    <a:pt x="1292" y="261"/>
                  </a:cubicBezTo>
                  <a:cubicBezTo>
                    <a:pt x="1344" y="245"/>
                    <a:pt x="1388" y="217"/>
                    <a:pt x="1424" y="181"/>
                  </a:cubicBezTo>
                  <a:cubicBezTo>
                    <a:pt x="1440" y="161"/>
                    <a:pt x="1440" y="137"/>
                    <a:pt x="1436" y="113"/>
                  </a:cubicBezTo>
                  <a:cubicBezTo>
                    <a:pt x="1420" y="53"/>
                    <a:pt x="1368" y="5"/>
                    <a:pt x="1304" y="1"/>
                  </a:cubicBezTo>
                  <a:cubicBezTo>
                    <a:pt x="1300" y="0"/>
                    <a:pt x="1295" y="0"/>
                    <a:pt x="12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65"/>
            <p:cNvSpPr/>
            <p:nvPr/>
          </p:nvSpPr>
          <p:spPr>
            <a:xfrm flipH="1">
              <a:off x="8829841" y="2202100"/>
              <a:ext cx="43708" cy="134082"/>
            </a:xfrm>
            <a:custGeom>
              <a:avLst/>
              <a:gdLst/>
              <a:ahLst/>
              <a:cxnLst/>
              <a:rect l="l" t="t" r="r" b="b"/>
              <a:pathLst>
                <a:path w="325" h="997" extrusionOk="0">
                  <a:moveTo>
                    <a:pt x="85" y="1"/>
                  </a:moveTo>
                  <a:cubicBezTo>
                    <a:pt x="73" y="1"/>
                    <a:pt x="61" y="2"/>
                    <a:pt x="49" y="5"/>
                  </a:cubicBezTo>
                  <a:lnTo>
                    <a:pt x="37" y="9"/>
                  </a:lnTo>
                  <a:cubicBezTo>
                    <a:pt x="13" y="29"/>
                    <a:pt x="1" y="61"/>
                    <a:pt x="1" y="93"/>
                  </a:cubicBezTo>
                  <a:cubicBezTo>
                    <a:pt x="5" y="141"/>
                    <a:pt x="33" y="189"/>
                    <a:pt x="73" y="217"/>
                  </a:cubicBezTo>
                  <a:cubicBezTo>
                    <a:pt x="97" y="233"/>
                    <a:pt x="125" y="249"/>
                    <a:pt x="153" y="257"/>
                  </a:cubicBezTo>
                  <a:cubicBezTo>
                    <a:pt x="181" y="269"/>
                    <a:pt x="205" y="281"/>
                    <a:pt x="229" y="301"/>
                  </a:cubicBezTo>
                  <a:lnTo>
                    <a:pt x="233" y="293"/>
                  </a:lnTo>
                  <a:lnTo>
                    <a:pt x="233" y="293"/>
                  </a:lnTo>
                  <a:cubicBezTo>
                    <a:pt x="253" y="405"/>
                    <a:pt x="245" y="521"/>
                    <a:pt x="213" y="633"/>
                  </a:cubicBezTo>
                  <a:cubicBezTo>
                    <a:pt x="185" y="737"/>
                    <a:pt x="141" y="841"/>
                    <a:pt x="81" y="933"/>
                  </a:cubicBezTo>
                  <a:cubicBezTo>
                    <a:pt x="97" y="953"/>
                    <a:pt x="109" y="977"/>
                    <a:pt x="121" y="997"/>
                  </a:cubicBezTo>
                  <a:cubicBezTo>
                    <a:pt x="193" y="893"/>
                    <a:pt x="249" y="773"/>
                    <a:pt x="281" y="649"/>
                  </a:cubicBezTo>
                  <a:cubicBezTo>
                    <a:pt x="325" y="493"/>
                    <a:pt x="321" y="329"/>
                    <a:pt x="273" y="177"/>
                  </a:cubicBezTo>
                  <a:cubicBezTo>
                    <a:pt x="257" y="129"/>
                    <a:pt x="233" y="85"/>
                    <a:pt x="201" y="49"/>
                  </a:cubicBezTo>
                  <a:cubicBezTo>
                    <a:pt x="170" y="17"/>
                    <a:pt x="129" y="1"/>
                    <a:pt x="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65"/>
            <p:cNvSpPr/>
            <p:nvPr/>
          </p:nvSpPr>
          <p:spPr>
            <a:xfrm flipH="1">
              <a:off x="8878256" y="2166596"/>
              <a:ext cx="24342" cy="122247"/>
            </a:xfrm>
            <a:custGeom>
              <a:avLst/>
              <a:gdLst/>
              <a:ahLst/>
              <a:cxnLst/>
              <a:rect l="l" t="t" r="r" b="b"/>
              <a:pathLst>
                <a:path w="181" h="909" extrusionOk="0">
                  <a:moveTo>
                    <a:pt x="73" y="1"/>
                  </a:moveTo>
                  <a:cubicBezTo>
                    <a:pt x="45" y="1"/>
                    <a:pt x="13" y="17"/>
                    <a:pt x="5" y="73"/>
                  </a:cubicBezTo>
                  <a:cubicBezTo>
                    <a:pt x="1" y="129"/>
                    <a:pt x="1" y="181"/>
                    <a:pt x="13" y="237"/>
                  </a:cubicBezTo>
                  <a:cubicBezTo>
                    <a:pt x="13" y="257"/>
                    <a:pt x="17" y="277"/>
                    <a:pt x="17" y="297"/>
                  </a:cubicBezTo>
                  <a:cubicBezTo>
                    <a:pt x="29" y="397"/>
                    <a:pt x="45" y="501"/>
                    <a:pt x="73" y="601"/>
                  </a:cubicBezTo>
                  <a:cubicBezTo>
                    <a:pt x="65" y="621"/>
                    <a:pt x="69" y="641"/>
                    <a:pt x="77" y="665"/>
                  </a:cubicBezTo>
                  <a:cubicBezTo>
                    <a:pt x="81" y="673"/>
                    <a:pt x="85" y="681"/>
                    <a:pt x="85" y="689"/>
                  </a:cubicBezTo>
                  <a:cubicBezTo>
                    <a:pt x="81" y="705"/>
                    <a:pt x="77" y="721"/>
                    <a:pt x="69" y="733"/>
                  </a:cubicBezTo>
                  <a:cubicBezTo>
                    <a:pt x="61" y="745"/>
                    <a:pt x="53" y="757"/>
                    <a:pt x="49" y="769"/>
                  </a:cubicBezTo>
                  <a:cubicBezTo>
                    <a:pt x="45" y="785"/>
                    <a:pt x="41" y="805"/>
                    <a:pt x="37" y="821"/>
                  </a:cubicBezTo>
                  <a:lnTo>
                    <a:pt x="37" y="833"/>
                  </a:lnTo>
                  <a:cubicBezTo>
                    <a:pt x="37" y="837"/>
                    <a:pt x="37" y="837"/>
                    <a:pt x="37" y="841"/>
                  </a:cubicBezTo>
                  <a:cubicBezTo>
                    <a:pt x="41" y="845"/>
                    <a:pt x="41" y="845"/>
                    <a:pt x="45" y="849"/>
                  </a:cubicBezTo>
                  <a:lnTo>
                    <a:pt x="89" y="909"/>
                  </a:lnTo>
                  <a:cubicBezTo>
                    <a:pt x="97" y="889"/>
                    <a:pt x="101" y="869"/>
                    <a:pt x="105" y="845"/>
                  </a:cubicBezTo>
                  <a:lnTo>
                    <a:pt x="109" y="833"/>
                  </a:lnTo>
                  <a:cubicBezTo>
                    <a:pt x="109" y="817"/>
                    <a:pt x="113" y="805"/>
                    <a:pt x="117" y="793"/>
                  </a:cubicBezTo>
                  <a:cubicBezTo>
                    <a:pt x="121" y="785"/>
                    <a:pt x="125" y="773"/>
                    <a:pt x="129" y="765"/>
                  </a:cubicBezTo>
                  <a:cubicBezTo>
                    <a:pt x="145" y="745"/>
                    <a:pt x="157" y="717"/>
                    <a:pt x="157" y="689"/>
                  </a:cubicBezTo>
                  <a:cubicBezTo>
                    <a:pt x="157" y="673"/>
                    <a:pt x="153" y="657"/>
                    <a:pt x="145" y="641"/>
                  </a:cubicBezTo>
                  <a:cubicBezTo>
                    <a:pt x="141" y="625"/>
                    <a:pt x="141" y="621"/>
                    <a:pt x="137" y="617"/>
                  </a:cubicBezTo>
                  <a:lnTo>
                    <a:pt x="145" y="605"/>
                  </a:lnTo>
                  <a:lnTo>
                    <a:pt x="141" y="593"/>
                  </a:lnTo>
                  <a:cubicBezTo>
                    <a:pt x="117" y="493"/>
                    <a:pt x="97" y="393"/>
                    <a:pt x="89" y="289"/>
                  </a:cubicBezTo>
                  <a:cubicBezTo>
                    <a:pt x="89" y="281"/>
                    <a:pt x="85" y="273"/>
                    <a:pt x="85" y="265"/>
                  </a:cubicBezTo>
                  <a:cubicBezTo>
                    <a:pt x="141" y="237"/>
                    <a:pt x="181" y="181"/>
                    <a:pt x="177" y="117"/>
                  </a:cubicBezTo>
                  <a:cubicBezTo>
                    <a:pt x="173" y="57"/>
                    <a:pt x="129" y="9"/>
                    <a:pt x="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65"/>
            <p:cNvSpPr/>
            <p:nvPr/>
          </p:nvSpPr>
          <p:spPr>
            <a:xfrm flipH="1">
              <a:off x="8716739" y="2146154"/>
              <a:ext cx="128837" cy="243283"/>
            </a:xfrm>
            <a:custGeom>
              <a:avLst/>
              <a:gdLst/>
              <a:ahLst/>
              <a:cxnLst/>
              <a:rect l="l" t="t" r="r" b="b"/>
              <a:pathLst>
                <a:path w="958" h="1809" extrusionOk="0">
                  <a:moveTo>
                    <a:pt x="853" y="73"/>
                  </a:moveTo>
                  <a:cubicBezTo>
                    <a:pt x="861" y="73"/>
                    <a:pt x="865" y="73"/>
                    <a:pt x="869" y="77"/>
                  </a:cubicBezTo>
                  <a:cubicBezTo>
                    <a:pt x="881" y="85"/>
                    <a:pt x="885" y="101"/>
                    <a:pt x="889" y="113"/>
                  </a:cubicBezTo>
                  <a:cubicBezTo>
                    <a:pt x="881" y="149"/>
                    <a:pt x="861" y="177"/>
                    <a:pt x="833" y="197"/>
                  </a:cubicBezTo>
                  <a:cubicBezTo>
                    <a:pt x="793" y="225"/>
                    <a:pt x="749" y="249"/>
                    <a:pt x="701" y="261"/>
                  </a:cubicBezTo>
                  <a:cubicBezTo>
                    <a:pt x="729" y="197"/>
                    <a:pt x="773" y="137"/>
                    <a:pt x="825" y="93"/>
                  </a:cubicBezTo>
                  <a:cubicBezTo>
                    <a:pt x="833" y="85"/>
                    <a:pt x="841" y="77"/>
                    <a:pt x="849" y="73"/>
                  </a:cubicBezTo>
                  <a:close/>
                  <a:moveTo>
                    <a:pt x="852" y="1"/>
                  </a:moveTo>
                  <a:cubicBezTo>
                    <a:pt x="843" y="1"/>
                    <a:pt x="834" y="2"/>
                    <a:pt x="825" y="5"/>
                  </a:cubicBezTo>
                  <a:cubicBezTo>
                    <a:pt x="805" y="13"/>
                    <a:pt x="789" y="29"/>
                    <a:pt x="777" y="45"/>
                  </a:cubicBezTo>
                  <a:cubicBezTo>
                    <a:pt x="713" y="97"/>
                    <a:pt x="665" y="165"/>
                    <a:pt x="633" y="245"/>
                  </a:cubicBezTo>
                  <a:cubicBezTo>
                    <a:pt x="617" y="289"/>
                    <a:pt x="613" y="337"/>
                    <a:pt x="613" y="385"/>
                  </a:cubicBezTo>
                  <a:cubicBezTo>
                    <a:pt x="613" y="397"/>
                    <a:pt x="613" y="413"/>
                    <a:pt x="609" y="429"/>
                  </a:cubicBezTo>
                  <a:cubicBezTo>
                    <a:pt x="589" y="669"/>
                    <a:pt x="441" y="885"/>
                    <a:pt x="301" y="1089"/>
                  </a:cubicBezTo>
                  <a:lnTo>
                    <a:pt x="261" y="1145"/>
                  </a:lnTo>
                  <a:cubicBezTo>
                    <a:pt x="149" y="1309"/>
                    <a:pt x="41" y="1493"/>
                    <a:pt x="1" y="1685"/>
                  </a:cubicBezTo>
                  <a:cubicBezTo>
                    <a:pt x="5" y="1689"/>
                    <a:pt x="9" y="1697"/>
                    <a:pt x="9" y="1705"/>
                  </a:cubicBezTo>
                  <a:cubicBezTo>
                    <a:pt x="25" y="1737"/>
                    <a:pt x="41" y="1773"/>
                    <a:pt x="61" y="1809"/>
                  </a:cubicBezTo>
                  <a:cubicBezTo>
                    <a:pt x="65" y="1585"/>
                    <a:pt x="189" y="1369"/>
                    <a:pt x="317" y="1185"/>
                  </a:cubicBezTo>
                  <a:lnTo>
                    <a:pt x="357" y="1129"/>
                  </a:lnTo>
                  <a:cubicBezTo>
                    <a:pt x="505" y="913"/>
                    <a:pt x="657" y="693"/>
                    <a:pt x="681" y="433"/>
                  </a:cubicBezTo>
                  <a:cubicBezTo>
                    <a:pt x="681" y="417"/>
                    <a:pt x="681" y="401"/>
                    <a:pt x="681" y="385"/>
                  </a:cubicBezTo>
                  <a:cubicBezTo>
                    <a:pt x="685" y="365"/>
                    <a:pt x="681" y="349"/>
                    <a:pt x="685" y="333"/>
                  </a:cubicBezTo>
                  <a:cubicBezTo>
                    <a:pt x="753" y="321"/>
                    <a:pt x="821" y="293"/>
                    <a:pt x="873" y="249"/>
                  </a:cubicBezTo>
                  <a:cubicBezTo>
                    <a:pt x="921" y="217"/>
                    <a:pt x="949" y="169"/>
                    <a:pt x="957" y="113"/>
                  </a:cubicBezTo>
                  <a:cubicBezTo>
                    <a:pt x="957" y="77"/>
                    <a:pt x="937" y="41"/>
                    <a:pt x="909" y="21"/>
                  </a:cubicBezTo>
                  <a:cubicBezTo>
                    <a:pt x="893" y="7"/>
                    <a:pt x="872" y="1"/>
                    <a:pt x="852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65"/>
            <p:cNvSpPr/>
            <p:nvPr/>
          </p:nvSpPr>
          <p:spPr>
            <a:xfrm flipH="1">
              <a:off x="8675318" y="2273646"/>
              <a:ext cx="136771" cy="175503"/>
            </a:xfrm>
            <a:custGeom>
              <a:avLst/>
              <a:gdLst/>
              <a:ahLst/>
              <a:cxnLst/>
              <a:rect l="l" t="t" r="r" b="b"/>
              <a:pathLst>
                <a:path w="1017" h="1305" extrusionOk="0">
                  <a:moveTo>
                    <a:pt x="908" y="69"/>
                  </a:moveTo>
                  <a:cubicBezTo>
                    <a:pt x="912" y="69"/>
                    <a:pt x="920" y="73"/>
                    <a:pt x="924" y="73"/>
                  </a:cubicBezTo>
                  <a:cubicBezTo>
                    <a:pt x="932" y="81"/>
                    <a:pt x="940" y="89"/>
                    <a:pt x="940" y="101"/>
                  </a:cubicBezTo>
                  <a:cubicBezTo>
                    <a:pt x="944" y="121"/>
                    <a:pt x="940" y="141"/>
                    <a:pt x="928" y="157"/>
                  </a:cubicBezTo>
                  <a:cubicBezTo>
                    <a:pt x="904" y="181"/>
                    <a:pt x="872" y="201"/>
                    <a:pt x="840" y="213"/>
                  </a:cubicBezTo>
                  <a:lnTo>
                    <a:pt x="840" y="205"/>
                  </a:lnTo>
                  <a:cubicBezTo>
                    <a:pt x="836" y="169"/>
                    <a:pt x="840" y="133"/>
                    <a:pt x="852" y="97"/>
                  </a:cubicBezTo>
                  <a:cubicBezTo>
                    <a:pt x="864" y="81"/>
                    <a:pt x="884" y="69"/>
                    <a:pt x="908" y="69"/>
                  </a:cubicBezTo>
                  <a:close/>
                  <a:moveTo>
                    <a:pt x="902" y="0"/>
                  </a:moveTo>
                  <a:cubicBezTo>
                    <a:pt x="862" y="0"/>
                    <a:pt x="823" y="19"/>
                    <a:pt x="800" y="53"/>
                  </a:cubicBezTo>
                  <a:cubicBezTo>
                    <a:pt x="776" y="101"/>
                    <a:pt x="764" y="153"/>
                    <a:pt x="768" y="205"/>
                  </a:cubicBezTo>
                  <a:lnTo>
                    <a:pt x="768" y="237"/>
                  </a:lnTo>
                  <a:cubicBezTo>
                    <a:pt x="640" y="281"/>
                    <a:pt x="520" y="341"/>
                    <a:pt x="412" y="425"/>
                  </a:cubicBezTo>
                  <a:cubicBezTo>
                    <a:pt x="292" y="529"/>
                    <a:pt x="216" y="669"/>
                    <a:pt x="192" y="825"/>
                  </a:cubicBezTo>
                  <a:cubicBezTo>
                    <a:pt x="188" y="845"/>
                    <a:pt x="188" y="865"/>
                    <a:pt x="184" y="885"/>
                  </a:cubicBezTo>
                  <a:cubicBezTo>
                    <a:pt x="184" y="913"/>
                    <a:pt x="180" y="945"/>
                    <a:pt x="172" y="977"/>
                  </a:cubicBezTo>
                  <a:cubicBezTo>
                    <a:pt x="144" y="1077"/>
                    <a:pt x="84" y="1169"/>
                    <a:pt x="0" y="1237"/>
                  </a:cubicBezTo>
                  <a:cubicBezTo>
                    <a:pt x="12" y="1261"/>
                    <a:pt x="20" y="1281"/>
                    <a:pt x="32" y="1305"/>
                  </a:cubicBezTo>
                  <a:cubicBezTo>
                    <a:pt x="120" y="1221"/>
                    <a:pt x="212" y="1121"/>
                    <a:pt x="240" y="989"/>
                  </a:cubicBezTo>
                  <a:cubicBezTo>
                    <a:pt x="248" y="957"/>
                    <a:pt x="252" y="925"/>
                    <a:pt x="256" y="889"/>
                  </a:cubicBezTo>
                  <a:cubicBezTo>
                    <a:pt x="256" y="873"/>
                    <a:pt x="256" y="853"/>
                    <a:pt x="260" y="837"/>
                  </a:cubicBezTo>
                  <a:cubicBezTo>
                    <a:pt x="280" y="697"/>
                    <a:pt x="348" y="569"/>
                    <a:pt x="456" y="481"/>
                  </a:cubicBezTo>
                  <a:cubicBezTo>
                    <a:pt x="564" y="389"/>
                    <a:pt x="700" y="337"/>
                    <a:pt x="840" y="289"/>
                  </a:cubicBezTo>
                  <a:cubicBezTo>
                    <a:pt x="892" y="273"/>
                    <a:pt x="944" y="241"/>
                    <a:pt x="980" y="201"/>
                  </a:cubicBezTo>
                  <a:cubicBezTo>
                    <a:pt x="1004" y="169"/>
                    <a:pt x="1016" y="129"/>
                    <a:pt x="1008" y="89"/>
                  </a:cubicBezTo>
                  <a:cubicBezTo>
                    <a:pt x="1004" y="61"/>
                    <a:pt x="988" y="33"/>
                    <a:pt x="964" y="17"/>
                  </a:cubicBezTo>
                  <a:cubicBezTo>
                    <a:pt x="945" y="6"/>
                    <a:pt x="923" y="0"/>
                    <a:pt x="90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65"/>
            <p:cNvSpPr/>
            <p:nvPr/>
          </p:nvSpPr>
          <p:spPr>
            <a:xfrm flipH="1">
              <a:off x="8627441" y="2341964"/>
              <a:ext cx="171737" cy="165282"/>
            </a:xfrm>
            <a:custGeom>
              <a:avLst/>
              <a:gdLst/>
              <a:ahLst/>
              <a:cxnLst/>
              <a:rect l="l" t="t" r="r" b="b"/>
              <a:pathLst>
                <a:path w="1277" h="1229" extrusionOk="0">
                  <a:moveTo>
                    <a:pt x="1168" y="69"/>
                  </a:moveTo>
                  <a:cubicBezTo>
                    <a:pt x="1180" y="73"/>
                    <a:pt x="1192" y="81"/>
                    <a:pt x="1200" y="93"/>
                  </a:cubicBezTo>
                  <a:cubicBezTo>
                    <a:pt x="1200" y="93"/>
                    <a:pt x="1204" y="105"/>
                    <a:pt x="1200" y="109"/>
                  </a:cubicBezTo>
                  <a:cubicBezTo>
                    <a:pt x="1180" y="121"/>
                    <a:pt x="1160" y="133"/>
                    <a:pt x="1136" y="141"/>
                  </a:cubicBezTo>
                  <a:lnTo>
                    <a:pt x="1096" y="161"/>
                  </a:lnTo>
                  <a:cubicBezTo>
                    <a:pt x="1096" y="149"/>
                    <a:pt x="1100" y="145"/>
                    <a:pt x="1100" y="133"/>
                  </a:cubicBezTo>
                  <a:cubicBezTo>
                    <a:pt x="1112" y="105"/>
                    <a:pt x="1136" y="73"/>
                    <a:pt x="1168" y="69"/>
                  </a:cubicBezTo>
                  <a:close/>
                  <a:moveTo>
                    <a:pt x="1164" y="1"/>
                  </a:moveTo>
                  <a:cubicBezTo>
                    <a:pt x="1100" y="5"/>
                    <a:pt x="1052" y="53"/>
                    <a:pt x="1036" y="113"/>
                  </a:cubicBezTo>
                  <a:cubicBezTo>
                    <a:pt x="1028" y="149"/>
                    <a:pt x="1020" y="181"/>
                    <a:pt x="1020" y="217"/>
                  </a:cubicBezTo>
                  <a:cubicBezTo>
                    <a:pt x="1020" y="221"/>
                    <a:pt x="1020" y="225"/>
                    <a:pt x="1020" y="229"/>
                  </a:cubicBezTo>
                  <a:cubicBezTo>
                    <a:pt x="1020" y="241"/>
                    <a:pt x="1020" y="249"/>
                    <a:pt x="1020" y="257"/>
                  </a:cubicBezTo>
                  <a:cubicBezTo>
                    <a:pt x="996" y="445"/>
                    <a:pt x="844" y="589"/>
                    <a:pt x="720" y="677"/>
                  </a:cubicBezTo>
                  <a:cubicBezTo>
                    <a:pt x="664" y="717"/>
                    <a:pt x="600" y="753"/>
                    <a:pt x="544" y="789"/>
                  </a:cubicBezTo>
                  <a:cubicBezTo>
                    <a:pt x="440" y="849"/>
                    <a:pt x="344" y="917"/>
                    <a:pt x="252" y="993"/>
                  </a:cubicBezTo>
                  <a:lnTo>
                    <a:pt x="220" y="1025"/>
                  </a:lnTo>
                  <a:cubicBezTo>
                    <a:pt x="156" y="1085"/>
                    <a:pt x="88" y="1145"/>
                    <a:pt x="20" y="1157"/>
                  </a:cubicBezTo>
                  <a:lnTo>
                    <a:pt x="12" y="1193"/>
                  </a:lnTo>
                  <a:cubicBezTo>
                    <a:pt x="8" y="1205"/>
                    <a:pt x="4" y="1217"/>
                    <a:pt x="0" y="1229"/>
                  </a:cubicBezTo>
                  <a:cubicBezTo>
                    <a:pt x="104" y="1225"/>
                    <a:pt x="188" y="1149"/>
                    <a:pt x="268" y="1077"/>
                  </a:cubicBezTo>
                  <a:cubicBezTo>
                    <a:pt x="276" y="1065"/>
                    <a:pt x="288" y="1053"/>
                    <a:pt x="300" y="1045"/>
                  </a:cubicBezTo>
                  <a:cubicBezTo>
                    <a:pt x="388" y="973"/>
                    <a:pt x="480" y="905"/>
                    <a:pt x="580" y="849"/>
                  </a:cubicBezTo>
                  <a:cubicBezTo>
                    <a:pt x="640" y="813"/>
                    <a:pt x="700" y="773"/>
                    <a:pt x="760" y="733"/>
                  </a:cubicBezTo>
                  <a:cubicBezTo>
                    <a:pt x="892" y="637"/>
                    <a:pt x="1060" y="477"/>
                    <a:pt x="1084" y="265"/>
                  </a:cubicBezTo>
                  <a:lnTo>
                    <a:pt x="1084" y="241"/>
                  </a:lnTo>
                  <a:cubicBezTo>
                    <a:pt x="1108" y="225"/>
                    <a:pt x="1136" y="213"/>
                    <a:pt x="1164" y="201"/>
                  </a:cubicBezTo>
                  <a:cubicBezTo>
                    <a:pt x="1196" y="193"/>
                    <a:pt x="1224" y="173"/>
                    <a:pt x="1252" y="153"/>
                  </a:cubicBezTo>
                  <a:cubicBezTo>
                    <a:pt x="1272" y="125"/>
                    <a:pt x="1276" y="89"/>
                    <a:pt x="1260" y="61"/>
                  </a:cubicBezTo>
                  <a:cubicBezTo>
                    <a:pt x="1240" y="25"/>
                    <a:pt x="1204" y="1"/>
                    <a:pt x="116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65"/>
            <p:cNvSpPr/>
            <p:nvPr/>
          </p:nvSpPr>
          <p:spPr>
            <a:xfrm flipH="1">
              <a:off x="8571496" y="2412434"/>
              <a:ext cx="194331" cy="145378"/>
            </a:xfrm>
            <a:custGeom>
              <a:avLst/>
              <a:gdLst/>
              <a:ahLst/>
              <a:cxnLst/>
              <a:rect l="l" t="t" r="r" b="b"/>
              <a:pathLst>
                <a:path w="1445" h="1081" extrusionOk="0">
                  <a:moveTo>
                    <a:pt x="1300" y="69"/>
                  </a:moveTo>
                  <a:cubicBezTo>
                    <a:pt x="1332" y="69"/>
                    <a:pt x="1360" y="93"/>
                    <a:pt x="1368" y="125"/>
                  </a:cubicBezTo>
                  <a:cubicBezTo>
                    <a:pt x="1368" y="129"/>
                    <a:pt x="1368" y="129"/>
                    <a:pt x="1368" y="133"/>
                  </a:cubicBezTo>
                  <a:lnTo>
                    <a:pt x="1372" y="137"/>
                  </a:lnTo>
                  <a:cubicBezTo>
                    <a:pt x="1348" y="157"/>
                    <a:pt x="1320" y="173"/>
                    <a:pt x="1292" y="185"/>
                  </a:cubicBezTo>
                  <a:cubicBezTo>
                    <a:pt x="1286" y="185"/>
                    <a:pt x="1280" y="186"/>
                    <a:pt x="1275" y="186"/>
                  </a:cubicBezTo>
                  <a:cubicBezTo>
                    <a:pt x="1250" y="186"/>
                    <a:pt x="1227" y="179"/>
                    <a:pt x="1204" y="173"/>
                  </a:cubicBezTo>
                  <a:cubicBezTo>
                    <a:pt x="1188" y="169"/>
                    <a:pt x="1172" y="165"/>
                    <a:pt x="1152" y="165"/>
                  </a:cubicBezTo>
                  <a:cubicBezTo>
                    <a:pt x="1164" y="145"/>
                    <a:pt x="1180" y="125"/>
                    <a:pt x="1196" y="109"/>
                  </a:cubicBezTo>
                  <a:cubicBezTo>
                    <a:pt x="1224" y="81"/>
                    <a:pt x="1260" y="69"/>
                    <a:pt x="1300" y="69"/>
                  </a:cubicBezTo>
                  <a:close/>
                  <a:moveTo>
                    <a:pt x="1292" y="0"/>
                  </a:moveTo>
                  <a:cubicBezTo>
                    <a:pt x="1240" y="0"/>
                    <a:pt x="1189" y="24"/>
                    <a:pt x="1152" y="61"/>
                  </a:cubicBezTo>
                  <a:cubicBezTo>
                    <a:pt x="1112" y="101"/>
                    <a:pt x="1080" y="145"/>
                    <a:pt x="1056" y="193"/>
                  </a:cubicBezTo>
                  <a:cubicBezTo>
                    <a:pt x="1044" y="221"/>
                    <a:pt x="1024" y="249"/>
                    <a:pt x="1008" y="277"/>
                  </a:cubicBezTo>
                  <a:cubicBezTo>
                    <a:pt x="976" y="317"/>
                    <a:pt x="940" y="349"/>
                    <a:pt x="904" y="381"/>
                  </a:cubicBezTo>
                  <a:lnTo>
                    <a:pt x="740" y="525"/>
                  </a:lnTo>
                  <a:cubicBezTo>
                    <a:pt x="640" y="613"/>
                    <a:pt x="536" y="705"/>
                    <a:pt x="428" y="789"/>
                  </a:cubicBezTo>
                  <a:lnTo>
                    <a:pt x="364" y="841"/>
                  </a:lnTo>
                  <a:cubicBezTo>
                    <a:pt x="316" y="877"/>
                    <a:pt x="264" y="913"/>
                    <a:pt x="216" y="949"/>
                  </a:cubicBezTo>
                  <a:cubicBezTo>
                    <a:pt x="200" y="957"/>
                    <a:pt x="188" y="965"/>
                    <a:pt x="172" y="973"/>
                  </a:cubicBezTo>
                  <a:lnTo>
                    <a:pt x="152" y="989"/>
                  </a:lnTo>
                  <a:cubicBezTo>
                    <a:pt x="136" y="1001"/>
                    <a:pt x="120" y="1009"/>
                    <a:pt x="100" y="1017"/>
                  </a:cubicBezTo>
                  <a:cubicBezTo>
                    <a:pt x="68" y="1037"/>
                    <a:pt x="32" y="1057"/>
                    <a:pt x="0" y="1073"/>
                  </a:cubicBezTo>
                  <a:lnTo>
                    <a:pt x="36" y="1073"/>
                  </a:lnTo>
                  <a:cubicBezTo>
                    <a:pt x="72" y="1073"/>
                    <a:pt x="104" y="1077"/>
                    <a:pt x="136" y="1081"/>
                  </a:cubicBezTo>
                  <a:cubicBezTo>
                    <a:pt x="168" y="1065"/>
                    <a:pt x="196" y="1045"/>
                    <a:pt x="224" y="1025"/>
                  </a:cubicBezTo>
                  <a:cubicBezTo>
                    <a:pt x="252" y="1009"/>
                    <a:pt x="284" y="989"/>
                    <a:pt x="312" y="969"/>
                  </a:cubicBezTo>
                  <a:cubicBezTo>
                    <a:pt x="340" y="949"/>
                    <a:pt x="368" y="929"/>
                    <a:pt x="396" y="909"/>
                  </a:cubicBezTo>
                  <a:cubicBezTo>
                    <a:pt x="420" y="889"/>
                    <a:pt x="444" y="869"/>
                    <a:pt x="468" y="849"/>
                  </a:cubicBezTo>
                  <a:cubicBezTo>
                    <a:pt x="472" y="845"/>
                    <a:pt x="476" y="845"/>
                    <a:pt x="476" y="845"/>
                  </a:cubicBezTo>
                  <a:lnTo>
                    <a:pt x="556" y="781"/>
                  </a:lnTo>
                  <a:cubicBezTo>
                    <a:pt x="636" y="713"/>
                    <a:pt x="712" y="645"/>
                    <a:pt x="788" y="581"/>
                  </a:cubicBezTo>
                  <a:lnTo>
                    <a:pt x="952" y="437"/>
                  </a:lnTo>
                  <a:cubicBezTo>
                    <a:pt x="992" y="401"/>
                    <a:pt x="1032" y="365"/>
                    <a:pt x="1064" y="321"/>
                  </a:cubicBezTo>
                  <a:cubicBezTo>
                    <a:pt x="1084" y="293"/>
                    <a:pt x="1104" y="265"/>
                    <a:pt x="1120" y="233"/>
                  </a:cubicBezTo>
                  <a:cubicBezTo>
                    <a:pt x="1140" y="233"/>
                    <a:pt x="1164" y="237"/>
                    <a:pt x="1188" y="245"/>
                  </a:cubicBezTo>
                  <a:cubicBezTo>
                    <a:pt x="1220" y="257"/>
                    <a:pt x="1260" y="261"/>
                    <a:pt x="1296" y="261"/>
                  </a:cubicBezTo>
                  <a:cubicBezTo>
                    <a:pt x="1344" y="245"/>
                    <a:pt x="1392" y="217"/>
                    <a:pt x="1428" y="181"/>
                  </a:cubicBezTo>
                  <a:cubicBezTo>
                    <a:pt x="1440" y="161"/>
                    <a:pt x="1444" y="137"/>
                    <a:pt x="1436" y="113"/>
                  </a:cubicBezTo>
                  <a:cubicBezTo>
                    <a:pt x="1424" y="53"/>
                    <a:pt x="1368" y="5"/>
                    <a:pt x="1304" y="1"/>
                  </a:cubicBezTo>
                  <a:cubicBezTo>
                    <a:pt x="1300" y="0"/>
                    <a:pt x="1296" y="0"/>
                    <a:pt x="129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65"/>
            <p:cNvSpPr/>
            <p:nvPr/>
          </p:nvSpPr>
          <p:spPr>
            <a:xfrm flipH="1">
              <a:off x="8829303" y="2202100"/>
              <a:ext cx="44246" cy="134082"/>
            </a:xfrm>
            <a:custGeom>
              <a:avLst/>
              <a:gdLst/>
              <a:ahLst/>
              <a:cxnLst/>
              <a:rect l="l" t="t" r="r" b="b"/>
              <a:pathLst>
                <a:path w="329" h="997" extrusionOk="0">
                  <a:moveTo>
                    <a:pt x="88" y="68"/>
                  </a:moveTo>
                  <a:cubicBezTo>
                    <a:pt x="112" y="68"/>
                    <a:pt x="136" y="80"/>
                    <a:pt x="153" y="101"/>
                  </a:cubicBezTo>
                  <a:cubicBezTo>
                    <a:pt x="181" y="129"/>
                    <a:pt x="201" y="161"/>
                    <a:pt x="209" y="201"/>
                  </a:cubicBezTo>
                  <a:lnTo>
                    <a:pt x="213" y="213"/>
                  </a:lnTo>
                  <a:lnTo>
                    <a:pt x="181" y="197"/>
                  </a:lnTo>
                  <a:cubicBezTo>
                    <a:pt x="157" y="185"/>
                    <a:pt x="133" y="173"/>
                    <a:pt x="113" y="161"/>
                  </a:cubicBezTo>
                  <a:cubicBezTo>
                    <a:pt x="89" y="145"/>
                    <a:pt x="73" y="117"/>
                    <a:pt x="69" y="93"/>
                  </a:cubicBezTo>
                  <a:cubicBezTo>
                    <a:pt x="69" y="85"/>
                    <a:pt x="73" y="77"/>
                    <a:pt x="77" y="69"/>
                  </a:cubicBezTo>
                  <a:cubicBezTo>
                    <a:pt x="81" y="68"/>
                    <a:pt x="84" y="68"/>
                    <a:pt x="88" y="68"/>
                  </a:cubicBezTo>
                  <a:close/>
                  <a:moveTo>
                    <a:pt x="87" y="1"/>
                  </a:moveTo>
                  <a:cubicBezTo>
                    <a:pt x="76" y="1"/>
                    <a:pt x="64" y="2"/>
                    <a:pt x="53" y="5"/>
                  </a:cubicBezTo>
                  <a:lnTo>
                    <a:pt x="37" y="9"/>
                  </a:lnTo>
                  <a:cubicBezTo>
                    <a:pt x="13" y="29"/>
                    <a:pt x="1" y="61"/>
                    <a:pt x="1" y="93"/>
                  </a:cubicBezTo>
                  <a:cubicBezTo>
                    <a:pt x="9" y="141"/>
                    <a:pt x="33" y="189"/>
                    <a:pt x="73" y="217"/>
                  </a:cubicBezTo>
                  <a:cubicBezTo>
                    <a:pt x="97" y="233"/>
                    <a:pt x="125" y="249"/>
                    <a:pt x="153" y="257"/>
                  </a:cubicBezTo>
                  <a:cubicBezTo>
                    <a:pt x="181" y="269"/>
                    <a:pt x="205" y="281"/>
                    <a:pt x="229" y="301"/>
                  </a:cubicBezTo>
                  <a:lnTo>
                    <a:pt x="237" y="293"/>
                  </a:lnTo>
                  <a:lnTo>
                    <a:pt x="237" y="293"/>
                  </a:lnTo>
                  <a:cubicBezTo>
                    <a:pt x="253" y="405"/>
                    <a:pt x="249" y="521"/>
                    <a:pt x="217" y="633"/>
                  </a:cubicBezTo>
                  <a:cubicBezTo>
                    <a:pt x="185" y="737"/>
                    <a:pt x="141" y="841"/>
                    <a:pt x="85" y="933"/>
                  </a:cubicBezTo>
                  <a:cubicBezTo>
                    <a:pt x="97" y="953"/>
                    <a:pt x="109" y="977"/>
                    <a:pt x="125" y="997"/>
                  </a:cubicBezTo>
                  <a:cubicBezTo>
                    <a:pt x="197" y="893"/>
                    <a:pt x="249" y="773"/>
                    <a:pt x="285" y="649"/>
                  </a:cubicBezTo>
                  <a:cubicBezTo>
                    <a:pt x="329" y="493"/>
                    <a:pt x="325" y="329"/>
                    <a:pt x="273" y="177"/>
                  </a:cubicBezTo>
                  <a:cubicBezTo>
                    <a:pt x="261" y="129"/>
                    <a:pt x="237" y="85"/>
                    <a:pt x="201" y="49"/>
                  </a:cubicBezTo>
                  <a:cubicBezTo>
                    <a:pt x="170" y="17"/>
                    <a:pt x="129" y="1"/>
                    <a:pt x="87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65"/>
            <p:cNvSpPr/>
            <p:nvPr/>
          </p:nvSpPr>
          <p:spPr>
            <a:xfrm flipH="1">
              <a:off x="8878256" y="2166596"/>
              <a:ext cx="23804" cy="122247"/>
            </a:xfrm>
            <a:custGeom>
              <a:avLst/>
              <a:gdLst/>
              <a:ahLst/>
              <a:cxnLst/>
              <a:rect l="l" t="t" r="r" b="b"/>
              <a:pathLst>
                <a:path w="177" h="909" extrusionOk="0">
                  <a:moveTo>
                    <a:pt x="73" y="73"/>
                  </a:moveTo>
                  <a:cubicBezTo>
                    <a:pt x="89" y="81"/>
                    <a:pt x="105" y="101"/>
                    <a:pt x="105" y="121"/>
                  </a:cubicBezTo>
                  <a:cubicBezTo>
                    <a:pt x="105" y="149"/>
                    <a:pt x="97" y="173"/>
                    <a:pt x="77" y="189"/>
                  </a:cubicBezTo>
                  <a:cubicBezTo>
                    <a:pt x="69" y="153"/>
                    <a:pt x="69" y="117"/>
                    <a:pt x="73" y="81"/>
                  </a:cubicBezTo>
                  <a:lnTo>
                    <a:pt x="73" y="73"/>
                  </a:lnTo>
                  <a:close/>
                  <a:moveTo>
                    <a:pt x="73" y="1"/>
                  </a:moveTo>
                  <a:cubicBezTo>
                    <a:pt x="45" y="1"/>
                    <a:pt x="9" y="21"/>
                    <a:pt x="5" y="73"/>
                  </a:cubicBezTo>
                  <a:cubicBezTo>
                    <a:pt x="1" y="129"/>
                    <a:pt x="1" y="185"/>
                    <a:pt x="13" y="237"/>
                  </a:cubicBezTo>
                  <a:cubicBezTo>
                    <a:pt x="13" y="257"/>
                    <a:pt x="17" y="277"/>
                    <a:pt x="17" y="297"/>
                  </a:cubicBezTo>
                  <a:cubicBezTo>
                    <a:pt x="29" y="401"/>
                    <a:pt x="45" y="501"/>
                    <a:pt x="69" y="601"/>
                  </a:cubicBezTo>
                  <a:cubicBezTo>
                    <a:pt x="65" y="621"/>
                    <a:pt x="69" y="645"/>
                    <a:pt x="77" y="665"/>
                  </a:cubicBezTo>
                  <a:cubicBezTo>
                    <a:pt x="81" y="673"/>
                    <a:pt x="81" y="681"/>
                    <a:pt x="85" y="689"/>
                  </a:cubicBezTo>
                  <a:cubicBezTo>
                    <a:pt x="81" y="705"/>
                    <a:pt x="77" y="721"/>
                    <a:pt x="65" y="733"/>
                  </a:cubicBezTo>
                  <a:cubicBezTo>
                    <a:pt x="61" y="745"/>
                    <a:pt x="53" y="757"/>
                    <a:pt x="49" y="769"/>
                  </a:cubicBezTo>
                  <a:cubicBezTo>
                    <a:pt x="45" y="785"/>
                    <a:pt x="37" y="805"/>
                    <a:pt x="37" y="821"/>
                  </a:cubicBezTo>
                  <a:lnTo>
                    <a:pt x="37" y="833"/>
                  </a:lnTo>
                  <a:cubicBezTo>
                    <a:pt x="37" y="837"/>
                    <a:pt x="37" y="841"/>
                    <a:pt x="37" y="841"/>
                  </a:cubicBezTo>
                  <a:cubicBezTo>
                    <a:pt x="41" y="845"/>
                    <a:pt x="41" y="849"/>
                    <a:pt x="45" y="849"/>
                  </a:cubicBezTo>
                  <a:lnTo>
                    <a:pt x="89" y="909"/>
                  </a:lnTo>
                  <a:cubicBezTo>
                    <a:pt x="97" y="889"/>
                    <a:pt x="101" y="869"/>
                    <a:pt x="105" y="849"/>
                  </a:cubicBezTo>
                  <a:lnTo>
                    <a:pt x="109" y="833"/>
                  </a:lnTo>
                  <a:cubicBezTo>
                    <a:pt x="109" y="821"/>
                    <a:pt x="113" y="805"/>
                    <a:pt x="117" y="793"/>
                  </a:cubicBezTo>
                  <a:cubicBezTo>
                    <a:pt x="121" y="785"/>
                    <a:pt x="125" y="777"/>
                    <a:pt x="129" y="765"/>
                  </a:cubicBezTo>
                  <a:cubicBezTo>
                    <a:pt x="145" y="745"/>
                    <a:pt x="153" y="717"/>
                    <a:pt x="157" y="689"/>
                  </a:cubicBezTo>
                  <a:cubicBezTo>
                    <a:pt x="157" y="673"/>
                    <a:pt x="153" y="657"/>
                    <a:pt x="145" y="641"/>
                  </a:cubicBezTo>
                  <a:cubicBezTo>
                    <a:pt x="137" y="625"/>
                    <a:pt x="137" y="621"/>
                    <a:pt x="137" y="617"/>
                  </a:cubicBezTo>
                  <a:lnTo>
                    <a:pt x="145" y="605"/>
                  </a:lnTo>
                  <a:lnTo>
                    <a:pt x="141" y="593"/>
                  </a:lnTo>
                  <a:cubicBezTo>
                    <a:pt x="113" y="493"/>
                    <a:pt x="97" y="393"/>
                    <a:pt x="89" y="289"/>
                  </a:cubicBezTo>
                  <a:cubicBezTo>
                    <a:pt x="89" y="281"/>
                    <a:pt x="85" y="273"/>
                    <a:pt x="85" y="265"/>
                  </a:cubicBezTo>
                  <a:cubicBezTo>
                    <a:pt x="141" y="237"/>
                    <a:pt x="177" y="181"/>
                    <a:pt x="177" y="117"/>
                  </a:cubicBezTo>
                  <a:cubicBezTo>
                    <a:pt x="173" y="61"/>
                    <a:pt x="129" y="13"/>
                    <a:pt x="7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65"/>
            <p:cNvSpPr/>
            <p:nvPr/>
          </p:nvSpPr>
          <p:spPr>
            <a:xfrm flipH="1">
              <a:off x="6308382" y="1217670"/>
              <a:ext cx="387989" cy="485894"/>
            </a:xfrm>
            <a:custGeom>
              <a:avLst/>
              <a:gdLst/>
              <a:ahLst/>
              <a:cxnLst/>
              <a:rect l="l" t="t" r="r" b="b"/>
              <a:pathLst>
                <a:path w="2885" h="3613" extrusionOk="0">
                  <a:moveTo>
                    <a:pt x="1593" y="0"/>
                  </a:moveTo>
                  <a:cubicBezTo>
                    <a:pt x="1569" y="0"/>
                    <a:pt x="1545" y="1"/>
                    <a:pt x="1521" y="4"/>
                  </a:cubicBezTo>
                  <a:cubicBezTo>
                    <a:pt x="1449" y="12"/>
                    <a:pt x="1381" y="44"/>
                    <a:pt x="1325" y="92"/>
                  </a:cubicBezTo>
                  <a:cubicBezTo>
                    <a:pt x="1301" y="112"/>
                    <a:pt x="1281" y="140"/>
                    <a:pt x="1265" y="168"/>
                  </a:cubicBezTo>
                  <a:cubicBezTo>
                    <a:pt x="1249" y="196"/>
                    <a:pt x="1241" y="220"/>
                    <a:pt x="1229" y="236"/>
                  </a:cubicBezTo>
                  <a:cubicBezTo>
                    <a:pt x="1225" y="248"/>
                    <a:pt x="1221" y="256"/>
                    <a:pt x="1213" y="264"/>
                  </a:cubicBezTo>
                  <a:cubicBezTo>
                    <a:pt x="1209" y="268"/>
                    <a:pt x="1209" y="268"/>
                    <a:pt x="1209" y="272"/>
                  </a:cubicBezTo>
                  <a:lnTo>
                    <a:pt x="1201" y="276"/>
                  </a:lnTo>
                  <a:cubicBezTo>
                    <a:pt x="1105" y="292"/>
                    <a:pt x="1013" y="316"/>
                    <a:pt x="925" y="348"/>
                  </a:cubicBezTo>
                  <a:cubicBezTo>
                    <a:pt x="809" y="384"/>
                    <a:pt x="701" y="428"/>
                    <a:pt x="593" y="476"/>
                  </a:cubicBezTo>
                  <a:cubicBezTo>
                    <a:pt x="477" y="532"/>
                    <a:pt x="373" y="604"/>
                    <a:pt x="285" y="692"/>
                  </a:cubicBezTo>
                  <a:cubicBezTo>
                    <a:pt x="193" y="784"/>
                    <a:pt x="121" y="892"/>
                    <a:pt x="73" y="1008"/>
                  </a:cubicBezTo>
                  <a:cubicBezTo>
                    <a:pt x="25" y="1124"/>
                    <a:pt x="1" y="1248"/>
                    <a:pt x="5" y="1376"/>
                  </a:cubicBezTo>
                  <a:cubicBezTo>
                    <a:pt x="9" y="1496"/>
                    <a:pt x="37" y="1612"/>
                    <a:pt x="89" y="1720"/>
                  </a:cubicBezTo>
                  <a:cubicBezTo>
                    <a:pt x="133" y="1808"/>
                    <a:pt x="181" y="1896"/>
                    <a:pt x="237" y="1980"/>
                  </a:cubicBezTo>
                  <a:cubicBezTo>
                    <a:pt x="241" y="1988"/>
                    <a:pt x="245" y="1992"/>
                    <a:pt x="249" y="1996"/>
                  </a:cubicBezTo>
                  <a:lnTo>
                    <a:pt x="213" y="2044"/>
                  </a:lnTo>
                  <a:cubicBezTo>
                    <a:pt x="189" y="2080"/>
                    <a:pt x="165" y="2116"/>
                    <a:pt x="149" y="2160"/>
                  </a:cubicBezTo>
                  <a:cubicBezTo>
                    <a:pt x="129" y="2204"/>
                    <a:pt x="117" y="2256"/>
                    <a:pt x="121" y="2304"/>
                  </a:cubicBezTo>
                  <a:cubicBezTo>
                    <a:pt x="125" y="2336"/>
                    <a:pt x="137" y="2364"/>
                    <a:pt x="153" y="2392"/>
                  </a:cubicBezTo>
                  <a:cubicBezTo>
                    <a:pt x="161" y="2404"/>
                    <a:pt x="173" y="2416"/>
                    <a:pt x="185" y="2424"/>
                  </a:cubicBezTo>
                  <a:lnTo>
                    <a:pt x="201" y="2440"/>
                  </a:lnTo>
                  <a:lnTo>
                    <a:pt x="209" y="2444"/>
                  </a:lnTo>
                  <a:lnTo>
                    <a:pt x="213" y="2448"/>
                  </a:lnTo>
                  <a:cubicBezTo>
                    <a:pt x="225" y="2456"/>
                    <a:pt x="241" y="2464"/>
                    <a:pt x="253" y="2476"/>
                  </a:cubicBezTo>
                  <a:cubicBezTo>
                    <a:pt x="265" y="2488"/>
                    <a:pt x="277" y="2500"/>
                    <a:pt x="289" y="2512"/>
                  </a:cubicBezTo>
                  <a:cubicBezTo>
                    <a:pt x="381" y="2620"/>
                    <a:pt x="453" y="2744"/>
                    <a:pt x="505" y="2880"/>
                  </a:cubicBezTo>
                  <a:lnTo>
                    <a:pt x="517" y="2908"/>
                  </a:lnTo>
                  <a:lnTo>
                    <a:pt x="529" y="2932"/>
                  </a:lnTo>
                  <a:cubicBezTo>
                    <a:pt x="537" y="2952"/>
                    <a:pt x="545" y="2972"/>
                    <a:pt x="557" y="2988"/>
                  </a:cubicBezTo>
                  <a:cubicBezTo>
                    <a:pt x="577" y="3020"/>
                    <a:pt x="601" y="3056"/>
                    <a:pt x="625" y="3084"/>
                  </a:cubicBezTo>
                  <a:cubicBezTo>
                    <a:pt x="677" y="3148"/>
                    <a:pt x="725" y="3200"/>
                    <a:pt x="773" y="3260"/>
                  </a:cubicBezTo>
                  <a:cubicBezTo>
                    <a:pt x="793" y="3284"/>
                    <a:pt x="809" y="3316"/>
                    <a:pt x="821" y="3348"/>
                  </a:cubicBezTo>
                  <a:cubicBezTo>
                    <a:pt x="825" y="3360"/>
                    <a:pt x="829" y="3376"/>
                    <a:pt x="829" y="3388"/>
                  </a:cubicBezTo>
                  <a:lnTo>
                    <a:pt x="829" y="3400"/>
                  </a:lnTo>
                  <a:lnTo>
                    <a:pt x="829" y="3408"/>
                  </a:lnTo>
                  <a:lnTo>
                    <a:pt x="829" y="3416"/>
                  </a:lnTo>
                  <a:cubicBezTo>
                    <a:pt x="825" y="3424"/>
                    <a:pt x="825" y="3436"/>
                    <a:pt x="821" y="3444"/>
                  </a:cubicBezTo>
                  <a:cubicBezTo>
                    <a:pt x="821" y="3492"/>
                    <a:pt x="841" y="3536"/>
                    <a:pt x="877" y="3564"/>
                  </a:cubicBezTo>
                  <a:cubicBezTo>
                    <a:pt x="909" y="3588"/>
                    <a:pt x="945" y="3604"/>
                    <a:pt x="981" y="3612"/>
                  </a:cubicBezTo>
                  <a:lnTo>
                    <a:pt x="989" y="3612"/>
                  </a:lnTo>
                  <a:lnTo>
                    <a:pt x="989" y="3604"/>
                  </a:lnTo>
                  <a:cubicBezTo>
                    <a:pt x="1017" y="3520"/>
                    <a:pt x="1061" y="3436"/>
                    <a:pt x="1113" y="3364"/>
                  </a:cubicBezTo>
                  <a:cubicBezTo>
                    <a:pt x="1141" y="3328"/>
                    <a:pt x="1173" y="3296"/>
                    <a:pt x="1205" y="3268"/>
                  </a:cubicBezTo>
                  <a:cubicBezTo>
                    <a:pt x="1237" y="3240"/>
                    <a:pt x="1277" y="3220"/>
                    <a:pt x="1317" y="3204"/>
                  </a:cubicBezTo>
                  <a:cubicBezTo>
                    <a:pt x="1333" y="3196"/>
                    <a:pt x="1353" y="3192"/>
                    <a:pt x="1373" y="3184"/>
                  </a:cubicBezTo>
                  <a:cubicBezTo>
                    <a:pt x="1397" y="3180"/>
                    <a:pt x="1421" y="3176"/>
                    <a:pt x="1441" y="3172"/>
                  </a:cubicBezTo>
                  <a:cubicBezTo>
                    <a:pt x="1489" y="3160"/>
                    <a:pt x="1537" y="3148"/>
                    <a:pt x="1581" y="3132"/>
                  </a:cubicBezTo>
                  <a:cubicBezTo>
                    <a:pt x="1641" y="3112"/>
                    <a:pt x="1697" y="3088"/>
                    <a:pt x="1753" y="3064"/>
                  </a:cubicBezTo>
                  <a:cubicBezTo>
                    <a:pt x="1785" y="3044"/>
                    <a:pt x="1817" y="3028"/>
                    <a:pt x="1849" y="3008"/>
                  </a:cubicBezTo>
                  <a:cubicBezTo>
                    <a:pt x="1893" y="2976"/>
                    <a:pt x="1933" y="2944"/>
                    <a:pt x="1965" y="2904"/>
                  </a:cubicBezTo>
                  <a:cubicBezTo>
                    <a:pt x="1997" y="2864"/>
                    <a:pt x="2017" y="2816"/>
                    <a:pt x="2021" y="2764"/>
                  </a:cubicBezTo>
                  <a:cubicBezTo>
                    <a:pt x="2057" y="2748"/>
                    <a:pt x="2105" y="2728"/>
                    <a:pt x="2161" y="2700"/>
                  </a:cubicBezTo>
                  <a:cubicBezTo>
                    <a:pt x="2245" y="2660"/>
                    <a:pt x="2329" y="2608"/>
                    <a:pt x="2409" y="2556"/>
                  </a:cubicBezTo>
                  <a:cubicBezTo>
                    <a:pt x="2517" y="2484"/>
                    <a:pt x="2613" y="2396"/>
                    <a:pt x="2693" y="2300"/>
                  </a:cubicBezTo>
                  <a:cubicBezTo>
                    <a:pt x="2793" y="2176"/>
                    <a:pt x="2853" y="2028"/>
                    <a:pt x="2869" y="1872"/>
                  </a:cubicBezTo>
                  <a:cubicBezTo>
                    <a:pt x="2885" y="1704"/>
                    <a:pt x="2845" y="1536"/>
                    <a:pt x="2797" y="1372"/>
                  </a:cubicBezTo>
                  <a:cubicBezTo>
                    <a:pt x="2773" y="1288"/>
                    <a:pt x="2745" y="1208"/>
                    <a:pt x="2721" y="1124"/>
                  </a:cubicBezTo>
                  <a:cubicBezTo>
                    <a:pt x="2709" y="1084"/>
                    <a:pt x="2705" y="1044"/>
                    <a:pt x="2709" y="1004"/>
                  </a:cubicBezTo>
                  <a:cubicBezTo>
                    <a:pt x="2725" y="964"/>
                    <a:pt x="2745" y="928"/>
                    <a:pt x="2769" y="896"/>
                  </a:cubicBezTo>
                  <a:cubicBezTo>
                    <a:pt x="2801" y="856"/>
                    <a:pt x="2821" y="812"/>
                    <a:pt x="2825" y="760"/>
                  </a:cubicBezTo>
                  <a:cubicBezTo>
                    <a:pt x="2821" y="708"/>
                    <a:pt x="2797" y="660"/>
                    <a:pt x="2753" y="628"/>
                  </a:cubicBezTo>
                  <a:cubicBezTo>
                    <a:pt x="2733" y="608"/>
                    <a:pt x="2705" y="596"/>
                    <a:pt x="2681" y="588"/>
                  </a:cubicBezTo>
                  <a:cubicBezTo>
                    <a:pt x="2677" y="576"/>
                    <a:pt x="2669" y="560"/>
                    <a:pt x="2661" y="548"/>
                  </a:cubicBezTo>
                  <a:lnTo>
                    <a:pt x="2621" y="452"/>
                  </a:lnTo>
                  <a:cubicBezTo>
                    <a:pt x="2609" y="416"/>
                    <a:pt x="2589" y="376"/>
                    <a:pt x="2569" y="328"/>
                  </a:cubicBezTo>
                  <a:cubicBezTo>
                    <a:pt x="2545" y="280"/>
                    <a:pt x="2513" y="232"/>
                    <a:pt x="2473" y="188"/>
                  </a:cubicBezTo>
                  <a:cubicBezTo>
                    <a:pt x="2425" y="144"/>
                    <a:pt x="2369" y="108"/>
                    <a:pt x="2309" y="84"/>
                  </a:cubicBezTo>
                  <a:cubicBezTo>
                    <a:pt x="2245" y="60"/>
                    <a:pt x="2181" y="44"/>
                    <a:pt x="2113" y="40"/>
                  </a:cubicBezTo>
                  <a:lnTo>
                    <a:pt x="1913" y="28"/>
                  </a:lnTo>
                  <a:cubicBezTo>
                    <a:pt x="1849" y="24"/>
                    <a:pt x="1789" y="20"/>
                    <a:pt x="1725" y="12"/>
                  </a:cubicBezTo>
                  <a:cubicBezTo>
                    <a:pt x="1681" y="5"/>
                    <a:pt x="1637" y="0"/>
                    <a:pt x="15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65"/>
            <p:cNvSpPr/>
            <p:nvPr/>
          </p:nvSpPr>
          <p:spPr>
            <a:xfrm flipH="1">
              <a:off x="6432646" y="1486640"/>
              <a:ext cx="248125" cy="216924"/>
            </a:xfrm>
            <a:custGeom>
              <a:avLst/>
              <a:gdLst/>
              <a:ahLst/>
              <a:cxnLst/>
              <a:rect l="l" t="t" r="r" b="b"/>
              <a:pathLst>
                <a:path w="1845" h="1613" extrusionOk="0">
                  <a:moveTo>
                    <a:pt x="129" y="0"/>
                  </a:moveTo>
                  <a:lnTo>
                    <a:pt x="97" y="44"/>
                  </a:lnTo>
                  <a:cubicBezTo>
                    <a:pt x="69" y="80"/>
                    <a:pt x="49" y="120"/>
                    <a:pt x="33" y="160"/>
                  </a:cubicBezTo>
                  <a:cubicBezTo>
                    <a:pt x="9" y="204"/>
                    <a:pt x="1" y="256"/>
                    <a:pt x="5" y="308"/>
                  </a:cubicBezTo>
                  <a:cubicBezTo>
                    <a:pt x="9" y="336"/>
                    <a:pt x="21" y="364"/>
                    <a:pt x="37" y="392"/>
                  </a:cubicBezTo>
                  <a:cubicBezTo>
                    <a:pt x="45" y="404"/>
                    <a:pt x="57" y="416"/>
                    <a:pt x="69" y="424"/>
                  </a:cubicBezTo>
                  <a:lnTo>
                    <a:pt x="85" y="440"/>
                  </a:lnTo>
                  <a:lnTo>
                    <a:pt x="89" y="444"/>
                  </a:lnTo>
                  <a:lnTo>
                    <a:pt x="97" y="448"/>
                  </a:lnTo>
                  <a:cubicBezTo>
                    <a:pt x="109" y="456"/>
                    <a:pt x="121" y="468"/>
                    <a:pt x="133" y="476"/>
                  </a:cubicBezTo>
                  <a:cubicBezTo>
                    <a:pt x="145" y="488"/>
                    <a:pt x="157" y="500"/>
                    <a:pt x="169" y="512"/>
                  </a:cubicBezTo>
                  <a:cubicBezTo>
                    <a:pt x="261" y="620"/>
                    <a:pt x="337" y="748"/>
                    <a:pt x="389" y="880"/>
                  </a:cubicBezTo>
                  <a:lnTo>
                    <a:pt x="397" y="908"/>
                  </a:lnTo>
                  <a:lnTo>
                    <a:pt x="409" y="932"/>
                  </a:lnTo>
                  <a:cubicBezTo>
                    <a:pt x="421" y="952"/>
                    <a:pt x="429" y="972"/>
                    <a:pt x="441" y="988"/>
                  </a:cubicBezTo>
                  <a:cubicBezTo>
                    <a:pt x="461" y="1024"/>
                    <a:pt x="485" y="1056"/>
                    <a:pt x="509" y="1088"/>
                  </a:cubicBezTo>
                  <a:cubicBezTo>
                    <a:pt x="561" y="1148"/>
                    <a:pt x="609" y="1204"/>
                    <a:pt x="653" y="1260"/>
                  </a:cubicBezTo>
                  <a:cubicBezTo>
                    <a:pt x="677" y="1288"/>
                    <a:pt x="693" y="1316"/>
                    <a:pt x="705" y="1348"/>
                  </a:cubicBezTo>
                  <a:cubicBezTo>
                    <a:pt x="709" y="1360"/>
                    <a:pt x="713" y="1376"/>
                    <a:pt x="709" y="1392"/>
                  </a:cubicBezTo>
                  <a:lnTo>
                    <a:pt x="709" y="1400"/>
                  </a:lnTo>
                  <a:lnTo>
                    <a:pt x="709" y="1408"/>
                  </a:lnTo>
                  <a:lnTo>
                    <a:pt x="709" y="1416"/>
                  </a:lnTo>
                  <a:cubicBezTo>
                    <a:pt x="709" y="1424"/>
                    <a:pt x="705" y="1436"/>
                    <a:pt x="705" y="1448"/>
                  </a:cubicBezTo>
                  <a:cubicBezTo>
                    <a:pt x="701" y="1492"/>
                    <a:pt x="721" y="1536"/>
                    <a:pt x="757" y="1564"/>
                  </a:cubicBezTo>
                  <a:cubicBezTo>
                    <a:pt x="789" y="1588"/>
                    <a:pt x="825" y="1604"/>
                    <a:pt x="865" y="1612"/>
                  </a:cubicBezTo>
                  <a:lnTo>
                    <a:pt x="873" y="1612"/>
                  </a:lnTo>
                  <a:lnTo>
                    <a:pt x="873" y="1608"/>
                  </a:lnTo>
                  <a:cubicBezTo>
                    <a:pt x="901" y="1520"/>
                    <a:pt x="941" y="1436"/>
                    <a:pt x="997" y="1364"/>
                  </a:cubicBezTo>
                  <a:cubicBezTo>
                    <a:pt x="1025" y="1328"/>
                    <a:pt x="1053" y="1296"/>
                    <a:pt x="1089" y="1268"/>
                  </a:cubicBezTo>
                  <a:cubicBezTo>
                    <a:pt x="1121" y="1244"/>
                    <a:pt x="1157" y="1220"/>
                    <a:pt x="1197" y="1204"/>
                  </a:cubicBezTo>
                  <a:cubicBezTo>
                    <a:pt x="1217" y="1196"/>
                    <a:pt x="1237" y="1192"/>
                    <a:pt x="1257" y="1188"/>
                  </a:cubicBezTo>
                  <a:cubicBezTo>
                    <a:pt x="1277" y="1180"/>
                    <a:pt x="1301" y="1176"/>
                    <a:pt x="1325" y="1172"/>
                  </a:cubicBezTo>
                  <a:cubicBezTo>
                    <a:pt x="1373" y="1160"/>
                    <a:pt x="1421" y="1148"/>
                    <a:pt x="1465" y="1132"/>
                  </a:cubicBezTo>
                  <a:cubicBezTo>
                    <a:pt x="1521" y="1112"/>
                    <a:pt x="1581" y="1092"/>
                    <a:pt x="1633" y="1064"/>
                  </a:cubicBezTo>
                  <a:lnTo>
                    <a:pt x="1801" y="884"/>
                  </a:lnTo>
                  <a:cubicBezTo>
                    <a:pt x="1821" y="864"/>
                    <a:pt x="1837" y="836"/>
                    <a:pt x="1845" y="808"/>
                  </a:cubicBezTo>
                  <a:cubicBezTo>
                    <a:pt x="1845" y="764"/>
                    <a:pt x="1817" y="728"/>
                    <a:pt x="1781" y="716"/>
                  </a:cubicBezTo>
                  <a:cubicBezTo>
                    <a:pt x="1750" y="704"/>
                    <a:pt x="1720" y="699"/>
                    <a:pt x="1691" y="699"/>
                  </a:cubicBezTo>
                  <a:cubicBezTo>
                    <a:pt x="1682" y="699"/>
                    <a:pt x="1673" y="700"/>
                    <a:pt x="1665" y="700"/>
                  </a:cubicBezTo>
                  <a:cubicBezTo>
                    <a:pt x="1465" y="712"/>
                    <a:pt x="1269" y="756"/>
                    <a:pt x="1085" y="828"/>
                  </a:cubicBezTo>
                  <a:cubicBezTo>
                    <a:pt x="1065" y="736"/>
                    <a:pt x="1113" y="636"/>
                    <a:pt x="1201" y="596"/>
                  </a:cubicBezTo>
                  <a:cubicBezTo>
                    <a:pt x="1217" y="588"/>
                    <a:pt x="1241" y="580"/>
                    <a:pt x="1249" y="560"/>
                  </a:cubicBezTo>
                  <a:cubicBezTo>
                    <a:pt x="1257" y="540"/>
                    <a:pt x="1241" y="524"/>
                    <a:pt x="1245" y="504"/>
                  </a:cubicBezTo>
                  <a:cubicBezTo>
                    <a:pt x="1265" y="368"/>
                    <a:pt x="1261" y="212"/>
                    <a:pt x="1189" y="132"/>
                  </a:cubicBezTo>
                  <a:cubicBezTo>
                    <a:pt x="1176" y="119"/>
                    <a:pt x="1163" y="114"/>
                    <a:pt x="1148" y="114"/>
                  </a:cubicBezTo>
                  <a:cubicBezTo>
                    <a:pt x="1111" y="114"/>
                    <a:pt x="1067" y="148"/>
                    <a:pt x="1021" y="168"/>
                  </a:cubicBezTo>
                  <a:cubicBezTo>
                    <a:pt x="965" y="196"/>
                    <a:pt x="913" y="240"/>
                    <a:pt x="873" y="292"/>
                  </a:cubicBezTo>
                  <a:lnTo>
                    <a:pt x="569" y="620"/>
                  </a:lnTo>
                  <a:cubicBezTo>
                    <a:pt x="449" y="396"/>
                    <a:pt x="301" y="184"/>
                    <a:pt x="129" y="0"/>
                  </a:cubicBezTo>
                  <a:close/>
                </a:path>
              </a:pathLst>
            </a:custGeom>
            <a:solidFill>
              <a:srgbClr val="A29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65"/>
            <p:cNvSpPr/>
            <p:nvPr/>
          </p:nvSpPr>
          <p:spPr>
            <a:xfrm flipH="1">
              <a:off x="6334741" y="1324720"/>
              <a:ext cx="214235" cy="200248"/>
            </a:xfrm>
            <a:custGeom>
              <a:avLst/>
              <a:gdLst/>
              <a:ahLst/>
              <a:cxnLst/>
              <a:rect l="l" t="t" r="r" b="b"/>
              <a:pathLst>
                <a:path w="1593" h="1489" extrusionOk="0">
                  <a:moveTo>
                    <a:pt x="1" y="1274"/>
                  </a:moveTo>
                  <a:cubicBezTo>
                    <a:pt x="1" y="1275"/>
                    <a:pt x="1" y="1276"/>
                    <a:pt x="1" y="1276"/>
                  </a:cubicBezTo>
                  <a:cubicBezTo>
                    <a:pt x="1" y="1276"/>
                    <a:pt x="1" y="1275"/>
                    <a:pt x="1" y="1274"/>
                  </a:cubicBezTo>
                  <a:close/>
                  <a:moveTo>
                    <a:pt x="1593" y="0"/>
                  </a:moveTo>
                  <a:lnTo>
                    <a:pt x="1593" y="0"/>
                  </a:lnTo>
                  <a:cubicBezTo>
                    <a:pt x="1381" y="16"/>
                    <a:pt x="1161" y="32"/>
                    <a:pt x="961" y="108"/>
                  </a:cubicBezTo>
                  <a:cubicBezTo>
                    <a:pt x="869" y="148"/>
                    <a:pt x="777" y="192"/>
                    <a:pt x="693" y="240"/>
                  </a:cubicBezTo>
                  <a:cubicBezTo>
                    <a:pt x="569" y="296"/>
                    <a:pt x="461" y="372"/>
                    <a:pt x="365" y="468"/>
                  </a:cubicBezTo>
                  <a:cubicBezTo>
                    <a:pt x="309" y="528"/>
                    <a:pt x="261" y="596"/>
                    <a:pt x="221" y="672"/>
                  </a:cubicBezTo>
                  <a:cubicBezTo>
                    <a:pt x="113" y="856"/>
                    <a:pt x="18" y="1059"/>
                    <a:pt x="1" y="1274"/>
                  </a:cubicBezTo>
                  <a:lnTo>
                    <a:pt x="1" y="1274"/>
                  </a:lnTo>
                  <a:cubicBezTo>
                    <a:pt x="18" y="1055"/>
                    <a:pt x="193" y="892"/>
                    <a:pt x="357" y="748"/>
                  </a:cubicBezTo>
                  <a:cubicBezTo>
                    <a:pt x="509" y="612"/>
                    <a:pt x="673" y="472"/>
                    <a:pt x="865" y="408"/>
                  </a:cubicBezTo>
                  <a:cubicBezTo>
                    <a:pt x="886" y="399"/>
                    <a:pt x="909" y="394"/>
                    <a:pt x="932" y="394"/>
                  </a:cubicBezTo>
                  <a:cubicBezTo>
                    <a:pt x="957" y="394"/>
                    <a:pt x="982" y="400"/>
                    <a:pt x="1005" y="412"/>
                  </a:cubicBezTo>
                  <a:cubicBezTo>
                    <a:pt x="1053" y="448"/>
                    <a:pt x="1049" y="528"/>
                    <a:pt x="1013" y="580"/>
                  </a:cubicBezTo>
                  <a:cubicBezTo>
                    <a:pt x="969" y="624"/>
                    <a:pt x="913" y="660"/>
                    <a:pt x="857" y="684"/>
                  </a:cubicBezTo>
                  <a:cubicBezTo>
                    <a:pt x="741" y="740"/>
                    <a:pt x="645" y="820"/>
                    <a:pt x="569" y="920"/>
                  </a:cubicBezTo>
                  <a:cubicBezTo>
                    <a:pt x="493" y="1024"/>
                    <a:pt x="457" y="1152"/>
                    <a:pt x="477" y="1280"/>
                  </a:cubicBezTo>
                  <a:lnTo>
                    <a:pt x="641" y="1104"/>
                  </a:lnTo>
                  <a:lnTo>
                    <a:pt x="641" y="1104"/>
                  </a:lnTo>
                  <a:cubicBezTo>
                    <a:pt x="613" y="1228"/>
                    <a:pt x="629" y="1360"/>
                    <a:pt x="681" y="1476"/>
                  </a:cubicBezTo>
                  <a:cubicBezTo>
                    <a:pt x="757" y="1436"/>
                    <a:pt x="777" y="1336"/>
                    <a:pt x="793" y="1256"/>
                  </a:cubicBezTo>
                  <a:cubicBezTo>
                    <a:pt x="861" y="956"/>
                    <a:pt x="1045" y="696"/>
                    <a:pt x="1305" y="536"/>
                  </a:cubicBezTo>
                  <a:lnTo>
                    <a:pt x="1305" y="536"/>
                  </a:lnTo>
                  <a:cubicBezTo>
                    <a:pt x="1213" y="680"/>
                    <a:pt x="1141" y="832"/>
                    <a:pt x="1089" y="992"/>
                  </a:cubicBezTo>
                  <a:cubicBezTo>
                    <a:pt x="1037" y="1152"/>
                    <a:pt x="1037" y="1328"/>
                    <a:pt x="1085" y="1488"/>
                  </a:cubicBezTo>
                  <a:cubicBezTo>
                    <a:pt x="1081" y="1388"/>
                    <a:pt x="1109" y="1292"/>
                    <a:pt x="1157" y="1208"/>
                  </a:cubicBezTo>
                  <a:cubicBezTo>
                    <a:pt x="1193" y="1296"/>
                    <a:pt x="1201" y="1392"/>
                    <a:pt x="1185" y="1488"/>
                  </a:cubicBezTo>
                  <a:lnTo>
                    <a:pt x="1313" y="1404"/>
                  </a:lnTo>
                  <a:lnTo>
                    <a:pt x="1317" y="1436"/>
                  </a:lnTo>
                  <a:cubicBezTo>
                    <a:pt x="1525" y="1168"/>
                    <a:pt x="1585" y="808"/>
                    <a:pt x="1473" y="488"/>
                  </a:cubicBezTo>
                  <a:lnTo>
                    <a:pt x="1473" y="488"/>
                  </a:lnTo>
                  <a:cubicBezTo>
                    <a:pt x="1409" y="536"/>
                    <a:pt x="1357" y="600"/>
                    <a:pt x="1325" y="676"/>
                  </a:cubicBezTo>
                  <a:cubicBezTo>
                    <a:pt x="1357" y="548"/>
                    <a:pt x="1401" y="424"/>
                    <a:pt x="1453" y="304"/>
                  </a:cubicBezTo>
                  <a:lnTo>
                    <a:pt x="1453" y="304"/>
                  </a:lnTo>
                  <a:lnTo>
                    <a:pt x="1313" y="388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65"/>
            <p:cNvSpPr/>
            <p:nvPr/>
          </p:nvSpPr>
          <p:spPr>
            <a:xfrm flipH="1">
              <a:off x="6387997" y="1288543"/>
              <a:ext cx="219883" cy="169182"/>
            </a:xfrm>
            <a:custGeom>
              <a:avLst/>
              <a:gdLst/>
              <a:ahLst/>
              <a:cxnLst/>
              <a:rect l="l" t="t" r="r" b="b"/>
              <a:pathLst>
                <a:path w="1635" h="1258" extrusionOk="0">
                  <a:moveTo>
                    <a:pt x="1401" y="0"/>
                  </a:moveTo>
                  <a:cubicBezTo>
                    <a:pt x="1322" y="0"/>
                    <a:pt x="1243" y="11"/>
                    <a:pt x="1167" y="33"/>
                  </a:cubicBezTo>
                  <a:cubicBezTo>
                    <a:pt x="1015" y="81"/>
                    <a:pt x="867" y="137"/>
                    <a:pt x="727" y="213"/>
                  </a:cubicBezTo>
                  <a:cubicBezTo>
                    <a:pt x="783" y="133"/>
                    <a:pt x="855" y="65"/>
                    <a:pt x="935" y="13"/>
                  </a:cubicBezTo>
                  <a:lnTo>
                    <a:pt x="935" y="13"/>
                  </a:lnTo>
                  <a:cubicBezTo>
                    <a:pt x="467" y="113"/>
                    <a:pt x="103" y="489"/>
                    <a:pt x="19" y="961"/>
                  </a:cubicBezTo>
                  <a:cubicBezTo>
                    <a:pt x="38" y="941"/>
                    <a:pt x="57" y="921"/>
                    <a:pt x="77" y="901"/>
                  </a:cubicBezTo>
                  <a:lnTo>
                    <a:pt x="77" y="901"/>
                  </a:lnTo>
                  <a:cubicBezTo>
                    <a:pt x="9" y="1005"/>
                    <a:pt x="1" y="1142"/>
                    <a:pt x="67" y="1257"/>
                  </a:cubicBezTo>
                  <a:lnTo>
                    <a:pt x="91" y="1217"/>
                  </a:lnTo>
                  <a:cubicBezTo>
                    <a:pt x="99" y="1145"/>
                    <a:pt x="127" y="1077"/>
                    <a:pt x="175" y="1025"/>
                  </a:cubicBezTo>
                  <a:cubicBezTo>
                    <a:pt x="351" y="773"/>
                    <a:pt x="547" y="533"/>
                    <a:pt x="791" y="349"/>
                  </a:cubicBezTo>
                  <a:cubicBezTo>
                    <a:pt x="1031" y="165"/>
                    <a:pt x="1327" y="37"/>
                    <a:pt x="1635" y="33"/>
                  </a:cubicBezTo>
                  <a:cubicBezTo>
                    <a:pt x="1559" y="11"/>
                    <a:pt x="1480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65"/>
            <p:cNvSpPr/>
            <p:nvPr/>
          </p:nvSpPr>
          <p:spPr>
            <a:xfrm flipH="1">
              <a:off x="6526248" y="1274691"/>
              <a:ext cx="142689" cy="117943"/>
            </a:xfrm>
            <a:custGeom>
              <a:avLst/>
              <a:gdLst/>
              <a:ahLst/>
              <a:cxnLst/>
              <a:rect l="l" t="t" r="r" b="b"/>
              <a:pathLst>
                <a:path w="1061" h="877" extrusionOk="0">
                  <a:moveTo>
                    <a:pt x="1061" y="0"/>
                  </a:moveTo>
                  <a:cubicBezTo>
                    <a:pt x="1019" y="19"/>
                    <a:pt x="978" y="38"/>
                    <a:pt x="938" y="60"/>
                  </a:cubicBezTo>
                  <a:lnTo>
                    <a:pt x="938" y="60"/>
                  </a:lnTo>
                  <a:cubicBezTo>
                    <a:pt x="987" y="52"/>
                    <a:pt x="1032" y="38"/>
                    <a:pt x="1061" y="0"/>
                  </a:cubicBezTo>
                  <a:close/>
                  <a:moveTo>
                    <a:pt x="549" y="144"/>
                  </a:moveTo>
                  <a:lnTo>
                    <a:pt x="549" y="144"/>
                  </a:lnTo>
                  <a:cubicBezTo>
                    <a:pt x="537" y="146"/>
                    <a:pt x="527" y="151"/>
                    <a:pt x="520" y="159"/>
                  </a:cubicBezTo>
                  <a:lnTo>
                    <a:pt x="520" y="159"/>
                  </a:lnTo>
                  <a:cubicBezTo>
                    <a:pt x="530" y="154"/>
                    <a:pt x="539" y="149"/>
                    <a:pt x="549" y="144"/>
                  </a:cubicBezTo>
                  <a:close/>
                  <a:moveTo>
                    <a:pt x="938" y="60"/>
                  </a:moveTo>
                  <a:cubicBezTo>
                    <a:pt x="905" y="65"/>
                    <a:pt x="869" y="67"/>
                    <a:pt x="837" y="72"/>
                  </a:cubicBezTo>
                  <a:cubicBezTo>
                    <a:pt x="721" y="92"/>
                    <a:pt x="613" y="136"/>
                    <a:pt x="513" y="196"/>
                  </a:cubicBezTo>
                  <a:cubicBezTo>
                    <a:pt x="508" y="183"/>
                    <a:pt x="512" y="169"/>
                    <a:pt x="520" y="159"/>
                  </a:cubicBezTo>
                  <a:lnTo>
                    <a:pt x="520" y="159"/>
                  </a:lnTo>
                  <a:cubicBezTo>
                    <a:pt x="275" y="289"/>
                    <a:pt x="89" y="510"/>
                    <a:pt x="1" y="772"/>
                  </a:cubicBezTo>
                  <a:cubicBezTo>
                    <a:pt x="85" y="624"/>
                    <a:pt x="181" y="464"/>
                    <a:pt x="337" y="396"/>
                  </a:cubicBezTo>
                  <a:lnTo>
                    <a:pt x="337" y="396"/>
                  </a:lnTo>
                  <a:cubicBezTo>
                    <a:pt x="289" y="536"/>
                    <a:pt x="273" y="688"/>
                    <a:pt x="289" y="840"/>
                  </a:cubicBezTo>
                  <a:lnTo>
                    <a:pt x="253" y="840"/>
                  </a:lnTo>
                  <a:lnTo>
                    <a:pt x="301" y="876"/>
                  </a:lnTo>
                  <a:cubicBezTo>
                    <a:pt x="321" y="796"/>
                    <a:pt x="305" y="712"/>
                    <a:pt x="337" y="640"/>
                  </a:cubicBezTo>
                  <a:cubicBezTo>
                    <a:pt x="353" y="600"/>
                    <a:pt x="377" y="568"/>
                    <a:pt x="405" y="540"/>
                  </a:cubicBezTo>
                  <a:cubicBezTo>
                    <a:pt x="505" y="416"/>
                    <a:pt x="613" y="300"/>
                    <a:pt x="733" y="196"/>
                  </a:cubicBezTo>
                  <a:cubicBezTo>
                    <a:pt x="798" y="145"/>
                    <a:pt x="866" y="99"/>
                    <a:pt x="938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65"/>
            <p:cNvSpPr/>
            <p:nvPr/>
          </p:nvSpPr>
          <p:spPr>
            <a:xfrm flipH="1">
              <a:off x="6379390" y="1234615"/>
              <a:ext cx="117943" cy="32142"/>
            </a:xfrm>
            <a:custGeom>
              <a:avLst/>
              <a:gdLst/>
              <a:ahLst/>
              <a:cxnLst/>
              <a:rect l="l" t="t" r="r" b="b"/>
              <a:pathLst>
                <a:path w="877" h="239" extrusionOk="0">
                  <a:moveTo>
                    <a:pt x="626" y="1"/>
                  </a:moveTo>
                  <a:cubicBezTo>
                    <a:pt x="604" y="1"/>
                    <a:pt x="582" y="4"/>
                    <a:pt x="561" y="10"/>
                  </a:cubicBezTo>
                  <a:cubicBezTo>
                    <a:pt x="533" y="22"/>
                    <a:pt x="509" y="38"/>
                    <a:pt x="481" y="50"/>
                  </a:cubicBezTo>
                  <a:cubicBezTo>
                    <a:pt x="457" y="54"/>
                    <a:pt x="433" y="56"/>
                    <a:pt x="409" y="56"/>
                  </a:cubicBezTo>
                  <a:cubicBezTo>
                    <a:pt x="385" y="56"/>
                    <a:pt x="361" y="54"/>
                    <a:pt x="337" y="50"/>
                  </a:cubicBezTo>
                  <a:cubicBezTo>
                    <a:pt x="309" y="47"/>
                    <a:pt x="282" y="46"/>
                    <a:pt x="254" y="46"/>
                  </a:cubicBezTo>
                  <a:cubicBezTo>
                    <a:pt x="168" y="46"/>
                    <a:pt x="82" y="60"/>
                    <a:pt x="1" y="90"/>
                  </a:cubicBezTo>
                  <a:lnTo>
                    <a:pt x="229" y="86"/>
                  </a:lnTo>
                  <a:cubicBezTo>
                    <a:pt x="238" y="85"/>
                    <a:pt x="248" y="85"/>
                    <a:pt x="258" y="85"/>
                  </a:cubicBezTo>
                  <a:cubicBezTo>
                    <a:pt x="282" y="85"/>
                    <a:pt x="306" y="88"/>
                    <a:pt x="329" y="90"/>
                  </a:cubicBezTo>
                  <a:cubicBezTo>
                    <a:pt x="381" y="106"/>
                    <a:pt x="429" y="126"/>
                    <a:pt x="477" y="150"/>
                  </a:cubicBezTo>
                  <a:cubicBezTo>
                    <a:pt x="549" y="178"/>
                    <a:pt x="621" y="198"/>
                    <a:pt x="697" y="206"/>
                  </a:cubicBezTo>
                  <a:cubicBezTo>
                    <a:pt x="749" y="206"/>
                    <a:pt x="805" y="214"/>
                    <a:pt x="857" y="238"/>
                  </a:cubicBezTo>
                  <a:lnTo>
                    <a:pt x="877" y="218"/>
                  </a:lnTo>
                  <a:cubicBezTo>
                    <a:pt x="853" y="150"/>
                    <a:pt x="813" y="90"/>
                    <a:pt x="761" y="46"/>
                  </a:cubicBezTo>
                  <a:cubicBezTo>
                    <a:pt x="722" y="16"/>
                    <a:pt x="674" y="1"/>
                    <a:pt x="6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65"/>
            <p:cNvSpPr/>
            <p:nvPr/>
          </p:nvSpPr>
          <p:spPr>
            <a:xfrm flipH="1">
              <a:off x="6316451" y="1386583"/>
              <a:ext cx="361092" cy="221228"/>
            </a:xfrm>
            <a:custGeom>
              <a:avLst/>
              <a:gdLst/>
              <a:ahLst/>
              <a:cxnLst/>
              <a:rect l="l" t="t" r="r" b="b"/>
              <a:pathLst>
                <a:path w="2685" h="1645" extrusionOk="0">
                  <a:moveTo>
                    <a:pt x="229" y="0"/>
                  </a:moveTo>
                  <a:cubicBezTo>
                    <a:pt x="217" y="88"/>
                    <a:pt x="141" y="156"/>
                    <a:pt x="53" y="160"/>
                  </a:cubicBezTo>
                  <a:cubicBezTo>
                    <a:pt x="37" y="160"/>
                    <a:pt x="21" y="164"/>
                    <a:pt x="13" y="172"/>
                  </a:cubicBezTo>
                  <a:cubicBezTo>
                    <a:pt x="5" y="180"/>
                    <a:pt x="5" y="192"/>
                    <a:pt x="5" y="200"/>
                  </a:cubicBezTo>
                  <a:cubicBezTo>
                    <a:pt x="1" y="352"/>
                    <a:pt x="65" y="488"/>
                    <a:pt x="137" y="620"/>
                  </a:cubicBezTo>
                  <a:cubicBezTo>
                    <a:pt x="273" y="880"/>
                    <a:pt x="425" y="1136"/>
                    <a:pt x="585" y="1388"/>
                  </a:cubicBezTo>
                  <a:cubicBezTo>
                    <a:pt x="649" y="1188"/>
                    <a:pt x="793" y="1028"/>
                    <a:pt x="981" y="948"/>
                  </a:cubicBezTo>
                  <a:cubicBezTo>
                    <a:pt x="1020" y="933"/>
                    <a:pt x="1078" y="860"/>
                    <a:pt x="1121" y="860"/>
                  </a:cubicBezTo>
                  <a:cubicBezTo>
                    <a:pt x="1123" y="860"/>
                    <a:pt x="1124" y="860"/>
                    <a:pt x="1125" y="860"/>
                  </a:cubicBezTo>
                  <a:cubicBezTo>
                    <a:pt x="1169" y="868"/>
                    <a:pt x="1189" y="952"/>
                    <a:pt x="1197" y="996"/>
                  </a:cubicBezTo>
                  <a:cubicBezTo>
                    <a:pt x="1213" y="1032"/>
                    <a:pt x="1229" y="1076"/>
                    <a:pt x="1237" y="1116"/>
                  </a:cubicBezTo>
                  <a:cubicBezTo>
                    <a:pt x="1237" y="1180"/>
                    <a:pt x="1213" y="1236"/>
                    <a:pt x="1173" y="1280"/>
                  </a:cubicBezTo>
                  <a:cubicBezTo>
                    <a:pt x="1149" y="1304"/>
                    <a:pt x="1117" y="1312"/>
                    <a:pt x="1097" y="1340"/>
                  </a:cubicBezTo>
                  <a:cubicBezTo>
                    <a:pt x="1073" y="1372"/>
                    <a:pt x="1113" y="1428"/>
                    <a:pt x="1089" y="1464"/>
                  </a:cubicBezTo>
                  <a:cubicBezTo>
                    <a:pt x="1033" y="1552"/>
                    <a:pt x="1056" y="1590"/>
                    <a:pt x="1031" y="1628"/>
                  </a:cubicBezTo>
                  <a:lnTo>
                    <a:pt x="1031" y="1628"/>
                  </a:lnTo>
                  <a:cubicBezTo>
                    <a:pt x="1114" y="1537"/>
                    <a:pt x="1224" y="1475"/>
                    <a:pt x="1345" y="1456"/>
                  </a:cubicBezTo>
                  <a:cubicBezTo>
                    <a:pt x="1398" y="1448"/>
                    <a:pt x="1452" y="1444"/>
                    <a:pt x="1506" y="1444"/>
                  </a:cubicBezTo>
                  <a:cubicBezTo>
                    <a:pt x="1582" y="1444"/>
                    <a:pt x="1658" y="1452"/>
                    <a:pt x="1733" y="1468"/>
                  </a:cubicBezTo>
                  <a:cubicBezTo>
                    <a:pt x="1765" y="1476"/>
                    <a:pt x="1797" y="1480"/>
                    <a:pt x="1833" y="1480"/>
                  </a:cubicBezTo>
                  <a:cubicBezTo>
                    <a:pt x="1885" y="1472"/>
                    <a:pt x="1933" y="1456"/>
                    <a:pt x="1977" y="1424"/>
                  </a:cubicBezTo>
                  <a:cubicBezTo>
                    <a:pt x="2265" y="1260"/>
                    <a:pt x="2577" y="1064"/>
                    <a:pt x="2677" y="748"/>
                  </a:cubicBezTo>
                  <a:lnTo>
                    <a:pt x="2685" y="736"/>
                  </a:lnTo>
                  <a:lnTo>
                    <a:pt x="2685" y="736"/>
                  </a:lnTo>
                  <a:cubicBezTo>
                    <a:pt x="2561" y="912"/>
                    <a:pt x="2413" y="1064"/>
                    <a:pt x="2241" y="1188"/>
                  </a:cubicBezTo>
                  <a:cubicBezTo>
                    <a:pt x="2188" y="1225"/>
                    <a:pt x="2127" y="1261"/>
                    <a:pt x="2064" y="1261"/>
                  </a:cubicBezTo>
                  <a:cubicBezTo>
                    <a:pt x="2051" y="1261"/>
                    <a:pt x="2038" y="1260"/>
                    <a:pt x="2025" y="1256"/>
                  </a:cubicBezTo>
                  <a:cubicBezTo>
                    <a:pt x="1917" y="1224"/>
                    <a:pt x="1885" y="1088"/>
                    <a:pt x="1877" y="976"/>
                  </a:cubicBezTo>
                  <a:cubicBezTo>
                    <a:pt x="1877" y="1056"/>
                    <a:pt x="1809" y="1116"/>
                    <a:pt x="1749" y="1160"/>
                  </a:cubicBezTo>
                  <a:cubicBezTo>
                    <a:pt x="1729" y="1184"/>
                    <a:pt x="1701" y="1196"/>
                    <a:pt x="1669" y="1200"/>
                  </a:cubicBezTo>
                  <a:cubicBezTo>
                    <a:pt x="1641" y="1200"/>
                    <a:pt x="1609" y="1176"/>
                    <a:pt x="1613" y="1148"/>
                  </a:cubicBezTo>
                  <a:lnTo>
                    <a:pt x="1613" y="1148"/>
                  </a:lnTo>
                  <a:cubicBezTo>
                    <a:pt x="1594" y="1174"/>
                    <a:pt x="1568" y="1185"/>
                    <a:pt x="1542" y="1185"/>
                  </a:cubicBezTo>
                  <a:cubicBezTo>
                    <a:pt x="1486" y="1185"/>
                    <a:pt x="1431" y="1133"/>
                    <a:pt x="1453" y="1064"/>
                  </a:cubicBezTo>
                  <a:lnTo>
                    <a:pt x="1453" y="1064"/>
                  </a:lnTo>
                  <a:lnTo>
                    <a:pt x="1361" y="1084"/>
                  </a:lnTo>
                  <a:cubicBezTo>
                    <a:pt x="1257" y="904"/>
                    <a:pt x="1249" y="680"/>
                    <a:pt x="1341" y="492"/>
                  </a:cubicBezTo>
                  <a:lnTo>
                    <a:pt x="1341" y="492"/>
                  </a:lnTo>
                  <a:lnTo>
                    <a:pt x="1205" y="692"/>
                  </a:lnTo>
                  <a:cubicBezTo>
                    <a:pt x="1117" y="812"/>
                    <a:pt x="1013" y="948"/>
                    <a:pt x="861" y="960"/>
                  </a:cubicBezTo>
                  <a:cubicBezTo>
                    <a:pt x="805" y="912"/>
                    <a:pt x="857" y="824"/>
                    <a:pt x="885" y="756"/>
                  </a:cubicBezTo>
                  <a:cubicBezTo>
                    <a:pt x="945" y="620"/>
                    <a:pt x="909" y="456"/>
                    <a:pt x="957" y="320"/>
                  </a:cubicBezTo>
                  <a:cubicBezTo>
                    <a:pt x="989" y="244"/>
                    <a:pt x="1029" y="172"/>
                    <a:pt x="1085" y="112"/>
                  </a:cubicBezTo>
                  <a:lnTo>
                    <a:pt x="1085" y="112"/>
                  </a:lnTo>
                  <a:cubicBezTo>
                    <a:pt x="945" y="260"/>
                    <a:pt x="821" y="420"/>
                    <a:pt x="713" y="592"/>
                  </a:cubicBezTo>
                  <a:cubicBezTo>
                    <a:pt x="657" y="688"/>
                    <a:pt x="609" y="792"/>
                    <a:pt x="517" y="848"/>
                  </a:cubicBezTo>
                  <a:cubicBezTo>
                    <a:pt x="469" y="680"/>
                    <a:pt x="437" y="512"/>
                    <a:pt x="417" y="336"/>
                  </a:cubicBezTo>
                  <a:cubicBezTo>
                    <a:pt x="385" y="348"/>
                    <a:pt x="365" y="376"/>
                    <a:pt x="361" y="408"/>
                  </a:cubicBezTo>
                  <a:cubicBezTo>
                    <a:pt x="261" y="296"/>
                    <a:pt x="213" y="148"/>
                    <a:pt x="229" y="0"/>
                  </a:cubicBezTo>
                  <a:close/>
                  <a:moveTo>
                    <a:pt x="1031" y="1628"/>
                  </a:moveTo>
                  <a:cubicBezTo>
                    <a:pt x="1026" y="1633"/>
                    <a:pt x="1022" y="1639"/>
                    <a:pt x="1017" y="1644"/>
                  </a:cubicBezTo>
                  <a:cubicBezTo>
                    <a:pt x="1023" y="1639"/>
                    <a:pt x="1028" y="1633"/>
                    <a:pt x="1031" y="16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65"/>
            <p:cNvSpPr/>
            <p:nvPr/>
          </p:nvSpPr>
          <p:spPr>
            <a:xfrm flipH="1">
              <a:off x="6445557" y="1516764"/>
              <a:ext cx="132468" cy="151834"/>
            </a:xfrm>
            <a:custGeom>
              <a:avLst/>
              <a:gdLst/>
              <a:ahLst/>
              <a:cxnLst/>
              <a:rect l="l" t="t" r="r" b="b"/>
              <a:pathLst>
                <a:path w="985" h="1129" extrusionOk="0">
                  <a:moveTo>
                    <a:pt x="353" y="0"/>
                  </a:moveTo>
                  <a:cubicBezTo>
                    <a:pt x="253" y="52"/>
                    <a:pt x="165" y="124"/>
                    <a:pt x="81" y="204"/>
                  </a:cubicBezTo>
                  <a:cubicBezTo>
                    <a:pt x="61" y="224"/>
                    <a:pt x="41" y="248"/>
                    <a:pt x="29" y="276"/>
                  </a:cubicBezTo>
                  <a:cubicBezTo>
                    <a:pt x="5" y="336"/>
                    <a:pt x="1" y="404"/>
                    <a:pt x="17" y="468"/>
                  </a:cubicBezTo>
                  <a:cubicBezTo>
                    <a:pt x="29" y="544"/>
                    <a:pt x="41" y="620"/>
                    <a:pt x="49" y="692"/>
                  </a:cubicBezTo>
                  <a:cubicBezTo>
                    <a:pt x="57" y="768"/>
                    <a:pt x="73" y="840"/>
                    <a:pt x="97" y="908"/>
                  </a:cubicBezTo>
                  <a:cubicBezTo>
                    <a:pt x="113" y="948"/>
                    <a:pt x="125" y="988"/>
                    <a:pt x="129" y="1028"/>
                  </a:cubicBezTo>
                  <a:cubicBezTo>
                    <a:pt x="133" y="1072"/>
                    <a:pt x="109" y="1112"/>
                    <a:pt x="73" y="1128"/>
                  </a:cubicBezTo>
                  <a:lnTo>
                    <a:pt x="85" y="1128"/>
                  </a:lnTo>
                  <a:lnTo>
                    <a:pt x="265" y="1016"/>
                  </a:lnTo>
                  <a:cubicBezTo>
                    <a:pt x="313" y="988"/>
                    <a:pt x="365" y="960"/>
                    <a:pt x="413" y="936"/>
                  </a:cubicBezTo>
                  <a:cubicBezTo>
                    <a:pt x="605" y="844"/>
                    <a:pt x="845" y="824"/>
                    <a:pt x="973" y="656"/>
                  </a:cubicBezTo>
                  <a:cubicBezTo>
                    <a:pt x="981" y="648"/>
                    <a:pt x="985" y="636"/>
                    <a:pt x="985" y="620"/>
                  </a:cubicBezTo>
                  <a:cubicBezTo>
                    <a:pt x="981" y="603"/>
                    <a:pt x="968" y="588"/>
                    <a:pt x="948" y="588"/>
                  </a:cubicBezTo>
                  <a:cubicBezTo>
                    <a:pt x="946" y="588"/>
                    <a:pt x="943" y="588"/>
                    <a:pt x="941" y="588"/>
                  </a:cubicBezTo>
                  <a:cubicBezTo>
                    <a:pt x="921" y="592"/>
                    <a:pt x="901" y="600"/>
                    <a:pt x="885" y="612"/>
                  </a:cubicBezTo>
                  <a:cubicBezTo>
                    <a:pt x="773" y="676"/>
                    <a:pt x="657" y="724"/>
                    <a:pt x="537" y="756"/>
                  </a:cubicBezTo>
                  <a:cubicBezTo>
                    <a:pt x="409" y="792"/>
                    <a:pt x="273" y="812"/>
                    <a:pt x="177" y="904"/>
                  </a:cubicBezTo>
                  <a:cubicBezTo>
                    <a:pt x="173" y="756"/>
                    <a:pt x="217" y="612"/>
                    <a:pt x="305" y="496"/>
                  </a:cubicBezTo>
                  <a:cubicBezTo>
                    <a:pt x="357" y="428"/>
                    <a:pt x="425" y="360"/>
                    <a:pt x="449" y="276"/>
                  </a:cubicBezTo>
                  <a:cubicBezTo>
                    <a:pt x="481" y="172"/>
                    <a:pt x="441" y="60"/>
                    <a:pt x="353" y="0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65"/>
            <p:cNvSpPr/>
            <p:nvPr/>
          </p:nvSpPr>
          <p:spPr>
            <a:xfrm flipH="1">
              <a:off x="6308382" y="1218073"/>
              <a:ext cx="387989" cy="486029"/>
            </a:xfrm>
            <a:custGeom>
              <a:avLst/>
              <a:gdLst/>
              <a:ahLst/>
              <a:cxnLst/>
              <a:rect l="l" t="t" r="r" b="b"/>
              <a:pathLst>
                <a:path w="2885" h="3614" extrusionOk="0">
                  <a:moveTo>
                    <a:pt x="2109" y="89"/>
                  </a:moveTo>
                  <a:cubicBezTo>
                    <a:pt x="2141" y="89"/>
                    <a:pt x="2173" y="89"/>
                    <a:pt x="2201" y="97"/>
                  </a:cubicBezTo>
                  <a:cubicBezTo>
                    <a:pt x="2217" y="101"/>
                    <a:pt x="2229" y="105"/>
                    <a:pt x="2245" y="113"/>
                  </a:cubicBezTo>
                  <a:cubicBezTo>
                    <a:pt x="2257" y="117"/>
                    <a:pt x="2269" y="125"/>
                    <a:pt x="2281" y="133"/>
                  </a:cubicBezTo>
                  <a:cubicBezTo>
                    <a:pt x="2321" y="169"/>
                    <a:pt x="2353" y="213"/>
                    <a:pt x="2381" y="261"/>
                  </a:cubicBezTo>
                  <a:cubicBezTo>
                    <a:pt x="2405" y="305"/>
                    <a:pt x="2433" y="349"/>
                    <a:pt x="2461" y="389"/>
                  </a:cubicBezTo>
                  <a:cubicBezTo>
                    <a:pt x="2473" y="405"/>
                    <a:pt x="2481" y="421"/>
                    <a:pt x="2493" y="433"/>
                  </a:cubicBezTo>
                  <a:cubicBezTo>
                    <a:pt x="2433" y="421"/>
                    <a:pt x="2373" y="417"/>
                    <a:pt x="2313" y="417"/>
                  </a:cubicBezTo>
                  <a:cubicBezTo>
                    <a:pt x="2253" y="417"/>
                    <a:pt x="2181" y="417"/>
                    <a:pt x="2109" y="413"/>
                  </a:cubicBezTo>
                  <a:lnTo>
                    <a:pt x="2101" y="409"/>
                  </a:lnTo>
                  <a:cubicBezTo>
                    <a:pt x="2069" y="385"/>
                    <a:pt x="2029" y="361"/>
                    <a:pt x="1993" y="345"/>
                  </a:cubicBezTo>
                  <a:cubicBezTo>
                    <a:pt x="1933" y="313"/>
                    <a:pt x="1869" y="293"/>
                    <a:pt x="1805" y="277"/>
                  </a:cubicBezTo>
                  <a:cubicBezTo>
                    <a:pt x="1721" y="257"/>
                    <a:pt x="1633" y="249"/>
                    <a:pt x="1549" y="249"/>
                  </a:cubicBezTo>
                  <a:cubicBezTo>
                    <a:pt x="1530" y="248"/>
                    <a:pt x="1510" y="248"/>
                    <a:pt x="1490" y="248"/>
                  </a:cubicBezTo>
                  <a:cubicBezTo>
                    <a:pt x="1436" y="248"/>
                    <a:pt x="1382" y="251"/>
                    <a:pt x="1329" y="257"/>
                  </a:cubicBezTo>
                  <a:cubicBezTo>
                    <a:pt x="1349" y="233"/>
                    <a:pt x="1373" y="209"/>
                    <a:pt x="1401" y="193"/>
                  </a:cubicBezTo>
                  <a:cubicBezTo>
                    <a:pt x="1445" y="169"/>
                    <a:pt x="1489" y="157"/>
                    <a:pt x="1537" y="153"/>
                  </a:cubicBezTo>
                  <a:cubicBezTo>
                    <a:pt x="1597" y="145"/>
                    <a:pt x="1653" y="145"/>
                    <a:pt x="1713" y="145"/>
                  </a:cubicBezTo>
                  <a:cubicBezTo>
                    <a:pt x="1725" y="146"/>
                    <a:pt x="1737" y="146"/>
                    <a:pt x="1749" y="146"/>
                  </a:cubicBezTo>
                  <a:cubicBezTo>
                    <a:pt x="1805" y="146"/>
                    <a:pt x="1861" y="139"/>
                    <a:pt x="1917" y="129"/>
                  </a:cubicBezTo>
                  <a:cubicBezTo>
                    <a:pt x="1981" y="109"/>
                    <a:pt x="2045" y="97"/>
                    <a:pt x="2109" y="89"/>
                  </a:cubicBezTo>
                  <a:close/>
                  <a:moveTo>
                    <a:pt x="2569" y="541"/>
                  </a:moveTo>
                  <a:cubicBezTo>
                    <a:pt x="2581" y="553"/>
                    <a:pt x="2589" y="561"/>
                    <a:pt x="2597" y="569"/>
                  </a:cubicBezTo>
                  <a:lnTo>
                    <a:pt x="2557" y="569"/>
                  </a:lnTo>
                  <a:cubicBezTo>
                    <a:pt x="2565" y="561"/>
                    <a:pt x="2569" y="549"/>
                    <a:pt x="2569" y="541"/>
                  </a:cubicBezTo>
                  <a:close/>
                  <a:moveTo>
                    <a:pt x="2399" y="458"/>
                  </a:moveTo>
                  <a:cubicBezTo>
                    <a:pt x="2429" y="458"/>
                    <a:pt x="2459" y="459"/>
                    <a:pt x="2489" y="461"/>
                  </a:cubicBezTo>
                  <a:cubicBezTo>
                    <a:pt x="2497" y="465"/>
                    <a:pt x="2509" y="469"/>
                    <a:pt x="2517" y="473"/>
                  </a:cubicBezTo>
                  <a:cubicBezTo>
                    <a:pt x="2525" y="481"/>
                    <a:pt x="2529" y="493"/>
                    <a:pt x="2537" y="501"/>
                  </a:cubicBezTo>
                  <a:lnTo>
                    <a:pt x="2553" y="521"/>
                  </a:lnTo>
                  <a:cubicBezTo>
                    <a:pt x="2553" y="525"/>
                    <a:pt x="2553" y="529"/>
                    <a:pt x="2557" y="533"/>
                  </a:cubicBezTo>
                  <a:cubicBezTo>
                    <a:pt x="2557" y="545"/>
                    <a:pt x="2553" y="557"/>
                    <a:pt x="2545" y="565"/>
                  </a:cubicBezTo>
                  <a:cubicBezTo>
                    <a:pt x="2521" y="565"/>
                    <a:pt x="2493" y="565"/>
                    <a:pt x="2469" y="569"/>
                  </a:cubicBezTo>
                  <a:cubicBezTo>
                    <a:pt x="2377" y="581"/>
                    <a:pt x="2285" y="593"/>
                    <a:pt x="2197" y="613"/>
                  </a:cubicBezTo>
                  <a:cubicBezTo>
                    <a:pt x="2105" y="633"/>
                    <a:pt x="2017" y="661"/>
                    <a:pt x="1933" y="693"/>
                  </a:cubicBezTo>
                  <a:cubicBezTo>
                    <a:pt x="1761" y="757"/>
                    <a:pt x="1605" y="841"/>
                    <a:pt x="1457" y="949"/>
                  </a:cubicBezTo>
                  <a:cubicBezTo>
                    <a:pt x="1385" y="997"/>
                    <a:pt x="1321" y="1053"/>
                    <a:pt x="1257" y="1113"/>
                  </a:cubicBezTo>
                  <a:cubicBezTo>
                    <a:pt x="1197" y="1169"/>
                    <a:pt x="1145" y="1233"/>
                    <a:pt x="1093" y="1297"/>
                  </a:cubicBezTo>
                  <a:cubicBezTo>
                    <a:pt x="1001" y="1421"/>
                    <a:pt x="925" y="1553"/>
                    <a:pt x="869" y="1693"/>
                  </a:cubicBezTo>
                  <a:cubicBezTo>
                    <a:pt x="785" y="1901"/>
                    <a:pt x="745" y="2125"/>
                    <a:pt x="753" y="2353"/>
                  </a:cubicBezTo>
                  <a:cubicBezTo>
                    <a:pt x="753" y="2401"/>
                    <a:pt x="761" y="2445"/>
                    <a:pt x="765" y="2481"/>
                  </a:cubicBezTo>
                  <a:cubicBezTo>
                    <a:pt x="755" y="2499"/>
                    <a:pt x="745" y="2516"/>
                    <a:pt x="736" y="2533"/>
                  </a:cubicBezTo>
                  <a:lnTo>
                    <a:pt x="736" y="2533"/>
                  </a:lnTo>
                  <a:lnTo>
                    <a:pt x="717" y="2497"/>
                  </a:lnTo>
                  <a:cubicBezTo>
                    <a:pt x="705" y="2473"/>
                    <a:pt x="689" y="2437"/>
                    <a:pt x="665" y="2389"/>
                  </a:cubicBezTo>
                  <a:cubicBezTo>
                    <a:pt x="645" y="2333"/>
                    <a:pt x="625" y="2277"/>
                    <a:pt x="609" y="2217"/>
                  </a:cubicBezTo>
                  <a:cubicBezTo>
                    <a:pt x="585" y="2141"/>
                    <a:pt x="569" y="2065"/>
                    <a:pt x="561" y="1989"/>
                  </a:cubicBezTo>
                  <a:cubicBezTo>
                    <a:pt x="549" y="1897"/>
                    <a:pt x="545" y="1805"/>
                    <a:pt x="549" y="1713"/>
                  </a:cubicBezTo>
                  <a:cubicBezTo>
                    <a:pt x="557" y="1613"/>
                    <a:pt x="569" y="1513"/>
                    <a:pt x="597" y="1413"/>
                  </a:cubicBezTo>
                  <a:cubicBezTo>
                    <a:pt x="653" y="1197"/>
                    <a:pt x="757" y="997"/>
                    <a:pt x="909" y="829"/>
                  </a:cubicBezTo>
                  <a:cubicBezTo>
                    <a:pt x="945" y="785"/>
                    <a:pt x="989" y="749"/>
                    <a:pt x="1033" y="709"/>
                  </a:cubicBezTo>
                  <a:cubicBezTo>
                    <a:pt x="1077" y="677"/>
                    <a:pt x="1125" y="645"/>
                    <a:pt x="1173" y="613"/>
                  </a:cubicBezTo>
                  <a:cubicBezTo>
                    <a:pt x="1269" y="557"/>
                    <a:pt x="1373" y="517"/>
                    <a:pt x="1485" y="497"/>
                  </a:cubicBezTo>
                  <a:cubicBezTo>
                    <a:pt x="1568" y="481"/>
                    <a:pt x="1654" y="472"/>
                    <a:pt x="1741" y="472"/>
                  </a:cubicBezTo>
                  <a:cubicBezTo>
                    <a:pt x="1758" y="472"/>
                    <a:pt x="1776" y="473"/>
                    <a:pt x="1793" y="473"/>
                  </a:cubicBezTo>
                  <a:cubicBezTo>
                    <a:pt x="1893" y="473"/>
                    <a:pt x="1985" y="473"/>
                    <a:pt x="2073" y="469"/>
                  </a:cubicBezTo>
                  <a:cubicBezTo>
                    <a:pt x="2161" y="469"/>
                    <a:pt x="2241" y="465"/>
                    <a:pt x="2309" y="461"/>
                  </a:cubicBezTo>
                  <a:cubicBezTo>
                    <a:pt x="2339" y="459"/>
                    <a:pt x="2369" y="458"/>
                    <a:pt x="2399" y="458"/>
                  </a:cubicBezTo>
                  <a:close/>
                  <a:moveTo>
                    <a:pt x="1619" y="356"/>
                  </a:moveTo>
                  <a:cubicBezTo>
                    <a:pt x="1676" y="356"/>
                    <a:pt x="1732" y="359"/>
                    <a:pt x="1789" y="361"/>
                  </a:cubicBezTo>
                  <a:cubicBezTo>
                    <a:pt x="1853" y="369"/>
                    <a:pt x="1913" y="377"/>
                    <a:pt x="1973" y="393"/>
                  </a:cubicBezTo>
                  <a:cubicBezTo>
                    <a:pt x="1997" y="397"/>
                    <a:pt x="2017" y="405"/>
                    <a:pt x="2033" y="409"/>
                  </a:cubicBezTo>
                  <a:lnTo>
                    <a:pt x="1793" y="409"/>
                  </a:lnTo>
                  <a:cubicBezTo>
                    <a:pt x="1685" y="413"/>
                    <a:pt x="1581" y="429"/>
                    <a:pt x="1477" y="461"/>
                  </a:cubicBezTo>
                  <a:cubicBezTo>
                    <a:pt x="1253" y="529"/>
                    <a:pt x="1053" y="645"/>
                    <a:pt x="881" y="801"/>
                  </a:cubicBezTo>
                  <a:cubicBezTo>
                    <a:pt x="797" y="881"/>
                    <a:pt x="721" y="977"/>
                    <a:pt x="665" y="1077"/>
                  </a:cubicBezTo>
                  <a:cubicBezTo>
                    <a:pt x="605" y="1177"/>
                    <a:pt x="561" y="1285"/>
                    <a:pt x="529" y="1393"/>
                  </a:cubicBezTo>
                  <a:cubicBezTo>
                    <a:pt x="473" y="1589"/>
                    <a:pt x="465" y="1797"/>
                    <a:pt x="501" y="2001"/>
                  </a:cubicBezTo>
                  <a:cubicBezTo>
                    <a:pt x="529" y="2141"/>
                    <a:pt x="577" y="2277"/>
                    <a:pt x="645" y="2401"/>
                  </a:cubicBezTo>
                  <a:cubicBezTo>
                    <a:pt x="669" y="2449"/>
                    <a:pt x="689" y="2481"/>
                    <a:pt x="705" y="2501"/>
                  </a:cubicBezTo>
                  <a:lnTo>
                    <a:pt x="729" y="2537"/>
                  </a:lnTo>
                  <a:lnTo>
                    <a:pt x="736" y="2534"/>
                  </a:lnTo>
                  <a:lnTo>
                    <a:pt x="736" y="2534"/>
                  </a:lnTo>
                  <a:cubicBezTo>
                    <a:pt x="730" y="2544"/>
                    <a:pt x="725" y="2555"/>
                    <a:pt x="721" y="2565"/>
                  </a:cubicBezTo>
                  <a:cubicBezTo>
                    <a:pt x="693" y="2521"/>
                    <a:pt x="665" y="2477"/>
                    <a:pt x="637" y="2437"/>
                  </a:cubicBezTo>
                  <a:lnTo>
                    <a:pt x="641" y="2425"/>
                  </a:lnTo>
                  <a:cubicBezTo>
                    <a:pt x="633" y="2425"/>
                    <a:pt x="629" y="2421"/>
                    <a:pt x="621" y="2413"/>
                  </a:cubicBezTo>
                  <a:cubicBezTo>
                    <a:pt x="605" y="2389"/>
                    <a:pt x="593" y="2365"/>
                    <a:pt x="573" y="2341"/>
                  </a:cubicBezTo>
                  <a:cubicBezTo>
                    <a:pt x="545" y="2305"/>
                    <a:pt x="521" y="2269"/>
                    <a:pt x="493" y="2229"/>
                  </a:cubicBezTo>
                  <a:cubicBezTo>
                    <a:pt x="477" y="2201"/>
                    <a:pt x="465" y="2173"/>
                    <a:pt x="449" y="2141"/>
                  </a:cubicBezTo>
                  <a:cubicBezTo>
                    <a:pt x="433" y="2105"/>
                    <a:pt x="417" y="2073"/>
                    <a:pt x="401" y="2041"/>
                  </a:cubicBezTo>
                  <a:cubicBezTo>
                    <a:pt x="401" y="2021"/>
                    <a:pt x="393" y="2001"/>
                    <a:pt x="389" y="1981"/>
                  </a:cubicBezTo>
                  <a:cubicBezTo>
                    <a:pt x="377" y="1917"/>
                    <a:pt x="357" y="1849"/>
                    <a:pt x="341" y="1781"/>
                  </a:cubicBezTo>
                  <a:cubicBezTo>
                    <a:pt x="329" y="1741"/>
                    <a:pt x="325" y="1705"/>
                    <a:pt x="321" y="1669"/>
                  </a:cubicBezTo>
                  <a:cubicBezTo>
                    <a:pt x="321" y="1629"/>
                    <a:pt x="317" y="1589"/>
                    <a:pt x="317" y="1549"/>
                  </a:cubicBezTo>
                  <a:cubicBezTo>
                    <a:pt x="317" y="1509"/>
                    <a:pt x="321" y="1469"/>
                    <a:pt x="329" y="1429"/>
                  </a:cubicBezTo>
                  <a:cubicBezTo>
                    <a:pt x="337" y="1389"/>
                    <a:pt x="345" y="1353"/>
                    <a:pt x="361" y="1317"/>
                  </a:cubicBezTo>
                  <a:cubicBezTo>
                    <a:pt x="377" y="1281"/>
                    <a:pt x="393" y="1245"/>
                    <a:pt x="401" y="1213"/>
                  </a:cubicBezTo>
                  <a:cubicBezTo>
                    <a:pt x="413" y="1181"/>
                    <a:pt x="421" y="1149"/>
                    <a:pt x="433" y="1121"/>
                  </a:cubicBezTo>
                  <a:cubicBezTo>
                    <a:pt x="449" y="1061"/>
                    <a:pt x="461" y="1013"/>
                    <a:pt x="469" y="977"/>
                  </a:cubicBezTo>
                  <a:cubicBezTo>
                    <a:pt x="477" y="941"/>
                    <a:pt x="481" y="921"/>
                    <a:pt x="481" y="921"/>
                  </a:cubicBezTo>
                  <a:lnTo>
                    <a:pt x="473" y="917"/>
                  </a:lnTo>
                  <a:cubicBezTo>
                    <a:pt x="433" y="973"/>
                    <a:pt x="397" y="1037"/>
                    <a:pt x="373" y="1101"/>
                  </a:cubicBezTo>
                  <a:cubicBezTo>
                    <a:pt x="361" y="1133"/>
                    <a:pt x="353" y="1165"/>
                    <a:pt x="341" y="1197"/>
                  </a:cubicBezTo>
                  <a:cubicBezTo>
                    <a:pt x="333" y="1233"/>
                    <a:pt x="329" y="1269"/>
                    <a:pt x="325" y="1305"/>
                  </a:cubicBezTo>
                  <a:cubicBezTo>
                    <a:pt x="321" y="1345"/>
                    <a:pt x="313" y="1385"/>
                    <a:pt x="305" y="1425"/>
                  </a:cubicBezTo>
                  <a:cubicBezTo>
                    <a:pt x="297" y="1465"/>
                    <a:pt x="285" y="1505"/>
                    <a:pt x="277" y="1545"/>
                  </a:cubicBezTo>
                  <a:cubicBezTo>
                    <a:pt x="265" y="1585"/>
                    <a:pt x="261" y="1629"/>
                    <a:pt x="257" y="1669"/>
                  </a:cubicBezTo>
                  <a:cubicBezTo>
                    <a:pt x="257" y="1705"/>
                    <a:pt x="261" y="1737"/>
                    <a:pt x="265" y="1773"/>
                  </a:cubicBezTo>
                  <a:cubicBezTo>
                    <a:pt x="245" y="1737"/>
                    <a:pt x="229" y="1697"/>
                    <a:pt x="213" y="1657"/>
                  </a:cubicBezTo>
                  <a:cubicBezTo>
                    <a:pt x="173" y="1565"/>
                    <a:pt x="145" y="1469"/>
                    <a:pt x="137" y="1365"/>
                  </a:cubicBezTo>
                  <a:cubicBezTo>
                    <a:pt x="129" y="1257"/>
                    <a:pt x="141" y="1149"/>
                    <a:pt x="173" y="1045"/>
                  </a:cubicBezTo>
                  <a:cubicBezTo>
                    <a:pt x="205" y="933"/>
                    <a:pt x="253" y="829"/>
                    <a:pt x="321" y="733"/>
                  </a:cubicBezTo>
                  <a:cubicBezTo>
                    <a:pt x="393" y="637"/>
                    <a:pt x="493" y="561"/>
                    <a:pt x="605" y="517"/>
                  </a:cubicBezTo>
                  <a:cubicBezTo>
                    <a:pt x="717" y="477"/>
                    <a:pt x="829" y="449"/>
                    <a:pt x="945" y="437"/>
                  </a:cubicBezTo>
                  <a:lnTo>
                    <a:pt x="1265" y="385"/>
                  </a:lnTo>
                  <a:cubicBezTo>
                    <a:pt x="1365" y="373"/>
                    <a:pt x="1461" y="361"/>
                    <a:pt x="1549" y="357"/>
                  </a:cubicBezTo>
                  <a:cubicBezTo>
                    <a:pt x="1572" y="356"/>
                    <a:pt x="1596" y="356"/>
                    <a:pt x="1619" y="356"/>
                  </a:cubicBezTo>
                  <a:close/>
                  <a:moveTo>
                    <a:pt x="2590" y="633"/>
                  </a:moveTo>
                  <a:cubicBezTo>
                    <a:pt x="2637" y="633"/>
                    <a:pt x="2681" y="642"/>
                    <a:pt x="2717" y="669"/>
                  </a:cubicBezTo>
                  <a:cubicBezTo>
                    <a:pt x="2749" y="689"/>
                    <a:pt x="2769" y="725"/>
                    <a:pt x="2777" y="761"/>
                  </a:cubicBezTo>
                  <a:cubicBezTo>
                    <a:pt x="2773" y="801"/>
                    <a:pt x="2761" y="841"/>
                    <a:pt x="2733" y="869"/>
                  </a:cubicBezTo>
                  <a:cubicBezTo>
                    <a:pt x="2705" y="909"/>
                    <a:pt x="2681" y="949"/>
                    <a:pt x="2665" y="993"/>
                  </a:cubicBezTo>
                  <a:cubicBezTo>
                    <a:pt x="2657" y="1041"/>
                    <a:pt x="2657" y="1089"/>
                    <a:pt x="2669" y="1133"/>
                  </a:cubicBezTo>
                  <a:cubicBezTo>
                    <a:pt x="2689" y="1217"/>
                    <a:pt x="2705" y="1305"/>
                    <a:pt x="2721" y="1385"/>
                  </a:cubicBezTo>
                  <a:cubicBezTo>
                    <a:pt x="2753" y="1541"/>
                    <a:pt x="2761" y="1697"/>
                    <a:pt x="2745" y="1853"/>
                  </a:cubicBezTo>
                  <a:cubicBezTo>
                    <a:pt x="2729" y="1989"/>
                    <a:pt x="2677" y="2117"/>
                    <a:pt x="2597" y="2225"/>
                  </a:cubicBezTo>
                  <a:cubicBezTo>
                    <a:pt x="2525" y="2321"/>
                    <a:pt x="2441" y="2405"/>
                    <a:pt x="2349" y="2481"/>
                  </a:cubicBezTo>
                  <a:cubicBezTo>
                    <a:pt x="2265" y="2549"/>
                    <a:pt x="2189" y="2605"/>
                    <a:pt x="2125" y="2649"/>
                  </a:cubicBezTo>
                  <a:cubicBezTo>
                    <a:pt x="2081" y="2681"/>
                    <a:pt x="2045" y="2705"/>
                    <a:pt x="2013" y="2725"/>
                  </a:cubicBezTo>
                  <a:lnTo>
                    <a:pt x="2013" y="2721"/>
                  </a:lnTo>
                  <a:cubicBezTo>
                    <a:pt x="2005" y="2693"/>
                    <a:pt x="1989" y="2673"/>
                    <a:pt x="1965" y="2657"/>
                  </a:cubicBezTo>
                  <a:cubicBezTo>
                    <a:pt x="1949" y="2649"/>
                    <a:pt x="1933" y="2641"/>
                    <a:pt x="1913" y="2637"/>
                  </a:cubicBezTo>
                  <a:cubicBezTo>
                    <a:pt x="1892" y="2632"/>
                    <a:pt x="1872" y="2628"/>
                    <a:pt x="1851" y="2628"/>
                  </a:cubicBezTo>
                  <a:cubicBezTo>
                    <a:pt x="1844" y="2628"/>
                    <a:pt x="1836" y="2628"/>
                    <a:pt x="1829" y="2629"/>
                  </a:cubicBezTo>
                  <a:lnTo>
                    <a:pt x="1757" y="2629"/>
                  </a:lnTo>
                  <a:cubicBezTo>
                    <a:pt x="1801" y="2601"/>
                    <a:pt x="1845" y="2569"/>
                    <a:pt x="1885" y="2529"/>
                  </a:cubicBezTo>
                  <a:cubicBezTo>
                    <a:pt x="1917" y="2497"/>
                    <a:pt x="1945" y="2461"/>
                    <a:pt x="1965" y="2421"/>
                  </a:cubicBezTo>
                  <a:cubicBezTo>
                    <a:pt x="1989" y="2377"/>
                    <a:pt x="2005" y="2325"/>
                    <a:pt x="2013" y="2277"/>
                  </a:cubicBezTo>
                  <a:cubicBezTo>
                    <a:pt x="2025" y="2169"/>
                    <a:pt x="2013" y="2069"/>
                    <a:pt x="2021" y="1965"/>
                  </a:cubicBezTo>
                  <a:cubicBezTo>
                    <a:pt x="2029" y="1861"/>
                    <a:pt x="2061" y="1765"/>
                    <a:pt x="2121" y="1681"/>
                  </a:cubicBezTo>
                  <a:cubicBezTo>
                    <a:pt x="2149" y="1641"/>
                    <a:pt x="2181" y="1605"/>
                    <a:pt x="2205" y="1569"/>
                  </a:cubicBezTo>
                  <a:cubicBezTo>
                    <a:pt x="2233" y="1537"/>
                    <a:pt x="2261" y="1505"/>
                    <a:pt x="2289" y="1477"/>
                  </a:cubicBezTo>
                  <a:cubicBezTo>
                    <a:pt x="2313" y="1449"/>
                    <a:pt x="2337" y="1425"/>
                    <a:pt x="2361" y="1401"/>
                  </a:cubicBezTo>
                  <a:cubicBezTo>
                    <a:pt x="2385" y="1381"/>
                    <a:pt x="2405" y="1361"/>
                    <a:pt x="2421" y="1349"/>
                  </a:cubicBezTo>
                  <a:cubicBezTo>
                    <a:pt x="2441" y="1333"/>
                    <a:pt x="2457" y="1321"/>
                    <a:pt x="2465" y="1313"/>
                  </a:cubicBezTo>
                  <a:lnTo>
                    <a:pt x="2481" y="1301"/>
                  </a:lnTo>
                  <a:lnTo>
                    <a:pt x="2477" y="1293"/>
                  </a:lnTo>
                  <a:cubicBezTo>
                    <a:pt x="2453" y="1301"/>
                    <a:pt x="2429" y="1313"/>
                    <a:pt x="2409" y="1321"/>
                  </a:cubicBezTo>
                  <a:cubicBezTo>
                    <a:pt x="2309" y="1373"/>
                    <a:pt x="2225" y="1445"/>
                    <a:pt x="2157" y="1533"/>
                  </a:cubicBezTo>
                  <a:cubicBezTo>
                    <a:pt x="2129" y="1573"/>
                    <a:pt x="2105" y="1617"/>
                    <a:pt x="2089" y="1661"/>
                  </a:cubicBezTo>
                  <a:cubicBezTo>
                    <a:pt x="2069" y="1709"/>
                    <a:pt x="2049" y="1757"/>
                    <a:pt x="2029" y="1805"/>
                  </a:cubicBezTo>
                  <a:cubicBezTo>
                    <a:pt x="2013" y="1853"/>
                    <a:pt x="1993" y="1905"/>
                    <a:pt x="1981" y="1957"/>
                  </a:cubicBezTo>
                  <a:cubicBezTo>
                    <a:pt x="1965" y="2009"/>
                    <a:pt x="1957" y="2065"/>
                    <a:pt x="1953" y="2117"/>
                  </a:cubicBezTo>
                  <a:cubicBezTo>
                    <a:pt x="1953" y="2169"/>
                    <a:pt x="1945" y="2217"/>
                    <a:pt x="1937" y="2269"/>
                  </a:cubicBezTo>
                  <a:cubicBezTo>
                    <a:pt x="1933" y="2309"/>
                    <a:pt x="1917" y="2353"/>
                    <a:pt x="1901" y="2393"/>
                  </a:cubicBezTo>
                  <a:cubicBezTo>
                    <a:pt x="1881" y="2429"/>
                    <a:pt x="1861" y="2461"/>
                    <a:pt x="1837" y="2493"/>
                  </a:cubicBezTo>
                  <a:cubicBezTo>
                    <a:pt x="1797" y="2541"/>
                    <a:pt x="1753" y="2585"/>
                    <a:pt x="1705" y="2629"/>
                  </a:cubicBezTo>
                  <a:lnTo>
                    <a:pt x="1697" y="2641"/>
                  </a:lnTo>
                  <a:lnTo>
                    <a:pt x="1677" y="2641"/>
                  </a:lnTo>
                  <a:cubicBezTo>
                    <a:pt x="1585" y="2657"/>
                    <a:pt x="1493" y="2681"/>
                    <a:pt x="1401" y="2717"/>
                  </a:cubicBezTo>
                  <a:cubicBezTo>
                    <a:pt x="1357" y="2729"/>
                    <a:pt x="1313" y="2749"/>
                    <a:pt x="1269" y="2769"/>
                  </a:cubicBezTo>
                  <a:cubicBezTo>
                    <a:pt x="1245" y="2781"/>
                    <a:pt x="1225" y="2793"/>
                    <a:pt x="1201" y="2805"/>
                  </a:cubicBezTo>
                  <a:cubicBezTo>
                    <a:pt x="1201" y="2797"/>
                    <a:pt x="1205" y="2785"/>
                    <a:pt x="1209" y="2777"/>
                  </a:cubicBezTo>
                  <a:cubicBezTo>
                    <a:pt x="1217" y="2745"/>
                    <a:pt x="1229" y="2713"/>
                    <a:pt x="1241" y="2681"/>
                  </a:cubicBezTo>
                  <a:cubicBezTo>
                    <a:pt x="1261" y="2633"/>
                    <a:pt x="1293" y="2593"/>
                    <a:pt x="1333" y="2561"/>
                  </a:cubicBezTo>
                  <a:cubicBezTo>
                    <a:pt x="1349" y="2549"/>
                    <a:pt x="1361" y="2529"/>
                    <a:pt x="1369" y="2513"/>
                  </a:cubicBezTo>
                  <a:cubicBezTo>
                    <a:pt x="1381" y="2477"/>
                    <a:pt x="1393" y="2441"/>
                    <a:pt x="1393" y="2401"/>
                  </a:cubicBezTo>
                  <a:cubicBezTo>
                    <a:pt x="1397" y="2365"/>
                    <a:pt x="1397" y="2329"/>
                    <a:pt x="1393" y="2293"/>
                  </a:cubicBezTo>
                  <a:cubicBezTo>
                    <a:pt x="1389" y="2253"/>
                    <a:pt x="1381" y="2217"/>
                    <a:pt x="1369" y="2181"/>
                  </a:cubicBezTo>
                  <a:cubicBezTo>
                    <a:pt x="1357" y="2153"/>
                    <a:pt x="1341" y="2125"/>
                    <a:pt x="1317" y="2105"/>
                  </a:cubicBezTo>
                  <a:lnTo>
                    <a:pt x="1317" y="2101"/>
                  </a:lnTo>
                  <a:cubicBezTo>
                    <a:pt x="1317" y="2089"/>
                    <a:pt x="1317" y="2077"/>
                    <a:pt x="1321" y="2069"/>
                  </a:cubicBezTo>
                  <a:cubicBezTo>
                    <a:pt x="1325" y="2049"/>
                    <a:pt x="1333" y="2033"/>
                    <a:pt x="1345" y="2017"/>
                  </a:cubicBezTo>
                  <a:lnTo>
                    <a:pt x="1385" y="1953"/>
                  </a:lnTo>
                  <a:cubicBezTo>
                    <a:pt x="1417" y="1897"/>
                    <a:pt x="1449" y="1837"/>
                    <a:pt x="1473" y="1781"/>
                  </a:cubicBezTo>
                  <a:lnTo>
                    <a:pt x="1517" y="1681"/>
                  </a:lnTo>
                  <a:cubicBezTo>
                    <a:pt x="1533" y="1645"/>
                    <a:pt x="1545" y="1609"/>
                    <a:pt x="1561" y="1577"/>
                  </a:cubicBezTo>
                  <a:cubicBezTo>
                    <a:pt x="1577" y="1545"/>
                    <a:pt x="1601" y="1517"/>
                    <a:pt x="1629" y="1493"/>
                  </a:cubicBezTo>
                  <a:cubicBezTo>
                    <a:pt x="1661" y="1473"/>
                    <a:pt x="1693" y="1453"/>
                    <a:pt x="1725" y="1441"/>
                  </a:cubicBezTo>
                  <a:cubicBezTo>
                    <a:pt x="1757" y="1425"/>
                    <a:pt x="1789" y="1413"/>
                    <a:pt x="1817" y="1397"/>
                  </a:cubicBezTo>
                  <a:cubicBezTo>
                    <a:pt x="1845" y="1381"/>
                    <a:pt x="1873" y="1365"/>
                    <a:pt x="1897" y="1349"/>
                  </a:cubicBezTo>
                  <a:lnTo>
                    <a:pt x="1961" y="1309"/>
                  </a:lnTo>
                  <a:cubicBezTo>
                    <a:pt x="1977" y="1301"/>
                    <a:pt x="1989" y="1297"/>
                    <a:pt x="2005" y="1293"/>
                  </a:cubicBezTo>
                  <a:cubicBezTo>
                    <a:pt x="2021" y="1293"/>
                    <a:pt x="2037" y="1305"/>
                    <a:pt x="2041" y="1317"/>
                  </a:cubicBezTo>
                  <a:lnTo>
                    <a:pt x="2049" y="1317"/>
                  </a:lnTo>
                  <a:cubicBezTo>
                    <a:pt x="2049" y="1313"/>
                    <a:pt x="2049" y="1305"/>
                    <a:pt x="2049" y="1301"/>
                  </a:cubicBezTo>
                  <a:cubicBezTo>
                    <a:pt x="2041" y="1285"/>
                    <a:pt x="2029" y="1273"/>
                    <a:pt x="2017" y="1269"/>
                  </a:cubicBezTo>
                  <a:cubicBezTo>
                    <a:pt x="2005" y="1265"/>
                    <a:pt x="1993" y="1263"/>
                    <a:pt x="1981" y="1263"/>
                  </a:cubicBezTo>
                  <a:cubicBezTo>
                    <a:pt x="1969" y="1263"/>
                    <a:pt x="1957" y="1265"/>
                    <a:pt x="1945" y="1269"/>
                  </a:cubicBezTo>
                  <a:cubicBezTo>
                    <a:pt x="1921" y="1277"/>
                    <a:pt x="1893" y="1285"/>
                    <a:pt x="1869" y="1297"/>
                  </a:cubicBezTo>
                  <a:cubicBezTo>
                    <a:pt x="1841" y="1313"/>
                    <a:pt x="1813" y="1329"/>
                    <a:pt x="1789" y="1345"/>
                  </a:cubicBezTo>
                  <a:cubicBezTo>
                    <a:pt x="1761" y="1365"/>
                    <a:pt x="1733" y="1385"/>
                    <a:pt x="1705" y="1409"/>
                  </a:cubicBezTo>
                  <a:cubicBezTo>
                    <a:pt x="1677" y="1433"/>
                    <a:pt x="1649" y="1453"/>
                    <a:pt x="1621" y="1477"/>
                  </a:cubicBezTo>
                  <a:cubicBezTo>
                    <a:pt x="1589" y="1501"/>
                    <a:pt x="1557" y="1525"/>
                    <a:pt x="1529" y="1557"/>
                  </a:cubicBezTo>
                  <a:cubicBezTo>
                    <a:pt x="1485" y="1617"/>
                    <a:pt x="1445" y="1681"/>
                    <a:pt x="1413" y="1749"/>
                  </a:cubicBezTo>
                  <a:cubicBezTo>
                    <a:pt x="1381" y="1805"/>
                    <a:pt x="1353" y="1865"/>
                    <a:pt x="1329" y="1925"/>
                  </a:cubicBezTo>
                  <a:cubicBezTo>
                    <a:pt x="1309" y="1969"/>
                    <a:pt x="1297" y="2017"/>
                    <a:pt x="1293" y="2065"/>
                  </a:cubicBezTo>
                  <a:cubicBezTo>
                    <a:pt x="1297" y="2077"/>
                    <a:pt x="1297" y="2085"/>
                    <a:pt x="1301" y="2093"/>
                  </a:cubicBezTo>
                  <a:cubicBezTo>
                    <a:pt x="1297" y="2093"/>
                    <a:pt x="1293" y="2089"/>
                    <a:pt x="1289" y="2085"/>
                  </a:cubicBezTo>
                  <a:cubicBezTo>
                    <a:pt x="1277" y="2081"/>
                    <a:pt x="1265" y="2077"/>
                    <a:pt x="1253" y="2077"/>
                  </a:cubicBezTo>
                  <a:cubicBezTo>
                    <a:pt x="1241" y="2077"/>
                    <a:pt x="1229" y="2077"/>
                    <a:pt x="1217" y="2081"/>
                  </a:cubicBezTo>
                  <a:cubicBezTo>
                    <a:pt x="1197" y="2085"/>
                    <a:pt x="1181" y="2093"/>
                    <a:pt x="1161" y="2105"/>
                  </a:cubicBezTo>
                  <a:cubicBezTo>
                    <a:pt x="1129" y="2121"/>
                    <a:pt x="1097" y="2141"/>
                    <a:pt x="1065" y="2165"/>
                  </a:cubicBezTo>
                  <a:cubicBezTo>
                    <a:pt x="1009" y="2209"/>
                    <a:pt x="953" y="2257"/>
                    <a:pt x="905" y="2309"/>
                  </a:cubicBezTo>
                  <a:cubicBezTo>
                    <a:pt x="877" y="2337"/>
                    <a:pt x="853" y="2365"/>
                    <a:pt x="833" y="2393"/>
                  </a:cubicBezTo>
                  <a:cubicBezTo>
                    <a:pt x="821" y="2405"/>
                    <a:pt x="813" y="2417"/>
                    <a:pt x="805" y="2429"/>
                  </a:cubicBezTo>
                  <a:cubicBezTo>
                    <a:pt x="805" y="2405"/>
                    <a:pt x="809" y="2381"/>
                    <a:pt x="809" y="2353"/>
                  </a:cubicBezTo>
                  <a:cubicBezTo>
                    <a:pt x="821" y="2261"/>
                    <a:pt x="837" y="2169"/>
                    <a:pt x="861" y="2077"/>
                  </a:cubicBezTo>
                  <a:cubicBezTo>
                    <a:pt x="889" y="1961"/>
                    <a:pt x="933" y="1849"/>
                    <a:pt x="985" y="1741"/>
                  </a:cubicBezTo>
                  <a:cubicBezTo>
                    <a:pt x="1045" y="1617"/>
                    <a:pt x="1121" y="1497"/>
                    <a:pt x="1209" y="1389"/>
                  </a:cubicBezTo>
                  <a:cubicBezTo>
                    <a:pt x="1309" y="1269"/>
                    <a:pt x="1421" y="1157"/>
                    <a:pt x="1545" y="1061"/>
                  </a:cubicBezTo>
                  <a:cubicBezTo>
                    <a:pt x="1677" y="957"/>
                    <a:pt x="1825" y="873"/>
                    <a:pt x="1977" y="805"/>
                  </a:cubicBezTo>
                  <a:cubicBezTo>
                    <a:pt x="2141" y="733"/>
                    <a:pt x="2309" y="681"/>
                    <a:pt x="2477" y="645"/>
                  </a:cubicBezTo>
                  <a:cubicBezTo>
                    <a:pt x="2515" y="638"/>
                    <a:pt x="2553" y="633"/>
                    <a:pt x="2590" y="633"/>
                  </a:cubicBezTo>
                  <a:close/>
                  <a:moveTo>
                    <a:pt x="1269" y="2141"/>
                  </a:moveTo>
                  <a:cubicBezTo>
                    <a:pt x="1293" y="2153"/>
                    <a:pt x="1309" y="2177"/>
                    <a:pt x="1321" y="2201"/>
                  </a:cubicBezTo>
                  <a:cubicBezTo>
                    <a:pt x="1333" y="2233"/>
                    <a:pt x="1345" y="2265"/>
                    <a:pt x="1349" y="2297"/>
                  </a:cubicBezTo>
                  <a:cubicBezTo>
                    <a:pt x="1353" y="2329"/>
                    <a:pt x="1357" y="2365"/>
                    <a:pt x="1353" y="2397"/>
                  </a:cubicBezTo>
                  <a:cubicBezTo>
                    <a:pt x="1353" y="2429"/>
                    <a:pt x="1345" y="2461"/>
                    <a:pt x="1333" y="2493"/>
                  </a:cubicBezTo>
                  <a:cubicBezTo>
                    <a:pt x="1329" y="2505"/>
                    <a:pt x="1317" y="2517"/>
                    <a:pt x="1309" y="2529"/>
                  </a:cubicBezTo>
                  <a:lnTo>
                    <a:pt x="1301" y="2533"/>
                  </a:lnTo>
                  <a:lnTo>
                    <a:pt x="1293" y="2541"/>
                  </a:lnTo>
                  <a:cubicBezTo>
                    <a:pt x="1285" y="2549"/>
                    <a:pt x="1277" y="2557"/>
                    <a:pt x="1269" y="2561"/>
                  </a:cubicBezTo>
                  <a:cubicBezTo>
                    <a:pt x="1245" y="2589"/>
                    <a:pt x="1225" y="2621"/>
                    <a:pt x="1209" y="2657"/>
                  </a:cubicBezTo>
                  <a:cubicBezTo>
                    <a:pt x="1177" y="2721"/>
                    <a:pt x="1153" y="2793"/>
                    <a:pt x="1141" y="2865"/>
                  </a:cubicBezTo>
                  <a:lnTo>
                    <a:pt x="1125" y="2945"/>
                  </a:lnTo>
                  <a:lnTo>
                    <a:pt x="1189" y="2889"/>
                  </a:lnTo>
                  <a:cubicBezTo>
                    <a:pt x="1225" y="2861"/>
                    <a:pt x="1261" y="2841"/>
                    <a:pt x="1305" y="2829"/>
                  </a:cubicBezTo>
                  <a:cubicBezTo>
                    <a:pt x="1345" y="2813"/>
                    <a:pt x="1389" y="2801"/>
                    <a:pt x="1433" y="2789"/>
                  </a:cubicBezTo>
                  <a:cubicBezTo>
                    <a:pt x="1521" y="2769"/>
                    <a:pt x="1609" y="2753"/>
                    <a:pt x="1701" y="2745"/>
                  </a:cubicBezTo>
                  <a:cubicBezTo>
                    <a:pt x="1732" y="2743"/>
                    <a:pt x="1763" y="2740"/>
                    <a:pt x="1793" y="2740"/>
                  </a:cubicBezTo>
                  <a:cubicBezTo>
                    <a:pt x="1805" y="2740"/>
                    <a:pt x="1817" y="2740"/>
                    <a:pt x="1829" y="2741"/>
                  </a:cubicBezTo>
                  <a:cubicBezTo>
                    <a:pt x="1849" y="2741"/>
                    <a:pt x="1869" y="2745"/>
                    <a:pt x="1885" y="2749"/>
                  </a:cubicBezTo>
                  <a:cubicBezTo>
                    <a:pt x="1889" y="2749"/>
                    <a:pt x="1893" y="2749"/>
                    <a:pt x="1897" y="2753"/>
                  </a:cubicBezTo>
                  <a:cubicBezTo>
                    <a:pt x="1897" y="2777"/>
                    <a:pt x="1885" y="2801"/>
                    <a:pt x="1869" y="2821"/>
                  </a:cubicBezTo>
                  <a:cubicBezTo>
                    <a:pt x="1845" y="2849"/>
                    <a:pt x="1813" y="2877"/>
                    <a:pt x="1781" y="2901"/>
                  </a:cubicBezTo>
                  <a:cubicBezTo>
                    <a:pt x="1705" y="2949"/>
                    <a:pt x="1629" y="2993"/>
                    <a:pt x="1545" y="3025"/>
                  </a:cubicBezTo>
                  <a:cubicBezTo>
                    <a:pt x="1505" y="3041"/>
                    <a:pt x="1461" y="3053"/>
                    <a:pt x="1417" y="3069"/>
                  </a:cubicBezTo>
                  <a:cubicBezTo>
                    <a:pt x="1397" y="3073"/>
                    <a:pt x="1373" y="3081"/>
                    <a:pt x="1349" y="3089"/>
                  </a:cubicBezTo>
                  <a:cubicBezTo>
                    <a:pt x="1325" y="3097"/>
                    <a:pt x="1301" y="3105"/>
                    <a:pt x="1277" y="3117"/>
                  </a:cubicBezTo>
                  <a:cubicBezTo>
                    <a:pt x="1233" y="3141"/>
                    <a:pt x="1189" y="3169"/>
                    <a:pt x="1157" y="3205"/>
                  </a:cubicBezTo>
                  <a:cubicBezTo>
                    <a:pt x="1121" y="3241"/>
                    <a:pt x="1089" y="3281"/>
                    <a:pt x="1065" y="3325"/>
                  </a:cubicBezTo>
                  <a:cubicBezTo>
                    <a:pt x="1021" y="3405"/>
                    <a:pt x="989" y="3493"/>
                    <a:pt x="977" y="3585"/>
                  </a:cubicBezTo>
                  <a:cubicBezTo>
                    <a:pt x="945" y="3573"/>
                    <a:pt x="921" y="3553"/>
                    <a:pt x="897" y="3529"/>
                  </a:cubicBezTo>
                  <a:cubicBezTo>
                    <a:pt x="873" y="3509"/>
                    <a:pt x="861" y="3477"/>
                    <a:pt x="869" y="3445"/>
                  </a:cubicBezTo>
                  <a:cubicBezTo>
                    <a:pt x="869" y="3437"/>
                    <a:pt x="873" y="3429"/>
                    <a:pt x="877" y="3421"/>
                  </a:cubicBezTo>
                  <a:lnTo>
                    <a:pt x="881" y="3409"/>
                  </a:lnTo>
                  <a:lnTo>
                    <a:pt x="885" y="3389"/>
                  </a:lnTo>
                  <a:cubicBezTo>
                    <a:pt x="889" y="3369"/>
                    <a:pt x="889" y="3345"/>
                    <a:pt x="885" y="3321"/>
                  </a:cubicBezTo>
                  <a:cubicBezTo>
                    <a:pt x="873" y="3281"/>
                    <a:pt x="857" y="3241"/>
                    <a:pt x="837" y="3209"/>
                  </a:cubicBezTo>
                  <a:cubicBezTo>
                    <a:pt x="793" y="3141"/>
                    <a:pt x="749" y="3081"/>
                    <a:pt x="709" y="3021"/>
                  </a:cubicBezTo>
                  <a:cubicBezTo>
                    <a:pt x="689" y="2989"/>
                    <a:pt x="669" y="2957"/>
                    <a:pt x="653" y="2925"/>
                  </a:cubicBezTo>
                  <a:cubicBezTo>
                    <a:pt x="645" y="2913"/>
                    <a:pt x="637" y="2897"/>
                    <a:pt x="633" y="2881"/>
                  </a:cubicBezTo>
                  <a:lnTo>
                    <a:pt x="621" y="2853"/>
                  </a:lnTo>
                  <a:lnTo>
                    <a:pt x="613" y="2829"/>
                  </a:lnTo>
                  <a:cubicBezTo>
                    <a:pt x="589" y="2753"/>
                    <a:pt x="561" y="2681"/>
                    <a:pt x="525" y="2613"/>
                  </a:cubicBezTo>
                  <a:cubicBezTo>
                    <a:pt x="489" y="2541"/>
                    <a:pt x="445" y="2469"/>
                    <a:pt x="393" y="2409"/>
                  </a:cubicBezTo>
                  <a:cubicBezTo>
                    <a:pt x="377" y="2393"/>
                    <a:pt x="365" y="2377"/>
                    <a:pt x="349" y="2365"/>
                  </a:cubicBezTo>
                  <a:cubicBezTo>
                    <a:pt x="333" y="2349"/>
                    <a:pt x="317" y="2333"/>
                    <a:pt x="297" y="2321"/>
                  </a:cubicBezTo>
                  <a:lnTo>
                    <a:pt x="293" y="2317"/>
                  </a:lnTo>
                  <a:lnTo>
                    <a:pt x="289" y="2313"/>
                  </a:lnTo>
                  <a:lnTo>
                    <a:pt x="285" y="2309"/>
                  </a:lnTo>
                  <a:cubicBezTo>
                    <a:pt x="277" y="2309"/>
                    <a:pt x="277" y="2305"/>
                    <a:pt x="277" y="2301"/>
                  </a:cubicBezTo>
                  <a:cubicBezTo>
                    <a:pt x="273" y="2293"/>
                    <a:pt x="269" y="2289"/>
                    <a:pt x="269" y="2281"/>
                  </a:cubicBezTo>
                  <a:cubicBezTo>
                    <a:pt x="269" y="2257"/>
                    <a:pt x="273" y="2233"/>
                    <a:pt x="285" y="2213"/>
                  </a:cubicBezTo>
                  <a:cubicBezTo>
                    <a:pt x="285" y="2209"/>
                    <a:pt x="285" y="2209"/>
                    <a:pt x="289" y="2205"/>
                  </a:cubicBezTo>
                  <a:cubicBezTo>
                    <a:pt x="309" y="2225"/>
                    <a:pt x="329" y="2249"/>
                    <a:pt x="349" y="2273"/>
                  </a:cubicBezTo>
                  <a:cubicBezTo>
                    <a:pt x="389" y="2325"/>
                    <a:pt x="425" y="2373"/>
                    <a:pt x="465" y="2425"/>
                  </a:cubicBezTo>
                  <a:cubicBezTo>
                    <a:pt x="541" y="2529"/>
                    <a:pt x="617" y="2633"/>
                    <a:pt x="685" y="2741"/>
                  </a:cubicBezTo>
                  <a:lnTo>
                    <a:pt x="777" y="2877"/>
                  </a:lnTo>
                  <a:lnTo>
                    <a:pt x="801" y="2713"/>
                  </a:lnTo>
                  <a:cubicBezTo>
                    <a:pt x="805" y="2685"/>
                    <a:pt x="813" y="2657"/>
                    <a:pt x="821" y="2629"/>
                  </a:cubicBezTo>
                  <a:cubicBezTo>
                    <a:pt x="833" y="2601"/>
                    <a:pt x="849" y="2569"/>
                    <a:pt x="865" y="2541"/>
                  </a:cubicBezTo>
                  <a:cubicBezTo>
                    <a:pt x="897" y="2485"/>
                    <a:pt x="937" y="2429"/>
                    <a:pt x="981" y="2377"/>
                  </a:cubicBezTo>
                  <a:cubicBezTo>
                    <a:pt x="1021" y="2321"/>
                    <a:pt x="1069" y="2273"/>
                    <a:pt x="1117" y="2225"/>
                  </a:cubicBezTo>
                  <a:cubicBezTo>
                    <a:pt x="1141" y="2201"/>
                    <a:pt x="1169" y="2181"/>
                    <a:pt x="1197" y="2165"/>
                  </a:cubicBezTo>
                  <a:cubicBezTo>
                    <a:pt x="1209" y="2157"/>
                    <a:pt x="1221" y="2149"/>
                    <a:pt x="1237" y="2145"/>
                  </a:cubicBezTo>
                  <a:cubicBezTo>
                    <a:pt x="1241" y="2141"/>
                    <a:pt x="1249" y="2141"/>
                    <a:pt x="1253" y="2141"/>
                  </a:cubicBezTo>
                  <a:close/>
                  <a:moveTo>
                    <a:pt x="1596" y="1"/>
                  </a:moveTo>
                  <a:cubicBezTo>
                    <a:pt x="1569" y="1"/>
                    <a:pt x="1543" y="2"/>
                    <a:pt x="1517" y="5"/>
                  </a:cubicBezTo>
                  <a:cubicBezTo>
                    <a:pt x="1449" y="13"/>
                    <a:pt x="1381" y="45"/>
                    <a:pt x="1325" y="89"/>
                  </a:cubicBezTo>
                  <a:cubicBezTo>
                    <a:pt x="1301" y="113"/>
                    <a:pt x="1277" y="137"/>
                    <a:pt x="1261" y="169"/>
                  </a:cubicBezTo>
                  <a:cubicBezTo>
                    <a:pt x="1249" y="193"/>
                    <a:pt x="1237" y="217"/>
                    <a:pt x="1229" y="237"/>
                  </a:cubicBezTo>
                  <a:cubicBezTo>
                    <a:pt x="1225" y="245"/>
                    <a:pt x="1221" y="257"/>
                    <a:pt x="1213" y="265"/>
                  </a:cubicBezTo>
                  <a:cubicBezTo>
                    <a:pt x="1209" y="269"/>
                    <a:pt x="1209" y="269"/>
                    <a:pt x="1205" y="269"/>
                  </a:cubicBezTo>
                  <a:lnTo>
                    <a:pt x="1197" y="277"/>
                  </a:lnTo>
                  <a:cubicBezTo>
                    <a:pt x="1105" y="293"/>
                    <a:pt x="1013" y="317"/>
                    <a:pt x="921" y="349"/>
                  </a:cubicBezTo>
                  <a:cubicBezTo>
                    <a:pt x="809" y="385"/>
                    <a:pt x="697" y="429"/>
                    <a:pt x="589" y="477"/>
                  </a:cubicBezTo>
                  <a:cubicBezTo>
                    <a:pt x="477" y="529"/>
                    <a:pt x="373" y="601"/>
                    <a:pt x="285" y="689"/>
                  </a:cubicBezTo>
                  <a:cubicBezTo>
                    <a:pt x="193" y="781"/>
                    <a:pt x="121" y="885"/>
                    <a:pt x="73" y="1005"/>
                  </a:cubicBezTo>
                  <a:cubicBezTo>
                    <a:pt x="25" y="1121"/>
                    <a:pt x="1" y="1245"/>
                    <a:pt x="5" y="1373"/>
                  </a:cubicBezTo>
                  <a:cubicBezTo>
                    <a:pt x="9" y="1493"/>
                    <a:pt x="37" y="1609"/>
                    <a:pt x="89" y="1717"/>
                  </a:cubicBezTo>
                  <a:cubicBezTo>
                    <a:pt x="129" y="1805"/>
                    <a:pt x="181" y="1893"/>
                    <a:pt x="237" y="1977"/>
                  </a:cubicBezTo>
                  <a:lnTo>
                    <a:pt x="249" y="1993"/>
                  </a:lnTo>
                  <a:lnTo>
                    <a:pt x="213" y="2045"/>
                  </a:lnTo>
                  <a:cubicBezTo>
                    <a:pt x="185" y="2081"/>
                    <a:pt x="165" y="2117"/>
                    <a:pt x="149" y="2161"/>
                  </a:cubicBezTo>
                  <a:cubicBezTo>
                    <a:pt x="125" y="2205"/>
                    <a:pt x="117" y="2257"/>
                    <a:pt x="121" y="2305"/>
                  </a:cubicBezTo>
                  <a:cubicBezTo>
                    <a:pt x="125" y="2337"/>
                    <a:pt x="137" y="2365"/>
                    <a:pt x="153" y="2389"/>
                  </a:cubicBezTo>
                  <a:cubicBezTo>
                    <a:pt x="161" y="2405"/>
                    <a:pt x="173" y="2413"/>
                    <a:pt x="185" y="2425"/>
                  </a:cubicBezTo>
                  <a:lnTo>
                    <a:pt x="201" y="2437"/>
                  </a:lnTo>
                  <a:lnTo>
                    <a:pt x="205" y="2445"/>
                  </a:lnTo>
                  <a:lnTo>
                    <a:pt x="213" y="2449"/>
                  </a:lnTo>
                  <a:cubicBezTo>
                    <a:pt x="225" y="2457"/>
                    <a:pt x="237" y="2465"/>
                    <a:pt x="249" y="2477"/>
                  </a:cubicBezTo>
                  <a:cubicBezTo>
                    <a:pt x="261" y="2489"/>
                    <a:pt x="273" y="2501"/>
                    <a:pt x="285" y="2513"/>
                  </a:cubicBezTo>
                  <a:cubicBezTo>
                    <a:pt x="377" y="2621"/>
                    <a:pt x="453" y="2745"/>
                    <a:pt x="505" y="2881"/>
                  </a:cubicBezTo>
                  <a:lnTo>
                    <a:pt x="517" y="2909"/>
                  </a:lnTo>
                  <a:lnTo>
                    <a:pt x="525" y="2933"/>
                  </a:lnTo>
                  <a:cubicBezTo>
                    <a:pt x="533" y="2949"/>
                    <a:pt x="545" y="2969"/>
                    <a:pt x="557" y="2989"/>
                  </a:cubicBezTo>
                  <a:cubicBezTo>
                    <a:pt x="577" y="3021"/>
                    <a:pt x="601" y="3053"/>
                    <a:pt x="625" y="3085"/>
                  </a:cubicBezTo>
                  <a:cubicBezTo>
                    <a:pt x="677" y="3145"/>
                    <a:pt x="725" y="3201"/>
                    <a:pt x="769" y="3261"/>
                  </a:cubicBezTo>
                  <a:cubicBezTo>
                    <a:pt x="793" y="3285"/>
                    <a:pt x="809" y="3317"/>
                    <a:pt x="821" y="3349"/>
                  </a:cubicBezTo>
                  <a:cubicBezTo>
                    <a:pt x="825" y="3361"/>
                    <a:pt x="829" y="3377"/>
                    <a:pt x="825" y="3389"/>
                  </a:cubicBezTo>
                  <a:lnTo>
                    <a:pt x="825" y="3401"/>
                  </a:lnTo>
                  <a:lnTo>
                    <a:pt x="825" y="3409"/>
                  </a:lnTo>
                  <a:lnTo>
                    <a:pt x="825" y="3417"/>
                  </a:lnTo>
                  <a:cubicBezTo>
                    <a:pt x="825" y="3425"/>
                    <a:pt x="821" y="3437"/>
                    <a:pt x="821" y="3445"/>
                  </a:cubicBezTo>
                  <a:cubicBezTo>
                    <a:pt x="817" y="3493"/>
                    <a:pt x="837" y="3533"/>
                    <a:pt x="873" y="3561"/>
                  </a:cubicBezTo>
                  <a:cubicBezTo>
                    <a:pt x="905" y="3585"/>
                    <a:pt x="941" y="3605"/>
                    <a:pt x="981" y="3613"/>
                  </a:cubicBezTo>
                  <a:lnTo>
                    <a:pt x="989" y="3613"/>
                  </a:lnTo>
                  <a:lnTo>
                    <a:pt x="989" y="3605"/>
                  </a:lnTo>
                  <a:cubicBezTo>
                    <a:pt x="1017" y="3517"/>
                    <a:pt x="1057" y="3437"/>
                    <a:pt x="1113" y="3365"/>
                  </a:cubicBezTo>
                  <a:cubicBezTo>
                    <a:pt x="1141" y="3329"/>
                    <a:pt x="1169" y="3297"/>
                    <a:pt x="1205" y="3269"/>
                  </a:cubicBezTo>
                  <a:cubicBezTo>
                    <a:pt x="1237" y="3241"/>
                    <a:pt x="1273" y="3221"/>
                    <a:pt x="1313" y="3205"/>
                  </a:cubicBezTo>
                  <a:cubicBezTo>
                    <a:pt x="1333" y="3197"/>
                    <a:pt x="1353" y="3189"/>
                    <a:pt x="1373" y="3185"/>
                  </a:cubicBezTo>
                  <a:cubicBezTo>
                    <a:pt x="1393" y="3181"/>
                    <a:pt x="1417" y="3177"/>
                    <a:pt x="1441" y="3173"/>
                  </a:cubicBezTo>
                  <a:cubicBezTo>
                    <a:pt x="1489" y="3161"/>
                    <a:pt x="1533" y="3149"/>
                    <a:pt x="1581" y="3133"/>
                  </a:cubicBezTo>
                  <a:cubicBezTo>
                    <a:pt x="1673" y="3101"/>
                    <a:pt x="1765" y="3061"/>
                    <a:pt x="1845" y="3005"/>
                  </a:cubicBezTo>
                  <a:cubicBezTo>
                    <a:pt x="1889" y="2977"/>
                    <a:pt x="1929" y="2941"/>
                    <a:pt x="1965" y="2901"/>
                  </a:cubicBezTo>
                  <a:cubicBezTo>
                    <a:pt x="1997" y="2865"/>
                    <a:pt x="2017" y="2817"/>
                    <a:pt x="2017" y="2765"/>
                  </a:cubicBezTo>
                  <a:cubicBezTo>
                    <a:pt x="2053" y="2749"/>
                    <a:pt x="2101" y="2729"/>
                    <a:pt x="2157" y="2701"/>
                  </a:cubicBezTo>
                  <a:cubicBezTo>
                    <a:pt x="2245" y="2657"/>
                    <a:pt x="2329" y="2609"/>
                    <a:pt x="2409" y="2557"/>
                  </a:cubicBezTo>
                  <a:cubicBezTo>
                    <a:pt x="2517" y="2485"/>
                    <a:pt x="2613" y="2397"/>
                    <a:pt x="2693" y="2297"/>
                  </a:cubicBezTo>
                  <a:cubicBezTo>
                    <a:pt x="2793" y="2177"/>
                    <a:pt x="2853" y="2025"/>
                    <a:pt x="2869" y="1869"/>
                  </a:cubicBezTo>
                  <a:cubicBezTo>
                    <a:pt x="2885" y="1701"/>
                    <a:pt x="2841" y="1533"/>
                    <a:pt x="2793" y="1369"/>
                  </a:cubicBezTo>
                  <a:cubicBezTo>
                    <a:pt x="2769" y="1289"/>
                    <a:pt x="2741" y="1205"/>
                    <a:pt x="2721" y="1121"/>
                  </a:cubicBezTo>
                  <a:cubicBezTo>
                    <a:pt x="2705" y="1085"/>
                    <a:pt x="2701" y="1045"/>
                    <a:pt x="2709" y="1005"/>
                  </a:cubicBezTo>
                  <a:cubicBezTo>
                    <a:pt x="2721" y="965"/>
                    <a:pt x="2741" y="929"/>
                    <a:pt x="2769" y="897"/>
                  </a:cubicBezTo>
                  <a:cubicBezTo>
                    <a:pt x="2801" y="857"/>
                    <a:pt x="2821" y="809"/>
                    <a:pt x="2821" y="761"/>
                  </a:cubicBezTo>
                  <a:cubicBezTo>
                    <a:pt x="2821" y="709"/>
                    <a:pt x="2793" y="661"/>
                    <a:pt x="2753" y="629"/>
                  </a:cubicBezTo>
                  <a:cubicBezTo>
                    <a:pt x="2729" y="609"/>
                    <a:pt x="2705" y="597"/>
                    <a:pt x="2681" y="585"/>
                  </a:cubicBezTo>
                  <a:cubicBezTo>
                    <a:pt x="2673" y="573"/>
                    <a:pt x="2669" y="561"/>
                    <a:pt x="2661" y="545"/>
                  </a:cubicBezTo>
                  <a:lnTo>
                    <a:pt x="2621" y="453"/>
                  </a:lnTo>
                  <a:cubicBezTo>
                    <a:pt x="2605" y="417"/>
                    <a:pt x="2589" y="373"/>
                    <a:pt x="2565" y="329"/>
                  </a:cubicBezTo>
                  <a:cubicBezTo>
                    <a:pt x="2541" y="277"/>
                    <a:pt x="2513" y="229"/>
                    <a:pt x="2473" y="189"/>
                  </a:cubicBezTo>
                  <a:cubicBezTo>
                    <a:pt x="2425" y="141"/>
                    <a:pt x="2369" y="105"/>
                    <a:pt x="2309" y="85"/>
                  </a:cubicBezTo>
                  <a:cubicBezTo>
                    <a:pt x="2245" y="61"/>
                    <a:pt x="2177" y="45"/>
                    <a:pt x="2113" y="41"/>
                  </a:cubicBezTo>
                  <a:lnTo>
                    <a:pt x="1913" y="29"/>
                  </a:lnTo>
                  <a:cubicBezTo>
                    <a:pt x="1845" y="25"/>
                    <a:pt x="1789" y="21"/>
                    <a:pt x="1721" y="9"/>
                  </a:cubicBezTo>
                  <a:cubicBezTo>
                    <a:pt x="1681" y="4"/>
                    <a:pt x="1639" y="1"/>
                    <a:pt x="1596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65"/>
            <p:cNvSpPr/>
            <p:nvPr/>
          </p:nvSpPr>
          <p:spPr>
            <a:xfrm flipH="1">
              <a:off x="6276644" y="2021890"/>
              <a:ext cx="297615" cy="340651"/>
            </a:xfrm>
            <a:custGeom>
              <a:avLst/>
              <a:gdLst/>
              <a:ahLst/>
              <a:cxnLst/>
              <a:rect l="l" t="t" r="r" b="b"/>
              <a:pathLst>
                <a:path w="2213" h="2533" extrusionOk="0">
                  <a:moveTo>
                    <a:pt x="865" y="0"/>
                  </a:moveTo>
                  <a:cubicBezTo>
                    <a:pt x="842" y="0"/>
                    <a:pt x="820" y="3"/>
                    <a:pt x="797" y="9"/>
                  </a:cubicBezTo>
                  <a:cubicBezTo>
                    <a:pt x="733" y="21"/>
                    <a:pt x="681" y="61"/>
                    <a:pt x="649" y="117"/>
                  </a:cubicBezTo>
                  <a:cubicBezTo>
                    <a:pt x="621" y="169"/>
                    <a:pt x="601" y="221"/>
                    <a:pt x="581" y="273"/>
                  </a:cubicBezTo>
                  <a:cubicBezTo>
                    <a:pt x="529" y="369"/>
                    <a:pt x="461" y="453"/>
                    <a:pt x="381" y="525"/>
                  </a:cubicBezTo>
                  <a:cubicBezTo>
                    <a:pt x="301" y="597"/>
                    <a:pt x="225" y="681"/>
                    <a:pt x="161" y="769"/>
                  </a:cubicBezTo>
                  <a:cubicBezTo>
                    <a:pt x="93" y="853"/>
                    <a:pt x="45" y="957"/>
                    <a:pt x="25" y="1069"/>
                  </a:cubicBezTo>
                  <a:cubicBezTo>
                    <a:pt x="1" y="1177"/>
                    <a:pt x="21" y="1293"/>
                    <a:pt x="77" y="1389"/>
                  </a:cubicBezTo>
                  <a:cubicBezTo>
                    <a:pt x="85" y="1401"/>
                    <a:pt x="93" y="1417"/>
                    <a:pt x="101" y="1429"/>
                  </a:cubicBezTo>
                  <a:cubicBezTo>
                    <a:pt x="109" y="1437"/>
                    <a:pt x="113" y="1445"/>
                    <a:pt x="129" y="1461"/>
                  </a:cubicBezTo>
                  <a:cubicBezTo>
                    <a:pt x="145" y="1477"/>
                    <a:pt x="169" y="1497"/>
                    <a:pt x="189" y="1513"/>
                  </a:cubicBezTo>
                  <a:cubicBezTo>
                    <a:pt x="233" y="1541"/>
                    <a:pt x="273" y="1569"/>
                    <a:pt x="321" y="1593"/>
                  </a:cubicBezTo>
                  <a:cubicBezTo>
                    <a:pt x="469" y="1665"/>
                    <a:pt x="589" y="1793"/>
                    <a:pt x="653" y="1945"/>
                  </a:cubicBezTo>
                  <a:cubicBezTo>
                    <a:pt x="685" y="2021"/>
                    <a:pt x="725" y="2093"/>
                    <a:pt x="769" y="2165"/>
                  </a:cubicBezTo>
                  <a:cubicBezTo>
                    <a:pt x="793" y="2197"/>
                    <a:pt x="821" y="2229"/>
                    <a:pt x="853" y="2253"/>
                  </a:cubicBezTo>
                  <a:cubicBezTo>
                    <a:pt x="869" y="2269"/>
                    <a:pt x="885" y="2281"/>
                    <a:pt x="901" y="2289"/>
                  </a:cubicBezTo>
                  <a:lnTo>
                    <a:pt x="925" y="2301"/>
                  </a:lnTo>
                  <a:cubicBezTo>
                    <a:pt x="937" y="2309"/>
                    <a:pt x="945" y="2313"/>
                    <a:pt x="953" y="2317"/>
                  </a:cubicBezTo>
                  <a:cubicBezTo>
                    <a:pt x="1017" y="2333"/>
                    <a:pt x="1081" y="2345"/>
                    <a:pt x="1149" y="2349"/>
                  </a:cubicBezTo>
                  <a:cubicBezTo>
                    <a:pt x="1201" y="2357"/>
                    <a:pt x="1249" y="2369"/>
                    <a:pt x="1297" y="2385"/>
                  </a:cubicBezTo>
                  <a:cubicBezTo>
                    <a:pt x="1369" y="2405"/>
                    <a:pt x="1433" y="2441"/>
                    <a:pt x="1493" y="2485"/>
                  </a:cubicBezTo>
                  <a:cubicBezTo>
                    <a:pt x="1513" y="2497"/>
                    <a:pt x="1533" y="2517"/>
                    <a:pt x="1553" y="2533"/>
                  </a:cubicBezTo>
                  <a:lnTo>
                    <a:pt x="1561" y="2525"/>
                  </a:lnTo>
                  <a:lnTo>
                    <a:pt x="1553" y="2513"/>
                  </a:lnTo>
                  <a:lnTo>
                    <a:pt x="1557" y="2513"/>
                  </a:lnTo>
                  <a:cubicBezTo>
                    <a:pt x="1569" y="2515"/>
                    <a:pt x="1580" y="2516"/>
                    <a:pt x="1590" y="2516"/>
                  </a:cubicBezTo>
                  <a:cubicBezTo>
                    <a:pt x="1601" y="2516"/>
                    <a:pt x="1611" y="2515"/>
                    <a:pt x="1621" y="2513"/>
                  </a:cubicBezTo>
                  <a:cubicBezTo>
                    <a:pt x="1701" y="2497"/>
                    <a:pt x="1769" y="2453"/>
                    <a:pt x="1817" y="2389"/>
                  </a:cubicBezTo>
                  <a:cubicBezTo>
                    <a:pt x="1853" y="2345"/>
                    <a:pt x="1881" y="2293"/>
                    <a:pt x="1897" y="2241"/>
                  </a:cubicBezTo>
                  <a:cubicBezTo>
                    <a:pt x="1913" y="2173"/>
                    <a:pt x="1921" y="2109"/>
                    <a:pt x="1925" y="2041"/>
                  </a:cubicBezTo>
                  <a:cubicBezTo>
                    <a:pt x="1929" y="1973"/>
                    <a:pt x="1929" y="1901"/>
                    <a:pt x="1929" y="1825"/>
                  </a:cubicBezTo>
                  <a:cubicBezTo>
                    <a:pt x="1929" y="1793"/>
                    <a:pt x="1933" y="1757"/>
                    <a:pt x="1937" y="1721"/>
                  </a:cubicBezTo>
                  <a:cubicBezTo>
                    <a:pt x="1937" y="1709"/>
                    <a:pt x="1945" y="1697"/>
                    <a:pt x="1949" y="1689"/>
                  </a:cubicBezTo>
                  <a:cubicBezTo>
                    <a:pt x="1957" y="1677"/>
                    <a:pt x="1969" y="1669"/>
                    <a:pt x="1977" y="1665"/>
                  </a:cubicBezTo>
                  <a:cubicBezTo>
                    <a:pt x="2021" y="1641"/>
                    <a:pt x="2061" y="1613"/>
                    <a:pt x="2093" y="1577"/>
                  </a:cubicBezTo>
                  <a:cubicBezTo>
                    <a:pt x="2125" y="1537"/>
                    <a:pt x="2153" y="1489"/>
                    <a:pt x="2169" y="1441"/>
                  </a:cubicBezTo>
                  <a:cubicBezTo>
                    <a:pt x="2201" y="1345"/>
                    <a:pt x="2213" y="1241"/>
                    <a:pt x="2201" y="1141"/>
                  </a:cubicBezTo>
                  <a:cubicBezTo>
                    <a:pt x="2197" y="1037"/>
                    <a:pt x="2181" y="937"/>
                    <a:pt x="2153" y="837"/>
                  </a:cubicBezTo>
                  <a:cubicBezTo>
                    <a:pt x="2121" y="725"/>
                    <a:pt x="2065" y="625"/>
                    <a:pt x="1985" y="545"/>
                  </a:cubicBezTo>
                  <a:cubicBezTo>
                    <a:pt x="1941" y="501"/>
                    <a:pt x="1889" y="465"/>
                    <a:pt x="1833" y="441"/>
                  </a:cubicBezTo>
                  <a:cubicBezTo>
                    <a:pt x="1821" y="433"/>
                    <a:pt x="1805" y="429"/>
                    <a:pt x="1789" y="425"/>
                  </a:cubicBezTo>
                  <a:lnTo>
                    <a:pt x="1765" y="417"/>
                  </a:lnTo>
                  <a:lnTo>
                    <a:pt x="1745" y="413"/>
                  </a:lnTo>
                  <a:cubicBezTo>
                    <a:pt x="1717" y="409"/>
                    <a:pt x="1685" y="405"/>
                    <a:pt x="1657" y="401"/>
                  </a:cubicBezTo>
                  <a:cubicBezTo>
                    <a:pt x="1647" y="401"/>
                    <a:pt x="1638" y="402"/>
                    <a:pt x="1629" y="402"/>
                  </a:cubicBezTo>
                  <a:cubicBezTo>
                    <a:pt x="1587" y="402"/>
                    <a:pt x="1548" y="395"/>
                    <a:pt x="1509" y="389"/>
                  </a:cubicBezTo>
                  <a:cubicBezTo>
                    <a:pt x="1465" y="377"/>
                    <a:pt x="1421" y="357"/>
                    <a:pt x="1381" y="329"/>
                  </a:cubicBezTo>
                  <a:cubicBezTo>
                    <a:pt x="1293" y="265"/>
                    <a:pt x="1213" y="197"/>
                    <a:pt x="1137" y="121"/>
                  </a:cubicBezTo>
                  <a:cubicBezTo>
                    <a:pt x="1093" y="81"/>
                    <a:pt x="1041" y="49"/>
                    <a:pt x="985" y="25"/>
                  </a:cubicBezTo>
                  <a:cubicBezTo>
                    <a:pt x="946" y="9"/>
                    <a:pt x="906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65"/>
            <p:cNvSpPr/>
            <p:nvPr/>
          </p:nvSpPr>
          <p:spPr>
            <a:xfrm flipH="1">
              <a:off x="6314837" y="2112264"/>
              <a:ext cx="173351" cy="234811"/>
            </a:xfrm>
            <a:custGeom>
              <a:avLst/>
              <a:gdLst/>
              <a:ahLst/>
              <a:cxnLst/>
              <a:rect l="l" t="t" r="r" b="b"/>
              <a:pathLst>
                <a:path w="1289" h="1746" extrusionOk="0">
                  <a:moveTo>
                    <a:pt x="410" y="0"/>
                  </a:moveTo>
                  <a:cubicBezTo>
                    <a:pt x="405" y="0"/>
                    <a:pt x="399" y="0"/>
                    <a:pt x="393" y="1"/>
                  </a:cubicBezTo>
                  <a:cubicBezTo>
                    <a:pt x="357" y="117"/>
                    <a:pt x="333" y="237"/>
                    <a:pt x="333" y="357"/>
                  </a:cubicBezTo>
                  <a:cubicBezTo>
                    <a:pt x="245" y="293"/>
                    <a:pt x="165" y="213"/>
                    <a:pt x="101" y="125"/>
                  </a:cubicBezTo>
                  <a:cubicBezTo>
                    <a:pt x="95" y="121"/>
                    <a:pt x="88" y="120"/>
                    <a:pt x="82" y="120"/>
                  </a:cubicBezTo>
                  <a:cubicBezTo>
                    <a:pt x="46" y="120"/>
                    <a:pt x="16" y="175"/>
                    <a:pt x="13" y="217"/>
                  </a:cubicBezTo>
                  <a:cubicBezTo>
                    <a:pt x="1" y="417"/>
                    <a:pt x="113" y="605"/>
                    <a:pt x="225" y="777"/>
                  </a:cubicBezTo>
                  <a:cubicBezTo>
                    <a:pt x="301" y="893"/>
                    <a:pt x="377" y="1021"/>
                    <a:pt x="349" y="1157"/>
                  </a:cubicBezTo>
                  <a:cubicBezTo>
                    <a:pt x="245" y="1077"/>
                    <a:pt x="145" y="989"/>
                    <a:pt x="57" y="893"/>
                  </a:cubicBezTo>
                  <a:lnTo>
                    <a:pt x="57" y="893"/>
                  </a:lnTo>
                  <a:cubicBezTo>
                    <a:pt x="121" y="973"/>
                    <a:pt x="169" y="1065"/>
                    <a:pt x="197" y="1165"/>
                  </a:cubicBezTo>
                  <a:cubicBezTo>
                    <a:pt x="221" y="1253"/>
                    <a:pt x="229" y="1345"/>
                    <a:pt x="277" y="1417"/>
                  </a:cubicBezTo>
                  <a:cubicBezTo>
                    <a:pt x="342" y="1501"/>
                    <a:pt x="445" y="1549"/>
                    <a:pt x="548" y="1549"/>
                  </a:cubicBezTo>
                  <a:cubicBezTo>
                    <a:pt x="553" y="1549"/>
                    <a:pt x="557" y="1549"/>
                    <a:pt x="561" y="1549"/>
                  </a:cubicBezTo>
                  <a:cubicBezTo>
                    <a:pt x="669" y="1541"/>
                    <a:pt x="777" y="1517"/>
                    <a:pt x="873" y="1469"/>
                  </a:cubicBezTo>
                  <a:lnTo>
                    <a:pt x="873" y="1469"/>
                  </a:lnTo>
                  <a:cubicBezTo>
                    <a:pt x="825" y="1549"/>
                    <a:pt x="837" y="1649"/>
                    <a:pt x="901" y="1721"/>
                  </a:cubicBezTo>
                  <a:cubicBezTo>
                    <a:pt x="914" y="1737"/>
                    <a:pt x="933" y="1746"/>
                    <a:pt x="955" y="1746"/>
                  </a:cubicBezTo>
                  <a:cubicBezTo>
                    <a:pt x="960" y="1746"/>
                    <a:pt x="964" y="1745"/>
                    <a:pt x="969" y="1745"/>
                  </a:cubicBezTo>
                  <a:cubicBezTo>
                    <a:pt x="985" y="1741"/>
                    <a:pt x="997" y="1729"/>
                    <a:pt x="1005" y="1717"/>
                  </a:cubicBezTo>
                  <a:cubicBezTo>
                    <a:pt x="1069" y="1641"/>
                    <a:pt x="1137" y="1553"/>
                    <a:pt x="1145" y="1453"/>
                  </a:cubicBezTo>
                  <a:cubicBezTo>
                    <a:pt x="1153" y="1297"/>
                    <a:pt x="1013" y="1145"/>
                    <a:pt x="1061" y="997"/>
                  </a:cubicBezTo>
                  <a:cubicBezTo>
                    <a:pt x="1093" y="885"/>
                    <a:pt x="1217" y="821"/>
                    <a:pt x="1261" y="713"/>
                  </a:cubicBezTo>
                  <a:cubicBezTo>
                    <a:pt x="1273" y="669"/>
                    <a:pt x="1281" y="621"/>
                    <a:pt x="1277" y="573"/>
                  </a:cubicBezTo>
                  <a:cubicBezTo>
                    <a:pt x="1277" y="493"/>
                    <a:pt x="1281" y="417"/>
                    <a:pt x="1285" y="341"/>
                  </a:cubicBezTo>
                  <a:cubicBezTo>
                    <a:pt x="1289" y="269"/>
                    <a:pt x="1281" y="201"/>
                    <a:pt x="1253" y="141"/>
                  </a:cubicBezTo>
                  <a:cubicBezTo>
                    <a:pt x="1226" y="96"/>
                    <a:pt x="1178" y="63"/>
                    <a:pt x="1130" y="63"/>
                  </a:cubicBezTo>
                  <a:cubicBezTo>
                    <a:pt x="1113" y="63"/>
                    <a:pt x="1097" y="67"/>
                    <a:pt x="1081" y="77"/>
                  </a:cubicBezTo>
                  <a:lnTo>
                    <a:pt x="1105" y="137"/>
                  </a:lnTo>
                  <a:cubicBezTo>
                    <a:pt x="1205" y="313"/>
                    <a:pt x="1117" y="533"/>
                    <a:pt x="1013" y="709"/>
                  </a:cubicBezTo>
                  <a:cubicBezTo>
                    <a:pt x="961" y="781"/>
                    <a:pt x="929" y="861"/>
                    <a:pt x="913" y="949"/>
                  </a:cubicBezTo>
                  <a:cubicBezTo>
                    <a:pt x="841" y="865"/>
                    <a:pt x="825" y="745"/>
                    <a:pt x="829" y="633"/>
                  </a:cubicBezTo>
                  <a:cubicBezTo>
                    <a:pt x="833" y="521"/>
                    <a:pt x="845" y="409"/>
                    <a:pt x="817" y="301"/>
                  </a:cubicBezTo>
                  <a:cubicBezTo>
                    <a:pt x="763" y="122"/>
                    <a:pt x="596" y="0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65"/>
            <p:cNvSpPr/>
            <p:nvPr/>
          </p:nvSpPr>
          <p:spPr>
            <a:xfrm flipH="1">
              <a:off x="6338507" y="2089132"/>
              <a:ext cx="2824" cy="672"/>
            </a:xfrm>
            <a:custGeom>
              <a:avLst/>
              <a:gdLst/>
              <a:ahLst/>
              <a:cxnLst/>
              <a:rect l="l" t="t" r="r" b="b"/>
              <a:pathLst>
                <a:path w="21" h="5" extrusionOk="0">
                  <a:moveTo>
                    <a:pt x="1" y="1"/>
                  </a:moveTo>
                  <a:lnTo>
                    <a:pt x="21" y="5"/>
                  </a:lnTo>
                  <a:lnTo>
                    <a:pt x="21" y="5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F74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65"/>
            <p:cNvSpPr/>
            <p:nvPr/>
          </p:nvSpPr>
          <p:spPr>
            <a:xfrm flipH="1">
              <a:off x="6327748" y="2021890"/>
              <a:ext cx="243283" cy="194869"/>
            </a:xfrm>
            <a:custGeom>
              <a:avLst/>
              <a:gdLst/>
              <a:ahLst/>
              <a:cxnLst/>
              <a:rect l="l" t="t" r="r" b="b"/>
              <a:pathLst>
                <a:path w="1809" h="1449" extrusionOk="0">
                  <a:moveTo>
                    <a:pt x="841" y="0"/>
                  </a:moveTo>
                  <a:cubicBezTo>
                    <a:pt x="818" y="0"/>
                    <a:pt x="796" y="3"/>
                    <a:pt x="773" y="9"/>
                  </a:cubicBezTo>
                  <a:cubicBezTo>
                    <a:pt x="709" y="21"/>
                    <a:pt x="657" y="61"/>
                    <a:pt x="625" y="117"/>
                  </a:cubicBezTo>
                  <a:cubicBezTo>
                    <a:pt x="597" y="169"/>
                    <a:pt x="577" y="221"/>
                    <a:pt x="557" y="273"/>
                  </a:cubicBezTo>
                  <a:cubicBezTo>
                    <a:pt x="505" y="369"/>
                    <a:pt x="437" y="453"/>
                    <a:pt x="357" y="525"/>
                  </a:cubicBezTo>
                  <a:cubicBezTo>
                    <a:pt x="277" y="597"/>
                    <a:pt x="201" y="681"/>
                    <a:pt x="137" y="769"/>
                  </a:cubicBezTo>
                  <a:cubicBezTo>
                    <a:pt x="69" y="853"/>
                    <a:pt x="21" y="957"/>
                    <a:pt x="1" y="1069"/>
                  </a:cubicBezTo>
                  <a:cubicBezTo>
                    <a:pt x="17" y="1125"/>
                    <a:pt x="37" y="1185"/>
                    <a:pt x="57" y="1245"/>
                  </a:cubicBezTo>
                  <a:cubicBezTo>
                    <a:pt x="73" y="1301"/>
                    <a:pt x="101" y="1349"/>
                    <a:pt x="141" y="1385"/>
                  </a:cubicBezTo>
                  <a:cubicBezTo>
                    <a:pt x="164" y="1413"/>
                    <a:pt x="198" y="1426"/>
                    <a:pt x="232" y="1426"/>
                  </a:cubicBezTo>
                  <a:cubicBezTo>
                    <a:pt x="251" y="1426"/>
                    <a:pt x="271" y="1421"/>
                    <a:pt x="289" y="1413"/>
                  </a:cubicBezTo>
                  <a:cubicBezTo>
                    <a:pt x="241" y="1229"/>
                    <a:pt x="249" y="1033"/>
                    <a:pt x="313" y="853"/>
                  </a:cubicBezTo>
                  <a:cubicBezTo>
                    <a:pt x="389" y="885"/>
                    <a:pt x="377" y="989"/>
                    <a:pt x="385" y="1069"/>
                  </a:cubicBezTo>
                  <a:cubicBezTo>
                    <a:pt x="401" y="1249"/>
                    <a:pt x="573" y="1361"/>
                    <a:pt x="729" y="1449"/>
                  </a:cubicBezTo>
                  <a:cubicBezTo>
                    <a:pt x="621" y="1349"/>
                    <a:pt x="533" y="1233"/>
                    <a:pt x="469" y="1101"/>
                  </a:cubicBezTo>
                  <a:cubicBezTo>
                    <a:pt x="409" y="969"/>
                    <a:pt x="401" y="801"/>
                    <a:pt x="481" y="681"/>
                  </a:cubicBezTo>
                  <a:cubicBezTo>
                    <a:pt x="549" y="593"/>
                    <a:pt x="641" y="529"/>
                    <a:pt x="745" y="497"/>
                  </a:cubicBezTo>
                  <a:cubicBezTo>
                    <a:pt x="749" y="541"/>
                    <a:pt x="749" y="585"/>
                    <a:pt x="749" y="629"/>
                  </a:cubicBezTo>
                  <a:cubicBezTo>
                    <a:pt x="781" y="533"/>
                    <a:pt x="809" y="437"/>
                    <a:pt x="841" y="341"/>
                  </a:cubicBezTo>
                  <a:cubicBezTo>
                    <a:pt x="885" y="433"/>
                    <a:pt x="905" y="541"/>
                    <a:pt x="889" y="645"/>
                  </a:cubicBezTo>
                  <a:cubicBezTo>
                    <a:pt x="892" y="645"/>
                    <a:pt x="896" y="646"/>
                    <a:pt x="899" y="646"/>
                  </a:cubicBezTo>
                  <a:cubicBezTo>
                    <a:pt x="934" y="646"/>
                    <a:pt x="958" y="609"/>
                    <a:pt x="973" y="577"/>
                  </a:cubicBezTo>
                  <a:cubicBezTo>
                    <a:pt x="985" y="537"/>
                    <a:pt x="993" y="497"/>
                    <a:pt x="1029" y="477"/>
                  </a:cubicBezTo>
                  <a:cubicBezTo>
                    <a:pt x="1045" y="469"/>
                    <a:pt x="1065" y="465"/>
                    <a:pt x="1085" y="465"/>
                  </a:cubicBezTo>
                  <a:cubicBezTo>
                    <a:pt x="1181" y="469"/>
                    <a:pt x="1269" y="529"/>
                    <a:pt x="1341" y="577"/>
                  </a:cubicBezTo>
                  <a:cubicBezTo>
                    <a:pt x="1413" y="629"/>
                    <a:pt x="1485" y="677"/>
                    <a:pt x="1561" y="729"/>
                  </a:cubicBezTo>
                  <a:cubicBezTo>
                    <a:pt x="1553" y="689"/>
                    <a:pt x="1505" y="677"/>
                    <a:pt x="1477" y="653"/>
                  </a:cubicBezTo>
                  <a:cubicBezTo>
                    <a:pt x="1433" y="605"/>
                    <a:pt x="1469" y="517"/>
                    <a:pt x="1533" y="493"/>
                  </a:cubicBezTo>
                  <a:cubicBezTo>
                    <a:pt x="1559" y="484"/>
                    <a:pt x="1586" y="480"/>
                    <a:pt x="1612" y="480"/>
                  </a:cubicBezTo>
                  <a:cubicBezTo>
                    <a:pt x="1647" y="480"/>
                    <a:pt x="1681" y="487"/>
                    <a:pt x="1713" y="501"/>
                  </a:cubicBezTo>
                  <a:cubicBezTo>
                    <a:pt x="1749" y="485"/>
                    <a:pt x="1781" y="465"/>
                    <a:pt x="1809" y="441"/>
                  </a:cubicBezTo>
                  <a:cubicBezTo>
                    <a:pt x="1797" y="433"/>
                    <a:pt x="1781" y="429"/>
                    <a:pt x="1765" y="425"/>
                  </a:cubicBezTo>
                  <a:lnTo>
                    <a:pt x="1741" y="417"/>
                  </a:lnTo>
                  <a:lnTo>
                    <a:pt x="1721" y="413"/>
                  </a:lnTo>
                  <a:cubicBezTo>
                    <a:pt x="1693" y="409"/>
                    <a:pt x="1661" y="405"/>
                    <a:pt x="1633" y="401"/>
                  </a:cubicBezTo>
                  <a:cubicBezTo>
                    <a:pt x="1623" y="401"/>
                    <a:pt x="1614" y="402"/>
                    <a:pt x="1605" y="402"/>
                  </a:cubicBezTo>
                  <a:cubicBezTo>
                    <a:pt x="1563" y="402"/>
                    <a:pt x="1524" y="395"/>
                    <a:pt x="1485" y="389"/>
                  </a:cubicBezTo>
                  <a:cubicBezTo>
                    <a:pt x="1441" y="377"/>
                    <a:pt x="1397" y="357"/>
                    <a:pt x="1357" y="329"/>
                  </a:cubicBezTo>
                  <a:cubicBezTo>
                    <a:pt x="1269" y="265"/>
                    <a:pt x="1189" y="197"/>
                    <a:pt x="1113" y="121"/>
                  </a:cubicBezTo>
                  <a:cubicBezTo>
                    <a:pt x="1069" y="81"/>
                    <a:pt x="1017" y="49"/>
                    <a:pt x="961" y="25"/>
                  </a:cubicBezTo>
                  <a:cubicBezTo>
                    <a:pt x="922" y="9"/>
                    <a:pt x="882" y="0"/>
                    <a:pt x="8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65"/>
            <p:cNvSpPr/>
            <p:nvPr/>
          </p:nvSpPr>
          <p:spPr>
            <a:xfrm flipH="1">
              <a:off x="6277182" y="2022159"/>
              <a:ext cx="297077" cy="340919"/>
            </a:xfrm>
            <a:custGeom>
              <a:avLst/>
              <a:gdLst/>
              <a:ahLst/>
              <a:cxnLst/>
              <a:rect l="l" t="t" r="r" b="b"/>
              <a:pathLst>
                <a:path w="2209" h="2535" extrusionOk="0">
                  <a:moveTo>
                    <a:pt x="842" y="85"/>
                  </a:moveTo>
                  <a:cubicBezTo>
                    <a:pt x="868" y="85"/>
                    <a:pt x="893" y="89"/>
                    <a:pt x="917" y="95"/>
                  </a:cubicBezTo>
                  <a:cubicBezTo>
                    <a:pt x="921" y="103"/>
                    <a:pt x="929" y="111"/>
                    <a:pt x="933" y="115"/>
                  </a:cubicBezTo>
                  <a:cubicBezTo>
                    <a:pt x="949" y="147"/>
                    <a:pt x="961" y="175"/>
                    <a:pt x="977" y="207"/>
                  </a:cubicBezTo>
                  <a:cubicBezTo>
                    <a:pt x="993" y="247"/>
                    <a:pt x="1013" y="283"/>
                    <a:pt x="1033" y="319"/>
                  </a:cubicBezTo>
                  <a:cubicBezTo>
                    <a:pt x="1057" y="363"/>
                    <a:pt x="1089" y="403"/>
                    <a:pt x="1125" y="435"/>
                  </a:cubicBezTo>
                  <a:cubicBezTo>
                    <a:pt x="1161" y="471"/>
                    <a:pt x="1201" y="507"/>
                    <a:pt x="1241" y="535"/>
                  </a:cubicBezTo>
                  <a:cubicBezTo>
                    <a:pt x="1285" y="567"/>
                    <a:pt x="1329" y="595"/>
                    <a:pt x="1373" y="615"/>
                  </a:cubicBezTo>
                  <a:cubicBezTo>
                    <a:pt x="1421" y="643"/>
                    <a:pt x="1465" y="667"/>
                    <a:pt x="1509" y="691"/>
                  </a:cubicBezTo>
                  <a:cubicBezTo>
                    <a:pt x="1549" y="715"/>
                    <a:pt x="1581" y="755"/>
                    <a:pt x="1589" y="799"/>
                  </a:cubicBezTo>
                  <a:cubicBezTo>
                    <a:pt x="1597" y="847"/>
                    <a:pt x="1597" y="891"/>
                    <a:pt x="1597" y="935"/>
                  </a:cubicBezTo>
                  <a:cubicBezTo>
                    <a:pt x="1597" y="975"/>
                    <a:pt x="1593" y="1015"/>
                    <a:pt x="1589" y="1051"/>
                  </a:cubicBezTo>
                  <a:cubicBezTo>
                    <a:pt x="1581" y="1111"/>
                    <a:pt x="1569" y="1171"/>
                    <a:pt x="1549" y="1231"/>
                  </a:cubicBezTo>
                  <a:cubicBezTo>
                    <a:pt x="1545" y="1251"/>
                    <a:pt x="1537" y="1267"/>
                    <a:pt x="1533" y="1279"/>
                  </a:cubicBezTo>
                  <a:lnTo>
                    <a:pt x="1525" y="1299"/>
                  </a:lnTo>
                  <a:lnTo>
                    <a:pt x="1533" y="1299"/>
                  </a:lnTo>
                  <a:cubicBezTo>
                    <a:pt x="1549" y="1283"/>
                    <a:pt x="1561" y="1263"/>
                    <a:pt x="1577" y="1243"/>
                  </a:cubicBezTo>
                  <a:cubicBezTo>
                    <a:pt x="1609" y="1187"/>
                    <a:pt x="1633" y="1127"/>
                    <a:pt x="1645" y="1063"/>
                  </a:cubicBezTo>
                  <a:cubicBezTo>
                    <a:pt x="1653" y="1019"/>
                    <a:pt x="1657" y="979"/>
                    <a:pt x="1657" y="935"/>
                  </a:cubicBezTo>
                  <a:cubicBezTo>
                    <a:pt x="1653" y="887"/>
                    <a:pt x="1641" y="839"/>
                    <a:pt x="1625" y="791"/>
                  </a:cubicBezTo>
                  <a:cubicBezTo>
                    <a:pt x="1605" y="743"/>
                    <a:pt x="1569" y="703"/>
                    <a:pt x="1521" y="675"/>
                  </a:cubicBezTo>
                  <a:cubicBezTo>
                    <a:pt x="1477" y="647"/>
                    <a:pt x="1437" y="619"/>
                    <a:pt x="1397" y="587"/>
                  </a:cubicBezTo>
                  <a:cubicBezTo>
                    <a:pt x="1357" y="555"/>
                    <a:pt x="1317" y="519"/>
                    <a:pt x="1277" y="487"/>
                  </a:cubicBezTo>
                  <a:cubicBezTo>
                    <a:pt x="1241" y="459"/>
                    <a:pt x="1209" y="423"/>
                    <a:pt x="1173" y="387"/>
                  </a:cubicBezTo>
                  <a:cubicBezTo>
                    <a:pt x="1145" y="355"/>
                    <a:pt x="1117" y="323"/>
                    <a:pt x="1093" y="283"/>
                  </a:cubicBezTo>
                  <a:cubicBezTo>
                    <a:pt x="1069" y="251"/>
                    <a:pt x="1049" y="215"/>
                    <a:pt x="1029" y="179"/>
                  </a:cubicBezTo>
                  <a:cubicBezTo>
                    <a:pt x="1025" y="171"/>
                    <a:pt x="1017" y="159"/>
                    <a:pt x="1009" y="151"/>
                  </a:cubicBezTo>
                  <a:lnTo>
                    <a:pt x="1009" y="151"/>
                  </a:lnTo>
                  <a:cubicBezTo>
                    <a:pt x="1033" y="167"/>
                    <a:pt x="1053" y="183"/>
                    <a:pt x="1069" y="203"/>
                  </a:cubicBezTo>
                  <a:cubicBezTo>
                    <a:pt x="1145" y="287"/>
                    <a:pt x="1225" y="363"/>
                    <a:pt x="1313" y="435"/>
                  </a:cubicBezTo>
                  <a:cubicBezTo>
                    <a:pt x="1361" y="471"/>
                    <a:pt x="1417" y="499"/>
                    <a:pt x="1477" y="515"/>
                  </a:cubicBezTo>
                  <a:cubicBezTo>
                    <a:pt x="1533" y="531"/>
                    <a:pt x="1593" y="539"/>
                    <a:pt x="1649" y="543"/>
                  </a:cubicBezTo>
                  <a:cubicBezTo>
                    <a:pt x="1741" y="547"/>
                    <a:pt x="1825" y="583"/>
                    <a:pt x="1885" y="651"/>
                  </a:cubicBezTo>
                  <a:cubicBezTo>
                    <a:pt x="1945" y="719"/>
                    <a:pt x="1989" y="799"/>
                    <a:pt x="2013" y="887"/>
                  </a:cubicBezTo>
                  <a:cubicBezTo>
                    <a:pt x="2037" y="975"/>
                    <a:pt x="2053" y="1067"/>
                    <a:pt x="2061" y="1159"/>
                  </a:cubicBezTo>
                  <a:cubicBezTo>
                    <a:pt x="2073" y="1239"/>
                    <a:pt x="2065" y="1323"/>
                    <a:pt x="2045" y="1403"/>
                  </a:cubicBezTo>
                  <a:cubicBezTo>
                    <a:pt x="2037" y="1439"/>
                    <a:pt x="2021" y="1471"/>
                    <a:pt x="1997" y="1499"/>
                  </a:cubicBezTo>
                  <a:cubicBezTo>
                    <a:pt x="1973" y="1527"/>
                    <a:pt x="1945" y="1551"/>
                    <a:pt x="1913" y="1571"/>
                  </a:cubicBezTo>
                  <a:cubicBezTo>
                    <a:pt x="1889" y="1587"/>
                    <a:pt x="1869" y="1607"/>
                    <a:pt x="1853" y="1631"/>
                  </a:cubicBezTo>
                  <a:cubicBezTo>
                    <a:pt x="1841" y="1655"/>
                    <a:pt x="1829" y="1679"/>
                    <a:pt x="1829" y="1707"/>
                  </a:cubicBezTo>
                  <a:cubicBezTo>
                    <a:pt x="1821" y="1751"/>
                    <a:pt x="1821" y="1791"/>
                    <a:pt x="1825" y="1835"/>
                  </a:cubicBezTo>
                  <a:cubicBezTo>
                    <a:pt x="1825" y="1915"/>
                    <a:pt x="1837" y="1983"/>
                    <a:pt x="1837" y="2051"/>
                  </a:cubicBezTo>
                  <a:cubicBezTo>
                    <a:pt x="1845" y="2111"/>
                    <a:pt x="1841" y="2171"/>
                    <a:pt x="1833" y="2227"/>
                  </a:cubicBezTo>
                  <a:cubicBezTo>
                    <a:pt x="1821" y="2279"/>
                    <a:pt x="1805" y="2323"/>
                    <a:pt x="1777" y="2367"/>
                  </a:cubicBezTo>
                  <a:cubicBezTo>
                    <a:pt x="1745" y="2431"/>
                    <a:pt x="1685" y="2475"/>
                    <a:pt x="1621" y="2499"/>
                  </a:cubicBezTo>
                  <a:cubicBezTo>
                    <a:pt x="1601" y="2503"/>
                    <a:pt x="1581" y="2507"/>
                    <a:pt x="1565" y="2507"/>
                  </a:cubicBezTo>
                  <a:lnTo>
                    <a:pt x="1545" y="2507"/>
                  </a:lnTo>
                  <a:cubicBezTo>
                    <a:pt x="1537" y="2495"/>
                    <a:pt x="1525" y="2487"/>
                    <a:pt x="1513" y="2471"/>
                  </a:cubicBezTo>
                  <a:cubicBezTo>
                    <a:pt x="1457" y="2419"/>
                    <a:pt x="1393" y="2371"/>
                    <a:pt x="1325" y="2339"/>
                  </a:cubicBezTo>
                  <a:cubicBezTo>
                    <a:pt x="1273" y="2315"/>
                    <a:pt x="1221" y="2295"/>
                    <a:pt x="1165" y="2283"/>
                  </a:cubicBezTo>
                  <a:cubicBezTo>
                    <a:pt x="1109" y="2275"/>
                    <a:pt x="1049" y="2259"/>
                    <a:pt x="993" y="2239"/>
                  </a:cubicBezTo>
                  <a:cubicBezTo>
                    <a:pt x="989" y="2235"/>
                    <a:pt x="981" y="2231"/>
                    <a:pt x="977" y="2231"/>
                  </a:cubicBezTo>
                  <a:lnTo>
                    <a:pt x="953" y="2215"/>
                  </a:lnTo>
                  <a:cubicBezTo>
                    <a:pt x="941" y="2207"/>
                    <a:pt x="929" y="2199"/>
                    <a:pt x="921" y="2187"/>
                  </a:cubicBezTo>
                  <a:cubicBezTo>
                    <a:pt x="897" y="2167"/>
                    <a:pt x="877" y="2139"/>
                    <a:pt x="861" y="2111"/>
                  </a:cubicBezTo>
                  <a:cubicBezTo>
                    <a:pt x="821" y="2047"/>
                    <a:pt x="789" y="1975"/>
                    <a:pt x="761" y="1907"/>
                  </a:cubicBezTo>
                  <a:cubicBezTo>
                    <a:pt x="725" y="1819"/>
                    <a:pt x="677" y="1739"/>
                    <a:pt x="617" y="1671"/>
                  </a:cubicBezTo>
                  <a:cubicBezTo>
                    <a:pt x="549" y="1595"/>
                    <a:pt x="469" y="1535"/>
                    <a:pt x="377" y="1495"/>
                  </a:cubicBezTo>
                  <a:cubicBezTo>
                    <a:pt x="293" y="1451"/>
                    <a:pt x="213" y="1411"/>
                    <a:pt x="161" y="1343"/>
                  </a:cubicBezTo>
                  <a:cubicBezTo>
                    <a:pt x="113" y="1267"/>
                    <a:pt x="89" y="1175"/>
                    <a:pt x="101" y="1083"/>
                  </a:cubicBezTo>
                  <a:cubicBezTo>
                    <a:pt x="109" y="979"/>
                    <a:pt x="141" y="879"/>
                    <a:pt x="201" y="795"/>
                  </a:cubicBezTo>
                  <a:cubicBezTo>
                    <a:pt x="261" y="707"/>
                    <a:pt x="329" y="623"/>
                    <a:pt x="409" y="551"/>
                  </a:cubicBezTo>
                  <a:cubicBezTo>
                    <a:pt x="493" y="479"/>
                    <a:pt x="565" y="391"/>
                    <a:pt x="625" y="295"/>
                  </a:cubicBezTo>
                  <a:cubicBezTo>
                    <a:pt x="645" y="243"/>
                    <a:pt x="669" y="199"/>
                    <a:pt x="701" y="151"/>
                  </a:cubicBezTo>
                  <a:cubicBezTo>
                    <a:pt x="705" y="143"/>
                    <a:pt x="709" y="139"/>
                    <a:pt x="713" y="135"/>
                  </a:cubicBezTo>
                  <a:lnTo>
                    <a:pt x="713" y="135"/>
                  </a:lnTo>
                  <a:lnTo>
                    <a:pt x="701" y="195"/>
                  </a:lnTo>
                  <a:cubicBezTo>
                    <a:pt x="689" y="255"/>
                    <a:pt x="665" y="315"/>
                    <a:pt x="637" y="367"/>
                  </a:cubicBezTo>
                  <a:cubicBezTo>
                    <a:pt x="625" y="383"/>
                    <a:pt x="613" y="399"/>
                    <a:pt x="601" y="411"/>
                  </a:cubicBezTo>
                  <a:cubicBezTo>
                    <a:pt x="589" y="427"/>
                    <a:pt x="573" y="439"/>
                    <a:pt x="557" y="451"/>
                  </a:cubicBezTo>
                  <a:cubicBezTo>
                    <a:pt x="513" y="483"/>
                    <a:pt x="477" y="523"/>
                    <a:pt x="453" y="567"/>
                  </a:cubicBezTo>
                  <a:cubicBezTo>
                    <a:pt x="425" y="615"/>
                    <a:pt x="409" y="671"/>
                    <a:pt x="405" y="727"/>
                  </a:cubicBezTo>
                  <a:cubicBezTo>
                    <a:pt x="401" y="783"/>
                    <a:pt x="405" y="835"/>
                    <a:pt x="417" y="891"/>
                  </a:cubicBezTo>
                  <a:cubicBezTo>
                    <a:pt x="425" y="947"/>
                    <a:pt x="441" y="995"/>
                    <a:pt x="453" y="1047"/>
                  </a:cubicBezTo>
                  <a:cubicBezTo>
                    <a:pt x="465" y="1099"/>
                    <a:pt x="485" y="1151"/>
                    <a:pt x="509" y="1199"/>
                  </a:cubicBezTo>
                  <a:cubicBezTo>
                    <a:pt x="537" y="1243"/>
                    <a:pt x="557" y="1283"/>
                    <a:pt x="585" y="1323"/>
                  </a:cubicBezTo>
                  <a:cubicBezTo>
                    <a:pt x="617" y="1359"/>
                    <a:pt x="645" y="1391"/>
                    <a:pt x="669" y="1423"/>
                  </a:cubicBezTo>
                  <a:cubicBezTo>
                    <a:pt x="729" y="1487"/>
                    <a:pt x="793" y="1551"/>
                    <a:pt x="861" y="1611"/>
                  </a:cubicBezTo>
                  <a:lnTo>
                    <a:pt x="865" y="1607"/>
                  </a:lnTo>
                  <a:cubicBezTo>
                    <a:pt x="821" y="1527"/>
                    <a:pt x="769" y="1455"/>
                    <a:pt x="713" y="1383"/>
                  </a:cubicBezTo>
                  <a:cubicBezTo>
                    <a:pt x="689" y="1351"/>
                    <a:pt x="665" y="1319"/>
                    <a:pt x="633" y="1283"/>
                  </a:cubicBezTo>
                  <a:lnTo>
                    <a:pt x="537" y="1179"/>
                  </a:lnTo>
                  <a:cubicBezTo>
                    <a:pt x="509" y="1139"/>
                    <a:pt x="485" y="1091"/>
                    <a:pt x="473" y="1043"/>
                  </a:cubicBezTo>
                  <a:cubicBezTo>
                    <a:pt x="461" y="995"/>
                    <a:pt x="453" y="943"/>
                    <a:pt x="453" y="887"/>
                  </a:cubicBezTo>
                  <a:cubicBezTo>
                    <a:pt x="453" y="839"/>
                    <a:pt x="457" y="787"/>
                    <a:pt x="465" y="739"/>
                  </a:cubicBezTo>
                  <a:cubicBezTo>
                    <a:pt x="473" y="691"/>
                    <a:pt x="493" y="647"/>
                    <a:pt x="517" y="607"/>
                  </a:cubicBezTo>
                  <a:cubicBezTo>
                    <a:pt x="541" y="571"/>
                    <a:pt x="569" y="539"/>
                    <a:pt x="605" y="511"/>
                  </a:cubicBezTo>
                  <a:cubicBezTo>
                    <a:pt x="621" y="495"/>
                    <a:pt x="641" y="479"/>
                    <a:pt x="653" y="463"/>
                  </a:cubicBezTo>
                  <a:cubicBezTo>
                    <a:pt x="669" y="443"/>
                    <a:pt x="681" y="423"/>
                    <a:pt x="689" y="403"/>
                  </a:cubicBezTo>
                  <a:cubicBezTo>
                    <a:pt x="709" y="367"/>
                    <a:pt x="717" y="331"/>
                    <a:pt x="721" y="291"/>
                  </a:cubicBezTo>
                  <a:cubicBezTo>
                    <a:pt x="725" y="263"/>
                    <a:pt x="729" y="235"/>
                    <a:pt x="725" y="203"/>
                  </a:cubicBezTo>
                  <a:cubicBezTo>
                    <a:pt x="725" y="159"/>
                    <a:pt x="721" y="131"/>
                    <a:pt x="721" y="131"/>
                  </a:cubicBezTo>
                  <a:cubicBezTo>
                    <a:pt x="749" y="107"/>
                    <a:pt x="781" y="91"/>
                    <a:pt x="813" y="87"/>
                  </a:cubicBezTo>
                  <a:cubicBezTo>
                    <a:pt x="823" y="86"/>
                    <a:pt x="832" y="85"/>
                    <a:pt x="842" y="85"/>
                  </a:cubicBezTo>
                  <a:close/>
                  <a:moveTo>
                    <a:pt x="864" y="0"/>
                  </a:moveTo>
                  <a:cubicBezTo>
                    <a:pt x="841" y="0"/>
                    <a:pt x="818" y="2"/>
                    <a:pt x="797" y="7"/>
                  </a:cubicBezTo>
                  <a:cubicBezTo>
                    <a:pt x="733" y="23"/>
                    <a:pt x="677" y="63"/>
                    <a:pt x="645" y="119"/>
                  </a:cubicBezTo>
                  <a:cubicBezTo>
                    <a:pt x="621" y="167"/>
                    <a:pt x="597" y="219"/>
                    <a:pt x="577" y="271"/>
                  </a:cubicBezTo>
                  <a:cubicBezTo>
                    <a:pt x="525" y="367"/>
                    <a:pt x="457" y="451"/>
                    <a:pt x="377" y="523"/>
                  </a:cubicBezTo>
                  <a:cubicBezTo>
                    <a:pt x="297" y="599"/>
                    <a:pt x="225" y="679"/>
                    <a:pt x="157" y="767"/>
                  </a:cubicBezTo>
                  <a:cubicBezTo>
                    <a:pt x="89" y="855"/>
                    <a:pt x="45" y="959"/>
                    <a:pt x="21" y="1067"/>
                  </a:cubicBezTo>
                  <a:cubicBezTo>
                    <a:pt x="1" y="1179"/>
                    <a:pt x="21" y="1291"/>
                    <a:pt x="77" y="1391"/>
                  </a:cubicBezTo>
                  <a:cubicBezTo>
                    <a:pt x="85" y="1403"/>
                    <a:pt x="93" y="1415"/>
                    <a:pt x="101" y="1427"/>
                  </a:cubicBezTo>
                  <a:cubicBezTo>
                    <a:pt x="109" y="1439"/>
                    <a:pt x="113" y="1443"/>
                    <a:pt x="125" y="1459"/>
                  </a:cubicBezTo>
                  <a:cubicBezTo>
                    <a:pt x="145" y="1479"/>
                    <a:pt x="165" y="1495"/>
                    <a:pt x="189" y="1515"/>
                  </a:cubicBezTo>
                  <a:cubicBezTo>
                    <a:pt x="229" y="1543"/>
                    <a:pt x="273" y="1567"/>
                    <a:pt x="317" y="1591"/>
                  </a:cubicBezTo>
                  <a:cubicBezTo>
                    <a:pt x="469" y="1667"/>
                    <a:pt x="589" y="1791"/>
                    <a:pt x="653" y="1947"/>
                  </a:cubicBezTo>
                  <a:cubicBezTo>
                    <a:pt x="685" y="2023"/>
                    <a:pt x="725" y="2095"/>
                    <a:pt x="769" y="2163"/>
                  </a:cubicBezTo>
                  <a:cubicBezTo>
                    <a:pt x="793" y="2195"/>
                    <a:pt x="821" y="2227"/>
                    <a:pt x="853" y="2255"/>
                  </a:cubicBezTo>
                  <a:cubicBezTo>
                    <a:pt x="865" y="2267"/>
                    <a:pt x="885" y="2279"/>
                    <a:pt x="901" y="2291"/>
                  </a:cubicBezTo>
                  <a:lnTo>
                    <a:pt x="925" y="2303"/>
                  </a:lnTo>
                  <a:cubicBezTo>
                    <a:pt x="937" y="2307"/>
                    <a:pt x="945" y="2311"/>
                    <a:pt x="953" y="2315"/>
                  </a:cubicBezTo>
                  <a:cubicBezTo>
                    <a:pt x="1017" y="2335"/>
                    <a:pt x="1081" y="2347"/>
                    <a:pt x="1149" y="2351"/>
                  </a:cubicBezTo>
                  <a:cubicBezTo>
                    <a:pt x="1197" y="2355"/>
                    <a:pt x="1249" y="2367"/>
                    <a:pt x="1297" y="2383"/>
                  </a:cubicBezTo>
                  <a:cubicBezTo>
                    <a:pt x="1369" y="2407"/>
                    <a:pt x="1433" y="2439"/>
                    <a:pt x="1493" y="2483"/>
                  </a:cubicBezTo>
                  <a:cubicBezTo>
                    <a:pt x="1513" y="2499"/>
                    <a:pt x="1533" y="2515"/>
                    <a:pt x="1553" y="2535"/>
                  </a:cubicBezTo>
                  <a:lnTo>
                    <a:pt x="1561" y="2523"/>
                  </a:lnTo>
                  <a:lnTo>
                    <a:pt x="1553" y="2515"/>
                  </a:lnTo>
                  <a:lnTo>
                    <a:pt x="1621" y="2515"/>
                  </a:lnTo>
                  <a:cubicBezTo>
                    <a:pt x="1701" y="2499"/>
                    <a:pt x="1769" y="2455"/>
                    <a:pt x="1817" y="2387"/>
                  </a:cubicBezTo>
                  <a:cubicBezTo>
                    <a:pt x="1853" y="2343"/>
                    <a:pt x="1881" y="2295"/>
                    <a:pt x="1897" y="2239"/>
                  </a:cubicBezTo>
                  <a:cubicBezTo>
                    <a:pt x="1913" y="2175"/>
                    <a:pt x="1921" y="2107"/>
                    <a:pt x="1925" y="2043"/>
                  </a:cubicBezTo>
                  <a:cubicBezTo>
                    <a:pt x="1925" y="1971"/>
                    <a:pt x="1925" y="1899"/>
                    <a:pt x="1929" y="1827"/>
                  </a:cubicBezTo>
                  <a:cubicBezTo>
                    <a:pt x="1929" y="1791"/>
                    <a:pt x="1929" y="1755"/>
                    <a:pt x="1937" y="1723"/>
                  </a:cubicBezTo>
                  <a:cubicBezTo>
                    <a:pt x="1937" y="1711"/>
                    <a:pt x="1941" y="1699"/>
                    <a:pt x="1949" y="1687"/>
                  </a:cubicBezTo>
                  <a:cubicBezTo>
                    <a:pt x="1957" y="1679"/>
                    <a:pt x="1969" y="1671"/>
                    <a:pt x="1977" y="1663"/>
                  </a:cubicBezTo>
                  <a:cubicBezTo>
                    <a:pt x="2021" y="1639"/>
                    <a:pt x="2057" y="1611"/>
                    <a:pt x="2093" y="1575"/>
                  </a:cubicBezTo>
                  <a:cubicBezTo>
                    <a:pt x="2125" y="1535"/>
                    <a:pt x="2153" y="1491"/>
                    <a:pt x="2169" y="1439"/>
                  </a:cubicBezTo>
                  <a:cubicBezTo>
                    <a:pt x="2201" y="1343"/>
                    <a:pt x="2209" y="1239"/>
                    <a:pt x="2201" y="1139"/>
                  </a:cubicBezTo>
                  <a:cubicBezTo>
                    <a:pt x="2197" y="1035"/>
                    <a:pt x="2181" y="935"/>
                    <a:pt x="2153" y="835"/>
                  </a:cubicBezTo>
                  <a:cubicBezTo>
                    <a:pt x="2121" y="727"/>
                    <a:pt x="2065" y="627"/>
                    <a:pt x="1985" y="543"/>
                  </a:cubicBezTo>
                  <a:cubicBezTo>
                    <a:pt x="1941" y="499"/>
                    <a:pt x="1889" y="467"/>
                    <a:pt x="1833" y="439"/>
                  </a:cubicBezTo>
                  <a:cubicBezTo>
                    <a:pt x="1817" y="435"/>
                    <a:pt x="1805" y="431"/>
                    <a:pt x="1789" y="423"/>
                  </a:cubicBezTo>
                  <a:lnTo>
                    <a:pt x="1765" y="415"/>
                  </a:lnTo>
                  <a:lnTo>
                    <a:pt x="1745" y="411"/>
                  </a:lnTo>
                  <a:cubicBezTo>
                    <a:pt x="1713" y="407"/>
                    <a:pt x="1685" y="403"/>
                    <a:pt x="1653" y="403"/>
                  </a:cubicBezTo>
                  <a:cubicBezTo>
                    <a:pt x="1605" y="403"/>
                    <a:pt x="1557" y="399"/>
                    <a:pt x="1509" y="387"/>
                  </a:cubicBezTo>
                  <a:cubicBezTo>
                    <a:pt x="1461" y="375"/>
                    <a:pt x="1421" y="355"/>
                    <a:pt x="1381" y="327"/>
                  </a:cubicBezTo>
                  <a:cubicBezTo>
                    <a:pt x="1293" y="263"/>
                    <a:pt x="1213" y="195"/>
                    <a:pt x="1137" y="119"/>
                  </a:cubicBezTo>
                  <a:cubicBezTo>
                    <a:pt x="1089" y="79"/>
                    <a:pt x="1037" y="47"/>
                    <a:pt x="985" y="23"/>
                  </a:cubicBezTo>
                  <a:cubicBezTo>
                    <a:pt x="946" y="7"/>
                    <a:pt x="905" y="0"/>
                    <a:pt x="86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65"/>
            <p:cNvSpPr/>
            <p:nvPr/>
          </p:nvSpPr>
          <p:spPr>
            <a:xfrm flipH="1">
              <a:off x="7744682" y="2913256"/>
              <a:ext cx="128702" cy="111623"/>
            </a:xfrm>
            <a:custGeom>
              <a:avLst/>
              <a:gdLst/>
              <a:ahLst/>
              <a:cxnLst/>
              <a:rect l="l" t="t" r="r" b="b"/>
              <a:pathLst>
                <a:path w="957" h="830" extrusionOk="0">
                  <a:moveTo>
                    <a:pt x="480" y="1"/>
                  </a:moveTo>
                  <a:cubicBezTo>
                    <a:pt x="468" y="1"/>
                    <a:pt x="456" y="5"/>
                    <a:pt x="448" y="9"/>
                  </a:cubicBezTo>
                  <a:cubicBezTo>
                    <a:pt x="296" y="105"/>
                    <a:pt x="268" y="301"/>
                    <a:pt x="180" y="457"/>
                  </a:cubicBezTo>
                  <a:cubicBezTo>
                    <a:pt x="156" y="497"/>
                    <a:pt x="132" y="533"/>
                    <a:pt x="104" y="573"/>
                  </a:cubicBezTo>
                  <a:lnTo>
                    <a:pt x="0" y="717"/>
                  </a:lnTo>
                  <a:lnTo>
                    <a:pt x="0" y="725"/>
                  </a:lnTo>
                  <a:cubicBezTo>
                    <a:pt x="14" y="701"/>
                    <a:pt x="42" y="683"/>
                    <a:pt x="72" y="683"/>
                  </a:cubicBezTo>
                  <a:cubicBezTo>
                    <a:pt x="77" y="683"/>
                    <a:pt x="83" y="684"/>
                    <a:pt x="88" y="685"/>
                  </a:cubicBezTo>
                  <a:cubicBezTo>
                    <a:pt x="120" y="693"/>
                    <a:pt x="152" y="705"/>
                    <a:pt x="184" y="721"/>
                  </a:cubicBezTo>
                  <a:cubicBezTo>
                    <a:pt x="240" y="745"/>
                    <a:pt x="300" y="761"/>
                    <a:pt x="360" y="773"/>
                  </a:cubicBezTo>
                  <a:lnTo>
                    <a:pt x="544" y="817"/>
                  </a:lnTo>
                  <a:cubicBezTo>
                    <a:pt x="572" y="826"/>
                    <a:pt x="601" y="829"/>
                    <a:pt x="630" y="829"/>
                  </a:cubicBezTo>
                  <a:cubicBezTo>
                    <a:pt x="655" y="829"/>
                    <a:pt x="680" y="826"/>
                    <a:pt x="704" y="821"/>
                  </a:cubicBezTo>
                  <a:cubicBezTo>
                    <a:pt x="728" y="809"/>
                    <a:pt x="748" y="797"/>
                    <a:pt x="768" y="777"/>
                  </a:cubicBezTo>
                  <a:cubicBezTo>
                    <a:pt x="840" y="717"/>
                    <a:pt x="904" y="645"/>
                    <a:pt x="956" y="565"/>
                  </a:cubicBezTo>
                  <a:cubicBezTo>
                    <a:pt x="917" y="502"/>
                    <a:pt x="850" y="464"/>
                    <a:pt x="778" y="464"/>
                  </a:cubicBezTo>
                  <a:cubicBezTo>
                    <a:pt x="763" y="464"/>
                    <a:pt x="748" y="465"/>
                    <a:pt x="732" y="469"/>
                  </a:cubicBezTo>
                  <a:cubicBezTo>
                    <a:pt x="660" y="485"/>
                    <a:pt x="604" y="537"/>
                    <a:pt x="540" y="577"/>
                  </a:cubicBezTo>
                  <a:cubicBezTo>
                    <a:pt x="456" y="629"/>
                    <a:pt x="358" y="657"/>
                    <a:pt x="259" y="657"/>
                  </a:cubicBezTo>
                  <a:cubicBezTo>
                    <a:pt x="237" y="657"/>
                    <a:pt x="215" y="656"/>
                    <a:pt x="192" y="653"/>
                  </a:cubicBezTo>
                  <a:cubicBezTo>
                    <a:pt x="272" y="581"/>
                    <a:pt x="300" y="469"/>
                    <a:pt x="336" y="365"/>
                  </a:cubicBezTo>
                  <a:cubicBezTo>
                    <a:pt x="372" y="265"/>
                    <a:pt x="420" y="173"/>
                    <a:pt x="480" y="89"/>
                  </a:cubicBezTo>
                  <a:cubicBezTo>
                    <a:pt x="492" y="73"/>
                    <a:pt x="500" y="57"/>
                    <a:pt x="504" y="41"/>
                  </a:cubicBezTo>
                  <a:cubicBezTo>
                    <a:pt x="508" y="21"/>
                    <a:pt x="496" y="5"/>
                    <a:pt x="480" y="1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6" name="Google Shape;3336;p65">
            <a:extLst>
              <a:ext uri="{FF2B5EF4-FFF2-40B4-BE49-F238E27FC236}">
                <a16:creationId xmlns:a16="http://schemas.microsoft.com/office/drawing/2014/main" id="{B8128738-A284-4C05-89EF-6D4ECC5FE912}"/>
              </a:ext>
            </a:extLst>
          </p:cNvPr>
          <p:cNvSpPr txBox="1">
            <a:spLocks/>
          </p:cNvSpPr>
          <p:nvPr/>
        </p:nvSpPr>
        <p:spPr>
          <a:xfrm>
            <a:off x="163729" y="2644065"/>
            <a:ext cx="6593093" cy="1089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None/>
              <a:defRPr sz="20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None/>
              <a:defRPr sz="20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None/>
              <a:defRPr sz="20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None/>
              <a:defRPr sz="20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None/>
              <a:defRPr sz="20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None/>
              <a:defRPr sz="20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None/>
              <a:defRPr sz="20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None/>
              <a:defRPr sz="20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oppins"/>
              <a:buNone/>
              <a:defRPr sz="20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pl-PL" sz="1400" i="1" dirty="0"/>
              <a:t>aplikacij</a:t>
            </a:r>
            <a:r>
              <a:rPr lang="en-US" sz="1400" i="1" dirty="0"/>
              <a:t>a</a:t>
            </a:r>
            <a:r>
              <a:rPr lang="pl-PL" sz="1400" i="1" dirty="0"/>
              <a:t> za upravljanje i nadzor pomoću kontrolera cRIO </a:t>
            </a:r>
            <a:endParaRPr lang="sr-Latn-RS" sz="14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3" name="Google Shape;3753;p66"/>
          <p:cNvSpPr txBox="1">
            <a:spLocks noGrp="1"/>
          </p:cNvSpPr>
          <p:nvPr>
            <p:ph type="title"/>
          </p:nvPr>
        </p:nvSpPr>
        <p:spPr>
          <a:xfrm>
            <a:off x="720000" y="4064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Opis procesa</a:t>
            </a:r>
            <a:endParaRPr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54" name="Google Shape;3754;p66"/>
          <p:cNvSpPr txBox="1">
            <a:spLocks noGrp="1"/>
          </p:cNvSpPr>
          <p:nvPr>
            <p:ph type="body" idx="1"/>
          </p:nvPr>
        </p:nvSpPr>
        <p:spPr>
          <a:xfrm>
            <a:off x="296931" y="1238500"/>
            <a:ext cx="8522603" cy="35768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sr-Latn-RS" sz="1400" dirty="0"/>
              <a:t>Sistem automatski transportuj</a:t>
            </a:r>
            <a:r>
              <a:rPr lang="en-US" sz="1400" dirty="0"/>
              <a:t>e</a:t>
            </a:r>
            <a:r>
              <a:rPr lang="sr-Latn-RS" sz="1400" dirty="0"/>
              <a:t>, buš</a:t>
            </a:r>
            <a:r>
              <a:rPr lang="en-US" sz="1400" dirty="0" err="1"/>
              <a:t>i</a:t>
            </a:r>
            <a:r>
              <a:rPr lang="sr-Latn-RS" sz="1400" dirty="0"/>
              <a:t>, podiž</a:t>
            </a:r>
            <a:r>
              <a:rPr lang="en-US" sz="1400" dirty="0"/>
              <a:t>e</a:t>
            </a:r>
            <a:r>
              <a:rPr lang="sr-Latn-RS" sz="1400" dirty="0"/>
              <a:t> i izbacuj</a:t>
            </a:r>
            <a:r>
              <a:rPr lang="en-US" sz="1400" dirty="0"/>
              <a:t>e</a:t>
            </a:r>
            <a:r>
              <a:rPr lang="sr-Latn-RS" sz="1400" dirty="0"/>
              <a:t> radne komade</a:t>
            </a:r>
            <a:endParaRPr lang="en-US" sz="1400" dirty="0"/>
          </a:p>
          <a:p>
            <a:pPr marL="171450" indent="-171450"/>
            <a:endParaRPr lang="en-US" sz="1400" dirty="0"/>
          </a:p>
          <a:p>
            <a:pPr marL="171450" indent="-171450"/>
            <a:r>
              <a:rPr lang="sr-Latn-RS" sz="1400" b="1" dirty="0"/>
              <a:t>"Separation" cilindar</a:t>
            </a:r>
            <a:r>
              <a:rPr lang="sr-Latn-RS" sz="1400" dirty="0"/>
              <a:t> gura radni komad ispod magacina na sto za bušenje</a:t>
            </a:r>
            <a:endParaRPr lang="en-US" sz="1400" dirty="0"/>
          </a:p>
          <a:p>
            <a:pPr marL="171450" indent="-171450"/>
            <a:endParaRPr lang="en-US" sz="1400" dirty="0"/>
          </a:p>
          <a:p>
            <a:pPr marL="171450" indent="-171450"/>
            <a:r>
              <a:rPr lang="sr-Latn-RS" sz="1400" b="1" dirty="0"/>
              <a:t>"Drill" cilindar</a:t>
            </a:r>
            <a:r>
              <a:rPr lang="sr-Latn-RS" sz="1400" dirty="0"/>
              <a:t> spušta burgiju, koja se uključuje preko releja </a:t>
            </a:r>
            <a:r>
              <a:rPr lang="sr-Latn-RS" sz="1400" b="1" dirty="0"/>
              <a:t>K1</a:t>
            </a:r>
            <a:endParaRPr lang="en-US" sz="1400" b="1" dirty="0"/>
          </a:p>
          <a:p>
            <a:pPr marL="171450" indent="-171450"/>
            <a:endParaRPr lang="en-US" sz="1400" b="1" dirty="0"/>
          </a:p>
          <a:p>
            <a:pPr marL="171450" indent="-171450"/>
            <a:r>
              <a:rPr lang="sr-Latn-RS" sz="1400" b="1" dirty="0"/>
              <a:t>"Discharge" cilindar</a:t>
            </a:r>
            <a:r>
              <a:rPr lang="sr-Latn-RS" sz="1400" dirty="0"/>
              <a:t> podiže obrađeni komad, nakon čega se komprimovanim vazduhom</a:t>
            </a:r>
            <a:r>
              <a:rPr lang="en-US" sz="1400" dirty="0"/>
              <a:t> </a:t>
            </a:r>
            <a:r>
              <a:rPr lang="sr-Latn-RS" sz="1400" dirty="0"/>
              <a:t>komad izduvava sa stola</a:t>
            </a:r>
            <a:endParaRPr lang="en-US" sz="1400" dirty="0"/>
          </a:p>
          <a:p>
            <a:pPr marL="171450" indent="-171450"/>
            <a:endParaRPr lang="en-US" sz="1400" dirty="0"/>
          </a:p>
          <a:p>
            <a:pPr marL="171450" indent="-171450"/>
            <a:r>
              <a:rPr lang="sr-Latn-RS" sz="1400" dirty="0"/>
              <a:t>Sva tri cilindra se upravljaju preko </a:t>
            </a:r>
            <a:r>
              <a:rPr lang="sr-Latn-RS" sz="1400" b="1" dirty="0"/>
              <a:t>5/3-way ventila</a:t>
            </a:r>
            <a:r>
              <a:rPr lang="sr-Latn-RS" sz="1400" dirty="0"/>
              <a:t>, elektromagnetno aktiviranih signalima</a:t>
            </a:r>
            <a:r>
              <a:rPr lang="en-US" sz="1400" dirty="0"/>
              <a:t>    </a:t>
            </a:r>
            <a:r>
              <a:rPr lang="sr-Latn-RS" sz="1400" dirty="0"/>
              <a:t> </a:t>
            </a:r>
            <a:r>
              <a:rPr lang="sr-Latn-RS" sz="1400" b="1" dirty="0"/>
              <a:t>Y1–Y</a:t>
            </a:r>
            <a:r>
              <a:rPr lang="en-US" sz="1400" b="1" dirty="0"/>
              <a:t>6</a:t>
            </a:r>
          </a:p>
          <a:p>
            <a:pPr marL="171450" indent="-171450"/>
            <a:endParaRPr lang="en-US" sz="1400" b="1" dirty="0"/>
          </a:p>
          <a:p>
            <a:pPr marL="171450" indent="-171450"/>
            <a:r>
              <a:rPr lang="sr-Latn-RS" sz="1400" dirty="0"/>
              <a:t>Senzori </a:t>
            </a:r>
            <a:r>
              <a:rPr lang="sr-Latn-RS" sz="1400" b="1" dirty="0"/>
              <a:t>B1–B7</a:t>
            </a:r>
            <a:r>
              <a:rPr lang="sr-Latn-RS" sz="1400" dirty="0"/>
              <a:t> javljaju krajnje pozicije cilindara, a </a:t>
            </a:r>
            <a:r>
              <a:rPr lang="sr-Latn-RS" sz="1400" b="1" dirty="0"/>
              <a:t>B8/B9</a:t>
            </a:r>
            <a:r>
              <a:rPr lang="sr-Latn-RS" sz="1400" dirty="0"/>
              <a:t> prate poziciju radnog komada</a:t>
            </a:r>
            <a:endParaRPr lang="en-US" sz="1400" dirty="0"/>
          </a:p>
          <a:p>
            <a:pPr marL="171450" indent="-171450"/>
            <a:endParaRPr lang="en-US" sz="1400" dirty="0"/>
          </a:p>
          <a:p>
            <a:pPr marL="171450" indent="-171450"/>
            <a:r>
              <a:rPr lang="sr-Latn-RS" sz="1400" dirty="0"/>
              <a:t>U slučaju greške, komad se uklanja ručno pomoću dugmeta </a:t>
            </a:r>
            <a:r>
              <a:rPr lang="sr-Latn-RS" sz="1400" b="1" dirty="0"/>
              <a:t>"Remove Workpiece"</a:t>
            </a:r>
            <a:endParaRPr sz="14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9" name="Google Shape;3759;p67"/>
          <p:cNvSpPr txBox="1">
            <a:spLocks noGrp="1"/>
          </p:cNvSpPr>
          <p:nvPr>
            <p:ph type="title"/>
          </p:nvPr>
        </p:nvSpPr>
        <p:spPr>
          <a:xfrm>
            <a:off x="2017650" y="1417975"/>
            <a:ext cx="5108700" cy="17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Upravljačka tabla i signali </a:t>
            </a:r>
            <a:endParaRPr sz="4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60" name="Google Shape;3760;p67"/>
          <p:cNvSpPr txBox="1">
            <a:spLocks noGrp="1"/>
          </p:cNvSpPr>
          <p:nvPr>
            <p:ph type="subTitle" idx="1"/>
          </p:nvPr>
        </p:nvSpPr>
        <p:spPr>
          <a:xfrm>
            <a:off x="518574" y="3082663"/>
            <a:ext cx="5752625" cy="2109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60"/>
              </a:spcBef>
              <a:spcAft>
                <a:spcPts val="900"/>
              </a:spcAft>
              <a:buNone/>
            </a:pPr>
            <a:r>
              <a:rPr lang="pl-PL" sz="1200" b="1" dirty="0"/>
              <a:t>S1 (System On)</a:t>
            </a:r>
            <a:r>
              <a:rPr lang="pl-PL" sz="1200" dirty="0"/>
              <a:t> – uključuje sistem u automatskom režimu</a:t>
            </a:r>
            <a:endParaRPr lang="en-US" sz="1200" dirty="0"/>
          </a:p>
          <a:p>
            <a:pPr marL="0" lvl="0" indent="0" algn="just" rtl="0">
              <a:spcBef>
                <a:spcPts val="60"/>
              </a:spcBef>
              <a:spcAft>
                <a:spcPts val="900"/>
              </a:spcAft>
              <a:buNone/>
            </a:pPr>
            <a:r>
              <a:rPr lang="en-US" sz="1200" b="1" dirty="0"/>
              <a:t>S2 (System Off)</a:t>
            </a:r>
            <a:r>
              <a:rPr lang="en-US" sz="1200" dirty="0"/>
              <a:t> – </a:t>
            </a:r>
            <a:r>
              <a:rPr lang="en-US" sz="1200" dirty="0" err="1"/>
              <a:t>isključuje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endParaRPr lang="en-US" sz="1200" dirty="0"/>
          </a:p>
          <a:p>
            <a:pPr marL="0" lvl="0" indent="0" algn="just" rtl="0">
              <a:spcBef>
                <a:spcPts val="60"/>
              </a:spcBef>
              <a:spcAft>
                <a:spcPts val="900"/>
              </a:spcAft>
              <a:buNone/>
            </a:pPr>
            <a:r>
              <a:rPr lang="en-US" sz="1200" b="1" dirty="0"/>
              <a:t>S3 (Fault Acknowledge)</a:t>
            </a:r>
            <a:r>
              <a:rPr lang="en-US" sz="1200" dirty="0"/>
              <a:t> – </a:t>
            </a:r>
            <a:r>
              <a:rPr lang="en-US" sz="1200" dirty="0" err="1"/>
              <a:t>potvrda</a:t>
            </a:r>
            <a:r>
              <a:rPr lang="en-US" sz="1200" dirty="0"/>
              <a:t>/reset </a:t>
            </a:r>
            <a:r>
              <a:rPr lang="en-US" sz="1200" dirty="0" err="1"/>
              <a:t>greške</a:t>
            </a:r>
            <a:endParaRPr lang="en-US" sz="1200" dirty="0"/>
          </a:p>
          <a:p>
            <a:pPr marL="0" lvl="0" indent="0" algn="just" rtl="0">
              <a:spcBef>
                <a:spcPts val="60"/>
              </a:spcBef>
              <a:spcAft>
                <a:spcPts val="900"/>
              </a:spcAft>
              <a:buNone/>
            </a:pPr>
            <a:r>
              <a:rPr lang="en-US" sz="1200" b="1" dirty="0"/>
              <a:t>S4 (Emergency-Off)</a:t>
            </a:r>
            <a:r>
              <a:rPr lang="en-US" sz="1200" dirty="0"/>
              <a:t> – </a:t>
            </a:r>
            <a:r>
              <a:rPr lang="en-US" sz="1200" dirty="0" err="1"/>
              <a:t>isključuje</a:t>
            </a:r>
            <a:r>
              <a:rPr lang="en-US" sz="1200" dirty="0"/>
              <a:t> </a:t>
            </a:r>
            <a:r>
              <a:rPr lang="en-US" sz="1200" dirty="0" err="1"/>
              <a:t>sve</a:t>
            </a:r>
            <a:r>
              <a:rPr lang="en-US" sz="1200" dirty="0"/>
              <a:t> </a:t>
            </a:r>
            <a:r>
              <a:rPr lang="en-US" sz="1200" dirty="0" err="1"/>
              <a:t>aktuatore</a:t>
            </a:r>
            <a:endParaRPr lang="en-US" sz="1200" dirty="0"/>
          </a:p>
          <a:p>
            <a:pPr marL="0" lvl="0" indent="0" algn="just" rtl="0">
              <a:spcBef>
                <a:spcPts val="60"/>
              </a:spcBef>
              <a:spcAft>
                <a:spcPts val="900"/>
              </a:spcAft>
              <a:buNone/>
            </a:pPr>
            <a:r>
              <a:rPr lang="sr-Latn-RS" sz="1200" b="1" dirty="0"/>
              <a:t>H1 (LED System On)</a:t>
            </a:r>
            <a:r>
              <a:rPr lang="sr-Latn-RS" sz="1200" dirty="0"/>
              <a:t> – signalizira uključen sistem (treperi pri isključivanju)</a:t>
            </a:r>
            <a:endParaRPr lang="en-US" sz="1200" dirty="0"/>
          </a:p>
          <a:p>
            <a:pPr marL="0" lvl="0" indent="0" algn="just" rtl="0">
              <a:spcBef>
                <a:spcPts val="60"/>
              </a:spcBef>
              <a:spcAft>
                <a:spcPts val="900"/>
              </a:spcAft>
              <a:buNone/>
            </a:pPr>
            <a:r>
              <a:rPr lang="sr-Latn-RS" sz="1200" b="1" dirty="0"/>
              <a:t>H2 (Fault lamp)</a:t>
            </a:r>
            <a:r>
              <a:rPr lang="sr-Latn-RS" sz="1200" dirty="0"/>
              <a:t> – signalizira grešku</a:t>
            </a:r>
            <a:endParaRPr sz="1400" dirty="0"/>
          </a:p>
        </p:txBody>
      </p:sp>
      <p:grpSp>
        <p:nvGrpSpPr>
          <p:cNvPr id="3761" name="Google Shape;3761;p67"/>
          <p:cNvGrpSpPr/>
          <p:nvPr/>
        </p:nvGrpSpPr>
        <p:grpSpPr>
          <a:xfrm>
            <a:off x="1048701" y="675269"/>
            <a:ext cx="1795582" cy="1412655"/>
            <a:chOff x="1048701" y="522869"/>
            <a:chExt cx="1795582" cy="1412655"/>
          </a:xfrm>
        </p:grpSpPr>
        <p:sp>
          <p:nvSpPr>
            <p:cNvPr id="3762" name="Google Shape;3762;p67"/>
            <p:cNvSpPr/>
            <p:nvPr/>
          </p:nvSpPr>
          <p:spPr>
            <a:xfrm>
              <a:off x="1048701" y="523589"/>
              <a:ext cx="1794863" cy="1411930"/>
            </a:xfrm>
            <a:custGeom>
              <a:avLst/>
              <a:gdLst/>
              <a:ahLst/>
              <a:cxnLst/>
              <a:rect l="l" t="t" r="r" b="b"/>
              <a:pathLst>
                <a:path w="9982" h="7853" extrusionOk="0">
                  <a:moveTo>
                    <a:pt x="997" y="1"/>
                  </a:moveTo>
                  <a:cubicBezTo>
                    <a:pt x="897" y="1"/>
                    <a:pt x="797" y="2"/>
                    <a:pt x="697" y="4"/>
                  </a:cubicBezTo>
                  <a:cubicBezTo>
                    <a:pt x="497" y="8"/>
                    <a:pt x="297" y="12"/>
                    <a:pt x="97" y="24"/>
                  </a:cubicBezTo>
                  <a:lnTo>
                    <a:pt x="1" y="32"/>
                  </a:lnTo>
                  <a:lnTo>
                    <a:pt x="77" y="92"/>
                  </a:lnTo>
                  <a:cubicBezTo>
                    <a:pt x="149" y="148"/>
                    <a:pt x="213" y="236"/>
                    <a:pt x="201" y="316"/>
                  </a:cubicBezTo>
                  <a:cubicBezTo>
                    <a:pt x="193" y="356"/>
                    <a:pt x="173" y="392"/>
                    <a:pt x="145" y="424"/>
                  </a:cubicBezTo>
                  <a:lnTo>
                    <a:pt x="137" y="428"/>
                  </a:lnTo>
                  <a:lnTo>
                    <a:pt x="129" y="440"/>
                  </a:lnTo>
                  <a:lnTo>
                    <a:pt x="117" y="452"/>
                  </a:lnTo>
                  <a:cubicBezTo>
                    <a:pt x="109" y="464"/>
                    <a:pt x="97" y="480"/>
                    <a:pt x="93" y="496"/>
                  </a:cubicBezTo>
                  <a:cubicBezTo>
                    <a:pt x="77" y="520"/>
                    <a:pt x="69" y="548"/>
                    <a:pt x="61" y="576"/>
                  </a:cubicBezTo>
                  <a:cubicBezTo>
                    <a:pt x="29" y="680"/>
                    <a:pt x="13" y="784"/>
                    <a:pt x="9" y="892"/>
                  </a:cubicBezTo>
                  <a:cubicBezTo>
                    <a:pt x="1" y="996"/>
                    <a:pt x="1" y="1104"/>
                    <a:pt x="9" y="1208"/>
                  </a:cubicBezTo>
                  <a:cubicBezTo>
                    <a:pt x="21" y="1416"/>
                    <a:pt x="53" y="1624"/>
                    <a:pt x="109" y="1828"/>
                  </a:cubicBezTo>
                  <a:cubicBezTo>
                    <a:pt x="137" y="1936"/>
                    <a:pt x="181" y="2036"/>
                    <a:pt x="237" y="2128"/>
                  </a:cubicBezTo>
                  <a:cubicBezTo>
                    <a:pt x="253" y="2152"/>
                    <a:pt x="269" y="2176"/>
                    <a:pt x="289" y="2200"/>
                  </a:cubicBezTo>
                  <a:cubicBezTo>
                    <a:pt x="309" y="2224"/>
                    <a:pt x="329" y="2244"/>
                    <a:pt x="345" y="2260"/>
                  </a:cubicBezTo>
                  <a:cubicBezTo>
                    <a:pt x="385" y="2296"/>
                    <a:pt x="421" y="2332"/>
                    <a:pt x="461" y="2368"/>
                  </a:cubicBezTo>
                  <a:cubicBezTo>
                    <a:pt x="621" y="2504"/>
                    <a:pt x="789" y="2624"/>
                    <a:pt x="969" y="2736"/>
                  </a:cubicBezTo>
                  <a:cubicBezTo>
                    <a:pt x="1145" y="2848"/>
                    <a:pt x="1341" y="2936"/>
                    <a:pt x="1545" y="2992"/>
                  </a:cubicBezTo>
                  <a:cubicBezTo>
                    <a:pt x="1597" y="3008"/>
                    <a:pt x="1653" y="3012"/>
                    <a:pt x="1709" y="3012"/>
                  </a:cubicBezTo>
                  <a:cubicBezTo>
                    <a:pt x="1757" y="3012"/>
                    <a:pt x="1809" y="3016"/>
                    <a:pt x="1857" y="3020"/>
                  </a:cubicBezTo>
                  <a:cubicBezTo>
                    <a:pt x="1957" y="3032"/>
                    <a:pt x="2057" y="3056"/>
                    <a:pt x="2149" y="3088"/>
                  </a:cubicBezTo>
                  <a:cubicBezTo>
                    <a:pt x="2245" y="3120"/>
                    <a:pt x="2333" y="3168"/>
                    <a:pt x="2417" y="3224"/>
                  </a:cubicBezTo>
                  <a:cubicBezTo>
                    <a:pt x="2477" y="3264"/>
                    <a:pt x="2533" y="3312"/>
                    <a:pt x="2585" y="3364"/>
                  </a:cubicBezTo>
                  <a:cubicBezTo>
                    <a:pt x="2385" y="3392"/>
                    <a:pt x="2201" y="3456"/>
                    <a:pt x="2017" y="3476"/>
                  </a:cubicBezTo>
                  <a:cubicBezTo>
                    <a:pt x="1969" y="3480"/>
                    <a:pt x="1913" y="3484"/>
                    <a:pt x="1861" y="3488"/>
                  </a:cubicBezTo>
                  <a:lnTo>
                    <a:pt x="1785" y="3488"/>
                  </a:lnTo>
                  <a:lnTo>
                    <a:pt x="1701" y="3480"/>
                  </a:lnTo>
                  <a:cubicBezTo>
                    <a:pt x="1597" y="3472"/>
                    <a:pt x="1485" y="3456"/>
                    <a:pt x="1377" y="3448"/>
                  </a:cubicBezTo>
                  <a:cubicBezTo>
                    <a:pt x="1282" y="3438"/>
                    <a:pt x="1187" y="3432"/>
                    <a:pt x="1093" y="3432"/>
                  </a:cubicBezTo>
                  <a:cubicBezTo>
                    <a:pt x="966" y="3432"/>
                    <a:pt x="840" y="3442"/>
                    <a:pt x="717" y="3460"/>
                  </a:cubicBezTo>
                  <a:cubicBezTo>
                    <a:pt x="605" y="3476"/>
                    <a:pt x="497" y="3516"/>
                    <a:pt x="401" y="3572"/>
                  </a:cubicBezTo>
                  <a:cubicBezTo>
                    <a:pt x="305" y="3628"/>
                    <a:pt x="225" y="3708"/>
                    <a:pt x="169" y="3808"/>
                  </a:cubicBezTo>
                  <a:cubicBezTo>
                    <a:pt x="157" y="3968"/>
                    <a:pt x="157" y="4132"/>
                    <a:pt x="165" y="4292"/>
                  </a:cubicBezTo>
                  <a:cubicBezTo>
                    <a:pt x="169" y="4372"/>
                    <a:pt x="173" y="4452"/>
                    <a:pt x="185" y="4532"/>
                  </a:cubicBezTo>
                  <a:cubicBezTo>
                    <a:pt x="189" y="4576"/>
                    <a:pt x="197" y="4616"/>
                    <a:pt x="205" y="4656"/>
                  </a:cubicBezTo>
                  <a:cubicBezTo>
                    <a:pt x="213" y="4696"/>
                    <a:pt x="221" y="4736"/>
                    <a:pt x="237" y="4776"/>
                  </a:cubicBezTo>
                  <a:cubicBezTo>
                    <a:pt x="241" y="4796"/>
                    <a:pt x="249" y="4820"/>
                    <a:pt x="257" y="4836"/>
                  </a:cubicBezTo>
                  <a:lnTo>
                    <a:pt x="281" y="4896"/>
                  </a:lnTo>
                  <a:lnTo>
                    <a:pt x="301" y="4944"/>
                  </a:lnTo>
                  <a:cubicBezTo>
                    <a:pt x="305" y="4960"/>
                    <a:pt x="309" y="4980"/>
                    <a:pt x="317" y="4996"/>
                  </a:cubicBezTo>
                  <a:cubicBezTo>
                    <a:pt x="325" y="5036"/>
                    <a:pt x="329" y="5072"/>
                    <a:pt x="329" y="5108"/>
                  </a:cubicBezTo>
                  <a:cubicBezTo>
                    <a:pt x="333" y="5148"/>
                    <a:pt x="333" y="5184"/>
                    <a:pt x="329" y="5224"/>
                  </a:cubicBezTo>
                  <a:cubicBezTo>
                    <a:pt x="325" y="5300"/>
                    <a:pt x="317" y="5376"/>
                    <a:pt x="301" y="5452"/>
                  </a:cubicBezTo>
                  <a:cubicBezTo>
                    <a:pt x="289" y="5492"/>
                    <a:pt x="281" y="5528"/>
                    <a:pt x="269" y="5564"/>
                  </a:cubicBezTo>
                  <a:cubicBezTo>
                    <a:pt x="261" y="5604"/>
                    <a:pt x="249" y="5640"/>
                    <a:pt x="233" y="5676"/>
                  </a:cubicBezTo>
                  <a:lnTo>
                    <a:pt x="201" y="5764"/>
                  </a:lnTo>
                  <a:lnTo>
                    <a:pt x="297" y="5756"/>
                  </a:lnTo>
                  <a:cubicBezTo>
                    <a:pt x="324" y="5754"/>
                    <a:pt x="351" y="5753"/>
                    <a:pt x="378" y="5753"/>
                  </a:cubicBezTo>
                  <a:cubicBezTo>
                    <a:pt x="556" y="5753"/>
                    <a:pt x="732" y="5798"/>
                    <a:pt x="885" y="5888"/>
                  </a:cubicBezTo>
                  <a:cubicBezTo>
                    <a:pt x="905" y="5900"/>
                    <a:pt x="925" y="5912"/>
                    <a:pt x="945" y="5928"/>
                  </a:cubicBezTo>
                  <a:cubicBezTo>
                    <a:pt x="965" y="5940"/>
                    <a:pt x="985" y="5960"/>
                    <a:pt x="1005" y="5976"/>
                  </a:cubicBezTo>
                  <a:lnTo>
                    <a:pt x="1013" y="5984"/>
                  </a:lnTo>
                  <a:lnTo>
                    <a:pt x="1021" y="5988"/>
                  </a:lnTo>
                  <a:lnTo>
                    <a:pt x="1041" y="6004"/>
                  </a:lnTo>
                  <a:cubicBezTo>
                    <a:pt x="1057" y="6016"/>
                    <a:pt x="1069" y="6024"/>
                    <a:pt x="1085" y="6032"/>
                  </a:cubicBezTo>
                  <a:cubicBezTo>
                    <a:pt x="1109" y="6048"/>
                    <a:pt x="1137" y="6060"/>
                    <a:pt x="1165" y="6072"/>
                  </a:cubicBezTo>
                  <a:cubicBezTo>
                    <a:pt x="1269" y="6116"/>
                    <a:pt x="1377" y="6148"/>
                    <a:pt x="1489" y="6172"/>
                  </a:cubicBezTo>
                  <a:cubicBezTo>
                    <a:pt x="1705" y="6220"/>
                    <a:pt x="1921" y="6260"/>
                    <a:pt x="2137" y="6288"/>
                  </a:cubicBezTo>
                  <a:cubicBezTo>
                    <a:pt x="2357" y="6316"/>
                    <a:pt x="2573" y="6340"/>
                    <a:pt x="2793" y="6356"/>
                  </a:cubicBezTo>
                  <a:cubicBezTo>
                    <a:pt x="3013" y="6376"/>
                    <a:pt x="3229" y="6388"/>
                    <a:pt x="3449" y="6388"/>
                  </a:cubicBezTo>
                  <a:cubicBezTo>
                    <a:pt x="3503" y="6390"/>
                    <a:pt x="3557" y="6391"/>
                    <a:pt x="3611" y="6391"/>
                  </a:cubicBezTo>
                  <a:cubicBezTo>
                    <a:pt x="3780" y="6391"/>
                    <a:pt x="3946" y="6381"/>
                    <a:pt x="4113" y="6360"/>
                  </a:cubicBezTo>
                  <a:cubicBezTo>
                    <a:pt x="4169" y="6352"/>
                    <a:pt x="4229" y="6340"/>
                    <a:pt x="4281" y="6320"/>
                  </a:cubicBezTo>
                  <a:cubicBezTo>
                    <a:pt x="4297" y="6316"/>
                    <a:pt x="4309" y="6308"/>
                    <a:pt x="4321" y="6300"/>
                  </a:cubicBezTo>
                  <a:lnTo>
                    <a:pt x="4333" y="6296"/>
                  </a:lnTo>
                  <a:lnTo>
                    <a:pt x="4337" y="6292"/>
                  </a:lnTo>
                  <a:lnTo>
                    <a:pt x="4341" y="6288"/>
                  </a:lnTo>
                  <a:lnTo>
                    <a:pt x="4361" y="6272"/>
                  </a:lnTo>
                  <a:cubicBezTo>
                    <a:pt x="4373" y="6264"/>
                    <a:pt x="4385" y="6256"/>
                    <a:pt x="4393" y="6244"/>
                  </a:cubicBezTo>
                  <a:lnTo>
                    <a:pt x="4421" y="6204"/>
                  </a:lnTo>
                  <a:cubicBezTo>
                    <a:pt x="4457" y="6156"/>
                    <a:pt x="4473" y="6096"/>
                    <a:pt x="4477" y="6036"/>
                  </a:cubicBezTo>
                  <a:cubicBezTo>
                    <a:pt x="4481" y="6008"/>
                    <a:pt x="4481" y="5980"/>
                    <a:pt x="4477" y="5952"/>
                  </a:cubicBezTo>
                  <a:lnTo>
                    <a:pt x="4477" y="5952"/>
                  </a:lnTo>
                  <a:cubicBezTo>
                    <a:pt x="4493" y="5960"/>
                    <a:pt x="4509" y="5976"/>
                    <a:pt x="4529" y="5992"/>
                  </a:cubicBezTo>
                  <a:cubicBezTo>
                    <a:pt x="4617" y="6060"/>
                    <a:pt x="4697" y="6136"/>
                    <a:pt x="4765" y="6216"/>
                  </a:cubicBezTo>
                  <a:cubicBezTo>
                    <a:pt x="4789" y="6244"/>
                    <a:pt x="4813" y="6276"/>
                    <a:pt x="4833" y="6304"/>
                  </a:cubicBezTo>
                  <a:cubicBezTo>
                    <a:pt x="4841" y="6320"/>
                    <a:pt x="4853" y="6340"/>
                    <a:pt x="4861" y="6356"/>
                  </a:cubicBezTo>
                  <a:cubicBezTo>
                    <a:pt x="4869" y="6372"/>
                    <a:pt x="4877" y="6392"/>
                    <a:pt x="4881" y="6408"/>
                  </a:cubicBezTo>
                  <a:cubicBezTo>
                    <a:pt x="4905" y="6496"/>
                    <a:pt x="4917" y="6584"/>
                    <a:pt x="4917" y="6676"/>
                  </a:cubicBezTo>
                  <a:cubicBezTo>
                    <a:pt x="4917" y="6784"/>
                    <a:pt x="4929" y="6892"/>
                    <a:pt x="4949" y="7000"/>
                  </a:cubicBezTo>
                  <a:cubicBezTo>
                    <a:pt x="4961" y="7064"/>
                    <a:pt x="4989" y="7124"/>
                    <a:pt x="5029" y="7176"/>
                  </a:cubicBezTo>
                  <a:cubicBezTo>
                    <a:pt x="5073" y="7232"/>
                    <a:pt x="5133" y="7276"/>
                    <a:pt x="5205" y="7292"/>
                  </a:cubicBezTo>
                  <a:cubicBezTo>
                    <a:pt x="5329" y="7328"/>
                    <a:pt x="5453" y="7348"/>
                    <a:pt x="5585" y="7372"/>
                  </a:cubicBezTo>
                  <a:cubicBezTo>
                    <a:pt x="5713" y="7396"/>
                    <a:pt x="5849" y="7416"/>
                    <a:pt x="5985" y="7444"/>
                  </a:cubicBezTo>
                  <a:cubicBezTo>
                    <a:pt x="6121" y="7472"/>
                    <a:pt x="6261" y="7500"/>
                    <a:pt x="6401" y="7540"/>
                  </a:cubicBezTo>
                  <a:cubicBezTo>
                    <a:pt x="6541" y="7576"/>
                    <a:pt x="6677" y="7632"/>
                    <a:pt x="6805" y="7708"/>
                  </a:cubicBezTo>
                  <a:cubicBezTo>
                    <a:pt x="6865" y="7744"/>
                    <a:pt x="6921" y="7792"/>
                    <a:pt x="6969" y="7852"/>
                  </a:cubicBezTo>
                  <a:lnTo>
                    <a:pt x="7309" y="7820"/>
                  </a:lnTo>
                  <a:cubicBezTo>
                    <a:pt x="7325" y="7740"/>
                    <a:pt x="7333" y="7660"/>
                    <a:pt x="7337" y="7580"/>
                  </a:cubicBezTo>
                  <a:cubicBezTo>
                    <a:pt x="7345" y="7500"/>
                    <a:pt x="7349" y="7420"/>
                    <a:pt x="7353" y="7336"/>
                  </a:cubicBezTo>
                  <a:cubicBezTo>
                    <a:pt x="7353" y="7296"/>
                    <a:pt x="7353" y="7256"/>
                    <a:pt x="7357" y="7216"/>
                  </a:cubicBezTo>
                  <a:cubicBezTo>
                    <a:pt x="7361" y="7176"/>
                    <a:pt x="7369" y="7140"/>
                    <a:pt x="7377" y="7100"/>
                  </a:cubicBezTo>
                  <a:cubicBezTo>
                    <a:pt x="7417" y="6944"/>
                    <a:pt x="7469" y="6788"/>
                    <a:pt x="7529" y="6640"/>
                  </a:cubicBezTo>
                  <a:cubicBezTo>
                    <a:pt x="7593" y="6484"/>
                    <a:pt x="7633" y="6316"/>
                    <a:pt x="7645" y="6152"/>
                  </a:cubicBezTo>
                  <a:cubicBezTo>
                    <a:pt x="7653" y="5976"/>
                    <a:pt x="7609" y="5804"/>
                    <a:pt x="7517" y="5656"/>
                  </a:cubicBezTo>
                  <a:cubicBezTo>
                    <a:pt x="7429" y="5528"/>
                    <a:pt x="7325" y="5416"/>
                    <a:pt x="7209" y="5316"/>
                  </a:cubicBezTo>
                  <a:lnTo>
                    <a:pt x="7209" y="5316"/>
                  </a:lnTo>
                  <a:cubicBezTo>
                    <a:pt x="7265" y="5328"/>
                    <a:pt x="7321" y="5332"/>
                    <a:pt x="7377" y="5336"/>
                  </a:cubicBezTo>
                  <a:cubicBezTo>
                    <a:pt x="7395" y="5338"/>
                    <a:pt x="7414" y="5339"/>
                    <a:pt x="7433" y="5339"/>
                  </a:cubicBezTo>
                  <a:cubicBezTo>
                    <a:pt x="7452" y="5339"/>
                    <a:pt x="7471" y="5338"/>
                    <a:pt x="7489" y="5336"/>
                  </a:cubicBezTo>
                  <a:cubicBezTo>
                    <a:pt x="7509" y="5336"/>
                    <a:pt x="7525" y="5336"/>
                    <a:pt x="7545" y="5332"/>
                  </a:cubicBezTo>
                  <a:cubicBezTo>
                    <a:pt x="7561" y="5328"/>
                    <a:pt x="7581" y="5324"/>
                    <a:pt x="7601" y="5316"/>
                  </a:cubicBezTo>
                  <a:cubicBezTo>
                    <a:pt x="7669" y="5292"/>
                    <a:pt x="7737" y="5260"/>
                    <a:pt x="7801" y="5228"/>
                  </a:cubicBezTo>
                  <a:cubicBezTo>
                    <a:pt x="7929" y="5160"/>
                    <a:pt x="8049" y="5088"/>
                    <a:pt x="8173" y="5012"/>
                  </a:cubicBezTo>
                  <a:lnTo>
                    <a:pt x="8537" y="4792"/>
                  </a:lnTo>
                  <a:cubicBezTo>
                    <a:pt x="8661" y="4716"/>
                    <a:pt x="8781" y="4640"/>
                    <a:pt x="8901" y="4572"/>
                  </a:cubicBezTo>
                  <a:cubicBezTo>
                    <a:pt x="8965" y="4536"/>
                    <a:pt x="9025" y="4500"/>
                    <a:pt x="9085" y="4468"/>
                  </a:cubicBezTo>
                  <a:cubicBezTo>
                    <a:pt x="9117" y="4456"/>
                    <a:pt x="9141" y="4440"/>
                    <a:pt x="9177" y="4424"/>
                  </a:cubicBezTo>
                  <a:lnTo>
                    <a:pt x="9277" y="4380"/>
                  </a:lnTo>
                  <a:cubicBezTo>
                    <a:pt x="9409" y="4312"/>
                    <a:pt x="9533" y="4224"/>
                    <a:pt x="9641" y="4120"/>
                  </a:cubicBezTo>
                  <a:cubicBezTo>
                    <a:pt x="9693" y="4068"/>
                    <a:pt x="9745" y="4016"/>
                    <a:pt x="9793" y="3964"/>
                  </a:cubicBezTo>
                  <a:cubicBezTo>
                    <a:pt x="9841" y="3908"/>
                    <a:pt x="9889" y="3852"/>
                    <a:pt x="9933" y="3792"/>
                  </a:cubicBezTo>
                  <a:lnTo>
                    <a:pt x="9981" y="3732"/>
                  </a:lnTo>
                  <a:lnTo>
                    <a:pt x="9909" y="3696"/>
                  </a:lnTo>
                  <a:cubicBezTo>
                    <a:pt x="9805" y="3636"/>
                    <a:pt x="9701" y="3572"/>
                    <a:pt x="9601" y="3504"/>
                  </a:cubicBezTo>
                  <a:cubicBezTo>
                    <a:pt x="9501" y="3432"/>
                    <a:pt x="9405" y="3360"/>
                    <a:pt x="9313" y="3280"/>
                  </a:cubicBezTo>
                  <a:cubicBezTo>
                    <a:pt x="9217" y="3200"/>
                    <a:pt x="9129" y="3116"/>
                    <a:pt x="9049" y="3028"/>
                  </a:cubicBezTo>
                  <a:cubicBezTo>
                    <a:pt x="9005" y="2984"/>
                    <a:pt x="8969" y="2932"/>
                    <a:pt x="8925" y="2888"/>
                  </a:cubicBezTo>
                  <a:lnTo>
                    <a:pt x="8865" y="2816"/>
                  </a:lnTo>
                  <a:lnTo>
                    <a:pt x="8797" y="2748"/>
                  </a:lnTo>
                  <a:cubicBezTo>
                    <a:pt x="8705" y="2660"/>
                    <a:pt x="8597" y="2588"/>
                    <a:pt x="8477" y="2540"/>
                  </a:cubicBezTo>
                  <a:cubicBezTo>
                    <a:pt x="8367" y="2500"/>
                    <a:pt x="8254" y="2479"/>
                    <a:pt x="8137" y="2479"/>
                  </a:cubicBezTo>
                  <a:cubicBezTo>
                    <a:pt x="8126" y="2479"/>
                    <a:pt x="8116" y="2480"/>
                    <a:pt x="8105" y="2480"/>
                  </a:cubicBezTo>
                  <a:cubicBezTo>
                    <a:pt x="7977" y="2484"/>
                    <a:pt x="7853" y="2504"/>
                    <a:pt x="7733" y="2540"/>
                  </a:cubicBezTo>
                  <a:cubicBezTo>
                    <a:pt x="7613" y="2576"/>
                    <a:pt x="7489" y="2616"/>
                    <a:pt x="7377" y="2660"/>
                  </a:cubicBezTo>
                  <a:cubicBezTo>
                    <a:pt x="7261" y="2704"/>
                    <a:pt x="7145" y="2752"/>
                    <a:pt x="7029" y="2788"/>
                  </a:cubicBezTo>
                  <a:cubicBezTo>
                    <a:pt x="6917" y="2828"/>
                    <a:pt x="6797" y="2852"/>
                    <a:pt x="6681" y="2856"/>
                  </a:cubicBezTo>
                  <a:cubicBezTo>
                    <a:pt x="6561" y="2856"/>
                    <a:pt x="6441" y="2840"/>
                    <a:pt x="6329" y="2808"/>
                  </a:cubicBezTo>
                  <a:cubicBezTo>
                    <a:pt x="6213" y="2780"/>
                    <a:pt x="6093" y="2740"/>
                    <a:pt x="5973" y="2708"/>
                  </a:cubicBezTo>
                  <a:cubicBezTo>
                    <a:pt x="5965" y="2704"/>
                    <a:pt x="5953" y="2700"/>
                    <a:pt x="5941" y="2700"/>
                  </a:cubicBezTo>
                  <a:cubicBezTo>
                    <a:pt x="6053" y="2596"/>
                    <a:pt x="6181" y="2512"/>
                    <a:pt x="6317" y="2452"/>
                  </a:cubicBezTo>
                  <a:cubicBezTo>
                    <a:pt x="6397" y="2416"/>
                    <a:pt x="6477" y="2400"/>
                    <a:pt x="6561" y="2396"/>
                  </a:cubicBezTo>
                  <a:lnTo>
                    <a:pt x="6629" y="2392"/>
                  </a:lnTo>
                  <a:cubicBezTo>
                    <a:pt x="6653" y="2392"/>
                    <a:pt x="6681" y="2384"/>
                    <a:pt x="6701" y="2380"/>
                  </a:cubicBezTo>
                  <a:cubicBezTo>
                    <a:pt x="6725" y="2376"/>
                    <a:pt x="6749" y="2368"/>
                    <a:pt x="6773" y="2360"/>
                  </a:cubicBezTo>
                  <a:cubicBezTo>
                    <a:pt x="6797" y="2352"/>
                    <a:pt x="6817" y="2340"/>
                    <a:pt x="6841" y="2332"/>
                  </a:cubicBezTo>
                  <a:cubicBezTo>
                    <a:pt x="6929" y="2284"/>
                    <a:pt x="7005" y="2212"/>
                    <a:pt x="7049" y="2120"/>
                  </a:cubicBezTo>
                  <a:cubicBezTo>
                    <a:pt x="7089" y="2024"/>
                    <a:pt x="7093" y="1916"/>
                    <a:pt x="7065" y="1820"/>
                  </a:cubicBezTo>
                  <a:cubicBezTo>
                    <a:pt x="7057" y="1796"/>
                    <a:pt x="7045" y="1772"/>
                    <a:pt x="7037" y="1748"/>
                  </a:cubicBezTo>
                  <a:cubicBezTo>
                    <a:pt x="7029" y="1724"/>
                    <a:pt x="7013" y="1704"/>
                    <a:pt x="7001" y="1684"/>
                  </a:cubicBezTo>
                  <a:cubicBezTo>
                    <a:pt x="7001" y="1680"/>
                    <a:pt x="6997" y="1676"/>
                    <a:pt x="6997" y="1672"/>
                  </a:cubicBezTo>
                  <a:lnTo>
                    <a:pt x="6989" y="1668"/>
                  </a:lnTo>
                  <a:lnTo>
                    <a:pt x="6981" y="1652"/>
                  </a:lnTo>
                  <a:lnTo>
                    <a:pt x="6961" y="1624"/>
                  </a:lnTo>
                  <a:cubicBezTo>
                    <a:pt x="6945" y="1608"/>
                    <a:pt x="6929" y="1588"/>
                    <a:pt x="6913" y="1572"/>
                  </a:cubicBezTo>
                  <a:cubicBezTo>
                    <a:pt x="6849" y="1504"/>
                    <a:pt x="6781" y="1444"/>
                    <a:pt x="6705" y="1388"/>
                  </a:cubicBezTo>
                  <a:cubicBezTo>
                    <a:pt x="6557" y="1284"/>
                    <a:pt x="6401" y="1200"/>
                    <a:pt x="6253" y="1104"/>
                  </a:cubicBezTo>
                  <a:cubicBezTo>
                    <a:pt x="6177" y="1060"/>
                    <a:pt x="6109" y="1008"/>
                    <a:pt x="6041" y="952"/>
                  </a:cubicBezTo>
                  <a:lnTo>
                    <a:pt x="5997" y="908"/>
                  </a:lnTo>
                  <a:cubicBezTo>
                    <a:pt x="5981" y="892"/>
                    <a:pt x="5969" y="876"/>
                    <a:pt x="5957" y="860"/>
                  </a:cubicBezTo>
                  <a:lnTo>
                    <a:pt x="5881" y="748"/>
                  </a:lnTo>
                  <a:cubicBezTo>
                    <a:pt x="5833" y="672"/>
                    <a:pt x="5777" y="604"/>
                    <a:pt x="5717" y="536"/>
                  </a:cubicBezTo>
                  <a:cubicBezTo>
                    <a:pt x="5657" y="468"/>
                    <a:pt x="5585" y="408"/>
                    <a:pt x="5509" y="360"/>
                  </a:cubicBezTo>
                  <a:cubicBezTo>
                    <a:pt x="5433" y="312"/>
                    <a:pt x="5353" y="272"/>
                    <a:pt x="5265" y="244"/>
                  </a:cubicBezTo>
                  <a:cubicBezTo>
                    <a:pt x="5177" y="216"/>
                    <a:pt x="5089" y="196"/>
                    <a:pt x="5001" y="184"/>
                  </a:cubicBezTo>
                  <a:lnTo>
                    <a:pt x="4961" y="180"/>
                  </a:lnTo>
                  <a:lnTo>
                    <a:pt x="4961" y="224"/>
                  </a:lnTo>
                  <a:cubicBezTo>
                    <a:pt x="4957" y="236"/>
                    <a:pt x="4953" y="252"/>
                    <a:pt x="4945" y="264"/>
                  </a:cubicBezTo>
                  <a:cubicBezTo>
                    <a:pt x="4933" y="280"/>
                    <a:pt x="4921" y="292"/>
                    <a:pt x="4905" y="300"/>
                  </a:cubicBezTo>
                  <a:cubicBezTo>
                    <a:pt x="4873" y="320"/>
                    <a:pt x="4837" y="332"/>
                    <a:pt x="4797" y="336"/>
                  </a:cubicBezTo>
                  <a:cubicBezTo>
                    <a:pt x="4766" y="339"/>
                    <a:pt x="4737" y="341"/>
                    <a:pt x="4707" y="341"/>
                  </a:cubicBezTo>
                  <a:cubicBezTo>
                    <a:pt x="4694" y="341"/>
                    <a:pt x="4682" y="341"/>
                    <a:pt x="4669" y="340"/>
                  </a:cubicBezTo>
                  <a:cubicBezTo>
                    <a:pt x="4629" y="336"/>
                    <a:pt x="4585" y="332"/>
                    <a:pt x="4537" y="332"/>
                  </a:cubicBezTo>
                  <a:cubicBezTo>
                    <a:pt x="4514" y="331"/>
                    <a:pt x="4491" y="330"/>
                    <a:pt x="4469" y="330"/>
                  </a:cubicBezTo>
                  <a:cubicBezTo>
                    <a:pt x="4396" y="330"/>
                    <a:pt x="4323" y="336"/>
                    <a:pt x="4253" y="348"/>
                  </a:cubicBezTo>
                  <a:cubicBezTo>
                    <a:pt x="4161" y="364"/>
                    <a:pt x="4069" y="388"/>
                    <a:pt x="3981" y="416"/>
                  </a:cubicBezTo>
                  <a:cubicBezTo>
                    <a:pt x="3893" y="444"/>
                    <a:pt x="3805" y="476"/>
                    <a:pt x="3721" y="520"/>
                  </a:cubicBezTo>
                  <a:cubicBezTo>
                    <a:pt x="3633" y="560"/>
                    <a:pt x="3549" y="612"/>
                    <a:pt x="3477" y="680"/>
                  </a:cubicBezTo>
                  <a:cubicBezTo>
                    <a:pt x="3433" y="716"/>
                    <a:pt x="3401" y="764"/>
                    <a:pt x="3381" y="816"/>
                  </a:cubicBezTo>
                  <a:cubicBezTo>
                    <a:pt x="3369" y="848"/>
                    <a:pt x="3365" y="884"/>
                    <a:pt x="3369" y="916"/>
                  </a:cubicBezTo>
                  <a:lnTo>
                    <a:pt x="3377" y="984"/>
                  </a:lnTo>
                  <a:cubicBezTo>
                    <a:pt x="3385" y="1076"/>
                    <a:pt x="3401" y="1164"/>
                    <a:pt x="3413" y="1256"/>
                  </a:cubicBezTo>
                  <a:lnTo>
                    <a:pt x="3509" y="1792"/>
                  </a:lnTo>
                  <a:cubicBezTo>
                    <a:pt x="3521" y="1876"/>
                    <a:pt x="3541" y="1972"/>
                    <a:pt x="3545" y="2052"/>
                  </a:cubicBezTo>
                  <a:cubicBezTo>
                    <a:pt x="3549" y="2072"/>
                    <a:pt x="3549" y="2096"/>
                    <a:pt x="3545" y="2116"/>
                  </a:cubicBezTo>
                  <a:cubicBezTo>
                    <a:pt x="3545" y="2136"/>
                    <a:pt x="3545" y="2156"/>
                    <a:pt x="3541" y="2176"/>
                  </a:cubicBezTo>
                  <a:lnTo>
                    <a:pt x="3541" y="2192"/>
                  </a:lnTo>
                  <a:cubicBezTo>
                    <a:pt x="3441" y="2060"/>
                    <a:pt x="3357" y="1912"/>
                    <a:pt x="3301" y="1756"/>
                  </a:cubicBezTo>
                  <a:cubicBezTo>
                    <a:pt x="3265" y="1664"/>
                    <a:pt x="3241" y="1572"/>
                    <a:pt x="3221" y="1476"/>
                  </a:cubicBezTo>
                  <a:lnTo>
                    <a:pt x="3165" y="1184"/>
                  </a:lnTo>
                  <a:cubicBezTo>
                    <a:pt x="3149" y="1084"/>
                    <a:pt x="3125" y="984"/>
                    <a:pt x="3093" y="888"/>
                  </a:cubicBezTo>
                  <a:cubicBezTo>
                    <a:pt x="3061" y="788"/>
                    <a:pt x="3013" y="692"/>
                    <a:pt x="2957" y="604"/>
                  </a:cubicBezTo>
                  <a:cubicBezTo>
                    <a:pt x="2901" y="516"/>
                    <a:pt x="2829" y="436"/>
                    <a:pt x="2749" y="368"/>
                  </a:cubicBezTo>
                  <a:cubicBezTo>
                    <a:pt x="2669" y="304"/>
                    <a:pt x="2581" y="248"/>
                    <a:pt x="2489" y="200"/>
                  </a:cubicBezTo>
                  <a:cubicBezTo>
                    <a:pt x="2465" y="188"/>
                    <a:pt x="2441" y="180"/>
                    <a:pt x="2417" y="168"/>
                  </a:cubicBezTo>
                  <a:cubicBezTo>
                    <a:pt x="2389" y="156"/>
                    <a:pt x="2369" y="148"/>
                    <a:pt x="2345" y="140"/>
                  </a:cubicBezTo>
                  <a:cubicBezTo>
                    <a:pt x="2297" y="124"/>
                    <a:pt x="2245" y="108"/>
                    <a:pt x="2197" y="96"/>
                  </a:cubicBezTo>
                  <a:cubicBezTo>
                    <a:pt x="2097" y="72"/>
                    <a:pt x="1997" y="56"/>
                    <a:pt x="1897" y="44"/>
                  </a:cubicBezTo>
                  <a:cubicBezTo>
                    <a:pt x="1697" y="20"/>
                    <a:pt x="1497" y="12"/>
                    <a:pt x="1297" y="4"/>
                  </a:cubicBezTo>
                  <a:cubicBezTo>
                    <a:pt x="1197" y="2"/>
                    <a:pt x="1097" y="1"/>
                    <a:pt x="9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67"/>
            <p:cNvSpPr/>
            <p:nvPr/>
          </p:nvSpPr>
          <p:spPr>
            <a:xfrm>
              <a:off x="1114876" y="1178765"/>
              <a:ext cx="664038" cy="434205"/>
            </a:xfrm>
            <a:custGeom>
              <a:avLst/>
              <a:gdLst/>
              <a:ahLst/>
              <a:cxnLst/>
              <a:rect l="l" t="t" r="r" b="b"/>
              <a:pathLst>
                <a:path w="3693" h="2415" extrusionOk="0">
                  <a:moveTo>
                    <a:pt x="94" y="1098"/>
                  </a:moveTo>
                  <a:cubicBezTo>
                    <a:pt x="82" y="1131"/>
                    <a:pt x="78" y="1167"/>
                    <a:pt x="85" y="1204"/>
                  </a:cubicBezTo>
                  <a:cubicBezTo>
                    <a:pt x="91" y="1169"/>
                    <a:pt x="94" y="1133"/>
                    <a:pt x="94" y="1098"/>
                  </a:cubicBezTo>
                  <a:close/>
                  <a:moveTo>
                    <a:pt x="498" y="1"/>
                  </a:moveTo>
                  <a:cubicBezTo>
                    <a:pt x="367" y="1"/>
                    <a:pt x="241" y="28"/>
                    <a:pt x="149" y="116"/>
                  </a:cubicBezTo>
                  <a:cubicBezTo>
                    <a:pt x="13" y="244"/>
                    <a:pt x="1" y="460"/>
                    <a:pt x="29" y="644"/>
                  </a:cubicBezTo>
                  <a:cubicBezTo>
                    <a:pt x="54" y="796"/>
                    <a:pt x="96" y="948"/>
                    <a:pt x="94" y="1098"/>
                  </a:cubicBezTo>
                  <a:lnTo>
                    <a:pt x="94" y="1098"/>
                  </a:lnTo>
                  <a:cubicBezTo>
                    <a:pt x="111" y="1052"/>
                    <a:pt x="145" y="1013"/>
                    <a:pt x="189" y="988"/>
                  </a:cubicBezTo>
                  <a:lnTo>
                    <a:pt x="189" y="988"/>
                  </a:lnTo>
                  <a:cubicBezTo>
                    <a:pt x="241" y="1108"/>
                    <a:pt x="189" y="1240"/>
                    <a:pt x="153" y="1368"/>
                  </a:cubicBezTo>
                  <a:cubicBezTo>
                    <a:pt x="113" y="1492"/>
                    <a:pt x="105" y="1652"/>
                    <a:pt x="209" y="1724"/>
                  </a:cubicBezTo>
                  <a:lnTo>
                    <a:pt x="217" y="1748"/>
                  </a:lnTo>
                  <a:cubicBezTo>
                    <a:pt x="281" y="1500"/>
                    <a:pt x="469" y="1304"/>
                    <a:pt x="709" y="1228"/>
                  </a:cubicBezTo>
                  <a:lnTo>
                    <a:pt x="709" y="1228"/>
                  </a:lnTo>
                  <a:cubicBezTo>
                    <a:pt x="665" y="1480"/>
                    <a:pt x="545" y="1716"/>
                    <a:pt x="361" y="1900"/>
                  </a:cubicBezTo>
                  <a:lnTo>
                    <a:pt x="1281" y="1912"/>
                  </a:lnTo>
                  <a:cubicBezTo>
                    <a:pt x="1469" y="1912"/>
                    <a:pt x="1669" y="1912"/>
                    <a:pt x="1817" y="1796"/>
                  </a:cubicBezTo>
                  <a:lnTo>
                    <a:pt x="1817" y="1796"/>
                  </a:lnTo>
                  <a:cubicBezTo>
                    <a:pt x="1689" y="1980"/>
                    <a:pt x="1489" y="2104"/>
                    <a:pt x="1265" y="2132"/>
                  </a:cubicBezTo>
                  <a:lnTo>
                    <a:pt x="3281" y="2408"/>
                  </a:lnTo>
                  <a:cubicBezTo>
                    <a:pt x="3303" y="2413"/>
                    <a:pt x="3325" y="2415"/>
                    <a:pt x="3347" y="2415"/>
                  </a:cubicBezTo>
                  <a:cubicBezTo>
                    <a:pt x="3381" y="2415"/>
                    <a:pt x="3415" y="2410"/>
                    <a:pt x="3449" y="2400"/>
                  </a:cubicBezTo>
                  <a:cubicBezTo>
                    <a:pt x="3537" y="2364"/>
                    <a:pt x="3577" y="2264"/>
                    <a:pt x="3605" y="2176"/>
                  </a:cubicBezTo>
                  <a:lnTo>
                    <a:pt x="3693" y="1916"/>
                  </a:lnTo>
                  <a:lnTo>
                    <a:pt x="3693" y="1916"/>
                  </a:lnTo>
                  <a:lnTo>
                    <a:pt x="3501" y="2068"/>
                  </a:lnTo>
                  <a:cubicBezTo>
                    <a:pt x="3553" y="1996"/>
                    <a:pt x="3501" y="1888"/>
                    <a:pt x="3433" y="1832"/>
                  </a:cubicBezTo>
                  <a:cubicBezTo>
                    <a:pt x="3361" y="1776"/>
                    <a:pt x="3273" y="1736"/>
                    <a:pt x="3221" y="1664"/>
                  </a:cubicBezTo>
                  <a:cubicBezTo>
                    <a:pt x="3157" y="1564"/>
                    <a:pt x="3177" y="1436"/>
                    <a:pt x="3173" y="1316"/>
                  </a:cubicBezTo>
                  <a:cubicBezTo>
                    <a:pt x="3169" y="1152"/>
                    <a:pt x="3117" y="996"/>
                    <a:pt x="3029" y="860"/>
                  </a:cubicBezTo>
                  <a:cubicBezTo>
                    <a:pt x="3025" y="982"/>
                    <a:pt x="2925" y="1070"/>
                    <a:pt x="2810" y="1070"/>
                  </a:cubicBezTo>
                  <a:cubicBezTo>
                    <a:pt x="2792" y="1070"/>
                    <a:pt x="2775" y="1068"/>
                    <a:pt x="2757" y="1064"/>
                  </a:cubicBezTo>
                  <a:cubicBezTo>
                    <a:pt x="2801" y="924"/>
                    <a:pt x="2869" y="792"/>
                    <a:pt x="2957" y="676"/>
                  </a:cubicBezTo>
                  <a:lnTo>
                    <a:pt x="2957" y="676"/>
                  </a:lnTo>
                  <a:cubicBezTo>
                    <a:pt x="2361" y="836"/>
                    <a:pt x="1753" y="936"/>
                    <a:pt x="1137" y="972"/>
                  </a:cubicBezTo>
                  <a:cubicBezTo>
                    <a:pt x="1101" y="820"/>
                    <a:pt x="1221" y="668"/>
                    <a:pt x="1365" y="600"/>
                  </a:cubicBezTo>
                  <a:cubicBezTo>
                    <a:pt x="1509" y="536"/>
                    <a:pt x="1673" y="532"/>
                    <a:pt x="1829" y="508"/>
                  </a:cubicBezTo>
                  <a:cubicBezTo>
                    <a:pt x="1981" y="480"/>
                    <a:pt x="2149" y="424"/>
                    <a:pt x="2233" y="292"/>
                  </a:cubicBezTo>
                  <a:lnTo>
                    <a:pt x="2233" y="292"/>
                  </a:lnTo>
                  <a:cubicBezTo>
                    <a:pt x="2081" y="320"/>
                    <a:pt x="1929" y="336"/>
                    <a:pt x="1777" y="340"/>
                  </a:cubicBezTo>
                  <a:cubicBezTo>
                    <a:pt x="1645" y="340"/>
                    <a:pt x="1469" y="280"/>
                    <a:pt x="1485" y="152"/>
                  </a:cubicBezTo>
                  <a:lnTo>
                    <a:pt x="765" y="28"/>
                  </a:lnTo>
                  <a:cubicBezTo>
                    <a:pt x="679" y="13"/>
                    <a:pt x="587" y="1"/>
                    <a:pt x="4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67"/>
            <p:cNvSpPr/>
            <p:nvPr/>
          </p:nvSpPr>
          <p:spPr>
            <a:xfrm>
              <a:off x="1828362" y="1363236"/>
              <a:ext cx="548960" cy="516911"/>
            </a:xfrm>
            <a:custGeom>
              <a:avLst/>
              <a:gdLst/>
              <a:ahLst/>
              <a:cxnLst/>
              <a:rect l="l" t="t" r="r" b="b"/>
              <a:pathLst>
                <a:path w="3053" h="2875" extrusionOk="0">
                  <a:moveTo>
                    <a:pt x="5" y="210"/>
                  </a:moveTo>
                  <a:lnTo>
                    <a:pt x="1" y="258"/>
                  </a:lnTo>
                  <a:cubicBezTo>
                    <a:pt x="4" y="258"/>
                    <a:pt x="7" y="258"/>
                    <a:pt x="10" y="258"/>
                  </a:cubicBezTo>
                  <a:cubicBezTo>
                    <a:pt x="10" y="258"/>
                    <a:pt x="11" y="258"/>
                    <a:pt x="11" y="258"/>
                  </a:cubicBezTo>
                  <a:lnTo>
                    <a:pt x="11" y="258"/>
                  </a:lnTo>
                  <a:cubicBezTo>
                    <a:pt x="9" y="242"/>
                    <a:pt x="7" y="226"/>
                    <a:pt x="5" y="210"/>
                  </a:cubicBezTo>
                  <a:close/>
                  <a:moveTo>
                    <a:pt x="454" y="0"/>
                  </a:moveTo>
                  <a:cubicBezTo>
                    <a:pt x="438" y="0"/>
                    <a:pt x="423" y="4"/>
                    <a:pt x="409" y="10"/>
                  </a:cubicBezTo>
                  <a:cubicBezTo>
                    <a:pt x="385" y="34"/>
                    <a:pt x="369" y="66"/>
                    <a:pt x="373" y="102"/>
                  </a:cubicBezTo>
                  <a:cubicBezTo>
                    <a:pt x="369" y="286"/>
                    <a:pt x="441" y="466"/>
                    <a:pt x="573" y="598"/>
                  </a:cubicBezTo>
                  <a:cubicBezTo>
                    <a:pt x="681" y="702"/>
                    <a:pt x="821" y="766"/>
                    <a:pt x="933" y="866"/>
                  </a:cubicBezTo>
                  <a:cubicBezTo>
                    <a:pt x="1045" y="966"/>
                    <a:pt x="1133" y="1122"/>
                    <a:pt x="1077" y="1262"/>
                  </a:cubicBezTo>
                  <a:cubicBezTo>
                    <a:pt x="929" y="942"/>
                    <a:pt x="457" y="894"/>
                    <a:pt x="285" y="586"/>
                  </a:cubicBezTo>
                  <a:cubicBezTo>
                    <a:pt x="210" y="453"/>
                    <a:pt x="159" y="259"/>
                    <a:pt x="11" y="258"/>
                  </a:cubicBezTo>
                  <a:lnTo>
                    <a:pt x="11" y="258"/>
                  </a:lnTo>
                  <a:cubicBezTo>
                    <a:pt x="41" y="491"/>
                    <a:pt x="76" y="728"/>
                    <a:pt x="185" y="934"/>
                  </a:cubicBezTo>
                  <a:cubicBezTo>
                    <a:pt x="349" y="1246"/>
                    <a:pt x="665" y="1454"/>
                    <a:pt x="829" y="1766"/>
                  </a:cubicBezTo>
                  <a:cubicBezTo>
                    <a:pt x="925" y="1950"/>
                    <a:pt x="977" y="2174"/>
                    <a:pt x="1145" y="2290"/>
                  </a:cubicBezTo>
                  <a:cubicBezTo>
                    <a:pt x="1257" y="2368"/>
                    <a:pt x="1389" y="2383"/>
                    <a:pt x="1527" y="2383"/>
                  </a:cubicBezTo>
                  <a:cubicBezTo>
                    <a:pt x="1611" y="2383"/>
                    <a:pt x="1696" y="2378"/>
                    <a:pt x="1780" y="2378"/>
                  </a:cubicBezTo>
                  <a:cubicBezTo>
                    <a:pt x="1789" y="2378"/>
                    <a:pt x="1799" y="2378"/>
                    <a:pt x="1809" y="2378"/>
                  </a:cubicBezTo>
                  <a:cubicBezTo>
                    <a:pt x="2189" y="2394"/>
                    <a:pt x="2541" y="2574"/>
                    <a:pt x="2777" y="2874"/>
                  </a:cubicBezTo>
                  <a:cubicBezTo>
                    <a:pt x="2793" y="2690"/>
                    <a:pt x="2733" y="2506"/>
                    <a:pt x="2609" y="2374"/>
                  </a:cubicBezTo>
                  <a:cubicBezTo>
                    <a:pt x="2521" y="2282"/>
                    <a:pt x="2413" y="2214"/>
                    <a:pt x="2329" y="2122"/>
                  </a:cubicBezTo>
                  <a:cubicBezTo>
                    <a:pt x="2245" y="2030"/>
                    <a:pt x="2189" y="1890"/>
                    <a:pt x="2249" y="1778"/>
                  </a:cubicBezTo>
                  <a:lnTo>
                    <a:pt x="2249" y="1778"/>
                  </a:lnTo>
                  <a:cubicBezTo>
                    <a:pt x="2361" y="2022"/>
                    <a:pt x="2553" y="2222"/>
                    <a:pt x="2789" y="2346"/>
                  </a:cubicBezTo>
                  <a:cubicBezTo>
                    <a:pt x="2797" y="2226"/>
                    <a:pt x="2869" y="2118"/>
                    <a:pt x="2917" y="2002"/>
                  </a:cubicBezTo>
                  <a:cubicBezTo>
                    <a:pt x="3053" y="1698"/>
                    <a:pt x="3041" y="1350"/>
                    <a:pt x="2893" y="1054"/>
                  </a:cubicBezTo>
                  <a:cubicBezTo>
                    <a:pt x="2737" y="754"/>
                    <a:pt x="2449" y="538"/>
                    <a:pt x="2145" y="390"/>
                  </a:cubicBezTo>
                  <a:cubicBezTo>
                    <a:pt x="1909" y="270"/>
                    <a:pt x="1657" y="186"/>
                    <a:pt x="1401" y="138"/>
                  </a:cubicBezTo>
                  <a:lnTo>
                    <a:pt x="1401" y="138"/>
                  </a:lnTo>
                  <a:cubicBezTo>
                    <a:pt x="1385" y="246"/>
                    <a:pt x="1465" y="350"/>
                    <a:pt x="1557" y="414"/>
                  </a:cubicBezTo>
                  <a:cubicBezTo>
                    <a:pt x="1645" y="474"/>
                    <a:pt x="1757" y="514"/>
                    <a:pt x="1837" y="590"/>
                  </a:cubicBezTo>
                  <a:cubicBezTo>
                    <a:pt x="2045" y="778"/>
                    <a:pt x="2037" y="1102"/>
                    <a:pt x="2005" y="1382"/>
                  </a:cubicBezTo>
                  <a:cubicBezTo>
                    <a:pt x="1897" y="966"/>
                    <a:pt x="1413" y="794"/>
                    <a:pt x="1109" y="494"/>
                  </a:cubicBezTo>
                  <a:cubicBezTo>
                    <a:pt x="913" y="302"/>
                    <a:pt x="745" y="22"/>
                    <a:pt x="473" y="2"/>
                  </a:cubicBezTo>
                  <a:cubicBezTo>
                    <a:pt x="466" y="1"/>
                    <a:pt x="460" y="0"/>
                    <a:pt x="4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67"/>
            <p:cNvSpPr/>
            <p:nvPr/>
          </p:nvSpPr>
          <p:spPr>
            <a:xfrm>
              <a:off x="2090160" y="1003644"/>
              <a:ext cx="622502" cy="422698"/>
            </a:xfrm>
            <a:custGeom>
              <a:avLst/>
              <a:gdLst/>
              <a:ahLst/>
              <a:cxnLst/>
              <a:rect l="l" t="t" r="r" b="b"/>
              <a:pathLst>
                <a:path w="3462" h="2351" extrusionOk="0">
                  <a:moveTo>
                    <a:pt x="3396" y="985"/>
                  </a:moveTo>
                  <a:cubicBezTo>
                    <a:pt x="3417" y="1004"/>
                    <a:pt x="3438" y="1021"/>
                    <a:pt x="3461" y="1038"/>
                  </a:cubicBezTo>
                  <a:cubicBezTo>
                    <a:pt x="3441" y="1019"/>
                    <a:pt x="3419" y="1001"/>
                    <a:pt x="3396" y="985"/>
                  </a:cubicBezTo>
                  <a:close/>
                  <a:moveTo>
                    <a:pt x="2302" y="0"/>
                  </a:moveTo>
                  <a:cubicBezTo>
                    <a:pt x="2285" y="0"/>
                    <a:pt x="2267" y="1"/>
                    <a:pt x="2249" y="2"/>
                  </a:cubicBezTo>
                  <a:cubicBezTo>
                    <a:pt x="2197" y="6"/>
                    <a:pt x="2149" y="18"/>
                    <a:pt x="2105" y="38"/>
                  </a:cubicBezTo>
                  <a:cubicBezTo>
                    <a:pt x="2041" y="78"/>
                    <a:pt x="1989" y="130"/>
                    <a:pt x="1945" y="190"/>
                  </a:cubicBezTo>
                  <a:cubicBezTo>
                    <a:pt x="1635" y="544"/>
                    <a:pt x="1166" y="701"/>
                    <a:pt x="690" y="701"/>
                  </a:cubicBezTo>
                  <a:cubicBezTo>
                    <a:pt x="477" y="701"/>
                    <a:pt x="262" y="669"/>
                    <a:pt x="61" y="610"/>
                  </a:cubicBezTo>
                  <a:lnTo>
                    <a:pt x="61" y="610"/>
                  </a:lnTo>
                  <a:cubicBezTo>
                    <a:pt x="355" y="878"/>
                    <a:pt x="742" y="1024"/>
                    <a:pt x="1139" y="1024"/>
                  </a:cubicBezTo>
                  <a:cubicBezTo>
                    <a:pt x="1169" y="1024"/>
                    <a:pt x="1199" y="1024"/>
                    <a:pt x="1229" y="1022"/>
                  </a:cubicBezTo>
                  <a:lnTo>
                    <a:pt x="1229" y="1022"/>
                  </a:lnTo>
                  <a:cubicBezTo>
                    <a:pt x="1097" y="1086"/>
                    <a:pt x="954" y="1122"/>
                    <a:pt x="810" y="1122"/>
                  </a:cubicBezTo>
                  <a:cubicBezTo>
                    <a:pt x="783" y="1122"/>
                    <a:pt x="756" y="1120"/>
                    <a:pt x="729" y="1118"/>
                  </a:cubicBezTo>
                  <a:lnTo>
                    <a:pt x="729" y="1118"/>
                  </a:lnTo>
                  <a:cubicBezTo>
                    <a:pt x="942" y="1319"/>
                    <a:pt x="1226" y="1434"/>
                    <a:pt x="1519" y="1434"/>
                  </a:cubicBezTo>
                  <a:cubicBezTo>
                    <a:pt x="1529" y="1434"/>
                    <a:pt x="1539" y="1434"/>
                    <a:pt x="1549" y="1434"/>
                  </a:cubicBezTo>
                  <a:lnTo>
                    <a:pt x="1549" y="1434"/>
                  </a:lnTo>
                  <a:cubicBezTo>
                    <a:pt x="1355" y="1488"/>
                    <a:pt x="1205" y="1686"/>
                    <a:pt x="1006" y="1686"/>
                  </a:cubicBezTo>
                  <a:cubicBezTo>
                    <a:pt x="1001" y="1686"/>
                    <a:pt x="995" y="1686"/>
                    <a:pt x="989" y="1686"/>
                  </a:cubicBezTo>
                  <a:cubicBezTo>
                    <a:pt x="909" y="1674"/>
                    <a:pt x="833" y="1646"/>
                    <a:pt x="765" y="1602"/>
                  </a:cubicBezTo>
                  <a:lnTo>
                    <a:pt x="161" y="1274"/>
                  </a:lnTo>
                  <a:lnTo>
                    <a:pt x="1" y="1282"/>
                  </a:lnTo>
                  <a:cubicBezTo>
                    <a:pt x="193" y="1306"/>
                    <a:pt x="337" y="1470"/>
                    <a:pt x="461" y="1618"/>
                  </a:cubicBezTo>
                  <a:cubicBezTo>
                    <a:pt x="756" y="1976"/>
                    <a:pt x="1125" y="2350"/>
                    <a:pt x="1583" y="2350"/>
                  </a:cubicBezTo>
                  <a:cubicBezTo>
                    <a:pt x="1591" y="2350"/>
                    <a:pt x="1598" y="2350"/>
                    <a:pt x="1605" y="2350"/>
                  </a:cubicBezTo>
                  <a:cubicBezTo>
                    <a:pt x="1637" y="2350"/>
                    <a:pt x="1665" y="2342"/>
                    <a:pt x="1697" y="2334"/>
                  </a:cubicBezTo>
                  <a:cubicBezTo>
                    <a:pt x="1737" y="2302"/>
                    <a:pt x="1773" y="2266"/>
                    <a:pt x="1801" y="2218"/>
                  </a:cubicBezTo>
                  <a:cubicBezTo>
                    <a:pt x="1997" y="1946"/>
                    <a:pt x="2361" y="1878"/>
                    <a:pt x="2673" y="1758"/>
                  </a:cubicBezTo>
                  <a:cubicBezTo>
                    <a:pt x="2957" y="1646"/>
                    <a:pt x="3217" y="1474"/>
                    <a:pt x="3437" y="1262"/>
                  </a:cubicBezTo>
                  <a:lnTo>
                    <a:pt x="3437" y="1262"/>
                  </a:lnTo>
                  <a:cubicBezTo>
                    <a:pt x="3416" y="1263"/>
                    <a:pt x="3395" y="1264"/>
                    <a:pt x="3374" y="1264"/>
                  </a:cubicBezTo>
                  <a:cubicBezTo>
                    <a:pt x="3266" y="1264"/>
                    <a:pt x="3157" y="1247"/>
                    <a:pt x="3057" y="1210"/>
                  </a:cubicBezTo>
                  <a:cubicBezTo>
                    <a:pt x="2937" y="1162"/>
                    <a:pt x="2837" y="1050"/>
                    <a:pt x="2833" y="918"/>
                  </a:cubicBezTo>
                  <a:lnTo>
                    <a:pt x="2833" y="918"/>
                  </a:lnTo>
                  <a:lnTo>
                    <a:pt x="3389" y="1194"/>
                  </a:lnTo>
                  <a:cubicBezTo>
                    <a:pt x="3305" y="1106"/>
                    <a:pt x="3237" y="1002"/>
                    <a:pt x="3189" y="890"/>
                  </a:cubicBezTo>
                  <a:lnTo>
                    <a:pt x="3189" y="890"/>
                  </a:lnTo>
                  <a:cubicBezTo>
                    <a:pt x="3262" y="908"/>
                    <a:pt x="3334" y="940"/>
                    <a:pt x="3396" y="985"/>
                  </a:cubicBezTo>
                  <a:lnTo>
                    <a:pt x="3396" y="985"/>
                  </a:lnTo>
                  <a:cubicBezTo>
                    <a:pt x="3195" y="796"/>
                    <a:pt x="3118" y="492"/>
                    <a:pt x="2933" y="278"/>
                  </a:cubicBezTo>
                  <a:cubicBezTo>
                    <a:pt x="2769" y="99"/>
                    <a:pt x="2540" y="0"/>
                    <a:pt x="23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67"/>
            <p:cNvSpPr/>
            <p:nvPr/>
          </p:nvSpPr>
          <p:spPr>
            <a:xfrm>
              <a:off x="1705372" y="602159"/>
              <a:ext cx="546802" cy="413349"/>
            </a:xfrm>
            <a:custGeom>
              <a:avLst/>
              <a:gdLst/>
              <a:ahLst/>
              <a:cxnLst/>
              <a:rect l="l" t="t" r="r" b="b"/>
              <a:pathLst>
                <a:path w="3041" h="2299" extrusionOk="0">
                  <a:moveTo>
                    <a:pt x="2220" y="2126"/>
                  </a:moveTo>
                  <a:cubicBezTo>
                    <a:pt x="2215" y="2130"/>
                    <a:pt x="2210" y="2135"/>
                    <a:pt x="2205" y="2139"/>
                  </a:cubicBezTo>
                  <a:lnTo>
                    <a:pt x="2225" y="2127"/>
                  </a:lnTo>
                  <a:cubicBezTo>
                    <a:pt x="2223" y="2127"/>
                    <a:pt x="2222" y="2126"/>
                    <a:pt x="2220" y="2126"/>
                  </a:cubicBezTo>
                  <a:close/>
                  <a:moveTo>
                    <a:pt x="1523" y="0"/>
                  </a:moveTo>
                  <a:cubicBezTo>
                    <a:pt x="1463" y="0"/>
                    <a:pt x="1406" y="18"/>
                    <a:pt x="1361" y="59"/>
                  </a:cubicBezTo>
                  <a:cubicBezTo>
                    <a:pt x="1317" y="107"/>
                    <a:pt x="1273" y="163"/>
                    <a:pt x="1237" y="219"/>
                  </a:cubicBezTo>
                  <a:cubicBezTo>
                    <a:pt x="1203" y="253"/>
                    <a:pt x="1154" y="283"/>
                    <a:pt x="1109" y="283"/>
                  </a:cubicBezTo>
                  <a:cubicBezTo>
                    <a:pt x="1091" y="283"/>
                    <a:pt x="1073" y="278"/>
                    <a:pt x="1057" y="267"/>
                  </a:cubicBezTo>
                  <a:cubicBezTo>
                    <a:pt x="1085" y="207"/>
                    <a:pt x="1125" y="155"/>
                    <a:pt x="1173" y="107"/>
                  </a:cubicBezTo>
                  <a:lnTo>
                    <a:pt x="1173" y="107"/>
                  </a:lnTo>
                  <a:cubicBezTo>
                    <a:pt x="845" y="111"/>
                    <a:pt x="521" y="199"/>
                    <a:pt x="237" y="363"/>
                  </a:cubicBezTo>
                  <a:cubicBezTo>
                    <a:pt x="177" y="395"/>
                    <a:pt x="125" y="439"/>
                    <a:pt x="89" y="491"/>
                  </a:cubicBezTo>
                  <a:cubicBezTo>
                    <a:pt x="1" y="631"/>
                    <a:pt x="73" y="807"/>
                    <a:pt x="105" y="967"/>
                  </a:cubicBezTo>
                  <a:cubicBezTo>
                    <a:pt x="149" y="1171"/>
                    <a:pt x="117" y="1379"/>
                    <a:pt x="113" y="1583"/>
                  </a:cubicBezTo>
                  <a:cubicBezTo>
                    <a:pt x="109" y="1791"/>
                    <a:pt x="137" y="2011"/>
                    <a:pt x="273" y="2167"/>
                  </a:cubicBezTo>
                  <a:cubicBezTo>
                    <a:pt x="269" y="1875"/>
                    <a:pt x="261" y="1583"/>
                    <a:pt x="257" y="1291"/>
                  </a:cubicBezTo>
                  <a:cubicBezTo>
                    <a:pt x="245" y="1131"/>
                    <a:pt x="257" y="975"/>
                    <a:pt x="297" y="819"/>
                  </a:cubicBezTo>
                  <a:cubicBezTo>
                    <a:pt x="345" y="671"/>
                    <a:pt x="449" y="527"/>
                    <a:pt x="601" y="483"/>
                  </a:cubicBezTo>
                  <a:cubicBezTo>
                    <a:pt x="631" y="473"/>
                    <a:pt x="662" y="469"/>
                    <a:pt x="694" y="469"/>
                  </a:cubicBezTo>
                  <a:cubicBezTo>
                    <a:pt x="820" y="469"/>
                    <a:pt x="949" y="542"/>
                    <a:pt x="981" y="667"/>
                  </a:cubicBezTo>
                  <a:cubicBezTo>
                    <a:pt x="963" y="664"/>
                    <a:pt x="945" y="662"/>
                    <a:pt x="927" y="662"/>
                  </a:cubicBezTo>
                  <a:cubicBezTo>
                    <a:pt x="736" y="662"/>
                    <a:pt x="568" y="832"/>
                    <a:pt x="513" y="1015"/>
                  </a:cubicBezTo>
                  <a:cubicBezTo>
                    <a:pt x="449" y="1215"/>
                    <a:pt x="485" y="1439"/>
                    <a:pt x="521" y="1651"/>
                  </a:cubicBezTo>
                  <a:cubicBezTo>
                    <a:pt x="525" y="1675"/>
                    <a:pt x="533" y="1695"/>
                    <a:pt x="553" y="1711"/>
                  </a:cubicBezTo>
                  <a:cubicBezTo>
                    <a:pt x="561" y="1717"/>
                    <a:pt x="570" y="1719"/>
                    <a:pt x="580" y="1719"/>
                  </a:cubicBezTo>
                  <a:cubicBezTo>
                    <a:pt x="602" y="1719"/>
                    <a:pt x="625" y="1706"/>
                    <a:pt x="645" y="1695"/>
                  </a:cubicBezTo>
                  <a:lnTo>
                    <a:pt x="1005" y="1463"/>
                  </a:lnTo>
                  <a:cubicBezTo>
                    <a:pt x="1117" y="1391"/>
                    <a:pt x="1245" y="1251"/>
                    <a:pt x="1165" y="1147"/>
                  </a:cubicBezTo>
                  <a:cubicBezTo>
                    <a:pt x="1182" y="1137"/>
                    <a:pt x="1201" y="1133"/>
                    <a:pt x="1219" y="1133"/>
                  </a:cubicBezTo>
                  <a:cubicBezTo>
                    <a:pt x="1256" y="1133"/>
                    <a:pt x="1292" y="1151"/>
                    <a:pt x="1313" y="1183"/>
                  </a:cubicBezTo>
                  <a:cubicBezTo>
                    <a:pt x="1345" y="1231"/>
                    <a:pt x="1357" y="1287"/>
                    <a:pt x="1345" y="1343"/>
                  </a:cubicBezTo>
                  <a:cubicBezTo>
                    <a:pt x="1317" y="1511"/>
                    <a:pt x="1181" y="1639"/>
                    <a:pt x="1061" y="1763"/>
                  </a:cubicBezTo>
                  <a:cubicBezTo>
                    <a:pt x="941" y="1883"/>
                    <a:pt x="829" y="2039"/>
                    <a:pt x="857" y="2207"/>
                  </a:cubicBezTo>
                  <a:cubicBezTo>
                    <a:pt x="881" y="2229"/>
                    <a:pt x="910" y="2239"/>
                    <a:pt x="941" y="2239"/>
                  </a:cubicBezTo>
                  <a:cubicBezTo>
                    <a:pt x="1014" y="2239"/>
                    <a:pt x="1094" y="2183"/>
                    <a:pt x="1137" y="2115"/>
                  </a:cubicBezTo>
                  <a:cubicBezTo>
                    <a:pt x="1193" y="2019"/>
                    <a:pt x="1205" y="1903"/>
                    <a:pt x="1265" y="1807"/>
                  </a:cubicBezTo>
                  <a:cubicBezTo>
                    <a:pt x="1329" y="1703"/>
                    <a:pt x="1441" y="1639"/>
                    <a:pt x="1549" y="1579"/>
                  </a:cubicBezTo>
                  <a:cubicBezTo>
                    <a:pt x="1737" y="1475"/>
                    <a:pt x="1933" y="1367"/>
                    <a:pt x="2145" y="1355"/>
                  </a:cubicBezTo>
                  <a:cubicBezTo>
                    <a:pt x="2152" y="1354"/>
                    <a:pt x="2159" y="1354"/>
                    <a:pt x="2166" y="1354"/>
                  </a:cubicBezTo>
                  <a:cubicBezTo>
                    <a:pt x="2294" y="1354"/>
                    <a:pt x="2441" y="1422"/>
                    <a:pt x="2437" y="1543"/>
                  </a:cubicBezTo>
                  <a:cubicBezTo>
                    <a:pt x="2429" y="1652"/>
                    <a:pt x="2305" y="1712"/>
                    <a:pt x="2197" y="1712"/>
                  </a:cubicBezTo>
                  <a:cubicBezTo>
                    <a:pt x="2190" y="1712"/>
                    <a:pt x="2184" y="1711"/>
                    <a:pt x="2177" y="1711"/>
                  </a:cubicBezTo>
                  <a:cubicBezTo>
                    <a:pt x="2077" y="1707"/>
                    <a:pt x="1981" y="1672"/>
                    <a:pt x="1882" y="1672"/>
                  </a:cubicBezTo>
                  <a:cubicBezTo>
                    <a:pt x="1866" y="1672"/>
                    <a:pt x="1849" y="1673"/>
                    <a:pt x="1833" y="1675"/>
                  </a:cubicBezTo>
                  <a:cubicBezTo>
                    <a:pt x="1701" y="1703"/>
                    <a:pt x="1593" y="1795"/>
                    <a:pt x="1541" y="1915"/>
                  </a:cubicBezTo>
                  <a:cubicBezTo>
                    <a:pt x="1489" y="2039"/>
                    <a:pt x="1457" y="2167"/>
                    <a:pt x="1445" y="2299"/>
                  </a:cubicBezTo>
                  <a:cubicBezTo>
                    <a:pt x="1623" y="2177"/>
                    <a:pt x="1833" y="2111"/>
                    <a:pt x="2046" y="2111"/>
                  </a:cubicBezTo>
                  <a:cubicBezTo>
                    <a:pt x="2104" y="2111"/>
                    <a:pt x="2162" y="2116"/>
                    <a:pt x="2220" y="2126"/>
                  </a:cubicBezTo>
                  <a:lnTo>
                    <a:pt x="2220" y="2126"/>
                  </a:lnTo>
                  <a:cubicBezTo>
                    <a:pt x="2360" y="2012"/>
                    <a:pt x="2515" y="1920"/>
                    <a:pt x="2677" y="1847"/>
                  </a:cubicBezTo>
                  <a:cubicBezTo>
                    <a:pt x="2837" y="1779"/>
                    <a:pt x="3041" y="1683"/>
                    <a:pt x="3037" y="1511"/>
                  </a:cubicBezTo>
                  <a:cubicBezTo>
                    <a:pt x="3029" y="1459"/>
                    <a:pt x="3013" y="1411"/>
                    <a:pt x="2989" y="1371"/>
                  </a:cubicBezTo>
                  <a:cubicBezTo>
                    <a:pt x="2789" y="1015"/>
                    <a:pt x="2345" y="871"/>
                    <a:pt x="2101" y="543"/>
                  </a:cubicBezTo>
                  <a:cubicBezTo>
                    <a:pt x="2001" y="407"/>
                    <a:pt x="1933" y="243"/>
                    <a:pt x="1813" y="127"/>
                  </a:cubicBezTo>
                  <a:cubicBezTo>
                    <a:pt x="1739" y="53"/>
                    <a:pt x="1627" y="0"/>
                    <a:pt x="15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67"/>
            <p:cNvSpPr/>
            <p:nvPr/>
          </p:nvSpPr>
          <p:spPr>
            <a:xfrm>
              <a:off x="1106245" y="546423"/>
              <a:ext cx="430285" cy="486345"/>
            </a:xfrm>
            <a:custGeom>
              <a:avLst/>
              <a:gdLst/>
              <a:ahLst/>
              <a:cxnLst/>
              <a:rect l="l" t="t" r="r" b="b"/>
              <a:pathLst>
                <a:path w="2393" h="2705" extrusionOk="0">
                  <a:moveTo>
                    <a:pt x="81" y="29"/>
                  </a:moveTo>
                  <a:cubicBezTo>
                    <a:pt x="82" y="29"/>
                    <a:pt x="83" y="29"/>
                    <a:pt x="84" y="29"/>
                  </a:cubicBezTo>
                  <a:lnTo>
                    <a:pt x="84" y="29"/>
                  </a:lnTo>
                  <a:cubicBezTo>
                    <a:pt x="84" y="29"/>
                    <a:pt x="85" y="29"/>
                    <a:pt x="85" y="29"/>
                  </a:cubicBezTo>
                  <a:close/>
                  <a:moveTo>
                    <a:pt x="1028" y="0"/>
                  </a:moveTo>
                  <a:cubicBezTo>
                    <a:pt x="777" y="0"/>
                    <a:pt x="523" y="37"/>
                    <a:pt x="271" y="37"/>
                  </a:cubicBezTo>
                  <a:cubicBezTo>
                    <a:pt x="209" y="37"/>
                    <a:pt x="146" y="35"/>
                    <a:pt x="84" y="29"/>
                  </a:cubicBezTo>
                  <a:lnTo>
                    <a:pt x="84" y="29"/>
                  </a:lnTo>
                  <a:cubicBezTo>
                    <a:pt x="25" y="89"/>
                    <a:pt x="81" y="201"/>
                    <a:pt x="157" y="233"/>
                  </a:cubicBezTo>
                  <a:cubicBezTo>
                    <a:pt x="233" y="269"/>
                    <a:pt x="321" y="257"/>
                    <a:pt x="409" y="269"/>
                  </a:cubicBezTo>
                  <a:cubicBezTo>
                    <a:pt x="633" y="301"/>
                    <a:pt x="809" y="477"/>
                    <a:pt x="841" y="701"/>
                  </a:cubicBezTo>
                  <a:cubicBezTo>
                    <a:pt x="757" y="597"/>
                    <a:pt x="653" y="513"/>
                    <a:pt x="533" y="449"/>
                  </a:cubicBezTo>
                  <a:cubicBezTo>
                    <a:pt x="464" y="412"/>
                    <a:pt x="388" y="394"/>
                    <a:pt x="312" y="394"/>
                  </a:cubicBezTo>
                  <a:cubicBezTo>
                    <a:pt x="255" y="394"/>
                    <a:pt x="198" y="404"/>
                    <a:pt x="145" y="425"/>
                  </a:cubicBezTo>
                  <a:cubicBezTo>
                    <a:pt x="97" y="441"/>
                    <a:pt x="61" y="473"/>
                    <a:pt x="33" y="513"/>
                  </a:cubicBezTo>
                  <a:cubicBezTo>
                    <a:pt x="17" y="557"/>
                    <a:pt x="5" y="601"/>
                    <a:pt x="9" y="649"/>
                  </a:cubicBezTo>
                  <a:cubicBezTo>
                    <a:pt x="1" y="1109"/>
                    <a:pt x="9" y="1605"/>
                    <a:pt x="281" y="1977"/>
                  </a:cubicBezTo>
                  <a:cubicBezTo>
                    <a:pt x="453" y="2205"/>
                    <a:pt x="705" y="2361"/>
                    <a:pt x="949" y="2509"/>
                  </a:cubicBezTo>
                  <a:cubicBezTo>
                    <a:pt x="729" y="2273"/>
                    <a:pt x="749" y="1905"/>
                    <a:pt x="785" y="1581"/>
                  </a:cubicBezTo>
                  <a:lnTo>
                    <a:pt x="785" y="1581"/>
                  </a:lnTo>
                  <a:cubicBezTo>
                    <a:pt x="913" y="1721"/>
                    <a:pt x="953" y="1917"/>
                    <a:pt x="1049" y="2081"/>
                  </a:cubicBezTo>
                  <a:cubicBezTo>
                    <a:pt x="1169" y="2277"/>
                    <a:pt x="1349" y="2433"/>
                    <a:pt x="1561" y="2525"/>
                  </a:cubicBezTo>
                  <a:cubicBezTo>
                    <a:pt x="1773" y="2617"/>
                    <a:pt x="1993" y="2677"/>
                    <a:pt x="2221" y="2705"/>
                  </a:cubicBezTo>
                  <a:cubicBezTo>
                    <a:pt x="1997" y="2597"/>
                    <a:pt x="1837" y="2385"/>
                    <a:pt x="1789" y="2141"/>
                  </a:cubicBezTo>
                  <a:lnTo>
                    <a:pt x="1789" y="2141"/>
                  </a:lnTo>
                  <a:cubicBezTo>
                    <a:pt x="1897" y="2289"/>
                    <a:pt x="2053" y="2397"/>
                    <a:pt x="2233" y="2437"/>
                  </a:cubicBezTo>
                  <a:cubicBezTo>
                    <a:pt x="2161" y="2325"/>
                    <a:pt x="2169" y="2185"/>
                    <a:pt x="2141" y="2053"/>
                  </a:cubicBezTo>
                  <a:cubicBezTo>
                    <a:pt x="2101" y="1853"/>
                    <a:pt x="1977" y="1681"/>
                    <a:pt x="1833" y="1533"/>
                  </a:cubicBezTo>
                  <a:cubicBezTo>
                    <a:pt x="1713" y="1417"/>
                    <a:pt x="1577" y="1309"/>
                    <a:pt x="1533" y="1149"/>
                  </a:cubicBezTo>
                  <a:cubicBezTo>
                    <a:pt x="1543" y="1148"/>
                    <a:pt x="1553" y="1148"/>
                    <a:pt x="1563" y="1148"/>
                  </a:cubicBezTo>
                  <a:cubicBezTo>
                    <a:pt x="1756" y="1148"/>
                    <a:pt x="1939" y="1256"/>
                    <a:pt x="2069" y="1405"/>
                  </a:cubicBezTo>
                  <a:cubicBezTo>
                    <a:pt x="2205" y="1557"/>
                    <a:pt x="2289" y="1749"/>
                    <a:pt x="2373" y="1937"/>
                  </a:cubicBezTo>
                  <a:cubicBezTo>
                    <a:pt x="2393" y="1809"/>
                    <a:pt x="2385" y="1681"/>
                    <a:pt x="2345" y="1561"/>
                  </a:cubicBezTo>
                  <a:cubicBezTo>
                    <a:pt x="2325" y="1509"/>
                    <a:pt x="2301" y="1457"/>
                    <a:pt x="2289" y="1405"/>
                  </a:cubicBezTo>
                  <a:cubicBezTo>
                    <a:pt x="2229" y="1189"/>
                    <a:pt x="2333" y="953"/>
                    <a:pt x="2293" y="737"/>
                  </a:cubicBezTo>
                  <a:cubicBezTo>
                    <a:pt x="2253" y="521"/>
                    <a:pt x="2081" y="361"/>
                    <a:pt x="1893" y="245"/>
                  </a:cubicBezTo>
                  <a:cubicBezTo>
                    <a:pt x="1737" y="145"/>
                    <a:pt x="1561" y="73"/>
                    <a:pt x="1381" y="33"/>
                  </a:cubicBezTo>
                  <a:cubicBezTo>
                    <a:pt x="1264" y="9"/>
                    <a:pt x="1147" y="0"/>
                    <a:pt x="10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67"/>
            <p:cNvSpPr/>
            <p:nvPr/>
          </p:nvSpPr>
          <p:spPr>
            <a:xfrm>
              <a:off x="1421267" y="895227"/>
              <a:ext cx="689212" cy="577681"/>
            </a:xfrm>
            <a:custGeom>
              <a:avLst/>
              <a:gdLst/>
              <a:ahLst/>
              <a:cxnLst/>
              <a:rect l="l" t="t" r="r" b="b"/>
              <a:pathLst>
                <a:path w="3833" h="3213" extrusionOk="0">
                  <a:moveTo>
                    <a:pt x="1849" y="637"/>
                  </a:moveTo>
                  <a:cubicBezTo>
                    <a:pt x="1842" y="668"/>
                    <a:pt x="1840" y="699"/>
                    <a:pt x="1843" y="729"/>
                  </a:cubicBezTo>
                  <a:lnTo>
                    <a:pt x="1843" y="729"/>
                  </a:lnTo>
                  <a:lnTo>
                    <a:pt x="1849" y="637"/>
                  </a:lnTo>
                  <a:close/>
                  <a:moveTo>
                    <a:pt x="475" y="2187"/>
                  </a:moveTo>
                  <a:cubicBezTo>
                    <a:pt x="433" y="2191"/>
                    <a:pt x="391" y="2201"/>
                    <a:pt x="353" y="2221"/>
                  </a:cubicBezTo>
                  <a:cubicBezTo>
                    <a:pt x="396" y="2218"/>
                    <a:pt x="437" y="2206"/>
                    <a:pt x="475" y="2187"/>
                  </a:cubicBezTo>
                  <a:close/>
                  <a:moveTo>
                    <a:pt x="841" y="1"/>
                  </a:moveTo>
                  <a:cubicBezTo>
                    <a:pt x="789" y="137"/>
                    <a:pt x="825" y="293"/>
                    <a:pt x="901" y="417"/>
                  </a:cubicBezTo>
                  <a:cubicBezTo>
                    <a:pt x="978" y="532"/>
                    <a:pt x="1073" y="636"/>
                    <a:pt x="1183" y="726"/>
                  </a:cubicBezTo>
                  <a:lnTo>
                    <a:pt x="1183" y="726"/>
                  </a:lnTo>
                  <a:lnTo>
                    <a:pt x="913" y="509"/>
                  </a:lnTo>
                  <a:lnTo>
                    <a:pt x="913" y="509"/>
                  </a:lnTo>
                  <a:cubicBezTo>
                    <a:pt x="933" y="613"/>
                    <a:pt x="949" y="717"/>
                    <a:pt x="969" y="825"/>
                  </a:cubicBezTo>
                  <a:cubicBezTo>
                    <a:pt x="829" y="769"/>
                    <a:pt x="713" y="665"/>
                    <a:pt x="637" y="537"/>
                  </a:cubicBezTo>
                  <a:lnTo>
                    <a:pt x="637" y="537"/>
                  </a:lnTo>
                  <a:cubicBezTo>
                    <a:pt x="669" y="741"/>
                    <a:pt x="717" y="941"/>
                    <a:pt x="781" y="1137"/>
                  </a:cubicBezTo>
                  <a:cubicBezTo>
                    <a:pt x="763" y="1138"/>
                    <a:pt x="744" y="1139"/>
                    <a:pt x="726" y="1139"/>
                  </a:cubicBezTo>
                  <a:cubicBezTo>
                    <a:pt x="557" y="1139"/>
                    <a:pt x="392" y="1073"/>
                    <a:pt x="269" y="957"/>
                  </a:cubicBezTo>
                  <a:lnTo>
                    <a:pt x="269" y="957"/>
                  </a:lnTo>
                  <a:lnTo>
                    <a:pt x="353" y="1129"/>
                  </a:lnTo>
                  <a:lnTo>
                    <a:pt x="397" y="1109"/>
                  </a:lnTo>
                  <a:cubicBezTo>
                    <a:pt x="485" y="1237"/>
                    <a:pt x="613" y="1337"/>
                    <a:pt x="761" y="1389"/>
                  </a:cubicBezTo>
                  <a:lnTo>
                    <a:pt x="1" y="1637"/>
                  </a:lnTo>
                  <a:cubicBezTo>
                    <a:pt x="69" y="1663"/>
                    <a:pt x="142" y="1676"/>
                    <a:pt x="215" y="1676"/>
                  </a:cubicBezTo>
                  <a:cubicBezTo>
                    <a:pt x="288" y="1676"/>
                    <a:pt x="361" y="1663"/>
                    <a:pt x="429" y="1637"/>
                  </a:cubicBezTo>
                  <a:cubicBezTo>
                    <a:pt x="485" y="1615"/>
                    <a:pt x="544" y="1586"/>
                    <a:pt x="600" y="1586"/>
                  </a:cubicBezTo>
                  <a:cubicBezTo>
                    <a:pt x="624" y="1586"/>
                    <a:pt x="647" y="1592"/>
                    <a:pt x="669" y="1605"/>
                  </a:cubicBezTo>
                  <a:cubicBezTo>
                    <a:pt x="637" y="1637"/>
                    <a:pt x="597" y="1661"/>
                    <a:pt x="553" y="1673"/>
                  </a:cubicBezTo>
                  <a:cubicBezTo>
                    <a:pt x="583" y="1680"/>
                    <a:pt x="614" y="1683"/>
                    <a:pt x="646" y="1683"/>
                  </a:cubicBezTo>
                  <a:cubicBezTo>
                    <a:pt x="702" y="1683"/>
                    <a:pt x="760" y="1675"/>
                    <a:pt x="817" y="1675"/>
                  </a:cubicBezTo>
                  <a:cubicBezTo>
                    <a:pt x="830" y="1675"/>
                    <a:pt x="843" y="1676"/>
                    <a:pt x="857" y="1677"/>
                  </a:cubicBezTo>
                  <a:cubicBezTo>
                    <a:pt x="957" y="1689"/>
                    <a:pt x="1069" y="1781"/>
                    <a:pt x="1033" y="1877"/>
                  </a:cubicBezTo>
                  <a:cubicBezTo>
                    <a:pt x="1018" y="1874"/>
                    <a:pt x="1004" y="1873"/>
                    <a:pt x="989" y="1873"/>
                  </a:cubicBezTo>
                  <a:cubicBezTo>
                    <a:pt x="877" y="1873"/>
                    <a:pt x="770" y="1950"/>
                    <a:pt x="685" y="2025"/>
                  </a:cubicBezTo>
                  <a:cubicBezTo>
                    <a:pt x="620" y="2084"/>
                    <a:pt x="553" y="2148"/>
                    <a:pt x="475" y="2187"/>
                  </a:cubicBezTo>
                  <a:lnTo>
                    <a:pt x="475" y="2187"/>
                  </a:lnTo>
                  <a:cubicBezTo>
                    <a:pt x="497" y="2184"/>
                    <a:pt x="519" y="2184"/>
                    <a:pt x="542" y="2184"/>
                  </a:cubicBezTo>
                  <a:cubicBezTo>
                    <a:pt x="590" y="2184"/>
                    <a:pt x="638" y="2187"/>
                    <a:pt x="687" y="2187"/>
                  </a:cubicBezTo>
                  <a:cubicBezTo>
                    <a:pt x="736" y="2187"/>
                    <a:pt x="786" y="2183"/>
                    <a:pt x="833" y="2169"/>
                  </a:cubicBezTo>
                  <a:cubicBezTo>
                    <a:pt x="977" y="2127"/>
                    <a:pt x="1103" y="1985"/>
                    <a:pt x="1244" y="1985"/>
                  </a:cubicBezTo>
                  <a:cubicBezTo>
                    <a:pt x="1262" y="1985"/>
                    <a:pt x="1281" y="1987"/>
                    <a:pt x="1301" y="1993"/>
                  </a:cubicBezTo>
                  <a:lnTo>
                    <a:pt x="1405" y="2209"/>
                  </a:lnTo>
                  <a:cubicBezTo>
                    <a:pt x="1421" y="2191"/>
                    <a:pt x="1445" y="2181"/>
                    <a:pt x="1469" y="2181"/>
                  </a:cubicBezTo>
                  <a:cubicBezTo>
                    <a:pt x="1481" y="2181"/>
                    <a:pt x="1494" y="2183"/>
                    <a:pt x="1505" y="2189"/>
                  </a:cubicBezTo>
                  <a:cubicBezTo>
                    <a:pt x="1541" y="2209"/>
                    <a:pt x="1565" y="2241"/>
                    <a:pt x="1577" y="2277"/>
                  </a:cubicBezTo>
                  <a:cubicBezTo>
                    <a:pt x="1621" y="2393"/>
                    <a:pt x="1593" y="2525"/>
                    <a:pt x="1601" y="2649"/>
                  </a:cubicBezTo>
                  <a:cubicBezTo>
                    <a:pt x="1613" y="2853"/>
                    <a:pt x="1721" y="3037"/>
                    <a:pt x="1825" y="3213"/>
                  </a:cubicBezTo>
                  <a:cubicBezTo>
                    <a:pt x="1847" y="3116"/>
                    <a:pt x="1854" y="3016"/>
                    <a:pt x="1843" y="2919"/>
                  </a:cubicBezTo>
                  <a:lnTo>
                    <a:pt x="1843" y="2919"/>
                  </a:lnTo>
                  <a:cubicBezTo>
                    <a:pt x="1861" y="2973"/>
                    <a:pt x="1888" y="3025"/>
                    <a:pt x="1925" y="3073"/>
                  </a:cubicBezTo>
                  <a:cubicBezTo>
                    <a:pt x="2001" y="2985"/>
                    <a:pt x="2045" y="2877"/>
                    <a:pt x="2041" y="2761"/>
                  </a:cubicBezTo>
                  <a:cubicBezTo>
                    <a:pt x="2049" y="2649"/>
                    <a:pt x="2033" y="2537"/>
                    <a:pt x="2041" y="2425"/>
                  </a:cubicBezTo>
                  <a:cubicBezTo>
                    <a:pt x="2041" y="2405"/>
                    <a:pt x="2049" y="2389"/>
                    <a:pt x="2061" y="2373"/>
                  </a:cubicBezTo>
                  <a:cubicBezTo>
                    <a:pt x="2073" y="2365"/>
                    <a:pt x="2093" y="2361"/>
                    <a:pt x="2109" y="2361"/>
                  </a:cubicBezTo>
                  <a:cubicBezTo>
                    <a:pt x="2289" y="2373"/>
                    <a:pt x="2429" y="2517"/>
                    <a:pt x="2441" y="2697"/>
                  </a:cubicBezTo>
                  <a:lnTo>
                    <a:pt x="2433" y="2425"/>
                  </a:lnTo>
                  <a:cubicBezTo>
                    <a:pt x="2429" y="2405"/>
                    <a:pt x="2433" y="2385"/>
                    <a:pt x="2441" y="2365"/>
                  </a:cubicBezTo>
                  <a:cubicBezTo>
                    <a:pt x="2461" y="2341"/>
                    <a:pt x="2489" y="2329"/>
                    <a:pt x="2521" y="2329"/>
                  </a:cubicBezTo>
                  <a:cubicBezTo>
                    <a:pt x="2545" y="2327"/>
                    <a:pt x="2569" y="2326"/>
                    <a:pt x="2592" y="2326"/>
                  </a:cubicBezTo>
                  <a:cubicBezTo>
                    <a:pt x="2859" y="2326"/>
                    <a:pt x="3112" y="2448"/>
                    <a:pt x="3281" y="2661"/>
                  </a:cubicBezTo>
                  <a:cubicBezTo>
                    <a:pt x="3261" y="2557"/>
                    <a:pt x="3221" y="2461"/>
                    <a:pt x="3165" y="2377"/>
                  </a:cubicBezTo>
                  <a:cubicBezTo>
                    <a:pt x="3125" y="2321"/>
                    <a:pt x="3081" y="2245"/>
                    <a:pt x="3125" y="2197"/>
                  </a:cubicBezTo>
                  <a:cubicBezTo>
                    <a:pt x="3147" y="2177"/>
                    <a:pt x="3176" y="2168"/>
                    <a:pt x="3206" y="2168"/>
                  </a:cubicBezTo>
                  <a:cubicBezTo>
                    <a:pt x="3223" y="2168"/>
                    <a:pt x="3240" y="2171"/>
                    <a:pt x="3257" y="2177"/>
                  </a:cubicBezTo>
                  <a:cubicBezTo>
                    <a:pt x="3433" y="2221"/>
                    <a:pt x="3585" y="2329"/>
                    <a:pt x="3689" y="2477"/>
                  </a:cubicBezTo>
                  <a:cubicBezTo>
                    <a:pt x="3653" y="2369"/>
                    <a:pt x="3601" y="2269"/>
                    <a:pt x="3529" y="2177"/>
                  </a:cubicBezTo>
                  <a:cubicBezTo>
                    <a:pt x="3462" y="2091"/>
                    <a:pt x="3360" y="2040"/>
                    <a:pt x="3252" y="2040"/>
                  </a:cubicBezTo>
                  <a:cubicBezTo>
                    <a:pt x="3244" y="2040"/>
                    <a:pt x="3237" y="2040"/>
                    <a:pt x="3229" y="2041"/>
                  </a:cubicBezTo>
                  <a:cubicBezTo>
                    <a:pt x="3207" y="2048"/>
                    <a:pt x="3182" y="2050"/>
                    <a:pt x="3158" y="2050"/>
                  </a:cubicBezTo>
                  <a:cubicBezTo>
                    <a:pt x="3138" y="2050"/>
                    <a:pt x="3119" y="2049"/>
                    <a:pt x="3101" y="2045"/>
                  </a:cubicBezTo>
                  <a:cubicBezTo>
                    <a:pt x="3037" y="2021"/>
                    <a:pt x="3029" y="1929"/>
                    <a:pt x="3069" y="1873"/>
                  </a:cubicBezTo>
                  <a:cubicBezTo>
                    <a:pt x="3113" y="1825"/>
                    <a:pt x="3177" y="1797"/>
                    <a:pt x="3245" y="1797"/>
                  </a:cubicBezTo>
                  <a:cubicBezTo>
                    <a:pt x="3309" y="1793"/>
                    <a:pt x="3377" y="1797"/>
                    <a:pt x="3445" y="1789"/>
                  </a:cubicBezTo>
                  <a:cubicBezTo>
                    <a:pt x="3453" y="1761"/>
                    <a:pt x="3465" y="1733"/>
                    <a:pt x="3477" y="1705"/>
                  </a:cubicBezTo>
                  <a:lnTo>
                    <a:pt x="3477" y="1705"/>
                  </a:lnTo>
                  <a:cubicBezTo>
                    <a:pt x="3409" y="1764"/>
                    <a:pt x="3322" y="1795"/>
                    <a:pt x="3235" y="1795"/>
                  </a:cubicBezTo>
                  <a:cubicBezTo>
                    <a:pt x="3170" y="1795"/>
                    <a:pt x="3103" y="1777"/>
                    <a:pt x="3045" y="1741"/>
                  </a:cubicBezTo>
                  <a:cubicBezTo>
                    <a:pt x="3021" y="1637"/>
                    <a:pt x="3105" y="1533"/>
                    <a:pt x="3205" y="1497"/>
                  </a:cubicBezTo>
                  <a:cubicBezTo>
                    <a:pt x="3252" y="1484"/>
                    <a:pt x="3299" y="1478"/>
                    <a:pt x="3347" y="1478"/>
                  </a:cubicBezTo>
                  <a:cubicBezTo>
                    <a:pt x="3405" y="1478"/>
                    <a:pt x="3464" y="1487"/>
                    <a:pt x="3521" y="1505"/>
                  </a:cubicBezTo>
                  <a:cubicBezTo>
                    <a:pt x="3621" y="1537"/>
                    <a:pt x="3725" y="1557"/>
                    <a:pt x="3833" y="1557"/>
                  </a:cubicBezTo>
                  <a:cubicBezTo>
                    <a:pt x="3749" y="1446"/>
                    <a:pt x="3605" y="1418"/>
                    <a:pt x="3460" y="1418"/>
                  </a:cubicBezTo>
                  <a:cubicBezTo>
                    <a:pt x="3412" y="1418"/>
                    <a:pt x="3363" y="1421"/>
                    <a:pt x="3317" y="1425"/>
                  </a:cubicBezTo>
                  <a:lnTo>
                    <a:pt x="2917" y="1461"/>
                  </a:lnTo>
                  <a:cubicBezTo>
                    <a:pt x="2897" y="1385"/>
                    <a:pt x="2965" y="1321"/>
                    <a:pt x="3029" y="1281"/>
                  </a:cubicBezTo>
                  <a:cubicBezTo>
                    <a:pt x="3169" y="1189"/>
                    <a:pt x="3325" y="1117"/>
                    <a:pt x="3485" y="1077"/>
                  </a:cubicBezTo>
                  <a:lnTo>
                    <a:pt x="3485" y="1077"/>
                  </a:lnTo>
                  <a:lnTo>
                    <a:pt x="3025" y="1185"/>
                  </a:lnTo>
                  <a:cubicBezTo>
                    <a:pt x="3010" y="1189"/>
                    <a:pt x="2994" y="1191"/>
                    <a:pt x="2980" y="1191"/>
                  </a:cubicBezTo>
                  <a:cubicBezTo>
                    <a:pt x="2963" y="1191"/>
                    <a:pt x="2948" y="1188"/>
                    <a:pt x="2937" y="1177"/>
                  </a:cubicBezTo>
                  <a:cubicBezTo>
                    <a:pt x="2925" y="1161"/>
                    <a:pt x="2917" y="1141"/>
                    <a:pt x="2921" y="1121"/>
                  </a:cubicBezTo>
                  <a:cubicBezTo>
                    <a:pt x="2925" y="1005"/>
                    <a:pt x="2993" y="901"/>
                    <a:pt x="3097" y="853"/>
                  </a:cubicBezTo>
                  <a:lnTo>
                    <a:pt x="3097" y="853"/>
                  </a:lnTo>
                  <a:cubicBezTo>
                    <a:pt x="2949" y="865"/>
                    <a:pt x="2817" y="945"/>
                    <a:pt x="2741" y="1077"/>
                  </a:cubicBezTo>
                  <a:cubicBezTo>
                    <a:pt x="2722" y="1112"/>
                    <a:pt x="2688" y="1154"/>
                    <a:pt x="2654" y="1154"/>
                  </a:cubicBezTo>
                  <a:cubicBezTo>
                    <a:pt x="2646" y="1154"/>
                    <a:pt x="2637" y="1151"/>
                    <a:pt x="2629" y="1145"/>
                  </a:cubicBezTo>
                  <a:cubicBezTo>
                    <a:pt x="2605" y="1125"/>
                    <a:pt x="2613" y="1081"/>
                    <a:pt x="2625" y="1053"/>
                  </a:cubicBezTo>
                  <a:lnTo>
                    <a:pt x="2789" y="629"/>
                  </a:lnTo>
                  <a:lnTo>
                    <a:pt x="2789" y="629"/>
                  </a:lnTo>
                  <a:cubicBezTo>
                    <a:pt x="2721" y="777"/>
                    <a:pt x="2609" y="901"/>
                    <a:pt x="2473" y="989"/>
                  </a:cubicBezTo>
                  <a:cubicBezTo>
                    <a:pt x="2447" y="1012"/>
                    <a:pt x="2414" y="1022"/>
                    <a:pt x="2379" y="1022"/>
                  </a:cubicBezTo>
                  <a:cubicBezTo>
                    <a:pt x="2365" y="1022"/>
                    <a:pt x="2351" y="1020"/>
                    <a:pt x="2337" y="1017"/>
                  </a:cubicBezTo>
                  <a:cubicBezTo>
                    <a:pt x="2313" y="1005"/>
                    <a:pt x="2297" y="989"/>
                    <a:pt x="2281" y="965"/>
                  </a:cubicBezTo>
                  <a:cubicBezTo>
                    <a:pt x="2209" y="873"/>
                    <a:pt x="2145" y="773"/>
                    <a:pt x="2097" y="665"/>
                  </a:cubicBezTo>
                  <a:lnTo>
                    <a:pt x="2065" y="869"/>
                  </a:lnTo>
                  <a:cubicBezTo>
                    <a:pt x="2065" y="889"/>
                    <a:pt x="2057" y="905"/>
                    <a:pt x="2049" y="921"/>
                  </a:cubicBezTo>
                  <a:cubicBezTo>
                    <a:pt x="2038" y="931"/>
                    <a:pt x="2025" y="936"/>
                    <a:pt x="2012" y="936"/>
                  </a:cubicBezTo>
                  <a:cubicBezTo>
                    <a:pt x="1989" y="936"/>
                    <a:pt x="1965" y="924"/>
                    <a:pt x="1945" y="909"/>
                  </a:cubicBezTo>
                  <a:cubicBezTo>
                    <a:pt x="1886" y="864"/>
                    <a:pt x="1850" y="799"/>
                    <a:pt x="1843" y="729"/>
                  </a:cubicBezTo>
                  <a:lnTo>
                    <a:pt x="1843" y="729"/>
                  </a:lnTo>
                  <a:lnTo>
                    <a:pt x="1829" y="953"/>
                  </a:lnTo>
                  <a:cubicBezTo>
                    <a:pt x="1829" y="969"/>
                    <a:pt x="1825" y="985"/>
                    <a:pt x="1813" y="997"/>
                  </a:cubicBezTo>
                  <a:cubicBezTo>
                    <a:pt x="1804" y="1003"/>
                    <a:pt x="1793" y="1006"/>
                    <a:pt x="1783" y="1006"/>
                  </a:cubicBezTo>
                  <a:cubicBezTo>
                    <a:pt x="1780" y="1006"/>
                    <a:pt x="1776" y="1006"/>
                    <a:pt x="1773" y="1005"/>
                  </a:cubicBezTo>
                  <a:cubicBezTo>
                    <a:pt x="1669" y="989"/>
                    <a:pt x="1589" y="917"/>
                    <a:pt x="1553" y="821"/>
                  </a:cubicBezTo>
                  <a:cubicBezTo>
                    <a:pt x="1517" y="729"/>
                    <a:pt x="1501" y="629"/>
                    <a:pt x="1505" y="529"/>
                  </a:cubicBezTo>
                  <a:cubicBezTo>
                    <a:pt x="1501" y="405"/>
                    <a:pt x="1493" y="285"/>
                    <a:pt x="1489" y="161"/>
                  </a:cubicBezTo>
                  <a:cubicBezTo>
                    <a:pt x="1486" y="161"/>
                    <a:pt x="1483" y="161"/>
                    <a:pt x="1480" y="161"/>
                  </a:cubicBezTo>
                  <a:cubicBezTo>
                    <a:pt x="1348" y="161"/>
                    <a:pt x="1250" y="335"/>
                    <a:pt x="1321" y="445"/>
                  </a:cubicBezTo>
                  <a:cubicBezTo>
                    <a:pt x="1101" y="381"/>
                    <a:pt x="925" y="217"/>
                    <a:pt x="8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67"/>
            <p:cNvSpPr/>
            <p:nvPr/>
          </p:nvSpPr>
          <p:spPr>
            <a:xfrm>
              <a:off x="1078190" y="1125905"/>
              <a:ext cx="776959" cy="548195"/>
            </a:xfrm>
            <a:custGeom>
              <a:avLst/>
              <a:gdLst/>
              <a:ahLst/>
              <a:cxnLst/>
              <a:rect l="l" t="t" r="r" b="b"/>
              <a:pathLst>
                <a:path w="4321" h="3049" extrusionOk="0">
                  <a:moveTo>
                    <a:pt x="2588" y="117"/>
                  </a:moveTo>
                  <a:cubicBezTo>
                    <a:pt x="2662" y="117"/>
                    <a:pt x="2736" y="131"/>
                    <a:pt x="2805" y="158"/>
                  </a:cubicBezTo>
                  <a:cubicBezTo>
                    <a:pt x="2889" y="194"/>
                    <a:pt x="2945" y="274"/>
                    <a:pt x="3005" y="366"/>
                  </a:cubicBezTo>
                  <a:cubicBezTo>
                    <a:pt x="3037" y="418"/>
                    <a:pt x="3069" y="462"/>
                    <a:pt x="3109" y="506"/>
                  </a:cubicBezTo>
                  <a:cubicBezTo>
                    <a:pt x="3149" y="550"/>
                    <a:pt x="3193" y="586"/>
                    <a:pt x="3245" y="618"/>
                  </a:cubicBezTo>
                  <a:cubicBezTo>
                    <a:pt x="3273" y="630"/>
                    <a:pt x="3297" y="642"/>
                    <a:pt x="3325" y="654"/>
                  </a:cubicBezTo>
                  <a:cubicBezTo>
                    <a:pt x="3353" y="666"/>
                    <a:pt x="3381" y="670"/>
                    <a:pt x="3409" y="682"/>
                  </a:cubicBezTo>
                  <a:lnTo>
                    <a:pt x="3445" y="694"/>
                  </a:lnTo>
                  <a:cubicBezTo>
                    <a:pt x="3457" y="698"/>
                    <a:pt x="3465" y="702"/>
                    <a:pt x="3477" y="706"/>
                  </a:cubicBezTo>
                  <a:cubicBezTo>
                    <a:pt x="3497" y="718"/>
                    <a:pt x="3517" y="730"/>
                    <a:pt x="3537" y="746"/>
                  </a:cubicBezTo>
                  <a:cubicBezTo>
                    <a:pt x="3613" y="818"/>
                    <a:pt x="3669" y="906"/>
                    <a:pt x="3697" y="1006"/>
                  </a:cubicBezTo>
                  <a:cubicBezTo>
                    <a:pt x="3733" y="1110"/>
                    <a:pt x="3761" y="1214"/>
                    <a:pt x="3781" y="1318"/>
                  </a:cubicBezTo>
                  <a:cubicBezTo>
                    <a:pt x="3801" y="1426"/>
                    <a:pt x="3817" y="1534"/>
                    <a:pt x="3841" y="1642"/>
                  </a:cubicBezTo>
                  <a:cubicBezTo>
                    <a:pt x="3857" y="1754"/>
                    <a:pt x="3897" y="1858"/>
                    <a:pt x="3957" y="1954"/>
                  </a:cubicBezTo>
                  <a:cubicBezTo>
                    <a:pt x="4081" y="2130"/>
                    <a:pt x="4197" y="2318"/>
                    <a:pt x="4245" y="2526"/>
                  </a:cubicBezTo>
                  <a:cubicBezTo>
                    <a:pt x="4261" y="2626"/>
                    <a:pt x="4261" y="2738"/>
                    <a:pt x="4205" y="2814"/>
                  </a:cubicBezTo>
                  <a:lnTo>
                    <a:pt x="4181" y="2838"/>
                  </a:lnTo>
                  <a:cubicBezTo>
                    <a:pt x="4173" y="2846"/>
                    <a:pt x="4161" y="2854"/>
                    <a:pt x="4153" y="2862"/>
                  </a:cubicBezTo>
                  <a:lnTo>
                    <a:pt x="4141" y="2874"/>
                  </a:lnTo>
                  <a:lnTo>
                    <a:pt x="4137" y="2878"/>
                  </a:lnTo>
                  <a:lnTo>
                    <a:pt x="4125" y="2882"/>
                  </a:lnTo>
                  <a:cubicBezTo>
                    <a:pt x="4117" y="2886"/>
                    <a:pt x="4105" y="2890"/>
                    <a:pt x="4093" y="2894"/>
                  </a:cubicBezTo>
                  <a:cubicBezTo>
                    <a:pt x="4041" y="2906"/>
                    <a:pt x="3993" y="2918"/>
                    <a:pt x="3941" y="2922"/>
                  </a:cubicBezTo>
                  <a:cubicBezTo>
                    <a:pt x="3815" y="2929"/>
                    <a:pt x="3690" y="2933"/>
                    <a:pt x="3565" y="2933"/>
                  </a:cubicBezTo>
                  <a:cubicBezTo>
                    <a:pt x="3475" y="2933"/>
                    <a:pt x="3386" y="2931"/>
                    <a:pt x="3297" y="2926"/>
                  </a:cubicBezTo>
                  <a:cubicBezTo>
                    <a:pt x="3077" y="2914"/>
                    <a:pt x="2861" y="2898"/>
                    <a:pt x="2645" y="2878"/>
                  </a:cubicBezTo>
                  <a:cubicBezTo>
                    <a:pt x="2429" y="2854"/>
                    <a:pt x="2213" y="2830"/>
                    <a:pt x="2001" y="2798"/>
                  </a:cubicBezTo>
                  <a:cubicBezTo>
                    <a:pt x="1785" y="2762"/>
                    <a:pt x="1569" y="2730"/>
                    <a:pt x="1361" y="2678"/>
                  </a:cubicBezTo>
                  <a:cubicBezTo>
                    <a:pt x="1261" y="2658"/>
                    <a:pt x="1157" y="2626"/>
                    <a:pt x="1061" y="2590"/>
                  </a:cubicBezTo>
                  <a:cubicBezTo>
                    <a:pt x="1037" y="2582"/>
                    <a:pt x="1017" y="2570"/>
                    <a:pt x="993" y="2558"/>
                  </a:cubicBezTo>
                  <a:cubicBezTo>
                    <a:pt x="985" y="2554"/>
                    <a:pt x="973" y="2550"/>
                    <a:pt x="965" y="2542"/>
                  </a:cubicBezTo>
                  <a:lnTo>
                    <a:pt x="953" y="2534"/>
                  </a:lnTo>
                  <a:lnTo>
                    <a:pt x="945" y="2526"/>
                  </a:lnTo>
                  <a:lnTo>
                    <a:pt x="937" y="2522"/>
                  </a:lnTo>
                  <a:cubicBezTo>
                    <a:pt x="917" y="2506"/>
                    <a:pt x="897" y="2486"/>
                    <a:pt x="873" y="2470"/>
                  </a:cubicBezTo>
                  <a:cubicBezTo>
                    <a:pt x="849" y="2450"/>
                    <a:pt x="825" y="2434"/>
                    <a:pt x="797" y="2422"/>
                  </a:cubicBezTo>
                  <a:cubicBezTo>
                    <a:pt x="693" y="2362"/>
                    <a:pt x="585" y="2322"/>
                    <a:pt x="469" y="2302"/>
                  </a:cubicBezTo>
                  <a:cubicBezTo>
                    <a:pt x="396" y="2289"/>
                    <a:pt x="324" y="2283"/>
                    <a:pt x="251" y="2283"/>
                  </a:cubicBezTo>
                  <a:cubicBezTo>
                    <a:pt x="238" y="2283"/>
                    <a:pt x="226" y="2283"/>
                    <a:pt x="213" y="2284"/>
                  </a:cubicBezTo>
                  <a:lnTo>
                    <a:pt x="213" y="2284"/>
                  </a:lnTo>
                  <a:cubicBezTo>
                    <a:pt x="216" y="2273"/>
                    <a:pt x="218" y="2261"/>
                    <a:pt x="221" y="2250"/>
                  </a:cubicBezTo>
                  <a:cubicBezTo>
                    <a:pt x="233" y="2210"/>
                    <a:pt x="241" y="2170"/>
                    <a:pt x="249" y="2126"/>
                  </a:cubicBezTo>
                  <a:cubicBezTo>
                    <a:pt x="265" y="2046"/>
                    <a:pt x="273" y="1962"/>
                    <a:pt x="273" y="1878"/>
                  </a:cubicBezTo>
                  <a:cubicBezTo>
                    <a:pt x="277" y="1834"/>
                    <a:pt x="273" y="1794"/>
                    <a:pt x="269" y="1750"/>
                  </a:cubicBezTo>
                  <a:cubicBezTo>
                    <a:pt x="265" y="1710"/>
                    <a:pt x="257" y="1666"/>
                    <a:pt x="245" y="1626"/>
                  </a:cubicBezTo>
                  <a:cubicBezTo>
                    <a:pt x="237" y="1606"/>
                    <a:pt x="233" y="1586"/>
                    <a:pt x="221" y="1566"/>
                  </a:cubicBezTo>
                  <a:lnTo>
                    <a:pt x="197" y="1506"/>
                  </a:lnTo>
                  <a:lnTo>
                    <a:pt x="169" y="1454"/>
                  </a:lnTo>
                  <a:cubicBezTo>
                    <a:pt x="161" y="1438"/>
                    <a:pt x="157" y="1418"/>
                    <a:pt x="149" y="1402"/>
                  </a:cubicBezTo>
                  <a:cubicBezTo>
                    <a:pt x="137" y="1366"/>
                    <a:pt x="125" y="1330"/>
                    <a:pt x="117" y="1290"/>
                  </a:cubicBezTo>
                  <a:cubicBezTo>
                    <a:pt x="109" y="1254"/>
                    <a:pt x="97" y="1214"/>
                    <a:pt x="93" y="1174"/>
                  </a:cubicBezTo>
                  <a:cubicBezTo>
                    <a:pt x="77" y="1098"/>
                    <a:pt x="65" y="1018"/>
                    <a:pt x="57" y="938"/>
                  </a:cubicBezTo>
                  <a:cubicBezTo>
                    <a:pt x="37" y="782"/>
                    <a:pt x="29" y="622"/>
                    <a:pt x="21" y="462"/>
                  </a:cubicBezTo>
                  <a:cubicBezTo>
                    <a:pt x="145" y="278"/>
                    <a:pt x="353" y="194"/>
                    <a:pt x="565" y="170"/>
                  </a:cubicBezTo>
                  <a:cubicBezTo>
                    <a:pt x="644" y="163"/>
                    <a:pt x="723" y="159"/>
                    <a:pt x="802" y="159"/>
                  </a:cubicBezTo>
                  <a:cubicBezTo>
                    <a:pt x="939" y="159"/>
                    <a:pt x="1074" y="170"/>
                    <a:pt x="1209" y="190"/>
                  </a:cubicBezTo>
                  <a:lnTo>
                    <a:pt x="1533" y="234"/>
                  </a:lnTo>
                  <a:lnTo>
                    <a:pt x="1617" y="242"/>
                  </a:lnTo>
                  <a:lnTo>
                    <a:pt x="1701" y="246"/>
                  </a:lnTo>
                  <a:cubicBezTo>
                    <a:pt x="1757" y="246"/>
                    <a:pt x="1817" y="242"/>
                    <a:pt x="1873" y="238"/>
                  </a:cubicBezTo>
                  <a:cubicBezTo>
                    <a:pt x="2097" y="214"/>
                    <a:pt x="2309" y="142"/>
                    <a:pt x="2513" y="122"/>
                  </a:cubicBezTo>
                  <a:cubicBezTo>
                    <a:pt x="2538" y="119"/>
                    <a:pt x="2563" y="117"/>
                    <a:pt x="2588" y="117"/>
                  </a:cubicBezTo>
                  <a:close/>
                  <a:moveTo>
                    <a:pt x="2616" y="0"/>
                  </a:moveTo>
                  <a:cubicBezTo>
                    <a:pt x="2607" y="0"/>
                    <a:pt x="2598" y="1"/>
                    <a:pt x="2589" y="2"/>
                  </a:cubicBezTo>
                  <a:cubicBezTo>
                    <a:pt x="2561" y="2"/>
                    <a:pt x="2533" y="2"/>
                    <a:pt x="2505" y="6"/>
                  </a:cubicBezTo>
                  <a:cubicBezTo>
                    <a:pt x="2273" y="22"/>
                    <a:pt x="2069" y="98"/>
                    <a:pt x="1857" y="122"/>
                  </a:cubicBezTo>
                  <a:cubicBezTo>
                    <a:pt x="1805" y="130"/>
                    <a:pt x="1753" y="138"/>
                    <a:pt x="1701" y="138"/>
                  </a:cubicBezTo>
                  <a:lnTo>
                    <a:pt x="1625" y="138"/>
                  </a:lnTo>
                  <a:lnTo>
                    <a:pt x="1541" y="130"/>
                  </a:lnTo>
                  <a:cubicBezTo>
                    <a:pt x="1437" y="118"/>
                    <a:pt x="1325" y="106"/>
                    <a:pt x="1217" y="98"/>
                  </a:cubicBezTo>
                  <a:cubicBezTo>
                    <a:pt x="1115" y="87"/>
                    <a:pt x="1012" y="81"/>
                    <a:pt x="909" y="81"/>
                  </a:cubicBezTo>
                  <a:cubicBezTo>
                    <a:pt x="790" y="81"/>
                    <a:pt x="672" y="89"/>
                    <a:pt x="557" y="106"/>
                  </a:cubicBezTo>
                  <a:cubicBezTo>
                    <a:pt x="445" y="126"/>
                    <a:pt x="337" y="162"/>
                    <a:pt x="241" y="218"/>
                  </a:cubicBezTo>
                  <a:cubicBezTo>
                    <a:pt x="145" y="274"/>
                    <a:pt x="65" y="358"/>
                    <a:pt x="9" y="454"/>
                  </a:cubicBezTo>
                  <a:lnTo>
                    <a:pt x="13" y="462"/>
                  </a:lnTo>
                  <a:cubicBezTo>
                    <a:pt x="1" y="626"/>
                    <a:pt x="1" y="786"/>
                    <a:pt x="9" y="946"/>
                  </a:cubicBezTo>
                  <a:cubicBezTo>
                    <a:pt x="13" y="1030"/>
                    <a:pt x="17" y="1110"/>
                    <a:pt x="29" y="1190"/>
                  </a:cubicBezTo>
                  <a:cubicBezTo>
                    <a:pt x="33" y="1230"/>
                    <a:pt x="41" y="1270"/>
                    <a:pt x="49" y="1310"/>
                  </a:cubicBezTo>
                  <a:cubicBezTo>
                    <a:pt x="57" y="1350"/>
                    <a:pt x="65" y="1390"/>
                    <a:pt x="77" y="1434"/>
                  </a:cubicBezTo>
                  <a:cubicBezTo>
                    <a:pt x="85" y="1454"/>
                    <a:pt x="89" y="1474"/>
                    <a:pt x="97" y="1494"/>
                  </a:cubicBezTo>
                  <a:lnTo>
                    <a:pt x="121" y="1550"/>
                  </a:lnTo>
                  <a:lnTo>
                    <a:pt x="141" y="1602"/>
                  </a:lnTo>
                  <a:cubicBezTo>
                    <a:pt x="149" y="1618"/>
                    <a:pt x="153" y="1634"/>
                    <a:pt x="157" y="1654"/>
                  </a:cubicBezTo>
                  <a:cubicBezTo>
                    <a:pt x="165" y="1690"/>
                    <a:pt x="173" y="1726"/>
                    <a:pt x="173" y="1766"/>
                  </a:cubicBezTo>
                  <a:cubicBezTo>
                    <a:pt x="177" y="1802"/>
                    <a:pt x="177" y="1842"/>
                    <a:pt x="173" y="1878"/>
                  </a:cubicBezTo>
                  <a:cubicBezTo>
                    <a:pt x="169" y="1958"/>
                    <a:pt x="157" y="2034"/>
                    <a:pt x="141" y="2110"/>
                  </a:cubicBezTo>
                  <a:cubicBezTo>
                    <a:pt x="133" y="2146"/>
                    <a:pt x="125" y="2186"/>
                    <a:pt x="113" y="2222"/>
                  </a:cubicBezTo>
                  <a:cubicBezTo>
                    <a:pt x="101" y="2258"/>
                    <a:pt x="89" y="2298"/>
                    <a:pt x="77" y="2330"/>
                  </a:cubicBezTo>
                  <a:lnTo>
                    <a:pt x="45" y="2418"/>
                  </a:lnTo>
                  <a:lnTo>
                    <a:pt x="141" y="2410"/>
                  </a:lnTo>
                  <a:cubicBezTo>
                    <a:pt x="166" y="2408"/>
                    <a:pt x="192" y="2407"/>
                    <a:pt x="218" y="2407"/>
                  </a:cubicBezTo>
                  <a:cubicBezTo>
                    <a:pt x="396" y="2407"/>
                    <a:pt x="571" y="2455"/>
                    <a:pt x="729" y="2542"/>
                  </a:cubicBezTo>
                  <a:cubicBezTo>
                    <a:pt x="749" y="2554"/>
                    <a:pt x="769" y="2570"/>
                    <a:pt x="789" y="2582"/>
                  </a:cubicBezTo>
                  <a:cubicBezTo>
                    <a:pt x="809" y="2594"/>
                    <a:pt x="829" y="2614"/>
                    <a:pt x="849" y="2634"/>
                  </a:cubicBezTo>
                  <a:lnTo>
                    <a:pt x="857" y="2638"/>
                  </a:lnTo>
                  <a:lnTo>
                    <a:pt x="865" y="2646"/>
                  </a:lnTo>
                  <a:lnTo>
                    <a:pt x="885" y="2662"/>
                  </a:lnTo>
                  <a:cubicBezTo>
                    <a:pt x="897" y="2670"/>
                    <a:pt x="913" y="2682"/>
                    <a:pt x="925" y="2690"/>
                  </a:cubicBezTo>
                  <a:cubicBezTo>
                    <a:pt x="953" y="2702"/>
                    <a:pt x="981" y="2718"/>
                    <a:pt x="1009" y="2726"/>
                  </a:cubicBezTo>
                  <a:cubicBezTo>
                    <a:pt x="1113" y="2770"/>
                    <a:pt x="1221" y="2802"/>
                    <a:pt x="1333" y="2826"/>
                  </a:cubicBezTo>
                  <a:cubicBezTo>
                    <a:pt x="1545" y="2878"/>
                    <a:pt x="1765" y="2914"/>
                    <a:pt x="1981" y="2946"/>
                  </a:cubicBezTo>
                  <a:cubicBezTo>
                    <a:pt x="2201" y="2974"/>
                    <a:pt x="2417" y="2994"/>
                    <a:pt x="2637" y="3014"/>
                  </a:cubicBezTo>
                  <a:cubicBezTo>
                    <a:pt x="2853" y="3030"/>
                    <a:pt x="3073" y="3042"/>
                    <a:pt x="3293" y="3046"/>
                  </a:cubicBezTo>
                  <a:cubicBezTo>
                    <a:pt x="3339" y="3048"/>
                    <a:pt x="3385" y="3048"/>
                    <a:pt x="3431" y="3048"/>
                  </a:cubicBezTo>
                  <a:cubicBezTo>
                    <a:pt x="3605" y="3048"/>
                    <a:pt x="3779" y="3037"/>
                    <a:pt x="3953" y="3018"/>
                  </a:cubicBezTo>
                  <a:cubicBezTo>
                    <a:pt x="4013" y="3010"/>
                    <a:pt x="4069" y="2994"/>
                    <a:pt x="4125" y="2978"/>
                  </a:cubicBezTo>
                  <a:cubicBezTo>
                    <a:pt x="4141" y="2970"/>
                    <a:pt x="4153" y="2966"/>
                    <a:pt x="4165" y="2958"/>
                  </a:cubicBezTo>
                  <a:lnTo>
                    <a:pt x="4173" y="2954"/>
                  </a:lnTo>
                  <a:lnTo>
                    <a:pt x="4181" y="2950"/>
                  </a:lnTo>
                  <a:lnTo>
                    <a:pt x="4185" y="2946"/>
                  </a:lnTo>
                  <a:lnTo>
                    <a:pt x="4201" y="2930"/>
                  </a:lnTo>
                  <a:cubicBezTo>
                    <a:pt x="4213" y="2918"/>
                    <a:pt x="4225" y="2910"/>
                    <a:pt x="4237" y="2898"/>
                  </a:cubicBezTo>
                  <a:lnTo>
                    <a:pt x="4265" y="2862"/>
                  </a:lnTo>
                  <a:cubicBezTo>
                    <a:pt x="4297" y="2810"/>
                    <a:pt x="4317" y="2750"/>
                    <a:pt x="4321" y="2690"/>
                  </a:cubicBezTo>
                  <a:cubicBezTo>
                    <a:pt x="4321" y="2630"/>
                    <a:pt x="4317" y="2574"/>
                    <a:pt x="4301" y="2518"/>
                  </a:cubicBezTo>
                  <a:cubicBezTo>
                    <a:pt x="4273" y="2410"/>
                    <a:pt x="4229" y="2306"/>
                    <a:pt x="4173" y="2210"/>
                  </a:cubicBezTo>
                  <a:cubicBezTo>
                    <a:pt x="4117" y="2114"/>
                    <a:pt x="4057" y="2022"/>
                    <a:pt x="3989" y="1934"/>
                  </a:cubicBezTo>
                  <a:cubicBezTo>
                    <a:pt x="3933" y="1842"/>
                    <a:pt x="3897" y="1742"/>
                    <a:pt x="3881" y="1638"/>
                  </a:cubicBezTo>
                  <a:cubicBezTo>
                    <a:pt x="3857" y="1534"/>
                    <a:pt x="3841" y="1426"/>
                    <a:pt x="3821" y="1318"/>
                  </a:cubicBezTo>
                  <a:cubicBezTo>
                    <a:pt x="3805" y="1206"/>
                    <a:pt x="3781" y="1098"/>
                    <a:pt x="3749" y="994"/>
                  </a:cubicBezTo>
                  <a:cubicBezTo>
                    <a:pt x="3721" y="882"/>
                    <a:pt x="3665" y="778"/>
                    <a:pt x="3585" y="694"/>
                  </a:cubicBezTo>
                  <a:cubicBezTo>
                    <a:pt x="3553" y="662"/>
                    <a:pt x="3513" y="638"/>
                    <a:pt x="3469" y="618"/>
                  </a:cubicBezTo>
                  <a:lnTo>
                    <a:pt x="3429" y="606"/>
                  </a:lnTo>
                  <a:cubicBezTo>
                    <a:pt x="3409" y="594"/>
                    <a:pt x="3381" y="586"/>
                    <a:pt x="3357" y="578"/>
                  </a:cubicBezTo>
                  <a:cubicBezTo>
                    <a:pt x="3333" y="566"/>
                    <a:pt x="3313" y="554"/>
                    <a:pt x="3289" y="542"/>
                  </a:cubicBezTo>
                  <a:cubicBezTo>
                    <a:pt x="3249" y="514"/>
                    <a:pt x="3213" y="482"/>
                    <a:pt x="3181" y="446"/>
                  </a:cubicBezTo>
                  <a:cubicBezTo>
                    <a:pt x="3149" y="402"/>
                    <a:pt x="3121" y="358"/>
                    <a:pt x="3093" y="314"/>
                  </a:cubicBezTo>
                  <a:cubicBezTo>
                    <a:pt x="3065" y="266"/>
                    <a:pt x="3037" y="218"/>
                    <a:pt x="3001" y="170"/>
                  </a:cubicBezTo>
                  <a:cubicBezTo>
                    <a:pt x="2961" y="122"/>
                    <a:pt x="2909" y="82"/>
                    <a:pt x="2853" y="54"/>
                  </a:cubicBezTo>
                  <a:lnTo>
                    <a:pt x="2809" y="34"/>
                  </a:lnTo>
                  <a:lnTo>
                    <a:pt x="2769" y="22"/>
                  </a:lnTo>
                  <a:lnTo>
                    <a:pt x="2749" y="18"/>
                  </a:lnTo>
                  <a:cubicBezTo>
                    <a:pt x="2741" y="14"/>
                    <a:pt x="2729" y="14"/>
                    <a:pt x="2721" y="14"/>
                  </a:cubicBezTo>
                  <a:lnTo>
                    <a:pt x="2677" y="6"/>
                  </a:lnTo>
                  <a:cubicBezTo>
                    <a:pt x="2657" y="3"/>
                    <a:pt x="2637" y="0"/>
                    <a:pt x="261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67"/>
            <p:cNvSpPr/>
            <p:nvPr/>
          </p:nvSpPr>
          <p:spPr>
            <a:xfrm>
              <a:off x="1847057" y="1586543"/>
              <a:ext cx="464090" cy="348982"/>
            </a:xfrm>
            <a:custGeom>
              <a:avLst/>
              <a:gdLst/>
              <a:ahLst/>
              <a:cxnLst/>
              <a:rect l="l" t="t" r="r" b="b"/>
              <a:pathLst>
                <a:path w="2581" h="1941" extrusionOk="0">
                  <a:moveTo>
                    <a:pt x="9" y="0"/>
                  </a:moveTo>
                  <a:lnTo>
                    <a:pt x="1" y="12"/>
                  </a:lnTo>
                  <a:cubicBezTo>
                    <a:pt x="1" y="12"/>
                    <a:pt x="37" y="36"/>
                    <a:pt x="97" y="80"/>
                  </a:cubicBezTo>
                  <a:cubicBezTo>
                    <a:pt x="181" y="148"/>
                    <a:pt x="261" y="224"/>
                    <a:pt x="333" y="308"/>
                  </a:cubicBezTo>
                  <a:cubicBezTo>
                    <a:pt x="357" y="336"/>
                    <a:pt x="377" y="364"/>
                    <a:pt x="397" y="396"/>
                  </a:cubicBezTo>
                  <a:cubicBezTo>
                    <a:pt x="405" y="412"/>
                    <a:pt x="417" y="432"/>
                    <a:pt x="425" y="444"/>
                  </a:cubicBezTo>
                  <a:cubicBezTo>
                    <a:pt x="433" y="464"/>
                    <a:pt x="441" y="480"/>
                    <a:pt x="449" y="500"/>
                  </a:cubicBezTo>
                  <a:cubicBezTo>
                    <a:pt x="469" y="584"/>
                    <a:pt x="481" y="676"/>
                    <a:pt x="481" y="764"/>
                  </a:cubicBezTo>
                  <a:cubicBezTo>
                    <a:pt x="481" y="872"/>
                    <a:pt x="493" y="984"/>
                    <a:pt x="513" y="1088"/>
                  </a:cubicBezTo>
                  <a:cubicBezTo>
                    <a:pt x="529" y="1152"/>
                    <a:pt x="553" y="1212"/>
                    <a:pt x="593" y="1264"/>
                  </a:cubicBezTo>
                  <a:cubicBezTo>
                    <a:pt x="637" y="1324"/>
                    <a:pt x="697" y="1364"/>
                    <a:pt x="769" y="1384"/>
                  </a:cubicBezTo>
                  <a:cubicBezTo>
                    <a:pt x="893" y="1420"/>
                    <a:pt x="1021" y="1440"/>
                    <a:pt x="1149" y="1464"/>
                  </a:cubicBezTo>
                  <a:cubicBezTo>
                    <a:pt x="1277" y="1484"/>
                    <a:pt x="1413" y="1508"/>
                    <a:pt x="1549" y="1536"/>
                  </a:cubicBezTo>
                  <a:cubicBezTo>
                    <a:pt x="1685" y="1560"/>
                    <a:pt x="1825" y="1592"/>
                    <a:pt x="1965" y="1632"/>
                  </a:cubicBezTo>
                  <a:cubicBezTo>
                    <a:pt x="2105" y="1668"/>
                    <a:pt x="2241" y="1724"/>
                    <a:pt x="2369" y="1796"/>
                  </a:cubicBezTo>
                  <a:cubicBezTo>
                    <a:pt x="2433" y="1836"/>
                    <a:pt x="2489" y="1884"/>
                    <a:pt x="2533" y="1940"/>
                  </a:cubicBezTo>
                  <a:lnTo>
                    <a:pt x="2581" y="1904"/>
                  </a:lnTo>
                  <a:cubicBezTo>
                    <a:pt x="2537" y="1836"/>
                    <a:pt x="2477" y="1776"/>
                    <a:pt x="2409" y="1732"/>
                  </a:cubicBezTo>
                  <a:cubicBezTo>
                    <a:pt x="2281" y="1644"/>
                    <a:pt x="2141" y="1576"/>
                    <a:pt x="1993" y="1532"/>
                  </a:cubicBezTo>
                  <a:cubicBezTo>
                    <a:pt x="1857" y="1484"/>
                    <a:pt x="1713" y="1444"/>
                    <a:pt x="1573" y="1416"/>
                  </a:cubicBezTo>
                  <a:cubicBezTo>
                    <a:pt x="1433" y="1384"/>
                    <a:pt x="1297" y="1360"/>
                    <a:pt x="1169" y="1340"/>
                  </a:cubicBezTo>
                  <a:cubicBezTo>
                    <a:pt x="1037" y="1320"/>
                    <a:pt x="909" y="1300"/>
                    <a:pt x="797" y="1268"/>
                  </a:cubicBezTo>
                  <a:cubicBezTo>
                    <a:pt x="749" y="1260"/>
                    <a:pt x="709" y="1232"/>
                    <a:pt x="677" y="1196"/>
                  </a:cubicBezTo>
                  <a:cubicBezTo>
                    <a:pt x="649" y="1156"/>
                    <a:pt x="625" y="1108"/>
                    <a:pt x="613" y="1060"/>
                  </a:cubicBezTo>
                  <a:cubicBezTo>
                    <a:pt x="593" y="960"/>
                    <a:pt x="577" y="860"/>
                    <a:pt x="569" y="756"/>
                  </a:cubicBezTo>
                  <a:cubicBezTo>
                    <a:pt x="561" y="660"/>
                    <a:pt x="545" y="564"/>
                    <a:pt x="517" y="472"/>
                  </a:cubicBezTo>
                  <a:cubicBezTo>
                    <a:pt x="505" y="452"/>
                    <a:pt x="497" y="432"/>
                    <a:pt x="485" y="412"/>
                  </a:cubicBezTo>
                  <a:cubicBezTo>
                    <a:pt x="473" y="392"/>
                    <a:pt x="461" y="372"/>
                    <a:pt x="449" y="356"/>
                  </a:cubicBezTo>
                  <a:cubicBezTo>
                    <a:pt x="425" y="324"/>
                    <a:pt x="401" y="296"/>
                    <a:pt x="373" y="268"/>
                  </a:cubicBezTo>
                  <a:cubicBezTo>
                    <a:pt x="293" y="188"/>
                    <a:pt x="205" y="120"/>
                    <a:pt x="109" y="60"/>
                  </a:cubicBezTo>
                  <a:cubicBezTo>
                    <a:pt x="45" y="20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67"/>
            <p:cNvSpPr/>
            <p:nvPr/>
          </p:nvSpPr>
          <p:spPr>
            <a:xfrm>
              <a:off x="1748521" y="1247807"/>
              <a:ext cx="676265" cy="681962"/>
            </a:xfrm>
            <a:custGeom>
              <a:avLst/>
              <a:gdLst/>
              <a:ahLst/>
              <a:cxnLst/>
              <a:rect l="l" t="t" r="r" b="b"/>
              <a:pathLst>
                <a:path w="3761" h="3793" extrusionOk="0">
                  <a:moveTo>
                    <a:pt x="1624" y="0"/>
                  </a:moveTo>
                  <a:cubicBezTo>
                    <a:pt x="1602" y="0"/>
                    <a:pt x="1579" y="1"/>
                    <a:pt x="1557" y="4"/>
                  </a:cubicBezTo>
                  <a:cubicBezTo>
                    <a:pt x="1433" y="20"/>
                    <a:pt x="1313" y="64"/>
                    <a:pt x="1205" y="124"/>
                  </a:cubicBezTo>
                  <a:cubicBezTo>
                    <a:pt x="1153" y="152"/>
                    <a:pt x="1105" y="180"/>
                    <a:pt x="1061" y="208"/>
                  </a:cubicBezTo>
                  <a:cubicBezTo>
                    <a:pt x="1041" y="220"/>
                    <a:pt x="1013" y="236"/>
                    <a:pt x="1001" y="244"/>
                  </a:cubicBezTo>
                  <a:cubicBezTo>
                    <a:pt x="989" y="248"/>
                    <a:pt x="981" y="252"/>
                    <a:pt x="973" y="252"/>
                  </a:cubicBezTo>
                  <a:cubicBezTo>
                    <a:pt x="961" y="256"/>
                    <a:pt x="953" y="256"/>
                    <a:pt x="941" y="260"/>
                  </a:cubicBezTo>
                  <a:cubicBezTo>
                    <a:pt x="853" y="256"/>
                    <a:pt x="765" y="248"/>
                    <a:pt x="673" y="228"/>
                  </a:cubicBezTo>
                  <a:cubicBezTo>
                    <a:pt x="597" y="216"/>
                    <a:pt x="513" y="212"/>
                    <a:pt x="433" y="212"/>
                  </a:cubicBezTo>
                  <a:cubicBezTo>
                    <a:pt x="321" y="216"/>
                    <a:pt x="209" y="240"/>
                    <a:pt x="105" y="288"/>
                  </a:cubicBezTo>
                  <a:cubicBezTo>
                    <a:pt x="77" y="304"/>
                    <a:pt x="53" y="316"/>
                    <a:pt x="25" y="332"/>
                  </a:cubicBezTo>
                  <a:lnTo>
                    <a:pt x="1" y="348"/>
                  </a:lnTo>
                  <a:lnTo>
                    <a:pt x="9" y="360"/>
                  </a:lnTo>
                  <a:lnTo>
                    <a:pt x="33" y="348"/>
                  </a:lnTo>
                  <a:cubicBezTo>
                    <a:pt x="61" y="336"/>
                    <a:pt x="85" y="324"/>
                    <a:pt x="113" y="316"/>
                  </a:cubicBezTo>
                  <a:cubicBezTo>
                    <a:pt x="204" y="281"/>
                    <a:pt x="299" y="267"/>
                    <a:pt x="394" y="267"/>
                  </a:cubicBezTo>
                  <a:cubicBezTo>
                    <a:pt x="407" y="267"/>
                    <a:pt x="420" y="267"/>
                    <a:pt x="433" y="268"/>
                  </a:cubicBezTo>
                  <a:cubicBezTo>
                    <a:pt x="509" y="276"/>
                    <a:pt x="585" y="288"/>
                    <a:pt x="661" y="304"/>
                  </a:cubicBezTo>
                  <a:cubicBezTo>
                    <a:pt x="753" y="328"/>
                    <a:pt x="849" y="344"/>
                    <a:pt x="945" y="352"/>
                  </a:cubicBezTo>
                  <a:cubicBezTo>
                    <a:pt x="961" y="352"/>
                    <a:pt x="977" y="352"/>
                    <a:pt x="989" y="348"/>
                  </a:cubicBezTo>
                  <a:cubicBezTo>
                    <a:pt x="1005" y="348"/>
                    <a:pt x="1021" y="344"/>
                    <a:pt x="1037" y="336"/>
                  </a:cubicBezTo>
                  <a:cubicBezTo>
                    <a:pt x="1069" y="324"/>
                    <a:pt x="1089" y="312"/>
                    <a:pt x="1113" y="296"/>
                  </a:cubicBezTo>
                  <a:cubicBezTo>
                    <a:pt x="1161" y="272"/>
                    <a:pt x="1205" y="248"/>
                    <a:pt x="1253" y="224"/>
                  </a:cubicBezTo>
                  <a:cubicBezTo>
                    <a:pt x="1353" y="172"/>
                    <a:pt x="1457" y="140"/>
                    <a:pt x="1569" y="128"/>
                  </a:cubicBezTo>
                  <a:cubicBezTo>
                    <a:pt x="1580" y="127"/>
                    <a:pt x="1591" y="127"/>
                    <a:pt x="1603" y="127"/>
                  </a:cubicBezTo>
                  <a:cubicBezTo>
                    <a:pt x="1703" y="127"/>
                    <a:pt x="1802" y="159"/>
                    <a:pt x="1885" y="220"/>
                  </a:cubicBezTo>
                  <a:cubicBezTo>
                    <a:pt x="1937" y="256"/>
                    <a:pt x="1981" y="296"/>
                    <a:pt x="2017" y="344"/>
                  </a:cubicBezTo>
                  <a:cubicBezTo>
                    <a:pt x="2037" y="364"/>
                    <a:pt x="2057" y="392"/>
                    <a:pt x="2077" y="424"/>
                  </a:cubicBezTo>
                  <a:cubicBezTo>
                    <a:pt x="2097" y="452"/>
                    <a:pt x="2121" y="480"/>
                    <a:pt x="2145" y="508"/>
                  </a:cubicBezTo>
                  <a:cubicBezTo>
                    <a:pt x="2241" y="624"/>
                    <a:pt x="2345" y="728"/>
                    <a:pt x="2461" y="820"/>
                  </a:cubicBezTo>
                  <a:cubicBezTo>
                    <a:pt x="2577" y="916"/>
                    <a:pt x="2705" y="1008"/>
                    <a:pt x="2829" y="1096"/>
                  </a:cubicBezTo>
                  <a:cubicBezTo>
                    <a:pt x="2953" y="1184"/>
                    <a:pt x="3081" y="1272"/>
                    <a:pt x="3201" y="1368"/>
                  </a:cubicBezTo>
                  <a:cubicBezTo>
                    <a:pt x="3325" y="1460"/>
                    <a:pt x="3433" y="1568"/>
                    <a:pt x="3521" y="1692"/>
                  </a:cubicBezTo>
                  <a:cubicBezTo>
                    <a:pt x="3609" y="1820"/>
                    <a:pt x="3653" y="1968"/>
                    <a:pt x="3649" y="2120"/>
                  </a:cubicBezTo>
                  <a:cubicBezTo>
                    <a:pt x="3645" y="2280"/>
                    <a:pt x="3617" y="2436"/>
                    <a:pt x="3565" y="2588"/>
                  </a:cubicBezTo>
                  <a:cubicBezTo>
                    <a:pt x="3509" y="2740"/>
                    <a:pt x="3465" y="2900"/>
                    <a:pt x="3433" y="3060"/>
                  </a:cubicBezTo>
                  <a:cubicBezTo>
                    <a:pt x="3425" y="3104"/>
                    <a:pt x="3417" y="3144"/>
                    <a:pt x="3413" y="3184"/>
                  </a:cubicBezTo>
                  <a:cubicBezTo>
                    <a:pt x="3413" y="3228"/>
                    <a:pt x="3413" y="3268"/>
                    <a:pt x="3413" y="3308"/>
                  </a:cubicBezTo>
                  <a:cubicBezTo>
                    <a:pt x="3409" y="3388"/>
                    <a:pt x="3405" y="3468"/>
                    <a:pt x="3401" y="3548"/>
                  </a:cubicBezTo>
                  <a:cubicBezTo>
                    <a:pt x="3397" y="3628"/>
                    <a:pt x="3389" y="3708"/>
                    <a:pt x="3373" y="3784"/>
                  </a:cubicBezTo>
                  <a:lnTo>
                    <a:pt x="3417" y="3792"/>
                  </a:lnTo>
                  <a:cubicBezTo>
                    <a:pt x="3429" y="3712"/>
                    <a:pt x="3437" y="3632"/>
                    <a:pt x="3445" y="3552"/>
                  </a:cubicBezTo>
                  <a:cubicBezTo>
                    <a:pt x="3449" y="3472"/>
                    <a:pt x="3453" y="3388"/>
                    <a:pt x="3457" y="3308"/>
                  </a:cubicBezTo>
                  <a:cubicBezTo>
                    <a:pt x="3457" y="3268"/>
                    <a:pt x="3461" y="3228"/>
                    <a:pt x="3465" y="3188"/>
                  </a:cubicBezTo>
                  <a:cubicBezTo>
                    <a:pt x="3469" y="3148"/>
                    <a:pt x="3473" y="3108"/>
                    <a:pt x="3481" y="3072"/>
                  </a:cubicBezTo>
                  <a:cubicBezTo>
                    <a:pt x="3521" y="2916"/>
                    <a:pt x="3573" y="2760"/>
                    <a:pt x="3633" y="2608"/>
                  </a:cubicBezTo>
                  <a:cubicBezTo>
                    <a:pt x="3697" y="2456"/>
                    <a:pt x="3737" y="2288"/>
                    <a:pt x="3753" y="2120"/>
                  </a:cubicBezTo>
                  <a:cubicBezTo>
                    <a:pt x="3761" y="1948"/>
                    <a:pt x="3713" y="1776"/>
                    <a:pt x="3621" y="1628"/>
                  </a:cubicBezTo>
                  <a:cubicBezTo>
                    <a:pt x="3529" y="1492"/>
                    <a:pt x="3417" y="1368"/>
                    <a:pt x="3285" y="1264"/>
                  </a:cubicBezTo>
                  <a:cubicBezTo>
                    <a:pt x="3161" y="1160"/>
                    <a:pt x="3033" y="1068"/>
                    <a:pt x="2909" y="980"/>
                  </a:cubicBezTo>
                  <a:cubicBezTo>
                    <a:pt x="2785" y="888"/>
                    <a:pt x="2665" y="800"/>
                    <a:pt x="2557" y="708"/>
                  </a:cubicBezTo>
                  <a:cubicBezTo>
                    <a:pt x="2449" y="620"/>
                    <a:pt x="2349" y="524"/>
                    <a:pt x="2257" y="416"/>
                  </a:cubicBezTo>
                  <a:cubicBezTo>
                    <a:pt x="2233" y="392"/>
                    <a:pt x="2217" y="368"/>
                    <a:pt x="2193" y="340"/>
                  </a:cubicBezTo>
                  <a:cubicBezTo>
                    <a:pt x="2169" y="308"/>
                    <a:pt x="2153" y="284"/>
                    <a:pt x="2125" y="256"/>
                  </a:cubicBezTo>
                  <a:cubicBezTo>
                    <a:pt x="2081" y="196"/>
                    <a:pt x="2025" y="148"/>
                    <a:pt x="1965" y="104"/>
                  </a:cubicBezTo>
                  <a:cubicBezTo>
                    <a:pt x="1864" y="36"/>
                    <a:pt x="1745" y="0"/>
                    <a:pt x="162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67"/>
            <p:cNvSpPr/>
            <p:nvPr/>
          </p:nvSpPr>
          <p:spPr>
            <a:xfrm>
              <a:off x="1913227" y="969123"/>
              <a:ext cx="931056" cy="514393"/>
            </a:xfrm>
            <a:custGeom>
              <a:avLst/>
              <a:gdLst/>
              <a:ahLst/>
              <a:cxnLst/>
              <a:rect l="l" t="t" r="r" b="b"/>
              <a:pathLst>
                <a:path w="5178" h="2861" extrusionOk="0">
                  <a:moveTo>
                    <a:pt x="3350" y="0"/>
                  </a:moveTo>
                  <a:cubicBezTo>
                    <a:pt x="3334" y="0"/>
                    <a:pt x="3317" y="1"/>
                    <a:pt x="3301" y="2"/>
                  </a:cubicBezTo>
                  <a:cubicBezTo>
                    <a:pt x="3173" y="6"/>
                    <a:pt x="3049" y="26"/>
                    <a:pt x="2929" y="62"/>
                  </a:cubicBezTo>
                  <a:cubicBezTo>
                    <a:pt x="2809" y="94"/>
                    <a:pt x="2689" y="138"/>
                    <a:pt x="2573" y="182"/>
                  </a:cubicBezTo>
                  <a:cubicBezTo>
                    <a:pt x="2457" y="226"/>
                    <a:pt x="2341" y="274"/>
                    <a:pt x="2225" y="310"/>
                  </a:cubicBezTo>
                  <a:cubicBezTo>
                    <a:pt x="2113" y="350"/>
                    <a:pt x="1993" y="374"/>
                    <a:pt x="1877" y="378"/>
                  </a:cubicBezTo>
                  <a:cubicBezTo>
                    <a:pt x="1757" y="378"/>
                    <a:pt x="1641" y="362"/>
                    <a:pt x="1525" y="330"/>
                  </a:cubicBezTo>
                  <a:cubicBezTo>
                    <a:pt x="1409" y="302"/>
                    <a:pt x="1289" y="266"/>
                    <a:pt x="1169" y="230"/>
                  </a:cubicBezTo>
                  <a:cubicBezTo>
                    <a:pt x="1109" y="210"/>
                    <a:pt x="1045" y="194"/>
                    <a:pt x="981" y="182"/>
                  </a:cubicBezTo>
                  <a:cubicBezTo>
                    <a:pt x="949" y="178"/>
                    <a:pt x="917" y="174"/>
                    <a:pt x="881" y="174"/>
                  </a:cubicBezTo>
                  <a:lnTo>
                    <a:pt x="833" y="174"/>
                  </a:lnTo>
                  <a:cubicBezTo>
                    <a:pt x="817" y="174"/>
                    <a:pt x="797" y="178"/>
                    <a:pt x="781" y="182"/>
                  </a:cubicBezTo>
                  <a:cubicBezTo>
                    <a:pt x="749" y="186"/>
                    <a:pt x="713" y="190"/>
                    <a:pt x="681" y="198"/>
                  </a:cubicBezTo>
                  <a:lnTo>
                    <a:pt x="589" y="234"/>
                  </a:lnTo>
                  <a:lnTo>
                    <a:pt x="501" y="278"/>
                  </a:lnTo>
                  <a:cubicBezTo>
                    <a:pt x="469" y="294"/>
                    <a:pt x="445" y="314"/>
                    <a:pt x="421" y="334"/>
                  </a:cubicBezTo>
                  <a:cubicBezTo>
                    <a:pt x="317" y="414"/>
                    <a:pt x="233" y="510"/>
                    <a:pt x="165" y="618"/>
                  </a:cubicBezTo>
                  <a:cubicBezTo>
                    <a:pt x="97" y="726"/>
                    <a:pt x="41" y="838"/>
                    <a:pt x="1" y="958"/>
                  </a:cubicBezTo>
                  <a:lnTo>
                    <a:pt x="21" y="962"/>
                  </a:lnTo>
                  <a:cubicBezTo>
                    <a:pt x="77" y="854"/>
                    <a:pt x="141" y="750"/>
                    <a:pt x="217" y="650"/>
                  </a:cubicBezTo>
                  <a:cubicBezTo>
                    <a:pt x="289" y="554"/>
                    <a:pt x="377" y="470"/>
                    <a:pt x="477" y="402"/>
                  </a:cubicBezTo>
                  <a:cubicBezTo>
                    <a:pt x="501" y="386"/>
                    <a:pt x="525" y="366"/>
                    <a:pt x="553" y="354"/>
                  </a:cubicBezTo>
                  <a:lnTo>
                    <a:pt x="629" y="318"/>
                  </a:lnTo>
                  <a:lnTo>
                    <a:pt x="713" y="294"/>
                  </a:lnTo>
                  <a:cubicBezTo>
                    <a:pt x="741" y="290"/>
                    <a:pt x="769" y="286"/>
                    <a:pt x="797" y="282"/>
                  </a:cubicBezTo>
                  <a:cubicBezTo>
                    <a:pt x="813" y="282"/>
                    <a:pt x="825" y="282"/>
                    <a:pt x="841" y="278"/>
                  </a:cubicBezTo>
                  <a:lnTo>
                    <a:pt x="885" y="282"/>
                  </a:lnTo>
                  <a:cubicBezTo>
                    <a:pt x="913" y="282"/>
                    <a:pt x="941" y="286"/>
                    <a:pt x="969" y="294"/>
                  </a:cubicBezTo>
                  <a:lnTo>
                    <a:pt x="1053" y="314"/>
                  </a:lnTo>
                  <a:cubicBezTo>
                    <a:pt x="1081" y="318"/>
                    <a:pt x="1113" y="330"/>
                    <a:pt x="1141" y="342"/>
                  </a:cubicBezTo>
                  <a:cubicBezTo>
                    <a:pt x="1257" y="378"/>
                    <a:pt x="1377" y="418"/>
                    <a:pt x="1501" y="450"/>
                  </a:cubicBezTo>
                  <a:cubicBezTo>
                    <a:pt x="1604" y="480"/>
                    <a:pt x="1713" y="496"/>
                    <a:pt x="1820" y="496"/>
                  </a:cubicBezTo>
                  <a:cubicBezTo>
                    <a:pt x="1842" y="496"/>
                    <a:pt x="1863" y="495"/>
                    <a:pt x="1885" y="494"/>
                  </a:cubicBezTo>
                  <a:cubicBezTo>
                    <a:pt x="2017" y="486"/>
                    <a:pt x="2141" y="454"/>
                    <a:pt x="2261" y="402"/>
                  </a:cubicBezTo>
                  <a:cubicBezTo>
                    <a:pt x="2377" y="354"/>
                    <a:pt x="2493" y="302"/>
                    <a:pt x="2605" y="246"/>
                  </a:cubicBezTo>
                  <a:cubicBezTo>
                    <a:pt x="2713" y="194"/>
                    <a:pt x="2829" y="146"/>
                    <a:pt x="2945" y="110"/>
                  </a:cubicBezTo>
                  <a:cubicBezTo>
                    <a:pt x="3061" y="70"/>
                    <a:pt x="3181" y="50"/>
                    <a:pt x="3305" y="42"/>
                  </a:cubicBezTo>
                  <a:cubicBezTo>
                    <a:pt x="3315" y="42"/>
                    <a:pt x="3325" y="41"/>
                    <a:pt x="3335" y="41"/>
                  </a:cubicBezTo>
                  <a:cubicBezTo>
                    <a:pt x="3445" y="41"/>
                    <a:pt x="3558" y="62"/>
                    <a:pt x="3661" y="106"/>
                  </a:cubicBezTo>
                  <a:cubicBezTo>
                    <a:pt x="3769" y="154"/>
                    <a:pt x="3869" y="226"/>
                    <a:pt x="3953" y="314"/>
                  </a:cubicBezTo>
                  <a:lnTo>
                    <a:pt x="4013" y="382"/>
                  </a:lnTo>
                  <a:lnTo>
                    <a:pt x="4069" y="454"/>
                  </a:lnTo>
                  <a:cubicBezTo>
                    <a:pt x="4105" y="502"/>
                    <a:pt x="4141" y="554"/>
                    <a:pt x="4181" y="602"/>
                  </a:cubicBezTo>
                  <a:cubicBezTo>
                    <a:pt x="4261" y="702"/>
                    <a:pt x="4345" y="794"/>
                    <a:pt x="4441" y="882"/>
                  </a:cubicBezTo>
                  <a:cubicBezTo>
                    <a:pt x="4533" y="966"/>
                    <a:pt x="4629" y="1046"/>
                    <a:pt x="4729" y="1122"/>
                  </a:cubicBezTo>
                  <a:cubicBezTo>
                    <a:pt x="4811" y="1185"/>
                    <a:pt x="4893" y="1240"/>
                    <a:pt x="4978" y="1292"/>
                  </a:cubicBezTo>
                  <a:lnTo>
                    <a:pt x="4978" y="1292"/>
                  </a:lnTo>
                  <a:cubicBezTo>
                    <a:pt x="4951" y="1325"/>
                    <a:pt x="4922" y="1357"/>
                    <a:pt x="4889" y="1390"/>
                  </a:cubicBezTo>
                  <a:cubicBezTo>
                    <a:pt x="4841" y="1438"/>
                    <a:pt x="4789" y="1490"/>
                    <a:pt x="4741" y="1534"/>
                  </a:cubicBezTo>
                  <a:cubicBezTo>
                    <a:pt x="4641" y="1626"/>
                    <a:pt x="4529" y="1706"/>
                    <a:pt x="4409" y="1766"/>
                  </a:cubicBezTo>
                  <a:lnTo>
                    <a:pt x="4313" y="1810"/>
                  </a:lnTo>
                  <a:cubicBezTo>
                    <a:pt x="4281" y="1822"/>
                    <a:pt x="4249" y="1842"/>
                    <a:pt x="4213" y="1858"/>
                  </a:cubicBezTo>
                  <a:cubicBezTo>
                    <a:pt x="4149" y="1894"/>
                    <a:pt x="4089" y="1930"/>
                    <a:pt x="4025" y="1970"/>
                  </a:cubicBezTo>
                  <a:cubicBezTo>
                    <a:pt x="3905" y="2042"/>
                    <a:pt x="3785" y="2122"/>
                    <a:pt x="3665" y="2198"/>
                  </a:cubicBezTo>
                  <a:cubicBezTo>
                    <a:pt x="3425" y="2358"/>
                    <a:pt x="3193" y="2518"/>
                    <a:pt x="2953" y="2670"/>
                  </a:cubicBezTo>
                  <a:cubicBezTo>
                    <a:pt x="2897" y="2706"/>
                    <a:pt x="2837" y="2742"/>
                    <a:pt x="2773" y="2770"/>
                  </a:cubicBezTo>
                  <a:cubicBezTo>
                    <a:pt x="2757" y="2774"/>
                    <a:pt x="2745" y="2782"/>
                    <a:pt x="2729" y="2782"/>
                  </a:cubicBezTo>
                  <a:cubicBezTo>
                    <a:pt x="2709" y="2786"/>
                    <a:pt x="2693" y="2790"/>
                    <a:pt x="2677" y="2794"/>
                  </a:cubicBezTo>
                  <a:cubicBezTo>
                    <a:pt x="2645" y="2798"/>
                    <a:pt x="2609" y="2802"/>
                    <a:pt x="2573" y="2802"/>
                  </a:cubicBezTo>
                  <a:cubicBezTo>
                    <a:pt x="2555" y="2802"/>
                    <a:pt x="2537" y="2803"/>
                    <a:pt x="2520" y="2803"/>
                  </a:cubicBezTo>
                  <a:cubicBezTo>
                    <a:pt x="2397" y="2803"/>
                    <a:pt x="2275" y="2791"/>
                    <a:pt x="2153" y="2770"/>
                  </a:cubicBezTo>
                  <a:lnTo>
                    <a:pt x="2149" y="2786"/>
                  </a:lnTo>
                  <a:cubicBezTo>
                    <a:pt x="2289" y="2826"/>
                    <a:pt x="2429" y="2850"/>
                    <a:pt x="2573" y="2858"/>
                  </a:cubicBezTo>
                  <a:cubicBezTo>
                    <a:pt x="2591" y="2860"/>
                    <a:pt x="2610" y="2861"/>
                    <a:pt x="2629" y="2861"/>
                  </a:cubicBezTo>
                  <a:cubicBezTo>
                    <a:pt x="2648" y="2861"/>
                    <a:pt x="2667" y="2860"/>
                    <a:pt x="2685" y="2858"/>
                  </a:cubicBezTo>
                  <a:cubicBezTo>
                    <a:pt x="2705" y="2858"/>
                    <a:pt x="2721" y="2854"/>
                    <a:pt x="2741" y="2854"/>
                  </a:cubicBezTo>
                  <a:cubicBezTo>
                    <a:pt x="2761" y="2850"/>
                    <a:pt x="2777" y="2846"/>
                    <a:pt x="2797" y="2838"/>
                  </a:cubicBezTo>
                  <a:cubicBezTo>
                    <a:pt x="2865" y="2814"/>
                    <a:pt x="2933" y="2782"/>
                    <a:pt x="2997" y="2746"/>
                  </a:cubicBezTo>
                  <a:cubicBezTo>
                    <a:pt x="3125" y="2682"/>
                    <a:pt x="3249" y="2610"/>
                    <a:pt x="3369" y="2534"/>
                  </a:cubicBezTo>
                  <a:lnTo>
                    <a:pt x="3733" y="2314"/>
                  </a:lnTo>
                  <a:cubicBezTo>
                    <a:pt x="3857" y="2238"/>
                    <a:pt x="3977" y="2166"/>
                    <a:pt x="4097" y="2094"/>
                  </a:cubicBezTo>
                  <a:cubicBezTo>
                    <a:pt x="4161" y="2058"/>
                    <a:pt x="4221" y="2022"/>
                    <a:pt x="4281" y="1990"/>
                  </a:cubicBezTo>
                  <a:cubicBezTo>
                    <a:pt x="4313" y="1978"/>
                    <a:pt x="4337" y="1958"/>
                    <a:pt x="4373" y="1946"/>
                  </a:cubicBezTo>
                  <a:lnTo>
                    <a:pt x="4473" y="1902"/>
                  </a:lnTo>
                  <a:cubicBezTo>
                    <a:pt x="4605" y="1834"/>
                    <a:pt x="4729" y="1746"/>
                    <a:pt x="4837" y="1642"/>
                  </a:cubicBezTo>
                  <a:cubicBezTo>
                    <a:pt x="4889" y="1590"/>
                    <a:pt x="4941" y="1538"/>
                    <a:pt x="4989" y="1482"/>
                  </a:cubicBezTo>
                  <a:cubicBezTo>
                    <a:pt x="5037" y="1430"/>
                    <a:pt x="5085" y="1374"/>
                    <a:pt x="5129" y="1314"/>
                  </a:cubicBezTo>
                  <a:lnTo>
                    <a:pt x="5177" y="1250"/>
                  </a:lnTo>
                  <a:lnTo>
                    <a:pt x="5105" y="1214"/>
                  </a:lnTo>
                  <a:cubicBezTo>
                    <a:pt x="5001" y="1158"/>
                    <a:pt x="4897" y="1094"/>
                    <a:pt x="4797" y="1022"/>
                  </a:cubicBezTo>
                  <a:cubicBezTo>
                    <a:pt x="4697" y="954"/>
                    <a:pt x="4601" y="882"/>
                    <a:pt x="4509" y="802"/>
                  </a:cubicBezTo>
                  <a:cubicBezTo>
                    <a:pt x="4417" y="722"/>
                    <a:pt x="4329" y="638"/>
                    <a:pt x="4245" y="546"/>
                  </a:cubicBezTo>
                  <a:cubicBezTo>
                    <a:pt x="4201" y="506"/>
                    <a:pt x="4165" y="454"/>
                    <a:pt x="4121" y="410"/>
                  </a:cubicBezTo>
                  <a:lnTo>
                    <a:pt x="4061" y="334"/>
                  </a:lnTo>
                  <a:lnTo>
                    <a:pt x="3993" y="270"/>
                  </a:lnTo>
                  <a:cubicBezTo>
                    <a:pt x="3901" y="182"/>
                    <a:pt x="3793" y="110"/>
                    <a:pt x="3673" y="62"/>
                  </a:cubicBezTo>
                  <a:cubicBezTo>
                    <a:pt x="3568" y="23"/>
                    <a:pt x="3461" y="0"/>
                    <a:pt x="3350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67"/>
            <p:cNvSpPr/>
            <p:nvPr/>
          </p:nvSpPr>
          <p:spPr>
            <a:xfrm>
              <a:off x="1653581" y="555053"/>
              <a:ext cx="670511" cy="555387"/>
            </a:xfrm>
            <a:custGeom>
              <a:avLst/>
              <a:gdLst/>
              <a:ahLst/>
              <a:cxnLst/>
              <a:rect l="l" t="t" r="r" b="b"/>
              <a:pathLst>
                <a:path w="3729" h="3089" extrusionOk="0">
                  <a:moveTo>
                    <a:pt x="1601" y="1"/>
                  </a:moveTo>
                  <a:lnTo>
                    <a:pt x="1597" y="45"/>
                  </a:lnTo>
                  <a:cubicBezTo>
                    <a:pt x="1593" y="61"/>
                    <a:pt x="1589" y="77"/>
                    <a:pt x="1581" y="89"/>
                  </a:cubicBezTo>
                  <a:cubicBezTo>
                    <a:pt x="1569" y="101"/>
                    <a:pt x="1557" y="113"/>
                    <a:pt x="1545" y="125"/>
                  </a:cubicBezTo>
                  <a:cubicBezTo>
                    <a:pt x="1509" y="145"/>
                    <a:pt x="1473" y="157"/>
                    <a:pt x="1433" y="161"/>
                  </a:cubicBezTo>
                  <a:cubicBezTo>
                    <a:pt x="1393" y="165"/>
                    <a:pt x="1349" y="165"/>
                    <a:pt x="1309" y="165"/>
                  </a:cubicBezTo>
                  <a:cubicBezTo>
                    <a:pt x="1265" y="161"/>
                    <a:pt x="1221" y="153"/>
                    <a:pt x="1173" y="153"/>
                  </a:cubicBezTo>
                  <a:cubicBezTo>
                    <a:pt x="1156" y="152"/>
                    <a:pt x="1140" y="152"/>
                    <a:pt x="1124" y="152"/>
                  </a:cubicBezTo>
                  <a:cubicBezTo>
                    <a:pt x="1045" y="152"/>
                    <a:pt x="968" y="159"/>
                    <a:pt x="889" y="173"/>
                  </a:cubicBezTo>
                  <a:cubicBezTo>
                    <a:pt x="797" y="189"/>
                    <a:pt x="709" y="209"/>
                    <a:pt x="617" y="241"/>
                  </a:cubicBezTo>
                  <a:cubicBezTo>
                    <a:pt x="529" y="265"/>
                    <a:pt x="441" y="301"/>
                    <a:pt x="357" y="341"/>
                  </a:cubicBezTo>
                  <a:cubicBezTo>
                    <a:pt x="269" y="385"/>
                    <a:pt x="185" y="437"/>
                    <a:pt x="113" y="501"/>
                  </a:cubicBezTo>
                  <a:cubicBezTo>
                    <a:pt x="73" y="541"/>
                    <a:pt x="37" y="585"/>
                    <a:pt x="17" y="641"/>
                  </a:cubicBezTo>
                  <a:cubicBezTo>
                    <a:pt x="5" y="673"/>
                    <a:pt x="1" y="705"/>
                    <a:pt x="5" y="741"/>
                  </a:cubicBezTo>
                  <a:lnTo>
                    <a:pt x="13" y="809"/>
                  </a:lnTo>
                  <a:cubicBezTo>
                    <a:pt x="25" y="901"/>
                    <a:pt x="37" y="989"/>
                    <a:pt x="53" y="1081"/>
                  </a:cubicBezTo>
                  <a:lnTo>
                    <a:pt x="145" y="1621"/>
                  </a:lnTo>
                  <a:cubicBezTo>
                    <a:pt x="157" y="1709"/>
                    <a:pt x="173" y="1801"/>
                    <a:pt x="181" y="1881"/>
                  </a:cubicBezTo>
                  <a:cubicBezTo>
                    <a:pt x="185" y="1901"/>
                    <a:pt x="185" y="1925"/>
                    <a:pt x="181" y="1945"/>
                  </a:cubicBezTo>
                  <a:cubicBezTo>
                    <a:pt x="181" y="1965"/>
                    <a:pt x="177" y="1985"/>
                    <a:pt x="177" y="2009"/>
                  </a:cubicBezTo>
                  <a:cubicBezTo>
                    <a:pt x="173" y="2053"/>
                    <a:pt x="169" y="2097"/>
                    <a:pt x="165" y="2141"/>
                  </a:cubicBezTo>
                  <a:cubicBezTo>
                    <a:pt x="153" y="2233"/>
                    <a:pt x="145" y="2325"/>
                    <a:pt x="149" y="2417"/>
                  </a:cubicBezTo>
                  <a:cubicBezTo>
                    <a:pt x="149" y="2513"/>
                    <a:pt x="165" y="2609"/>
                    <a:pt x="197" y="2697"/>
                  </a:cubicBezTo>
                  <a:cubicBezTo>
                    <a:pt x="229" y="2785"/>
                    <a:pt x="281" y="2869"/>
                    <a:pt x="353" y="2933"/>
                  </a:cubicBezTo>
                  <a:cubicBezTo>
                    <a:pt x="385" y="2965"/>
                    <a:pt x="421" y="2993"/>
                    <a:pt x="461" y="3021"/>
                  </a:cubicBezTo>
                  <a:cubicBezTo>
                    <a:pt x="497" y="3045"/>
                    <a:pt x="541" y="3065"/>
                    <a:pt x="581" y="3089"/>
                  </a:cubicBezTo>
                  <a:lnTo>
                    <a:pt x="585" y="3073"/>
                  </a:lnTo>
                  <a:cubicBezTo>
                    <a:pt x="549" y="3045"/>
                    <a:pt x="513" y="3025"/>
                    <a:pt x="477" y="2997"/>
                  </a:cubicBezTo>
                  <a:cubicBezTo>
                    <a:pt x="445" y="2969"/>
                    <a:pt x="413" y="2937"/>
                    <a:pt x="385" y="2901"/>
                  </a:cubicBezTo>
                  <a:cubicBezTo>
                    <a:pt x="329" y="2837"/>
                    <a:pt x="289" y="2757"/>
                    <a:pt x="265" y="2677"/>
                  </a:cubicBezTo>
                  <a:cubicBezTo>
                    <a:pt x="241" y="2593"/>
                    <a:pt x="233" y="2505"/>
                    <a:pt x="241" y="2421"/>
                  </a:cubicBezTo>
                  <a:cubicBezTo>
                    <a:pt x="245" y="2329"/>
                    <a:pt x="257" y="2241"/>
                    <a:pt x="273" y="2157"/>
                  </a:cubicBezTo>
                  <a:cubicBezTo>
                    <a:pt x="281" y="2113"/>
                    <a:pt x="289" y="2069"/>
                    <a:pt x="297" y="2021"/>
                  </a:cubicBezTo>
                  <a:cubicBezTo>
                    <a:pt x="305" y="1973"/>
                    <a:pt x="305" y="1925"/>
                    <a:pt x="305" y="1877"/>
                  </a:cubicBezTo>
                  <a:cubicBezTo>
                    <a:pt x="301" y="1777"/>
                    <a:pt x="289" y="1693"/>
                    <a:pt x="277" y="1601"/>
                  </a:cubicBezTo>
                  <a:cubicBezTo>
                    <a:pt x="253" y="1421"/>
                    <a:pt x="221" y="1241"/>
                    <a:pt x="197" y="1061"/>
                  </a:cubicBezTo>
                  <a:cubicBezTo>
                    <a:pt x="181" y="973"/>
                    <a:pt x="169" y="885"/>
                    <a:pt x="157" y="797"/>
                  </a:cubicBezTo>
                  <a:lnTo>
                    <a:pt x="149" y="733"/>
                  </a:lnTo>
                  <a:cubicBezTo>
                    <a:pt x="149" y="721"/>
                    <a:pt x="153" y="709"/>
                    <a:pt x="157" y="697"/>
                  </a:cubicBezTo>
                  <a:cubicBezTo>
                    <a:pt x="169" y="665"/>
                    <a:pt x="189" y="637"/>
                    <a:pt x="213" y="613"/>
                  </a:cubicBezTo>
                  <a:cubicBezTo>
                    <a:pt x="273" y="557"/>
                    <a:pt x="345" y="509"/>
                    <a:pt x="417" y="473"/>
                  </a:cubicBezTo>
                  <a:cubicBezTo>
                    <a:pt x="497" y="429"/>
                    <a:pt x="577" y="397"/>
                    <a:pt x="657" y="369"/>
                  </a:cubicBezTo>
                  <a:cubicBezTo>
                    <a:pt x="741" y="341"/>
                    <a:pt x="825" y="317"/>
                    <a:pt x="913" y="301"/>
                  </a:cubicBezTo>
                  <a:cubicBezTo>
                    <a:pt x="997" y="281"/>
                    <a:pt x="1081" y="269"/>
                    <a:pt x="1169" y="269"/>
                  </a:cubicBezTo>
                  <a:cubicBezTo>
                    <a:pt x="1209" y="269"/>
                    <a:pt x="1257" y="273"/>
                    <a:pt x="1305" y="273"/>
                  </a:cubicBezTo>
                  <a:cubicBezTo>
                    <a:pt x="1353" y="273"/>
                    <a:pt x="1401" y="265"/>
                    <a:pt x="1449" y="257"/>
                  </a:cubicBezTo>
                  <a:cubicBezTo>
                    <a:pt x="1501" y="249"/>
                    <a:pt x="1549" y="229"/>
                    <a:pt x="1589" y="197"/>
                  </a:cubicBezTo>
                  <a:cubicBezTo>
                    <a:pt x="1629" y="172"/>
                    <a:pt x="1655" y="133"/>
                    <a:pt x="1665" y="88"/>
                  </a:cubicBezTo>
                  <a:lnTo>
                    <a:pt x="1665" y="88"/>
                  </a:lnTo>
                  <a:cubicBezTo>
                    <a:pt x="1740" y="96"/>
                    <a:pt x="1812" y="108"/>
                    <a:pt x="1885" y="129"/>
                  </a:cubicBezTo>
                  <a:cubicBezTo>
                    <a:pt x="1969" y="149"/>
                    <a:pt x="2049" y="185"/>
                    <a:pt x="2125" y="229"/>
                  </a:cubicBezTo>
                  <a:cubicBezTo>
                    <a:pt x="2197" y="273"/>
                    <a:pt x="2265" y="329"/>
                    <a:pt x="2325" y="393"/>
                  </a:cubicBezTo>
                  <a:cubicBezTo>
                    <a:pt x="2381" y="457"/>
                    <a:pt x="2433" y="529"/>
                    <a:pt x="2481" y="601"/>
                  </a:cubicBezTo>
                  <a:lnTo>
                    <a:pt x="2549" y="717"/>
                  </a:lnTo>
                  <a:cubicBezTo>
                    <a:pt x="2561" y="737"/>
                    <a:pt x="2577" y="753"/>
                    <a:pt x="2593" y="773"/>
                  </a:cubicBezTo>
                  <a:lnTo>
                    <a:pt x="2637" y="825"/>
                  </a:lnTo>
                  <a:cubicBezTo>
                    <a:pt x="2701" y="885"/>
                    <a:pt x="2773" y="945"/>
                    <a:pt x="2845" y="997"/>
                  </a:cubicBezTo>
                  <a:cubicBezTo>
                    <a:pt x="2917" y="1049"/>
                    <a:pt x="2989" y="1101"/>
                    <a:pt x="3061" y="1153"/>
                  </a:cubicBezTo>
                  <a:cubicBezTo>
                    <a:pt x="3133" y="1205"/>
                    <a:pt x="3205" y="1257"/>
                    <a:pt x="3273" y="1309"/>
                  </a:cubicBezTo>
                  <a:cubicBezTo>
                    <a:pt x="3337" y="1361"/>
                    <a:pt x="3401" y="1421"/>
                    <a:pt x="3461" y="1481"/>
                  </a:cubicBezTo>
                  <a:cubicBezTo>
                    <a:pt x="3473" y="1497"/>
                    <a:pt x="3485" y="1509"/>
                    <a:pt x="3501" y="1525"/>
                  </a:cubicBezTo>
                  <a:lnTo>
                    <a:pt x="3517" y="1553"/>
                  </a:lnTo>
                  <a:lnTo>
                    <a:pt x="3529" y="1569"/>
                  </a:lnTo>
                  <a:lnTo>
                    <a:pt x="3533" y="1573"/>
                  </a:lnTo>
                  <a:cubicBezTo>
                    <a:pt x="3532" y="1572"/>
                    <a:pt x="3532" y="1572"/>
                    <a:pt x="3531" y="1572"/>
                  </a:cubicBezTo>
                  <a:lnTo>
                    <a:pt x="3531" y="1572"/>
                  </a:lnTo>
                  <a:cubicBezTo>
                    <a:pt x="3530" y="1572"/>
                    <a:pt x="3533" y="1577"/>
                    <a:pt x="3533" y="1577"/>
                  </a:cubicBezTo>
                  <a:cubicBezTo>
                    <a:pt x="3541" y="1593"/>
                    <a:pt x="3557" y="1609"/>
                    <a:pt x="3561" y="1629"/>
                  </a:cubicBezTo>
                  <a:cubicBezTo>
                    <a:pt x="3569" y="1645"/>
                    <a:pt x="3577" y="1665"/>
                    <a:pt x="3585" y="1681"/>
                  </a:cubicBezTo>
                  <a:cubicBezTo>
                    <a:pt x="3609" y="1753"/>
                    <a:pt x="3605" y="1829"/>
                    <a:pt x="3577" y="1901"/>
                  </a:cubicBezTo>
                  <a:cubicBezTo>
                    <a:pt x="3545" y="1969"/>
                    <a:pt x="3493" y="2029"/>
                    <a:pt x="3425" y="2065"/>
                  </a:cubicBezTo>
                  <a:cubicBezTo>
                    <a:pt x="3409" y="2073"/>
                    <a:pt x="3389" y="2081"/>
                    <a:pt x="3373" y="2093"/>
                  </a:cubicBezTo>
                  <a:lnTo>
                    <a:pt x="3317" y="2109"/>
                  </a:lnTo>
                  <a:cubicBezTo>
                    <a:pt x="3297" y="2113"/>
                    <a:pt x="3277" y="2121"/>
                    <a:pt x="3257" y="2125"/>
                  </a:cubicBezTo>
                  <a:lnTo>
                    <a:pt x="3193" y="2133"/>
                  </a:lnTo>
                  <a:cubicBezTo>
                    <a:pt x="3097" y="2141"/>
                    <a:pt x="3009" y="2169"/>
                    <a:pt x="2925" y="2213"/>
                  </a:cubicBezTo>
                  <a:cubicBezTo>
                    <a:pt x="2845" y="2257"/>
                    <a:pt x="2769" y="2309"/>
                    <a:pt x="2701" y="2369"/>
                  </a:cubicBezTo>
                  <a:cubicBezTo>
                    <a:pt x="2633" y="2429"/>
                    <a:pt x="2573" y="2493"/>
                    <a:pt x="2517" y="2561"/>
                  </a:cubicBezTo>
                  <a:lnTo>
                    <a:pt x="2525" y="2569"/>
                  </a:lnTo>
                  <a:cubicBezTo>
                    <a:pt x="2649" y="2445"/>
                    <a:pt x="2797" y="2345"/>
                    <a:pt x="2957" y="2273"/>
                  </a:cubicBezTo>
                  <a:cubicBezTo>
                    <a:pt x="3033" y="2241"/>
                    <a:pt x="3113" y="2221"/>
                    <a:pt x="3197" y="2217"/>
                  </a:cubicBezTo>
                  <a:lnTo>
                    <a:pt x="3265" y="2213"/>
                  </a:lnTo>
                  <a:cubicBezTo>
                    <a:pt x="3289" y="2213"/>
                    <a:pt x="3317" y="2209"/>
                    <a:pt x="3337" y="2201"/>
                  </a:cubicBezTo>
                  <a:cubicBezTo>
                    <a:pt x="3361" y="2197"/>
                    <a:pt x="3385" y="2193"/>
                    <a:pt x="3409" y="2185"/>
                  </a:cubicBezTo>
                  <a:cubicBezTo>
                    <a:pt x="3433" y="2173"/>
                    <a:pt x="3453" y="2165"/>
                    <a:pt x="3477" y="2153"/>
                  </a:cubicBezTo>
                  <a:cubicBezTo>
                    <a:pt x="3565" y="2109"/>
                    <a:pt x="3641" y="2033"/>
                    <a:pt x="3685" y="1941"/>
                  </a:cubicBezTo>
                  <a:cubicBezTo>
                    <a:pt x="3725" y="1845"/>
                    <a:pt x="3729" y="1741"/>
                    <a:pt x="3701" y="1641"/>
                  </a:cubicBezTo>
                  <a:cubicBezTo>
                    <a:pt x="3693" y="1617"/>
                    <a:pt x="3685" y="1593"/>
                    <a:pt x="3673" y="1573"/>
                  </a:cubicBezTo>
                  <a:cubicBezTo>
                    <a:pt x="3661" y="1549"/>
                    <a:pt x="3649" y="1529"/>
                    <a:pt x="3637" y="1509"/>
                  </a:cubicBezTo>
                  <a:cubicBezTo>
                    <a:pt x="3637" y="1505"/>
                    <a:pt x="3633" y="1501"/>
                    <a:pt x="3633" y="1497"/>
                  </a:cubicBezTo>
                  <a:lnTo>
                    <a:pt x="3625" y="1489"/>
                  </a:lnTo>
                  <a:lnTo>
                    <a:pt x="3617" y="1477"/>
                  </a:lnTo>
                  <a:lnTo>
                    <a:pt x="3597" y="1449"/>
                  </a:lnTo>
                  <a:cubicBezTo>
                    <a:pt x="3581" y="1429"/>
                    <a:pt x="3565" y="1413"/>
                    <a:pt x="3549" y="1393"/>
                  </a:cubicBezTo>
                  <a:cubicBezTo>
                    <a:pt x="3485" y="1329"/>
                    <a:pt x="3417" y="1265"/>
                    <a:pt x="3341" y="1213"/>
                  </a:cubicBezTo>
                  <a:cubicBezTo>
                    <a:pt x="3193" y="1109"/>
                    <a:pt x="3041" y="1021"/>
                    <a:pt x="2889" y="929"/>
                  </a:cubicBezTo>
                  <a:cubicBezTo>
                    <a:pt x="2817" y="881"/>
                    <a:pt x="2745" y="833"/>
                    <a:pt x="2677" y="777"/>
                  </a:cubicBezTo>
                  <a:lnTo>
                    <a:pt x="2633" y="733"/>
                  </a:lnTo>
                  <a:cubicBezTo>
                    <a:pt x="2617" y="717"/>
                    <a:pt x="2605" y="701"/>
                    <a:pt x="2593" y="685"/>
                  </a:cubicBezTo>
                  <a:lnTo>
                    <a:pt x="2517" y="573"/>
                  </a:lnTo>
                  <a:cubicBezTo>
                    <a:pt x="2469" y="497"/>
                    <a:pt x="2413" y="425"/>
                    <a:pt x="2353" y="361"/>
                  </a:cubicBezTo>
                  <a:cubicBezTo>
                    <a:pt x="2293" y="293"/>
                    <a:pt x="2225" y="233"/>
                    <a:pt x="2149" y="185"/>
                  </a:cubicBezTo>
                  <a:cubicBezTo>
                    <a:pt x="2069" y="137"/>
                    <a:pt x="1989" y="97"/>
                    <a:pt x="1901" y="69"/>
                  </a:cubicBezTo>
                  <a:cubicBezTo>
                    <a:pt x="1813" y="41"/>
                    <a:pt x="1725" y="21"/>
                    <a:pt x="1637" y="9"/>
                  </a:cubicBezTo>
                  <a:lnTo>
                    <a:pt x="1601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67"/>
            <p:cNvSpPr/>
            <p:nvPr/>
          </p:nvSpPr>
          <p:spPr>
            <a:xfrm>
              <a:off x="1050139" y="522869"/>
              <a:ext cx="646057" cy="616337"/>
            </a:xfrm>
            <a:custGeom>
              <a:avLst/>
              <a:gdLst/>
              <a:ahLst/>
              <a:cxnLst/>
              <a:rect l="l" t="t" r="r" b="b"/>
              <a:pathLst>
                <a:path w="3593" h="3428" extrusionOk="0">
                  <a:moveTo>
                    <a:pt x="993" y="1"/>
                  </a:moveTo>
                  <a:cubicBezTo>
                    <a:pt x="893" y="1"/>
                    <a:pt x="793" y="2"/>
                    <a:pt x="693" y="4"/>
                  </a:cubicBezTo>
                  <a:cubicBezTo>
                    <a:pt x="493" y="8"/>
                    <a:pt x="293" y="12"/>
                    <a:pt x="93" y="28"/>
                  </a:cubicBezTo>
                  <a:lnTo>
                    <a:pt x="1" y="32"/>
                  </a:lnTo>
                  <a:lnTo>
                    <a:pt x="77" y="92"/>
                  </a:lnTo>
                  <a:cubicBezTo>
                    <a:pt x="149" y="148"/>
                    <a:pt x="209" y="236"/>
                    <a:pt x="197" y="316"/>
                  </a:cubicBezTo>
                  <a:cubicBezTo>
                    <a:pt x="193" y="356"/>
                    <a:pt x="173" y="392"/>
                    <a:pt x="141" y="424"/>
                  </a:cubicBezTo>
                  <a:lnTo>
                    <a:pt x="137" y="428"/>
                  </a:lnTo>
                  <a:lnTo>
                    <a:pt x="129" y="440"/>
                  </a:lnTo>
                  <a:lnTo>
                    <a:pt x="117" y="452"/>
                  </a:lnTo>
                  <a:cubicBezTo>
                    <a:pt x="109" y="464"/>
                    <a:pt x="97" y="484"/>
                    <a:pt x="89" y="496"/>
                  </a:cubicBezTo>
                  <a:cubicBezTo>
                    <a:pt x="77" y="520"/>
                    <a:pt x="65" y="548"/>
                    <a:pt x="57" y="576"/>
                  </a:cubicBezTo>
                  <a:cubicBezTo>
                    <a:pt x="29" y="680"/>
                    <a:pt x="13" y="784"/>
                    <a:pt x="9" y="892"/>
                  </a:cubicBezTo>
                  <a:cubicBezTo>
                    <a:pt x="1" y="996"/>
                    <a:pt x="1" y="1104"/>
                    <a:pt x="9" y="1208"/>
                  </a:cubicBezTo>
                  <a:cubicBezTo>
                    <a:pt x="17" y="1416"/>
                    <a:pt x="53" y="1624"/>
                    <a:pt x="109" y="1828"/>
                  </a:cubicBezTo>
                  <a:cubicBezTo>
                    <a:pt x="137" y="1936"/>
                    <a:pt x="181" y="2036"/>
                    <a:pt x="237" y="2128"/>
                  </a:cubicBezTo>
                  <a:cubicBezTo>
                    <a:pt x="249" y="2152"/>
                    <a:pt x="269" y="2176"/>
                    <a:pt x="285" y="2200"/>
                  </a:cubicBezTo>
                  <a:cubicBezTo>
                    <a:pt x="305" y="2224"/>
                    <a:pt x="325" y="2244"/>
                    <a:pt x="345" y="2260"/>
                  </a:cubicBezTo>
                  <a:cubicBezTo>
                    <a:pt x="381" y="2296"/>
                    <a:pt x="421" y="2332"/>
                    <a:pt x="461" y="2368"/>
                  </a:cubicBezTo>
                  <a:cubicBezTo>
                    <a:pt x="621" y="2504"/>
                    <a:pt x="789" y="2624"/>
                    <a:pt x="969" y="2736"/>
                  </a:cubicBezTo>
                  <a:cubicBezTo>
                    <a:pt x="1145" y="2848"/>
                    <a:pt x="1341" y="2936"/>
                    <a:pt x="1545" y="2992"/>
                  </a:cubicBezTo>
                  <a:cubicBezTo>
                    <a:pt x="1597" y="3008"/>
                    <a:pt x="1653" y="3012"/>
                    <a:pt x="1709" y="3012"/>
                  </a:cubicBezTo>
                  <a:cubicBezTo>
                    <a:pt x="1757" y="3012"/>
                    <a:pt x="1809" y="3016"/>
                    <a:pt x="1857" y="3024"/>
                  </a:cubicBezTo>
                  <a:cubicBezTo>
                    <a:pt x="1957" y="3032"/>
                    <a:pt x="2053" y="3056"/>
                    <a:pt x="2149" y="3088"/>
                  </a:cubicBezTo>
                  <a:cubicBezTo>
                    <a:pt x="2241" y="3120"/>
                    <a:pt x="2333" y="3168"/>
                    <a:pt x="2417" y="3224"/>
                  </a:cubicBezTo>
                  <a:cubicBezTo>
                    <a:pt x="2497" y="3280"/>
                    <a:pt x="2573" y="3348"/>
                    <a:pt x="2641" y="3428"/>
                  </a:cubicBezTo>
                  <a:lnTo>
                    <a:pt x="2649" y="3420"/>
                  </a:lnTo>
                  <a:cubicBezTo>
                    <a:pt x="2533" y="3244"/>
                    <a:pt x="2369" y="3104"/>
                    <a:pt x="2173" y="3020"/>
                  </a:cubicBezTo>
                  <a:cubicBezTo>
                    <a:pt x="2077" y="2980"/>
                    <a:pt x="1973" y="2952"/>
                    <a:pt x="1869" y="2932"/>
                  </a:cubicBezTo>
                  <a:cubicBezTo>
                    <a:pt x="1821" y="2924"/>
                    <a:pt x="1765" y="2916"/>
                    <a:pt x="1713" y="2912"/>
                  </a:cubicBezTo>
                  <a:cubicBezTo>
                    <a:pt x="1665" y="2908"/>
                    <a:pt x="1617" y="2900"/>
                    <a:pt x="1573" y="2888"/>
                  </a:cubicBezTo>
                  <a:cubicBezTo>
                    <a:pt x="1477" y="2860"/>
                    <a:pt x="1385" y="2820"/>
                    <a:pt x="1301" y="2776"/>
                  </a:cubicBezTo>
                  <a:cubicBezTo>
                    <a:pt x="1209" y="2728"/>
                    <a:pt x="1125" y="2676"/>
                    <a:pt x="1041" y="2620"/>
                  </a:cubicBezTo>
                  <a:cubicBezTo>
                    <a:pt x="869" y="2512"/>
                    <a:pt x="709" y="2388"/>
                    <a:pt x="557" y="2256"/>
                  </a:cubicBezTo>
                  <a:cubicBezTo>
                    <a:pt x="521" y="2224"/>
                    <a:pt x="485" y="2192"/>
                    <a:pt x="449" y="2156"/>
                  </a:cubicBezTo>
                  <a:cubicBezTo>
                    <a:pt x="429" y="2140"/>
                    <a:pt x="413" y="2124"/>
                    <a:pt x="397" y="2104"/>
                  </a:cubicBezTo>
                  <a:cubicBezTo>
                    <a:pt x="385" y="2088"/>
                    <a:pt x="369" y="2072"/>
                    <a:pt x="361" y="2052"/>
                  </a:cubicBezTo>
                  <a:cubicBezTo>
                    <a:pt x="309" y="1968"/>
                    <a:pt x="273" y="1880"/>
                    <a:pt x="245" y="1788"/>
                  </a:cubicBezTo>
                  <a:cubicBezTo>
                    <a:pt x="185" y="1596"/>
                    <a:pt x="149" y="1400"/>
                    <a:pt x="133" y="1200"/>
                  </a:cubicBezTo>
                  <a:cubicBezTo>
                    <a:pt x="125" y="1100"/>
                    <a:pt x="125" y="1000"/>
                    <a:pt x="125" y="900"/>
                  </a:cubicBezTo>
                  <a:cubicBezTo>
                    <a:pt x="125" y="800"/>
                    <a:pt x="137" y="704"/>
                    <a:pt x="161" y="608"/>
                  </a:cubicBezTo>
                  <a:cubicBezTo>
                    <a:pt x="165" y="584"/>
                    <a:pt x="173" y="564"/>
                    <a:pt x="185" y="544"/>
                  </a:cubicBezTo>
                  <a:cubicBezTo>
                    <a:pt x="189" y="536"/>
                    <a:pt x="189" y="528"/>
                    <a:pt x="197" y="520"/>
                  </a:cubicBezTo>
                  <a:lnTo>
                    <a:pt x="209" y="504"/>
                  </a:lnTo>
                  <a:lnTo>
                    <a:pt x="209" y="500"/>
                  </a:lnTo>
                  <a:lnTo>
                    <a:pt x="217" y="492"/>
                  </a:lnTo>
                  <a:cubicBezTo>
                    <a:pt x="257" y="444"/>
                    <a:pt x="285" y="388"/>
                    <a:pt x="289" y="324"/>
                  </a:cubicBezTo>
                  <a:cubicBezTo>
                    <a:pt x="293" y="264"/>
                    <a:pt x="273" y="204"/>
                    <a:pt x="237" y="152"/>
                  </a:cubicBezTo>
                  <a:cubicBezTo>
                    <a:pt x="221" y="130"/>
                    <a:pt x="203" y="109"/>
                    <a:pt x="183" y="90"/>
                  </a:cubicBezTo>
                  <a:lnTo>
                    <a:pt x="183" y="90"/>
                  </a:lnTo>
                  <a:cubicBezTo>
                    <a:pt x="353" y="71"/>
                    <a:pt x="524" y="59"/>
                    <a:pt x="693" y="52"/>
                  </a:cubicBezTo>
                  <a:cubicBezTo>
                    <a:pt x="793" y="48"/>
                    <a:pt x="892" y="46"/>
                    <a:pt x="991" y="46"/>
                  </a:cubicBezTo>
                  <a:cubicBezTo>
                    <a:pt x="1090" y="46"/>
                    <a:pt x="1189" y="48"/>
                    <a:pt x="1289" y="52"/>
                  </a:cubicBezTo>
                  <a:cubicBezTo>
                    <a:pt x="1489" y="60"/>
                    <a:pt x="1685" y="84"/>
                    <a:pt x="1881" y="120"/>
                  </a:cubicBezTo>
                  <a:cubicBezTo>
                    <a:pt x="1977" y="136"/>
                    <a:pt x="2069" y="160"/>
                    <a:pt x="2165" y="188"/>
                  </a:cubicBezTo>
                  <a:cubicBezTo>
                    <a:pt x="2209" y="204"/>
                    <a:pt x="2257" y="220"/>
                    <a:pt x="2297" y="240"/>
                  </a:cubicBezTo>
                  <a:cubicBezTo>
                    <a:pt x="2321" y="248"/>
                    <a:pt x="2345" y="260"/>
                    <a:pt x="2365" y="272"/>
                  </a:cubicBezTo>
                  <a:lnTo>
                    <a:pt x="2429" y="304"/>
                  </a:lnTo>
                  <a:cubicBezTo>
                    <a:pt x="2509" y="352"/>
                    <a:pt x="2589" y="404"/>
                    <a:pt x="2661" y="464"/>
                  </a:cubicBezTo>
                  <a:cubicBezTo>
                    <a:pt x="2733" y="528"/>
                    <a:pt x="2797" y="596"/>
                    <a:pt x="2849" y="676"/>
                  </a:cubicBezTo>
                  <a:cubicBezTo>
                    <a:pt x="2953" y="832"/>
                    <a:pt x="3009" y="1016"/>
                    <a:pt x="3053" y="1208"/>
                  </a:cubicBezTo>
                  <a:cubicBezTo>
                    <a:pt x="3077" y="1304"/>
                    <a:pt x="3097" y="1400"/>
                    <a:pt x="3121" y="1500"/>
                  </a:cubicBezTo>
                  <a:cubicBezTo>
                    <a:pt x="3145" y="1600"/>
                    <a:pt x="3177" y="1696"/>
                    <a:pt x="3221" y="1788"/>
                  </a:cubicBezTo>
                  <a:cubicBezTo>
                    <a:pt x="3265" y="1880"/>
                    <a:pt x="3317" y="1968"/>
                    <a:pt x="3377" y="2052"/>
                  </a:cubicBezTo>
                  <a:cubicBezTo>
                    <a:pt x="3433" y="2132"/>
                    <a:pt x="3501" y="2208"/>
                    <a:pt x="3577" y="2276"/>
                  </a:cubicBezTo>
                  <a:lnTo>
                    <a:pt x="3593" y="2260"/>
                  </a:lnTo>
                  <a:cubicBezTo>
                    <a:pt x="3465" y="2112"/>
                    <a:pt x="3365" y="1940"/>
                    <a:pt x="3297" y="1756"/>
                  </a:cubicBezTo>
                  <a:cubicBezTo>
                    <a:pt x="3265" y="1664"/>
                    <a:pt x="3237" y="1572"/>
                    <a:pt x="3221" y="1476"/>
                  </a:cubicBezTo>
                  <a:lnTo>
                    <a:pt x="3165" y="1184"/>
                  </a:lnTo>
                  <a:cubicBezTo>
                    <a:pt x="3149" y="1084"/>
                    <a:pt x="3121" y="984"/>
                    <a:pt x="3093" y="888"/>
                  </a:cubicBezTo>
                  <a:cubicBezTo>
                    <a:pt x="3057" y="788"/>
                    <a:pt x="3013" y="692"/>
                    <a:pt x="2957" y="604"/>
                  </a:cubicBezTo>
                  <a:cubicBezTo>
                    <a:pt x="2897" y="516"/>
                    <a:pt x="2829" y="436"/>
                    <a:pt x="2749" y="368"/>
                  </a:cubicBezTo>
                  <a:cubicBezTo>
                    <a:pt x="2665" y="304"/>
                    <a:pt x="2577" y="248"/>
                    <a:pt x="2485" y="200"/>
                  </a:cubicBezTo>
                  <a:cubicBezTo>
                    <a:pt x="2461" y="188"/>
                    <a:pt x="2437" y="176"/>
                    <a:pt x="2413" y="168"/>
                  </a:cubicBezTo>
                  <a:cubicBezTo>
                    <a:pt x="2393" y="160"/>
                    <a:pt x="2369" y="148"/>
                    <a:pt x="2345" y="140"/>
                  </a:cubicBezTo>
                  <a:cubicBezTo>
                    <a:pt x="2293" y="120"/>
                    <a:pt x="2245" y="108"/>
                    <a:pt x="2193" y="96"/>
                  </a:cubicBezTo>
                  <a:cubicBezTo>
                    <a:pt x="2097" y="72"/>
                    <a:pt x="1997" y="52"/>
                    <a:pt x="1893" y="44"/>
                  </a:cubicBezTo>
                  <a:cubicBezTo>
                    <a:pt x="1693" y="20"/>
                    <a:pt x="1493" y="8"/>
                    <a:pt x="1293" y="4"/>
                  </a:cubicBezTo>
                  <a:cubicBezTo>
                    <a:pt x="1193" y="2"/>
                    <a:pt x="1093" y="1"/>
                    <a:pt x="993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67"/>
            <p:cNvSpPr/>
            <p:nvPr/>
          </p:nvSpPr>
          <p:spPr>
            <a:xfrm>
              <a:off x="1907473" y="1308758"/>
              <a:ext cx="276368" cy="249016"/>
            </a:xfrm>
            <a:custGeom>
              <a:avLst/>
              <a:gdLst/>
              <a:ahLst/>
              <a:cxnLst/>
              <a:rect l="l" t="t" r="r" b="b"/>
              <a:pathLst>
                <a:path w="1537" h="1385" extrusionOk="0">
                  <a:moveTo>
                    <a:pt x="5" y="1"/>
                  </a:moveTo>
                  <a:lnTo>
                    <a:pt x="1" y="5"/>
                  </a:lnTo>
                  <a:lnTo>
                    <a:pt x="25" y="17"/>
                  </a:lnTo>
                  <a:cubicBezTo>
                    <a:pt x="37" y="21"/>
                    <a:pt x="61" y="29"/>
                    <a:pt x="85" y="41"/>
                  </a:cubicBezTo>
                  <a:cubicBezTo>
                    <a:pt x="157" y="77"/>
                    <a:pt x="229" y="113"/>
                    <a:pt x="293" y="153"/>
                  </a:cubicBezTo>
                  <a:cubicBezTo>
                    <a:pt x="333" y="181"/>
                    <a:pt x="377" y="213"/>
                    <a:pt x="421" y="245"/>
                  </a:cubicBezTo>
                  <a:cubicBezTo>
                    <a:pt x="469" y="281"/>
                    <a:pt x="513" y="317"/>
                    <a:pt x="557" y="357"/>
                  </a:cubicBezTo>
                  <a:cubicBezTo>
                    <a:pt x="605" y="401"/>
                    <a:pt x="645" y="449"/>
                    <a:pt x="681" y="501"/>
                  </a:cubicBezTo>
                  <a:cubicBezTo>
                    <a:pt x="713" y="557"/>
                    <a:pt x="741" y="617"/>
                    <a:pt x="777" y="673"/>
                  </a:cubicBezTo>
                  <a:cubicBezTo>
                    <a:pt x="809" y="737"/>
                    <a:pt x="853" y="789"/>
                    <a:pt x="909" y="833"/>
                  </a:cubicBezTo>
                  <a:cubicBezTo>
                    <a:pt x="961" y="873"/>
                    <a:pt x="1017" y="905"/>
                    <a:pt x="1077" y="933"/>
                  </a:cubicBezTo>
                  <a:cubicBezTo>
                    <a:pt x="1129" y="961"/>
                    <a:pt x="1181" y="989"/>
                    <a:pt x="1229" y="1021"/>
                  </a:cubicBezTo>
                  <a:cubicBezTo>
                    <a:pt x="1269" y="1049"/>
                    <a:pt x="1309" y="1085"/>
                    <a:pt x="1345" y="1121"/>
                  </a:cubicBezTo>
                  <a:cubicBezTo>
                    <a:pt x="1401" y="1177"/>
                    <a:pt x="1449" y="1237"/>
                    <a:pt x="1485" y="1305"/>
                  </a:cubicBezTo>
                  <a:cubicBezTo>
                    <a:pt x="1497" y="1325"/>
                    <a:pt x="1509" y="1345"/>
                    <a:pt x="1517" y="1365"/>
                  </a:cubicBezTo>
                  <a:lnTo>
                    <a:pt x="1529" y="1385"/>
                  </a:lnTo>
                  <a:lnTo>
                    <a:pt x="1537" y="1385"/>
                  </a:lnTo>
                  <a:cubicBezTo>
                    <a:pt x="1529" y="1357"/>
                    <a:pt x="1521" y="1325"/>
                    <a:pt x="1513" y="1297"/>
                  </a:cubicBezTo>
                  <a:cubicBezTo>
                    <a:pt x="1485" y="1217"/>
                    <a:pt x="1445" y="1145"/>
                    <a:pt x="1389" y="1081"/>
                  </a:cubicBezTo>
                  <a:cubicBezTo>
                    <a:pt x="1353" y="1037"/>
                    <a:pt x="1313" y="1001"/>
                    <a:pt x="1269" y="965"/>
                  </a:cubicBezTo>
                  <a:cubicBezTo>
                    <a:pt x="1221" y="929"/>
                    <a:pt x="1165" y="897"/>
                    <a:pt x="1109" y="873"/>
                  </a:cubicBezTo>
                  <a:cubicBezTo>
                    <a:pt x="1053" y="849"/>
                    <a:pt x="997" y="821"/>
                    <a:pt x="945" y="789"/>
                  </a:cubicBezTo>
                  <a:cubicBezTo>
                    <a:pt x="893" y="753"/>
                    <a:pt x="845" y="709"/>
                    <a:pt x="809" y="657"/>
                  </a:cubicBezTo>
                  <a:cubicBezTo>
                    <a:pt x="769" y="605"/>
                    <a:pt x="733" y="549"/>
                    <a:pt x="697" y="493"/>
                  </a:cubicBezTo>
                  <a:cubicBezTo>
                    <a:pt x="661" y="437"/>
                    <a:pt x="625" y="385"/>
                    <a:pt x="585" y="333"/>
                  </a:cubicBezTo>
                  <a:cubicBezTo>
                    <a:pt x="549" y="285"/>
                    <a:pt x="505" y="241"/>
                    <a:pt x="461" y="201"/>
                  </a:cubicBezTo>
                  <a:cubicBezTo>
                    <a:pt x="417" y="165"/>
                    <a:pt x="373" y="133"/>
                    <a:pt x="325" y="109"/>
                  </a:cubicBezTo>
                  <a:cubicBezTo>
                    <a:pt x="253" y="65"/>
                    <a:pt x="173" y="37"/>
                    <a:pt x="93" y="17"/>
                  </a:cubicBezTo>
                  <a:cubicBezTo>
                    <a:pt x="65" y="13"/>
                    <a:pt x="45" y="5"/>
                    <a:pt x="29" y="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67"/>
            <p:cNvSpPr/>
            <p:nvPr/>
          </p:nvSpPr>
          <p:spPr>
            <a:xfrm>
              <a:off x="1942716" y="1284306"/>
              <a:ext cx="213794" cy="110214"/>
            </a:xfrm>
            <a:custGeom>
              <a:avLst/>
              <a:gdLst/>
              <a:ahLst/>
              <a:cxnLst/>
              <a:rect l="l" t="t" r="r" b="b"/>
              <a:pathLst>
                <a:path w="1189" h="613" extrusionOk="0">
                  <a:moveTo>
                    <a:pt x="221" y="1"/>
                  </a:moveTo>
                  <a:cubicBezTo>
                    <a:pt x="189" y="1"/>
                    <a:pt x="157" y="5"/>
                    <a:pt x="129" y="9"/>
                  </a:cubicBezTo>
                  <a:cubicBezTo>
                    <a:pt x="105" y="13"/>
                    <a:pt x="85" y="17"/>
                    <a:pt x="61" y="25"/>
                  </a:cubicBezTo>
                  <a:cubicBezTo>
                    <a:pt x="41" y="33"/>
                    <a:pt x="25" y="41"/>
                    <a:pt x="5" y="49"/>
                  </a:cubicBezTo>
                  <a:lnTo>
                    <a:pt x="1" y="57"/>
                  </a:lnTo>
                  <a:lnTo>
                    <a:pt x="61" y="57"/>
                  </a:lnTo>
                  <a:cubicBezTo>
                    <a:pt x="76" y="56"/>
                    <a:pt x="91" y="55"/>
                    <a:pt x="106" y="55"/>
                  </a:cubicBezTo>
                  <a:cubicBezTo>
                    <a:pt x="141" y="55"/>
                    <a:pt x="176" y="58"/>
                    <a:pt x="213" y="61"/>
                  </a:cubicBezTo>
                  <a:cubicBezTo>
                    <a:pt x="245" y="61"/>
                    <a:pt x="277" y="69"/>
                    <a:pt x="313" y="73"/>
                  </a:cubicBezTo>
                  <a:cubicBezTo>
                    <a:pt x="349" y="77"/>
                    <a:pt x="385" y="81"/>
                    <a:pt x="421" y="89"/>
                  </a:cubicBezTo>
                  <a:cubicBezTo>
                    <a:pt x="461" y="97"/>
                    <a:pt x="501" y="113"/>
                    <a:pt x="537" y="133"/>
                  </a:cubicBezTo>
                  <a:cubicBezTo>
                    <a:pt x="573" y="153"/>
                    <a:pt x="605" y="177"/>
                    <a:pt x="637" y="209"/>
                  </a:cubicBezTo>
                  <a:cubicBezTo>
                    <a:pt x="669" y="237"/>
                    <a:pt x="697" y="269"/>
                    <a:pt x="725" y="301"/>
                  </a:cubicBezTo>
                  <a:lnTo>
                    <a:pt x="817" y="385"/>
                  </a:lnTo>
                  <a:cubicBezTo>
                    <a:pt x="869" y="433"/>
                    <a:pt x="925" y="481"/>
                    <a:pt x="989" y="525"/>
                  </a:cubicBezTo>
                  <a:cubicBezTo>
                    <a:pt x="1033" y="553"/>
                    <a:pt x="1077" y="577"/>
                    <a:pt x="1129" y="597"/>
                  </a:cubicBezTo>
                  <a:cubicBezTo>
                    <a:pt x="1145" y="605"/>
                    <a:pt x="1165" y="609"/>
                    <a:pt x="1185" y="613"/>
                  </a:cubicBezTo>
                  <a:lnTo>
                    <a:pt x="1189" y="609"/>
                  </a:lnTo>
                  <a:cubicBezTo>
                    <a:pt x="1189" y="609"/>
                    <a:pt x="1173" y="597"/>
                    <a:pt x="1141" y="573"/>
                  </a:cubicBezTo>
                  <a:cubicBezTo>
                    <a:pt x="1113" y="549"/>
                    <a:pt x="1073" y="517"/>
                    <a:pt x="1025" y="473"/>
                  </a:cubicBezTo>
                  <a:cubicBezTo>
                    <a:pt x="977" y="429"/>
                    <a:pt x="925" y="381"/>
                    <a:pt x="861" y="329"/>
                  </a:cubicBezTo>
                  <a:cubicBezTo>
                    <a:pt x="797" y="273"/>
                    <a:pt x="733" y="225"/>
                    <a:pt x="661" y="181"/>
                  </a:cubicBezTo>
                  <a:cubicBezTo>
                    <a:pt x="589" y="133"/>
                    <a:pt x="513" y="93"/>
                    <a:pt x="437" y="53"/>
                  </a:cubicBezTo>
                  <a:cubicBezTo>
                    <a:pt x="373" y="17"/>
                    <a:pt x="297" y="1"/>
                    <a:pt x="221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67"/>
            <p:cNvSpPr/>
            <p:nvPr/>
          </p:nvSpPr>
          <p:spPr>
            <a:xfrm>
              <a:off x="1802464" y="1298689"/>
              <a:ext cx="164167" cy="222406"/>
            </a:xfrm>
            <a:custGeom>
              <a:avLst/>
              <a:gdLst/>
              <a:ahLst/>
              <a:cxnLst/>
              <a:rect l="l" t="t" r="r" b="b"/>
              <a:pathLst>
                <a:path w="913" h="1237" extrusionOk="0">
                  <a:moveTo>
                    <a:pt x="69" y="1"/>
                  </a:moveTo>
                  <a:cubicBezTo>
                    <a:pt x="45" y="1"/>
                    <a:pt x="21" y="5"/>
                    <a:pt x="1" y="17"/>
                  </a:cubicBezTo>
                  <a:lnTo>
                    <a:pt x="5" y="25"/>
                  </a:lnTo>
                  <a:lnTo>
                    <a:pt x="21" y="25"/>
                  </a:lnTo>
                  <a:cubicBezTo>
                    <a:pt x="37" y="25"/>
                    <a:pt x="53" y="29"/>
                    <a:pt x="69" y="33"/>
                  </a:cubicBezTo>
                  <a:cubicBezTo>
                    <a:pt x="93" y="41"/>
                    <a:pt x="113" y="53"/>
                    <a:pt x="133" y="65"/>
                  </a:cubicBezTo>
                  <a:cubicBezTo>
                    <a:pt x="157" y="85"/>
                    <a:pt x="177" y="109"/>
                    <a:pt x="193" y="133"/>
                  </a:cubicBezTo>
                  <a:cubicBezTo>
                    <a:pt x="213" y="169"/>
                    <a:pt x="229" y="201"/>
                    <a:pt x="245" y="233"/>
                  </a:cubicBezTo>
                  <a:cubicBezTo>
                    <a:pt x="261" y="273"/>
                    <a:pt x="281" y="313"/>
                    <a:pt x="305" y="357"/>
                  </a:cubicBezTo>
                  <a:cubicBezTo>
                    <a:pt x="325" y="397"/>
                    <a:pt x="345" y="441"/>
                    <a:pt x="365" y="489"/>
                  </a:cubicBezTo>
                  <a:cubicBezTo>
                    <a:pt x="381" y="533"/>
                    <a:pt x="397" y="581"/>
                    <a:pt x="409" y="629"/>
                  </a:cubicBezTo>
                  <a:cubicBezTo>
                    <a:pt x="425" y="677"/>
                    <a:pt x="437" y="729"/>
                    <a:pt x="453" y="773"/>
                  </a:cubicBezTo>
                  <a:cubicBezTo>
                    <a:pt x="469" y="821"/>
                    <a:pt x="489" y="869"/>
                    <a:pt x="513" y="913"/>
                  </a:cubicBezTo>
                  <a:cubicBezTo>
                    <a:pt x="533" y="953"/>
                    <a:pt x="561" y="993"/>
                    <a:pt x="597" y="1029"/>
                  </a:cubicBezTo>
                  <a:cubicBezTo>
                    <a:pt x="625" y="1061"/>
                    <a:pt x="657" y="1085"/>
                    <a:pt x="697" y="1109"/>
                  </a:cubicBezTo>
                  <a:cubicBezTo>
                    <a:pt x="729" y="1129"/>
                    <a:pt x="757" y="1145"/>
                    <a:pt x="785" y="1157"/>
                  </a:cubicBezTo>
                  <a:cubicBezTo>
                    <a:pt x="813" y="1173"/>
                    <a:pt x="833" y="1185"/>
                    <a:pt x="853" y="1197"/>
                  </a:cubicBezTo>
                  <a:cubicBezTo>
                    <a:pt x="873" y="1209"/>
                    <a:pt x="889" y="1225"/>
                    <a:pt x="909" y="1237"/>
                  </a:cubicBezTo>
                  <a:lnTo>
                    <a:pt x="913" y="1233"/>
                  </a:lnTo>
                  <a:cubicBezTo>
                    <a:pt x="901" y="1213"/>
                    <a:pt x="885" y="1193"/>
                    <a:pt x="869" y="1177"/>
                  </a:cubicBezTo>
                  <a:cubicBezTo>
                    <a:pt x="825" y="1133"/>
                    <a:pt x="781" y="1093"/>
                    <a:pt x="729" y="1057"/>
                  </a:cubicBezTo>
                  <a:cubicBezTo>
                    <a:pt x="701" y="1033"/>
                    <a:pt x="673" y="1009"/>
                    <a:pt x="649" y="981"/>
                  </a:cubicBezTo>
                  <a:cubicBezTo>
                    <a:pt x="621" y="949"/>
                    <a:pt x="597" y="913"/>
                    <a:pt x="573" y="877"/>
                  </a:cubicBezTo>
                  <a:cubicBezTo>
                    <a:pt x="549" y="837"/>
                    <a:pt x="529" y="793"/>
                    <a:pt x="509" y="753"/>
                  </a:cubicBezTo>
                  <a:cubicBezTo>
                    <a:pt x="489" y="705"/>
                    <a:pt x="465" y="661"/>
                    <a:pt x="445" y="617"/>
                  </a:cubicBezTo>
                  <a:cubicBezTo>
                    <a:pt x="421" y="573"/>
                    <a:pt x="401" y="525"/>
                    <a:pt x="381" y="481"/>
                  </a:cubicBezTo>
                  <a:cubicBezTo>
                    <a:pt x="365" y="433"/>
                    <a:pt x="349" y="389"/>
                    <a:pt x="337" y="341"/>
                  </a:cubicBezTo>
                  <a:cubicBezTo>
                    <a:pt x="325" y="297"/>
                    <a:pt x="313" y="253"/>
                    <a:pt x="297" y="213"/>
                  </a:cubicBezTo>
                  <a:cubicBezTo>
                    <a:pt x="285" y="169"/>
                    <a:pt x="265" y="133"/>
                    <a:pt x="237" y="97"/>
                  </a:cubicBezTo>
                  <a:cubicBezTo>
                    <a:pt x="217" y="69"/>
                    <a:pt x="185" y="41"/>
                    <a:pt x="153" y="25"/>
                  </a:cubicBezTo>
                  <a:cubicBezTo>
                    <a:pt x="129" y="13"/>
                    <a:pt x="101" y="5"/>
                    <a:pt x="6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67"/>
            <p:cNvSpPr/>
            <p:nvPr/>
          </p:nvSpPr>
          <p:spPr>
            <a:xfrm>
              <a:off x="1373078" y="1224613"/>
              <a:ext cx="283560" cy="95831"/>
            </a:xfrm>
            <a:custGeom>
              <a:avLst/>
              <a:gdLst/>
              <a:ahLst/>
              <a:cxnLst/>
              <a:rect l="l" t="t" r="r" b="b"/>
              <a:pathLst>
                <a:path w="1577" h="533" extrusionOk="0">
                  <a:moveTo>
                    <a:pt x="1569" y="1"/>
                  </a:moveTo>
                  <a:lnTo>
                    <a:pt x="1553" y="13"/>
                  </a:lnTo>
                  <a:cubicBezTo>
                    <a:pt x="1541" y="17"/>
                    <a:pt x="1525" y="29"/>
                    <a:pt x="1505" y="41"/>
                  </a:cubicBezTo>
                  <a:cubicBezTo>
                    <a:pt x="1469" y="69"/>
                    <a:pt x="1413" y="105"/>
                    <a:pt x="1349" y="141"/>
                  </a:cubicBezTo>
                  <a:cubicBezTo>
                    <a:pt x="1313" y="161"/>
                    <a:pt x="1277" y="181"/>
                    <a:pt x="1237" y="205"/>
                  </a:cubicBezTo>
                  <a:cubicBezTo>
                    <a:pt x="1201" y="225"/>
                    <a:pt x="1157" y="249"/>
                    <a:pt x="1113" y="273"/>
                  </a:cubicBezTo>
                  <a:cubicBezTo>
                    <a:pt x="1069" y="297"/>
                    <a:pt x="1021" y="313"/>
                    <a:pt x="973" y="329"/>
                  </a:cubicBezTo>
                  <a:cubicBezTo>
                    <a:pt x="921" y="341"/>
                    <a:pt x="873" y="349"/>
                    <a:pt x="817" y="349"/>
                  </a:cubicBezTo>
                  <a:cubicBezTo>
                    <a:pt x="765" y="353"/>
                    <a:pt x="713" y="353"/>
                    <a:pt x="661" y="353"/>
                  </a:cubicBezTo>
                  <a:lnTo>
                    <a:pt x="509" y="357"/>
                  </a:lnTo>
                  <a:cubicBezTo>
                    <a:pt x="417" y="361"/>
                    <a:pt x="325" y="373"/>
                    <a:pt x="237" y="397"/>
                  </a:cubicBezTo>
                  <a:cubicBezTo>
                    <a:pt x="173" y="413"/>
                    <a:pt x="113" y="441"/>
                    <a:pt x="57" y="481"/>
                  </a:cubicBezTo>
                  <a:cubicBezTo>
                    <a:pt x="41" y="489"/>
                    <a:pt x="29" y="501"/>
                    <a:pt x="17" y="513"/>
                  </a:cubicBezTo>
                  <a:lnTo>
                    <a:pt x="1" y="529"/>
                  </a:lnTo>
                  <a:lnTo>
                    <a:pt x="5" y="533"/>
                  </a:lnTo>
                  <a:lnTo>
                    <a:pt x="21" y="525"/>
                  </a:lnTo>
                  <a:cubicBezTo>
                    <a:pt x="37" y="517"/>
                    <a:pt x="53" y="509"/>
                    <a:pt x="73" y="505"/>
                  </a:cubicBezTo>
                  <a:cubicBezTo>
                    <a:pt x="129" y="481"/>
                    <a:pt x="189" y="465"/>
                    <a:pt x="253" y="453"/>
                  </a:cubicBezTo>
                  <a:cubicBezTo>
                    <a:pt x="289" y="449"/>
                    <a:pt x="329" y="445"/>
                    <a:pt x="377" y="441"/>
                  </a:cubicBezTo>
                  <a:lnTo>
                    <a:pt x="517" y="429"/>
                  </a:lnTo>
                  <a:lnTo>
                    <a:pt x="665" y="413"/>
                  </a:lnTo>
                  <a:cubicBezTo>
                    <a:pt x="717" y="409"/>
                    <a:pt x="773" y="397"/>
                    <a:pt x="825" y="385"/>
                  </a:cubicBezTo>
                  <a:cubicBezTo>
                    <a:pt x="877" y="373"/>
                    <a:pt x="929" y="357"/>
                    <a:pt x="977" y="345"/>
                  </a:cubicBezTo>
                  <a:lnTo>
                    <a:pt x="1129" y="305"/>
                  </a:lnTo>
                  <a:cubicBezTo>
                    <a:pt x="1173" y="293"/>
                    <a:pt x="1221" y="277"/>
                    <a:pt x="1265" y="257"/>
                  </a:cubicBezTo>
                  <a:cubicBezTo>
                    <a:pt x="1305" y="237"/>
                    <a:pt x="1341" y="213"/>
                    <a:pt x="1377" y="189"/>
                  </a:cubicBezTo>
                  <a:cubicBezTo>
                    <a:pt x="1433" y="153"/>
                    <a:pt x="1485" y="109"/>
                    <a:pt x="1529" y="61"/>
                  </a:cubicBezTo>
                  <a:cubicBezTo>
                    <a:pt x="1545" y="41"/>
                    <a:pt x="1561" y="25"/>
                    <a:pt x="1577" y="5"/>
                  </a:cubicBezTo>
                  <a:lnTo>
                    <a:pt x="1569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67"/>
            <p:cNvSpPr/>
            <p:nvPr/>
          </p:nvSpPr>
          <p:spPr>
            <a:xfrm>
              <a:off x="1703209" y="1249785"/>
              <a:ext cx="57000" cy="254770"/>
            </a:xfrm>
            <a:custGeom>
              <a:avLst/>
              <a:gdLst/>
              <a:ahLst/>
              <a:cxnLst/>
              <a:rect l="l" t="t" r="r" b="b"/>
              <a:pathLst>
                <a:path w="317" h="1417" extrusionOk="0">
                  <a:moveTo>
                    <a:pt x="9" y="1"/>
                  </a:moveTo>
                  <a:lnTo>
                    <a:pt x="1" y="5"/>
                  </a:lnTo>
                  <a:cubicBezTo>
                    <a:pt x="1" y="5"/>
                    <a:pt x="13" y="29"/>
                    <a:pt x="29" y="65"/>
                  </a:cubicBezTo>
                  <a:cubicBezTo>
                    <a:pt x="49" y="113"/>
                    <a:pt x="65" y="165"/>
                    <a:pt x="77" y="217"/>
                  </a:cubicBezTo>
                  <a:cubicBezTo>
                    <a:pt x="81" y="253"/>
                    <a:pt x="89" y="285"/>
                    <a:pt x="93" y="325"/>
                  </a:cubicBezTo>
                  <a:cubicBezTo>
                    <a:pt x="101" y="361"/>
                    <a:pt x="109" y="405"/>
                    <a:pt x="113" y="445"/>
                  </a:cubicBezTo>
                  <a:cubicBezTo>
                    <a:pt x="117" y="489"/>
                    <a:pt x="121" y="533"/>
                    <a:pt x="117" y="581"/>
                  </a:cubicBezTo>
                  <a:cubicBezTo>
                    <a:pt x="113" y="625"/>
                    <a:pt x="109" y="669"/>
                    <a:pt x="101" y="717"/>
                  </a:cubicBezTo>
                  <a:cubicBezTo>
                    <a:pt x="89" y="765"/>
                    <a:pt x="85" y="809"/>
                    <a:pt x="89" y="857"/>
                  </a:cubicBezTo>
                  <a:cubicBezTo>
                    <a:pt x="89" y="909"/>
                    <a:pt x="105" y="957"/>
                    <a:pt x="129" y="1001"/>
                  </a:cubicBezTo>
                  <a:cubicBezTo>
                    <a:pt x="153" y="1041"/>
                    <a:pt x="177" y="1073"/>
                    <a:pt x="197" y="1105"/>
                  </a:cubicBezTo>
                  <a:cubicBezTo>
                    <a:pt x="213" y="1133"/>
                    <a:pt x="229" y="1165"/>
                    <a:pt x="241" y="1197"/>
                  </a:cubicBezTo>
                  <a:cubicBezTo>
                    <a:pt x="257" y="1249"/>
                    <a:pt x="265" y="1301"/>
                    <a:pt x="265" y="1357"/>
                  </a:cubicBezTo>
                  <a:cubicBezTo>
                    <a:pt x="265" y="1377"/>
                    <a:pt x="261" y="1397"/>
                    <a:pt x="261" y="1417"/>
                  </a:cubicBezTo>
                  <a:lnTo>
                    <a:pt x="265" y="1417"/>
                  </a:lnTo>
                  <a:cubicBezTo>
                    <a:pt x="277" y="1397"/>
                    <a:pt x="285" y="1377"/>
                    <a:pt x="293" y="1357"/>
                  </a:cubicBezTo>
                  <a:cubicBezTo>
                    <a:pt x="317" y="1261"/>
                    <a:pt x="305" y="1157"/>
                    <a:pt x="257" y="1069"/>
                  </a:cubicBezTo>
                  <a:cubicBezTo>
                    <a:pt x="237" y="1029"/>
                    <a:pt x="213" y="997"/>
                    <a:pt x="193" y="961"/>
                  </a:cubicBezTo>
                  <a:cubicBezTo>
                    <a:pt x="169" y="929"/>
                    <a:pt x="153" y="889"/>
                    <a:pt x="149" y="849"/>
                  </a:cubicBezTo>
                  <a:cubicBezTo>
                    <a:pt x="141" y="805"/>
                    <a:pt x="137" y="761"/>
                    <a:pt x="137" y="717"/>
                  </a:cubicBezTo>
                  <a:cubicBezTo>
                    <a:pt x="137" y="669"/>
                    <a:pt x="137" y="625"/>
                    <a:pt x="137" y="577"/>
                  </a:cubicBezTo>
                  <a:cubicBezTo>
                    <a:pt x="141" y="533"/>
                    <a:pt x="145" y="489"/>
                    <a:pt x="149" y="445"/>
                  </a:cubicBezTo>
                  <a:cubicBezTo>
                    <a:pt x="153" y="401"/>
                    <a:pt x="157" y="357"/>
                    <a:pt x="153" y="317"/>
                  </a:cubicBezTo>
                  <a:cubicBezTo>
                    <a:pt x="149" y="277"/>
                    <a:pt x="145" y="237"/>
                    <a:pt x="133" y="201"/>
                  </a:cubicBezTo>
                  <a:cubicBezTo>
                    <a:pt x="117" y="145"/>
                    <a:pt x="89" y="93"/>
                    <a:pt x="53" y="45"/>
                  </a:cubicBezTo>
                  <a:cubicBezTo>
                    <a:pt x="41" y="29"/>
                    <a:pt x="25" y="13"/>
                    <a:pt x="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67"/>
            <p:cNvSpPr/>
            <p:nvPr/>
          </p:nvSpPr>
          <p:spPr>
            <a:xfrm>
              <a:off x="1411198" y="1156291"/>
              <a:ext cx="213075" cy="46747"/>
            </a:xfrm>
            <a:custGeom>
              <a:avLst/>
              <a:gdLst/>
              <a:ahLst/>
              <a:cxnLst/>
              <a:rect l="l" t="t" r="r" b="b"/>
              <a:pathLst>
                <a:path w="1185" h="260" extrusionOk="0">
                  <a:moveTo>
                    <a:pt x="891" y="1"/>
                  </a:moveTo>
                  <a:cubicBezTo>
                    <a:pt x="866" y="1"/>
                    <a:pt x="841" y="3"/>
                    <a:pt x="817" y="9"/>
                  </a:cubicBezTo>
                  <a:cubicBezTo>
                    <a:pt x="741" y="25"/>
                    <a:pt x="665" y="49"/>
                    <a:pt x="589" y="81"/>
                  </a:cubicBezTo>
                  <a:cubicBezTo>
                    <a:pt x="553" y="97"/>
                    <a:pt x="517" y="113"/>
                    <a:pt x="481" y="129"/>
                  </a:cubicBezTo>
                  <a:cubicBezTo>
                    <a:pt x="465" y="137"/>
                    <a:pt x="449" y="145"/>
                    <a:pt x="433" y="149"/>
                  </a:cubicBezTo>
                  <a:cubicBezTo>
                    <a:pt x="417" y="157"/>
                    <a:pt x="401" y="161"/>
                    <a:pt x="381" y="165"/>
                  </a:cubicBezTo>
                  <a:cubicBezTo>
                    <a:pt x="321" y="181"/>
                    <a:pt x="257" y="193"/>
                    <a:pt x="193" y="197"/>
                  </a:cubicBezTo>
                  <a:lnTo>
                    <a:pt x="117" y="197"/>
                  </a:lnTo>
                  <a:cubicBezTo>
                    <a:pt x="93" y="193"/>
                    <a:pt x="73" y="189"/>
                    <a:pt x="57" y="189"/>
                  </a:cubicBezTo>
                  <a:cubicBezTo>
                    <a:pt x="41" y="189"/>
                    <a:pt x="29" y="189"/>
                    <a:pt x="17" y="185"/>
                  </a:cubicBezTo>
                  <a:lnTo>
                    <a:pt x="1" y="185"/>
                  </a:lnTo>
                  <a:lnTo>
                    <a:pt x="1" y="193"/>
                  </a:lnTo>
                  <a:cubicBezTo>
                    <a:pt x="17" y="201"/>
                    <a:pt x="33" y="209"/>
                    <a:pt x="49" y="217"/>
                  </a:cubicBezTo>
                  <a:cubicBezTo>
                    <a:pt x="97" y="237"/>
                    <a:pt x="145" y="253"/>
                    <a:pt x="193" y="257"/>
                  </a:cubicBezTo>
                  <a:cubicBezTo>
                    <a:pt x="209" y="259"/>
                    <a:pt x="226" y="260"/>
                    <a:pt x="243" y="260"/>
                  </a:cubicBezTo>
                  <a:cubicBezTo>
                    <a:pt x="260" y="260"/>
                    <a:pt x="277" y="259"/>
                    <a:pt x="293" y="257"/>
                  </a:cubicBezTo>
                  <a:cubicBezTo>
                    <a:pt x="329" y="253"/>
                    <a:pt x="369" y="245"/>
                    <a:pt x="405" y="233"/>
                  </a:cubicBezTo>
                  <a:cubicBezTo>
                    <a:pt x="421" y="225"/>
                    <a:pt x="441" y="221"/>
                    <a:pt x="457" y="209"/>
                  </a:cubicBezTo>
                  <a:cubicBezTo>
                    <a:pt x="477" y="201"/>
                    <a:pt x="493" y="193"/>
                    <a:pt x="513" y="181"/>
                  </a:cubicBezTo>
                  <a:cubicBezTo>
                    <a:pt x="549" y="165"/>
                    <a:pt x="581" y="137"/>
                    <a:pt x="613" y="113"/>
                  </a:cubicBezTo>
                  <a:cubicBezTo>
                    <a:pt x="641" y="89"/>
                    <a:pt x="677" y="73"/>
                    <a:pt x="713" y="57"/>
                  </a:cubicBezTo>
                  <a:cubicBezTo>
                    <a:pt x="740" y="48"/>
                    <a:pt x="767" y="43"/>
                    <a:pt x="794" y="43"/>
                  </a:cubicBezTo>
                  <a:cubicBezTo>
                    <a:pt x="803" y="43"/>
                    <a:pt x="812" y="44"/>
                    <a:pt x="821" y="45"/>
                  </a:cubicBezTo>
                  <a:cubicBezTo>
                    <a:pt x="857" y="49"/>
                    <a:pt x="889" y="53"/>
                    <a:pt x="921" y="61"/>
                  </a:cubicBezTo>
                  <a:cubicBezTo>
                    <a:pt x="949" y="69"/>
                    <a:pt x="981" y="77"/>
                    <a:pt x="1009" y="85"/>
                  </a:cubicBezTo>
                  <a:cubicBezTo>
                    <a:pt x="1053" y="97"/>
                    <a:pt x="1093" y="117"/>
                    <a:pt x="1133" y="137"/>
                  </a:cubicBezTo>
                  <a:cubicBezTo>
                    <a:pt x="1145" y="145"/>
                    <a:pt x="1157" y="153"/>
                    <a:pt x="1169" y="161"/>
                  </a:cubicBezTo>
                  <a:lnTo>
                    <a:pt x="1181" y="165"/>
                  </a:lnTo>
                  <a:lnTo>
                    <a:pt x="1185" y="161"/>
                  </a:lnTo>
                  <a:lnTo>
                    <a:pt x="1177" y="149"/>
                  </a:lnTo>
                  <a:cubicBezTo>
                    <a:pt x="1169" y="137"/>
                    <a:pt x="1161" y="125"/>
                    <a:pt x="1153" y="117"/>
                  </a:cubicBezTo>
                  <a:cubicBezTo>
                    <a:pt x="1137" y="101"/>
                    <a:pt x="1121" y="85"/>
                    <a:pt x="1101" y="73"/>
                  </a:cubicBezTo>
                  <a:cubicBezTo>
                    <a:pt x="1077" y="57"/>
                    <a:pt x="1053" y="41"/>
                    <a:pt x="1029" y="29"/>
                  </a:cubicBezTo>
                  <a:cubicBezTo>
                    <a:pt x="984" y="11"/>
                    <a:pt x="938" y="1"/>
                    <a:pt x="891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67"/>
            <p:cNvSpPr/>
            <p:nvPr/>
          </p:nvSpPr>
          <p:spPr>
            <a:xfrm>
              <a:off x="1263034" y="885878"/>
              <a:ext cx="274929" cy="249735"/>
            </a:xfrm>
            <a:custGeom>
              <a:avLst/>
              <a:gdLst/>
              <a:ahLst/>
              <a:cxnLst/>
              <a:rect l="l" t="t" r="r" b="b"/>
              <a:pathLst>
                <a:path w="1529" h="1389" extrusionOk="0">
                  <a:moveTo>
                    <a:pt x="13" y="1"/>
                  </a:moveTo>
                  <a:lnTo>
                    <a:pt x="1" y="5"/>
                  </a:lnTo>
                  <a:lnTo>
                    <a:pt x="1" y="29"/>
                  </a:lnTo>
                  <a:cubicBezTo>
                    <a:pt x="1" y="53"/>
                    <a:pt x="5" y="77"/>
                    <a:pt x="5" y="101"/>
                  </a:cubicBezTo>
                  <a:cubicBezTo>
                    <a:pt x="17" y="181"/>
                    <a:pt x="45" y="261"/>
                    <a:pt x="89" y="333"/>
                  </a:cubicBezTo>
                  <a:cubicBezTo>
                    <a:pt x="117" y="377"/>
                    <a:pt x="153" y="421"/>
                    <a:pt x="189" y="465"/>
                  </a:cubicBezTo>
                  <a:cubicBezTo>
                    <a:pt x="233" y="505"/>
                    <a:pt x="281" y="545"/>
                    <a:pt x="333" y="581"/>
                  </a:cubicBezTo>
                  <a:cubicBezTo>
                    <a:pt x="385" y="613"/>
                    <a:pt x="441" y="649"/>
                    <a:pt x="497" y="681"/>
                  </a:cubicBezTo>
                  <a:lnTo>
                    <a:pt x="665" y="789"/>
                  </a:lnTo>
                  <a:cubicBezTo>
                    <a:pt x="721" y="821"/>
                    <a:pt x="777" y="857"/>
                    <a:pt x="837" y="889"/>
                  </a:cubicBezTo>
                  <a:cubicBezTo>
                    <a:pt x="893" y="921"/>
                    <a:pt x="949" y="949"/>
                    <a:pt x="1001" y="985"/>
                  </a:cubicBezTo>
                  <a:cubicBezTo>
                    <a:pt x="1093" y="1041"/>
                    <a:pt x="1185" y="1101"/>
                    <a:pt x="1277" y="1169"/>
                  </a:cubicBezTo>
                  <a:cubicBezTo>
                    <a:pt x="1353" y="1233"/>
                    <a:pt x="1413" y="1285"/>
                    <a:pt x="1457" y="1325"/>
                  </a:cubicBezTo>
                  <a:lnTo>
                    <a:pt x="1521" y="1389"/>
                  </a:lnTo>
                  <a:lnTo>
                    <a:pt x="1529" y="1385"/>
                  </a:lnTo>
                  <a:cubicBezTo>
                    <a:pt x="1529" y="1385"/>
                    <a:pt x="1513" y="1357"/>
                    <a:pt x="1477" y="1305"/>
                  </a:cubicBezTo>
                  <a:cubicBezTo>
                    <a:pt x="1429" y="1241"/>
                    <a:pt x="1377" y="1181"/>
                    <a:pt x="1317" y="1125"/>
                  </a:cubicBezTo>
                  <a:cubicBezTo>
                    <a:pt x="1277" y="1085"/>
                    <a:pt x="1233" y="1053"/>
                    <a:pt x="1189" y="1021"/>
                  </a:cubicBezTo>
                  <a:cubicBezTo>
                    <a:pt x="1141" y="981"/>
                    <a:pt x="1089" y="949"/>
                    <a:pt x="1037" y="921"/>
                  </a:cubicBezTo>
                  <a:cubicBezTo>
                    <a:pt x="981" y="889"/>
                    <a:pt x="925" y="861"/>
                    <a:pt x="865" y="833"/>
                  </a:cubicBezTo>
                  <a:cubicBezTo>
                    <a:pt x="805" y="805"/>
                    <a:pt x="745" y="777"/>
                    <a:pt x="685" y="749"/>
                  </a:cubicBezTo>
                  <a:cubicBezTo>
                    <a:pt x="625" y="725"/>
                    <a:pt x="565" y="693"/>
                    <a:pt x="509" y="661"/>
                  </a:cubicBezTo>
                  <a:cubicBezTo>
                    <a:pt x="453" y="629"/>
                    <a:pt x="405" y="589"/>
                    <a:pt x="357" y="545"/>
                  </a:cubicBezTo>
                  <a:cubicBezTo>
                    <a:pt x="317" y="505"/>
                    <a:pt x="277" y="465"/>
                    <a:pt x="237" y="417"/>
                  </a:cubicBezTo>
                  <a:cubicBezTo>
                    <a:pt x="205" y="381"/>
                    <a:pt x="173" y="337"/>
                    <a:pt x="141" y="297"/>
                  </a:cubicBezTo>
                  <a:cubicBezTo>
                    <a:pt x="117" y="261"/>
                    <a:pt x="93" y="221"/>
                    <a:pt x="77" y="185"/>
                  </a:cubicBezTo>
                  <a:cubicBezTo>
                    <a:pt x="57" y="149"/>
                    <a:pt x="45" y="117"/>
                    <a:pt x="37" y="89"/>
                  </a:cubicBezTo>
                  <a:cubicBezTo>
                    <a:pt x="29" y="69"/>
                    <a:pt x="21" y="49"/>
                    <a:pt x="17" y="25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67"/>
            <p:cNvSpPr/>
            <p:nvPr/>
          </p:nvSpPr>
          <p:spPr>
            <a:xfrm>
              <a:off x="1525557" y="684506"/>
              <a:ext cx="159851" cy="309427"/>
            </a:xfrm>
            <a:custGeom>
              <a:avLst/>
              <a:gdLst/>
              <a:ahLst/>
              <a:cxnLst/>
              <a:rect l="l" t="t" r="r" b="b"/>
              <a:pathLst>
                <a:path w="889" h="1721" extrusionOk="0">
                  <a:moveTo>
                    <a:pt x="9" y="1"/>
                  </a:moveTo>
                  <a:lnTo>
                    <a:pt x="1" y="9"/>
                  </a:lnTo>
                  <a:lnTo>
                    <a:pt x="13" y="29"/>
                  </a:lnTo>
                  <a:cubicBezTo>
                    <a:pt x="17" y="45"/>
                    <a:pt x="29" y="65"/>
                    <a:pt x="37" y="89"/>
                  </a:cubicBezTo>
                  <a:cubicBezTo>
                    <a:pt x="65" y="157"/>
                    <a:pt x="81" y="233"/>
                    <a:pt x="89" y="305"/>
                  </a:cubicBezTo>
                  <a:cubicBezTo>
                    <a:pt x="97" y="397"/>
                    <a:pt x="89" y="509"/>
                    <a:pt x="109" y="629"/>
                  </a:cubicBezTo>
                  <a:cubicBezTo>
                    <a:pt x="117" y="689"/>
                    <a:pt x="129" y="753"/>
                    <a:pt x="145" y="813"/>
                  </a:cubicBezTo>
                  <a:cubicBezTo>
                    <a:pt x="149" y="845"/>
                    <a:pt x="157" y="877"/>
                    <a:pt x="165" y="905"/>
                  </a:cubicBezTo>
                  <a:cubicBezTo>
                    <a:pt x="173" y="937"/>
                    <a:pt x="181" y="969"/>
                    <a:pt x="189" y="1001"/>
                  </a:cubicBezTo>
                  <a:cubicBezTo>
                    <a:pt x="225" y="1121"/>
                    <a:pt x="285" y="1237"/>
                    <a:pt x="357" y="1341"/>
                  </a:cubicBezTo>
                  <a:cubicBezTo>
                    <a:pt x="393" y="1389"/>
                    <a:pt x="433" y="1433"/>
                    <a:pt x="473" y="1477"/>
                  </a:cubicBezTo>
                  <a:cubicBezTo>
                    <a:pt x="513" y="1513"/>
                    <a:pt x="553" y="1545"/>
                    <a:pt x="597" y="1577"/>
                  </a:cubicBezTo>
                  <a:cubicBezTo>
                    <a:pt x="657" y="1621"/>
                    <a:pt x="729" y="1661"/>
                    <a:pt x="801" y="1693"/>
                  </a:cubicBezTo>
                  <a:cubicBezTo>
                    <a:pt x="853" y="1709"/>
                    <a:pt x="885" y="1721"/>
                    <a:pt x="885" y="1721"/>
                  </a:cubicBezTo>
                  <a:lnTo>
                    <a:pt x="889" y="1713"/>
                  </a:lnTo>
                  <a:cubicBezTo>
                    <a:pt x="889" y="1713"/>
                    <a:pt x="861" y="1697"/>
                    <a:pt x="813" y="1669"/>
                  </a:cubicBezTo>
                  <a:cubicBezTo>
                    <a:pt x="793" y="1649"/>
                    <a:pt x="765" y="1633"/>
                    <a:pt x="733" y="1609"/>
                  </a:cubicBezTo>
                  <a:cubicBezTo>
                    <a:pt x="701" y="1585"/>
                    <a:pt x="669" y="1561"/>
                    <a:pt x="633" y="1529"/>
                  </a:cubicBezTo>
                  <a:cubicBezTo>
                    <a:pt x="613" y="1513"/>
                    <a:pt x="597" y="1497"/>
                    <a:pt x="581" y="1481"/>
                  </a:cubicBezTo>
                  <a:cubicBezTo>
                    <a:pt x="561" y="1461"/>
                    <a:pt x="541" y="1445"/>
                    <a:pt x="525" y="1425"/>
                  </a:cubicBezTo>
                  <a:cubicBezTo>
                    <a:pt x="489" y="1385"/>
                    <a:pt x="453" y="1341"/>
                    <a:pt x="417" y="1297"/>
                  </a:cubicBezTo>
                  <a:cubicBezTo>
                    <a:pt x="381" y="1249"/>
                    <a:pt x="345" y="1197"/>
                    <a:pt x="317" y="1145"/>
                  </a:cubicBezTo>
                  <a:cubicBezTo>
                    <a:pt x="301" y="1121"/>
                    <a:pt x="285" y="1093"/>
                    <a:pt x="269" y="1065"/>
                  </a:cubicBezTo>
                  <a:cubicBezTo>
                    <a:pt x="257" y="1037"/>
                    <a:pt x="241" y="1013"/>
                    <a:pt x="229" y="981"/>
                  </a:cubicBezTo>
                  <a:cubicBezTo>
                    <a:pt x="201" y="925"/>
                    <a:pt x="181" y="865"/>
                    <a:pt x="165" y="805"/>
                  </a:cubicBezTo>
                  <a:cubicBezTo>
                    <a:pt x="153" y="745"/>
                    <a:pt x="145" y="685"/>
                    <a:pt x="149" y="625"/>
                  </a:cubicBezTo>
                  <a:cubicBezTo>
                    <a:pt x="149" y="565"/>
                    <a:pt x="157" y="509"/>
                    <a:pt x="157" y="453"/>
                  </a:cubicBezTo>
                  <a:cubicBezTo>
                    <a:pt x="157" y="401"/>
                    <a:pt x="157" y="345"/>
                    <a:pt x="149" y="293"/>
                  </a:cubicBezTo>
                  <a:cubicBezTo>
                    <a:pt x="137" y="213"/>
                    <a:pt x="105" y="137"/>
                    <a:pt x="65" y="73"/>
                  </a:cubicBezTo>
                  <a:cubicBezTo>
                    <a:pt x="45" y="45"/>
                    <a:pt x="29" y="25"/>
                    <a:pt x="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67"/>
            <p:cNvSpPr/>
            <p:nvPr/>
          </p:nvSpPr>
          <p:spPr>
            <a:xfrm>
              <a:off x="1450756" y="803171"/>
              <a:ext cx="205882" cy="298639"/>
            </a:xfrm>
            <a:custGeom>
              <a:avLst/>
              <a:gdLst/>
              <a:ahLst/>
              <a:cxnLst/>
              <a:rect l="l" t="t" r="r" b="b"/>
              <a:pathLst>
                <a:path w="1145" h="1661" extrusionOk="0">
                  <a:moveTo>
                    <a:pt x="5" y="1"/>
                  </a:moveTo>
                  <a:lnTo>
                    <a:pt x="1" y="9"/>
                  </a:lnTo>
                  <a:lnTo>
                    <a:pt x="13" y="29"/>
                  </a:lnTo>
                  <a:cubicBezTo>
                    <a:pt x="29" y="45"/>
                    <a:pt x="41" y="61"/>
                    <a:pt x="53" y="77"/>
                  </a:cubicBezTo>
                  <a:cubicBezTo>
                    <a:pt x="69" y="101"/>
                    <a:pt x="89" y="129"/>
                    <a:pt x="109" y="161"/>
                  </a:cubicBezTo>
                  <a:cubicBezTo>
                    <a:pt x="125" y="197"/>
                    <a:pt x="145" y="237"/>
                    <a:pt x="165" y="277"/>
                  </a:cubicBezTo>
                  <a:cubicBezTo>
                    <a:pt x="185" y="321"/>
                    <a:pt x="205" y="369"/>
                    <a:pt x="225" y="421"/>
                  </a:cubicBezTo>
                  <a:lnTo>
                    <a:pt x="289" y="581"/>
                  </a:lnTo>
                  <a:cubicBezTo>
                    <a:pt x="313" y="637"/>
                    <a:pt x="333" y="697"/>
                    <a:pt x="353" y="761"/>
                  </a:cubicBezTo>
                  <a:cubicBezTo>
                    <a:pt x="373" y="821"/>
                    <a:pt x="393" y="881"/>
                    <a:pt x="413" y="945"/>
                  </a:cubicBezTo>
                  <a:cubicBezTo>
                    <a:pt x="437" y="1005"/>
                    <a:pt x="461" y="1069"/>
                    <a:pt x="493" y="1125"/>
                  </a:cubicBezTo>
                  <a:cubicBezTo>
                    <a:pt x="525" y="1181"/>
                    <a:pt x="561" y="1233"/>
                    <a:pt x="601" y="1285"/>
                  </a:cubicBezTo>
                  <a:cubicBezTo>
                    <a:pt x="637" y="1333"/>
                    <a:pt x="677" y="1377"/>
                    <a:pt x="721" y="1417"/>
                  </a:cubicBezTo>
                  <a:cubicBezTo>
                    <a:pt x="761" y="1453"/>
                    <a:pt x="801" y="1485"/>
                    <a:pt x="845" y="1517"/>
                  </a:cubicBezTo>
                  <a:cubicBezTo>
                    <a:pt x="885" y="1541"/>
                    <a:pt x="921" y="1565"/>
                    <a:pt x="961" y="1589"/>
                  </a:cubicBezTo>
                  <a:cubicBezTo>
                    <a:pt x="997" y="1605"/>
                    <a:pt x="1029" y="1621"/>
                    <a:pt x="1057" y="1633"/>
                  </a:cubicBezTo>
                  <a:cubicBezTo>
                    <a:pt x="1109" y="1653"/>
                    <a:pt x="1141" y="1661"/>
                    <a:pt x="1141" y="1661"/>
                  </a:cubicBezTo>
                  <a:lnTo>
                    <a:pt x="1145" y="1657"/>
                  </a:lnTo>
                  <a:lnTo>
                    <a:pt x="1125" y="1645"/>
                  </a:lnTo>
                  <a:cubicBezTo>
                    <a:pt x="1113" y="1637"/>
                    <a:pt x="1093" y="1625"/>
                    <a:pt x="1069" y="1609"/>
                  </a:cubicBezTo>
                  <a:cubicBezTo>
                    <a:pt x="1045" y="1593"/>
                    <a:pt x="1017" y="1573"/>
                    <a:pt x="985" y="1549"/>
                  </a:cubicBezTo>
                  <a:cubicBezTo>
                    <a:pt x="953" y="1525"/>
                    <a:pt x="921" y="1501"/>
                    <a:pt x="885" y="1469"/>
                  </a:cubicBezTo>
                  <a:cubicBezTo>
                    <a:pt x="801" y="1397"/>
                    <a:pt x="725" y="1321"/>
                    <a:pt x="657" y="1237"/>
                  </a:cubicBezTo>
                  <a:cubicBezTo>
                    <a:pt x="617" y="1193"/>
                    <a:pt x="581" y="1141"/>
                    <a:pt x="545" y="1093"/>
                  </a:cubicBezTo>
                  <a:cubicBezTo>
                    <a:pt x="509" y="1041"/>
                    <a:pt x="477" y="985"/>
                    <a:pt x="445" y="929"/>
                  </a:cubicBezTo>
                  <a:cubicBezTo>
                    <a:pt x="417" y="873"/>
                    <a:pt x="393" y="813"/>
                    <a:pt x="373" y="753"/>
                  </a:cubicBezTo>
                  <a:cubicBezTo>
                    <a:pt x="353" y="693"/>
                    <a:pt x="337" y="633"/>
                    <a:pt x="321" y="569"/>
                  </a:cubicBezTo>
                  <a:cubicBezTo>
                    <a:pt x="309" y="509"/>
                    <a:pt x="297" y="453"/>
                    <a:pt x="277" y="401"/>
                  </a:cubicBezTo>
                  <a:cubicBezTo>
                    <a:pt x="261" y="349"/>
                    <a:pt x="241" y="297"/>
                    <a:pt x="217" y="253"/>
                  </a:cubicBezTo>
                  <a:cubicBezTo>
                    <a:pt x="193" y="213"/>
                    <a:pt x="169" y="173"/>
                    <a:pt x="145" y="137"/>
                  </a:cubicBezTo>
                  <a:cubicBezTo>
                    <a:pt x="121" y="109"/>
                    <a:pt x="97" y="81"/>
                    <a:pt x="73" y="57"/>
                  </a:cubicBezTo>
                  <a:cubicBezTo>
                    <a:pt x="57" y="41"/>
                    <a:pt x="41" y="29"/>
                    <a:pt x="21" y="17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67"/>
            <p:cNvSpPr/>
            <p:nvPr/>
          </p:nvSpPr>
          <p:spPr>
            <a:xfrm>
              <a:off x="1753556" y="701587"/>
              <a:ext cx="88646" cy="394470"/>
            </a:xfrm>
            <a:custGeom>
              <a:avLst/>
              <a:gdLst/>
              <a:ahLst/>
              <a:cxnLst/>
              <a:rect l="l" t="t" r="r" b="b"/>
              <a:pathLst>
                <a:path w="493" h="2194" extrusionOk="0">
                  <a:moveTo>
                    <a:pt x="362" y="1"/>
                  </a:moveTo>
                  <a:cubicBezTo>
                    <a:pt x="325" y="1"/>
                    <a:pt x="286" y="9"/>
                    <a:pt x="253" y="22"/>
                  </a:cubicBezTo>
                  <a:cubicBezTo>
                    <a:pt x="225" y="34"/>
                    <a:pt x="201" y="54"/>
                    <a:pt x="185" y="78"/>
                  </a:cubicBezTo>
                  <a:cubicBezTo>
                    <a:pt x="169" y="106"/>
                    <a:pt x="157" y="134"/>
                    <a:pt x="149" y="162"/>
                  </a:cubicBezTo>
                  <a:cubicBezTo>
                    <a:pt x="137" y="222"/>
                    <a:pt x="121" y="282"/>
                    <a:pt x="105" y="350"/>
                  </a:cubicBezTo>
                  <a:cubicBezTo>
                    <a:pt x="93" y="414"/>
                    <a:pt x="81" y="486"/>
                    <a:pt x="77" y="562"/>
                  </a:cubicBezTo>
                  <a:cubicBezTo>
                    <a:pt x="69" y="634"/>
                    <a:pt x="65" y="710"/>
                    <a:pt x="57" y="790"/>
                  </a:cubicBezTo>
                  <a:cubicBezTo>
                    <a:pt x="53" y="870"/>
                    <a:pt x="53" y="946"/>
                    <a:pt x="57" y="1026"/>
                  </a:cubicBezTo>
                  <a:cubicBezTo>
                    <a:pt x="65" y="1186"/>
                    <a:pt x="93" y="1342"/>
                    <a:pt x="81" y="1482"/>
                  </a:cubicBezTo>
                  <a:cubicBezTo>
                    <a:pt x="73" y="1550"/>
                    <a:pt x="61" y="1618"/>
                    <a:pt x="45" y="1682"/>
                  </a:cubicBezTo>
                  <a:cubicBezTo>
                    <a:pt x="25" y="1746"/>
                    <a:pt x="13" y="1810"/>
                    <a:pt x="9" y="1874"/>
                  </a:cubicBezTo>
                  <a:cubicBezTo>
                    <a:pt x="1" y="1930"/>
                    <a:pt x="9" y="1990"/>
                    <a:pt x="33" y="2042"/>
                  </a:cubicBezTo>
                  <a:cubicBezTo>
                    <a:pt x="49" y="2082"/>
                    <a:pt x="73" y="2122"/>
                    <a:pt x="105" y="2150"/>
                  </a:cubicBezTo>
                  <a:cubicBezTo>
                    <a:pt x="129" y="2170"/>
                    <a:pt x="153" y="2182"/>
                    <a:pt x="181" y="2190"/>
                  </a:cubicBezTo>
                  <a:cubicBezTo>
                    <a:pt x="189" y="2190"/>
                    <a:pt x="201" y="2194"/>
                    <a:pt x="209" y="2194"/>
                  </a:cubicBezTo>
                  <a:lnTo>
                    <a:pt x="209" y="2186"/>
                  </a:lnTo>
                  <a:cubicBezTo>
                    <a:pt x="177" y="2174"/>
                    <a:pt x="145" y="2158"/>
                    <a:pt x="125" y="2130"/>
                  </a:cubicBezTo>
                  <a:cubicBezTo>
                    <a:pt x="101" y="2102"/>
                    <a:pt x="81" y="2066"/>
                    <a:pt x="73" y="2026"/>
                  </a:cubicBezTo>
                  <a:cubicBezTo>
                    <a:pt x="57" y="1978"/>
                    <a:pt x="57" y="1926"/>
                    <a:pt x="65" y="1878"/>
                  </a:cubicBezTo>
                  <a:cubicBezTo>
                    <a:pt x="77" y="1818"/>
                    <a:pt x="93" y="1758"/>
                    <a:pt x="113" y="1698"/>
                  </a:cubicBezTo>
                  <a:cubicBezTo>
                    <a:pt x="133" y="1630"/>
                    <a:pt x="145" y="1554"/>
                    <a:pt x="149" y="1482"/>
                  </a:cubicBezTo>
                  <a:cubicBezTo>
                    <a:pt x="153" y="1406"/>
                    <a:pt x="145" y="1326"/>
                    <a:pt x="133" y="1250"/>
                  </a:cubicBezTo>
                  <a:cubicBezTo>
                    <a:pt x="125" y="1174"/>
                    <a:pt x="109" y="1098"/>
                    <a:pt x="97" y="1018"/>
                  </a:cubicBezTo>
                  <a:cubicBezTo>
                    <a:pt x="81" y="942"/>
                    <a:pt x="77" y="866"/>
                    <a:pt x="81" y="786"/>
                  </a:cubicBezTo>
                  <a:cubicBezTo>
                    <a:pt x="85" y="714"/>
                    <a:pt x="93" y="638"/>
                    <a:pt x="113" y="566"/>
                  </a:cubicBezTo>
                  <a:cubicBezTo>
                    <a:pt x="125" y="494"/>
                    <a:pt x="145" y="426"/>
                    <a:pt x="161" y="358"/>
                  </a:cubicBezTo>
                  <a:cubicBezTo>
                    <a:pt x="177" y="294"/>
                    <a:pt x="193" y="234"/>
                    <a:pt x="205" y="174"/>
                  </a:cubicBezTo>
                  <a:cubicBezTo>
                    <a:pt x="209" y="126"/>
                    <a:pt x="233" y="86"/>
                    <a:pt x="273" y="58"/>
                  </a:cubicBezTo>
                  <a:cubicBezTo>
                    <a:pt x="305" y="42"/>
                    <a:pt x="345" y="30"/>
                    <a:pt x="381" y="26"/>
                  </a:cubicBezTo>
                  <a:lnTo>
                    <a:pt x="489" y="26"/>
                  </a:lnTo>
                  <a:lnTo>
                    <a:pt x="493" y="22"/>
                  </a:lnTo>
                  <a:lnTo>
                    <a:pt x="465" y="14"/>
                  </a:lnTo>
                  <a:cubicBezTo>
                    <a:pt x="437" y="6"/>
                    <a:pt x="409" y="2"/>
                    <a:pt x="385" y="2"/>
                  </a:cubicBezTo>
                  <a:cubicBezTo>
                    <a:pt x="377" y="1"/>
                    <a:pt x="370" y="1"/>
                    <a:pt x="362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67"/>
            <p:cNvSpPr/>
            <p:nvPr/>
          </p:nvSpPr>
          <p:spPr>
            <a:xfrm>
              <a:off x="1856407" y="864482"/>
              <a:ext cx="266299" cy="241644"/>
            </a:xfrm>
            <a:custGeom>
              <a:avLst/>
              <a:gdLst/>
              <a:ahLst/>
              <a:cxnLst/>
              <a:rect l="l" t="t" r="r" b="b"/>
              <a:pathLst>
                <a:path w="1481" h="1344" extrusionOk="0">
                  <a:moveTo>
                    <a:pt x="1311" y="1"/>
                  </a:moveTo>
                  <a:cubicBezTo>
                    <a:pt x="1301" y="1"/>
                    <a:pt x="1291" y="2"/>
                    <a:pt x="1281" y="4"/>
                  </a:cubicBezTo>
                  <a:cubicBezTo>
                    <a:pt x="1233" y="4"/>
                    <a:pt x="1185" y="12"/>
                    <a:pt x="1141" y="20"/>
                  </a:cubicBezTo>
                  <a:cubicBezTo>
                    <a:pt x="1085" y="32"/>
                    <a:pt x="1029" y="48"/>
                    <a:pt x="981" y="72"/>
                  </a:cubicBezTo>
                  <a:cubicBezTo>
                    <a:pt x="921" y="96"/>
                    <a:pt x="869" y="124"/>
                    <a:pt x="817" y="156"/>
                  </a:cubicBezTo>
                  <a:cubicBezTo>
                    <a:pt x="761" y="188"/>
                    <a:pt x="705" y="224"/>
                    <a:pt x="645" y="256"/>
                  </a:cubicBezTo>
                  <a:cubicBezTo>
                    <a:pt x="617" y="276"/>
                    <a:pt x="589" y="288"/>
                    <a:pt x="557" y="308"/>
                  </a:cubicBezTo>
                  <a:cubicBezTo>
                    <a:pt x="525" y="324"/>
                    <a:pt x="497" y="348"/>
                    <a:pt x="477" y="380"/>
                  </a:cubicBezTo>
                  <a:cubicBezTo>
                    <a:pt x="449" y="444"/>
                    <a:pt x="425" y="508"/>
                    <a:pt x="405" y="572"/>
                  </a:cubicBezTo>
                  <a:cubicBezTo>
                    <a:pt x="385" y="636"/>
                    <a:pt x="361" y="696"/>
                    <a:pt x="333" y="752"/>
                  </a:cubicBezTo>
                  <a:cubicBezTo>
                    <a:pt x="281" y="868"/>
                    <a:pt x="229" y="972"/>
                    <a:pt x="181" y="1056"/>
                  </a:cubicBezTo>
                  <a:cubicBezTo>
                    <a:pt x="129" y="1144"/>
                    <a:pt x="85" y="1212"/>
                    <a:pt x="53" y="1264"/>
                  </a:cubicBezTo>
                  <a:lnTo>
                    <a:pt x="1" y="1340"/>
                  </a:lnTo>
                  <a:lnTo>
                    <a:pt x="9" y="1344"/>
                  </a:lnTo>
                  <a:cubicBezTo>
                    <a:pt x="9" y="1344"/>
                    <a:pt x="33" y="1324"/>
                    <a:pt x="77" y="1280"/>
                  </a:cubicBezTo>
                  <a:cubicBezTo>
                    <a:pt x="97" y="1260"/>
                    <a:pt x="121" y="1232"/>
                    <a:pt x="149" y="1200"/>
                  </a:cubicBezTo>
                  <a:cubicBezTo>
                    <a:pt x="181" y="1164"/>
                    <a:pt x="209" y="1128"/>
                    <a:pt x="233" y="1088"/>
                  </a:cubicBezTo>
                  <a:cubicBezTo>
                    <a:pt x="265" y="1044"/>
                    <a:pt x="297" y="996"/>
                    <a:pt x="325" y="948"/>
                  </a:cubicBezTo>
                  <a:cubicBezTo>
                    <a:pt x="353" y="896"/>
                    <a:pt x="381" y="840"/>
                    <a:pt x="405" y="784"/>
                  </a:cubicBezTo>
                  <a:cubicBezTo>
                    <a:pt x="429" y="720"/>
                    <a:pt x="449" y="656"/>
                    <a:pt x="465" y="592"/>
                  </a:cubicBezTo>
                  <a:cubicBezTo>
                    <a:pt x="477" y="560"/>
                    <a:pt x="481" y="528"/>
                    <a:pt x="489" y="492"/>
                  </a:cubicBezTo>
                  <a:cubicBezTo>
                    <a:pt x="493" y="460"/>
                    <a:pt x="501" y="432"/>
                    <a:pt x="517" y="400"/>
                  </a:cubicBezTo>
                  <a:cubicBezTo>
                    <a:pt x="541" y="344"/>
                    <a:pt x="605" y="312"/>
                    <a:pt x="661" y="276"/>
                  </a:cubicBezTo>
                  <a:cubicBezTo>
                    <a:pt x="717" y="244"/>
                    <a:pt x="773" y="216"/>
                    <a:pt x="837" y="192"/>
                  </a:cubicBezTo>
                  <a:cubicBezTo>
                    <a:pt x="893" y="164"/>
                    <a:pt x="953" y="148"/>
                    <a:pt x="1005" y="128"/>
                  </a:cubicBezTo>
                  <a:cubicBezTo>
                    <a:pt x="1053" y="108"/>
                    <a:pt x="1105" y="92"/>
                    <a:pt x="1153" y="76"/>
                  </a:cubicBezTo>
                  <a:cubicBezTo>
                    <a:pt x="1229" y="56"/>
                    <a:pt x="1309" y="40"/>
                    <a:pt x="1389" y="36"/>
                  </a:cubicBezTo>
                  <a:lnTo>
                    <a:pt x="1481" y="36"/>
                  </a:lnTo>
                  <a:lnTo>
                    <a:pt x="1481" y="28"/>
                  </a:lnTo>
                  <a:lnTo>
                    <a:pt x="1457" y="24"/>
                  </a:lnTo>
                  <a:cubicBezTo>
                    <a:pt x="1437" y="16"/>
                    <a:pt x="1413" y="12"/>
                    <a:pt x="1389" y="8"/>
                  </a:cubicBezTo>
                  <a:cubicBezTo>
                    <a:pt x="1373" y="4"/>
                    <a:pt x="1357" y="4"/>
                    <a:pt x="1341" y="4"/>
                  </a:cubicBezTo>
                  <a:cubicBezTo>
                    <a:pt x="1331" y="2"/>
                    <a:pt x="1321" y="1"/>
                    <a:pt x="1311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67"/>
            <p:cNvSpPr/>
            <p:nvPr/>
          </p:nvSpPr>
          <p:spPr>
            <a:xfrm>
              <a:off x="1797429" y="895587"/>
              <a:ext cx="92243" cy="224204"/>
            </a:xfrm>
            <a:custGeom>
              <a:avLst/>
              <a:gdLst/>
              <a:ahLst/>
              <a:cxnLst/>
              <a:rect l="l" t="t" r="r" b="b"/>
              <a:pathLst>
                <a:path w="513" h="1247" extrusionOk="0">
                  <a:moveTo>
                    <a:pt x="479" y="0"/>
                  </a:moveTo>
                  <a:cubicBezTo>
                    <a:pt x="468" y="0"/>
                    <a:pt x="457" y="2"/>
                    <a:pt x="445" y="7"/>
                  </a:cubicBezTo>
                  <a:cubicBezTo>
                    <a:pt x="425" y="19"/>
                    <a:pt x="401" y="31"/>
                    <a:pt x="381" y="47"/>
                  </a:cubicBezTo>
                  <a:cubicBezTo>
                    <a:pt x="357" y="59"/>
                    <a:pt x="333" y="79"/>
                    <a:pt x="305" y="99"/>
                  </a:cubicBezTo>
                  <a:cubicBezTo>
                    <a:pt x="273" y="123"/>
                    <a:pt x="245" y="147"/>
                    <a:pt x="217" y="175"/>
                  </a:cubicBezTo>
                  <a:cubicBezTo>
                    <a:pt x="189" y="207"/>
                    <a:pt x="161" y="239"/>
                    <a:pt x="137" y="275"/>
                  </a:cubicBezTo>
                  <a:cubicBezTo>
                    <a:pt x="85" y="347"/>
                    <a:pt x="45" y="435"/>
                    <a:pt x="25" y="523"/>
                  </a:cubicBezTo>
                  <a:cubicBezTo>
                    <a:pt x="13" y="615"/>
                    <a:pt x="5" y="703"/>
                    <a:pt x="5" y="795"/>
                  </a:cubicBezTo>
                  <a:cubicBezTo>
                    <a:pt x="1" y="875"/>
                    <a:pt x="1" y="955"/>
                    <a:pt x="9" y="1035"/>
                  </a:cubicBezTo>
                  <a:cubicBezTo>
                    <a:pt x="13" y="1091"/>
                    <a:pt x="33" y="1147"/>
                    <a:pt x="57" y="1199"/>
                  </a:cubicBezTo>
                  <a:cubicBezTo>
                    <a:pt x="69" y="1219"/>
                    <a:pt x="85" y="1235"/>
                    <a:pt x="97" y="1247"/>
                  </a:cubicBezTo>
                  <a:lnTo>
                    <a:pt x="105" y="1247"/>
                  </a:lnTo>
                  <a:cubicBezTo>
                    <a:pt x="97" y="1227"/>
                    <a:pt x="89" y="1207"/>
                    <a:pt x="85" y="1187"/>
                  </a:cubicBezTo>
                  <a:cubicBezTo>
                    <a:pt x="77" y="1163"/>
                    <a:pt x="73" y="1143"/>
                    <a:pt x="73" y="1119"/>
                  </a:cubicBezTo>
                  <a:cubicBezTo>
                    <a:pt x="69" y="1091"/>
                    <a:pt x="69" y="1063"/>
                    <a:pt x="69" y="1027"/>
                  </a:cubicBezTo>
                  <a:cubicBezTo>
                    <a:pt x="69" y="959"/>
                    <a:pt x="77" y="879"/>
                    <a:pt x="73" y="795"/>
                  </a:cubicBezTo>
                  <a:cubicBezTo>
                    <a:pt x="73" y="751"/>
                    <a:pt x="69" y="707"/>
                    <a:pt x="69" y="663"/>
                  </a:cubicBezTo>
                  <a:cubicBezTo>
                    <a:pt x="69" y="615"/>
                    <a:pt x="61" y="571"/>
                    <a:pt x="61" y="527"/>
                  </a:cubicBezTo>
                  <a:cubicBezTo>
                    <a:pt x="61" y="483"/>
                    <a:pt x="69" y="439"/>
                    <a:pt x="89" y="399"/>
                  </a:cubicBezTo>
                  <a:cubicBezTo>
                    <a:pt x="105" y="359"/>
                    <a:pt x="133" y="323"/>
                    <a:pt x="165" y="295"/>
                  </a:cubicBezTo>
                  <a:cubicBezTo>
                    <a:pt x="197" y="267"/>
                    <a:pt x="229" y="243"/>
                    <a:pt x="261" y="215"/>
                  </a:cubicBezTo>
                  <a:lnTo>
                    <a:pt x="341" y="143"/>
                  </a:lnTo>
                  <a:lnTo>
                    <a:pt x="461" y="31"/>
                  </a:lnTo>
                  <a:cubicBezTo>
                    <a:pt x="469" y="19"/>
                    <a:pt x="481" y="15"/>
                    <a:pt x="497" y="15"/>
                  </a:cubicBezTo>
                  <a:cubicBezTo>
                    <a:pt x="501" y="15"/>
                    <a:pt x="505" y="15"/>
                    <a:pt x="509" y="19"/>
                  </a:cubicBezTo>
                  <a:lnTo>
                    <a:pt x="513" y="19"/>
                  </a:lnTo>
                  <a:cubicBezTo>
                    <a:pt x="513" y="19"/>
                    <a:pt x="513" y="11"/>
                    <a:pt x="501" y="3"/>
                  </a:cubicBezTo>
                  <a:cubicBezTo>
                    <a:pt x="494" y="1"/>
                    <a:pt x="487" y="0"/>
                    <a:pt x="479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67"/>
            <p:cNvSpPr/>
            <p:nvPr/>
          </p:nvSpPr>
          <p:spPr>
            <a:xfrm>
              <a:off x="1887334" y="1042660"/>
              <a:ext cx="516594" cy="131071"/>
            </a:xfrm>
            <a:custGeom>
              <a:avLst/>
              <a:gdLst/>
              <a:ahLst/>
              <a:cxnLst/>
              <a:rect l="l" t="t" r="r" b="b"/>
              <a:pathLst>
                <a:path w="2873" h="729" extrusionOk="0">
                  <a:moveTo>
                    <a:pt x="2865" y="1"/>
                  </a:moveTo>
                  <a:lnTo>
                    <a:pt x="2749" y="61"/>
                  </a:lnTo>
                  <a:cubicBezTo>
                    <a:pt x="2645" y="117"/>
                    <a:pt x="2541" y="165"/>
                    <a:pt x="2437" y="209"/>
                  </a:cubicBezTo>
                  <a:cubicBezTo>
                    <a:pt x="2365" y="241"/>
                    <a:pt x="2293" y="261"/>
                    <a:pt x="2221" y="281"/>
                  </a:cubicBezTo>
                  <a:cubicBezTo>
                    <a:pt x="2137" y="301"/>
                    <a:pt x="2053" y="309"/>
                    <a:pt x="1969" y="309"/>
                  </a:cubicBezTo>
                  <a:cubicBezTo>
                    <a:pt x="1877" y="305"/>
                    <a:pt x="1785" y="293"/>
                    <a:pt x="1693" y="273"/>
                  </a:cubicBezTo>
                  <a:cubicBezTo>
                    <a:pt x="1601" y="257"/>
                    <a:pt x="1505" y="241"/>
                    <a:pt x="1409" y="229"/>
                  </a:cubicBezTo>
                  <a:cubicBezTo>
                    <a:pt x="1337" y="220"/>
                    <a:pt x="1265" y="215"/>
                    <a:pt x="1191" y="215"/>
                  </a:cubicBezTo>
                  <a:cubicBezTo>
                    <a:pt x="1167" y="215"/>
                    <a:pt x="1142" y="216"/>
                    <a:pt x="1117" y="217"/>
                  </a:cubicBezTo>
                  <a:cubicBezTo>
                    <a:pt x="1025" y="225"/>
                    <a:pt x="933" y="233"/>
                    <a:pt x="837" y="249"/>
                  </a:cubicBezTo>
                  <a:cubicBezTo>
                    <a:pt x="753" y="265"/>
                    <a:pt x="665" y="289"/>
                    <a:pt x="581" y="317"/>
                  </a:cubicBezTo>
                  <a:cubicBezTo>
                    <a:pt x="509" y="341"/>
                    <a:pt x="433" y="373"/>
                    <a:pt x="365" y="405"/>
                  </a:cubicBezTo>
                  <a:cubicBezTo>
                    <a:pt x="301" y="437"/>
                    <a:pt x="245" y="469"/>
                    <a:pt x="193" y="509"/>
                  </a:cubicBezTo>
                  <a:cubicBezTo>
                    <a:pt x="149" y="541"/>
                    <a:pt x="109" y="577"/>
                    <a:pt x="77" y="617"/>
                  </a:cubicBezTo>
                  <a:cubicBezTo>
                    <a:pt x="57" y="641"/>
                    <a:pt x="37" y="669"/>
                    <a:pt x="17" y="697"/>
                  </a:cubicBezTo>
                  <a:lnTo>
                    <a:pt x="1" y="725"/>
                  </a:lnTo>
                  <a:lnTo>
                    <a:pt x="5" y="729"/>
                  </a:lnTo>
                  <a:lnTo>
                    <a:pt x="29" y="705"/>
                  </a:lnTo>
                  <a:cubicBezTo>
                    <a:pt x="49" y="681"/>
                    <a:pt x="73" y="657"/>
                    <a:pt x="97" y="633"/>
                  </a:cubicBezTo>
                  <a:cubicBezTo>
                    <a:pt x="133" y="601"/>
                    <a:pt x="173" y="573"/>
                    <a:pt x="217" y="549"/>
                  </a:cubicBezTo>
                  <a:cubicBezTo>
                    <a:pt x="273" y="513"/>
                    <a:pt x="329" y="485"/>
                    <a:pt x="389" y="461"/>
                  </a:cubicBezTo>
                  <a:cubicBezTo>
                    <a:pt x="453" y="433"/>
                    <a:pt x="525" y="409"/>
                    <a:pt x="605" y="385"/>
                  </a:cubicBezTo>
                  <a:cubicBezTo>
                    <a:pt x="685" y="361"/>
                    <a:pt x="769" y="341"/>
                    <a:pt x="853" y="321"/>
                  </a:cubicBezTo>
                  <a:cubicBezTo>
                    <a:pt x="945" y="301"/>
                    <a:pt x="1033" y="289"/>
                    <a:pt x="1125" y="281"/>
                  </a:cubicBezTo>
                  <a:cubicBezTo>
                    <a:pt x="1197" y="272"/>
                    <a:pt x="1267" y="267"/>
                    <a:pt x="1338" y="267"/>
                  </a:cubicBezTo>
                  <a:cubicBezTo>
                    <a:pt x="1361" y="267"/>
                    <a:pt x="1385" y="268"/>
                    <a:pt x="1409" y="269"/>
                  </a:cubicBezTo>
                  <a:cubicBezTo>
                    <a:pt x="1505" y="269"/>
                    <a:pt x="1601" y="277"/>
                    <a:pt x="1693" y="297"/>
                  </a:cubicBezTo>
                  <a:cubicBezTo>
                    <a:pt x="1785" y="313"/>
                    <a:pt x="1877" y="333"/>
                    <a:pt x="1969" y="345"/>
                  </a:cubicBezTo>
                  <a:cubicBezTo>
                    <a:pt x="2010" y="350"/>
                    <a:pt x="2051" y="353"/>
                    <a:pt x="2093" y="353"/>
                  </a:cubicBezTo>
                  <a:cubicBezTo>
                    <a:pt x="2141" y="353"/>
                    <a:pt x="2190" y="349"/>
                    <a:pt x="2237" y="341"/>
                  </a:cubicBezTo>
                  <a:cubicBezTo>
                    <a:pt x="2313" y="325"/>
                    <a:pt x="2389" y="297"/>
                    <a:pt x="2461" y="265"/>
                  </a:cubicBezTo>
                  <a:cubicBezTo>
                    <a:pt x="2525" y="237"/>
                    <a:pt x="2581" y="205"/>
                    <a:pt x="2641" y="169"/>
                  </a:cubicBezTo>
                  <a:cubicBezTo>
                    <a:pt x="2689" y="141"/>
                    <a:pt x="2733" y="113"/>
                    <a:pt x="2765" y="85"/>
                  </a:cubicBezTo>
                  <a:cubicBezTo>
                    <a:pt x="2837" y="37"/>
                    <a:pt x="2873" y="9"/>
                    <a:pt x="2873" y="9"/>
                  </a:cubicBezTo>
                  <a:lnTo>
                    <a:pt x="2865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67"/>
            <p:cNvSpPr/>
            <p:nvPr/>
          </p:nvSpPr>
          <p:spPr>
            <a:xfrm>
              <a:off x="1934804" y="1202319"/>
              <a:ext cx="370588" cy="82706"/>
            </a:xfrm>
            <a:custGeom>
              <a:avLst/>
              <a:gdLst/>
              <a:ahLst/>
              <a:cxnLst/>
              <a:rect l="l" t="t" r="r" b="b"/>
              <a:pathLst>
                <a:path w="2061" h="460" extrusionOk="0">
                  <a:moveTo>
                    <a:pt x="857" y="1"/>
                  </a:moveTo>
                  <a:cubicBezTo>
                    <a:pt x="789" y="1"/>
                    <a:pt x="721" y="5"/>
                    <a:pt x="653" y="17"/>
                  </a:cubicBezTo>
                  <a:cubicBezTo>
                    <a:pt x="593" y="25"/>
                    <a:pt x="529" y="37"/>
                    <a:pt x="469" y="53"/>
                  </a:cubicBezTo>
                  <a:cubicBezTo>
                    <a:pt x="413" y="69"/>
                    <a:pt x="357" y="85"/>
                    <a:pt x="305" y="105"/>
                  </a:cubicBezTo>
                  <a:cubicBezTo>
                    <a:pt x="229" y="137"/>
                    <a:pt x="153" y="177"/>
                    <a:pt x="77" y="221"/>
                  </a:cubicBezTo>
                  <a:cubicBezTo>
                    <a:pt x="29" y="253"/>
                    <a:pt x="1" y="273"/>
                    <a:pt x="1" y="273"/>
                  </a:cubicBezTo>
                  <a:lnTo>
                    <a:pt x="5" y="281"/>
                  </a:lnTo>
                  <a:lnTo>
                    <a:pt x="25" y="273"/>
                  </a:lnTo>
                  <a:cubicBezTo>
                    <a:pt x="41" y="265"/>
                    <a:pt x="65" y="257"/>
                    <a:pt x="93" y="245"/>
                  </a:cubicBezTo>
                  <a:cubicBezTo>
                    <a:pt x="117" y="233"/>
                    <a:pt x="153" y="221"/>
                    <a:pt x="193" y="209"/>
                  </a:cubicBezTo>
                  <a:cubicBezTo>
                    <a:pt x="233" y="193"/>
                    <a:pt x="277" y="177"/>
                    <a:pt x="325" y="165"/>
                  </a:cubicBezTo>
                  <a:cubicBezTo>
                    <a:pt x="373" y="149"/>
                    <a:pt x="425" y="133"/>
                    <a:pt x="485" y="121"/>
                  </a:cubicBezTo>
                  <a:cubicBezTo>
                    <a:pt x="541" y="109"/>
                    <a:pt x="601" y="97"/>
                    <a:pt x="665" y="85"/>
                  </a:cubicBezTo>
                  <a:cubicBezTo>
                    <a:pt x="729" y="73"/>
                    <a:pt x="793" y="65"/>
                    <a:pt x="857" y="61"/>
                  </a:cubicBezTo>
                  <a:cubicBezTo>
                    <a:pt x="925" y="57"/>
                    <a:pt x="993" y="53"/>
                    <a:pt x="1061" y="53"/>
                  </a:cubicBezTo>
                  <a:cubicBezTo>
                    <a:pt x="1129" y="53"/>
                    <a:pt x="1197" y="57"/>
                    <a:pt x="1265" y="73"/>
                  </a:cubicBezTo>
                  <a:cubicBezTo>
                    <a:pt x="1329" y="85"/>
                    <a:pt x="1389" y="109"/>
                    <a:pt x="1445" y="145"/>
                  </a:cubicBezTo>
                  <a:cubicBezTo>
                    <a:pt x="1493" y="181"/>
                    <a:pt x="1541" y="221"/>
                    <a:pt x="1589" y="261"/>
                  </a:cubicBezTo>
                  <a:cubicBezTo>
                    <a:pt x="1629" y="297"/>
                    <a:pt x="1673" y="333"/>
                    <a:pt x="1721" y="365"/>
                  </a:cubicBezTo>
                  <a:cubicBezTo>
                    <a:pt x="1793" y="417"/>
                    <a:pt x="1873" y="449"/>
                    <a:pt x="1961" y="457"/>
                  </a:cubicBezTo>
                  <a:cubicBezTo>
                    <a:pt x="1973" y="459"/>
                    <a:pt x="1985" y="460"/>
                    <a:pt x="1997" y="460"/>
                  </a:cubicBezTo>
                  <a:cubicBezTo>
                    <a:pt x="2009" y="460"/>
                    <a:pt x="2021" y="459"/>
                    <a:pt x="2033" y="457"/>
                  </a:cubicBezTo>
                  <a:lnTo>
                    <a:pt x="2061" y="453"/>
                  </a:lnTo>
                  <a:lnTo>
                    <a:pt x="2061" y="441"/>
                  </a:lnTo>
                  <a:lnTo>
                    <a:pt x="2033" y="441"/>
                  </a:lnTo>
                  <a:cubicBezTo>
                    <a:pt x="2013" y="441"/>
                    <a:pt x="1989" y="437"/>
                    <a:pt x="1969" y="429"/>
                  </a:cubicBezTo>
                  <a:cubicBezTo>
                    <a:pt x="1893" y="405"/>
                    <a:pt x="1821" y="369"/>
                    <a:pt x="1757" y="317"/>
                  </a:cubicBezTo>
                  <a:cubicBezTo>
                    <a:pt x="1717" y="285"/>
                    <a:pt x="1677" y="249"/>
                    <a:pt x="1625" y="213"/>
                  </a:cubicBezTo>
                  <a:cubicBezTo>
                    <a:pt x="1577" y="173"/>
                    <a:pt x="1521" y="141"/>
                    <a:pt x="1465" y="113"/>
                  </a:cubicBezTo>
                  <a:cubicBezTo>
                    <a:pt x="1401" y="85"/>
                    <a:pt x="1337" y="65"/>
                    <a:pt x="1269" y="49"/>
                  </a:cubicBezTo>
                  <a:cubicBezTo>
                    <a:pt x="1205" y="37"/>
                    <a:pt x="1133" y="25"/>
                    <a:pt x="1065" y="13"/>
                  </a:cubicBezTo>
                  <a:cubicBezTo>
                    <a:pt x="997" y="5"/>
                    <a:pt x="925" y="1"/>
                    <a:pt x="857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67"/>
            <p:cNvSpPr/>
            <p:nvPr/>
          </p:nvSpPr>
          <p:spPr>
            <a:xfrm>
              <a:off x="1889492" y="1142267"/>
              <a:ext cx="252633" cy="75334"/>
            </a:xfrm>
            <a:custGeom>
              <a:avLst/>
              <a:gdLst/>
              <a:ahLst/>
              <a:cxnLst/>
              <a:rect l="l" t="t" r="r" b="b"/>
              <a:pathLst>
                <a:path w="1405" h="419" extrusionOk="0">
                  <a:moveTo>
                    <a:pt x="1007" y="0"/>
                  </a:moveTo>
                  <a:cubicBezTo>
                    <a:pt x="988" y="0"/>
                    <a:pt x="969" y="1"/>
                    <a:pt x="949" y="3"/>
                  </a:cubicBezTo>
                  <a:cubicBezTo>
                    <a:pt x="905" y="7"/>
                    <a:pt x="857" y="7"/>
                    <a:pt x="809" y="11"/>
                  </a:cubicBezTo>
                  <a:lnTo>
                    <a:pt x="661" y="11"/>
                  </a:lnTo>
                  <a:cubicBezTo>
                    <a:pt x="652" y="10"/>
                    <a:pt x="643" y="10"/>
                    <a:pt x="634" y="10"/>
                  </a:cubicBezTo>
                  <a:cubicBezTo>
                    <a:pt x="592" y="10"/>
                    <a:pt x="552" y="17"/>
                    <a:pt x="513" y="27"/>
                  </a:cubicBezTo>
                  <a:cubicBezTo>
                    <a:pt x="465" y="39"/>
                    <a:pt x="417" y="59"/>
                    <a:pt x="373" y="83"/>
                  </a:cubicBezTo>
                  <a:cubicBezTo>
                    <a:pt x="337" y="107"/>
                    <a:pt x="297" y="135"/>
                    <a:pt x="265" y="163"/>
                  </a:cubicBezTo>
                  <a:cubicBezTo>
                    <a:pt x="233" y="191"/>
                    <a:pt x="201" y="215"/>
                    <a:pt x="173" y="243"/>
                  </a:cubicBezTo>
                  <a:cubicBezTo>
                    <a:pt x="121" y="291"/>
                    <a:pt x="77" y="331"/>
                    <a:pt x="45" y="363"/>
                  </a:cubicBezTo>
                  <a:cubicBezTo>
                    <a:pt x="17" y="395"/>
                    <a:pt x="1" y="415"/>
                    <a:pt x="1" y="415"/>
                  </a:cubicBezTo>
                  <a:lnTo>
                    <a:pt x="5" y="419"/>
                  </a:lnTo>
                  <a:cubicBezTo>
                    <a:pt x="5" y="419"/>
                    <a:pt x="25" y="407"/>
                    <a:pt x="61" y="387"/>
                  </a:cubicBezTo>
                  <a:cubicBezTo>
                    <a:pt x="101" y="363"/>
                    <a:pt x="153" y="331"/>
                    <a:pt x="213" y="291"/>
                  </a:cubicBezTo>
                  <a:cubicBezTo>
                    <a:pt x="273" y="251"/>
                    <a:pt x="341" y="195"/>
                    <a:pt x="413" y="147"/>
                  </a:cubicBezTo>
                  <a:cubicBezTo>
                    <a:pt x="449" y="119"/>
                    <a:pt x="489" y="99"/>
                    <a:pt x="529" y="87"/>
                  </a:cubicBezTo>
                  <a:cubicBezTo>
                    <a:pt x="573" y="71"/>
                    <a:pt x="621" y="59"/>
                    <a:pt x="665" y="47"/>
                  </a:cubicBezTo>
                  <a:cubicBezTo>
                    <a:pt x="723" y="37"/>
                    <a:pt x="781" y="32"/>
                    <a:pt x="838" y="32"/>
                  </a:cubicBezTo>
                  <a:cubicBezTo>
                    <a:pt x="876" y="32"/>
                    <a:pt x="913" y="34"/>
                    <a:pt x="949" y="39"/>
                  </a:cubicBezTo>
                  <a:cubicBezTo>
                    <a:pt x="993" y="47"/>
                    <a:pt x="1033" y="55"/>
                    <a:pt x="1077" y="67"/>
                  </a:cubicBezTo>
                  <a:cubicBezTo>
                    <a:pt x="1109" y="75"/>
                    <a:pt x="1145" y="87"/>
                    <a:pt x="1181" y="103"/>
                  </a:cubicBezTo>
                  <a:cubicBezTo>
                    <a:pt x="1209" y="115"/>
                    <a:pt x="1237" y="135"/>
                    <a:pt x="1265" y="147"/>
                  </a:cubicBezTo>
                  <a:cubicBezTo>
                    <a:pt x="1285" y="163"/>
                    <a:pt x="1309" y="175"/>
                    <a:pt x="1337" y="183"/>
                  </a:cubicBezTo>
                  <a:cubicBezTo>
                    <a:pt x="1357" y="191"/>
                    <a:pt x="1381" y="195"/>
                    <a:pt x="1405" y="199"/>
                  </a:cubicBezTo>
                  <a:lnTo>
                    <a:pt x="1405" y="187"/>
                  </a:lnTo>
                  <a:lnTo>
                    <a:pt x="1389" y="179"/>
                  </a:lnTo>
                  <a:cubicBezTo>
                    <a:pt x="1373" y="175"/>
                    <a:pt x="1361" y="167"/>
                    <a:pt x="1349" y="155"/>
                  </a:cubicBezTo>
                  <a:cubicBezTo>
                    <a:pt x="1333" y="143"/>
                    <a:pt x="1313" y="127"/>
                    <a:pt x="1289" y="107"/>
                  </a:cubicBezTo>
                  <a:cubicBezTo>
                    <a:pt x="1261" y="87"/>
                    <a:pt x="1233" y="67"/>
                    <a:pt x="1205" y="47"/>
                  </a:cubicBezTo>
                  <a:cubicBezTo>
                    <a:pt x="1169" y="27"/>
                    <a:pt x="1129" y="15"/>
                    <a:pt x="1085" y="7"/>
                  </a:cubicBezTo>
                  <a:cubicBezTo>
                    <a:pt x="1059" y="2"/>
                    <a:pt x="1033" y="0"/>
                    <a:pt x="1007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67"/>
            <p:cNvSpPr/>
            <p:nvPr/>
          </p:nvSpPr>
          <p:spPr>
            <a:xfrm>
              <a:off x="1601796" y="1081496"/>
              <a:ext cx="318084" cy="228879"/>
            </a:xfrm>
            <a:custGeom>
              <a:avLst/>
              <a:gdLst/>
              <a:ahLst/>
              <a:cxnLst/>
              <a:rect l="l" t="t" r="r" b="b"/>
              <a:pathLst>
                <a:path w="1769" h="1273" extrusionOk="0">
                  <a:moveTo>
                    <a:pt x="645" y="1"/>
                  </a:moveTo>
                  <a:lnTo>
                    <a:pt x="633" y="25"/>
                  </a:lnTo>
                  <a:lnTo>
                    <a:pt x="613" y="85"/>
                  </a:lnTo>
                  <a:cubicBezTo>
                    <a:pt x="589" y="73"/>
                    <a:pt x="561" y="69"/>
                    <a:pt x="533" y="61"/>
                  </a:cubicBezTo>
                  <a:cubicBezTo>
                    <a:pt x="513" y="57"/>
                    <a:pt x="493" y="57"/>
                    <a:pt x="473" y="57"/>
                  </a:cubicBezTo>
                  <a:cubicBezTo>
                    <a:pt x="453" y="57"/>
                    <a:pt x="433" y="57"/>
                    <a:pt x="413" y="65"/>
                  </a:cubicBezTo>
                  <a:cubicBezTo>
                    <a:pt x="373" y="73"/>
                    <a:pt x="333" y="97"/>
                    <a:pt x="305" y="125"/>
                  </a:cubicBezTo>
                  <a:cubicBezTo>
                    <a:pt x="297" y="133"/>
                    <a:pt x="293" y="145"/>
                    <a:pt x="289" y="153"/>
                  </a:cubicBezTo>
                  <a:cubicBezTo>
                    <a:pt x="285" y="157"/>
                    <a:pt x="281" y="165"/>
                    <a:pt x="281" y="169"/>
                  </a:cubicBezTo>
                  <a:lnTo>
                    <a:pt x="273" y="185"/>
                  </a:lnTo>
                  <a:cubicBezTo>
                    <a:pt x="269" y="205"/>
                    <a:pt x="265" y="225"/>
                    <a:pt x="265" y="245"/>
                  </a:cubicBezTo>
                  <a:cubicBezTo>
                    <a:pt x="269" y="277"/>
                    <a:pt x="269" y="313"/>
                    <a:pt x="265" y="349"/>
                  </a:cubicBezTo>
                  <a:cubicBezTo>
                    <a:pt x="265" y="353"/>
                    <a:pt x="265" y="361"/>
                    <a:pt x="261" y="369"/>
                  </a:cubicBezTo>
                  <a:cubicBezTo>
                    <a:pt x="253" y="389"/>
                    <a:pt x="237" y="405"/>
                    <a:pt x="217" y="413"/>
                  </a:cubicBezTo>
                  <a:cubicBezTo>
                    <a:pt x="196" y="421"/>
                    <a:pt x="176" y="423"/>
                    <a:pt x="156" y="423"/>
                  </a:cubicBezTo>
                  <a:cubicBezTo>
                    <a:pt x="144" y="423"/>
                    <a:pt x="132" y="422"/>
                    <a:pt x="121" y="421"/>
                  </a:cubicBezTo>
                  <a:cubicBezTo>
                    <a:pt x="97" y="417"/>
                    <a:pt x="61" y="399"/>
                    <a:pt x="36" y="399"/>
                  </a:cubicBezTo>
                  <a:cubicBezTo>
                    <a:pt x="32" y="399"/>
                    <a:pt x="28" y="400"/>
                    <a:pt x="25" y="401"/>
                  </a:cubicBezTo>
                  <a:cubicBezTo>
                    <a:pt x="17" y="405"/>
                    <a:pt x="13" y="409"/>
                    <a:pt x="13" y="413"/>
                  </a:cubicBezTo>
                  <a:cubicBezTo>
                    <a:pt x="1" y="441"/>
                    <a:pt x="49" y="505"/>
                    <a:pt x="61" y="525"/>
                  </a:cubicBezTo>
                  <a:cubicBezTo>
                    <a:pt x="125" y="629"/>
                    <a:pt x="205" y="721"/>
                    <a:pt x="297" y="797"/>
                  </a:cubicBezTo>
                  <a:cubicBezTo>
                    <a:pt x="409" y="877"/>
                    <a:pt x="553" y="909"/>
                    <a:pt x="657" y="993"/>
                  </a:cubicBezTo>
                  <a:cubicBezTo>
                    <a:pt x="745" y="1061"/>
                    <a:pt x="801" y="1161"/>
                    <a:pt x="817" y="1273"/>
                  </a:cubicBezTo>
                  <a:cubicBezTo>
                    <a:pt x="945" y="1206"/>
                    <a:pt x="1088" y="1171"/>
                    <a:pt x="1232" y="1171"/>
                  </a:cubicBezTo>
                  <a:cubicBezTo>
                    <a:pt x="1276" y="1171"/>
                    <a:pt x="1321" y="1174"/>
                    <a:pt x="1365" y="1181"/>
                  </a:cubicBezTo>
                  <a:cubicBezTo>
                    <a:pt x="1369" y="1165"/>
                    <a:pt x="1369" y="1149"/>
                    <a:pt x="1369" y="1137"/>
                  </a:cubicBezTo>
                  <a:cubicBezTo>
                    <a:pt x="1377" y="1121"/>
                    <a:pt x="1389" y="1105"/>
                    <a:pt x="1401" y="1093"/>
                  </a:cubicBezTo>
                  <a:cubicBezTo>
                    <a:pt x="1421" y="1077"/>
                    <a:pt x="1441" y="1065"/>
                    <a:pt x="1469" y="1057"/>
                  </a:cubicBezTo>
                  <a:cubicBezTo>
                    <a:pt x="1517" y="1041"/>
                    <a:pt x="1569" y="1033"/>
                    <a:pt x="1621" y="1033"/>
                  </a:cubicBezTo>
                  <a:lnTo>
                    <a:pt x="1669" y="1033"/>
                  </a:lnTo>
                  <a:lnTo>
                    <a:pt x="1641" y="993"/>
                  </a:lnTo>
                  <a:cubicBezTo>
                    <a:pt x="1617" y="961"/>
                    <a:pt x="1601" y="929"/>
                    <a:pt x="1593" y="893"/>
                  </a:cubicBezTo>
                  <a:cubicBezTo>
                    <a:pt x="1589" y="861"/>
                    <a:pt x="1589" y="833"/>
                    <a:pt x="1597" y="805"/>
                  </a:cubicBezTo>
                  <a:cubicBezTo>
                    <a:pt x="1621" y="805"/>
                    <a:pt x="1645" y="805"/>
                    <a:pt x="1669" y="801"/>
                  </a:cubicBezTo>
                  <a:lnTo>
                    <a:pt x="1769" y="793"/>
                  </a:lnTo>
                  <a:lnTo>
                    <a:pt x="1685" y="737"/>
                  </a:lnTo>
                  <a:cubicBezTo>
                    <a:pt x="1641" y="705"/>
                    <a:pt x="1621" y="657"/>
                    <a:pt x="1625" y="605"/>
                  </a:cubicBezTo>
                  <a:cubicBezTo>
                    <a:pt x="1625" y="597"/>
                    <a:pt x="1625" y="593"/>
                    <a:pt x="1629" y="585"/>
                  </a:cubicBezTo>
                  <a:lnTo>
                    <a:pt x="1633" y="565"/>
                  </a:lnTo>
                  <a:cubicBezTo>
                    <a:pt x="1637" y="549"/>
                    <a:pt x="1645" y="533"/>
                    <a:pt x="1649" y="517"/>
                  </a:cubicBezTo>
                  <a:cubicBezTo>
                    <a:pt x="1653" y="493"/>
                    <a:pt x="1649" y="469"/>
                    <a:pt x="1641" y="449"/>
                  </a:cubicBezTo>
                  <a:cubicBezTo>
                    <a:pt x="1629" y="425"/>
                    <a:pt x="1609" y="409"/>
                    <a:pt x="1585" y="401"/>
                  </a:cubicBezTo>
                  <a:cubicBezTo>
                    <a:pt x="1553" y="389"/>
                    <a:pt x="1521" y="381"/>
                    <a:pt x="1489" y="377"/>
                  </a:cubicBezTo>
                  <a:cubicBezTo>
                    <a:pt x="1485" y="373"/>
                    <a:pt x="1477" y="373"/>
                    <a:pt x="1473" y="369"/>
                  </a:cubicBezTo>
                  <a:cubicBezTo>
                    <a:pt x="1469" y="369"/>
                    <a:pt x="1465" y="365"/>
                    <a:pt x="1461" y="361"/>
                  </a:cubicBezTo>
                  <a:cubicBezTo>
                    <a:pt x="1453" y="353"/>
                    <a:pt x="1445" y="345"/>
                    <a:pt x="1445" y="337"/>
                  </a:cubicBezTo>
                  <a:cubicBezTo>
                    <a:pt x="1437" y="309"/>
                    <a:pt x="1433" y="277"/>
                    <a:pt x="1421" y="241"/>
                  </a:cubicBezTo>
                  <a:cubicBezTo>
                    <a:pt x="1417" y="221"/>
                    <a:pt x="1401" y="201"/>
                    <a:pt x="1381" y="189"/>
                  </a:cubicBezTo>
                  <a:cubicBezTo>
                    <a:pt x="1368" y="181"/>
                    <a:pt x="1354" y="178"/>
                    <a:pt x="1340" y="178"/>
                  </a:cubicBezTo>
                  <a:cubicBezTo>
                    <a:pt x="1332" y="178"/>
                    <a:pt x="1324" y="179"/>
                    <a:pt x="1317" y="181"/>
                  </a:cubicBezTo>
                  <a:cubicBezTo>
                    <a:pt x="1285" y="188"/>
                    <a:pt x="1262" y="202"/>
                    <a:pt x="1241" y="202"/>
                  </a:cubicBezTo>
                  <a:cubicBezTo>
                    <a:pt x="1238" y="202"/>
                    <a:pt x="1235" y="201"/>
                    <a:pt x="1233" y="201"/>
                  </a:cubicBezTo>
                  <a:cubicBezTo>
                    <a:pt x="1205" y="197"/>
                    <a:pt x="1177" y="181"/>
                    <a:pt x="1161" y="161"/>
                  </a:cubicBezTo>
                  <a:cubicBezTo>
                    <a:pt x="1137" y="137"/>
                    <a:pt x="1113" y="117"/>
                    <a:pt x="1085" y="97"/>
                  </a:cubicBezTo>
                  <a:cubicBezTo>
                    <a:pt x="1066" y="83"/>
                    <a:pt x="1043" y="75"/>
                    <a:pt x="1019" y="75"/>
                  </a:cubicBezTo>
                  <a:cubicBezTo>
                    <a:pt x="1008" y="75"/>
                    <a:pt x="996" y="77"/>
                    <a:pt x="985" y="81"/>
                  </a:cubicBezTo>
                  <a:cubicBezTo>
                    <a:pt x="953" y="97"/>
                    <a:pt x="937" y="133"/>
                    <a:pt x="913" y="137"/>
                  </a:cubicBezTo>
                  <a:cubicBezTo>
                    <a:pt x="881" y="137"/>
                    <a:pt x="853" y="125"/>
                    <a:pt x="829" y="109"/>
                  </a:cubicBezTo>
                  <a:cubicBezTo>
                    <a:pt x="773" y="77"/>
                    <a:pt x="721" y="45"/>
                    <a:pt x="665" y="13"/>
                  </a:cubicBezTo>
                  <a:lnTo>
                    <a:pt x="645" y="1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67"/>
            <p:cNvSpPr/>
            <p:nvPr/>
          </p:nvSpPr>
          <p:spPr>
            <a:xfrm>
              <a:off x="1792395" y="853874"/>
              <a:ext cx="160570" cy="293785"/>
            </a:xfrm>
            <a:custGeom>
              <a:avLst/>
              <a:gdLst/>
              <a:ahLst/>
              <a:cxnLst/>
              <a:rect l="l" t="t" r="r" b="b"/>
              <a:pathLst>
                <a:path w="893" h="1634" extrusionOk="0">
                  <a:moveTo>
                    <a:pt x="756" y="0"/>
                  </a:moveTo>
                  <a:cubicBezTo>
                    <a:pt x="735" y="0"/>
                    <a:pt x="714" y="7"/>
                    <a:pt x="697" y="19"/>
                  </a:cubicBezTo>
                  <a:cubicBezTo>
                    <a:pt x="665" y="43"/>
                    <a:pt x="645" y="79"/>
                    <a:pt x="641" y="119"/>
                  </a:cubicBezTo>
                  <a:cubicBezTo>
                    <a:pt x="641" y="175"/>
                    <a:pt x="645" y="227"/>
                    <a:pt x="653" y="279"/>
                  </a:cubicBezTo>
                  <a:cubicBezTo>
                    <a:pt x="653" y="319"/>
                    <a:pt x="645" y="359"/>
                    <a:pt x="637" y="395"/>
                  </a:cubicBezTo>
                  <a:cubicBezTo>
                    <a:pt x="629" y="415"/>
                    <a:pt x="621" y="439"/>
                    <a:pt x="609" y="459"/>
                  </a:cubicBezTo>
                  <a:cubicBezTo>
                    <a:pt x="569" y="495"/>
                    <a:pt x="533" y="527"/>
                    <a:pt x="493" y="563"/>
                  </a:cubicBezTo>
                  <a:cubicBezTo>
                    <a:pt x="433" y="611"/>
                    <a:pt x="373" y="663"/>
                    <a:pt x="321" y="719"/>
                  </a:cubicBezTo>
                  <a:cubicBezTo>
                    <a:pt x="269" y="775"/>
                    <a:pt x="229" y="839"/>
                    <a:pt x="201" y="911"/>
                  </a:cubicBezTo>
                  <a:cubicBezTo>
                    <a:pt x="153" y="1055"/>
                    <a:pt x="165" y="1195"/>
                    <a:pt x="153" y="1307"/>
                  </a:cubicBezTo>
                  <a:cubicBezTo>
                    <a:pt x="149" y="1355"/>
                    <a:pt x="137" y="1403"/>
                    <a:pt x="125" y="1451"/>
                  </a:cubicBezTo>
                  <a:cubicBezTo>
                    <a:pt x="113" y="1491"/>
                    <a:pt x="97" y="1523"/>
                    <a:pt x="73" y="1555"/>
                  </a:cubicBezTo>
                  <a:cubicBezTo>
                    <a:pt x="61" y="1575"/>
                    <a:pt x="41" y="1595"/>
                    <a:pt x="25" y="1611"/>
                  </a:cubicBezTo>
                  <a:lnTo>
                    <a:pt x="1" y="1627"/>
                  </a:lnTo>
                  <a:cubicBezTo>
                    <a:pt x="1" y="1631"/>
                    <a:pt x="1" y="1631"/>
                    <a:pt x="1" y="1631"/>
                  </a:cubicBezTo>
                  <a:cubicBezTo>
                    <a:pt x="3" y="1633"/>
                    <a:pt x="4" y="1634"/>
                    <a:pt x="4" y="1634"/>
                  </a:cubicBezTo>
                  <a:cubicBezTo>
                    <a:pt x="5" y="1634"/>
                    <a:pt x="5" y="1633"/>
                    <a:pt x="5" y="1631"/>
                  </a:cubicBezTo>
                  <a:lnTo>
                    <a:pt x="33" y="1623"/>
                  </a:lnTo>
                  <a:cubicBezTo>
                    <a:pt x="57" y="1607"/>
                    <a:pt x="77" y="1591"/>
                    <a:pt x="97" y="1571"/>
                  </a:cubicBezTo>
                  <a:cubicBezTo>
                    <a:pt x="161" y="1499"/>
                    <a:pt x="201" y="1407"/>
                    <a:pt x="213" y="1307"/>
                  </a:cubicBezTo>
                  <a:cubicBezTo>
                    <a:pt x="221" y="1247"/>
                    <a:pt x="221" y="1183"/>
                    <a:pt x="225" y="1123"/>
                  </a:cubicBezTo>
                  <a:cubicBezTo>
                    <a:pt x="221" y="1055"/>
                    <a:pt x="225" y="987"/>
                    <a:pt x="237" y="923"/>
                  </a:cubicBezTo>
                  <a:cubicBezTo>
                    <a:pt x="253" y="851"/>
                    <a:pt x="285" y="783"/>
                    <a:pt x="337" y="731"/>
                  </a:cubicBezTo>
                  <a:cubicBezTo>
                    <a:pt x="389" y="679"/>
                    <a:pt x="449" y="631"/>
                    <a:pt x="513" y="591"/>
                  </a:cubicBezTo>
                  <a:cubicBezTo>
                    <a:pt x="581" y="551"/>
                    <a:pt x="641" y="503"/>
                    <a:pt x="701" y="455"/>
                  </a:cubicBezTo>
                  <a:cubicBezTo>
                    <a:pt x="761" y="403"/>
                    <a:pt x="809" y="339"/>
                    <a:pt x="845" y="267"/>
                  </a:cubicBezTo>
                  <a:cubicBezTo>
                    <a:pt x="873" y="199"/>
                    <a:pt x="893" y="103"/>
                    <a:pt x="829" y="31"/>
                  </a:cubicBezTo>
                  <a:cubicBezTo>
                    <a:pt x="809" y="11"/>
                    <a:pt x="782" y="0"/>
                    <a:pt x="75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67"/>
            <p:cNvSpPr/>
            <p:nvPr/>
          </p:nvSpPr>
          <p:spPr>
            <a:xfrm>
              <a:off x="1835549" y="987642"/>
              <a:ext cx="213075" cy="201191"/>
            </a:xfrm>
            <a:custGeom>
              <a:avLst/>
              <a:gdLst/>
              <a:ahLst/>
              <a:cxnLst/>
              <a:rect l="l" t="t" r="r" b="b"/>
              <a:pathLst>
                <a:path w="1185" h="1119" extrusionOk="0">
                  <a:moveTo>
                    <a:pt x="1094" y="0"/>
                  </a:moveTo>
                  <a:cubicBezTo>
                    <a:pt x="1066" y="0"/>
                    <a:pt x="1039" y="12"/>
                    <a:pt x="1017" y="31"/>
                  </a:cubicBezTo>
                  <a:cubicBezTo>
                    <a:pt x="997" y="43"/>
                    <a:pt x="977" y="63"/>
                    <a:pt x="961" y="79"/>
                  </a:cubicBezTo>
                  <a:cubicBezTo>
                    <a:pt x="953" y="91"/>
                    <a:pt x="945" y="99"/>
                    <a:pt x="937" y="111"/>
                  </a:cubicBezTo>
                  <a:cubicBezTo>
                    <a:pt x="933" y="119"/>
                    <a:pt x="929" y="131"/>
                    <a:pt x="925" y="143"/>
                  </a:cubicBezTo>
                  <a:cubicBezTo>
                    <a:pt x="909" y="179"/>
                    <a:pt x="901" y="215"/>
                    <a:pt x="889" y="239"/>
                  </a:cubicBezTo>
                  <a:cubicBezTo>
                    <a:pt x="885" y="247"/>
                    <a:pt x="881" y="255"/>
                    <a:pt x="877" y="263"/>
                  </a:cubicBezTo>
                  <a:lnTo>
                    <a:pt x="841" y="275"/>
                  </a:lnTo>
                  <a:cubicBezTo>
                    <a:pt x="781" y="291"/>
                    <a:pt x="713" y="299"/>
                    <a:pt x="649" y="323"/>
                  </a:cubicBezTo>
                  <a:cubicBezTo>
                    <a:pt x="585" y="343"/>
                    <a:pt x="525" y="379"/>
                    <a:pt x="477" y="427"/>
                  </a:cubicBezTo>
                  <a:cubicBezTo>
                    <a:pt x="433" y="475"/>
                    <a:pt x="397" y="527"/>
                    <a:pt x="361" y="579"/>
                  </a:cubicBezTo>
                  <a:cubicBezTo>
                    <a:pt x="329" y="635"/>
                    <a:pt x="297" y="683"/>
                    <a:pt x="273" y="735"/>
                  </a:cubicBezTo>
                  <a:cubicBezTo>
                    <a:pt x="245" y="783"/>
                    <a:pt x="221" y="835"/>
                    <a:pt x="201" y="875"/>
                  </a:cubicBezTo>
                  <a:cubicBezTo>
                    <a:pt x="169" y="943"/>
                    <a:pt x="125" y="1007"/>
                    <a:pt x="73" y="1063"/>
                  </a:cubicBezTo>
                  <a:cubicBezTo>
                    <a:pt x="57" y="1079"/>
                    <a:pt x="41" y="1091"/>
                    <a:pt x="21" y="1103"/>
                  </a:cubicBezTo>
                  <a:lnTo>
                    <a:pt x="1" y="1111"/>
                  </a:lnTo>
                  <a:cubicBezTo>
                    <a:pt x="1" y="1115"/>
                    <a:pt x="1" y="1115"/>
                    <a:pt x="1" y="1115"/>
                  </a:cubicBezTo>
                  <a:cubicBezTo>
                    <a:pt x="1" y="1115"/>
                    <a:pt x="5" y="1119"/>
                    <a:pt x="5" y="1119"/>
                  </a:cubicBezTo>
                  <a:lnTo>
                    <a:pt x="29" y="1115"/>
                  </a:lnTo>
                  <a:cubicBezTo>
                    <a:pt x="53" y="1107"/>
                    <a:pt x="73" y="1099"/>
                    <a:pt x="93" y="1087"/>
                  </a:cubicBezTo>
                  <a:cubicBezTo>
                    <a:pt x="161" y="1039"/>
                    <a:pt x="217" y="975"/>
                    <a:pt x="253" y="903"/>
                  </a:cubicBezTo>
                  <a:cubicBezTo>
                    <a:pt x="277" y="859"/>
                    <a:pt x="305" y="811"/>
                    <a:pt x="329" y="759"/>
                  </a:cubicBezTo>
                  <a:cubicBezTo>
                    <a:pt x="353" y="711"/>
                    <a:pt x="373" y="655"/>
                    <a:pt x="397" y="599"/>
                  </a:cubicBezTo>
                  <a:cubicBezTo>
                    <a:pt x="421" y="539"/>
                    <a:pt x="453" y="487"/>
                    <a:pt x="497" y="443"/>
                  </a:cubicBezTo>
                  <a:cubicBezTo>
                    <a:pt x="545" y="399"/>
                    <a:pt x="601" y="371"/>
                    <a:pt x="665" y="359"/>
                  </a:cubicBezTo>
                  <a:cubicBezTo>
                    <a:pt x="729" y="347"/>
                    <a:pt x="793" y="347"/>
                    <a:pt x="857" y="335"/>
                  </a:cubicBezTo>
                  <a:cubicBezTo>
                    <a:pt x="925" y="327"/>
                    <a:pt x="989" y="303"/>
                    <a:pt x="1049" y="267"/>
                  </a:cubicBezTo>
                  <a:cubicBezTo>
                    <a:pt x="1077" y="247"/>
                    <a:pt x="1101" y="223"/>
                    <a:pt x="1121" y="199"/>
                  </a:cubicBezTo>
                  <a:cubicBezTo>
                    <a:pt x="1145" y="175"/>
                    <a:pt x="1161" y="143"/>
                    <a:pt x="1173" y="111"/>
                  </a:cubicBezTo>
                  <a:cubicBezTo>
                    <a:pt x="1185" y="67"/>
                    <a:pt x="1161" y="19"/>
                    <a:pt x="1117" y="3"/>
                  </a:cubicBezTo>
                  <a:cubicBezTo>
                    <a:pt x="1109" y="1"/>
                    <a:pt x="1102" y="0"/>
                    <a:pt x="109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67"/>
            <p:cNvSpPr/>
            <p:nvPr/>
          </p:nvSpPr>
          <p:spPr>
            <a:xfrm>
              <a:off x="1816849" y="1114398"/>
              <a:ext cx="218829" cy="124418"/>
            </a:xfrm>
            <a:custGeom>
              <a:avLst/>
              <a:gdLst/>
              <a:ahLst/>
              <a:cxnLst/>
              <a:rect l="l" t="t" r="r" b="b"/>
              <a:pathLst>
                <a:path w="1217" h="692" extrusionOk="0">
                  <a:moveTo>
                    <a:pt x="1048" y="0"/>
                  </a:moveTo>
                  <a:cubicBezTo>
                    <a:pt x="1040" y="0"/>
                    <a:pt x="1032" y="1"/>
                    <a:pt x="1025" y="2"/>
                  </a:cubicBezTo>
                  <a:cubicBezTo>
                    <a:pt x="965" y="10"/>
                    <a:pt x="909" y="30"/>
                    <a:pt x="857" y="58"/>
                  </a:cubicBezTo>
                  <a:cubicBezTo>
                    <a:pt x="805" y="82"/>
                    <a:pt x="757" y="110"/>
                    <a:pt x="705" y="142"/>
                  </a:cubicBezTo>
                  <a:cubicBezTo>
                    <a:pt x="657" y="174"/>
                    <a:pt x="609" y="210"/>
                    <a:pt x="565" y="246"/>
                  </a:cubicBezTo>
                  <a:cubicBezTo>
                    <a:pt x="521" y="282"/>
                    <a:pt x="481" y="326"/>
                    <a:pt x="449" y="370"/>
                  </a:cubicBezTo>
                  <a:cubicBezTo>
                    <a:pt x="421" y="414"/>
                    <a:pt x="389" y="454"/>
                    <a:pt x="357" y="490"/>
                  </a:cubicBezTo>
                  <a:cubicBezTo>
                    <a:pt x="329" y="522"/>
                    <a:pt x="297" y="550"/>
                    <a:pt x="261" y="578"/>
                  </a:cubicBezTo>
                  <a:cubicBezTo>
                    <a:pt x="205" y="614"/>
                    <a:pt x="145" y="642"/>
                    <a:pt x="81" y="662"/>
                  </a:cubicBezTo>
                  <a:cubicBezTo>
                    <a:pt x="61" y="666"/>
                    <a:pt x="45" y="670"/>
                    <a:pt x="25" y="674"/>
                  </a:cubicBezTo>
                  <a:lnTo>
                    <a:pt x="5" y="678"/>
                  </a:lnTo>
                  <a:cubicBezTo>
                    <a:pt x="5" y="678"/>
                    <a:pt x="1" y="682"/>
                    <a:pt x="1" y="682"/>
                  </a:cubicBezTo>
                  <a:cubicBezTo>
                    <a:pt x="1" y="682"/>
                    <a:pt x="1" y="686"/>
                    <a:pt x="5" y="686"/>
                  </a:cubicBezTo>
                  <a:cubicBezTo>
                    <a:pt x="25" y="689"/>
                    <a:pt x="42" y="692"/>
                    <a:pt x="61" y="692"/>
                  </a:cubicBezTo>
                  <a:cubicBezTo>
                    <a:pt x="69" y="692"/>
                    <a:pt x="77" y="691"/>
                    <a:pt x="85" y="690"/>
                  </a:cubicBezTo>
                  <a:cubicBezTo>
                    <a:pt x="161" y="686"/>
                    <a:pt x="229" y="662"/>
                    <a:pt x="293" y="626"/>
                  </a:cubicBezTo>
                  <a:cubicBezTo>
                    <a:pt x="333" y="602"/>
                    <a:pt x="373" y="566"/>
                    <a:pt x="401" y="530"/>
                  </a:cubicBezTo>
                  <a:cubicBezTo>
                    <a:pt x="433" y="486"/>
                    <a:pt x="461" y="438"/>
                    <a:pt x="481" y="390"/>
                  </a:cubicBezTo>
                  <a:cubicBezTo>
                    <a:pt x="505" y="342"/>
                    <a:pt x="537" y="298"/>
                    <a:pt x="577" y="262"/>
                  </a:cubicBezTo>
                  <a:cubicBezTo>
                    <a:pt x="621" y="226"/>
                    <a:pt x="669" y="198"/>
                    <a:pt x="721" y="178"/>
                  </a:cubicBezTo>
                  <a:lnTo>
                    <a:pt x="881" y="110"/>
                  </a:lnTo>
                  <a:lnTo>
                    <a:pt x="917" y="98"/>
                  </a:lnTo>
                  <a:cubicBezTo>
                    <a:pt x="929" y="102"/>
                    <a:pt x="937" y="110"/>
                    <a:pt x="945" y="118"/>
                  </a:cubicBezTo>
                  <a:cubicBezTo>
                    <a:pt x="961" y="130"/>
                    <a:pt x="973" y="158"/>
                    <a:pt x="1001" y="190"/>
                  </a:cubicBezTo>
                  <a:cubicBezTo>
                    <a:pt x="1026" y="218"/>
                    <a:pt x="1060" y="234"/>
                    <a:pt x="1097" y="234"/>
                  </a:cubicBezTo>
                  <a:cubicBezTo>
                    <a:pt x="1108" y="234"/>
                    <a:pt x="1118" y="233"/>
                    <a:pt x="1129" y="230"/>
                  </a:cubicBezTo>
                  <a:cubicBezTo>
                    <a:pt x="1145" y="230"/>
                    <a:pt x="1161" y="222"/>
                    <a:pt x="1173" y="214"/>
                  </a:cubicBezTo>
                  <a:cubicBezTo>
                    <a:pt x="1181" y="206"/>
                    <a:pt x="1185" y="202"/>
                    <a:pt x="1189" y="194"/>
                  </a:cubicBezTo>
                  <a:lnTo>
                    <a:pt x="1193" y="190"/>
                  </a:lnTo>
                  <a:lnTo>
                    <a:pt x="1197" y="186"/>
                  </a:lnTo>
                  <a:cubicBezTo>
                    <a:pt x="1201" y="182"/>
                    <a:pt x="1201" y="178"/>
                    <a:pt x="1205" y="174"/>
                  </a:cubicBezTo>
                  <a:cubicBezTo>
                    <a:pt x="1217" y="142"/>
                    <a:pt x="1213" y="102"/>
                    <a:pt x="1197" y="74"/>
                  </a:cubicBezTo>
                  <a:cubicBezTo>
                    <a:pt x="1177" y="42"/>
                    <a:pt x="1149" y="22"/>
                    <a:pt x="1117" y="10"/>
                  </a:cubicBezTo>
                  <a:cubicBezTo>
                    <a:pt x="1093" y="4"/>
                    <a:pt x="1070" y="0"/>
                    <a:pt x="104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67"/>
            <p:cNvSpPr/>
            <p:nvPr/>
          </p:nvSpPr>
          <p:spPr>
            <a:xfrm>
              <a:off x="1736294" y="998070"/>
              <a:ext cx="169201" cy="240206"/>
            </a:xfrm>
            <a:custGeom>
              <a:avLst/>
              <a:gdLst/>
              <a:ahLst/>
              <a:cxnLst/>
              <a:rect l="l" t="t" r="r" b="b"/>
              <a:pathLst>
                <a:path w="941" h="1336" extrusionOk="0">
                  <a:moveTo>
                    <a:pt x="839" y="0"/>
                  </a:moveTo>
                  <a:cubicBezTo>
                    <a:pt x="808" y="0"/>
                    <a:pt x="777" y="11"/>
                    <a:pt x="753" y="29"/>
                  </a:cubicBezTo>
                  <a:cubicBezTo>
                    <a:pt x="705" y="77"/>
                    <a:pt x="681" y="141"/>
                    <a:pt x="681" y="205"/>
                  </a:cubicBezTo>
                  <a:cubicBezTo>
                    <a:pt x="665" y="325"/>
                    <a:pt x="637" y="441"/>
                    <a:pt x="593" y="553"/>
                  </a:cubicBezTo>
                  <a:cubicBezTo>
                    <a:pt x="573" y="609"/>
                    <a:pt x="549" y="665"/>
                    <a:pt x="521" y="721"/>
                  </a:cubicBezTo>
                  <a:cubicBezTo>
                    <a:pt x="497" y="777"/>
                    <a:pt x="465" y="825"/>
                    <a:pt x="429" y="873"/>
                  </a:cubicBezTo>
                  <a:cubicBezTo>
                    <a:pt x="393" y="917"/>
                    <a:pt x="353" y="957"/>
                    <a:pt x="313" y="993"/>
                  </a:cubicBezTo>
                  <a:lnTo>
                    <a:pt x="209" y="1101"/>
                  </a:lnTo>
                  <a:cubicBezTo>
                    <a:pt x="145" y="1165"/>
                    <a:pt x="93" y="1221"/>
                    <a:pt x="57" y="1265"/>
                  </a:cubicBezTo>
                  <a:cubicBezTo>
                    <a:pt x="21" y="1305"/>
                    <a:pt x="1" y="1329"/>
                    <a:pt x="1" y="1329"/>
                  </a:cubicBezTo>
                  <a:lnTo>
                    <a:pt x="1" y="1333"/>
                  </a:lnTo>
                  <a:cubicBezTo>
                    <a:pt x="1" y="1335"/>
                    <a:pt x="2" y="1336"/>
                    <a:pt x="3" y="1336"/>
                  </a:cubicBezTo>
                  <a:cubicBezTo>
                    <a:pt x="4" y="1336"/>
                    <a:pt x="5" y="1335"/>
                    <a:pt x="5" y="1333"/>
                  </a:cubicBezTo>
                  <a:cubicBezTo>
                    <a:pt x="89" y="1273"/>
                    <a:pt x="173" y="1209"/>
                    <a:pt x="253" y="1141"/>
                  </a:cubicBezTo>
                  <a:cubicBezTo>
                    <a:pt x="289" y="1109"/>
                    <a:pt x="325" y="1069"/>
                    <a:pt x="357" y="1033"/>
                  </a:cubicBezTo>
                  <a:cubicBezTo>
                    <a:pt x="397" y="989"/>
                    <a:pt x="429" y="941"/>
                    <a:pt x="457" y="893"/>
                  </a:cubicBezTo>
                  <a:cubicBezTo>
                    <a:pt x="493" y="841"/>
                    <a:pt x="509" y="785"/>
                    <a:pt x="541" y="733"/>
                  </a:cubicBezTo>
                  <a:cubicBezTo>
                    <a:pt x="569" y="677"/>
                    <a:pt x="601" y="621"/>
                    <a:pt x="629" y="565"/>
                  </a:cubicBezTo>
                  <a:cubicBezTo>
                    <a:pt x="661" y="509"/>
                    <a:pt x="685" y="453"/>
                    <a:pt x="709" y="393"/>
                  </a:cubicBezTo>
                  <a:cubicBezTo>
                    <a:pt x="717" y="365"/>
                    <a:pt x="729" y="333"/>
                    <a:pt x="737" y="301"/>
                  </a:cubicBezTo>
                  <a:cubicBezTo>
                    <a:pt x="737" y="301"/>
                    <a:pt x="737" y="297"/>
                    <a:pt x="741" y="293"/>
                  </a:cubicBezTo>
                  <a:cubicBezTo>
                    <a:pt x="753" y="277"/>
                    <a:pt x="769" y="265"/>
                    <a:pt x="785" y="253"/>
                  </a:cubicBezTo>
                  <a:cubicBezTo>
                    <a:pt x="809" y="241"/>
                    <a:pt x="833" y="229"/>
                    <a:pt x="873" y="205"/>
                  </a:cubicBezTo>
                  <a:cubicBezTo>
                    <a:pt x="889" y="193"/>
                    <a:pt x="905" y="173"/>
                    <a:pt x="917" y="153"/>
                  </a:cubicBezTo>
                  <a:cubicBezTo>
                    <a:pt x="937" y="129"/>
                    <a:pt x="941" y="97"/>
                    <a:pt x="933" y="69"/>
                  </a:cubicBezTo>
                  <a:cubicBezTo>
                    <a:pt x="921" y="33"/>
                    <a:pt x="889" y="5"/>
                    <a:pt x="853" y="1"/>
                  </a:cubicBezTo>
                  <a:cubicBezTo>
                    <a:pt x="848" y="0"/>
                    <a:pt x="844" y="0"/>
                    <a:pt x="839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67"/>
            <p:cNvSpPr/>
            <p:nvPr/>
          </p:nvSpPr>
          <p:spPr>
            <a:xfrm>
              <a:off x="1713278" y="886057"/>
              <a:ext cx="57000" cy="266097"/>
            </a:xfrm>
            <a:custGeom>
              <a:avLst/>
              <a:gdLst/>
              <a:ahLst/>
              <a:cxnLst/>
              <a:rect l="l" t="t" r="r" b="b"/>
              <a:pathLst>
                <a:path w="317" h="1480" extrusionOk="0">
                  <a:moveTo>
                    <a:pt x="228" y="1"/>
                  </a:moveTo>
                  <a:cubicBezTo>
                    <a:pt x="221" y="1"/>
                    <a:pt x="213" y="2"/>
                    <a:pt x="205" y="4"/>
                  </a:cubicBezTo>
                  <a:cubicBezTo>
                    <a:pt x="177" y="12"/>
                    <a:pt x="153" y="24"/>
                    <a:pt x="137" y="48"/>
                  </a:cubicBezTo>
                  <a:cubicBezTo>
                    <a:pt x="129" y="60"/>
                    <a:pt x="121" y="72"/>
                    <a:pt x="121" y="84"/>
                  </a:cubicBezTo>
                  <a:cubicBezTo>
                    <a:pt x="121" y="88"/>
                    <a:pt x="121" y="92"/>
                    <a:pt x="121" y="96"/>
                  </a:cubicBezTo>
                  <a:lnTo>
                    <a:pt x="121" y="104"/>
                  </a:lnTo>
                  <a:lnTo>
                    <a:pt x="121" y="124"/>
                  </a:lnTo>
                  <a:cubicBezTo>
                    <a:pt x="121" y="144"/>
                    <a:pt x="125" y="168"/>
                    <a:pt x="137" y="188"/>
                  </a:cubicBezTo>
                  <a:cubicBezTo>
                    <a:pt x="153" y="228"/>
                    <a:pt x="181" y="256"/>
                    <a:pt x="193" y="288"/>
                  </a:cubicBezTo>
                  <a:cubicBezTo>
                    <a:pt x="205" y="308"/>
                    <a:pt x="213" y="328"/>
                    <a:pt x="213" y="348"/>
                  </a:cubicBezTo>
                  <a:cubicBezTo>
                    <a:pt x="209" y="372"/>
                    <a:pt x="201" y="396"/>
                    <a:pt x="193" y="416"/>
                  </a:cubicBezTo>
                  <a:cubicBezTo>
                    <a:pt x="153" y="536"/>
                    <a:pt x="105" y="656"/>
                    <a:pt x="65" y="776"/>
                  </a:cubicBezTo>
                  <a:cubicBezTo>
                    <a:pt x="45" y="840"/>
                    <a:pt x="29" y="900"/>
                    <a:pt x="17" y="964"/>
                  </a:cubicBezTo>
                  <a:cubicBezTo>
                    <a:pt x="5" y="1028"/>
                    <a:pt x="1" y="1096"/>
                    <a:pt x="13" y="1160"/>
                  </a:cubicBezTo>
                  <a:cubicBezTo>
                    <a:pt x="17" y="1192"/>
                    <a:pt x="25" y="1224"/>
                    <a:pt x="33" y="1256"/>
                  </a:cubicBezTo>
                  <a:cubicBezTo>
                    <a:pt x="45" y="1288"/>
                    <a:pt x="57" y="1320"/>
                    <a:pt x="73" y="1348"/>
                  </a:cubicBezTo>
                  <a:cubicBezTo>
                    <a:pt x="85" y="1380"/>
                    <a:pt x="105" y="1408"/>
                    <a:pt x="129" y="1432"/>
                  </a:cubicBezTo>
                  <a:cubicBezTo>
                    <a:pt x="149" y="1456"/>
                    <a:pt x="181" y="1476"/>
                    <a:pt x="213" y="1480"/>
                  </a:cubicBezTo>
                  <a:cubicBezTo>
                    <a:pt x="213" y="1476"/>
                    <a:pt x="213" y="1476"/>
                    <a:pt x="213" y="1472"/>
                  </a:cubicBezTo>
                  <a:cubicBezTo>
                    <a:pt x="185" y="1460"/>
                    <a:pt x="165" y="1436"/>
                    <a:pt x="149" y="1412"/>
                  </a:cubicBezTo>
                  <a:cubicBezTo>
                    <a:pt x="133" y="1384"/>
                    <a:pt x="121" y="1356"/>
                    <a:pt x="113" y="1328"/>
                  </a:cubicBezTo>
                  <a:cubicBezTo>
                    <a:pt x="101" y="1300"/>
                    <a:pt x="93" y="1268"/>
                    <a:pt x="85" y="1240"/>
                  </a:cubicBezTo>
                  <a:cubicBezTo>
                    <a:pt x="81" y="1212"/>
                    <a:pt x="73" y="1180"/>
                    <a:pt x="69" y="1152"/>
                  </a:cubicBezTo>
                  <a:cubicBezTo>
                    <a:pt x="65" y="1088"/>
                    <a:pt x="61" y="1028"/>
                    <a:pt x="61" y="968"/>
                  </a:cubicBezTo>
                  <a:cubicBezTo>
                    <a:pt x="61" y="904"/>
                    <a:pt x="69" y="840"/>
                    <a:pt x="85" y="780"/>
                  </a:cubicBezTo>
                  <a:cubicBezTo>
                    <a:pt x="101" y="720"/>
                    <a:pt x="125" y="660"/>
                    <a:pt x="153" y="604"/>
                  </a:cubicBezTo>
                  <a:cubicBezTo>
                    <a:pt x="185" y="548"/>
                    <a:pt x="217" y="496"/>
                    <a:pt x="241" y="436"/>
                  </a:cubicBezTo>
                  <a:cubicBezTo>
                    <a:pt x="269" y="376"/>
                    <a:pt x="293" y="312"/>
                    <a:pt x="305" y="248"/>
                  </a:cubicBezTo>
                  <a:cubicBezTo>
                    <a:pt x="317" y="180"/>
                    <a:pt x="313" y="112"/>
                    <a:pt x="297" y="44"/>
                  </a:cubicBezTo>
                  <a:cubicBezTo>
                    <a:pt x="297" y="40"/>
                    <a:pt x="293" y="40"/>
                    <a:pt x="293" y="36"/>
                  </a:cubicBezTo>
                  <a:cubicBezTo>
                    <a:pt x="281" y="20"/>
                    <a:pt x="269" y="8"/>
                    <a:pt x="249" y="4"/>
                  </a:cubicBezTo>
                  <a:cubicBezTo>
                    <a:pt x="243" y="2"/>
                    <a:pt x="236" y="1"/>
                    <a:pt x="22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67"/>
            <p:cNvSpPr/>
            <p:nvPr/>
          </p:nvSpPr>
          <p:spPr>
            <a:xfrm>
              <a:off x="1636320" y="943053"/>
              <a:ext cx="84331" cy="270951"/>
            </a:xfrm>
            <a:custGeom>
              <a:avLst/>
              <a:gdLst/>
              <a:ahLst/>
              <a:cxnLst/>
              <a:rect l="l" t="t" r="r" b="b"/>
              <a:pathLst>
                <a:path w="469" h="1507" extrusionOk="0">
                  <a:moveTo>
                    <a:pt x="104" y="1"/>
                  </a:moveTo>
                  <a:cubicBezTo>
                    <a:pt x="90" y="1"/>
                    <a:pt x="75" y="4"/>
                    <a:pt x="61" y="11"/>
                  </a:cubicBezTo>
                  <a:cubicBezTo>
                    <a:pt x="53" y="15"/>
                    <a:pt x="49" y="19"/>
                    <a:pt x="45" y="23"/>
                  </a:cubicBezTo>
                  <a:cubicBezTo>
                    <a:pt x="37" y="27"/>
                    <a:pt x="29" y="35"/>
                    <a:pt x="25" y="43"/>
                  </a:cubicBezTo>
                  <a:cubicBezTo>
                    <a:pt x="13" y="55"/>
                    <a:pt x="9" y="71"/>
                    <a:pt x="5" y="83"/>
                  </a:cubicBezTo>
                  <a:cubicBezTo>
                    <a:pt x="1" y="127"/>
                    <a:pt x="9" y="175"/>
                    <a:pt x="33" y="211"/>
                  </a:cubicBezTo>
                  <a:cubicBezTo>
                    <a:pt x="49" y="239"/>
                    <a:pt x="65" y="263"/>
                    <a:pt x="85" y="287"/>
                  </a:cubicBezTo>
                  <a:cubicBezTo>
                    <a:pt x="97" y="307"/>
                    <a:pt x="117" y="323"/>
                    <a:pt x="133" y="339"/>
                  </a:cubicBezTo>
                  <a:cubicBezTo>
                    <a:pt x="129" y="395"/>
                    <a:pt x="125" y="451"/>
                    <a:pt x="121" y="507"/>
                  </a:cubicBezTo>
                  <a:cubicBezTo>
                    <a:pt x="117" y="563"/>
                    <a:pt x="117" y="619"/>
                    <a:pt x="109" y="675"/>
                  </a:cubicBezTo>
                  <a:cubicBezTo>
                    <a:pt x="101" y="731"/>
                    <a:pt x="97" y="787"/>
                    <a:pt x="101" y="839"/>
                  </a:cubicBezTo>
                  <a:cubicBezTo>
                    <a:pt x="105" y="891"/>
                    <a:pt x="113" y="947"/>
                    <a:pt x="125" y="995"/>
                  </a:cubicBezTo>
                  <a:cubicBezTo>
                    <a:pt x="141" y="1039"/>
                    <a:pt x="157" y="1083"/>
                    <a:pt x="181" y="1119"/>
                  </a:cubicBezTo>
                  <a:lnTo>
                    <a:pt x="181" y="1131"/>
                  </a:lnTo>
                  <a:cubicBezTo>
                    <a:pt x="177" y="1183"/>
                    <a:pt x="169" y="1231"/>
                    <a:pt x="169" y="1279"/>
                  </a:cubicBezTo>
                  <a:cubicBezTo>
                    <a:pt x="161" y="1327"/>
                    <a:pt x="173" y="1379"/>
                    <a:pt x="197" y="1419"/>
                  </a:cubicBezTo>
                  <a:cubicBezTo>
                    <a:pt x="225" y="1451"/>
                    <a:pt x="265" y="1475"/>
                    <a:pt x="305" y="1479"/>
                  </a:cubicBezTo>
                  <a:cubicBezTo>
                    <a:pt x="337" y="1487"/>
                    <a:pt x="365" y="1491"/>
                    <a:pt x="389" y="1495"/>
                  </a:cubicBezTo>
                  <a:cubicBezTo>
                    <a:pt x="437" y="1503"/>
                    <a:pt x="461" y="1507"/>
                    <a:pt x="461" y="1507"/>
                  </a:cubicBezTo>
                  <a:lnTo>
                    <a:pt x="465" y="1507"/>
                  </a:lnTo>
                  <a:cubicBezTo>
                    <a:pt x="469" y="1503"/>
                    <a:pt x="469" y="1503"/>
                    <a:pt x="465" y="1499"/>
                  </a:cubicBezTo>
                  <a:cubicBezTo>
                    <a:pt x="465" y="1499"/>
                    <a:pt x="445" y="1487"/>
                    <a:pt x="401" y="1467"/>
                  </a:cubicBezTo>
                  <a:cubicBezTo>
                    <a:pt x="381" y="1459"/>
                    <a:pt x="353" y="1447"/>
                    <a:pt x="325" y="1435"/>
                  </a:cubicBezTo>
                  <a:cubicBezTo>
                    <a:pt x="293" y="1427"/>
                    <a:pt x="265" y="1411"/>
                    <a:pt x="249" y="1387"/>
                  </a:cubicBezTo>
                  <a:cubicBezTo>
                    <a:pt x="233" y="1351"/>
                    <a:pt x="229" y="1315"/>
                    <a:pt x="233" y="1279"/>
                  </a:cubicBezTo>
                  <a:cubicBezTo>
                    <a:pt x="233" y="1247"/>
                    <a:pt x="229" y="1211"/>
                    <a:pt x="225" y="1179"/>
                  </a:cubicBezTo>
                  <a:lnTo>
                    <a:pt x="225" y="1179"/>
                  </a:lnTo>
                  <a:cubicBezTo>
                    <a:pt x="253" y="1215"/>
                    <a:pt x="289" y="1251"/>
                    <a:pt x="325" y="1283"/>
                  </a:cubicBezTo>
                  <a:cubicBezTo>
                    <a:pt x="341" y="1295"/>
                    <a:pt x="357" y="1307"/>
                    <a:pt x="377" y="1319"/>
                  </a:cubicBezTo>
                  <a:lnTo>
                    <a:pt x="393" y="1327"/>
                  </a:lnTo>
                  <a:cubicBezTo>
                    <a:pt x="393" y="1329"/>
                    <a:pt x="394" y="1330"/>
                    <a:pt x="395" y="1330"/>
                  </a:cubicBezTo>
                  <a:cubicBezTo>
                    <a:pt x="396" y="1330"/>
                    <a:pt x="397" y="1329"/>
                    <a:pt x="397" y="1327"/>
                  </a:cubicBezTo>
                  <a:cubicBezTo>
                    <a:pt x="397" y="1327"/>
                    <a:pt x="397" y="1323"/>
                    <a:pt x="397" y="1323"/>
                  </a:cubicBezTo>
                  <a:lnTo>
                    <a:pt x="385" y="1307"/>
                  </a:lnTo>
                  <a:cubicBezTo>
                    <a:pt x="369" y="1291"/>
                    <a:pt x="361" y="1279"/>
                    <a:pt x="349" y="1263"/>
                  </a:cubicBezTo>
                  <a:cubicBezTo>
                    <a:pt x="309" y="1211"/>
                    <a:pt x="273" y="1155"/>
                    <a:pt x="241" y="1095"/>
                  </a:cubicBezTo>
                  <a:cubicBezTo>
                    <a:pt x="237" y="1083"/>
                    <a:pt x="229" y="1067"/>
                    <a:pt x="225" y="1055"/>
                  </a:cubicBezTo>
                  <a:cubicBezTo>
                    <a:pt x="225" y="1031"/>
                    <a:pt x="229" y="1003"/>
                    <a:pt x="233" y="979"/>
                  </a:cubicBezTo>
                  <a:cubicBezTo>
                    <a:pt x="241" y="927"/>
                    <a:pt x="257" y="879"/>
                    <a:pt x="281" y="831"/>
                  </a:cubicBezTo>
                  <a:cubicBezTo>
                    <a:pt x="305" y="779"/>
                    <a:pt x="333" y="735"/>
                    <a:pt x="353" y="691"/>
                  </a:cubicBezTo>
                  <a:cubicBezTo>
                    <a:pt x="373" y="643"/>
                    <a:pt x="401" y="595"/>
                    <a:pt x="421" y="551"/>
                  </a:cubicBezTo>
                  <a:lnTo>
                    <a:pt x="429" y="535"/>
                  </a:lnTo>
                  <a:lnTo>
                    <a:pt x="433" y="523"/>
                  </a:lnTo>
                  <a:lnTo>
                    <a:pt x="433" y="519"/>
                  </a:lnTo>
                  <a:lnTo>
                    <a:pt x="437" y="515"/>
                  </a:lnTo>
                  <a:cubicBezTo>
                    <a:pt x="437" y="507"/>
                    <a:pt x="441" y="499"/>
                    <a:pt x="441" y="491"/>
                  </a:cubicBezTo>
                  <a:cubicBezTo>
                    <a:pt x="441" y="479"/>
                    <a:pt x="441" y="467"/>
                    <a:pt x="437" y="455"/>
                  </a:cubicBezTo>
                  <a:cubicBezTo>
                    <a:pt x="429" y="435"/>
                    <a:pt x="413" y="419"/>
                    <a:pt x="393" y="411"/>
                  </a:cubicBezTo>
                  <a:cubicBezTo>
                    <a:pt x="377" y="403"/>
                    <a:pt x="361" y="399"/>
                    <a:pt x="341" y="399"/>
                  </a:cubicBezTo>
                  <a:cubicBezTo>
                    <a:pt x="313" y="399"/>
                    <a:pt x="285" y="407"/>
                    <a:pt x="261" y="427"/>
                  </a:cubicBezTo>
                  <a:cubicBezTo>
                    <a:pt x="233" y="443"/>
                    <a:pt x="217" y="467"/>
                    <a:pt x="213" y="495"/>
                  </a:cubicBezTo>
                  <a:cubicBezTo>
                    <a:pt x="209" y="535"/>
                    <a:pt x="213" y="579"/>
                    <a:pt x="225" y="615"/>
                  </a:cubicBezTo>
                  <a:cubicBezTo>
                    <a:pt x="237" y="647"/>
                    <a:pt x="245" y="675"/>
                    <a:pt x="253" y="695"/>
                  </a:cubicBezTo>
                  <a:cubicBezTo>
                    <a:pt x="261" y="711"/>
                    <a:pt x="265" y="723"/>
                    <a:pt x="269" y="731"/>
                  </a:cubicBezTo>
                  <a:cubicBezTo>
                    <a:pt x="257" y="759"/>
                    <a:pt x="249" y="791"/>
                    <a:pt x="241" y="819"/>
                  </a:cubicBezTo>
                  <a:cubicBezTo>
                    <a:pt x="225" y="883"/>
                    <a:pt x="213" y="947"/>
                    <a:pt x="201" y="1011"/>
                  </a:cubicBezTo>
                  <a:cubicBezTo>
                    <a:pt x="197" y="999"/>
                    <a:pt x="193" y="987"/>
                    <a:pt x="185" y="975"/>
                  </a:cubicBezTo>
                  <a:cubicBezTo>
                    <a:pt x="169" y="931"/>
                    <a:pt x="153" y="883"/>
                    <a:pt x="141" y="835"/>
                  </a:cubicBezTo>
                  <a:cubicBezTo>
                    <a:pt x="129" y="783"/>
                    <a:pt x="125" y="727"/>
                    <a:pt x="133" y="675"/>
                  </a:cubicBezTo>
                  <a:cubicBezTo>
                    <a:pt x="141" y="619"/>
                    <a:pt x="149" y="563"/>
                    <a:pt x="161" y="511"/>
                  </a:cubicBezTo>
                  <a:cubicBezTo>
                    <a:pt x="173" y="455"/>
                    <a:pt x="185" y="399"/>
                    <a:pt x="197" y="347"/>
                  </a:cubicBezTo>
                  <a:cubicBezTo>
                    <a:pt x="209" y="291"/>
                    <a:pt x="217" y="235"/>
                    <a:pt x="229" y="183"/>
                  </a:cubicBezTo>
                  <a:cubicBezTo>
                    <a:pt x="233" y="155"/>
                    <a:pt x="233" y="123"/>
                    <a:pt x="225" y="91"/>
                  </a:cubicBezTo>
                  <a:cubicBezTo>
                    <a:pt x="213" y="59"/>
                    <a:pt x="189" y="31"/>
                    <a:pt x="161" y="15"/>
                  </a:cubicBezTo>
                  <a:cubicBezTo>
                    <a:pt x="143" y="6"/>
                    <a:pt x="124" y="1"/>
                    <a:pt x="10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8" name="Google Shape;4038;p73"/>
          <p:cNvSpPr txBox="1">
            <a:spLocks noGrp="1"/>
          </p:cNvSpPr>
          <p:nvPr>
            <p:ph type="title"/>
          </p:nvPr>
        </p:nvSpPr>
        <p:spPr>
          <a:xfrm>
            <a:off x="88491" y="189216"/>
            <a:ext cx="4021606" cy="14069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 stanja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64E63B3-1C85-4173-BD33-4DB52E0D2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061368"/>
              </p:ext>
            </p:extLst>
          </p:nvPr>
        </p:nvGraphicFramePr>
        <p:xfrm>
          <a:off x="4179940" y="331470"/>
          <a:ext cx="4558480" cy="448056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279240">
                  <a:extLst>
                    <a:ext uri="{9D8B030D-6E8A-4147-A177-3AD203B41FA5}">
                      <a16:colId xmlns:a16="http://schemas.microsoft.com/office/drawing/2014/main" val="2341110086"/>
                    </a:ext>
                  </a:extLst>
                </a:gridCol>
                <a:gridCol w="2279240">
                  <a:extLst>
                    <a:ext uri="{9D8B030D-6E8A-4147-A177-3AD203B41FA5}">
                      <a16:colId xmlns:a16="http://schemas.microsoft.com/office/drawing/2014/main" val="3524904791"/>
                    </a:ext>
                  </a:extLst>
                </a:gridCol>
              </a:tblGrid>
              <a:tr h="183427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accent2"/>
                          </a:solidFill>
                        </a:rPr>
                        <a:t>Stanje</a:t>
                      </a:r>
                      <a:endParaRPr lang="sr-Latn-R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accent2"/>
                          </a:solidFill>
                        </a:rPr>
                        <a:t>Uslov</a:t>
                      </a: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 za </a:t>
                      </a:r>
                      <a:r>
                        <a:rPr lang="en-US" dirty="0" err="1">
                          <a:solidFill>
                            <a:schemeClr val="accent2"/>
                          </a:solidFill>
                        </a:rPr>
                        <a:t>prelazak</a:t>
                      </a:r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 u </a:t>
                      </a:r>
                      <a:r>
                        <a:rPr lang="en-US" dirty="0" err="1">
                          <a:solidFill>
                            <a:schemeClr val="accent2"/>
                          </a:solidFill>
                        </a:rPr>
                        <a:t>slede</a:t>
                      </a:r>
                      <a:r>
                        <a:rPr lang="sr-Latn-RS" dirty="0">
                          <a:solidFill>
                            <a:schemeClr val="accent2"/>
                          </a:solidFill>
                        </a:rPr>
                        <a:t>će stanje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723811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provera početnog stanja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456477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wait_start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pritisnut S1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580982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discharge_mid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B3 ili B4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38370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separation_forward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073389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drill_down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485359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drill_up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565752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separation_back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619798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discharge_up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212310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blow_off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prošlo 500ms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78687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discharge_down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486194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S3 i S4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826214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vracanje_u_pocetno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B1 i B6 i (B3 ili B4)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317691"/>
                  </a:ext>
                </a:extLst>
              </a:tr>
              <a:tr h="183427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system_off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7086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" name="Google Shape;3801;p68"/>
          <p:cNvSpPr/>
          <p:nvPr/>
        </p:nvSpPr>
        <p:spPr>
          <a:xfrm>
            <a:off x="6036562" y="2028613"/>
            <a:ext cx="2967900" cy="2967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2" name="Google Shape;3802;p68"/>
          <p:cNvSpPr txBox="1">
            <a:spLocks noGrp="1"/>
          </p:cNvSpPr>
          <p:nvPr>
            <p:ph type="title"/>
          </p:nvPr>
        </p:nvSpPr>
        <p:spPr>
          <a:xfrm>
            <a:off x="5182525" y="260925"/>
            <a:ext cx="3880200" cy="9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3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Funkcionalna sekvenca </a:t>
            </a:r>
            <a:endParaRPr sz="36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03" name="Google Shape;3803;p68"/>
          <p:cNvSpPr txBox="1">
            <a:spLocks noGrp="1"/>
          </p:cNvSpPr>
          <p:nvPr>
            <p:ph type="subTitle" idx="1"/>
          </p:nvPr>
        </p:nvSpPr>
        <p:spPr>
          <a:xfrm>
            <a:off x="288392" y="521360"/>
            <a:ext cx="4683353" cy="4341599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342900" lvl="0" algn="just" rtl="0">
              <a:spcBef>
                <a:spcPts val="100"/>
              </a:spcBef>
              <a:spcAft>
                <a:spcPts val="1600"/>
              </a:spcAft>
              <a:buAutoNum type="arabicPeriod"/>
            </a:pPr>
            <a:r>
              <a:rPr lang="sr-Latn-RS" sz="1400" dirty="0"/>
              <a:t>Uključivanje (S1) → provera početnog stanja (cilindri uvučeni, B4 aktivan)</a:t>
            </a:r>
          </a:p>
          <a:p>
            <a:pPr marL="342900" lvl="0" algn="just" rtl="0">
              <a:spcBef>
                <a:spcPts val="100"/>
              </a:spcBef>
              <a:spcAft>
                <a:spcPts val="1600"/>
              </a:spcAft>
              <a:buAutoNum type="arabicPeriod"/>
            </a:pPr>
            <a:r>
              <a:rPr lang="sr-Latn-RS" sz="1400" dirty="0"/>
              <a:t>Transport komada preko "Separation" cilindra (Y1)</a:t>
            </a:r>
          </a:p>
          <a:p>
            <a:pPr marL="342900" lvl="0" algn="just" rtl="0">
              <a:spcBef>
                <a:spcPts val="100"/>
              </a:spcBef>
              <a:spcAft>
                <a:spcPts val="1600"/>
              </a:spcAft>
              <a:buAutoNum type="arabicPeriod"/>
            </a:pPr>
            <a:r>
              <a:rPr lang="sr-Latn-RS" sz="1400" dirty="0"/>
              <a:t>Bušenje – "Discharge" u srednjem položaju, burgija se spušta (Y5), uključuje relej K1</a:t>
            </a:r>
          </a:p>
          <a:p>
            <a:pPr marL="342900" lvl="0" algn="just" rtl="0">
              <a:spcBef>
                <a:spcPts val="100"/>
              </a:spcBef>
              <a:spcAft>
                <a:spcPts val="1600"/>
              </a:spcAft>
              <a:buAutoNum type="arabicPeriod"/>
            </a:pPr>
            <a:r>
              <a:rPr lang="sr-Latn-RS" sz="1400" dirty="0"/>
              <a:t>Po završetku bušenja (senzor B7) – burgija se podiže (Y6)</a:t>
            </a:r>
          </a:p>
          <a:p>
            <a:pPr marL="342900" lvl="0" algn="just" rtl="0">
              <a:spcBef>
                <a:spcPts val="100"/>
              </a:spcBef>
              <a:spcAft>
                <a:spcPts val="1600"/>
              </a:spcAft>
              <a:buAutoNum type="arabicPeriod"/>
            </a:pPr>
            <a:r>
              <a:rPr lang="sr-Latn-RS" sz="1400" dirty="0"/>
              <a:t>"Separation" cilindar oslobađa komad (Y2), "Discharge" ga podiže (Y3)</a:t>
            </a:r>
          </a:p>
          <a:p>
            <a:pPr marL="342900" lvl="0" algn="just" rtl="0">
              <a:spcBef>
                <a:spcPts val="100"/>
              </a:spcBef>
              <a:spcAft>
                <a:spcPts val="1600"/>
              </a:spcAft>
              <a:buAutoNum type="arabicPeriod"/>
            </a:pPr>
            <a:r>
              <a:rPr lang="sr-Latn-RS" sz="1400" dirty="0"/>
              <a:t>Kada je komad potpuno podignut (B5) – izduvavanje vazduhom (Y7)</a:t>
            </a:r>
          </a:p>
          <a:p>
            <a:pPr marL="342900" lvl="0" algn="just" rtl="0">
              <a:spcBef>
                <a:spcPts val="100"/>
              </a:spcBef>
              <a:spcAft>
                <a:spcPts val="1600"/>
              </a:spcAft>
              <a:buAutoNum type="arabicPeriod"/>
            </a:pPr>
            <a:r>
              <a:rPr lang="sr-Latn-RS" sz="1400" dirty="0"/>
              <a:t>Povratak u početno stanje – ciklus se ponavlja</a:t>
            </a:r>
            <a:endParaRPr sz="1400" dirty="0"/>
          </a:p>
        </p:txBody>
      </p:sp>
      <p:grpSp>
        <p:nvGrpSpPr>
          <p:cNvPr id="3804" name="Google Shape;3804;p68"/>
          <p:cNvGrpSpPr/>
          <p:nvPr/>
        </p:nvGrpSpPr>
        <p:grpSpPr>
          <a:xfrm>
            <a:off x="6890715" y="3325595"/>
            <a:ext cx="2209069" cy="1656646"/>
            <a:chOff x="3261271" y="450726"/>
            <a:chExt cx="1912779" cy="1434449"/>
          </a:xfrm>
        </p:grpSpPr>
        <p:sp>
          <p:nvSpPr>
            <p:cNvPr id="3805" name="Google Shape;3805;p68"/>
            <p:cNvSpPr/>
            <p:nvPr/>
          </p:nvSpPr>
          <p:spPr>
            <a:xfrm flipH="1">
              <a:off x="3263272" y="450726"/>
              <a:ext cx="1909775" cy="1434448"/>
            </a:xfrm>
            <a:custGeom>
              <a:avLst/>
              <a:gdLst/>
              <a:ahLst/>
              <a:cxnLst/>
              <a:rect l="l" t="t" r="r" b="b"/>
              <a:pathLst>
                <a:path w="7618" h="5722" extrusionOk="0">
                  <a:moveTo>
                    <a:pt x="181" y="0"/>
                  </a:moveTo>
                  <a:lnTo>
                    <a:pt x="325" y="100"/>
                  </a:lnTo>
                  <a:cubicBezTo>
                    <a:pt x="381" y="140"/>
                    <a:pt x="425" y="200"/>
                    <a:pt x="441" y="272"/>
                  </a:cubicBezTo>
                  <a:cubicBezTo>
                    <a:pt x="449" y="304"/>
                    <a:pt x="449" y="344"/>
                    <a:pt x="441" y="380"/>
                  </a:cubicBezTo>
                  <a:cubicBezTo>
                    <a:pt x="433" y="416"/>
                    <a:pt x="417" y="452"/>
                    <a:pt x="405" y="488"/>
                  </a:cubicBezTo>
                  <a:cubicBezTo>
                    <a:pt x="373" y="560"/>
                    <a:pt x="337" y="632"/>
                    <a:pt x="305" y="700"/>
                  </a:cubicBezTo>
                  <a:lnTo>
                    <a:pt x="201" y="916"/>
                  </a:lnTo>
                  <a:cubicBezTo>
                    <a:pt x="125" y="1060"/>
                    <a:pt x="69" y="1212"/>
                    <a:pt x="29" y="1368"/>
                  </a:cubicBezTo>
                  <a:cubicBezTo>
                    <a:pt x="9" y="1452"/>
                    <a:pt x="1" y="1540"/>
                    <a:pt x="17" y="1628"/>
                  </a:cubicBezTo>
                  <a:cubicBezTo>
                    <a:pt x="21" y="1652"/>
                    <a:pt x="29" y="1676"/>
                    <a:pt x="37" y="1696"/>
                  </a:cubicBezTo>
                  <a:cubicBezTo>
                    <a:pt x="41" y="1708"/>
                    <a:pt x="49" y="1720"/>
                    <a:pt x="53" y="1732"/>
                  </a:cubicBezTo>
                  <a:lnTo>
                    <a:pt x="69" y="1756"/>
                  </a:lnTo>
                  <a:cubicBezTo>
                    <a:pt x="89" y="1788"/>
                    <a:pt x="105" y="1824"/>
                    <a:pt x="117" y="1856"/>
                  </a:cubicBezTo>
                  <a:cubicBezTo>
                    <a:pt x="149" y="1928"/>
                    <a:pt x="173" y="2000"/>
                    <a:pt x="193" y="2072"/>
                  </a:cubicBezTo>
                  <a:cubicBezTo>
                    <a:pt x="221" y="2148"/>
                    <a:pt x="241" y="2220"/>
                    <a:pt x="265" y="2296"/>
                  </a:cubicBezTo>
                  <a:cubicBezTo>
                    <a:pt x="309" y="2448"/>
                    <a:pt x="353" y="2600"/>
                    <a:pt x="405" y="2752"/>
                  </a:cubicBezTo>
                  <a:cubicBezTo>
                    <a:pt x="429" y="2828"/>
                    <a:pt x="457" y="2904"/>
                    <a:pt x="493" y="2980"/>
                  </a:cubicBezTo>
                  <a:cubicBezTo>
                    <a:pt x="533" y="3056"/>
                    <a:pt x="593" y="3120"/>
                    <a:pt x="665" y="3168"/>
                  </a:cubicBezTo>
                  <a:cubicBezTo>
                    <a:pt x="733" y="3216"/>
                    <a:pt x="801" y="3260"/>
                    <a:pt x="873" y="3296"/>
                  </a:cubicBezTo>
                  <a:cubicBezTo>
                    <a:pt x="909" y="3316"/>
                    <a:pt x="945" y="3336"/>
                    <a:pt x="981" y="3352"/>
                  </a:cubicBezTo>
                  <a:cubicBezTo>
                    <a:pt x="1001" y="3392"/>
                    <a:pt x="1025" y="3428"/>
                    <a:pt x="1049" y="3464"/>
                  </a:cubicBezTo>
                  <a:cubicBezTo>
                    <a:pt x="1065" y="3488"/>
                    <a:pt x="1085" y="3512"/>
                    <a:pt x="1101" y="3528"/>
                  </a:cubicBezTo>
                  <a:cubicBezTo>
                    <a:pt x="1113" y="3544"/>
                    <a:pt x="1125" y="3556"/>
                    <a:pt x="1137" y="3564"/>
                  </a:cubicBezTo>
                  <a:lnTo>
                    <a:pt x="1153" y="3580"/>
                  </a:lnTo>
                  <a:lnTo>
                    <a:pt x="1253" y="3680"/>
                  </a:lnTo>
                  <a:lnTo>
                    <a:pt x="1261" y="3684"/>
                  </a:lnTo>
                  <a:cubicBezTo>
                    <a:pt x="1233" y="3680"/>
                    <a:pt x="1205" y="3676"/>
                    <a:pt x="1181" y="3676"/>
                  </a:cubicBezTo>
                  <a:cubicBezTo>
                    <a:pt x="1141" y="3676"/>
                    <a:pt x="1097" y="3684"/>
                    <a:pt x="1061" y="3700"/>
                  </a:cubicBezTo>
                  <a:cubicBezTo>
                    <a:pt x="1041" y="3704"/>
                    <a:pt x="1021" y="3716"/>
                    <a:pt x="1005" y="3724"/>
                  </a:cubicBezTo>
                  <a:cubicBezTo>
                    <a:pt x="985" y="3736"/>
                    <a:pt x="969" y="3748"/>
                    <a:pt x="953" y="3760"/>
                  </a:cubicBezTo>
                  <a:lnTo>
                    <a:pt x="933" y="3776"/>
                  </a:lnTo>
                  <a:lnTo>
                    <a:pt x="941" y="3808"/>
                  </a:lnTo>
                  <a:cubicBezTo>
                    <a:pt x="957" y="3844"/>
                    <a:pt x="973" y="3884"/>
                    <a:pt x="989" y="3920"/>
                  </a:cubicBezTo>
                  <a:cubicBezTo>
                    <a:pt x="1005" y="3956"/>
                    <a:pt x="1025" y="3996"/>
                    <a:pt x="1045" y="4028"/>
                  </a:cubicBezTo>
                  <a:cubicBezTo>
                    <a:pt x="1065" y="4064"/>
                    <a:pt x="1089" y="4100"/>
                    <a:pt x="1113" y="4132"/>
                  </a:cubicBezTo>
                  <a:cubicBezTo>
                    <a:pt x="1125" y="4152"/>
                    <a:pt x="1141" y="4168"/>
                    <a:pt x="1153" y="4184"/>
                  </a:cubicBezTo>
                  <a:lnTo>
                    <a:pt x="1173" y="4204"/>
                  </a:lnTo>
                  <a:cubicBezTo>
                    <a:pt x="1181" y="4212"/>
                    <a:pt x="1193" y="4220"/>
                    <a:pt x="1201" y="4228"/>
                  </a:cubicBezTo>
                  <a:cubicBezTo>
                    <a:pt x="1221" y="4240"/>
                    <a:pt x="1241" y="4256"/>
                    <a:pt x="1257" y="4264"/>
                  </a:cubicBezTo>
                  <a:cubicBezTo>
                    <a:pt x="1277" y="4276"/>
                    <a:pt x="1297" y="4288"/>
                    <a:pt x="1317" y="4296"/>
                  </a:cubicBezTo>
                  <a:cubicBezTo>
                    <a:pt x="1357" y="4312"/>
                    <a:pt x="1393" y="4328"/>
                    <a:pt x="1433" y="4340"/>
                  </a:cubicBezTo>
                  <a:cubicBezTo>
                    <a:pt x="1473" y="4352"/>
                    <a:pt x="1513" y="4360"/>
                    <a:pt x="1553" y="4372"/>
                  </a:cubicBezTo>
                  <a:cubicBezTo>
                    <a:pt x="1537" y="4388"/>
                    <a:pt x="1517" y="4404"/>
                    <a:pt x="1501" y="4420"/>
                  </a:cubicBezTo>
                  <a:cubicBezTo>
                    <a:pt x="1481" y="4444"/>
                    <a:pt x="1457" y="4472"/>
                    <a:pt x="1441" y="4496"/>
                  </a:cubicBezTo>
                  <a:cubicBezTo>
                    <a:pt x="1429" y="4512"/>
                    <a:pt x="1421" y="4528"/>
                    <a:pt x="1413" y="4544"/>
                  </a:cubicBezTo>
                  <a:cubicBezTo>
                    <a:pt x="1409" y="4552"/>
                    <a:pt x="1405" y="4556"/>
                    <a:pt x="1401" y="4568"/>
                  </a:cubicBezTo>
                  <a:lnTo>
                    <a:pt x="1393" y="4596"/>
                  </a:lnTo>
                  <a:cubicBezTo>
                    <a:pt x="1389" y="4612"/>
                    <a:pt x="1389" y="4632"/>
                    <a:pt x="1389" y="4648"/>
                  </a:cubicBezTo>
                  <a:cubicBezTo>
                    <a:pt x="1389" y="4668"/>
                    <a:pt x="1389" y="4684"/>
                    <a:pt x="1393" y="4700"/>
                  </a:cubicBezTo>
                  <a:cubicBezTo>
                    <a:pt x="1397" y="4732"/>
                    <a:pt x="1401" y="4764"/>
                    <a:pt x="1409" y="4796"/>
                  </a:cubicBezTo>
                  <a:cubicBezTo>
                    <a:pt x="1429" y="4856"/>
                    <a:pt x="1449" y="4916"/>
                    <a:pt x="1477" y="4972"/>
                  </a:cubicBezTo>
                  <a:lnTo>
                    <a:pt x="1481" y="4980"/>
                  </a:lnTo>
                  <a:cubicBezTo>
                    <a:pt x="1517" y="5004"/>
                    <a:pt x="1553" y="5028"/>
                    <a:pt x="1589" y="5048"/>
                  </a:cubicBezTo>
                  <a:cubicBezTo>
                    <a:pt x="1629" y="5064"/>
                    <a:pt x="1665" y="5080"/>
                    <a:pt x="1705" y="5092"/>
                  </a:cubicBezTo>
                  <a:cubicBezTo>
                    <a:pt x="1749" y="5108"/>
                    <a:pt x="1789" y="5113"/>
                    <a:pt x="1833" y="5117"/>
                  </a:cubicBezTo>
                  <a:lnTo>
                    <a:pt x="1897" y="5117"/>
                  </a:lnTo>
                  <a:cubicBezTo>
                    <a:pt x="1917" y="5113"/>
                    <a:pt x="1937" y="5108"/>
                    <a:pt x="1961" y="5104"/>
                  </a:cubicBezTo>
                  <a:cubicBezTo>
                    <a:pt x="2001" y="5088"/>
                    <a:pt x="2041" y="5072"/>
                    <a:pt x="2077" y="5048"/>
                  </a:cubicBezTo>
                  <a:cubicBezTo>
                    <a:pt x="2113" y="5024"/>
                    <a:pt x="2145" y="5000"/>
                    <a:pt x="2177" y="4972"/>
                  </a:cubicBezTo>
                  <a:cubicBezTo>
                    <a:pt x="2205" y="4948"/>
                    <a:pt x="2237" y="4924"/>
                    <a:pt x="2269" y="4900"/>
                  </a:cubicBezTo>
                  <a:cubicBezTo>
                    <a:pt x="2285" y="4892"/>
                    <a:pt x="2301" y="4884"/>
                    <a:pt x="2317" y="4880"/>
                  </a:cubicBezTo>
                  <a:cubicBezTo>
                    <a:pt x="2321" y="4876"/>
                    <a:pt x="2329" y="4876"/>
                    <a:pt x="2337" y="4876"/>
                  </a:cubicBezTo>
                  <a:cubicBezTo>
                    <a:pt x="2357" y="4896"/>
                    <a:pt x="2373" y="4916"/>
                    <a:pt x="2393" y="4940"/>
                  </a:cubicBezTo>
                  <a:cubicBezTo>
                    <a:pt x="2413" y="4968"/>
                    <a:pt x="2429" y="4996"/>
                    <a:pt x="2445" y="5028"/>
                  </a:cubicBezTo>
                  <a:cubicBezTo>
                    <a:pt x="2453" y="5040"/>
                    <a:pt x="2457" y="5056"/>
                    <a:pt x="2465" y="5068"/>
                  </a:cubicBezTo>
                  <a:cubicBezTo>
                    <a:pt x="2469" y="5084"/>
                    <a:pt x="2473" y="5104"/>
                    <a:pt x="2477" y="5121"/>
                  </a:cubicBezTo>
                  <a:lnTo>
                    <a:pt x="2505" y="5229"/>
                  </a:lnTo>
                  <a:cubicBezTo>
                    <a:pt x="2521" y="5305"/>
                    <a:pt x="2549" y="5377"/>
                    <a:pt x="2585" y="5449"/>
                  </a:cubicBezTo>
                  <a:cubicBezTo>
                    <a:pt x="2605" y="5485"/>
                    <a:pt x="2629" y="5517"/>
                    <a:pt x="2653" y="5549"/>
                  </a:cubicBezTo>
                  <a:cubicBezTo>
                    <a:pt x="2681" y="5585"/>
                    <a:pt x="2713" y="5613"/>
                    <a:pt x="2745" y="5641"/>
                  </a:cubicBezTo>
                  <a:lnTo>
                    <a:pt x="2753" y="5645"/>
                  </a:lnTo>
                  <a:lnTo>
                    <a:pt x="2765" y="5649"/>
                  </a:lnTo>
                  <a:cubicBezTo>
                    <a:pt x="2781" y="5657"/>
                    <a:pt x="2801" y="5661"/>
                    <a:pt x="2817" y="5661"/>
                  </a:cubicBezTo>
                  <a:cubicBezTo>
                    <a:pt x="2833" y="5665"/>
                    <a:pt x="2849" y="5665"/>
                    <a:pt x="2865" y="5669"/>
                  </a:cubicBezTo>
                  <a:cubicBezTo>
                    <a:pt x="2901" y="5669"/>
                    <a:pt x="2937" y="5665"/>
                    <a:pt x="2973" y="5649"/>
                  </a:cubicBezTo>
                  <a:cubicBezTo>
                    <a:pt x="2993" y="5641"/>
                    <a:pt x="3013" y="5629"/>
                    <a:pt x="3029" y="5617"/>
                  </a:cubicBezTo>
                  <a:cubicBezTo>
                    <a:pt x="3037" y="5609"/>
                    <a:pt x="3041" y="5601"/>
                    <a:pt x="3049" y="5593"/>
                  </a:cubicBezTo>
                  <a:lnTo>
                    <a:pt x="3057" y="5577"/>
                  </a:lnTo>
                  <a:lnTo>
                    <a:pt x="3065" y="5573"/>
                  </a:lnTo>
                  <a:lnTo>
                    <a:pt x="3065" y="5565"/>
                  </a:lnTo>
                  <a:lnTo>
                    <a:pt x="3073" y="5545"/>
                  </a:lnTo>
                  <a:cubicBezTo>
                    <a:pt x="3073" y="5537"/>
                    <a:pt x="3077" y="5525"/>
                    <a:pt x="3081" y="5517"/>
                  </a:cubicBezTo>
                  <a:cubicBezTo>
                    <a:pt x="3085" y="5501"/>
                    <a:pt x="3085" y="5485"/>
                    <a:pt x="3089" y="5465"/>
                  </a:cubicBezTo>
                  <a:cubicBezTo>
                    <a:pt x="3093" y="5409"/>
                    <a:pt x="3093" y="5353"/>
                    <a:pt x="3089" y="5297"/>
                  </a:cubicBezTo>
                  <a:cubicBezTo>
                    <a:pt x="3089" y="5281"/>
                    <a:pt x="3085" y="5269"/>
                    <a:pt x="3085" y="5257"/>
                  </a:cubicBezTo>
                  <a:lnTo>
                    <a:pt x="3085" y="5257"/>
                  </a:lnTo>
                  <a:cubicBezTo>
                    <a:pt x="3109" y="5269"/>
                    <a:pt x="3137" y="5285"/>
                    <a:pt x="3161" y="5301"/>
                  </a:cubicBezTo>
                  <a:cubicBezTo>
                    <a:pt x="3173" y="5309"/>
                    <a:pt x="3185" y="5321"/>
                    <a:pt x="3197" y="5333"/>
                  </a:cubicBezTo>
                  <a:cubicBezTo>
                    <a:pt x="3205" y="5341"/>
                    <a:pt x="3213" y="5349"/>
                    <a:pt x="3221" y="5361"/>
                  </a:cubicBezTo>
                  <a:lnTo>
                    <a:pt x="3221" y="5365"/>
                  </a:lnTo>
                  <a:lnTo>
                    <a:pt x="3229" y="5373"/>
                  </a:lnTo>
                  <a:lnTo>
                    <a:pt x="3237" y="5385"/>
                  </a:lnTo>
                  <a:lnTo>
                    <a:pt x="3241" y="5393"/>
                  </a:lnTo>
                  <a:lnTo>
                    <a:pt x="3249" y="5401"/>
                  </a:lnTo>
                  <a:cubicBezTo>
                    <a:pt x="3257" y="5409"/>
                    <a:pt x="3261" y="5413"/>
                    <a:pt x="3269" y="5421"/>
                  </a:cubicBezTo>
                  <a:cubicBezTo>
                    <a:pt x="3273" y="5425"/>
                    <a:pt x="3281" y="5429"/>
                    <a:pt x="3289" y="5433"/>
                  </a:cubicBezTo>
                  <a:lnTo>
                    <a:pt x="3301" y="5441"/>
                  </a:lnTo>
                  <a:cubicBezTo>
                    <a:pt x="3309" y="5445"/>
                    <a:pt x="3321" y="5449"/>
                    <a:pt x="3333" y="5453"/>
                  </a:cubicBezTo>
                  <a:cubicBezTo>
                    <a:pt x="3369" y="5465"/>
                    <a:pt x="3409" y="5477"/>
                    <a:pt x="3449" y="5485"/>
                  </a:cubicBezTo>
                  <a:cubicBezTo>
                    <a:pt x="3489" y="5489"/>
                    <a:pt x="3529" y="5497"/>
                    <a:pt x="3569" y="5501"/>
                  </a:cubicBezTo>
                  <a:cubicBezTo>
                    <a:pt x="3645" y="5509"/>
                    <a:pt x="3721" y="5513"/>
                    <a:pt x="3801" y="5513"/>
                  </a:cubicBezTo>
                  <a:lnTo>
                    <a:pt x="3849" y="5513"/>
                  </a:lnTo>
                  <a:lnTo>
                    <a:pt x="3829" y="5469"/>
                  </a:lnTo>
                  <a:cubicBezTo>
                    <a:pt x="3813" y="5437"/>
                    <a:pt x="3797" y="5401"/>
                    <a:pt x="3773" y="5369"/>
                  </a:cubicBezTo>
                  <a:cubicBezTo>
                    <a:pt x="3769" y="5361"/>
                    <a:pt x="3761" y="5353"/>
                    <a:pt x="3753" y="5341"/>
                  </a:cubicBezTo>
                  <a:cubicBezTo>
                    <a:pt x="3749" y="5333"/>
                    <a:pt x="3741" y="5321"/>
                    <a:pt x="3733" y="5313"/>
                  </a:cubicBezTo>
                  <a:lnTo>
                    <a:pt x="3733" y="5313"/>
                  </a:lnTo>
                  <a:cubicBezTo>
                    <a:pt x="3877" y="5365"/>
                    <a:pt x="4021" y="5409"/>
                    <a:pt x="4165" y="5457"/>
                  </a:cubicBezTo>
                  <a:cubicBezTo>
                    <a:pt x="4333" y="5509"/>
                    <a:pt x="4497" y="5557"/>
                    <a:pt x="4665" y="5601"/>
                  </a:cubicBezTo>
                  <a:cubicBezTo>
                    <a:pt x="4833" y="5645"/>
                    <a:pt x="5005" y="5681"/>
                    <a:pt x="5177" y="5705"/>
                  </a:cubicBezTo>
                  <a:cubicBezTo>
                    <a:pt x="5247" y="5717"/>
                    <a:pt x="5318" y="5722"/>
                    <a:pt x="5388" y="5722"/>
                  </a:cubicBezTo>
                  <a:cubicBezTo>
                    <a:pt x="5410" y="5722"/>
                    <a:pt x="5431" y="5721"/>
                    <a:pt x="5453" y="5721"/>
                  </a:cubicBezTo>
                  <a:cubicBezTo>
                    <a:pt x="5477" y="5721"/>
                    <a:pt x="5501" y="5717"/>
                    <a:pt x="5525" y="5709"/>
                  </a:cubicBezTo>
                  <a:lnTo>
                    <a:pt x="5545" y="5705"/>
                  </a:lnTo>
                  <a:lnTo>
                    <a:pt x="5561" y="5701"/>
                  </a:lnTo>
                  <a:lnTo>
                    <a:pt x="5593" y="5693"/>
                  </a:lnTo>
                  <a:lnTo>
                    <a:pt x="5717" y="5661"/>
                  </a:lnTo>
                  <a:cubicBezTo>
                    <a:pt x="6045" y="5573"/>
                    <a:pt x="6385" y="5501"/>
                    <a:pt x="6721" y="5413"/>
                  </a:cubicBezTo>
                  <a:lnTo>
                    <a:pt x="6845" y="5377"/>
                  </a:lnTo>
                  <a:cubicBezTo>
                    <a:pt x="6885" y="5361"/>
                    <a:pt x="6929" y="5353"/>
                    <a:pt x="6973" y="5333"/>
                  </a:cubicBezTo>
                  <a:cubicBezTo>
                    <a:pt x="7061" y="5297"/>
                    <a:pt x="7137" y="5249"/>
                    <a:pt x="7205" y="5185"/>
                  </a:cubicBezTo>
                  <a:cubicBezTo>
                    <a:pt x="7273" y="5121"/>
                    <a:pt x="7329" y="5044"/>
                    <a:pt x="7369" y="4964"/>
                  </a:cubicBezTo>
                  <a:cubicBezTo>
                    <a:pt x="7413" y="4884"/>
                    <a:pt x="7441" y="4796"/>
                    <a:pt x="7461" y="4708"/>
                  </a:cubicBezTo>
                  <a:lnTo>
                    <a:pt x="7477" y="4628"/>
                  </a:lnTo>
                  <a:lnTo>
                    <a:pt x="7405" y="4668"/>
                  </a:lnTo>
                  <a:cubicBezTo>
                    <a:pt x="7305" y="4720"/>
                    <a:pt x="7201" y="4756"/>
                    <a:pt x="7093" y="4780"/>
                  </a:cubicBezTo>
                  <a:cubicBezTo>
                    <a:pt x="6985" y="4804"/>
                    <a:pt x="6873" y="4820"/>
                    <a:pt x="6765" y="4824"/>
                  </a:cubicBezTo>
                  <a:cubicBezTo>
                    <a:pt x="6709" y="4828"/>
                    <a:pt x="6653" y="4830"/>
                    <a:pt x="6597" y="4830"/>
                  </a:cubicBezTo>
                  <a:cubicBezTo>
                    <a:pt x="6541" y="4830"/>
                    <a:pt x="6485" y="4828"/>
                    <a:pt x="6429" y="4824"/>
                  </a:cubicBezTo>
                  <a:cubicBezTo>
                    <a:pt x="6385" y="4824"/>
                    <a:pt x="6337" y="4816"/>
                    <a:pt x="6293" y="4812"/>
                  </a:cubicBezTo>
                  <a:lnTo>
                    <a:pt x="6373" y="4796"/>
                  </a:lnTo>
                  <a:cubicBezTo>
                    <a:pt x="6409" y="4780"/>
                    <a:pt x="6445" y="4772"/>
                    <a:pt x="6473" y="4756"/>
                  </a:cubicBezTo>
                  <a:cubicBezTo>
                    <a:pt x="6505" y="4740"/>
                    <a:pt x="6537" y="4728"/>
                    <a:pt x="6569" y="4708"/>
                  </a:cubicBezTo>
                  <a:cubicBezTo>
                    <a:pt x="6597" y="4688"/>
                    <a:pt x="6625" y="4668"/>
                    <a:pt x="6653" y="4644"/>
                  </a:cubicBezTo>
                  <a:cubicBezTo>
                    <a:pt x="6709" y="4600"/>
                    <a:pt x="6761" y="4548"/>
                    <a:pt x="6805" y="4496"/>
                  </a:cubicBezTo>
                  <a:cubicBezTo>
                    <a:pt x="6829" y="4468"/>
                    <a:pt x="6849" y="4440"/>
                    <a:pt x="6869" y="4412"/>
                  </a:cubicBezTo>
                  <a:cubicBezTo>
                    <a:pt x="6909" y="4352"/>
                    <a:pt x="6949" y="4292"/>
                    <a:pt x="6981" y="4236"/>
                  </a:cubicBezTo>
                  <a:lnTo>
                    <a:pt x="7033" y="4144"/>
                  </a:lnTo>
                  <a:lnTo>
                    <a:pt x="7053" y="4112"/>
                  </a:lnTo>
                  <a:lnTo>
                    <a:pt x="7069" y="4092"/>
                  </a:lnTo>
                  <a:lnTo>
                    <a:pt x="7077" y="4084"/>
                  </a:lnTo>
                  <a:cubicBezTo>
                    <a:pt x="7097" y="4068"/>
                    <a:pt x="7121" y="4060"/>
                    <a:pt x="7145" y="4052"/>
                  </a:cubicBezTo>
                  <a:cubicBezTo>
                    <a:pt x="7173" y="4040"/>
                    <a:pt x="7201" y="4036"/>
                    <a:pt x="7233" y="4028"/>
                  </a:cubicBezTo>
                  <a:cubicBezTo>
                    <a:pt x="7265" y="4020"/>
                    <a:pt x="7297" y="4016"/>
                    <a:pt x="7325" y="4012"/>
                  </a:cubicBezTo>
                  <a:cubicBezTo>
                    <a:pt x="7357" y="4008"/>
                    <a:pt x="7393" y="4004"/>
                    <a:pt x="7421" y="4004"/>
                  </a:cubicBezTo>
                  <a:lnTo>
                    <a:pt x="7617" y="3992"/>
                  </a:lnTo>
                  <a:lnTo>
                    <a:pt x="7469" y="3872"/>
                  </a:lnTo>
                  <a:cubicBezTo>
                    <a:pt x="7401" y="3824"/>
                    <a:pt x="7333" y="3776"/>
                    <a:pt x="7261" y="3732"/>
                  </a:cubicBezTo>
                  <a:cubicBezTo>
                    <a:pt x="7189" y="3688"/>
                    <a:pt x="7109" y="3656"/>
                    <a:pt x="7029" y="3628"/>
                  </a:cubicBezTo>
                  <a:cubicBezTo>
                    <a:pt x="6985" y="3612"/>
                    <a:pt x="6937" y="3604"/>
                    <a:pt x="6893" y="3604"/>
                  </a:cubicBezTo>
                  <a:cubicBezTo>
                    <a:pt x="6881" y="3602"/>
                    <a:pt x="6870" y="3601"/>
                    <a:pt x="6859" y="3601"/>
                  </a:cubicBezTo>
                  <a:cubicBezTo>
                    <a:pt x="6848" y="3601"/>
                    <a:pt x="6837" y="3602"/>
                    <a:pt x="6825" y="3604"/>
                  </a:cubicBezTo>
                  <a:lnTo>
                    <a:pt x="6769" y="3608"/>
                  </a:lnTo>
                  <a:cubicBezTo>
                    <a:pt x="6693" y="3612"/>
                    <a:pt x="6613" y="3612"/>
                    <a:pt x="6533" y="3612"/>
                  </a:cubicBezTo>
                  <a:cubicBezTo>
                    <a:pt x="6373" y="3612"/>
                    <a:pt x="6217" y="3600"/>
                    <a:pt x="6057" y="3580"/>
                  </a:cubicBezTo>
                  <a:cubicBezTo>
                    <a:pt x="5977" y="3572"/>
                    <a:pt x="5897" y="3556"/>
                    <a:pt x="5821" y="3544"/>
                  </a:cubicBezTo>
                  <a:cubicBezTo>
                    <a:pt x="5741" y="3528"/>
                    <a:pt x="5665" y="3512"/>
                    <a:pt x="5585" y="3492"/>
                  </a:cubicBezTo>
                  <a:cubicBezTo>
                    <a:pt x="5433" y="3452"/>
                    <a:pt x="5277" y="3408"/>
                    <a:pt x="5125" y="3360"/>
                  </a:cubicBezTo>
                  <a:cubicBezTo>
                    <a:pt x="4973" y="3312"/>
                    <a:pt x="4817" y="3268"/>
                    <a:pt x="4657" y="3232"/>
                  </a:cubicBezTo>
                  <a:lnTo>
                    <a:pt x="4541" y="3212"/>
                  </a:lnTo>
                  <a:lnTo>
                    <a:pt x="4417" y="3196"/>
                  </a:lnTo>
                  <a:cubicBezTo>
                    <a:pt x="4357" y="3187"/>
                    <a:pt x="4295" y="3183"/>
                    <a:pt x="4234" y="3183"/>
                  </a:cubicBezTo>
                  <a:cubicBezTo>
                    <a:pt x="4213" y="3183"/>
                    <a:pt x="4193" y="3183"/>
                    <a:pt x="4173" y="3184"/>
                  </a:cubicBezTo>
                  <a:cubicBezTo>
                    <a:pt x="4113" y="3184"/>
                    <a:pt x="4053" y="3188"/>
                    <a:pt x="3993" y="3200"/>
                  </a:cubicBezTo>
                  <a:lnTo>
                    <a:pt x="4001" y="3192"/>
                  </a:lnTo>
                  <a:cubicBezTo>
                    <a:pt x="4033" y="3156"/>
                    <a:pt x="4061" y="3120"/>
                    <a:pt x="4081" y="3076"/>
                  </a:cubicBezTo>
                  <a:cubicBezTo>
                    <a:pt x="4097" y="3048"/>
                    <a:pt x="4109" y="3020"/>
                    <a:pt x="4125" y="2984"/>
                  </a:cubicBezTo>
                  <a:cubicBezTo>
                    <a:pt x="4141" y="2944"/>
                    <a:pt x="4149" y="2908"/>
                    <a:pt x="4157" y="2868"/>
                  </a:cubicBezTo>
                  <a:cubicBezTo>
                    <a:pt x="4177" y="2772"/>
                    <a:pt x="4189" y="2676"/>
                    <a:pt x="4185" y="2580"/>
                  </a:cubicBezTo>
                  <a:cubicBezTo>
                    <a:pt x="4181" y="2464"/>
                    <a:pt x="4165" y="2352"/>
                    <a:pt x="4133" y="2244"/>
                  </a:cubicBezTo>
                  <a:cubicBezTo>
                    <a:pt x="4125" y="2212"/>
                    <a:pt x="4117" y="2180"/>
                    <a:pt x="4105" y="2152"/>
                  </a:cubicBezTo>
                  <a:cubicBezTo>
                    <a:pt x="4101" y="2136"/>
                    <a:pt x="4093" y="2120"/>
                    <a:pt x="4085" y="2108"/>
                  </a:cubicBezTo>
                  <a:cubicBezTo>
                    <a:pt x="4077" y="2088"/>
                    <a:pt x="4069" y="2072"/>
                    <a:pt x="4061" y="2056"/>
                  </a:cubicBezTo>
                  <a:cubicBezTo>
                    <a:pt x="4049" y="2040"/>
                    <a:pt x="4037" y="2020"/>
                    <a:pt x="4025" y="2008"/>
                  </a:cubicBezTo>
                  <a:lnTo>
                    <a:pt x="4017" y="2000"/>
                  </a:lnTo>
                  <a:lnTo>
                    <a:pt x="4001" y="1984"/>
                  </a:lnTo>
                  <a:cubicBezTo>
                    <a:pt x="3997" y="1980"/>
                    <a:pt x="3993" y="1976"/>
                    <a:pt x="3989" y="1972"/>
                  </a:cubicBezTo>
                  <a:cubicBezTo>
                    <a:pt x="3969" y="1952"/>
                    <a:pt x="3949" y="1932"/>
                    <a:pt x="3933" y="1912"/>
                  </a:cubicBezTo>
                  <a:cubicBezTo>
                    <a:pt x="3849" y="1812"/>
                    <a:pt x="3777" y="1708"/>
                    <a:pt x="3713" y="1600"/>
                  </a:cubicBezTo>
                  <a:cubicBezTo>
                    <a:pt x="3641" y="1488"/>
                    <a:pt x="3581" y="1372"/>
                    <a:pt x="3525" y="1252"/>
                  </a:cubicBezTo>
                  <a:cubicBezTo>
                    <a:pt x="3477" y="1124"/>
                    <a:pt x="3405" y="1004"/>
                    <a:pt x="3309" y="904"/>
                  </a:cubicBezTo>
                  <a:cubicBezTo>
                    <a:pt x="3265" y="852"/>
                    <a:pt x="3217" y="804"/>
                    <a:pt x="3161" y="764"/>
                  </a:cubicBezTo>
                  <a:cubicBezTo>
                    <a:pt x="3137" y="740"/>
                    <a:pt x="3109" y="720"/>
                    <a:pt x="3081" y="704"/>
                  </a:cubicBezTo>
                  <a:cubicBezTo>
                    <a:pt x="3049" y="680"/>
                    <a:pt x="3013" y="668"/>
                    <a:pt x="2977" y="664"/>
                  </a:cubicBezTo>
                  <a:cubicBezTo>
                    <a:pt x="2974" y="664"/>
                    <a:pt x="2971" y="663"/>
                    <a:pt x="2968" y="663"/>
                  </a:cubicBezTo>
                  <a:cubicBezTo>
                    <a:pt x="2955" y="663"/>
                    <a:pt x="2942" y="670"/>
                    <a:pt x="2929" y="676"/>
                  </a:cubicBezTo>
                  <a:cubicBezTo>
                    <a:pt x="2921" y="684"/>
                    <a:pt x="2913" y="692"/>
                    <a:pt x="2909" y="700"/>
                  </a:cubicBezTo>
                  <a:cubicBezTo>
                    <a:pt x="2909" y="704"/>
                    <a:pt x="2905" y="712"/>
                    <a:pt x="2905" y="716"/>
                  </a:cubicBezTo>
                  <a:lnTo>
                    <a:pt x="2905" y="724"/>
                  </a:lnTo>
                  <a:lnTo>
                    <a:pt x="2905" y="728"/>
                  </a:lnTo>
                  <a:cubicBezTo>
                    <a:pt x="2905" y="728"/>
                    <a:pt x="2905" y="732"/>
                    <a:pt x="2905" y="732"/>
                  </a:cubicBezTo>
                  <a:cubicBezTo>
                    <a:pt x="2905" y="736"/>
                    <a:pt x="2897" y="740"/>
                    <a:pt x="2897" y="744"/>
                  </a:cubicBezTo>
                  <a:cubicBezTo>
                    <a:pt x="2881" y="760"/>
                    <a:pt x="2861" y="776"/>
                    <a:pt x="2837" y="788"/>
                  </a:cubicBezTo>
                  <a:cubicBezTo>
                    <a:pt x="2789" y="812"/>
                    <a:pt x="2737" y="832"/>
                    <a:pt x="2685" y="848"/>
                  </a:cubicBezTo>
                  <a:cubicBezTo>
                    <a:pt x="2585" y="880"/>
                    <a:pt x="2481" y="900"/>
                    <a:pt x="2377" y="912"/>
                  </a:cubicBezTo>
                  <a:cubicBezTo>
                    <a:pt x="2329" y="920"/>
                    <a:pt x="2285" y="924"/>
                    <a:pt x="2237" y="924"/>
                  </a:cubicBezTo>
                  <a:cubicBezTo>
                    <a:pt x="2213" y="928"/>
                    <a:pt x="2185" y="928"/>
                    <a:pt x="2165" y="932"/>
                  </a:cubicBezTo>
                  <a:cubicBezTo>
                    <a:pt x="2141" y="936"/>
                    <a:pt x="2117" y="944"/>
                    <a:pt x="2093" y="948"/>
                  </a:cubicBezTo>
                  <a:cubicBezTo>
                    <a:pt x="2017" y="972"/>
                    <a:pt x="1953" y="1028"/>
                    <a:pt x="1913" y="1104"/>
                  </a:cubicBezTo>
                  <a:cubicBezTo>
                    <a:pt x="1893" y="1148"/>
                    <a:pt x="1885" y="1196"/>
                    <a:pt x="1885" y="1244"/>
                  </a:cubicBezTo>
                  <a:lnTo>
                    <a:pt x="1885" y="1272"/>
                  </a:lnTo>
                  <a:cubicBezTo>
                    <a:pt x="1847" y="1271"/>
                    <a:pt x="1809" y="1270"/>
                    <a:pt x="1771" y="1270"/>
                  </a:cubicBezTo>
                  <a:cubicBezTo>
                    <a:pt x="1705" y="1270"/>
                    <a:pt x="1639" y="1273"/>
                    <a:pt x="1573" y="1280"/>
                  </a:cubicBezTo>
                  <a:cubicBezTo>
                    <a:pt x="1525" y="1288"/>
                    <a:pt x="1477" y="1296"/>
                    <a:pt x="1429" y="1308"/>
                  </a:cubicBezTo>
                  <a:cubicBezTo>
                    <a:pt x="1385" y="1320"/>
                    <a:pt x="1341" y="1336"/>
                    <a:pt x="1297" y="1356"/>
                  </a:cubicBezTo>
                  <a:cubicBezTo>
                    <a:pt x="1293" y="1296"/>
                    <a:pt x="1285" y="1236"/>
                    <a:pt x="1277" y="1176"/>
                  </a:cubicBezTo>
                  <a:cubicBezTo>
                    <a:pt x="1265" y="1104"/>
                    <a:pt x="1249" y="1028"/>
                    <a:pt x="1221" y="960"/>
                  </a:cubicBezTo>
                  <a:cubicBezTo>
                    <a:pt x="1213" y="940"/>
                    <a:pt x="1205" y="920"/>
                    <a:pt x="1193" y="904"/>
                  </a:cubicBezTo>
                  <a:cubicBezTo>
                    <a:pt x="1185" y="888"/>
                    <a:pt x="1177" y="872"/>
                    <a:pt x="1169" y="856"/>
                  </a:cubicBezTo>
                  <a:cubicBezTo>
                    <a:pt x="1153" y="828"/>
                    <a:pt x="1137" y="792"/>
                    <a:pt x="1125" y="760"/>
                  </a:cubicBezTo>
                  <a:cubicBezTo>
                    <a:pt x="1093" y="696"/>
                    <a:pt x="1065" y="628"/>
                    <a:pt x="1037" y="560"/>
                  </a:cubicBezTo>
                  <a:lnTo>
                    <a:pt x="945" y="360"/>
                  </a:lnTo>
                  <a:lnTo>
                    <a:pt x="933" y="336"/>
                  </a:lnTo>
                  <a:lnTo>
                    <a:pt x="929" y="324"/>
                  </a:lnTo>
                  <a:lnTo>
                    <a:pt x="925" y="316"/>
                  </a:lnTo>
                  <a:lnTo>
                    <a:pt x="921" y="308"/>
                  </a:lnTo>
                  <a:lnTo>
                    <a:pt x="921" y="304"/>
                  </a:lnTo>
                  <a:lnTo>
                    <a:pt x="905" y="284"/>
                  </a:lnTo>
                  <a:cubicBezTo>
                    <a:pt x="901" y="272"/>
                    <a:pt x="893" y="264"/>
                    <a:pt x="885" y="256"/>
                  </a:cubicBezTo>
                  <a:cubicBezTo>
                    <a:pt x="853" y="224"/>
                    <a:pt x="821" y="196"/>
                    <a:pt x="785" y="176"/>
                  </a:cubicBezTo>
                  <a:cubicBezTo>
                    <a:pt x="717" y="136"/>
                    <a:pt x="645" y="108"/>
                    <a:pt x="573" y="88"/>
                  </a:cubicBezTo>
                  <a:cubicBezTo>
                    <a:pt x="501" y="64"/>
                    <a:pt x="429" y="48"/>
                    <a:pt x="353" y="32"/>
                  </a:cubicBezTo>
                  <a:lnTo>
                    <a:pt x="1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68"/>
            <p:cNvSpPr/>
            <p:nvPr/>
          </p:nvSpPr>
          <p:spPr>
            <a:xfrm flipH="1">
              <a:off x="4207882" y="1344186"/>
              <a:ext cx="731521" cy="527702"/>
            </a:xfrm>
            <a:custGeom>
              <a:avLst/>
              <a:gdLst/>
              <a:ahLst/>
              <a:cxnLst/>
              <a:rect l="l" t="t" r="r" b="b"/>
              <a:pathLst>
                <a:path w="2918" h="2105" extrusionOk="0">
                  <a:moveTo>
                    <a:pt x="205" y="0"/>
                  </a:moveTo>
                  <a:lnTo>
                    <a:pt x="221" y="16"/>
                  </a:lnTo>
                  <a:lnTo>
                    <a:pt x="321" y="116"/>
                  </a:lnTo>
                  <a:lnTo>
                    <a:pt x="329" y="120"/>
                  </a:lnTo>
                  <a:cubicBezTo>
                    <a:pt x="301" y="116"/>
                    <a:pt x="273" y="112"/>
                    <a:pt x="249" y="112"/>
                  </a:cubicBezTo>
                  <a:cubicBezTo>
                    <a:pt x="209" y="112"/>
                    <a:pt x="165" y="120"/>
                    <a:pt x="129" y="136"/>
                  </a:cubicBezTo>
                  <a:cubicBezTo>
                    <a:pt x="109" y="140"/>
                    <a:pt x="89" y="152"/>
                    <a:pt x="73" y="160"/>
                  </a:cubicBezTo>
                  <a:cubicBezTo>
                    <a:pt x="53" y="172"/>
                    <a:pt x="37" y="184"/>
                    <a:pt x="21" y="196"/>
                  </a:cubicBezTo>
                  <a:lnTo>
                    <a:pt x="1" y="212"/>
                  </a:lnTo>
                  <a:lnTo>
                    <a:pt x="9" y="244"/>
                  </a:lnTo>
                  <a:cubicBezTo>
                    <a:pt x="25" y="280"/>
                    <a:pt x="41" y="320"/>
                    <a:pt x="57" y="356"/>
                  </a:cubicBezTo>
                  <a:cubicBezTo>
                    <a:pt x="73" y="392"/>
                    <a:pt x="93" y="432"/>
                    <a:pt x="113" y="464"/>
                  </a:cubicBezTo>
                  <a:cubicBezTo>
                    <a:pt x="133" y="500"/>
                    <a:pt x="157" y="536"/>
                    <a:pt x="181" y="568"/>
                  </a:cubicBezTo>
                  <a:cubicBezTo>
                    <a:pt x="193" y="588"/>
                    <a:pt x="209" y="604"/>
                    <a:pt x="221" y="620"/>
                  </a:cubicBezTo>
                  <a:lnTo>
                    <a:pt x="241" y="640"/>
                  </a:lnTo>
                  <a:cubicBezTo>
                    <a:pt x="249" y="648"/>
                    <a:pt x="261" y="656"/>
                    <a:pt x="269" y="664"/>
                  </a:cubicBezTo>
                  <a:cubicBezTo>
                    <a:pt x="289" y="676"/>
                    <a:pt x="309" y="692"/>
                    <a:pt x="325" y="700"/>
                  </a:cubicBezTo>
                  <a:cubicBezTo>
                    <a:pt x="345" y="712"/>
                    <a:pt x="365" y="724"/>
                    <a:pt x="385" y="732"/>
                  </a:cubicBezTo>
                  <a:cubicBezTo>
                    <a:pt x="425" y="748"/>
                    <a:pt x="461" y="764"/>
                    <a:pt x="501" y="776"/>
                  </a:cubicBezTo>
                  <a:cubicBezTo>
                    <a:pt x="541" y="788"/>
                    <a:pt x="581" y="796"/>
                    <a:pt x="621" y="808"/>
                  </a:cubicBezTo>
                  <a:cubicBezTo>
                    <a:pt x="605" y="824"/>
                    <a:pt x="585" y="840"/>
                    <a:pt x="569" y="856"/>
                  </a:cubicBezTo>
                  <a:cubicBezTo>
                    <a:pt x="549" y="880"/>
                    <a:pt x="525" y="908"/>
                    <a:pt x="509" y="932"/>
                  </a:cubicBezTo>
                  <a:cubicBezTo>
                    <a:pt x="497" y="948"/>
                    <a:pt x="489" y="964"/>
                    <a:pt x="481" y="980"/>
                  </a:cubicBezTo>
                  <a:cubicBezTo>
                    <a:pt x="477" y="988"/>
                    <a:pt x="473" y="992"/>
                    <a:pt x="469" y="1004"/>
                  </a:cubicBezTo>
                  <a:lnTo>
                    <a:pt x="461" y="1032"/>
                  </a:lnTo>
                  <a:cubicBezTo>
                    <a:pt x="457" y="1048"/>
                    <a:pt x="457" y="1068"/>
                    <a:pt x="457" y="1084"/>
                  </a:cubicBezTo>
                  <a:cubicBezTo>
                    <a:pt x="457" y="1104"/>
                    <a:pt x="457" y="1120"/>
                    <a:pt x="461" y="1136"/>
                  </a:cubicBezTo>
                  <a:cubicBezTo>
                    <a:pt x="465" y="1168"/>
                    <a:pt x="469" y="1200"/>
                    <a:pt x="477" y="1232"/>
                  </a:cubicBezTo>
                  <a:cubicBezTo>
                    <a:pt x="497" y="1292"/>
                    <a:pt x="517" y="1352"/>
                    <a:pt x="545" y="1408"/>
                  </a:cubicBezTo>
                  <a:lnTo>
                    <a:pt x="549" y="1416"/>
                  </a:lnTo>
                  <a:cubicBezTo>
                    <a:pt x="585" y="1440"/>
                    <a:pt x="621" y="1464"/>
                    <a:pt x="657" y="1484"/>
                  </a:cubicBezTo>
                  <a:cubicBezTo>
                    <a:pt x="697" y="1500"/>
                    <a:pt x="733" y="1516"/>
                    <a:pt x="773" y="1528"/>
                  </a:cubicBezTo>
                  <a:cubicBezTo>
                    <a:pt x="817" y="1544"/>
                    <a:pt x="857" y="1549"/>
                    <a:pt x="901" y="1553"/>
                  </a:cubicBezTo>
                  <a:lnTo>
                    <a:pt x="965" y="1553"/>
                  </a:lnTo>
                  <a:cubicBezTo>
                    <a:pt x="985" y="1549"/>
                    <a:pt x="1005" y="1544"/>
                    <a:pt x="1029" y="1540"/>
                  </a:cubicBezTo>
                  <a:cubicBezTo>
                    <a:pt x="1069" y="1524"/>
                    <a:pt x="1109" y="1508"/>
                    <a:pt x="1145" y="1484"/>
                  </a:cubicBezTo>
                  <a:cubicBezTo>
                    <a:pt x="1181" y="1460"/>
                    <a:pt x="1213" y="1436"/>
                    <a:pt x="1245" y="1408"/>
                  </a:cubicBezTo>
                  <a:cubicBezTo>
                    <a:pt x="1273" y="1384"/>
                    <a:pt x="1305" y="1360"/>
                    <a:pt x="1337" y="1336"/>
                  </a:cubicBezTo>
                  <a:cubicBezTo>
                    <a:pt x="1353" y="1328"/>
                    <a:pt x="1369" y="1320"/>
                    <a:pt x="1385" y="1316"/>
                  </a:cubicBezTo>
                  <a:cubicBezTo>
                    <a:pt x="1389" y="1312"/>
                    <a:pt x="1397" y="1312"/>
                    <a:pt x="1405" y="1312"/>
                  </a:cubicBezTo>
                  <a:cubicBezTo>
                    <a:pt x="1425" y="1332"/>
                    <a:pt x="1441" y="1352"/>
                    <a:pt x="1461" y="1376"/>
                  </a:cubicBezTo>
                  <a:cubicBezTo>
                    <a:pt x="1481" y="1404"/>
                    <a:pt x="1497" y="1432"/>
                    <a:pt x="1513" y="1464"/>
                  </a:cubicBezTo>
                  <a:cubicBezTo>
                    <a:pt x="1521" y="1476"/>
                    <a:pt x="1525" y="1492"/>
                    <a:pt x="1533" y="1504"/>
                  </a:cubicBezTo>
                  <a:cubicBezTo>
                    <a:pt x="1537" y="1520"/>
                    <a:pt x="1541" y="1540"/>
                    <a:pt x="1545" y="1557"/>
                  </a:cubicBezTo>
                  <a:lnTo>
                    <a:pt x="1573" y="1665"/>
                  </a:lnTo>
                  <a:cubicBezTo>
                    <a:pt x="1589" y="1741"/>
                    <a:pt x="1617" y="1813"/>
                    <a:pt x="1653" y="1885"/>
                  </a:cubicBezTo>
                  <a:cubicBezTo>
                    <a:pt x="1673" y="1921"/>
                    <a:pt x="1697" y="1953"/>
                    <a:pt x="1721" y="1985"/>
                  </a:cubicBezTo>
                  <a:cubicBezTo>
                    <a:pt x="1749" y="2021"/>
                    <a:pt x="1781" y="2049"/>
                    <a:pt x="1813" y="2077"/>
                  </a:cubicBezTo>
                  <a:lnTo>
                    <a:pt x="1821" y="2081"/>
                  </a:lnTo>
                  <a:lnTo>
                    <a:pt x="1833" y="2085"/>
                  </a:lnTo>
                  <a:cubicBezTo>
                    <a:pt x="1849" y="2093"/>
                    <a:pt x="1869" y="2097"/>
                    <a:pt x="1885" y="2097"/>
                  </a:cubicBezTo>
                  <a:cubicBezTo>
                    <a:pt x="1901" y="2101"/>
                    <a:pt x="1917" y="2101"/>
                    <a:pt x="1933" y="2105"/>
                  </a:cubicBezTo>
                  <a:cubicBezTo>
                    <a:pt x="1969" y="2105"/>
                    <a:pt x="2005" y="2101"/>
                    <a:pt x="2041" y="2085"/>
                  </a:cubicBezTo>
                  <a:cubicBezTo>
                    <a:pt x="2061" y="2077"/>
                    <a:pt x="2081" y="2065"/>
                    <a:pt x="2097" y="2053"/>
                  </a:cubicBezTo>
                  <a:cubicBezTo>
                    <a:pt x="2105" y="2045"/>
                    <a:pt x="2109" y="2037"/>
                    <a:pt x="2117" y="2029"/>
                  </a:cubicBezTo>
                  <a:lnTo>
                    <a:pt x="2125" y="2013"/>
                  </a:lnTo>
                  <a:lnTo>
                    <a:pt x="2133" y="2009"/>
                  </a:lnTo>
                  <a:lnTo>
                    <a:pt x="2133" y="2001"/>
                  </a:lnTo>
                  <a:lnTo>
                    <a:pt x="2141" y="1981"/>
                  </a:lnTo>
                  <a:cubicBezTo>
                    <a:pt x="2141" y="1973"/>
                    <a:pt x="2145" y="1961"/>
                    <a:pt x="2149" y="1953"/>
                  </a:cubicBezTo>
                  <a:cubicBezTo>
                    <a:pt x="2153" y="1937"/>
                    <a:pt x="2153" y="1921"/>
                    <a:pt x="2157" y="1901"/>
                  </a:cubicBezTo>
                  <a:cubicBezTo>
                    <a:pt x="2161" y="1845"/>
                    <a:pt x="2161" y="1789"/>
                    <a:pt x="2157" y="1733"/>
                  </a:cubicBezTo>
                  <a:cubicBezTo>
                    <a:pt x="2157" y="1717"/>
                    <a:pt x="2153" y="1705"/>
                    <a:pt x="2153" y="1693"/>
                  </a:cubicBezTo>
                  <a:lnTo>
                    <a:pt x="2153" y="1693"/>
                  </a:lnTo>
                  <a:cubicBezTo>
                    <a:pt x="2177" y="1705"/>
                    <a:pt x="2205" y="1721"/>
                    <a:pt x="2229" y="1737"/>
                  </a:cubicBezTo>
                  <a:cubicBezTo>
                    <a:pt x="2241" y="1745"/>
                    <a:pt x="2253" y="1757"/>
                    <a:pt x="2265" y="1769"/>
                  </a:cubicBezTo>
                  <a:cubicBezTo>
                    <a:pt x="2273" y="1777"/>
                    <a:pt x="2281" y="1785"/>
                    <a:pt x="2289" y="1797"/>
                  </a:cubicBezTo>
                  <a:lnTo>
                    <a:pt x="2289" y="1801"/>
                  </a:lnTo>
                  <a:lnTo>
                    <a:pt x="2297" y="1809"/>
                  </a:lnTo>
                  <a:lnTo>
                    <a:pt x="2305" y="1821"/>
                  </a:lnTo>
                  <a:lnTo>
                    <a:pt x="2309" y="1829"/>
                  </a:lnTo>
                  <a:lnTo>
                    <a:pt x="2317" y="1837"/>
                  </a:lnTo>
                  <a:cubicBezTo>
                    <a:pt x="2325" y="1845"/>
                    <a:pt x="2329" y="1849"/>
                    <a:pt x="2337" y="1857"/>
                  </a:cubicBezTo>
                  <a:cubicBezTo>
                    <a:pt x="2341" y="1861"/>
                    <a:pt x="2349" y="1865"/>
                    <a:pt x="2357" y="1869"/>
                  </a:cubicBezTo>
                  <a:lnTo>
                    <a:pt x="2369" y="1873"/>
                  </a:lnTo>
                  <a:cubicBezTo>
                    <a:pt x="2377" y="1881"/>
                    <a:pt x="2389" y="1885"/>
                    <a:pt x="2401" y="1889"/>
                  </a:cubicBezTo>
                  <a:cubicBezTo>
                    <a:pt x="2437" y="1901"/>
                    <a:pt x="2477" y="1913"/>
                    <a:pt x="2517" y="1921"/>
                  </a:cubicBezTo>
                  <a:cubicBezTo>
                    <a:pt x="2557" y="1925"/>
                    <a:pt x="2597" y="1933"/>
                    <a:pt x="2637" y="1937"/>
                  </a:cubicBezTo>
                  <a:cubicBezTo>
                    <a:pt x="2713" y="1941"/>
                    <a:pt x="2789" y="1949"/>
                    <a:pt x="2869" y="1949"/>
                  </a:cubicBezTo>
                  <a:lnTo>
                    <a:pt x="2917" y="1949"/>
                  </a:lnTo>
                  <a:lnTo>
                    <a:pt x="2905" y="1909"/>
                  </a:lnTo>
                  <a:cubicBezTo>
                    <a:pt x="2885" y="1873"/>
                    <a:pt x="2869" y="1841"/>
                    <a:pt x="2849" y="1809"/>
                  </a:cubicBezTo>
                  <a:lnTo>
                    <a:pt x="2749" y="1729"/>
                  </a:lnTo>
                  <a:cubicBezTo>
                    <a:pt x="2221" y="1685"/>
                    <a:pt x="1841" y="1264"/>
                    <a:pt x="1841" y="1264"/>
                  </a:cubicBezTo>
                  <a:cubicBezTo>
                    <a:pt x="1633" y="1180"/>
                    <a:pt x="1433" y="1076"/>
                    <a:pt x="1241" y="956"/>
                  </a:cubicBezTo>
                  <a:cubicBezTo>
                    <a:pt x="961" y="764"/>
                    <a:pt x="581" y="176"/>
                    <a:pt x="349" y="40"/>
                  </a:cubicBezTo>
                  <a:cubicBezTo>
                    <a:pt x="305" y="16"/>
                    <a:pt x="257" y="0"/>
                    <a:pt x="205" y="0"/>
                  </a:cubicBezTo>
                  <a:close/>
                </a:path>
              </a:pathLst>
            </a:custGeom>
            <a:solidFill>
              <a:srgbClr val="A29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68"/>
            <p:cNvSpPr/>
            <p:nvPr/>
          </p:nvSpPr>
          <p:spPr>
            <a:xfrm flipH="1">
              <a:off x="4363312" y="820745"/>
              <a:ext cx="567066" cy="708951"/>
            </a:xfrm>
            <a:custGeom>
              <a:avLst/>
              <a:gdLst/>
              <a:ahLst/>
              <a:cxnLst/>
              <a:rect l="l" t="t" r="r" b="b"/>
              <a:pathLst>
                <a:path w="2262" h="2828" extrusionOk="0">
                  <a:moveTo>
                    <a:pt x="1361" y="0"/>
                  </a:moveTo>
                  <a:lnTo>
                    <a:pt x="1361" y="0"/>
                  </a:lnTo>
                  <a:cubicBezTo>
                    <a:pt x="1257" y="60"/>
                    <a:pt x="1137" y="75"/>
                    <a:pt x="1013" y="75"/>
                  </a:cubicBezTo>
                  <a:cubicBezTo>
                    <a:pt x="937" y="75"/>
                    <a:pt x="860" y="69"/>
                    <a:pt x="785" y="64"/>
                  </a:cubicBezTo>
                  <a:cubicBezTo>
                    <a:pt x="750" y="62"/>
                    <a:pt x="714" y="61"/>
                    <a:pt x="678" y="61"/>
                  </a:cubicBezTo>
                  <a:cubicBezTo>
                    <a:pt x="512" y="61"/>
                    <a:pt x="341" y="90"/>
                    <a:pt x="229" y="208"/>
                  </a:cubicBezTo>
                  <a:cubicBezTo>
                    <a:pt x="137" y="308"/>
                    <a:pt x="109" y="448"/>
                    <a:pt x="81" y="584"/>
                  </a:cubicBezTo>
                  <a:cubicBezTo>
                    <a:pt x="53" y="716"/>
                    <a:pt x="29" y="848"/>
                    <a:pt x="1" y="984"/>
                  </a:cubicBezTo>
                  <a:lnTo>
                    <a:pt x="25" y="988"/>
                  </a:lnTo>
                  <a:cubicBezTo>
                    <a:pt x="25" y="784"/>
                    <a:pt x="137" y="600"/>
                    <a:pt x="317" y="508"/>
                  </a:cubicBezTo>
                  <a:lnTo>
                    <a:pt x="317" y="508"/>
                  </a:lnTo>
                  <a:cubicBezTo>
                    <a:pt x="177" y="1012"/>
                    <a:pt x="253" y="1556"/>
                    <a:pt x="529" y="2008"/>
                  </a:cubicBezTo>
                  <a:cubicBezTo>
                    <a:pt x="421" y="1636"/>
                    <a:pt x="501" y="1232"/>
                    <a:pt x="741" y="932"/>
                  </a:cubicBezTo>
                  <a:lnTo>
                    <a:pt x="849" y="2608"/>
                  </a:lnTo>
                  <a:cubicBezTo>
                    <a:pt x="909" y="2344"/>
                    <a:pt x="1021" y="2092"/>
                    <a:pt x="1173" y="1872"/>
                  </a:cubicBezTo>
                  <a:lnTo>
                    <a:pt x="1173" y="1872"/>
                  </a:lnTo>
                  <a:cubicBezTo>
                    <a:pt x="1097" y="2124"/>
                    <a:pt x="1077" y="2392"/>
                    <a:pt x="1117" y="2652"/>
                  </a:cubicBezTo>
                  <a:cubicBezTo>
                    <a:pt x="1121" y="2704"/>
                    <a:pt x="1141" y="2748"/>
                    <a:pt x="1169" y="2788"/>
                  </a:cubicBezTo>
                  <a:cubicBezTo>
                    <a:pt x="1189" y="2814"/>
                    <a:pt x="1219" y="2828"/>
                    <a:pt x="1249" y="2828"/>
                  </a:cubicBezTo>
                  <a:cubicBezTo>
                    <a:pt x="1267" y="2828"/>
                    <a:pt x="1285" y="2823"/>
                    <a:pt x="1301" y="2812"/>
                  </a:cubicBezTo>
                  <a:cubicBezTo>
                    <a:pt x="1269" y="2740"/>
                    <a:pt x="1313" y="2656"/>
                    <a:pt x="1377" y="2604"/>
                  </a:cubicBezTo>
                  <a:cubicBezTo>
                    <a:pt x="1445" y="2560"/>
                    <a:pt x="1517" y="2528"/>
                    <a:pt x="1597" y="2504"/>
                  </a:cubicBezTo>
                  <a:cubicBezTo>
                    <a:pt x="1833" y="2408"/>
                    <a:pt x="2017" y="2216"/>
                    <a:pt x="2113" y="1980"/>
                  </a:cubicBezTo>
                  <a:cubicBezTo>
                    <a:pt x="2261" y="1604"/>
                    <a:pt x="2141" y="1168"/>
                    <a:pt x="1941" y="816"/>
                  </a:cubicBezTo>
                  <a:cubicBezTo>
                    <a:pt x="1793" y="556"/>
                    <a:pt x="1589" y="300"/>
                    <a:pt x="1601" y="0"/>
                  </a:cubicBezTo>
                  <a:lnTo>
                    <a:pt x="1601" y="0"/>
                  </a:lnTo>
                  <a:cubicBezTo>
                    <a:pt x="1517" y="120"/>
                    <a:pt x="1405" y="220"/>
                    <a:pt x="1277" y="284"/>
                  </a:cubicBezTo>
                  <a:cubicBezTo>
                    <a:pt x="1305" y="192"/>
                    <a:pt x="1333" y="96"/>
                    <a:pt x="1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68"/>
            <p:cNvSpPr/>
            <p:nvPr/>
          </p:nvSpPr>
          <p:spPr>
            <a:xfrm flipH="1">
              <a:off x="3620261" y="1527441"/>
              <a:ext cx="844583" cy="194786"/>
            </a:xfrm>
            <a:custGeom>
              <a:avLst/>
              <a:gdLst/>
              <a:ahLst/>
              <a:cxnLst/>
              <a:rect l="l" t="t" r="r" b="b"/>
              <a:pathLst>
                <a:path w="3369" h="777" extrusionOk="0">
                  <a:moveTo>
                    <a:pt x="486" y="0"/>
                  </a:moveTo>
                  <a:cubicBezTo>
                    <a:pt x="373" y="0"/>
                    <a:pt x="262" y="16"/>
                    <a:pt x="152" y="53"/>
                  </a:cubicBezTo>
                  <a:cubicBezTo>
                    <a:pt x="100" y="65"/>
                    <a:pt x="52" y="101"/>
                    <a:pt x="24" y="149"/>
                  </a:cubicBezTo>
                  <a:cubicBezTo>
                    <a:pt x="0" y="213"/>
                    <a:pt x="20" y="285"/>
                    <a:pt x="76" y="329"/>
                  </a:cubicBezTo>
                  <a:cubicBezTo>
                    <a:pt x="132" y="369"/>
                    <a:pt x="196" y="397"/>
                    <a:pt x="264" y="409"/>
                  </a:cubicBezTo>
                  <a:lnTo>
                    <a:pt x="264" y="421"/>
                  </a:lnTo>
                  <a:cubicBezTo>
                    <a:pt x="310" y="421"/>
                    <a:pt x="355" y="421"/>
                    <a:pt x="401" y="421"/>
                  </a:cubicBezTo>
                  <a:cubicBezTo>
                    <a:pt x="719" y="421"/>
                    <a:pt x="1037" y="433"/>
                    <a:pt x="1352" y="457"/>
                  </a:cubicBezTo>
                  <a:cubicBezTo>
                    <a:pt x="1592" y="469"/>
                    <a:pt x="1832" y="513"/>
                    <a:pt x="2064" y="589"/>
                  </a:cubicBezTo>
                  <a:cubicBezTo>
                    <a:pt x="2184" y="629"/>
                    <a:pt x="2300" y="689"/>
                    <a:pt x="2424" y="725"/>
                  </a:cubicBezTo>
                  <a:cubicBezTo>
                    <a:pt x="2538" y="762"/>
                    <a:pt x="2657" y="777"/>
                    <a:pt x="2776" y="777"/>
                  </a:cubicBezTo>
                  <a:cubicBezTo>
                    <a:pt x="2974" y="777"/>
                    <a:pt x="3176" y="735"/>
                    <a:pt x="3368" y="677"/>
                  </a:cubicBezTo>
                  <a:lnTo>
                    <a:pt x="3368" y="677"/>
                  </a:lnTo>
                  <a:cubicBezTo>
                    <a:pt x="3244" y="708"/>
                    <a:pt x="3117" y="723"/>
                    <a:pt x="2990" y="723"/>
                  </a:cubicBezTo>
                  <a:cubicBezTo>
                    <a:pt x="2686" y="723"/>
                    <a:pt x="2385" y="636"/>
                    <a:pt x="2128" y="469"/>
                  </a:cubicBezTo>
                  <a:cubicBezTo>
                    <a:pt x="1980" y="369"/>
                    <a:pt x="1848" y="245"/>
                    <a:pt x="1696" y="149"/>
                  </a:cubicBezTo>
                  <a:cubicBezTo>
                    <a:pt x="1567" y="68"/>
                    <a:pt x="1417" y="3"/>
                    <a:pt x="1267" y="3"/>
                  </a:cubicBezTo>
                  <a:cubicBezTo>
                    <a:pt x="1240" y="3"/>
                    <a:pt x="1214" y="5"/>
                    <a:pt x="1188" y="9"/>
                  </a:cubicBezTo>
                  <a:cubicBezTo>
                    <a:pt x="1260" y="105"/>
                    <a:pt x="1344" y="189"/>
                    <a:pt x="1444" y="261"/>
                  </a:cubicBezTo>
                  <a:cubicBezTo>
                    <a:pt x="1139" y="131"/>
                    <a:pt x="809" y="0"/>
                    <a:pt x="4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68"/>
            <p:cNvSpPr/>
            <p:nvPr/>
          </p:nvSpPr>
          <p:spPr>
            <a:xfrm flipH="1">
              <a:off x="3638312" y="1688635"/>
              <a:ext cx="669098" cy="186513"/>
            </a:xfrm>
            <a:custGeom>
              <a:avLst/>
              <a:gdLst/>
              <a:ahLst/>
              <a:cxnLst/>
              <a:rect l="l" t="t" r="r" b="b"/>
              <a:pathLst>
                <a:path w="2669" h="744" extrusionOk="0">
                  <a:moveTo>
                    <a:pt x="792" y="1"/>
                  </a:moveTo>
                  <a:cubicBezTo>
                    <a:pt x="569" y="1"/>
                    <a:pt x="337" y="48"/>
                    <a:pt x="111" y="48"/>
                  </a:cubicBezTo>
                  <a:cubicBezTo>
                    <a:pt x="90" y="48"/>
                    <a:pt x="69" y="47"/>
                    <a:pt x="48" y="46"/>
                  </a:cubicBezTo>
                  <a:lnTo>
                    <a:pt x="48" y="46"/>
                  </a:lnTo>
                  <a:lnTo>
                    <a:pt x="100" y="94"/>
                  </a:lnTo>
                  <a:cubicBezTo>
                    <a:pt x="86" y="82"/>
                    <a:pt x="68" y="76"/>
                    <a:pt x="50" y="76"/>
                  </a:cubicBezTo>
                  <a:cubicBezTo>
                    <a:pt x="32" y="76"/>
                    <a:pt x="14" y="82"/>
                    <a:pt x="0" y="94"/>
                  </a:cubicBezTo>
                  <a:cubicBezTo>
                    <a:pt x="124" y="215"/>
                    <a:pt x="296" y="239"/>
                    <a:pt x="473" y="239"/>
                  </a:cubicBezTo>
                  <a:cubicBezTo>
                    <a:pt x="560" y="239"/>
                    <a:pt x="648" y="233"/>
                    <a:pt x="732" y="231"/>
                  </a:cubicBezTo>
                  <a:cubicBezTo>
                    <a:pt x="760" y="229"/>
                    <a:pt x="788" y="229"/>
                    <a:pt x="816" y="229"/>
                  </a:cubicBezTo>
                  <a:cubicBezTo>
                    <a:pt x="1101" y="229"/>
                    <a:pt x="1386" y="287"/>
                    <a:pt x="1612" y="455"/>
                  </a:cubicBezTo>
                  <a:cubicBezTo>
                    <a:pt x="1508" y="442"/>
                    <a:pt x="1402" y="436"/>
                    <a:pt x="1297" y="436"/>
                  </a:cubicBezTo>
                  <a:cubicBezTo>
                    <a:pt x="1168" y="436"/>
                    <a:pt x="1038" y="445"/>
                    <a:pt x="908" y="463"/>
                  </a:cubicBezTo>
                  <a:cubicBezTo>
                    <a:pt x="1132" y="587"/>
                    <a:pt x="1376" y="671"/>
                    <a:pt x="1624" y="723"/>
                  </a:cubicBezTo>
                  <a:cubicBezTo>
                    <a:pt x="1689" y="738"/>
                    <a:pt x="1757" y="744"/>
                    <a:pt x="1825" y="744"/>
                  </a:cubicBezTo>
                  <a:cubicBezTo>
                    <a:pt x="1845" y="744"/>
                    <a:pt x="1864" y="743"/>
                    <a:pt x="1884" y="743"/>
                  </a:cubicBezTo>
                  <a:cubicBezTo>
                    <a:pt x="2004" y="723"/>
                    <a:pt x="2124" y="683"/>
                    <a:pt x="2232" y="623"/>
                  </a:cubicBezTo>
                  <a:lnTo>
                    <a:pt x="2668" y="423"/>
                  </a:lnTo>
                  <a:lnTo>
                    <a:pt x="2668" y="423"/>
                  </a:lnTo>
                  <a:cubicBezTo>
                    <a:pt x="2490" y="466"/>
                    <a:pt x="2301" y="509"/>
                    <a:pt x="2117" y="509"/>
                  </a:cubicBezTo>
                  <a:cubicBezTo>
                    <a:pt x="2000" y="509"/>
                    <a:pt x="1885" y="492"/>
                    <a:pt x="1776" y="447"/>
                  </a:cubicBezTo>
                  <a:cubicBezTo>
                    <a:pt x="1552" y="355"/>
                    <a:pt x="1388" y="158"/>
                    <a:pt x="1168" y="66"/>
                  </a:cubicBezTo>
                  <a:cubicBezTo>
                    <a:pt x="1048" y="17"/>
                    <a:pt x="921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68"/>
            <p:cNvSpPr/>
            <p:nvPr/>
          </p:nvSpPr>
          <p:spPr>
            <a:xfrm flipH="1">
              <a:off x="4994304" y="552005"/>
              <a:ext cx="147658" cy="608926"/>
            </a:xfrm>
            <a:custGeom>
              <a:avLst/>
              <a:gdLst/>
              <a:ahLst/>
              <a:cxnLst/>
              <a:rect l="l" t="t" r="r" b="b"/>
              <a:pathLst>
                <a:path w="589" h="2429" extrusionOk="0">
                  <a:moveTo>
                    <a:pt x="385" y="0"/>
                  </a:moveTo>
                  <a:cubicBezTo>
                    <a:pt x="301" y="224"/>
                    <a:pt x="217" y="452"/>
                    <a:pt x="133" y="676"/>
                  </a:cubicBezTo>
                  <a:cubicBezTo>
                    <a:pt x="69" y="856"/>
                    <a:pt x="1" y="1052"/>
                    <a:pt x="69" y="1232"/>
                  </a:cubicBezTo>
                  <a:cubicBezTo>
                    <a:pt x="133" y="1136"/>
                    <a:pt x="169" y="1032"/>
                    <a:pt x="185" y="920"/>
                  </a:cubicBezTo>
                  <a:cubicBezTo>
                    <a:pt x="221" y="1444"/>
                    <a:pt x="361" y="1956"/>
                    <a:pt x="589" y="2428"/>
                  </a:cubicBezTo>
                  <a:lnTo>
                    <a:pt x="557" y="1884"/>
                  </a:lnTo>
                  <a:cubicBezTo>
                    <a:pt x="553" y="1752"/>
                    <a:pt x="537" y="1616"/>
                    <a:pt x="509" y="1484"/>
                  </a:cubicBezTo>
                  <a:cubicBezTo>
                    <a:pt x="461" y="1296"/>
                    <a:pt x="365" y="1116"/>
                    <a:pt x="357" y="920"/>
                  </a:cubicBezTo>
                  <a:cubicBezTo>
                    <a:pt x="345" y="640"/>
                    <a:pt x="521" y="356"/>
                    <a:pt x="425" y="92"/>
                  </a:cubicBezTo>
                  <a:lnTo>
                    <a:pt x="425" y="92"/>
                  </a:lnTo>
                  <a:lnTo>
                    <a:pt x="417" y="176"/>
                  </a:lnTo>
                  <a:cubicBezTo>
                    <a:pt x="405" y="116"/>
                    <a:pt x="393" y="56"/>
                    <a:pt x="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68"/>
            <p:cNvSpPr/>
            <p:nvPr/>
          </p:nvSpPr>
          <p:spPr>
            <a:xfrm flipH="1">
              <a:off x="4160754" y="661306"/>
              <a:ext cx="476566" cy="589874"/>
            </a:xfrm>
            <a:custGeom>
              <a:avLst/>
              <a:gdLst/>
              <a:ahLst/>
              <a:cxnLst/>
              <a:rect l="l" t="t" r="r" b="b"/>
              <a:pathLst>
                <a:path w="1901" h="2353" extrusionOk="0">
                  <a:moveTo>
                    <a:pt x="856" y="0"/>
                  </a:moveTo>
                  <a:lnTo>
                    <a:pt x="856" y="0"/>
                  </a:lnTo>
                  <a:cubicBezTo>
                    <a:pt x="712" y="124"/>
                    <a:pt x="540" y="216"/>
                    <a:pt x="356" y="260"/>
                  </a:cubicBezTo>
                  <a:cubicBezTo>
                    <a:pt x="284" y="272"/>
                    <a:pt x="216" y="288"/>
                    <a:pt x="152" y="308"/>
                  </a:cubicBezTo>
                  <a:cubicBezTo>
                    <a:pt x="84" y="332"/>
                    <a:pt x="28" y="384"/>
                    <a:pt x="0" y="448"/>
                  </a:cubicBezTo>
                  <a:cubicBezTo>
                    <a:pt x="12" y="448"/>
                    <a:pt x="20" y="452"/>
                    <a:pt x="32" y="456"/>
                  </a:cubicBezTo>
                  <a:lnTo>
                    <a:pt x="12" y="456"/>
                  </a:lnTo>
                  <a:cubicBezTo>
                    <a:pt x="44" y="468"/>
                    <a:pt x="80" y="480"/>
                    <a:pt x="112" y="488"/>
                  </a:cubicBezTo>
                  <a:cubicBezTo>
                    <a:pt x="144" y="504"/>
                    <a:pt x="176" y="512"/>
                    <a:pt x="208" y="520"/>
                  </a:cubicBezTo>
                  <a:cubicBezTo>
                    <a:pt x="213" y="519"/>
                    <a:pt x="217" y="519"/>
                    <a:pt x="222" y="519"/>
                  </a:cubicBezTo>
                  <a:cubicBezTo>
                    <a:pt x="233" y="519"/>
                    <a:pt x="245" y="522"/>
                    <a:pt x="256" y="524"/>
                  </a:cubicBezTo>
                  <a:cubicBezTo>
                    <a:pt x="272" y="528"/>
                    <a:pt x="288" y="540"/>
                    <a:pt x="304" y="544"/>
                  </a:cubicBezTo>
                  <a:cubicBezTo>
                    <a:pt x="308" y="545"/>
                    <a:pt x="312" y="546"/>
                    <a:pt x="316" y="546"/>
                  </a:cubicBezTo>
                  <a:cubicBezTo>
                    <a:pt x="348" y="546"/>
                    <a:pt x="379" y="517"/>
                    <a:pt x="400" y="492"/>
                  </a:cubicBezTo>
                  <a:cubicBezTo>
                    <a:pt x="404" y="484"/>
                    <a:pt x="412" y="480"/>
                    <a:pt x="416" y="472"/>
                  </a:cubicBezTo>
                  <a:cubicBezTo>
                    <a:pt x="440" y="464"/>
                    <a:pt x="464" y="456"/>
                    <a:pt x="488" y="444"/>
                  </a:cubicBezTo>
                  <a:cubicBezTo>
                    <a:pt x="512" y="616"/>
                    <a:pt x="632" y="752"/>
                    <a:pt x="736" y="892"/>
                  </a:cubicBezTo>
                  <a:cubicBezTo>
                    <a:pt x="1048" y="1312"/>
                    <a:pt x="1220" y="1816"/>
                    <a:pt x="1464" y="2276"/>
                  </a:cubicBezTo>
                  <a:cubicBezTo>
                    <a:pt x="1484" y="2312"/>
                    <a:pt x="1508" y="2348"/>
                    <a:pt x="1548" y="2352"/>
                  </a:cubicBezTo>
                  <a:cubicBezTo>
                    <a:pt x="1596" y="2352"/>
                    <a:pt x="1624" y="2296"/>
                    <a:pt x="1636" y="2248"/>
                  </a:cubicBezTo>
                  <a:cubicBezTo>
                    <a:pt x="1684" y="2048"/>
                    <a:pt x="1704" y="1840"/>
                    <a:pt x="1688" y="1632"/>
                  </a:cubicBezTo>
                  <a:cubicBezTo>
                    <a:pt x="1691" y="1632"/>
                    <a:pt x="1694" y="1631"/>
                    <a:pt x="1696" y="1631"/>
                  </a:cubicBezTo>
                  <a:cubicBezTo>
                    <a:pt x="1723" y="1631"/>
                    <a:pt x="1736" y="1667"/>
                    <a:pt x="1740" y="1696"/>
                  </a:cubicBezTo>
                  <a:cubicBezTo>
                    <a:pt x="1756" y="1892"/>
                    <a:pt x="1744" y="2088"/>
                    <a:pt x="1712" y="2280"/>
                  </a:cubicBezTo>
                  <a:cubicBezTo>
                    <a:pt x="1864" y="2108"/>
                    <a:pt x="1900" y="1852"/>
                    <a:pt x="1852" y="1624"/>
                  </a:cubicBezTo>
                  <a:cubicBezTo>
                    <a:pt x="1808" y="1396"/>
                    <a:pt x="1692" y="1188"/>
                    <a:pt x="1568" y="992"/>
                  </a:cubicBezTo>
                  <a:cubicBezTo>
                    <a:pt x="1440" y="796"/>
                    <a:pt x="1304" y="608"/>
                    <a:pt x="1204" y="396"/>
                  </a:cubicBezTo>
                  <a:cubicBezTo>
                    <a:pt x="1192" y="360"/>
                    <a:pt x="1176" y="328"/>
                    <a:pt x="1160" y="292"/>
                  </a:cubicBezTo>
                  <a:cubicBezTo>
                    <a:pt x="1124" y="352"/>
                    <a:pt x="1112" y="420"/>
                    <a:pt x="1124" y="488"/>
                  </a:cubicBezTo>
                  <a:cubicBezTo>
                    <a:pt x="1072" y="324"/>
                    <a:pt x="1064" y="132"/>
                    <a:pt x="936" y="24"/>
                  </a:cubicBezTo>
                  <a:cubicBezTo>
                    <a:pt x="912" y="124"/>
                    <a:pt x="832" y="204"/>
                    <a:pt x="728" y="224"/>
                  </a:cubicBezTo>
                  <a:cubicBezTo>
                    <a:pt x="788" y="160"/>
                    <a:pt x="828" y="80"/>
                    <a:pt x="8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68"/>
            <p:cNvSpPr/>
            <p:nvPr/>
          </p:nvSpPr>
          <p:spPr>
            <a:xfrm flipH="1">
              <a:off x="3456811" y="1287530"/>
              <a:ext cx="846589" cy="336677"/>
            </a:xfrm>
            <a:custGeom>
              <a:avLst/>
              <a:gdLst/>
              <a:ahLst/>
              <a:cxnLst/>
              <a:rect l="l" t="t" r="r" b="b"/>
              <a:pathLst>
                <a:path w="3377" h="1343" extrusionOk="0">
                  <a:moveTo>
                    <a:pt x="684" y="1"/>
                  </a:moveTo>
                  <a:cubicBezTo>
                    <a:pt x="543" y="1"/>
                    <a:pt x="404" y="37"/>
                    <a:pt x="300" y="130"/>
                  </a:cubicBezTo>
                  <a:lnTo>
                    <a:pt x="280" y="130"/>
                  </a:lnTo>
                  <a:cubicBezTo>
                    <a:pt x="272" y="242"/>
                    <a:pt x="252" y="354"/>
                    <a:pt x="216" y="462"/>
                  </a:cubicBezTo>
                  <a:cubicBezTo>
                    <a:pt x="180" y="570"/>
                    <a:pt x="104" y="662"/>
                    <a:pt x="0" y="714"/>
                  </a:cubicBezTo>
                  <a:cubicBezTo>
                    <a:pt x="69" y="749"/>
                    <a:pt x="143" y="761"/>
                    <a:pt x="218" y="761"/>
                  </a:cubicBezTo>
                  <a:cubicBezTo>
                    <a:pt x="391" y="761"/>
                    <a:pt x="577" y="697"/>
                    <a:pt x="755" y="697"/>
                  </a:cubicBezTo>
                  <a:cubicBezTo>
                    <a:pt x="804" y="697"/>
                    <a:pt x="853" y="702"/>
                    <a:pt x="900" y="714"/>
                  </a:cubicBezTo>
                  <a:cubicBezTo>
                    <a:pt x="960" y="730"/>
                    <a:pt x="1020" y="754"/>
                    <a:pt x="1076" y="782"/>
                  </a:cubicBezTo>
                  <a:lnTo>
                    <a:pt x="2004" y="1226"/>
                  </a:lnTo>
                  <a:cubicBezTo>
                    <a:pt x="2080" y="1266"/>
                    <a:pt x="2160" y="1298"/>
                    <a:pt x="2240" y="1322"/>
                  </a:cubicBezTo>
                  <a:cubicBezTo>
                    <a:pt x="2300" y="1336"/>
                    <a:pt x="2361" y="1343"/>
                    <a:pt x="2421" y="1343"/>
                  </a:cubicBezTo>
                  <a:cubicBezTo>
                    <a:pt x="2556" y="1343"/>
                    <a:pt x="2690" y="1310"/>
                    <a:pt x="2808" y="1246"/>
                  </a:cubicBezTo>
                  <a:cubicBezTo>
                    <a:pt x="2980" y="1154"/>
                    <a:pt x="3132" y="1026"/>
                    <a:pt x="3252" y="874"/>
                  </a:cubicBezTo>
                  <a:lnTo>
                    <a:pt x="3252" y="874"/>
                  </a:lnTo>
                  <a:cubicBezTo>
                    <a:pt x="3233" y="888"/>
                    <a:pt x="3209" y="896"/>
                    <a:pt x="3184" y="896"/>
                  </a:cubicBezTo>
                  <a:cubicBezTo>
                    <a:pt x="3172" y="896"/>
                    <a:pt x="3160" y="894"/>
                    <a:pt x="3148" y="890"/>
                  </a:cubicBezTo>
                  <a:cubicBezTo>
                    <a:pt x="3280" y="774"/>
                    <a:pt x="3360" y="614"/>
                    <a:pt x="3376" y="438"/>
                  </a:cubicBezTo>
                  <a:lnTo>
                    <a:pt x="3376" y="438"/>
                  </a:lnTo>
                  <a:cubicBezTo>
                    <a:pt x="3296" y="446"/>
                    <a:pt x="3232" y="506"/>
                    <a:pt x="3164" y="558"/>
                  </a:cubicBezTo>
                  <a:cubicBezTo>
                    <a:pt x="3114" y="599"/>
                    <a:pt x="3051" y="635"/>
                    <a:pt x="2988" y="635"/>
                  </a:cubicBezTo>
                  <a:cubicBezTo>
                    <a:pt x="2971" y="635"/>
                    <a:pt x="2953" y="632"/>
                    <a:pt x="2936" y="626"/>
                  </a:cubicBezTo>
                  <a:cubicBezTo>
                    <a:pt x="2980" y="590"/>
                    <a:pt x="3016" y="550"/>
                    <a:pt x="3048" y="506"/>
                  </a:cubicBezTo>
                  <a:lnTo>
                    <a:pt x="3048" y="506"/>
                  </a:lnTo>
                  <a:cubicBezTo>
                    <a:pt x="2876" y="514"/>
                    <a:pt x="2700" y="518"/>
                    <a:pt x="2528" y="518"/>
                  </a:cubicBezTo>
                  <a:cubicBezTo>
                    <a:pt x="2483" y="520"/>
                    <a:pt x="2438" y="521"/>
                    <a:pt x="2393" y="521"/>
                  </a:cubicBezTo>
                  <a:cubicBezTo>
                    <a:pt x="2248" y="521"/>
                    <a:pt x="2105" y="511"/>
                    <a:pt x="1964" y="486"/>
                  </a:cubicBezTo>
                  <a:cubicBezTo>
                    <a:pt x="1756" y="434"/>
                    <a:pt x="1556" y="362"/>
                    <a:pt x="1368" y="270"/>
                  </a:cubicBezTo>
                  <a:lnTo>
                    <a:pt x="1368" y="270"/>
                  </a:lnTo>
                  <a:cubicBezTo>
                    <a:pt x="1620" y="360"/>
                    <a:pt x="1885" y="405"/>
                    <a:pt x="2151" y="405"/>
                  </a:cubicBezTo>
                  <a:cubicBezTo>
                    <a:pt x="2277" y="405"/>
                    <a:pt x="2403" y="395"/>
                    <a:pt x="2528" y="374"/>
                  </a:cubicBezTo>
                  <a:cubicBezTo>
                    <a:pt x="2192" y="278"/>
                    <a:pt x="1828" y="314"/>
                    <a:pt x="1492" y="222"/>
                  </a:cubicBezTo>
                  <a:cubicBezTo>
                    <a:pt x="1288" y="170"/>
                    <a:pt x="1100" y="74"/>
                    <a:pt x="896" y="26"/>
                  </a:cubicBezTo>
                  <a:cubicBezTo>
                    <a:pt x="828" y="10"/>
                    <a:pt x="755" y="1"/>
                    <a:pt x="6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68"/>
            <p:cNvSpPr/>
            <p:nvPr/>
          </p:nvSpPr>
          <p:spPr>
            <a:xfrm flipH="1">
              <a:off x="4605983" y="1549752"/>
              <a:ext cx="182755" cy="146654"/>
            </a:xfrm>
            <a:custGeom>
              <a:avLst/>
              <a:gdLst/>
              <a:ahLst/>
              <a:cxnLst/>
              <a:rect l="l" t="t" r="r" b="b"/>
              <a:pathLst>
                <a:path w="729" h="585" extrusionOk="0">
                  <a:moveTo>
                    <a:pt x="324" y="0"/>
                  </a:moveTo>
                  <a:cubicBezTo>
                    <a:pt x="256" y="4"/>
                    <a:pt x="192" y="36"/>
                    <a:pt x="140" y="84"/>
                  </a:cubicBezTo>
                  <a:cubicBezTo>
                    <a:pt x="96" y="120"/>
                    <a:pt x="60" y="164"/>
                    <a:pt x="32" y="216"/>
                  </a:cubicBezTo>
                  <a:cubicBezTo>
                    <a:pt x="4" y="264"/>
                    <a:pt x="0" y="324"/>
                    <a:pt x="16" y="380"/>
                  </a:cubicBezTo>
                  <a:cubicBezTo>
                    <a:pt x="27" y="407"/>
                    <a:pt x="52" y="433"/>
                    <a:pt x="79" y="433"/>
                  </a:cubicBezTo>
                  <a:cubicBezTo>
                    <a:pt x="80" y="433"/>
                    <a:pt x="82" y="433"/>
                    <a:pt x="84" y="432"/>
                  </a:cubicBezTo>
                  <a:cubicBezTo>
                    <a:pt x="100" y="428"/>
                    <a:pt x="112" y="424"/>
                    <a:pt x="120" y="416"/>
                  </a:cubicBezTo>
                  <a:lnTo>
                    <a:pt x="228" y="340"/>
                  </a:lnTo>
                  <a:cubicBezTo>
                    <a:pt x="236" y="333"/>
                    <a:pt x="249" y="327"/>
                    <a:pt x="260" y="327"/>
                  </a:cubicBezTo>
                  <a:cubicBezTo>
                    <a:pt x="266" y="327"/>
                    <a:pt x="272" y="328"/>
                    <a:pt x="276" y="332"/>
                  </a:cubicBezTo>
                  <a:cubicBezTo>
                    <a:pt x="204" y="396"/>
                    <a:pt x="168" y="488"/>
                    <a:pt x="172" y="584"/>
                  </a:cubicBezTo>
                  <a:cubicBezTo>
                    <a:pt x="204" y="528"/>
                    <a:pt x="248" y="480"/>
                    <a:pt x="304" y="444"/>
                  </a:cubicBezTo>
                  <a:cubicBezTo>
                    <a:pt x="364" y="400"/>
                    <a:pt x="424" y="360"/>
                    <a:pt x="484" y="320"/>
                  </a:cubicBezTo>
                  <a:cubicBezTo>
                    <a:pt x="539" y="284"/>
                    <a:pt x="605" y="248"/>
                    <a:pt x="668" y="246"/>
                  </a:cubicBezTo>
                  <a:lnTo>
                    <a:pt x="668" y="246"/>
                  </a:lnTo>
                  <a:cubicBezTo>
                    <a:pt x="671" y="250"/>
                    <a:pt x="673" y="253"/>
                    <a:pt x="676" y="256"/>
                  </a:cubicBezTo>
                  <a:lnTo>
                    <a:pt x="728" y="256"/>
                  </a:lnTo>
                  <a:cubicBezTo>
                    <a:pt x="710" y="249"/>
                    <a:pt x="691" y="246"/>
                    <a:pt x="672" y="246"/>
                  </a:cubicBezTo>
                  <a:cubicBezTo>
                    <a:pt x="671" y="246"/>
                    <a:pt x="670" y="246"/>
                    <a:pt x="668" y="246"/>
                  </a:cubicBezTo>
                  <a:lnTo>
                    <a:pt x="668" y="246"/>
                  </a:lnTo>
                  <a:cubicBezTo>
                    <a:pt x="610" y="171"/>
                    <a:pt x="545" y="110"/>
                    <a:pt x="468" y="56"/>
                  </a:cubicBezTo>
                  <a:cubicBezTo>
                    <a:pt x="428" y="24"/>
                    <a:pt x="376" y="4"/>
                    <a:pt x="324" y="0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68"/>
            <p:cNvSpPr/>
            <p:nvPr/>
          </p:nvSpPr>
          <p:spPr>
            <a:xfrm flipH="1">
              <a:off x="4753390" y="1406357"/>
              <a:ext cx="128856" cy="88494"/>
            </a:xfrm>
            <a:custGeom>
              <a:avLst/>
              <a:gdLst/>
              <a:ahLst/>
              <a:cxnLst/>
              <a:rect l="l" t="t" r="r" b="b"/>
              <a:pathLst>
                <a:path w="514" h="353" extrusionOk="0">
                  <a:moveTo>
                    <a:pt x="1" y="0"/>
                  </a:moveTo>
                  <a:lnTo>
                    <a:pt x="1" y="0"/>
                  </a:lnTo>
                  <a:cubicBezTo>
                    <a:pt x="85" y="60"/>
                    <a:pt x="161" y="120"/>
                    <a:pt x="233" y="188"/>
                  </a:cubicBezTo>
                  <a:cubicBezTo>
                    <a:pt x="305" y="256"/>
                    <a:pt x="386" y="331"/>
                    <a:pt x="479" y="346"/>
                  </a:cubicBezTo>
                  <a:lnTo>
                    <a:pt x="479" y="346"/>
                  </a:lnTo>
                  <a:cubicBezTo>
                    <a:pt x="441" y="300"/>
                    <a:pt x="399" y="258"/>
                    <a:pt x="357" y="216"/>
                  </a:cubicBezTo>
                  <a:lnTo>
                    <a:pt x="301" y="164"/>
                  </a:lnTo>
                  <a:cubicBezTo>
                    <a:pt x="277" y="140"/>
                    <a:pt x="257" y="120"/>
                    <a:pt x="229" y="100"/>
                  </a:cubicBezTo>
                  <a:cubicBezTo>
                    <a:pt x="165" y="48"/>
                    <a:pt x="85" y="12"/>
                    <a:pt x="1" y="0"/>
                  </a:cubicBezTo>
                  <a:close/>
                  <a:moveTo>
                    <a:pt x="479" y="346"/>
                  </a:moveTo>
                  <a:cubicBezTo>
                    <a:pt x="481" y="348"/>
                    <a:pt x="483" y="350"/>
                    <a:pt x="485" y="352"/>
                  </a:cubicBezTo>
                  <a:lnTo>
                    <a:pt x="513" y="348"/>
                  </a:lnTo>
                  <a:cubicBezTo>
                    <a:pt x="502" y="348"/>
                    <a:pt x="490" y="348"/>
                    <a:pt x="479" y="346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68"/>
            <p:cNvSpPr/>
            <p:nvPr/>
          </p:nvSpPr>
          <p:spPr>
            <a:xfrm flipH="1">
              <a:off x="4463591" y="1677103"/>
              <a:ext cx="71447" cy="130609"/>
            </a:xfrm>
            <a:custGeom>
              <a:avLst/>
              <a:gdLst/>
              <a:ahLst/>
              <a:cxnLst/>
              <a:rect l="l" t="t" r="r" b="b"/>
              <a:pathLst>
                <a:path w="285" h="521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76"/>
                    <a:pt x="28" y="148"/>
                    <a:pt x="68" y="212"/>
                  </a:cubicBezTo>
                  <a:lnTo>
                    <a:pt x="212" y="485"/>
                  </a:lnTo>
                  <a:cubicBezTo>
                    <a:pt x="216" y="491"/>
                    <a:pt x="222" y="501"/>
                    <a:pt x="229" y="501"/>
                  </a:cubicBezTo>
                  <a:cubicBezTo>
                    <a:pt x="230" y="501"/>
                    <a:pt x="231" y="501"/>
                    <a:pt x="232" y="501"/>
                  </a:cubicBezTo>
                  <a:lnTo>
                    <a:pt x="256" y="521"/>
                  </a:lnTo>
                  <a:cubicBezTo>
                    <a:pt x="284" y="345"/>
                    <a:pt x="220" y="168"/>
                    <a:pt x="92" y="48"/>
                  </a:cubicBezTo>
                  <a:cubicBezTo>
                    <a:pt x="68" y="20"/>
                    <a:pt x="36" y="4"/>
                    <a:pt x="0" y="0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68"/>
            <p:cNvSpPr/>
            <p:nvPr/>
          </p:nvSpPr>
          <p:spPr>
            <a:xfrm flipH="1">
              <a:off x="3298372" y="1448473"/>
              <a:ext cx="1209591" cy="436702"/>
            </a:xfrm>
            <a:custGeom>
              <a:avLst/>
              <a:gdLst/>
              <a:ahLst/>
              <a:cxnLst/>
              <a:rect l="l" t="t" r="r" b="b"/>
              <a:pathLst>
                <a:path w="4825" h="1742" extrusionOk="0">
                  <a:moveTo>
                    <a:pt x="1420" y="120"/>
                  </a:moveTo>
                  <a:cubicBezTo>
                    <a:pt x="1472" y="120"/>
                    <a:pt x="1520" y="128"/>
                    <a:pt x="1572" y="140"/>
                  </a:cubicBezTo>
                  <a:cubicBezTo>
                    <a:pt x="1676" y="164"/>
                    <a:pt x="1780" y="196"/>
                    <a:pt x="1884" y="236"/>
                  </a:cubicBezTo>
                  <a:cubicBezTo>
                    <a:pt x="1988" y="272"/>
                    <a:pt x="2092" y="312"/>
                    <a:pt x="2196" y="356"/>
                  </a:cubicBezTo>
                  <a:cubicBezTo>
                    <a:pt x="2400" y="440"/>
                    <a:pt x="2608" y="528"/>
                    <a:pt x="2812" y="616"/>
                  </a:cubicBezTo>
                  <a:cubicBezTo>
                    <a:pt x="2916" y="656"/>
                    <a:pt x="3020" y="700"/>
                    <a:pt x="3124" y="740"/>
                  </a:cubicBezTo>
                  <a:cubicBezTo>
                    <a:pt x="3228" y="784"/>
                    <a:pt x="3340" y="820"/>
                    <a:pt x="3448" y="848"/>
                  </a:cubicBezTo>
                  <a:lnTo>
                    <a:pt x="3616" y="868"/>
                  </a:lnTo>
                  <a:lnTo>
                    <a:pt x="3784" y="884"/>
                  </a:lnTo>
                  <a:cubicBezTo>
                    <a:pt x="3866" y="890"/>
                    <a:pt x="3950" y="894"/>
                    <a:pt x="4034" y="894"/>
                  </a:cubicBezTo>
                  <a:cubicBezTo>
                    <a:pt x="4064" y="894"/>
                    <a:pt x="4094" y="894"/>
                    <a:pt x="4124" y="892"/>
                  </a:cubicBezTo>
                  <a:cubicBezTo>
                    <a:pt x="4236" y="884"/>
                    <a:pt x="4348" y="876"/>
                    <a:pt x="4460" y="856"/>
                  </a:cubicBezTo>
                  <a:cubicBezTo>
                    <a:pt x="4548" y="841"/>
                    <a:pt x="4633" y="819"/>
                    <a:pt x="4714" y="789"/>
                  </a:cubicBezTo>
                  <a:lnTo>
                    <a:pt x="4714" y="789"/>
                  </a:lnTo>
                  <a:cubicBezTo>
                    <a:pt x="4696" y="842"/>
                    <a:pt x="4671" y="893"/>
                    <a:pt x="4640" y="940"/>
                  </a:cubicBezTo>
                  <a:cubicBezTo>
                    <a:pt x="4600" y="1012"/>
                    <a:pt x="4548" y="1072"/>
                    <a:pt x="4484" y="1128"/>
                  </a:cubicBezTo>
                  <a:cubicBezTo>
                    <a:pt x="4424" y="1181"/>
                    <a:pt x="4356" y="1221"/>
                    <a:pt x="4284" y="1249"/>
                  </a:cubicBezTo>
                  <a:cubicBezTo>
                    <a:pt x="4244" y="1261"/>
                    <a:pt x="4208" y="1273"/>
                    <a:pt x="4164" y="1281"/>
                  </a:cubicBezTo>
                  <a:lnTo>
                    <a:pt x="4040" y="1313"/>
                  </a:lnTo>
                  <a:cubicBezTo>
                    <a:pt x="3708" y="1397"/>
                    <a:pt x="3368" y="1461"/>
                    <a:pt x="3032" y="1541"/>
                  </a:cubicBezTo>
                  <a:cubicBezTo>
                    <a:pt x="2988" y="1553"/>
                    <a:pt x="2948" y="1561"/>
                    <a:pt x="2904" y="1573"/>
                  </a:cubicBezTo>
                  <a:lnTo>
                    <a:pt x="2872" y="1581"/>
                  </a:lnTo>
                  <a:lnTo>
                    <a:pt x="2856" y="1585"/>
                  </a:lnTo>
                  <a:lnTo>
                    <a:pt x="2844" y="1585"/>
                  </a:lnTo>
                  <a:cubicBezTo>
                    <a:pt x="2828" y="1589"/>
                    <a:pt x="2808" y="1593"/>
                    <a:pt x="2792" y="1593"/>
                  </a:cubicBezTo>
                  <a:cubicBezTo>
                    <a:pt x="2771" y="1594"/>
                    <a:pt x="2750" y="1594"/>
                    <a:pt x="2730" y="1594"/>
                  </a:cubicBezTo>
                  <a:cubicBezTo>
                    <a:pt x="2668" y="1594"/>
                    <a:pt x="2608" y="1590"/>
                    <a:pt x="2548" y="1581"/>
                  </a:cubicBezTo>
                  <a:cubicBezTo>
                    <a:pt x="2380" y="1557"/>
                    <a:pt x="2212" y="1525"/>
                    <a:pt x="2048" y="1485"/>
                  </a:cubicBezTo>
                  <a:cubicBezTo>
                    <a:pt x="1880" y="1445"/>
                    <a:pt x="1716" y="1401"/>
                    <a:pt x="1548" y="1357"/>
                  </a:cubicBezTo>
                  <a:cubicBezTo>
                    <a:pt x="1384" y="1317"/>
                    <a:pt x="1220" y="1265"/>
                    <a:pt x="1056" y="1217"/>
                  </a:cubicBezTo>
                  <a:lnTo>
                    <a:pt x="1040" y="1213"/>
                  </a:lnTo>
                  <a:lnTo>
                    <a:pt x="1032" y="1213"/>
                  </a:lnTo>
                  <a:cubicBezTo>
                    <a:pt x="1008" y="1213"/>
                    <a:pt x="988" y="1217"/>
                    <a:pt x="964" y="1217"/>
                  </a:cubicBezTo>
                  <a:lnTo>
                    <a:pt x="896" y="1217"/>
                  </a:lnTo>
                  <a:cubicBezTo>
                    <a:pt x="752" y="1205"/>
                    <a:pt x="612" y="1165"/>
                    <a:pt x="488" y="1096"/>
                  </a:cubicBezTo>
                  <a:cubicBezTo>
                    <a:pt x="400" y="1048"/>
                    <a:pt x="320" y="992"/>
                    <a:pt x="248" y="928"/>
                  </a:cubicBezTo>
                  <a:cubicBezTo>
                    <a:pt x="176" y="864"/>
                    <a:pt x="108" y="792"/>
                    <a:pt x="48" y="716"/>
                  </a:cubicBezTo>
                  <a:cubicBezTo>
                    <a:pt x="28" y="608"/>
                    <a:pt x="40" y="496"/>
                    <a:pt x="80" y="396"/>
                  </a:cubicBezTo>
                  <a:cubicBezTo>
                    <a:pt x="100" y="344"/>
                    <a:pt x="128" y="296"/>
                    <a:pt x="160" y="256"/>
                  </a:cubicBezTo>
                  <a:cubicBezTo>
                    <a:pt x="168" y="244"/>
                    <a:pt x="176" y="232"/>
                    <a:pt x="184" y="224"/>
                  </a:cubicBezTo>
                  <a:cubicBezTo>
                    <a:pt x="192" y="216"/>
                    <a:pt x="200" y="204"/>
                    <a:pt x="208" y="196"/>
                  </a:cubicBezTo>
                  <a:cubicBezTo>
                    <a:pt x="228" y="180"/>
                    <a:pt x="248" y="168"/>
                    <a:pt x="272" y="160"/>
                  </a:cubicBezTo>
                  <a:cubicBezTo>
                    <a:pt x="342" y="138"/>
                    <a:pt x="416" y="125"/>
                    <a:pt x="490" y="125"/>
                  </a:cubicBezTo>
                  <a:cubicBezTo>
                    <a:pt x="522" y="125"/>
                    <a:pt x="553" y="128"/>
                    <a:pt x="584" y="132"/>
                  </a:cubicBezTo>
                  <a:cubicBezTo>
                    <a:pt x="692" y="140"/>
                    <a:pt x="804" y="156"/>
                    <a:pt x="916" y="164"/>
                  </a:cubicBezTo>
                  <a:cubicBezTo>
                    <a:pt x="961" y="169"/>
                    <a:pt x="1006" y="171"/>
                    <a:pt x="1050" y="171"/>
                  </a:cubicBezTo>
                  <a:cubicBezTo>
                    <a:pt x="1123" y="171"/>
                    <a:pt x="1196" y="165"/>
                    <a:pt x="1268" y="152"/>
                  </a:cubicBezTo>
                  <a:lnTo>
                    <a:pt x="1312" y="140"/>
                  </a:lnTo>
                  <a:lnTo>
                    <a:pt x="1352" y="128"/>
                  </a:lnTo>
                  <a:cubicBezTo>
                    <a:pt x="1376" y="120"/>
                    <a:pt x="1396" y="120"/>
                    <a:pt x="1420" y="120"/>
                  </a:cubicBezTo>
                  <a:close/>
                  <a:moveTo>
                    <a:pt x="1416" y="0"/>
                  </a:moveTo>
                  <a:cubicBezTo>
                    <a:pt x="1400" y="0"/>
                    <a:pt x="1384" y="0"/>
                    <a:pt x="1368" y="4"/>
                  </a:cubicBezTo>
                  <a:cubicBezTo>
                    <a:pt x="1348" y="4"/>
                    <a:pt x="1332" y="8"/>
                    <a:pt x="1316" y="12"/>
                  </a:cubicBezTo>
                  <a:lnTo>
                    <a:pt x="1276" y="28"/>
                  </a:lnTo>
                  <a:lnTo>
                    <a:pt x="1240" y="36"/>
                  </a:lnTo>
                  <a:cubicBezTo>
                    <a:pt x="1163" y="51"/>
                    <a:pt x="1084" y="60"/>
                    <a:pt x="1005" y="60"/>
                  </a:cubicBezTo>
                  <a:cubicBezTo>
                    <a:pt x="978" y="60"/>
                    <a:pt x="951" y="59"/>
                    <a:pt x="924" y="56"/>
                  </a:cubicBezTo>
                  <a:cubicBezTo>
                    <a:pt x="812" y="52"/>
                    <a:pt x="700" y="40"/>
                    <a:pt x="588" y="40"/>
                  </a:cubicBezTo>
                  <a:cubicBezTo>
                    <a:pt x="568" y="39"/>
                    <a:pt x="549" y="38"/>
                    <a:pt x="529" y="38"/>
                  </a:cubicBezTo>
                  <a:cubicBezTo>
                    <a:pt x="429" y="38"/>
                    <a:pt x="330" y="56"/>
                    <a:pt x="236" y="92"/>
                  </a:cubicBezTo>
                  <a:cubicBezTo>
                    <a:pt x="208" y="108"/>
                    <a:pt x="180" y="124"/>
                    <a:pt x="160" y="148"/>
                  </a:cubicBezTo>
                  <a:cubicBezTo>
                    <a:pt x="148" y="160"/>
                    <a:pt x="140" y="172"/>
                    <a:pt x="128" y="184"/>
                  </a:cubicBezTo>
                  <a:cubicBezTo>
                    <a:pt x="120" y="196"/>
                    <a:pt x="112" y="208"/>
                    <a:pt x="104" y="220"/>
                  </a:cubicBezTo>
                  <a:cubicBezTo>
                    <a:pt x="76" y="272"/>
                    <a:pt x="52" y="324"/>
                    <a:pt x="36" y="380"/>
                  </a:cubicBezTo>
                  <a:cubicBezTo>
                    <a:pt x="0" y="492"/>
                    <a:pt x="0" y="612"/>
                    <a:pt x="36" y="720"/>
                  </a:cubicBezTo>
                  <a:cubicBezTo>
                    <a:pt x="64" y="764"/>
                    <a:pt x="88" y="804"/>
                    <a:pt x="120" y="844"/>
                  </a:cubicBezTo>
                  <a:cubicBezTo>
                    <a:pt x="152" y="884"/>
                    <a:pt x="184" y="920"/>
                    <a:pt x="220" y="956"/>
                  </a:cubicBezTo>
                  <a:cubicBezTo>
                    <a:pt x="292" y="1032"/>
                    <a:pt x="368" y="1096"/>
                    <a:pt x="456" y="1149"/>
                  </a:cubicBezTo>
                  <a:cubicBezTo>
                    <a:pt x="540" y="1205"/>
                    <a:pt x="636" y="1245"/>
                    <a:pt x="732" y="1273"/>
                  </a:cubicBezTo>
                  <a:cubicBezTo>
                    <a:pt x="784" y="1289"/>
                    <a:pt x="832" y="1301"/>
                    <a:pt x="884" y="1305"/>
                  </a:cubicBezTo>
                  <a:cubicBezTo>
                    <a:pt x="908" y="1309"/>
                    <a:pt x="936" y="1313"/>
                    <a:pt x="960" y="1313"/>
                  </a:cubicBezTo>
                  <a:lnTo>
                    <a:pt x="1031" y="1313"/>
                  </a:lnTo>
                  <a:cubicBezTo>
                    <a:pt x="1191" y="1371"/>
                    <a:pt x="1352" y="1426"/>
                    <a:pt x="1512" y="1473"/>
                  </a:cubicBezTo>
                  <a:cubicBezTo>
                    <a:pt x="1680" y="1525"/>
                    <a:pt x="1844" y="1577"/>
                    <a:pt x="2012" y="1617"/>
                  </a:cubicBezTo>
                  <a:cubicBezTo>
                    <a:pt x="2184" y="1665"/>
                    <a:pt x="2352" y="1697"/>
                    <a:pt x="2528" y="1725"/>
                  </a:cubicBezTo>
                  <a:cubicBezTo>
                    <a:pt x="2601" y="1734"/>
                    <a:pt x="2676" y="1742"/>
                    <a:pt x="2751" y="1742"/>
                  </a:cubicBezTo>
                  <a:cubicBezTo>
                    <a:pt x="2768" y="1742"/>
                    <a:pt x="2784" y="1741"/>
                    <a:pt x="2800" y="1741"/>
                  </a:cubicBezTo>
                  <a:cubicBezTo>
                    <a:pt x="2824" y="1737"/>
                    <a:pt x="2848" y="1733"/>
                    <a:pt x="2872" y="1729"/>
                  </a:cubicBezTo>
                  <a:lnTo>
                    <a:pt x="2892" y="1725"/>
                  </a:lnTo>
                  <a:lnTo>
                    <a:pt x="2908" y="1721"/>
                  </a:lnTo>
                  <a:lnTo>
                    <a:pt x="2940" y="1713"/>
                  </a:lnTo>
                  <a:lnTo>
                    <a:pt x="3064" y="1681"/>
                  </a:lnTo>
                  <a:cubicBezTo>
                    <a:pt x="3396" y="1593"/>
                    <a:pt x="3732" y="1521"/>
                    <a:pt x="4068" y="1429"/>
                  </a:cubicBezTo>
                  <a:lnTo>
                    <a:pt x="4192" y="1393"/>
                  </a:lnTo>
                  <a:cubicBezTo>
                    <a:pt x="4236" y="1381"/>
                    <a:pt x="4280" y="1369"/>
                    <a:pt x="4320" y="1353"/>
                  </a:cubicBezTo>
                  <a:cubicBezTo>
                    <a:pt x="4408" y="1317"/>
                    <a:pt x="4484" y="1265"/>
                    <a:pt x="4552" y="1201"/>
                  </a:cubicBezTo>
                  <a:cubicBezTo>
                    <a:pt x="4620" y="1137"/>
                    <a:pt x="4676" y="1064"/>
                    <a:pt x="4716" y="980"/>
                  </a:cubicBezTo>
                  <a:cubicBezTo>
                    <a:pt x="4760" y="900"/>
                    <a:pt x="4788" y="816"/>
                    <a:pt x="4808" y="728"/>
                  </a:cubicBezTo>
                  <a:lnTo>
                    <a:pt x="4824" y="644"/>
                  </a:lnTo>
                  <a:lnTo>
                    <a:pt x="4752" y="688"/>
                  </a:lnTo>
                  <a:cubicBezTo>
                    <a:pt x="4656" y="736"/>
                    <a:pt x="4552" y="772"/>
                    <a:pt x="4444" y="796"/>
                  </a:cubicBezTo>
                  <a:cubicBezTo>
                    <a:pt x="4340" y="820"/>
                    <a:pt x="4228" y="836"/>
                    <a:pt x="4116" y="840"/>
                  </a:cubicBezTo>
                  <a:cubicBezTo>
                    <a:pt x="4062" y="844"/>
                    <a:pt x="4007" y="846"/>
                    <a:pt x="3952" y="846"/>
                  </a:cubicBezTo>
                  <a:cubicBezTo>
                    <a:pt x="3896" y="846"/>
                    <a:pt x="3840" y="844"/>
                    <a:pt x="3784" y="840"/>
                  </a:cubicBezTo>
                  <a:cubicBezTo>
                    <a:pt x="3728" y="836"/>
                    <a:pt x="3672" y="832"/>
                    <a:pt x="3620" y="824"/>
                  </a:cubicBezTo>
                  <a:lnTo>
                    <a:pt x="3452" y="800"/>
                  </a:lnTo>
                  <a:cubicBezTo>
                    <a:pt x="3348" y="776"/>
                    <a:pt x="3244" y="736"/>
                    <a:pt x="3144" y="688"/>
                  </a:cubicBezTo>
                  <a:cubicBezTo>
                    <a:pt x="3044" y="644"/>
                    <a:pt x="2944" y="596"/>
                    <a:pt x="2844" y="544"/>
                  </a:cubicBezTo>
                  <a:cubicBezTo>
                    <a:pt x="2644" y="444"/>
                    <a:pt x="2444" y="344"/>
                    <a:pt x="2236" y="248"/>
                  </a:cubicBezTo>
                  <a:cubicBezTo>
                    <a:pt x="2136" y="204"/>
                    <a:pt x="2032" y="156"/>
                    <a:pt x="1924" y="120"/>
                  </a:cubicBezTo>
                  <a:cubicBezTo>
                    <a:pt x="1820" y="76"/>
                    <a:pt x="1708" y="44"/>
                    <a:pt x="1596" y="20"/>
                  </a:cubicBezTo>
                  <a:cubicBezTo>
                    <a:pt x="1536" y="4"/>
                    <a:pt x="1476" y="0"/>
                    <a:pt x="141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68"/>
            <p:cNvSpPr/>
            <p:nvPr/>
          </p:nvSpPr>
          <p:spPr>
            <a:xfrm flipH="1">
              <a:off x="4216907" y="750552"/>
              <a:ext cx="764612" cy="913765"/>
            </a:xfrm>
            <a:custGeom>
              <a:avLst/>
              <a:gdLst/>
              <a:ahLst/>
              <a:cxnLst/>
              <a:rect l="l" t="t" r="r" b="b"/>
              <a:pathLst>
                <a:path w="3050" h="3645" extrusionOk="0">
                  <a:moveTo>
                    <a:pt x="1909" y="0"/>
                  </a:moveTo>
                  <a:lnTo>
                    <a:pt x="1877" y="36"/>
                  </a:lnTo>
                  <a:cubicBezTo>
                    <a:pt x="1823" y="102"/>
                    <a:pt x="1746" y="165"/>
                    <a:pt x="1668" y="165"/>
                  </a:cubicBezTo>
                  <a:cubicBezTo>
                    <a:pt x="1666" y="165"/>
                    <a:pt x="1663" y="164"/>
                    <a:pt x="1661" y="164"/>
                  </a:cubicBezTo>
                  <a:cubicBezTo>
                    <a:pt x="1637" y="160"/>
                    <a:pt x="1617" y="152"/>
                    <a:pt x="1597" y="144"/>
                  </a:cubicBezTo>
                  <a:cubicBezTo>
                    <a:pt x="1573" y="136"/>
                    <a:pt x="1549" y="132"/>
                    <a:pt x="1525" y="124"/>
                  </a:cubicBezTo>
                  <a:cubicBezTo>
                    <a:pt x="1481" y="112"/>
                    <a:pt x="1433" y="104"/>
                    <a:pt x="1385" y="96"/>
                  </a:cubicBezTo>
                  <a:cubicBezTo>
                    <a:pt x="1275" y="80"/>
                    <a:pt x="1164" y="72"/>
                    <a:pt x="1053" y="72"/>
                  </a:cubicBezTo>
                  <a:cubicBezTo>
                    <a:pt x="973" y="72"/>
                    <a:pt x="893" y="76"/>
                    <a:pt x="813" y="84"/>
                  </a:cubicBezTo>
                  <a:cubicBezTo>
                    <a:pt x="765" y="88"/>
                    <a:pt x="717" y="100"/>
                    <a:pt x="669" y="112"/>
                  </a:cubicBezTo>
                  <a:cubicBezTo>
                    <a:pt x="625" y="124"/>
                    <a:pt x="577" y="140"/>
                    <a:pt x="533" y="160"/>
                  </a:cubicBezTo>
                  <a:cubicBezTo>
                    <a:pt x="437" y="192"/>
                    <a:pt x="349" y="244"/>
                    <a:pt x="273" y="312"/>
                  </a:cubicBezTo>
                  <a:cubicBezTo>
                    <a:pt x="205" y="388"/>
                    <a:pt x="153" y="476"/>
                    <a:pt x="121" y="572"/>
                  </a:cubicBezTo>
                  <a:cubicBezTo>
                    <a:pt x="85" y="664"/>
                    <a:pt x="57" y="756"/>
                    <a:pt x="33" y="848"/>
                  </a:cubicBezTo>
                  <a:cubicBezTo>
                    <a:pt x="13" y="944"/>
                    <a:pt x="5" y="1044"/>
                    <a:pt x="5" y="1144"/>
                  </a:cubicBezTo>
                  <a:cubicBezTo>
                    <a:pt x="1" y="1240"/>
                    <a:pt x="5" y="1336"/>
                    <a:pt x="17" y="1436"/>
                  </a:cubicBezTo>
                  <a:cubicBezTo>
                    <a:pt x="29" y="1532"/>
                    <a:pt x="45" y="1628"/>
                    <a:pt x="65" y="1720"/>
                  </a:cubicBezTo>
                  <a:cubicBezTo>
                    <a:pt x="85" y="1816"/>
                    <a:pt x="113" y="1912"/>
                    <a:pt x="149" y="2000"/>
                  </a:cubicBezTo>
                  <a:cubicBezTo>
                    <a:pt x="185" y="2096"/>
                    <a:pt x="229" y="2188"/>
                    <a:pt x="289" y="2268"/>
                  </a:cubicBezTo>
                  <a:cubicBezTo>
                    <a:pt x="301" y="2288"/>
                    <a:pt x="317" y="2312"/>
                    <a:pt x="337" y="2332"/>
                  </a:cubicBezTo>
                  <a:cubicBezTo>
                    <a:pt x="357" y="2348"/>
                    <a:pt x="373" y="2364"/>
                    <a:pt x="389" y="2380"/>
                  </a:cubicBezTo>
                  <a:lnTo>
                    <a:pt x="489" y="2480"/>
                  </a:lnTo>
                  <a:lnTo>
                    <a:pt x="894" y="2865"/>
                  </a:lnTo>
                  <a:lnTo>
                    <a:pt x="894" y="2865"/>
                  </a:lnTo>
                  <a:cubicBezTo>
                    <a:pt x="905" y="2887"/>
                    <a:pt x="919" y="2911"/>
                    <a:pt x="937" y="2932"/>
                  </a:cubicBezTo>
                  <a:cubicBezTo>
                    <a:pt x="953" y="2956"/>
                    <a:pt x="969" y="2984"/>
                    <a:pt x="989" y="3008"/>
                  </a:cubicBezTo>
                  <a:cubicBezTo>
                    <a:pt x="1021" y="3056"/>
                    <a:pt x="1057" y="3100"/>
                    <a:pt x="1097" y="3144"/>
                  </a:cubicBezTo>
                  <a:cubicBezTo>
                    <a:pt x="1141" y="3188"/>
                    <a:pt x="1181" y="3232"/>
                    <a:pt x="1225" y="3272"/>
                  </a:cubicBezTo>
                  <a:cubicBezTo>
                    <a:pt x="1245" y="3292"/>
                    <a:pt x="1273" y="3308"/>
                    <a:pt x="1293" y="3328"/>
                  </a:cubicBezTo>
                  <a:cubicBezTo>
                    <a:pt x="1313" y="3348"/>
                    <a:pt x="1341" y="3364"/>
                    <a:pt x="1361" y="3384"/>
                  </a:cubicBezTo>
                  <a:cubicBezTo>
                    <a:pt x="1385" y="3400"/>
                    <a:pt x="1409" y="3416"/>
                    <a:pt x="1437" y="3432"/>
                  </a:cubicBezTo>
                  <a:lnTo>
                    <a:pt x="1509" y="3480"/>
                  </a:lnTo>
                  <a:cubicBezTo>
                    <a:pt x="1561" y="3508"/>
                    <a:pt x="1613" y="3532"/>
                    <a:pt x="1669" y="3556"/>
                  </a:cubicBezTo>
                  <a:cubicBezTo>
                    <a:pt x="1697" y="3564"/>
                    <a:pt x="1725" y="3576"/>
                    <a:pt x="1753" y="3584"/>
                  </a:cubicBezTo>
                  <a:lnTo>
                    <a:pt x="1837" y="3612"/>
                  </a:lnTo>
                  <a:cubicBezTo>
                    <a:pt x="1893" y="3624"/>
                    <a:pt x="1949" y="3636"/>
                    <a:pt x="2005" y="3644"/>
                  </a:cubicBezTo>
                  <a:lnTo>
                    <a:pt x="2005" y="3632"/>
                  </a:lnTo>
                  <a:cubicBezTo>
                    <a:pt x="1953" y="3612"/>
                    <a:pt x="1893" y="3600"/>
                    <a:pt x="1845" y="3580"/>
                  </a:cubicBezTo>
                  <a:lnTo>
                    <a:pt x="1765" y="3548"/>
                  </a:lnTo>
                  <a:cubicBezTo>
                    <a:pt x="1737" y="3536"/>
                    <a:pt x="1713" y="3520"/>
                    <a:pt x="1689" y="3508"/>
                  </a:cubicBezTo>
                  <a:cubicBezTo>
                    <a:pt x="1661" y="3496"/>
                    <a:pt x="1637" y="3484"/>
                    <a:pt x="1613" y="3468"/>
                  </a:cubicBezTo>
                  <a:lnTo>
                    <a:pt x="1541" y="3424"/>
                  </a:lnTo>
                  <a:lnTo>
                    <a:pt x="1473" y="3372"/>
                  </a:lnTo>
                  <a:cubicBezTo>
                    <a:pt x="1453" y="3356"/>
                    <a:pt x="1429" y="3340"/>
                    <a:pt x="1409" y="3320"/>
                  </a:cubicBezTo>
                  <a:cubicBezTo>
                    <a:pt x="1385" y="3304"/>
                    <a:pt x="1365" y="3284"/>
                    <a:pt x="1345" y="3264"/>
                  </a:cubicBezTo>
                  <a:cubicBezTo>
                    <a:pt x="1325" y="3244"/>
                    <a:pt x="1305" y="3228"/>
                    <a:pt x="1285" y="3204"/>
                  </a:cubicBezTo>
                  <a:cubicBezTo>
                    <a:pt x="1245" y="3164"/>
                    <a:pt x="1213" y="3124"/>
                    <a:pt x="1177" y="3080"/>
                  </a:cubicBezTo>
                  <a:cubicBezTo>
                    <a:pt x="1137" y="3036"/>
                    <a:pt x="1105" y="2988"/>
                    <a:pt x="1077" y="2944"/>
                  </a:cubicBezTo>
                  <a:cubicBezTo>
                    <a:pt x="1061" y="2920"/>
                    <a:pt x="1045" y="2892"/>
                    <a:pt x="1033" y="2872"/>
                  </a:cubicBezTo>
                  <a:cubicBezTo>
                    <a:pt x="1017" y="2852"/>
                    <a:pt x="1005" y="2824"/>
                    <a:pt x="993" y="2800"/>
                  </a:cubicBezTo>
                  <a:lnTo>
                    <a:pt x="989" y="2792"/>
                  </a:lnTo>
                  <a:lnTo>
                    <a:pt x="981" y="2784"/>
                  </a:lnTo>
                  <a:lnTo>
                    <a:pt x="585" y="2380"/>
                  </a:lnTo>
                  <a:lnTo>
                    <a:pt x="485" y="2280"/>
                  </a:lnTo>
                  <a:cubicBezTo>
                    <a:pt x="469" y="2264"/>
                    <a:pt x="449" y="2248"/>
                    <a:pt x="437" y="2228"/>
                  </a:cubicBezTo>
                  <a:cubicBezTo>
                    <a:pt x="425" y="2212"/>
                    <a:pt x="413" y="2196"/>
                    <a:pt x="401" y="2180"/>
                  </a:cubicBezTo>
                  <a:cubicBezTo>
                    <a:pt x="353" y="2108"/>
                    <a:pt x="313" y="2028"/>
                    <a:pt x="281" y="1944"/>
                  </a:cubicBezTo>
                  <a:cubicBezTo>
                    <a:pt x="249" y="1860"/>
                    <a:pt x="221" y="1772"/>
                    <a:pt x="201" y="1684"/>
                  </a:cubicBezTo>
                  <a:cubicBezTo>
                    <a:pt x="177" y="1596"/>
                    <a:pt x="161" y="1504"/>
                    <a:pt x="149" y="1412"/>
                  </a:cubicBezTo>
                  <a:cubicBezTo>
                    <a:pt x="137" y="1324"/>
                    <a:pt x="129" y="1232"/>
                    <a:pt x="129" y="1140"/>
                  </a:cubicBezTo>
                  <a:cubicBezTo>
                    <a:pt x="129" y="1052"/>
                    <a:pt x="133" y="960"/>
                    <a:pt x="149" y="872"/>
                  </a:cubicBezTo>
                  <a:cubicBezTo>
                    <a:pt x="169" y="784"/>
                    <a:pt x="193" y="692"/>
                    <a:pt x="221" y="604"/>
                  </a:cubicBezTo>
                  <a:cubicBezTo>
                    <a:pt x="261" y="432"/>
                    <a:pt x="389" y="288"/>
                    <a:pt x="557" y="228"/>
                  </a:cubicBezTo>
                  <a:cubicBezTo>
                    <a:pt x="601" y="208"/>
                    <a:pt x="641" y="192"/>
                    <a:pt x="685" y="176"/>
                  </a:cubicBezTo>
                  <a:cubicBezTo>
                    <a:pt x="729" y="160"/>
                    <a:pt x="773" y="152"/>
                    <a:pt x="817" y="144"/>
                  </a:cubicBezTo>
                  <a:cubicBezTo>
                    <a:pt x="916" y="127"/>
                    <a:pt x="1015" y="119"/>
                    <a:pt x="1115" y="119"/>
                  </a:cubicBezTo>
                  <a:cubicBezTo>
                    <a:pt x="1201" y="119"/>
                    <a:pt x="1288" y="125"/>
                    <a:pt x="1373" y="136"/>
                  </a:cubicBezTo>
                  <a:cubicBezTo>
                    <a:pt x="1421" y="144"/>
                    <a:pt x="1465" y="152"/>
                    <a:pt x="1513" y="164"/>
                  </a:cubicBezTo>
                  <a:cubicBezTo>
                    <a:pt x="1533" y="168"/>
                    <a:pt x="1557" y="176"/>
                    <a:pt x="1577" y="180"/>
                  </a:cubicBezTo>
                  <a:cubicBezTo>
                    <a:pt x="1601" y="192"/>
                    <a:pt x="1625" y="200"/>
                    <a:pt x="1649" y="204"/>
                  </a:cubicBezTo>
                  <a:cubicBezTo>
                    <a:pt x="1654" y="205"/>
                    <a:pt x="1660" y="205"/>
                    <a:pt x="1665" y="205"/>
                  </a:cubicBezTo>
                  <a:cubicBezTo>
                    <a:pt x="1712" y="205"/>
                    <a:pt x="1762" y="189"/>
                    <a:pt x="1801" y="164"/>
                  </a:cubicBezTo>
                  <a:cubicBezTo>
                    <a:pt x="1828" y="148"/>
                    <a:pt x="1855" y="128"/>
                    <a:pt x="1881" y="105"/>
                  </a:cubicBezTo>
                  <a:lnTo>
                    <a:pt x="1881" y="105"/>
                  </a:lnTo>
                  <a:lnTo>
                    <a:pt x="1893" y="156"/>
                  </a:lnTo>
                  <a:lnTo>
                    <a:pt x="1925" y="256"/>
                  </a:lnTo>
                  <a:cubicBezTo>
                    <a:pt x="1949" y="320"/>
                    <a:pt x="1977" y="380"/>
                    <a:pt x="2005" y="444"/>
                  </a:cubicBezTo>
                  <a:cubicBezTo>
                    <a:pt x="2065" y="564"/>
                    <a:pt x="2133" y="680"/>
                    <a:pt x="2209" y="792"/>
                  </a:cubicBezTo>
                  <a:cubicBezTo>
                    <a:pt x="2285" y="908"/>
                    <a:pt x="2361" y="1016"/>
                    <a:pt x="2433" y="1124"/>
                  </a:cubicBezTo>
                  <a:cubicBezTo>
                    <a:pt x="2465" y="1172"/>
                    <a:pt x="2493" y="1224"/>
                    <a:pt x="2517" y="1276"/>
                  </a:cubicBezTo>
                  <a:lnTo>
                    <a:pt x="2521" y="1304"/>
                  </a:lnTo>
                  <a:lnTo>
                    <a:pt x="2521" y="1308"/>
                  </a:lnTo>
                  <a:lnTo>
                    <a:pt x="2525" y="1324"/>
                  </a:lnTo>
                  <a:cubicBezTo>
                    <a:pt x="2529" y="1340"/>
                    <a:pt x="2533" y="1360"/>
                    <a:pt x="2537" y="1380"/>
                  </a:cubicBezTo>
                  <a:cubicBezTo>
                    <a:pt x="2549" y="1412"/>
                    <a:pt x="2561" y="1448"/>
                    <a:pt x="2577" y="1480"/>
                  </a:cubicBezTo>
                  <a:cubicBezTo>
                    <a:pt x="2633" y="1608"/>
                    <a:pt x="2701" y="1724"/>
                    <a:pt x="2765" y="1840"/>
                  </a:cubicBezTo>
                  <a:cubicBezTo>
                    <a:pt x="2829" y="1952"/>
                    <a:pt x="2889" y="2068"/>
                    <a:pt x="2941" y="2188"/>
                  </a:cubicBezTo>
                  <a:lnTo>
                    <a:pt x="2953" y="2228"/>
                  </a:lnTo>
                  <a:cubicBezTo>
                    <a:pt x="2957" y="2244"/>
                    <a:pt x="2961" y="2264"/>
                    <a:pt x="2961" y="2280"/>
                  </a:cubicBezTo>
                  <a:cubicBezTo>
                    <a:pt x="2961" y="2292"/>
                    <a:pt x="2961" y="2308"/>
                    <a:pt x="2961" y="2320"/>
                  </a:cubicBezTo>
                  <a:lnTo>
                    <a:pt x="2957" y="2364"/>
                  </a:lnTo>
                  <a:cubicBezTo>
                    <a:pt x="2945" y="2428"/>
                    <a:pt x="2925" y="2488"/>
                    <a:pt x="2897" y="2548"/>
                  </a:cubicBezTo>
                  <a:cubicBezTo>
                    <a:pt x="2845" y="2668"/>
                    <a:pt x="2777" y="2784"/>
                    <a:pt x="2705" y="2892"/>
                  </a:cubicBezTo>
                  <a:lnTo>
                    <a:pt x="2721" y="2904"/>
                  </a:lnTo>
                  <a:cubicBezTo>
                    <a:pt x="2813" y="2804"/>
                    <a:pt x="2893" y="2696"/>
                    <a:pt x="2957" y="2576"/>
                  </a:cubicBezTo>
                  <a:cubicBezTo>
                    <a:pt x="2993" y="2516"/>
                    <a:pt x="3021" y="2452"/>
                    <a:pt x="3037" y="2384"/>
                  </a:cubicBezTo>
                  <a:lnTo>
                    <a:pt x="3049" y="2332"/>
                  </a:lnTo>
                  <a:cubicBezTo>
                    <a:pt x="3049" y="2312"/>
                    <a:pt x="3049" y="2292"/>
                    <a:pt x="3049" y="2272"/>
                  </a:cubicBezTo>
                  <a:cubicBezTo>
                    <a:pt x="3045" y="2256"/>
                    <a:pt x="3045" y="2240"/>
                    <a:pt x="3041" y="2224"/>
                  </a:cubicBezTo>
                  <a:cubicBezTo>
                    <a:pt x="3037" y="2204"/>
                    <a:pt x="3033" y="2184"/>
                    <a:pt x="3029" y="2168"/>
                  </a:cubicBezTo>
                  <a:cubicBezTo>
                    <a:pt x="2985" y="2040"/>
                    <a:pt x="2929" y="1912"/>
                    <a:pt x="2865" y="1796"/>
                  </a:cubicBezTo>
                  <a:cubicBezTo>
                    <a:pt x="2805" y="1676"/>
                    <a:pt x="2741" y="1556"/>
                    <a:pt x="2689" y="1440"/>
                  </a:cubicBezTo>
                  <a:cubicBezTo>
                    <a:pt x="2677" y="1412"/>
                    <a:pt x="2665" y="1384"/>
                    <a:pt x="2657" y="1352"/>
                  </a:cubicBezTo>
                  <a:cubicBezTo>
                    <a:pt x="2653" y="1340"/>
                    <a:pt x="2653" y="1328"/>
                    <a:pt x="2649" y="1312"/>
                  </a:cubicBezTo>
                  <a:lnTo>
                    <a:pt x="2645" y="1284"/>
                  </a:lnTo>
                  <a:lnTo>
                    <a:pt x="2641" y="1260"/>
                  </a:lnTo>
                  <a:cubicBezTo>
                    <a:pt x="2617" y="1188"/>
                    <a:pt x="2581" y="1120"/>
                    <a:pt x="2541" y="1060"/>
                  </a:cubicBezTo>
                  <a:cubicBezTo>
                    <a:pt x="2461" y="944"/>
                    <a:pt x="2381" y="840"/>
                    <a:pt x="2301" y="736"/>
                  </a:cubicBezTo>
                  <a:cubicBezTo>
                    <a:pt x="2221" y="632"/>
                    <a:pt x="2145" y="524"/>
                    <a:pt x="2081" y="408"/>
                  </a:cubicBezTo>
                  <a:cubicBezTo>
                    <a:pt x="2045" y="352"/>
                    <a:pt x="2017" y="296"/>
                    <a:pt x="1989" y="236"/>
                  </a:cubicBezTo>
                  <a:lnTo>
                    <a:pt x="1953" y="144"/>
                  </a:lnTo>
                  <a:lnTo>
                    <a:pt x="1925" y="52"/>
                  </a:lnTo>
                  <a:lnTo>
                    <a:pt x="1909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68"/>
            <p:cNvSpPr/>
            <p:nvPr/>
          </p:nvSpPr>
          <p:spPr>
            <a:xfrm flipH="1">
              <a:off x="4848902" y="450726"/>
              <a:ext cx="325148" cy="852597"/>
            </a:xfrm>
            <a:custGeom>
              <a:avLst/>
              <a:gdLst/>
              <a:ahLst/>
              <a:cxnLst/>
              <a:rect l="l" t="t" r="r" b="b"/>
              <a:pathLst>
                <a:path w="1297" h="3401" extrusionOk="0">
                  <a:moveTo>
                    <a:pt x="177" y="0"/>
                  </a:moveTo>
                  <a:lnTo>
                    <a:pt x="321" y="100"/>
                  </a:lnTo>
                  <a:cubicBezTo>
                    <a:pt x="381" y="140"/>
                    <a:pt x="425" y="200"/>
                    <a:pt x="441" y="272"/>
                  </a:cubicBezTo>
                  <a:cubicBezTo>
                    <a:pt x="449" y="308"/>
                    <a:pt x="449" y="344"/>
                    <a:pt x="441" y="380"/>
                  </a:cubicBezTo>
                  <a:cubicBezTo>
                    <a:pt x="429" y="416"/>
                    <a:pt x="417" y="452"/>
                    <a:pt x="401" y="488"/>
                  </a:cubicBezTo>
                  <a:cubicBezTo>
                    <a:pt x="369" y="560"/>
                    <a:pt x="337" y="632"/>
                    <a:pt x="301" y="700"/>
                  </a:cubicBezTo>
                  <a:lnTo>
                    <a:pt x="197" y="916"/>
                  </a:lnTo>
                  <a:cubicBezTo>
                    <a:pt x="125" y="1060"/>
                    <a:pt x="65" y="1212"/>
                    <a:pt x="25" y="1368"/>
                  </a:cubicBezTo>
                  <a:cubicBezTo>
                    <a:pt x="5" y="1452"/>
                    <a:pt x="1" y="1540"/>
                    <a:pt x="13" y="1628"/>
                  </a:cubicBezTo>
                  <a:cubicBezTo>
                    <a:pt x="17" y="1652"/>
                    <a:pt x="25" y="1676"/>
                    <a:pt x="33" y="1696"/>
                  </a:cubicBezTo>
                  <a:cubicBezTo>
                    <a:pt x="41" y="1708"/>
                    <a:pt x="45" y="1720"/>
                    <a:pt x="53" y="1732"/>
                  </a:cubicBezTo>
                  <a:lnTo>
                    <a:pt x="65" y="1756"/>
                  </a:lnTo>
                  <a:cubicBezTo>
                    <a:pt x="85" y="1788"/>
                    <a:pt x="101" y="1820"/>
                    <a:pt x="117" y="1856"/>
                  </a:cubicBezTo>
                  <a:cubicBezTo>
                    <a:pt x="141" y="1924"/>
                    <a:pt x="169" y="2000"/>
                    <a:pt x="193" y="2072"/>
                  </a:cubicBezTo>
                  <a:cubicBezTo>
                    <a:pt x="217" y="2148"/>
                    <a:pt x="241" y="2220"/>
                    <a:pt x="261" y="2296"/>
                  </a:cubicBezTo>
                  <a:cubicBezTo>
                    <a:pt x="309" y="2448"/>
                    <a:pt x="349" y="2600"/>
                    <a:pt x="401" y="2752"/>
                  </a:cubicBezTo>
                  <a:cubicBezTo>
                    <a:pt x="425" y="2828"/>
                    <a:pt x="457" y="2904"/>
                    <a:pt x="493" y="2980"/>
                  </a:cubicBezTo>
                  <a:cubicBezTo>
                    <a:pt x="533" y="3056"/>
                    <a:pt x="589" y="3120"/>
                    <a:pt x="665" y="3168"/>
                  </a:cubicBezTo>
                  <a:cubicBezTo>
                    <a:pt x="729" y="3216"/>
                    <a:pt x="797" y="3256"/>
                    <a:pt x="869" y="3296"/>
                  </a:cubicBezTo>
                  <a:cubicBezTo>
                    <a:pt x="941" y="3332"/>
                    <a:pt x="1009" y="3368"/>
                    <a:pt x="1085" y="3400"/>
                  </a:cubicBezTo>
                  <a:lnTo>
                    <a:pt x="1089" y="3388"/>
                  </a:lnTo>
                  <a:cubicBezTo>
                    <a:pt x="1025" y="3344"/>
                    <a:pt x="961" y="3300"/>
                    <a:pt x="897" y="3252"/>
                  </a:cubicBezTo>
                  <a:cubicBezTo>
                    <a:pt x="837" y="3200"/>
                    <a:pt x="773" y="3152"/>
                    <a:pt x="717" y="3100"/>
                  </a:cubicBezTo>
                  <a:cubicBezTo>
                    <a:pt x="661" y="3056"/>
                    <a:pt x="617" y="2996"/>
                    <a:pt x="593" y="2932"/>
                  </a:cubicBezTo>
                  <a:cubicBezTo>
                    <a:pt x="565" y="2856"/>
                    <a:pt x="545" y="2784"/>
                    <a:pt x="529" y="2708"/>
                  </a:cubicBezTo>
                  <a:cubicBezTo>
                    <a:pt x="489" y="2556"/>
                    <a:pt x="449" y="2404"/>
                    <a:pt x="409" y="2252"/>
                  </a:cubicBezTo>
                  <a:cubicBezTo>
                    <a:pt x="365" y="2092"/>
                    <a:pt x="309" y="1940"/>
                    <a:pt x="245" y="1792"/>
                  </a:cubicBezTo>
                  <a:cubicBezTo>
                    <a:pt x="229" y="1756"/>
                    <a:pt x="205" y="1720"/>
                    <a:pt x="185" y="1684"/>
                  </a:cubicBezTo>
                  <a:lnTo>
                    <a:pt x="169" y="1656"/>
                  </a:lnTo>
                  <a:cubicBezTo>
                    <a:pt x="165" y="1652"/>
                    <a:pt x="161" y="1648"/>
                    <a:pt x="157" y="1640"/>
                  </a:cubicBezTo>
                  <a:cubicBezTo>
                    <a:pt x="153" y="1624"/>
                    <a:pt x="145" y="1612"/>
                    <a:pt x="145" y="1596"/>
                  </a:cubicBezTo>
                  <a:cubicBezTo>
                    <a:pt x="129" y="1528"/>
                    <a:pt x="129" y="1456"/>
                    <a:pt x="145" y="1384"/>
                  </a:cubicBezTo>
                  <a:cubicBezTo>
                    <a:pt x="169" y="1232"/>
                    <a:pt x="209" y="1080"/>
                    <a:pt x="265" y="936"/>
                  </a:cubicBezTo>
                  <a:cubicBezTo>
                    <a:pt x="293" y="864"/>
                    <a:pt x="317" y="788"/>
                    <a:pt x="349" y="716"/>
                  </a:cubicBezTo>
                  <a:lnTo>
                    <a:pt x="441" y="496"/>
                  </a:lnTo>
                  <a:cubicBezTo>
                    <a:pt x="457" y="460"/>
                    <a:pt x="473" y="424"/>
                    <a:pt x="485" y="384"/>
                  </a:cubicBezTo>
                  <a:cubicBezTo>
                    <a:pt x="497" y="344"/>
                    <a:pt x="497" y="300"/>
                    <a:pt x="493" y="256"/>
                  </a:cubicBezTo>
                  <a:cubicBezTo>
                    <a:pt x="487" y="216"/>
                    <a:pt x="474" y="177"/>
                    <a:pt x="455" y="141"/>
                  </a:cubicBezTo>
                  <a:lnTo>
                    <a:pt x="455" y="141"/>
                  </a:lnTo>
                  <a:cubicBezTo>
                    <a:pt x="548" y="177"/>
                    <a:pt x="636" y="221"/>
                    <a:pt x="721" y="272"/>
                  </a:cubicBezTo>
                  <a:cubicBezTo>
                    <a:pt x="749" y="288"/>
                    <a:pt x="769" y="308"/>
                    <a:pt x="793" y="328"/>
                  </a:cubicBezTo>
                  <a:cubicBezTo>
                    <a:pt x="797" y="336"/>
                    <a:pt x="801" y="336"/>
                    <a:pt x="805" y="344"/>
                  </a:cubicBezTo>
                  <a:lnTo>
                    <a:pt x="817" y="368"/>
                  </a:lnTo>
                  <a:lnTo>
                    <a:pt x="837" y="408"/>
                  </a:lnTo>
                  <a:lnTo>
                    <a:pt x="933" y="608"/>
                  </a:lnTo>
                  <a:cubicBezTo>
                    <a:pt x="965" y="672"/>
                    <a:pt x="997" y="736"/>
                    <a:pt x="1033" y="804"/>
                  </a:cubicBezTo>
                  <a:cubicBezTo>
                    <a:pt x="1049" y="836"/>
                    <a:pt x="1069" y="868"/>
                    <a:pt x="1089" y="900"/>
                  </a:cubicBezTo>
                  <a:cubicBezTo>
                    <a:pt x="1101" y="916"/>
                    <a:pt x="1113" y="932"/>
                    <a:pt x="1125" y="948"/>
                  </a:cubicBezTo>
                  <a:cubicBezTo>
                    <a:pt x="1133" y="960"/>
                    <a:pt x="1141" y="972"/>
                    <a:pt x="1149" y="988"/>
                  </a:cubicBezTo>
                  <a:cubicBezTo>
                    <a:pt x="1177" y="1052"/>
                    <a:pt x="1205" y="1120"/>
                    <a:pt x="1225" y="1188"/>
                  </a:cubicBezTo>
                  <a:cubicBezTo>
                    <a:pt x="1249" y="1256"/>
                    <a:pt x="1269" y="1328"/>
                    <a:pt x="1293" y="1396"/>
                  </a:cubicBezTo>
                  <a:lnTo>
                    <a:pt x="1297" y="1396"/>
                  </a:lnTo>
                  <a:cubicBezTo>
                    <a:pt x="1293" y="1324"/>
                    <a:pt x="1285" y="1248"/>
                    <a:pt x="1273" y="1176"/>
                  </a:cubicBezTo>
                  <a:cubicBezTo>
                    <a:pt x="1261" y="1104"/>
                    <a:pt x="1245" y="1028"/>
                    <a:pt x="1221" y="960"/>
                  </a:cubicBezTo>
                  <a:cubicBezTo>
                    <a:pt x="1213" y="940"/>
                    <a:pt x="1205" y="920"/>
                    <a:pt x="1193" y="904"/>
                  </a:cubicBezTo>
                  <a:cubicBezTo>
                    <a:pt x="1185" y="888"/>
                    <a:pt x="1173" y="872"/>
                    <a:pt x="1165" y="856"/>
                  </a:cubicBezTo>
                  <a:cubicBezTo>
                    <a:pt x="1149" y="824"/>
                    <a:pt x="1137" y="792"/>
                    <a:pt x="1121" y="760"/>
                  </a:cubicBezTo>
                  <a:cubicBezTo>
                    <a:pt x="1089" y="696"/>
                    <a:pt x="1061" y="628"/>
                    <a:pt x="1033" y="560"/>
                  </a:cubicBezTo>
                  <a:lnTo>
                    <a:pt x="945" y="360"/>
                  </a:lnTo>
                  <a:lnTo>
                    <a:pt x="933" y="336"/>
                  </a:lnTo>
                  <a:lnTo>
                    <a:pt x="925" y="324"/>
                  </a:lnTo>
                  <a:lnTo>
                    <a:pt x="925" y="316"/>
                  </a:lnTo>
                  <a:lnTo>
                    <a:pt x="917" y="308"/>
                  </a:lnTo>
                  <a:lnTo>
                    <a:pt x="917" y="304"/>
                  </a:lnTo>
                  <a:lnTo>
                    <a:pt x="905" y="284"/>
                  </a:lnTo>
                  <a:cubicBezTo>
                    <a:pt x="897" y="272"/>
                    <a:pt x="889" y="264"/>
                    <a:pt x="881" y="256"/>
                  </a:cubicBezTo>
                  <a:cubicBezTo>
                    <a:pt x="853" y="224"/>
                    <a:pt x="817" y="196"/>
                    <a:pt x="781" y="176"/>
                  </a:cubicBezTo>
                  <a:cubicBezTo>
                    <a:pt x="713" y="136"/>
                    <a:pt x="645" y="108"/>
                    <a:pt x="569" y="84"/>
                  </a:cubicBezTo>
                  <a:cubicBezTo>
                    <a:pt x="504" y="66"/>
                    <a:pt x="438" y="48"/>
                    <a:pt x="373" y="36"/>
                  </a:cubicBezTo>
                  <a:lnTo>
                    <a:pt x="373" y="36"/>
                  </a:lnTo>
                  <a:cubicBezTo>
                    <a:pt x="372" y="35"/>
                    <a:pt x="370" y="33"/>
                    <a:pt x="369" y="32"/>
                  </a:cubicBezTo>
                  <a:lnTo>
                    <a:pt x="368" y="35"/>
                  </a:lnTo>
                  <a:lnTo>
                    <a:pt x="368" y="35"/>
                  </a:lnTo>
                  <a:cubicBezTo>
                    <a:pt x="363" y="34"/>
                    <a:pt x="358" y="33"/>
                    <a:pt x="353" y="32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68"/>
            <p:cNvSpPr/>
            <p:nvPr/>
          </p:nvSpPr>
          <p:spPr>
            <a:xfrm flipH="1">
              <a:off x="4122648" y="617184"/>
              <a:ext cx="578849" cy="644023"/>
            </a:xfrm>
            <a:custGeom>
              <a:avLst/>
              <a:gdLst/>
              <a:ahLst/>
              <a:cxnLst/>
              <a:rect l="l" t="t" r="r" b="b"/>
              <a:pathLst>
                <a:path w="2309" h="2569" extrusionOk="0">
                  <a:moveTo>
                    <a:pt x="1092" y="0"/>
                  </a:moveTo>
                  <a:cubicBezTo>
                    <a:pt x="1076" y="0"/>
                    <a:pt x="1060" y="4"/>
                    <a:pt x="1048" y="12"/>
                  </a:cubicBezTo>
                  <a:cubicBezTo>
                    <a:pt x="1040" y="20"/>
                    <a:pt x="1032" y="28"/>
                    <a:pt x="1028" y="36"/>
                  </a:cubicBezTo>
                  <a:cubicBezTo>
                    <a:pt x="1024" y="52"/>
                    <a:pt x="1024" y="48"/>
                    <a:pt x="1024" y="56"/>
                  </a:cubicBezTo>
                  <a:lnTo>
                    <a:pt x="1024" y="60"/>
                  </a:lnTo>
                  <a:cubicBezTo>
                    <a:pt x="1024" y="64"/>
                    <a:pt x="1024" y="64"/>
                    <a:pt x="1024" y="64"/>
                  </a:cubicBezTo>
                  <a:cubicBezTo>
                    <a:pt x="1020" y="68"/>
                    <a:pt x="1016" y="72"/>
                    <a:pt x="1016" y="76"/>
                  </a:cubicBezTo>
                  <a:cubicBezTo>
                    <a:pt x="996" y="96"/>
                    <a:pt x="976" y="108"/>
                    <a:pt x="956" y="120"/>
                  </a:cubicBezTo>
                  <a:cubicBezTo>
                    <a:pt x="904" y="144"/>
                    <a:pt x="856" y="164"/>
                    <a:pt x="800" y="180"/>
                  </a:cubicBezTo>
                  <a:cubicBezTo>
                    <a:pt x="700" y="212"/>
                    <a:pt x="600" y="232"/>
                    <a:pt x="496" y="248"/>
                  </a:cubicBezTo>
                  <a:cubicBezTo>
                    <a:pt x="448" y="252"/>
                    <a:pt x="400" y="256"/>
                    <a:pt x="356" y="260"/>
                  </a:cubicBezTo>
                  <a:lnTo>
                    <a:pt x="284" y="264"/>
                  </a:lnTo>
                  <a:cubicBezTo>
                    <a:pt x="260" y="272"/>
                    <a:pt x="236" y="276"/>
                    <a:pt x="212" y="284"/>
                  </a:cubicBezTo>
                  <a:cubicBezTo>
                    <a:pt x="136" y="308"/>
                    <a:pt x="68" y="364"/>
                    <a:pt x="32" y="436"/>
                  </a:cubicBezTo>
                  <a:cubicBezTo>
                    <a:pt x="12" y="480"/>
                    <a:pt x="0" y="528"/>
                    <a:pt x="0" y="580"/>
                  </a:cubicBezTo>
                  <a:cubicBezTo>
                    <a:pt x="0" y="596"/>
                    <a:pt x="4" y="612"/>
                    <a:pt x="8" y="628"/>
                  </a:cubicBezTo>
                  <a:lnTo>
                    <a:pt x="16" y="636"/>
                  </a:lnTo>
                  <a:cubicBezTo>
                    <a:pt x="16" y="620"/>
                    <a:pt x="20" y="604"/>
                    <a:pt x="24" y="588"/>
                  </a:cubicBezTo>
                  <a:cubicBezTo>
                    <a:pt x="36" y="548"/>
                    <a:pt x="56" y="508"/>
                    <a:pt x="80" y="472"/>
                  </a:cubicBezTo>
                  <a:cubicBezTo>
                    <a:pt x="116" y="424"/>
                    <a:pt x="172" y="388"/>
                    <a:pt x="232" y="376"/>
                  </a:cubicBezTo>
                  <a:cubicBezTo>
                    <a:pt x="252" y="376"/>
                    <a:pt x="272" y="372"/>
                    <a:pt x="288" y="372"/>
                  </a:cubicBezTo>
                  <a:lnTo>
                    <a:pt x="504" y="372"/>
                  </a:lnTo>
                  <a:cubicBezTo>
                    <a:pt x="616" y="364"/>
                    <a:pt x="728" y="340"/>
                    <a:pt x="836" y="304"/>
                  </a:cubicBezTo>
                  <a:cubicBezTo>
                    <a:pt x="896" y="284"/>
                    <a:pt x="956" y="252"/>
                    <a:pt x="1008" y="216"/>
                  </a:cubicBezTo>
                  <a:cubicBezTo>
                    <a:pt x="1040" y="192"/>
                    <a:pt x="1064" y="168"/>
                    <a:pt x="1084" y="136"/>
                  </a:cubicBezTo>
                  <a:cubicBezTo>
                    <a:pt x="1088" y="124"/>
                    <a:pt x="1096" y="116"/>
                    <a:pt x="1096" y="104"/>
                  </a:cubicBezTo>
                  <a:lnTo>
                    <a:pt x="1104" y="88"/>
                  </a:lnTo>
                  <a:lnTo>
                    <a:pt x="1104" y="80"/>
                  </a:lnTo>
                  <a:lnTo>
                    <a:pt x="1104" y="80"/>
                  </a:lnTo>
                  <a:cubicBezTo>
                    <a:pt x="1129" y="81"/>
                    <a:pt x="1150" y="85"/>
                    <a:pt x="1172" y="96"/>
                  </a:cubicBezTo>
                  <a:cubicBezTo>
                    <a:pt x="1200" y="112"/>
                    <a:pt x="1228" y="124"/>
                    <a:pt x="1252" y="144"/>
                  </a:cubicBezTo>
                  <a:cubicBezTo>
                    <a:pt x="1308" y="180"/>
                    <a:pt x="1356" y="224"/>
                    <a:pt x="1396" y="272"/>
                  </a:cubicBezTo>
                  <a:cubicBezTo>
                    <a:pt x="1464" y="344"/>
                    <a:pt x="1516" y="428"/>
                    <a:pt x="1548" y="524"/>
                  </a:cubicBezTo>
                  <a:cubicBezTo>
                    <a:pt x="1556" y="552"/>
                    <a:pt x="1564" y="584"/>
                    <a:pt x="1572" y="616"/>
                  </a:cubicBezTo>
                  <a:cubicBezTo>
                    <a:pt x="1608" y="752"/>
                    <a:pt x="1660" y="880"/>
                    <a:pt x="1724" y="1004"/>
                  </a:cubicBezTo>
                  <a:cubicBezTo>
                    <a:pt x="1788" y="1120"/>
                    <a:pt x="1856" y="1236"/>
                    <a:pt x="1940" y="1344"/>
                  </a:cubicBezTo>
                  <a:cubicBezTo>
                    <a:pt x="1960" y="1372"/>
                    <a:pt x="1980" y="1396"/>
                    <a:pt x="2004" y="1420"/>
                  </a:cubicBezTo>
                  <a:cubicBezTo>
                    <a:pt x="2012" y="1428"/>
                    <a:pt x="2020" y="1436"/>
                    <a:pt x="2024" y="1440"/>
                  </a:cubicBezTo>
                  <a:lnTo>
                    <a:pt x="2030" y="1443"/>
                  </a:lnTo>
                  <a:lnTo>
                    <a:pt x="2036" y="1452"/>
                  </a:lnTo>
                  <a:cubicBezTo>
                    <a:pt x="2044" y="1456"/>
                    <a:pt x="2048" y="1468"/>
                    <a:pt x="2052" y="1476"/>
                  </a:cubicBezTo>
                  <a:cubicBezTo>
                    <a:pt x="2060" y="1488"/>
                    <a:pt x="2064" y="1496"/>
                    <a:pt x="2068" y="1508"/>
                  </a:cubicBezTo>
                  <a:cubicBezTo>
                    <a:pt x="2076" y="1520"/>
                    <a:pt x="2080" y="1532"/>
                    <a:pt x="2084" y="1544"/>
                  </a:cubicBezTo>
                  <a:cubicBezTo>
                    <a:pt x="2096" y="1572"/>
                    <a:pt x="2104" y="1596"/>
                    <a:pt x="2112" y="1624"/>
                  </a:cubicBezTo>
                  <a:cubicBezTo>
                    <a:pt x="2144" y="1724"/>
                    <a:pt x="2168" y="1824"/>
                    <a:pt x="2180" y="1928"/>
                  </a:cubicBezTo>
                  <a:cubicBezTo>
                    <a:pt x="2192" y="2016"/>
                    <a:pt x="2196" y="2104"/>
                    <a:pt x="2188" y="2192"/>
                  </a:cubicBezTo>
                  <a:cubicBezTo>
                    <a:pt x="2188" y="2232"/>
                    <a:pt x="2180" y="2272"/>
                    <a:pt x="2172" y="2304"/>
                  </a:cubicBezTo>
                  <a:cubicBezTo>
                    <a:pt x="2168" y="2336"/>
                    <a:pt x="2156" y="2368"/>
                    <a:pt x="2152" y="2396"/>
                  </a:cubicBezTo>
                  <a:cubicBezTo>
                    <a:pt x="2136" y="2436"/>
                    <a:pt x="2120" y="2480"/>
                    <a:pt x="2096" y="2516"/>
                  </a:cubicBezTo>
                  <a:lnTo>
                    <a:pt x="2076" y="2560"/>
                  </a:lnTo>
                  <a:lnTo>
                    <a:pt x="2084" y="2568"/>
                  </a:lnTo>
                  <a:cubicBezTo>
                    <a:pt x="2084" y="2568"/>
                    <a:pt x="2096" y="2556"/>
                    <a:pt x="2120" y="2532"/>
                  </a:cubicBezTo>
                  <a:cubicBezTo>
                    <a:pt x="2152" y="2496"/>
                    <a:pt x="2176" y="2460"/>
                    <a:pt x="2200" y="2416"/>
                  </a:cubicBezTo>
                  <a:cubicBezTo>
                    <a:pt x="2216" y="2388"/>
                    <a:pt x="2228" y="2356"/>
                    <a:pt x="2244" y="2324"/>
                  </a:cubicBezTo>
                  <a:cubicBezTo>
                    <a:pt x="2256" y="2284"/>
                    <a:pt x="2268" y="2248"/>
                    <a:pt x="2276" y="2208"/>
                  </a:cubicBezTo>
                  <a:cubicBezTo>
                    <a:pt x="2296" y="2112"/>
                    <a:pt x="2308" y="2016"/>
                    <a:pt x="2304" y="1920"/>
                  </a:cubicBezTo>
                  <a:cubicBezTo>
                    <a:pt x="2300" y="1804"/>
                    <a:pt x="2284" y="1692"/>
                    <a:pt x="2252" y="1580"/>
                  </a:cubicBezTo>
                  <a:cubicBezTo>
                    <a:pt x="2244" y="1552"/>
                    <a:pt x="2236" y="1520"/>
                    <a:pt x="2224" y="1492"/>
                  </a:cubicBezTo>
                  <a:cubicBezTo>
                    <a:pt x="2220" y="1476"/>
                    <a:pt x="2212" y="1460"/>
                    <a:pt x="2204" y="1444"/>
                  </a:cubicBezTo>
                  <a:cubicBezTo>
                    <a:pt x="2196" y="1428"/>
                    <a:pt x="2188" y="1412"/>
                    <a:pt x="2180" y="1396"/>
                  </a:cubicBezTo>
                  <a:cubicBezTo>
                    <a:pt x="2168" y="1376"/>
                    <a:pt x="2156" y="1360"/>
                    <a:pt x="2144" y="1344"/>
                  </a:cubicBezTo>
                  <a:lnTo>
                    <a:pt x="2136" y="1336"/>
                  </a:lnTo>
                  <a:lnTo>
                    <a:pt x="2120" y="1324"/>
                  </a:lnTo>
                  <a:cubicBezTo>
                    <a:pt x="2116" y="1320"/>
                    <a:pt x="2112" y="1316"/>
                    <a:pt x="2108" y="1312"/>
                  </a:cubicBezTo>
                  <a:cubicBezTo>
                    <a:pt x="2092" y="1292"/>
                    <a:pt x="2068" y="1272"/>
                    <a:pt x="2048" y="1248"/>
                  </a:cubicBezTo>
                  <a:cubicBezTo>
                    <a:pt x="1968" y="1152"/>
                    <a:pt x="1896" y="1048"/>
                    <a:pt x="1832" y="940"/>
                  </a:cubicBezTo>
                  <a:cubicBezTo>
                    <a:pt x="1760" y="828"/>
                    <a:pt x="1700" y="712"/>
                    <a:pt x="1644" y="588"/>
                  </a:cubicBezTo>
                  <a:cubicBezTo>
                    <a:pt x="1596" y="460"/>
                    <a:pt x="1524" y="340"/>
                    <a:pt x="1428" y="240"/>
                  </a:cubicBezTo>
                  <a:cubicBezTo>
                    <a:pt x="1384" y="188"/>
                    <a:pt x="1332" y="144"/>
                    <a:pt x="1284" y="100"/>
                  </a:cubicBezTo>
                  <a:cubicBezTo>
                    <a:pt x="1256" y="76"/>
                    <a:pt x="1228" y="56"/>
                    <a:pt x="1200" y="40"/>
                  </a:cubicBezTo>
                  <a:cubicBezTo>
                    <a:pt x="1168" y="16"/>
                    <a:pt x="1132" y="4"/>
                    <a:pt x="1092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68"/>
            <p:cNvSpPr/>
            <p:nvPr/>
          </p:nvSpPr>
          <p:spPr>
            <a:xfrm flipH="1">
              <a:off x="3261271" y="1246918"/>
              <a:ext cx="976949" cy="412385"/>
            </a:xfrm>
            <a:custGeom>
              <a:avLst/>
              <a:gdLst/>
              <a:ahLst/>
              <a:cxnLst/>
              <a:rect l="l" t="t" r="r" b="b"/>
              <a:pathLst>
                <a:path w="3897" h="1645" extrusionOk="0">
                  <a:moveTo>
                    <a:pt x="448" y="0"/>
                  </a:moveTo>
                  <a:cubicBezTo>
                    <a:pt x="364" y="0"/>
                    <a:pt x="284" y="12"/>
                    <a:pt x="204" y="36"/>
                  </a:cubicBezTo>
                  <a:cubicBezTo>
                    <a:pt x="160" y="48"/>
                    <a:pt x="124" y="64"/>
                    <a:pt x="88" y="84"/>
                  </a:cubicBezTo>
                  <a:cubicBezTo>
                    <a:pt x="48" y="108"/>
                    <a:pt x="20" y="140"/>
                    <a:pt x="0" y="180"/>
                  </a:cubicBezTo>
                  <a:lnTo>
                    <a:pt x="12" y="184"/>
                  </a:lnTo>
                  <a:cubicBezTo>
                    <a:pt x="64" y="128"/>
                    <a:pt x="136" y="96"/>
                    <a:pt x="212" y="92"/>
                  </a:cubicBezTo>
                  <a:cubicBezTo>
                    <a:pt x="252" y="84"/>
                    <a:pt x="288" y="84"/>
                    <a:pt x="328" y="84"/>
                  </a:cubicBezTo>
                  <a:cubicBezTo>
                    <a:pt x="348" y="86"/>
                    <a:pt x="367" y="86"/>
                    <a:pt x="386" y="86"/>
                  </a:cubicBezTo>
                  <a:cubicBezTo>
                    <a:pt x="405" y="86"/>
                    <a:pt x="424" y="86"/>
                    <a:pt x="444" y="88"/>
                  </a:cubicBezTo>
                  <a:cubicBezTo>
                    <a:pt x="520" y="96"/>
                    <a:pt x="600" y="104"/>
                    <a:pt x="676" y="120"/>
                  </a:cubicBezTo>
                  <a:cubicBezTo>
                    <a:pt x="752" y="136"/>
                    <a:pt x="832" y="152"/>
                    <a:pt x="908" y="172"/>
                  </a:cubicBezTo>
                  <a:cubicBezTo>
                    <a:pt x="984" y="188"/>
                    <a:pt x="1060" y="208"/>
                    <a:pt x="1140" y="228"/>
                  </a:cubicBezTo>
                  <a:cubicBezTo>
                    <a:pt x="1216" y="248"/>
                    <a:pt x="1296" y="268"/>
                    <a:pt x="1372" y="284"/>
                  </a:cubicBezTo>
                  <a:cubicBezTo>
                    <a:pt x="1452" y="300"/>
                    <a:pt x="1532" y="312"/>
                    <a:pt x="1612" y="328"/>
                  </a:cubicBezTo>
                  <a:cubicBezTo>
                    <a:pt x="1692" y="340"/>
                    <a:pt x="1772" y="352"/>
                    <a:pt x="1848" y="364"/>
                  </a:cubicBezTo>
                  <a:cubicBezTo>
                    <a:pt x="2008" y="392"/>
                    <a:pt x="2164" y="420"/>
                    <a:pt x="2324" y="448"/>
                  </a:cubicBezTo>
                  <a:cubicBezTo>
                    <a:pt x="2484" y="476"/>
                    <a:pt x="2640" y="504"/>
                    <a:pt x="2804" y="524"/>
                  </a:cubicBezTo>
                  <a:cubicBezTo>
                    <a:pt x="2884" y="536"/>
                    <a:pt x="2964" y="544"/>
                    <a:pt x="3048" y="544"/>
                  </a:cubicBezTo>
                  <a:lnTo>
                    <a:pt x="3164" y="544"/>
                  </a:lnTo>
                  <a:cubicBezTo>
                    <a:pt x="3200" y="548"/>
                    <a:pt x="3232" y="556"/>
                    <a:pt x="3264" y="568"/>
                  </a:cubicBezTo>
                  <a:cubicBezTo>
                    <a:pt x="3336" y="592"/>
                    <a:pt x="3400" y="628"/>
                    <a:pt x="3464" y="668"/>
                  </a:cubicBezTo>
                  <a:cubicBezTo>
                    <a:pt x="3478" y="677"/>
                    <a:pt x="3492" y="686"/>
                    <a:pt x="3506" y="695"/>
                  </a:cubicBezTo>
                  <a:lnTo>
                    <a:pt x="3506" y="695"/>
                  </a:lnTo>
                  <a:cubicBezTo>
                    <a:pt x="3497" y="697"/>
                    <a:pt x="3489" y="699"/>
                    <a:pt x="3480" y="700"/>
                  </a:cubicBezTo>
                  <a:cubicBezTo>
                    <a:pt x="3444" y="708"/>
                    <a:pt x="3408" y="716"/>
                    <a:pt x="3372" y="732"/>
                  </a:cubicBezTo>
                  <a:cubicBezTo>
                    <a:pt x="3332" y="744"/>
                    <a:pt x="3296" y="768"/>
                    <a:pt x="3260" y="792"/>
                  </a:cubicBezTo>
                  <a:cubicBezTo>
                    <a:pt x="3252" y="800"/>
                    <a:pt x="3240" y="812"/>
                    <a:pt x="3232" y="824"/>
                  </a:cubicBezTo>
                  <a:lnTo>
                    <a:pt x="3216" y="844"/>
                  </a:lnTo>
                  <a:cubicBezTo>
                    <a:pt x="3208" y="856"/>
                    <a:pt x="3196" y="880"/>
                    <a:pt x="3188" y="892"/>
                  </a:cubicBezTo>
                  <a:cubicBezTo>
                    <a:pt x="3172" y="924"/>
                    <a:pt x="3156" y="956"/>
                    <a:pt x="3140" y="984"/>
                  </a:cubicBezTo>
                  <a:cubicBezTo>
                    <a:pt x="3112" y="1044"/>
                    <a:pt x="3080" y="1104"/>
                    <a:pt x="3048" y="1160"/>
                  </a:cubicBezTo>
                  <a:cubicBezTo>
                    <a:pt x="3028" y="1188"/>
                    <a:pt x="3012" y="1212"/>
                    <a:pt x="2992" y="1240"/>
                  </a:cubicBezTo>
                  <a:cubicBezTo>
                    <a:pt x="2976" y="1268"/>
                    <a:pt x="2956" y="1296"/>
                    <a:pt x="2936" y="1320"/>
                  </a:cubicBezTo>
                  <a:cubicBezTo>
                    <a:pt x="2896" y="1372"/>
                    <a:pt x="2848" y="1416"/>
                    <a:pt x="2800" y="1456"/>
                  </a:cubicBezTo>
                  <a:cubicBezTo>
                    <a:pt x="2776" y="1480"/>
                    <a:pt x="2744" y="1496"/>
                    <a:pt x="2720" y="1516"/>
                  </a:cubicBezTo>
                  <a:lnTo>
                    <a:pt x="2636" y="1564"/>
                  </a:lnTo>
                  <a:lnTo>
                    <a:pt x="2540" y="1604"/>
                  </a:lnTo>
                  <a:lnTo>
                    <a:pt x="2444" y="1632"/>
                  </a:lnTo>
                  <a:lnTo>
                    <a:pt x="2444" y="1644"/>
                  </a:lnTo>
                  <a:cubicBezTo>
                    <a:pt x="2480" y="1640"/>
                    <a:pt x="2512" y="1640"/>
                    <a:pt x="2548" y="1636"/>
                  </a:cubicBezTo>
                  <a:lnTo>
                    <a:pt x="2652" y="1612"/>
                  </a:lnTo>
                  <a:cubicBezTo>
                    <a:pt x="2684" y="1600"/>
                    <a:pt x="2720" y="1588"/>
                    <a:pt x="2752" y="1576"/>
                  </a:cubicBezTo>
                  <a:cubicBezTo>
                    <a:pt x="2784" y="1560"/>
                    <a:pt x="2816" y="1544"/>
                    <a:pt x="2844" y="1524"/>
                  </a:cubicBezTo>
                  <a:cubicBezTo>
                    <a:pt x="2876" y="1504"/>
                    <a:pt x="2904" y="1484"/>
                    <a:pt x="2932" y="1464"/>
                  </a:cubicBezTo>
                  <a:cubicBezTo>
                    <a:pt x="2960" y="1440"/>
                    <a:pt x="2984" y="1416"/>
                    <a:pt x="3012" y="1392"/>
                  </a:cubicBezTo>
                  <a:cubicBezTo>
                    <a:pt x="3036" y="1368"/>
                    <a:pt x="3060" y="1340"/>
                    <a:pt x="3080" y="1312"/>
                  </a:cubicBezTo>
                  <a:cubicBezTo>
                    <a:pt x="3104" y="1284"/>
                    <a:pt x="3124" y="1256"/>
                    <a:pt x="3148" y="1228"/>
                  </a:cubicBezTo>
                  <a:cubicBezTo>
                    <a:pt x="3188" y="1172"/>
                    <a:pt x="3224" y="1112"/>
                    <a:pt x="3260" y="1052"/>
                  </a:cubicBezTo>
                  <a:lnTo>
                    <a:pt x="3308" y="964"/>
                  </a:lnTo>
                  <a:lnTo>
                    <a:pt x="3328" y="928"/>
                  </a:lnTo>
                  <a:lnTo>
                    <a:pt x="3344" y="908"/>
                  </a:lnTo>
                  <a:cubicBezTo>
                    <a:pt x="3344" y="909"/>
                    <a:pt x="3345" y="910"/>
                    <a:pt x="3345" y="910"/>
                  </a:cubicBezTo>
                  <a:cubicBezTo>
                    <a:pt x="3347" y="910"/>
                    <a:pt x="3352" y="904"/>
                    <a:pt x="3352" y="904"/>
                  </a:cubicBezTo>
                  <a:cubicBezTo>
                    <a:pt x="3376" y="888"/>
                    <a:pt x="3396" y="876"/>
                    <a:pt x="3420" y="868"/>
                  </a:cubicBezTo>
                  <a:cubicBezTo>
                    <a:pt x="3448" y="860"/>
                    <a:pt x="3480" y="852"/>
                    <a:pt x="3508" y="848"/>
                  </a:cubicBezTo>
                  <a:cubicBezTo>
                    <a:pt x="3540" y="840"/>
                    <a:pt x="3572" y="836"/>
                    <a:pt x="3604" y="832"/>
                  </a:cubicBezTo>
                  <a:cubicBezTo>
                    <a:pt x="3636" y="828"/>
                    <a:pt x="3668" y="820"/>
                    <a:pt x="3700" y="820"/>
                  </a:cubicBezTo>
                  <a:lnTo>
                    <a:pt x="3896" y="812"/>
                  </a:lnTo>
                  <a:lnTo>
                    <a:pt x="3744" y="692"/>
                  </a:lnTo>
                  <a:cubicBezTo>
                    <a:pt x="3680" y="640"/>
                    <a:pt x="3612" y="592"/>
                    <a:pt x="3536" y="552"/>
                  </a:cubicBezTo>
                  <a:cubicBezTo>
                    <a:pt x="3464" y="508"/>
                    <a:pt x="3388" y="472"/>
                    <a:pt x="3304" y="448"/>
                  </a:cubicBezTo>
                  <a:cubicBezTo>
                    <a:pt x="3260" y="432"/>
                    <a:pt x="3216" y="424"/>
                    <a:pt x="3168" y="420"/>
                  </a:cubicBezTo>
                  <a:lnTo>
                    <a:pt x="3104" y="420"/>
                  </a:lnTo>
                  <a:cubicBezTo>
                    <a:pt x="3084" y="424"/>
                    <a:pt x="3064" y="424"/>
                    <a:pt x="3048" y="424"/>
                  </a:cubicBezTo>
                  <a:cubicBezTo>
                    <a:pt x="2968" y="432"/>
                    <a:pt x="2892" y="432"/>
                    <a:pt x="2812" y="432"/>
                  </a:cubicBezTo>
                  <a:cubicBezTo>
                    <a:pt x="2652" y="428"/>
                    <a:pt x="2492" y="420"/>
                    <a:pt x="2336" y="400"/>
                  </a:cubicBezTo>
                  <a:cubicBezTo>
                    <a:pt x="2256" y="388"/>
                    <a:pt x="2176" y="376"/>
                    <a:pt x="2096" y="360"/>
                  </a:cubicBezTo>
                  <a:cubicBezTo>
                    <a:pt x="2020" y="348"/>
                    <a:pt x="1940" y="332"/>
                    <a:pt x="1864" y="312"/>
                  </a:cubicBezTo>
                  <a:cubicBezTo>
                    <a:pt x="1708" y="272"/>
                    <a:pt x="1556" y="224"/>
                    <a:pt x="1404" y="176"/>
                  </a:cubicBezTo>
                  <a:cubicBezTo>
                    <a:pt x="1248" y="132"/>
                    <a:pt x="1096" y="84"/>
                    <a:pt x="936" y="52"/>
                  </a:cubicBezTo>
                  <a:lnTo>
                    <a:pt x="816" y="28"/>
                  </a:lnTo>
                  <a:lnTo>
                    <a:pt x="696" y="12"/>
                  </a:lnTo>
                  <a:cubicBezTo>
                    <a:pt x="612" y="4"/>
                    <a:pt x="532" y="0"/>
                    <a:pt x="448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68"/>
            <p:cNvSpPr/>
            <p:nvPr/>
          </p:nvSpPr>
          <p:spPr>
            <a:xfrm flipH="1">
              <a:off x="3456811" y="1427666"/>
              <a:ext cx="823525" cy="137127"/>
            </a:xfrm>
            <a:custGeom>
              <a:avLst/>
              <a:gdLst/>
              <a:ahLst/>
              <a:cxnLst/>
              <a:rect l="l" t="t" r="r" b="b"/>
              <a:pathLst>
                <a:path w="3285" h="547" extrusionOk="0">
                  <a:moveTo>
                    <a:pt x="717" y="0"/>
                  </a:moveTo>
                  <a:cubicBezTo>
                    <a:pt x="657" y="0"/>
                    <a:pt x="597" y="4"/>
                    <a:pt x="536" y="11"/>
                  </a:cubicBezTo>
                  <a:cubicBezTo>
                    <a:pt x="492" y="15"/>
                    <a:pt x="452" y="19"/>
                    <a:pt x="416" y="27"/>
                  </a:cubicBezTo>
                  <a:cubicBezTo>
                    <a:pt x="376" y="35"/>
                    <a:pt x="344" y="43"/>
                    <a:pt x="308" y="51"/>
                  </a:cubicBezTo>
                  <a:cubicBezTo>
                    <a:pt x="252" y="67"/>
                    <a:pt x="196" y="87"/>
                    <a:pt x="140" y="107"/>
                  </a:cubicBezTo>
                  <a:cubicBezTo>
                    <a:pt x="96" y="123"/>
                    <a:pt x="60" y="139"/>
                    <a:pt x="36" y="151"/>
                  </a:cubicBezTo>
                  <a:lnTo>
                    <a:pt x="0" y="167"/>
                  </a:lnTo>
                  <a:lnTo>
                    <a:pt x="4" y="175"/>
                  </a:lnTo>
                  <a:lnTo>
                    <a:pt x="44" y="163"/>
                  </a:lnTo>
                  <a:cubicBezTo>
                    <a:pt x="68" y="155"/>
                    <a:pt x="100" y="143"/>
                    <a:pt x="152" y="131"/>
                  </a:cubicBezTo>
                  <a:lnTo>
                    <a:pt x="228" y="115"/>
                  </a:lnTo>
                  <a:lnTo>
                    <a:pt x="320" y="95"/>
                  </a:lnTo>
                  <a:lnTo>
                    <a:pt x="424" y="79"/>
                  </a:lnTo>
                  <a:cubicBezTo>
                    <a:pt x="460" y="75"/>
                    <a:pt x="500" y="71"/>
                    <a:pt x="540" y="71"/>
                  </a:cubicBezTo>
                  <a:cubicBezTo>
                    <a:pt x="577" y="70"/>
                    <a:pt x="613" y="69"/>
                    <a:pt x="649" y="69"/>
                  </a:cubicBezTo>
                  <a:cubicBezTo>
                    <a:pt x="701" y="69"/>
                    <a:pt x="753" y="71"/>
                    <a:pt x="804" y="75"/>
                  </a:cubicBezTo>
                  <a:cubicBezTo>
                    <a:pt x="900" y="83"/>
                    <a:pt x="996" y="99"/>
                    <a:pt x="1092" y="119"/>
                  </a:cubicBezTo>
                  <a:cubicBezTo>
                    <a:pt x="1300" y="167"/>
                    <a:pt x="1504" y="235"/>
                    <a:pt x="1704" y="319"/>
                  </a:cubicBezTo>
                  <a:lnTo>
                    <a:pt x="2008" y="443"/>
                  </a:lnTo>
                  <a:cubicBezTo>
                    <a:pt x="2108" y="483"/>
                    <a:pt x="2212" y="515"/>
                    <a:pt x="2316" y="539"/>
                  </a:cubicBezTo>
                  <a:cubicBezTo>
                    <a:pt x="2349" y="544"/>
                    <a:pt x="2380" y="546"/>
                    <a:pt x="2411" y="546"/>
                  </a:cubicBezTo>
                  <a:cubicBezTo>
                    <a:pt x="2433" y="546"/>
                    <a:pt x="2455" y="545"/>
                    <a:pt x="2476" y="543"/>
                  </a:cubicBezTo>
                  <a:cubicBezTo>
                    <a:pt x="2524" y="535"/>
                    <a:pt x="2576" y="523"/>
                    <a:pt x="2624" y="511"/>
                  </a:cubicBezTo>
                  <a:cubicBezTo>
                    <a:pt x="2708" y="483"/>
                    <a:pt x="2792" y="451"/>
                    <a:pt x="2872" y="407"/>
                  </a:cubicBezTo>
                  <a:cubicBezTo>
                    <a:pt x="2940" y="367"/>
                    <a:pt x="3004" y="327"/>
                    <a:pt x="3064" y="275"/>
                  </a:cubicBezTo>
                  <a:cubicBezTo>
                    <a:pt x="3108" y="239"/>
                    <a:pt x="3152" y="199"/>
                    <a:pt x="3192" y="155"/>
                  </a:cubicBezTo>
                  <a:cubicBezTo>
                    <a:pt x="3228" y="119"/>
                    <a:pt x="3256" y="75"/>
                    <a:pt x="3284" y="35"/>
                  </a:cubicBezTo>
                  <a:lnTo>
                    <a:pt x="3280" y="31"/>
                  </a:lnTo>
                  <a:cubicBezTo>
                    <a:pt x="3248" y="67"/>
                    <a:pt x="3212" y="103"/>
                    <a:pt x="3172" y="135"/>
                  </a:cubicBezTo>
                  <a:cubicBezTo>
                    <a:pt x="3128" y="171"/>
                    <a:pt x="3084" y="207"/>
                    <a:pt x="3036" y="239"/>
                  </a:cubicBezTo>
                  <a:cubicBezTo>
                    <a:pt x="2976" y="283"/>
                    <a:pt x="2912" y="319"/>
                    <a:pt x="2848" y="355"/>
                  </a:cubicBezTo>
                  <a:cubicBezTo>
                    <a:pt x="2768" y="395"/>
                    <a:pt x="2688" y="427"/>
                    <a:pt x="2604" y="455"/>
                  </a:cubicBezTo>
                  <a:cubicBezTo>
                    <a:pt x="2560" y="471"/>
                    <a:pt x="2512" y="479"/>
                    <a:pt x="2468" y="495"/>
                  </a:cubicBezTo>
                  <a:cubicBezTo>
                    <a:pt x="2433" y="501"/>
                    <a:pt x="2398" y="505"/>
                    <a:pt x="2361" y="505"/>
                  </a:cubicBezTo>
                  <a:cubicBezTo>
                    <a:pt x="2348" y="505"/>
                    <a:pt x="2334" y="505"/>
                    <a:pt x="2320" y="503"/>
                  </a:cubicBezTo>
                  <a:cubicBezTo>
                    <a:pt x="2216" y="495"/>
                    <a:pt x="2112" y="467"/>
                    <a:pt x="2016" y="423"/>
                  </a:cubicBezTo>
                  <a:cubicBezTo>
                    <a:pt x="1916" y="383"/>
                    <a:pt x="1812" y="335"/>
                    <a:pt x="1716" y="287"/>
                  </a:cubicBezTo>
                  <a:cubicBezTo>
                    <a:pt x="1620" y="235"/>
                    <a:pt x="1516" y="191"/>
                    <a:pt x="1416" y="147"/>
                  </a:cubicBezTo>
                  <a:cubicBezTo>
                    <a:pt x="1316" y="107"/>
                    <a:pt x="1212" y="75"/>
                    <a:pt x="1108" y="47"/>
                  </a:cubicBezTo>
                  <a:cubicBezTo>
                    <a:pt x="979" y="17"/>
                    <a:pt x="849" y="0"/>
                    <a:pt x="717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68"/>
            <p:cNvSpPr/>
            <p:nvPr/>
          </p:nvSpPr>
          <p:spPr>
            <a:xfrm flipH="1">
              <a:off x="3615249" y="1312599"/>
              <a:ext cx="618960" cy="73452"/>
            </a:xfrm>
            <a:custGeom>
              <a:avLst/>
              <a:gdLst/>
              <a:ahLst/>
              <a:cxnLst/>
              <a:rect l="l" t="t" r="r" b="b"/>
              <a:pathLst>
                <a:path w="2469" h="293" extrusionOk="0">
                  <a:moveTo>
                    <a:pt x="539" y="1"/>
                  </a:moveTo>
                  <a:cubicBezTo>
                    <a:pt x="485" y="1"/>
                    <a:pt x="431" y="4"/>
                    <a:pt x="376" y="10"/>
                  </a:cubicBezTo>
                  <a:cubicBezTo>
                    <a:pt x="320" y="14"/>
                    <a:pt x="268" y="26"/>
                    <a:pt x="216" y="38"/>
                  </a:cubicBezTo>
                  <a:cubicBezTo>
                    <a:pt x="176" y="50"/>
                    <a:pt x="136" y="66"/>
                    <a:pt x="96" y="82"/>
                  </a:cubicBezTo>
                  <a:cubicBezTo>
                    <a:pt x="72" y="94"/>
                    <a:pt x="48" y="106"/>
                    <a:pt x="24" y="118"/>
                  </a:cubicBezTo>
                  <a:lnTo>
                    <a:pt x="0" y="134"/>
                  </a:lnTo>
                  <a:lnTo>
                    <a:pt x="4" y="138"/>
                  </a:lnTo>
                  <a:lnTo>
                    <a:pt x="32" y="130"/>
                  </a:lnTo>
                  <a:cubicBezTo>
                    <a:pt x="56" y="122"/>
                    <a:pt x="80" y="114"/>
                    <a:pt x="108" y="106"/>
                  </a:cubicBezTo>
                  <a:cubicBezTo>
                    <a:pt x="144" y="98"/>
                    <a:pt x="184" y="90"/>
                    <a:pt x="224" y="82"/>
                  </a:cubicBezTo>
                  <a:cubicBezTo>
                    <a:pt x="276" y="74"/>
                    <a:pt x="328" y="70"/>
                    <a:pt x="380" y="70"/>
                  </a:cubicBezTo>
                  <a:cubicBezTo>
                    <a:pt x="397" y="69"/>
                    <a:pt x="414" y="69"/>
                    <a:pt x="431" y="69"/>
                  </a:cubicBezTo>
                  <a:cubicBezTo>
                    <a:pt x="474" y="69"/>
                    <a:pt x="519" y="72"/>
                    <a:pt x="564" y="74"/>
                  </a:cubicBezTo>
                  <a:cubicBezTo>
                    <a:pt x="632" y="78"/>
                    <a:pt x="700" y="86"/>
                    <a:pt x="772" y="94"/>
                  </a:cubicBezTo>
                  <a:cubicBezTo>
                    <a:pt x="912" y="110"/>
                    <a:pt x="1068" y="138"/>
                    <a:pt x="1224" y="158"/>
                  </a:cubicBezTo>
                  <a:cubicBezTo>
                    <a:pt x="1300" y="166"/>
                    <a:pt x="1376" y="178"/>
                    <a:pt x="1452" y="190"/>
                  </a:cubicBezTo>
                  <a:cubicBezTo>
                    <a:pt x="1528" y="198"/>
                    <a:pt x="1604" y="214"/>
                    <a:pt x="1676" y="230"/>
                  </a:cubicBezTo>
                  <a:cubicBezTo>
                    <a:pt x="1748" y="242"/>
                    <a:pt x="1816" y="258"/>
                    <a:pt x="1884" y="266"/>
                  </a:cubicBezTo>
                  <a:cubicBezTo>
                    <a:pt x="1952" y="274"/>
                    <a:pt x="2012" y="282"/>
                    <a:pt x="2072" y="286"/>
                  </a:cubicBezTo>
                  <a:cubicBezTo>
                    <a:pt x="2154" y="289"/>
                    <a:pt x="2228" y="292"/>
                    <a:pt x="2289" y="292"/>
                  </a:cubicBezTo>
                  <a:cubicBezTo>
                    <a:pt x="2314" y="292"/>
                    <a:pt x="2336" y="292"/>
                    <a:pt x="2356" y="290"/>
                  </a:cubicBezTo>
                  <a:cubicBezTo>
                    <a:pt x="2424" y="290"/>
                    <a:pt x="2464" y="286"/>
                    <a:pt x="2464" y="286"/>
                  </a:cubicBezTo>
                  <a:lnTo>
                    <a:pt x="2468" y="282"/>
                  </a:lnTo>
                  <a:cubicBezTo>
                    <a:pt x="2468" y="282"/>
                    <a:pt x="2428" y="274"/>
                    <a:pt x="2360" y="262"/>
                  </a:cubicBezTo>
                  <a:cubicBezTo>
                    <a:pt x="2324" y="258"/>
                    <a:pt x="2284" y="254"/>
                    <a:pt x="2236" y="246"/>
                  </a:cubicBezTo>
                  <a:lnTo>
                    <a:pt x="2080" y="226"/>
                  </a:lnTo>
                  <a:cubicBezTo>
                    <a:pt x="2020" y="222"/>
                    <a:pt x="1960" y="214"/>
                    <a:pt x="1892" y="206"/>
                  </a:cubicBezTo>
                  <a:cubicBezTo>
                    <a:pt x="1824" y="202"/>
                    <a:pt x="1756" y="198"/>
                    <a:pt x="1684" y="194"/>
                  </a:cubicBezTo>
                  <a:cubicBezTo>
                    <a:pt x="1608" y="186"/>
                    <a:pt x="1532" y="178"/>
                    <a:pt x="1460" y="166"/>
                  </a:cubicBezTo>
                  <a:cubicBezTo>
                    <a:pt x="1380" y="154"/>
                    <a:pt x="1308" y="138"/>
                    <a:pt x="1232" y="118"/>
                  </a:cubicBezTo>
                  <a:cubicBezTo>
                    <a:pt x="1156" y="102"/>
                    <a:pt x="1076" y="82"/>
                    <a:pt x="1004" y="66"/>
                  </a:cubicBezTo>
                  <a:cubicBezTo>
                    <a:pt x="932" y="50"/>
                    <a:pt x="856" y="34"/>
                    <a:pt x="780" y="22"/>
                  </a:cubicBezTo>
                  <a:cubicBezTo>
                    <a:pt x="701" y="8"/>
                    <a:pt x="620" y="1"/>
                    <a:pt x="539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68"/>
            <p:cNvSpPr/>
            <p:nvPr/>
          </p:nvSpPr>
          <p:spPr>
            <a:xfrm flipH="1">
              <a:off x="3727559" y="1391065"/>
              <a:ext cx="540744" cy="103786"/>
            </a:xfrm>
            <a:custGeom>
              <a:avLst/>
              <a:gdLst/>
              <a:ahLst/>
              <a:cxnLst/>
              <a:rect l="l" t="t" r="r" b="b"/>
              <a:pathLst>
                <a:path w="2157" h="414" extrusionOk="0">
                  <a:moveTo>
                    <a:pt x="638" y="0"/>
                  </a:moveTo>
                  <a:cubicBezTo>
                    <a:pt x="537" y="0"/>
                    <a:pt x="437" y="9"/>
                    <a:pt x="336" y="29"/>
                  </a:cubicBezTo>
                  <a:cubicBezTo>
                    <a:pt x="288" y="37"/>
                    <a:pt x="240" y="49"/>
                    <a:pt x="196" y="65"/>
                  </a:cubicBezTo>
                  <a:cubicBezTo>
                    <a:pt x="156" y="73"/>
                    <a:pt x="124" y="85"/>
                    <a:pt x="88" y="101"/>
                  </a:cubicBezTo>
                  <a:cubicBezTo>
                    <a:pt x="56" y="113"/>
                    <a:pt x="28" y="125"/>
                    <a:pt x="0" y="141"/>
                  </a:cubicBezTo>
                  <a:lnTo>
                    <a:pt x="4" y="149"/>
                  </a:lnTo>
                  <a:lnTo>
                    <a:pt x="28" y="141"/>
                  </a:lnTo>
                  <a:cubicBezTo>
                    <a:pt x="44" y="141"/>
                    <a:pt x="68" y="133"/>
                    <a:pt x="96" y="125"/>
                  </a:cubicBezTo>
                  <a:cubicBezTo>
                    <a:pt x="124" y="121"/>
                    <a:pt x="164" y="113"/>
                    <a:pt x="204" y="109"/>
                  </a:cubicBezTo>
                  <a:cubicBezTo>
                    <a:pt x="244" y="101"/>
                    <a:pt x="292" y="93"/>
                    <a:pt x="344" y="89"/>
                  </a:cubicBezTo>
                  <a:cubicBezTo>
                    <a:pt x="396" y="85"/>
                    <a:pt x="452" y="81"/>
                    <a:pt x="512" y="77"/>
                  </a:cubicBezTo>
                  <a:cubicBezTo>
                    <a:pt x="568" y="77"/>
                    <a:pt x="632" y="77"/>
                    <a:pt x="696" y="73"/>
                  </a:cubicBezTo>
                  <a:cubicBezTo>
                    <a:pt x="717" y="72"/>
                    <a:pt x="739" y="72"/>
                    <a:pt x="761" y="72"/>
                  </a:cubicBezTo>
                  <a:cubicBezTo>
                    <a:pt x="805" y="72"/>
                    <a:pt x="851" y="73"/>
                    <a:pt x="896" y="73"/>
                  </a:cubicBezTo>
                  <a:lnTo>
                    <a:pt x="1108" y="77"/>
                  </a:lnTo>
                  <a:cubicBezTo>
                    <a:pt x="1176" y="81"/>
                    <a:pt x="1244" y="85"/>
                    <a:pt x="1312" y="97"/>
                  </a:cubicBezTo>
                  <a:cubicBezTo>
                    <a:pt x="1380" y="101"/>
                    <a:pt x="1448" y="117"/>
                    <a:pt x="1512" y="137"/>
                  </a:cubicBezTo>
                  <a:cubicBezTo>
                    <a:pt x="1572" y="153"/>
                    <a:pt x="1632" y="177"/>
                    <a:pt x="1688" y="197"/>
                  </a:cubicBezTo>
                  <a:cubicBezTo>
                    <a:pt x="1740" y="221"/>
                    <a:pt x="1796" y="241"/>
                    <a:pt x="1840" y="261"/>
                  </a:cubicBezTo>
                  <a:cubicBezTo>
                    <a:pt x="1936" y="301"/>
                    <a:pt x="2016" y="341"/>
                    <a:pt x="2068" y="369"/>
                  </a:cubicBezTo>
                  <a:lnTo>
                    <a:pt x="2152" y="413"/>
                  </a:lnTo>
                  <a:lnTo>
                    <a:pt x="2156" y="409"/>
                  </a:lnTo>
                  <a:cubicBezTo>
                    <a:pt x="2136" y="389"/>
                    <a:pt x="2112" y="365"/>
                    <a:pt x="2084" y="345"/>
                  </a:cubicBezTo>
                  <a:cubicBezTo>
                    <a:pt x="2016" y="293"/>
                    <a:pt x="1944" y="249"/>
                    <a:pt x="1868" y="209"/>
                  </a:cubicBezTo>
                  <a:cubicBezTo>
                    <a:pt x="1816" y="185"/>
                    <a:pt x="1764" y="161"/>
                    <a:pt x="1708" y="145"/>
                  </a:cubicBezTo>
                  <a:cubicBezTo>
                    <a:pt x="1648" y="125"/>
                    <a:pt x="1584" y="109"/>
                    <a:pt x="1520" y="101"/>
                  </a:cubicBezTo>
                  <a:cubicBezTo>
                    <a:pt x="1456" y="89"/>
                    <a:pt x="1384" y="85"/>
                    <a:pt x="1316" y="77"/>
                  </a:cubicBezTo>
                  <a:cubicBezTo>
                    <a:pt x="1248" y="69"/>
                    <a:pt x="1180" y="53"/>
                    <a:pt x="1112" y="45"/>
                  </a:cubicBezTo>
                  <a:cubicBezTo>
                    <a:pt x="1040" y="33"/>
                    <a:pt x="972" y="21"/>
                    <a:pt x="900" y="13"/>
                  </a:cubicBezTo>
                  <a:cubicBezTo>
                    <a:pt x="832" y="9"/>
                    <a:pt x="764" y="5"/>
                    <a:pt x="696" y="1"/>
                  </a:cubicBezTo>
                  <a:cubicBezTo>
                    <a:pt x="677" y="1"/>
                    <a:pt x="657" y="0"/>
                    <a:pt x="638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68"/>
            <p:cNvSpPr/>
            <p:nvPr/>
          </p:nvSpPr>
          <p:spPr>
            <a:xfrm flipH="1">
              <a:off x="4417463" y="678353"/>
              <a:ext cx="171724" cy="111557"/>
            </a:xfrm>
            <a:custGeom>
              <a:avLst/>
              <a:gdLst/>
              <a:ahLst/>
              <a:cxnLst/>
              <a:rect l="l" t="t" r="r" b="b"/>
              <a:pathLst>
                <a:path w="685" h="445" extrusionOk="0">
                  <a:moveTo>
                    <a:pt x="648" y="0"/>
                  </a:moveTo>
                  <a:lnTo>
                    <a:pt x="644" y="4"/>
                  </a:lnTo>
                  <a:cubicBezTo>
                    <a:pt x="648" y="12"/>
                    <a:pt x="648" y="24"/>
                    <a:pt x="648" y="36"/>
                  </a:cubicBezTo>
                  <a:cubicBezTo>
                    <a:pt x="644" y="60"/>
                    <a:pt x="632" y="84"/>
                    <a:pt x="612" y="100"/>
                  </a:cubicBezTo>
                  <a:cubicBezTo>
                    <a:pt x="596" y="112"/>
                    <a:pt x="580" y="120"/>
                    <a:pt x="564" y="132"/>
                  </a:cubicBezTo>
                  <a:lnTo>
                    <a:pt x="504" y="164"/>
                  </a:lnTo>
                  <a:cubicBezTo>
                    <a:pt x="484" y="180"/>
                    <a:pt x="460" y="192"/>
                    <a:pt x="436" y="200"/>
                  </a:cubicBezTo>
                  <a:cubicBezTo>
                    <a:pt x="408" y="208"/>
                    <a:pt x="384" y="212"/>
                    <a:pt x="356" y="216"/>
                  </a:cubicBezTo>
                  <a:cubicBezTo>
                    <a:pt x="304" y="224"/>
                    <a:pt x="252" y="236"/>
                    <a:pt x="204" y="256"/>
                  </a:cubicBezTo>
                  <a:cubicBezTo>
                    <a:pt x="160" y="272"/>
                    <a:pt x="116" y="296"/>
                    <a:pt x="80" y="324"/>
                  </a:cubicBezTo>
                  <a:cubicBezTo>
                    <a:pt x="52" y="348"/>
                    <a:pt x="28" y="376"/>
                    <a:pt x="12" y="404"/>
                  </a:cubicBezTo>
                  <a:cubicBezTo>
                    <a:pt x="8" y="416"/>
                    <a:pt x="4" y="428"/>
                    <a:pt x="0" y="444"/>
                  </a:cubicBezTo>
                  <a:lnTo>
                    <a:pt x="4" y="444"/>
                  </a:lnTo>
                  <a:lnTo>
                    <a:pt x="12" y="440"/>
                  </a:lnTo>
                  <a:cubicBezTo>
                    <a:pt x="20" y="432"/>
                    <a:pt x="28" y="428"/>
                    <a:pt x="36" y="424"/>
                  </a:cubicBezTo>
                  <a:cubicBezTo>
                    <a:pt x="60" y="404"/>
                    <a:pt x="88" y="388"/>
                    <a:pt x="112" y="376"/>
                  </a:cubicBezTo>
                  <a:cubicBezTo>
                    <a:pt x="148" y="360"/>
                    <a:pt x="188" y="344"/>
                    <a:pt x="232" y="320"/>
                  </a:cubicBezTo>
                  <a:lnTo>
                    <a:pt x="300" y="292"/>
                  </a:lnTo>
                  <a:cubicBezTo>
                    <a:pt x="324" y="280"/>
                    <a:pt x="348" y="268"/>
                    <a:pt x="372" y="252"/>
                  </a:cubicBezTo>
                  <a:cubicBezTo>
                    <a:pt x="392" y="240"/>
                    <a:pt x="416" y="228"/>
                    <a:pt x="444" y="220"/>
                  </a:cubicBezTo>
                  <a:cubicBezTo>
                    <a:pt x="468" y="208"/>
                    <a:pt x="492" y="204"/>
                    <a:pt x="516" y="200"/>
                  </a:cubicBezTo>
                  <a:cubicBezTo>
                    <a:pt x="544" y="196"/>
                    <a:pt x="568" y="192"/>
                    <a:pt x="592" y="184"/>
                  </a:cubicBezTo>
                  <a:cubicBezTo>
                    <a:pt x="616" y="176"/>
                    <a:pt x="636" y="160"/>
                    <a:pt x="652" y="140"/>
                  </a:cubicBezTo>
                  <a:cubicBezTo>
                    <a:pt x="668" y="124"/>
                    <a:pt x="676" y="104"/>
                    <a:pt x="680" y="80"/>
                  </a:cubicBezTo>
                  <a:cubicBezTo>
                    <a:pt x="684" y="64"/>
                    <a:pt x="680" y="48"/>
                    <a:pt x="676" y="32"/>
                  </a:cubicBezTo>
                  <a:cubicBezTo>
                    <a:pt x="672" y="16"/>
                    <a:pt x="660" y="8"/>
                    <a:pt x="648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68"/>
            <p:cNvSpPr/>
            <p:nvPr/>
          </p:nvSpPr>
          <p:spPr>
            <a:xfrm flipH="1">
              <a:off x="4190838" y="735510"/>
              <a:ext cx="157686" cy="531713"/>
            </a:xfrm>
            <a:custGeom>
              <a:avLst/>
              <a:gdLst/>
              <a:ahLst/>
              <a:cxnLst/>
              <a:rect l="l" t="t" r="r" b="b"/>
              <a:pathLst>
                <a:path w="629" h="2121" extrusionOk="0">
                  <a:moveTo>
                    <a:pt x="4" y="0"/>
                  </a:moveTo>
                  <a:lnTo>
                    <a:pt x="0" y="4"/>
                  </a:lnTo>
                  <a:lnTo>
                    <a:pt x="0" y="28"/>
                  </a:lnTo>
                  <a:cubicBezTo>
                    <a:pt x="0" y="56"/>
                    <a:pt x="0" y="80"/>
                    <a:pt x="8" y="104"/>
                  </a:cubicBezTo>
                  <a:cubicBezTo>
                    <a:pt x="24" y="188"/>
                    <a:pt x="60" y="272"/>
                    <a:pt x="108" y="344"/>
                  </a:cubicBezTo>
                  <a:cubicBezTo>
                    <a:pt x="136" y="388"/>
                    <a:pt x="168" y="436"/>
                    <a:pt x="204" y="488"/>
                  </a:cubicBezTo>
                  <a:cubicBezTo>
                    <a:pt x="236" y="536"/>
                    <a:pt x="276" y="588"/>
                    <a:pt x="308" y="644"/>
                  </a:cubicBezTo>
                  <a:cubicBezTo>
                    <a:pt x="344" y="700"/>
                    <a:pt x="372" y="760"/>
                    <a:pt x="396" y="824"/>
                  </a:cubicBezTo>
                  <a:cubicBezTo>
                    <a:pt x="416" y="892"/>
                    <a:pt x="436" y="956"/>
                    <a:pt x="452" y="1024"/>
                  </a:cubicBezTo>
                  <a:cubicBezTo>
                    <a:pt x="484" y="1160"/>
                    <a:pt x="516" y="1296"/>
                    <a:pt x="536" y="1424"/>
                  </a:cubicBezTo>
                  <a:cubicBezTo>
                    <a:pt x="552" y="1544"/>
                    <a:pt x="560" y="1660"/>
                    <a:pt x="560" y="1780"/>
                  </a:cubicBezTo>
                  <a:cubicBezTo>
                    <a:pt x="556" y="1828"/>
                    <a:pt x="552" y="1876"/>
                    <a:pt x="544" y="1920"/>
                  </a:cubicBezTo>
                  <a:cubicBezTo>
                    <a:pt x="540" y="1960"/>
                    <a:pt x="528" y="1996"/>
                    <a:pt x="524" y="2024"/>
                  </a:cubicBezTo>
                  <a:cubicBezTo>
                    <a:pt x="516" y="2056"/>
                    <a:pt x="508" y="2076"/>
                    <a:pt x="504" y="2096"/>
                  </a:cubicBezTo>
                  <a:lnTo>
                    <a:pt x="496" y="2120"/>
                  </a:lnTo>
                  <a:lnTo>
                    <a:pt x="504" y="2120"/>
                  </a:lnTo>
                  <a:lnTo>
                    <a:pt x="516" y="2100"/>
                  </a:lnTo>
                  <a:cubicBezTo>
                    <a:pt x="528" y="2080"/>
                    <a:pt x="540" y="2056"/>
                    <a:pt x="548" y="2036"/>
                  </a:cubicBezTo>
                  <a:cubicBezTo>
                    <a:pt x="564" y="2000"/>
                    <a:pt x="580" y="1964"/>
                    <a:pt x="588" y="1928"/>
                  </a:cubicBezTo>
                  <a:cubicBezTo>
                    <a:pt x="604" y="1880"/>
                    <a:pt x="612" y="1832"/>
                    <a:pt x="620" y="1784"/>
                  </a:cubicBezTo>
                  <a:cubicBezTo>
                    <a:pt x="628" y="1724"/>
                    <a:pt x="628" y="1668"/>
                    <a:pt x="628" y="1608"/>
                  </a:cubicBezTo>
                  <a:cubicBezTo>
                    <a:pt x="624" y="1544"/>
                    <a:pt x="616" y="1476"/>
                    <a:pt x="604" y="1416"/>
                  </a:cubicBezTo>
                  <a:cubicBezTo>
                    <a:pt x="592" y="1348"/>
                    <a:pt x="576" y="1280"/>
                    <a:pt x="556" y="1216"/>
                  </a:cubicBezTo>
                  <a:cubicBezTo>
                    <a:pt x="540" y="1148"/>
                    <a:pt x="512" y="1084"/>
                    <a:pt x="488" y="1016"/>
                  </a:cubicBezTo>
                  <a:cubicBezTo>
                    <a:pt x="464" y="948"/>
                    <a:pt x="436" y="880"/>
                    <a:pt x="416" y="816"/>
                  </a:cubicBezTo>
                  <a:cubicBezTo>
                    <a:pt x="392" y="748"/>
                    <a:pt x="368" y="684"/>
                    <a:pt x="340" y="620"/>
                  </a:cubicBezTo>
                  <a:cubicBezTo>
                    <a:pt x="316" y="560"/>
                    <a:pt x="288" y="504"/>
                    <a:pt x="252" y="448"/>
                  </a:cubicBezTo>
                  <a:cubicBezTo>
                    <a:pt x="220" y="400"/>
                    <a:pt x="184" y="352"/>
                    <a:pt x="156" y="308"/>
                  </a:cubicBezTo>
                  <a:cubicBezTo>
                    <a:pt x="108" y="240"/>
                    <a:pt x="68" y="168"/>
                    <a:pt x="32" y="92"/>
                  </a:cubicBezTo>
                  <a:cubicBezTo>
                    <a:pt x="24" y="68"/>
                    <a:pt x="16" y="48"/>
                    <a:pt x="12" y="24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68"/>
            <p:cNvSpPr/>
            <p:nvPr/>
          </p:nvSpPr>
          <p:spPr>
            <a:xfrm flipH="1">
              <a:off x="4297131" y="857847"/>
              <a:ext cx="85486" cy="265982"/>
            </a:xfrm>
            <a:custGeom>
              <a:avLst/>
              <a:gdLst/>
              <a:ahLst/>
              <a:cxnLst/>
              <a:rect l="l" t="t" r="r" b="b"/>
              <a:pathLst>
                <a:path w="341" h="1061" extrusionOk="0">
                  <a:moveTo>
                    <a:pt x="0" y="0"/>
                  </a:moveTo>
                  <a:lnTo>
                    <a:pt x="0" y="4"/>
                  </a:lnTo>
                  <a:lnTo>
                    <a:pt x="12" y="12"/>
                  </a:lnTo>
                  <a:cubicBezTo>
                    <a:pt x="20" y="16"/>
                    <a:pt x="28" y="24"/>
                    <a:pt x="36" y="32"/>
                  </a:cubicBezTo>
                  <a:cubicBezTo>
                    <a:pt x="64" y="60"/>
                    <a:pt x="84" y="96"/>
                    <a:pt x="96" y="132"/>
                  </a:cubicBezTo>
                  <a:cubicBezTo>
                    <a:pt x="108" y="156"/>
                    <a:pt x="116" y="184"/>
                    <a:pt x="128" y="212"/>
                  </a:cubicBezTo>
                  <a:cubicBezTo>
                    <a:pt x="140" y="240"/>
                    <a:pt x="156" y="268"/>
                    <a:pt x="172" y="296"/>
                  </a:cubicBezTo>
                  <a:cubicBezTo>
                    <a:pt x="188" y="328"/>
                    <a:pt x="200" y="360"/>
                    <a:pt x="208" y="392"/>
                  </a:cubicBezTo>
                  <a:cubicBezTo>
                    <a:pt x="220" y="428"/>
                    <a:pt x="224" y="460"/>
                    <a:pt x="228" y="496"/>
                  </a:cubicBezTo>
                  <a:cubicBezTo>
                    <a:pt x="236" y="568"/>
                    <a:pt x="244" y="640"/>
                    <a:pt x="252" y="704"/>
                  </a:cubicBezTo>
                  <a:cubicBezTo>
                    <a:pt x="260" y="772"/>
                    <a:pt x="268" y="832"/>
                    <a:pt x="276" y="884"/>
                  </a:cubicBezTo>
                  <a:cubicBezTo>
                    <a:pt x="284" y="936"/>
                    <a:pt x="292" y="980"/>
                    <a:pt x="300" y="1012"/>
                  </a:cubicBezTo>
                  <a:cubicBezTo>
                    <a:pt x="304" y="1044"/>
                    <a:pt x="312" y="1060"/>
                    <a:pt x="312" y="1060"/>
                  </a:cubicBezTo>
                  <a:lnTo>
                    <a:pt x="316" y="1060"/>
                  </a:lnTo>
                  <a:cubicBezTo>
                    <a:pt x="332" y="1000"/>
                    <a:pt x="336" y="940"/>
                    <a:pt x="340" y="880"/>
                  </a:cubicBezTo>
                  <a:cubicBezTo>
                    <a:pt x="340" y="852"/>
                    <a:pt x="340" y="824"/>
                    <a:pt x="336" y="792"/>
                  </a:cubicBezTo>
                  <a:cubicBezTo>
                    <a:pt x="332" y="760"/>
                    <a:pt x="328" y="728"/>
                    <a:pt x="324" y="696"/>
                  </a:cubicBezTo>
                  <a:cubicBezTo>
                    <a:pt x="316" y="660"/>
                    <a:pt x="308" y="628"/>
                    <a:pt x="300" y="592"/>
                  </a:cubicBezTo>
                  <a:cubicBezTo>
                    <a:pt x="292" y="556"/>
                    <a:pt x="280" y="524"/>
                    <a:pt x="264" y="488"/>
                  </a:cubicBezTo>
                  <a:cubicBezTo>
                    <a:pt x="252" y="456"/>
                    <a:pt x="240" y="424"/>
                    <a:pt x="232" y="388"/>
                  </a:cubicBezTo>
                  <a:cubicBezTo>
                    <a:pt x="220" y="356"/>
                    <a:pt x="212" y="324"/>
                    <a:pt x="208" y="288"/>
                  </a:cubicBezTo>
                  <a:cubicBezTo>
                    <a:pt x="200" y="256"/>
                    <a:pt x="196" y="224"/>
                    <a:pt x="184" y="192"/>
                  </a:cubicBezTo>
                  <a:cubicBezTo>
                    <a:pt x="176" y="164"/>
                    <a:pt x="164" y="136"/>
                    <a:pt x="152" y="112"/>
                  </a:cubicBezTo>
                  <a:cubicBezTo>
                    <a:pt x="128" y="68"/>
                    <a:pt x="96" y="32"/>
                    <a:pt x="52" y="12"/>
                  </a:cubicBezTo>
                  <a:cubicBezTo>
                    <a:pt x="40" y="4"/>
                    <a:pt x="28" y="4"/>
                    <a:pt x="1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68"/>
            <p:cNvSpPr/>
            <p:nvPr/>
          </p:nvSpPr>
          <p:spPr>
            <a:xfrm flipH="1">
              <a:off x="4809795" y="1013275"/>
              <a:ext cx="96517" cy="390324"/>
            </a:xfrm>
            <a:custGeom>
              <a:avLst/>
              <a:gdLst/>
              <a:ahLst/>
              <a:cxnLst/>
              <a:rect l="l" t="t" r="r" b="b"/>
              <a:pathLst>
                <a:path w="385" h="1557" extrusionOk="0">
                  <a:moveTo>
                    <a:pt x="97" y="0"/>
                  </a:moveTo>
                  <a:cubicBezTo>
                    <a:pt x="81" y="20"/>
                    <a:pt x="69" y="40"/>
                    <a:pt x="61" y="64"/>
                  </a:cubicBezTo>
                  <a:cubicBezTo>
                    <a:pt x="33" y="120"/>
                    <a:pt x="17" y="184"/>
                    <a:pt x="9" y="248"/>
                  </a:cubicBezTo>
                  <a:cubicBezTo>
                    <a:pt x="5" y="288"/>
                    <a:pt x="1" y="332"/>
                    <a:pt x="5" y="372"/>
                  </a:cubicBezTo>
                  <a:cubicBezTo>
                    <a:pt x="5" y="416"/>
                    <a:pt x="13" y="460"/>
                    <a:pt x="17" y="512"/>
                  </a:cubicBezTo>
                  <a:cubicBezTo>
                    <a:pt x="33" y="612"/>
                    <a:pt x="45" y="712"/>
                    <a:pt x="49" y="812"/>
                  </a:cubicBezTo>
                  <a:cubicBezTo>
                    <a:pt x="53" y="864"/>
                    <a:pt x="57" y="916"/>
                    <a:pt x="69" y="964"/>
                  </a:cubicBezTo>
                  <a:cubicBezTo>
                    <a:pt x="77" y="1016"/>
                    <a:pt x="89" y="1060"/>
                    <a:pt x="101" y="1112"/>
                  </a:cubicBezTo>
                  <a:cubicBezTo>
                    <a:pt x="129" y="1196"/>
                    <a:pt x="165" y="1280"/>
                    <a:pt x="213" y="1356"/>
                  </a:cubicBezTo>
                  <a:cubicBezTo>
                    <a:pt x="245" y="1408"/>
                    <a:pt x="285" y="1460"/>
                    <a:pt x="329" y="1504"/>
                  </a:cubicBezTo>
                  <a:cubicBezTo>
                    <a:pt x="361" y="1540"/>
                    <a:pt x="381" y="1556"/>
                    <a:pt x="381" y="1556"/>
                  </a:cubicBezTo>
                  <a:lnTo>
                    <a:pt x="385" y="1552"/>
                  </a:lnTo>
                  <a:cubicBezTo>
                    <a:pt x="385" y="1552"/>
                    <a:pt x="373" y="1528"/>
                    <a:pt x="349" y="1492"/>
                  </a:cubicBezTo>
                  <a:lnTo>
                    <a:pt x="313" y="1420"/>
                  </a:lnTo>
                  <a:cubicBezTo>
                    <a:pt x="301" y="1392"/>
                    <a:pt x="285" y="1364"/>
                    <a:pt x="265" y="1328"/>
                  </a:cubicBezTo>
                  <a:cubicBezTo>
                    <a:pt x="249" y="1296"/>
                    <a:pt x="233" y="1256"/>
                    <a:pt x="217" y="1216"/>
                  </a:cubicBezTo>
                  <a:cubicBezTo>
                    <a:pt x="209" y="1196"/>
                    <a:pt x="201" y="1180"/>
                    <a:pt x="193" y="1156"/>
                  </a:cubicBezTo>
                  <a:cubicBezTo>
                    <a:pt x="185" y="1136"/>
                    <a:pt x="177" y="1112"/>
                    <a:pt x="169" y="1092"/>
                  </a:cubicBezTo>
                  <a:cubicBezTo>
                    <a:pt x="133" y="1004"/>
                    <a:pt x="113" y="908"/>
                    <a:pt x="85" y="808"/>
                  </a:cubicBezTo>
                  <a:cubicBezTo>
                    <a:pt x="73" y="760"/>
                    <a:pt x="61" y="708"/>
                    <a:pt x="57" y="660"/>
                  </a:cubicBezTo>
                  <a:cubicBezTo>
                    <a:pt x="53" y="608"/>
                    <a:pt x="53" y="560"/>
                    <a:pt x="57" y="512"/>
                  </a:cubicBezTo>
                  <a:cubicBezTo>
                    <a:pt x="57" y="464"/>
                    <a:pt x="61" y="416"/>
                    <a:pt x="65" y="372"/>
                  </a:cubicBezTo>
                  <a:cubicBezTo>
                    <a:pt x="69" y="332"/>
                    <a:pt x="69" y="288"/>
                    <a:pt x="69" y="252"/>
                  </a:cubicBezTo>
                  <a:cubicBezTo>
                    <a:pt x="69" y="192"/>
                    <a:pt x="77" y="132"/>
                    <a:pt x="89" y="72"/>
                  </a:cubicBezTo>
                  <a:cubicBezTo>
                    <a:pt x="93" y="56"/>
                    <a:pt x="97" y="40"/>
                    <a:pt x="101" y="24"/>
                  </a:cubicBezTo>
                  <a:lnTo>
                    <a:pt x="105" y="4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68"/>
            <p:cNvSpPr/>
            <p:nvPr/>
          </p:nvSpPr>
          <p:spPr>
            <a:xfrm flipH="1">
              <a:off x="4713279" y="1114554"/>
              <a:ext cx="46378" cy="396341"/>
            </a:xfrm>
            <a:custGeom>
              <a:avLst/>
              <a:gdLst/>
              <a:ahLst/>
              <a:cxnLst/>
              <a:rect l="l" t="t" r="r" b="b"/>
              <a:pathLst>
                <a:path w="185" h="1581" extrusionOk="0">
                  <a:moveTo>
                    <a:pt x="72" y="0"/>
                  </a:moveTo>
                  <a:cubicBezTo>
                    <a:pt x="64" y="24"/>
                    <a:pt x="56" y="44"/>
                    <a:pt x="48" y="68"/>
                  </a:cubicBezTo>
                  <a:cubicBezTo>
                    <a:pt x="20" y="164"/>
                    <a:pt x="4" y="264"/>
                    <a:pt x="0" y="368"/>
                  </a:cubicBezTo>
                  <a:cubicBezTo>
                    <a:pt x="0" y="412"/>
                    <a:pt x="4" y="456"/>
                    <a:pt x="12" y="504"/>
                  </a:cubicBezTo>
                  <a:cubicBezTo>
                    <a:pt x="16" y="548"/>
                    <a:pt x="16" y="596"/>
                    <a:pt x="24" y="648"/>
                  </a:cubicBezTo>
                  <a:cubicBezTo>
                    <a:pt x="28" y="696"/>
                    <a:pt x="28" y="748"/>
                    <a:pt x="28" y="796"/>
                  </a:cubicBezTo>
                  <a:cubicBezTo>
                    <a:pt x="32" y="848"/>
                    <a:pt x="36" y="896"/>
                    <a:pt x="40" y="948"/>
                  </a:cubicBezTo>
                  <a:cubicBezTo>
                    <a:pt x="48" y="996"/>
                    <a:pt x="56" y="1044"/>
                    <a:pt x="64" y="1088"/>
                  </a:cubicBezTo>
                  <a:cubicBezTo>
                    <a:pt x="76" y="1184"/>
                    <a:pt x="96" y="1268"/>
                    <a:pt x="112" y="1340"/>
                  </a:cubicBezTo>
                  <a:lnTo>
                    <a:pt x="168" y="1580"/>
                  </a:lnTo>
                  <a:lnTo>
                    <a:pt x="176" y="1580"/>
                  </a:lnTo>
                  <a:cubicBezTo>
                    <a:pt x="184" y="1496"/>
                    <a:pt x="184" y="1412"/>
                    <a:pt x="176" y="1332"/>
                  </a:cubicBezTo>
                  <a:cubicBezTo>
                    <a:pt x="164" y="1248"/>
                    <a:pt x="152" y="1164"/>
                    <a:pt x="132" y="1080"/>
                  </a:cubicBezTo>
                  <a:cubicBezTo>
                    <a:pt x="124" y="1036"/>
                    <a:pt x="112" y="988"/>
                    <a:pt x="100" y="940"/>
                  </a:cubicBezTo>
                  <a:cubicBezTo>
                    <a:pt x="92" y="892"/>
                    <a:pt x="80" y="848"/>
                    <a:pt x="68" y="796"/>
                  </a:cubicBezTo>
                  <a:cubicBezTo>
                    <a:pt x="56" y="748"/>
                    <a:pt x="48" y="700"/>
                    <a:pt x="44" y="652"/>
                  </a:cubicBezTo>
                  <a:cubicBezTo>
                    <a:pt x="40" y="604"/>
                    <a:pt x="44" y="556"/>
                    <a:pt x="48" y="508"/>
                  </a:cubicBezTo>
                  <a:cubicBezTo>
                    <a:pt x="52" y="464"/>
                    <a:pt x="60" y="420"/>
                    <a:pt x="60" y="376"/>
                  </a:cubicBezTo>
                  <a:cubicBezTo>
                    <a:pt x="64" y="336"/>
                    <a:pt x="68" y="296"/>
                    <a:pt x="68" y="256"/>
                  </a:cubicBezTo>
                  <a:cubicBezTo>
                    <a:pt x="72" y="184"/>
                    <a:pt x="76" y="124"/>
                    <a:pt x="76" y="80"/>
                  </a:cubicBezTo>
                  <a:lnTo>
                    <a:pt x="76" y="8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68"/>
            <p:cNvSpPr/>
            <p:nvPr/>
          </p:nvSpPr>
          <p:spPr>
            <a:xfrm flipH="1">
              <a:off x="4341252" y="1275999"/>
              <a:ext cx="232893" cy="335925"/>
            </a:xfrm>
            <a:custGeom>
              <a:avLst/>
              <a:gdLst/>
              <a:ahLst/>
              <a:cxnLst/>
              <a:rect l="l" t="t" r="r" b="b"/>
              <a:pathLst>
                <a:path w="929" h="1340" extrusionOk="0">
                  <a:moveTo>
                    <a:pt x="920" y="0"/>
                  </a:moveTo>
                  <a:cubicBezTo>
                    <a:pt x="920" y="0"/>
                    <a:pt x="908" y="28"/>
                    <a:pt x="892" y="68"/>
                  </a:cubicBezTo>
                  <a:cubicBezTo>
                    <a:pt x="872" y="112"/>
                    <a:pt x="848" y="172"/>
                    <a:pt x="816" y="244"/>
                  </a:cubicBezTo>
                  <a:cubicBezTo>
                    <a:pt x="804" y="280"/>
                    <a:pt x="784" y="316"/>
                    <a:pt x="768" y="356"/>
                  </a:cubicBezTo>
                  <a:cubicBezTo>
                    <a:pt x="748" y="396"/>
                    <a:pt x="732" y="440"/>
                    <a:pt x="708" y="484"/>
                  </a:cubicBezTo>
                  <a:cubicBezTo>
                    <a:pt x="684" y="528"/>
                    <a:pt x="652" y="568"/>
                    <a:pt x="616" y="600"/>
                  </a:cubicBezTo>
                  <a:cubicBezTo>
                    <a:pt x="576" y="636"/>
                    <a:pt x="532" y="664"/>
                    <a:pt x="484" y="684"/>
                  </a:cubicBezTo>
                  <a:cubicBezTo>
                    <a:pt x="432" y="700"/>
                    <a:pt x="384" y="724"/>
                    <a:pt x="340" y="752"/>
                  </a:cubicBezTo>
                  <a:cubicBezTo>
                    <a:pt x="292" y="780"/>
                    <a:pt x="252" y="812"/>
                    <a:pt x="216" y="852"/>
                  </a:cubicBezTo>
                  <a:cubicBezTo>
                    <a:pt x="148" y="920"/>
                    <a:pt x="104" y="1008"/>
                    <a:pt x="80" y="1100"/>
                  </a:cubicBezTo>
                  <a:cubicBezTo>
                    <a:pt x="72" y="1136"/>
                    <a:pt x="64" y="1172"/>
                    <a:pt x="64" y="1212"/>
                  </a:cubicBezTo>
                  <a:cubicBezTo>
                    <a:pt x="60" y="1236"/>
                    <a:pt x="56" y="1260"/>
                    <a:pt x="44" y="1284"/>
                  </a:cubicBezTo>
                  <a:cubicBezTo>
                    <a:pt x="40" y="1308"/>
                    <a:pt x="20" y="1324"/>
                    <a:pt x="0" y="1332"/>
                  </a:cubicBezTo>
                  <a:lnTo>
                    <a:pt x="0" y="1336"/>
                  </a:lnTo>
                  <a:cubicBezTo>
                    <a:pt x="4" y="1338"/>
                    <a:pt x="7" y="1339"/>
                    <a:pt x="10" y="1339"/>
                  </a:cubicBezTo>
                  <a:cubicBezTo>
                    <a:pt x="13" y="1339"/>
                    <a:pt x="16" y="1338"/>
                    <a:pt x="20" y="1336"/>
                  </a:cubicBezTo>
                  <a:cubicBezTo>
                    <a:pt x="40" y="1332"/>
                    <a:pt x="60" y="1320"/>
                    <a:pt x="72" y="1304"/>
                  </a:cubicBezTo>
                  <a:cubicBezTo>
                    <a:pt x="88" y="1276"/>
                    <a:pt x="100" y="1252"/>
                    <a:pt x="108" y="1220"/>
                  </a:cubicBezTo>
                  <a:cubicBezTo>
                    <a:pt x="120" y="1192"/>
                    <a:pt x="124" y="1156"/>
                    <a:pt x="140" y="1120"/>
                  </a:cubicBezTo>
                  <a:cubicBezTo>
                    <a:pt x="168" y="1044"/>
                    <a:pt x="212" y="968"/>
                    <a:pt x="268" y="904"/>
                  </a:cubicBezTo>
                  <a:cubicBezTo>
                    <a:pt x="300" y="864"/>
                    <a:pt x="336" y="832"/>
                    <a:pt x="372" y="804"/>
                  </a:cubicBezTo>
                  <a:cubicBezTo>
                    <a:pt x="412" y="776"/>
                    <a:pt x="460" y="748"/>
                    <a:pt x="504" y="716"/>
                  </a:cubicBezTo>
                  <a:cubicBezTo>
                    <a:pt x="592" y="656"/>
                    <a:pt x="668" y="588"/>
                    <a:pt x="740" y="504"/>
                  </a:cubicBezTo>
                  <a:cubicBezTo>
                    <a:pt x="768" y="468"/>
                    <a:pt x="796" y="428"/>
                    <a:pt x="820" y="384"/>
                  </a:cubicBezTo>
                  <a:cubicBezTo>
                    <a:pt x="840" y="348"/>
                    <a:pt x="856" y="308"/>
                    <a:pt x="872" y="264"/>
                  </a:cubicBezTo>
                  <a:cubicBezTo>
                    <a:pt x="892" y="204"/>
                    <a:pt x="908" y="140"/>
                    <a:pt x="920" y="76"/>
                  </a:cubicBezTo>
                  <a:cubicBezTo>
                    <a:pt x="928" y="32"/>
                    <a:pt x="928" y="4"/>
                    <a:pt x="928" y="4"/>
                  </a:cubicBezTo>
                  <a:lnTo>
                    <a:pt x="920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68"/>
            <p:cNvSpPr/>
            <p:nvPr/>
          </p:nvSpPr>
          <p:spPr>
            <a:xfrm flipH="1">
              <a:off x="3497923" y="1634987"/>
              <a:ext cx="987979" cy="126598"/>
            </a:xfrm>
            <a:custGeom>
              <a:avLst/>
              <a:gdLst/>
              <a:ahLst/>
              <a:cxnLst/>
              <a:rect l="l" t="t" r="r" b="b"/>
              <a:pathLst>
                <a:path w="3941" h="505" extrusionOk="0">
                  <a:moveTo>
                    <a:pt x="4" y="0"/>
                  </a:moveTo>
                  <a:lnTo>
                    <a:pt x="0" y="4"/>
                  </a:lnTo>
                  <a:cubicBezTo>
                    <a:pt x="8" y="16"/>
                    <a:pt x="16" y="32"/>
                    <a:pt x="24" y="44"/>
                  </a:cubicBezTo>
                  <a:cubicBezTo>
                    <a:pt x="52" y="76"/>
                    <a:pt x="88" y="104"/>
                    <a:pt x="128" y="124"/>
                  </a:cubicBezTo>
                  <a:cubicBezTo>
                    <a:pt x="192" y="156"/>
                    <a:pt x="260" y="172"/>
                    <a:pt x="328" y="176"/>
                  </a:cubicBezTo>
                  <a:cubicBezTo>
                    <a:pt x="416" y="176"/>
                    <a:pt x="504" y="172"/>
                    <a:pt x="588" y="160"/>
                  </a:cubicBezTo>
                  <a:cubicBezTo>
                    <a:pt x="719" y="151"/>
                    <a:pt x="848" y="146"/>
                    <a:pt x="978" y="146"/>
                  </a:cubicBezTo>
                  <a:cubicBezTo>
                    <a:pt x="1062" y="146"/>
                    <a:pt x="1147" y="148"/>
                    <a:pt x="1232" y="152"/>
                  </a:cubicBezTo>
                  <a:cubicBezTo>
                    <a:pt x="1348" y="156"/>
                    <a:pt x="1468" y="172"/>
                    <a:pt x="1592" y="188"/>
                  </a:cubicBezTo>
                  <a:cubicBezTo>
                    <a:pt x="1712" y="204"/>
                    <a:pt x="1836" y="224"/>
                    <a:pt x="1960" y="252"/>
                  </a:cubicBezTo>
                  <a:cubicBezTo>
                    <a:pt x="2080" y="280"/>
                    <a:pt x="2204" y="316"/>
                    <a:pt x="2320" y="356"/>
                  </a:cubicBezTo>
                  <a:cubicBezTo>
                    <a:pt x="2432" y="405"/>
                    <a:pt x="2552" y="445"/>
                    <a:pt x="2672" y="473"/>
                  </a:cubicBezTo>
                  <a:cubicBezTo>
                    <a:pt x="2784" y="493"/>
                    <a:pt x="2896" y="501"/>
                    <a:pt x="3012" y="505"/>
                  </a:cubicBezTo>
                  <a:cubicBezTo>
                    <a:pt x="3120" y="505"/>
                    <a:pt x="3224" y="505"/>
                    <a:pt x="3320" y="501"/>
                  </a:cubicBezTo>
                  <a:cubicBezTo>
                    <a:pt x="3408" y="497"/>
                    <a:pt x="3492" y="489"/>
                    <a:pt x="3580" y="477"/>
                  </a:cubicBezTo>
                  <a:cubicBezTo>
                    <a:pt x="3648" y="465"/>
                    <a:pt x="3712" y="449"/>
                    <a:pt x="3776" y="433"/>
                  </a:cubicBezTo>
                  <a:cubicBezTo>
                    <a:pt x="3828" y="413"/>
                    <a:pt x="3872" y="401"/>
                    <a:pt x="3900" y="389"/>
                  </a:cubicBezTo>
                  <a:lnTo>
                    <a:pt x="3940" y="368"/>
                  </a:lnTo>
                  <a:lnTo>
                    <a:pt x="3936" y="360"/>
                  </a:lnTo>
                  <a:lnTo>
                    <a:pt x="3892" y="372"/>
                  </a:lnTo>
                  <a:cubicBezTo>
                    <a:pt x="3864" y="380"/>
                    <a:pt x="3824" y="393"/>
                    <a:pt x="3768" y="401"/>
                  </a:cubicBezTo>
                  <a:cubicBezTo>
                    <a:pt x="3716" y="409"/>
                    <a:pt x="3648" y="421"/>
                    <a:pt x="3572" y="429"/>
                  </a:cubicBezTo>
                  <a:cubicBezTo>
                    <a:pt x="3496" y="433"/>
                    <a:pt x="3412" y="441"/>
                    <a:pt x="3320" y="441"/>
                  </a:cubicBezTo>
                  <a:lnTo>
                    <a:pt x="3012" y="441"/>
                  </a:lnTo>
                  <a:cubicBezTo>
                    <a:pt x="2982" y="442"/>
                    <a:pt x="2952" y="442"/>
                    <a:pt x="2922" y="442"/>
                  </a:cubicBezTo>
                  <a:cubicBezTo>
                    <a:pt x="2840" y="442"/>
                    <a:pt x="2758" y="438"/>
                    <a:pt x="2676" y="433"/>
                  </a:cubicBezTo>
                  <a:cubicBezTo>
                    <a:pt x="2556" y="417"/>
                    <a:pt x="2436" y="384"/>
                    <a:pt x="2324" y="336"/>
                  </a:cubicBezTo>
                  <a:cubicBezTo>
                    <a:pt x="2208" y="292"/>
                    <a:pt x="2088" y="252"/>
                    <a:pt x="1968" y="212"/>
                  </a:cubicBezTo>
                  <a:cubicBezTo>
                    <a:pt x="1728" y="140"/>
                    <a:pt x="1480" y="96"/>
                    <a:pt x="1232" y="80"/>
                  </a:cubicBezTo>
                  <a:cubicBezTo>
                    <a:pt x="1153" y="73"/>
                    <a:pt x="1073" y="70"/>
                    <a:pt x="993" y="70"/>
                  </a:cubicBezTo>
                  <a:cubicBezTo>
                    <a:pt x="856" y="70"/>
                    <a:pt x="718" y="80"/>
                    <a:pt x="584" y="100"/>
                  </a:cubicBezTo>
                  <a:cubicBezTo>
                    <a:pt x="488" y="112"/>
                    <a:pt x="404" y="128"/>
                    <a:pt x="328" y="128"/>
                  </a:cubicBezTo>
                  <a:cubicBezTo>
                    <a:pt x="320" y="129"/>
                    <a:pt x="312" y="129"/>
                    <a:pt x="303" y="129"/>
                  </a:cubicBezTo>
                  <a:cubicBezTo>
                    <a:pt x="248" y="129"/>
                    <a:pt x="192" y="118"/>
                    <a:pt x="140" y="100"/>
                  </a:cubicBezTo>
                  <a:cubicBezTo>
                    <a:pt x="100" y="84"/>
                    <a:pt x="64" y="64"/>
                    <a:pt x="36" y="32"/>
                  </a:cubicBezTo>
                  <a:cubicBezTo>
                    <a:pt x="24" y="24"/>
                    <a:pt x="16" y="12"/>
                    <a:pt x="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68"/>
            <p:cNvSpPr/>
            <p:nvPr/>
          </p:nvSpPr>
          <p:spPr>
            <a:xfrm flipH="1">
              <a:off x="3951177" y="1755318"/>
              <a:ext cx="275010" cy="37353"/>
            </a:xfrm>
            <a:custGeom>
              <a:avLst/>
              <a:gdLst/>
              <a:ahLst/>
              <a:cxnLst/>
              <a:rect l="l" t="t" r="r" b="b"/>
              <a:pathLst>
                <a:path w="1097" h="149" extrusionOk="0">
                  <a:moveTo>
                    <a:pt x="256" y="1"/>
                  </a:moveTo>
                  <a:cubicBezTo>
                    <a:pt x="228" y="5"/>
                    <a:pt x="200" y="5"/>
                    <a:pt x="172" y="9"/>
                  </a:cubicBezTo>
                  <a:cubicBezTo>
                    <a:pt x="112" y="17"/>
                    <a:pt x="56" y="29"/>
                    <a:pt x="0" y="49"/>
                  </a:cubicBezTo>
                  <a:lnTo>
                    <a:pt x="0" y="53"/>
                  </a:lnTo>
                  <a:cubicBezTo>
                    <a:pt x="0" y="53"/>
                    <a:pt x="20" y="57"/>
                    <a:pt x="52" y="61"/>
                  </a:cubicBezTo>
                  <a:cubicBezTo>
                    <a:pt x="80" y="65"/>
                    <a:pt x="124" y="65"/>
                    <a:pt x="176" y="69"/>
                  </a:cubicBezTo>
                  <a:cubicBezTo>
                    <a:pt x="213" y="71"/>
                    <a:pt x="254" y="74"/>
                    <a:pt x="297" y="74"/>
                  </a:cubicBezTo>
                  <a:cubicBezTo>
                    <a:pt x="315" y="74"/>
                    <a:pt x="333" y="74"/>
                    <a:pt x="352" y="73"/>
                  </a:cubicBezTo>
                  <a:cubicBezTo>
                    <a:pt x="412" y="73"/>
                    <a:pt x="480" y="73"/>
                    <a:pt x="552" y="69"/>
                  </a:cubicBezTo>
                  <a:cubicBezTo>
                    <a:pt x="584" y="69"/>
                    <a:pt x="616" y="69"/>
                    <a:pt x="652" y="73"/>
                  </a:cubicBezTo>
                  <a:cubicBezTo>
                    <a:pt x="684" y="77"/>
                    <a:pt x="716" y="85"/>
                    <a:pt x="748" y="97"/>
                  </a:cubicBezTo>
                  <a:cubicBezTo>
                    <a:pt x="776" y="105"/>
                    <a:pt x="804" y="117"/>
                    <a:pt x="836" y="125"/>
                  </a:cubicBezTo>
                  <a:cubicBezTo>
                    <a:pt x="864" y="133"/>
                    <a:pt x="892" y="137"/>
                    <a:pt x="916" y="141"/>
                  </a:cubicBezTo>
                  <a:cubicBezTo>
                    <a:pt x="960" y="149"/>
                    <a:pt x="1000" y="149"/>
                    <a:pt x="1044" y="149"/>
                  </a:cubicBezTo>
                  <a:cubicBezTo>
                    <a:pt x="1060" y="145"/>
                    <a:pt x="1076" y="141"/>
                    <a:pt x="1096" y="137"/>
                  </a:cubicBezTo>
                  <a:lnTo>
                    <a:pt x="1092" y="129"/>
                  </a:lnTo>
                  <a:lnTo>
                    <a:pt x="1044" y="117"/>
                  </a:lnTo>
                  <a:lnTo>
                    <a:pt x="928" y="85"/>
                  </a:lnTo>
                  <a:cubicBezTo>
                    <a:pt x="900" y="77"/>
                    <a:pt x="872" y="69"/>
                    <a:pt x="844" y="65"/>
                  </a:cubicBezTo>
                  <a:cubicBezTo>
                    <a:pt x="812" y="61"/>
                    <a:pt x="784" y="57"/>
                    <a:pt x="752" y="57"/>
                  </a:cubicBezTo>
                  <a:cubicBezTo>
                    <a:pt x="684" y="57"/>
                    <a:pt x="616" y="49"/>
                    <a:pt x="552" y="33"/>
                  </a:cubicBezTo>
                  <a:cubicBezTo>
                    <a:pt x="516" y="25"/>
                    <a:pt x="484" y="17"/>
                    <a:pt x="452" y="13"/>
                  </a:cubicBezTo>
                  <a:cubicBezTo>
                    <a:pt x="416" y="9"/>
                    <a:pt x="384" y="1"/>
                    <a:pt x="352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68"/>
            <p:cNvSpPr/>
            <p:nvPr/>
          </p:nvSpPr>
          <p:spPr>
            <a:xfrm flipH="1">
              <a:off x="4956199" y="544986"/>
              <a:ext cx="75458" cy="404363"/>
            </a:xfrm>
            <a:custGeom>
              <a:avLst/>
              <a:gdLst/>
              <a:ahLst/>
              <a:cxnLst/>
              <a:rect l="l" t="t" r="r" b="b"/>
              <a:pathLst>
                <a:path w="301" h="1613" extrusionOk="0">
                  <a:moveTo>
                    <a:pt x="1" y="0"/>
                  </a:moveTo>
                  <a:lnTo>
                    <a:pt x="1" y="4"/>
                  </a:lnTo>
                  <a:lnTo>
                    <a:pt x="9" y="20"/>
                  </a:lnTo>
                  <a:cubicBezTo>
                    <a:pt x="13" y="32"/>
                    <a:pt x="21" y="48"/>
                    <a:pt x="29" y="68"/>
                  </a:cubicBezTo>
                  <a:cubicBezTo>
                    <a:pt x="53" y="124"/>
                    <a:pt x="69" y="184"/>
                    <a:pt x="81" y="244"/>
                  </a:cubicBezTo>
                  <a:cubicBezTo>
                    <a:pt x="89" y="280"/>
                    <a:pt x="97" y="320"/>
                    <a:pt x="101" y="364"/>
                  </a:cubicBezTo>
                  <a:cubicBezTo>
                    <a:pt x="109" y="408"/>
                    <a:pt x="117" y="452"/>
                    <a:pt x="125" y="500"/>
                  </a:cubicBezTo>
                  <a:cubicBezTo>
                    <a:pt x="129" y="548"/>
                    <a:pt x="133" y="600"/>
                    <a:pt x="133" y="648"/>
                  </a:cubicBezTo>
                  <a:cubicBezTo>
                    <a:pt x="129" y="700"/>
                    <a:pt x="125" y="752"/>
                    <a:pt x="121" y="804"/>
                  </a:cubicBezTo>
                  <a:cubicBezTo>
                    <a:pt x="117" y="856"/>
                    <a:pt x="113" y="908"/>
                    <a:pt x="117" y="960"/>
                  </a:cubicBezTo>
                  <a:cubicBezTo>
                    <a:pt x="121" y="1012"/>
                    <a:pt x="125" y="1060"/>
                    <a:pt x="137" y="1112"/>
                  </a:cubicBezTo>
                  <a:cubicBezTo>
                    <a:pt x="157" y="1196"/>
                    <a:pt x="181" y="1284"/>
                    <a:pt x="213" y="1368"/>
                  </a:cubicBezTo>
                  <a:cubicBezTo>
                    <a:pt x="237" y="1440"/>
                    <a:pt x="257" y="1500"/>
                    <a:pt x="273" y="1544"/>
                  </a:cubicBezTo>
                  <a:lnTo>
                    <a:pt x="293" y="1612"/>
                  </a:lnTo>
                  <a:lnTo>
                    <a:pt x="297" y="1612"/>
                  </a:lnTo>
                  <a:cubicBezTo>
                    <a:pt x="301" y="1588"/>
                    <a:pt x="301" y="1564"/>
                    <a:pt x="297" y="1540"/>
                  </a:cubicBezTo>
                  <a:cubicBezTo>
                    <a:pt x="293" y="1476"/>
                    <a:pt x="285" y="1412"/>
                    <a:pt x="273" y="1352"/>
                  </a:cubicBezTo>
                  <a:cubicBezTo>
                    <a:pt x="253" y="1276"/>
                    <a:pt x="229" y="1188"/>
                    <a:pt x="209" y="1096"/>
                  </a:cubicBezTo>
                  <a:cubicBezTo>
                    <a:pt x="181" y="1000"/>
                    <a:pt x="165" y="900"/>
                    <a:pt x="157" y="804"/>
                  </a:cubicBezTo>
                  <a:cubicBezTo>
                    <a:pt x="153" y="752"/>
                    <a:pt x="149" y="700"/>
                    <a:pt x="149" y="648"/>
                  </a:cubicBezTo>
                  <a:cubicBezTo>
                    <a:pt x="149" y="600"/>
                    <a:pt x="153" y="548"/>
                    <a:pt x="157" y="500"/>
                  </a:cubicBezTo>
                  <a:cubicBezTo>
                    <a:pt x="161" y="452"/>
                    <a:pt x="161" y="404"/>
                    <a:pt x="157" y="356"/>
                  </a:cubicBezTo>
                  <a:cubicBezTo>
                    <a:pt x="153" y="312"/>
                    <a:pt x="145" y="272"/>
                    <a:pt x="133" y="228"/>
                  </a:cubicBezTo>
                  <a:cubicBezTo>
                    <a:pt x="117" y="164"/>
                    <a:pt x="89" y="108"/>
                    <a:pt x="49" y="56"/>
                  </a:cubicBezTo>
                  <a:cubicBezTo>
                    <a:pt x="37" y="36"/>
                    <a:pt x="17" y="16"/>
                    <a:pt x="1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68"/>
            <p:cNvSpPr/>
            <p:nvPr/>
          </p:nvSpPr>
          <p:spPr>
            <a:xfrm flipH="1">
              <a:off x="4917091" y="870883"/>
              <a:ext cx="192783" cy="413388"/>
            </a:xfrm>
            <a:custGeom>
              <a:avLst/>
              <a:gdLst/>
              <a:ahLst/>
              <a:cxnLst/>
              <a:rect l="l" t="t" r="r" b="b"/>
              <a:pathLst>
                <a:path w="769" h="1649" extrusionOk="0">
                  <a:moveTo>
                    <a:pt x="1" y="0"/>
                  </a:moveTo>
                  <a:lnTo>
                    <a:pt x="5" y="20"/>
                  </a:lnTo>
                  <a:cubicBezTo>
                    <a:pt x="9" y="32"/>
                    <a:pt x="17" y="52"/>
                    <a:pt x="25" y="76"/>
                  </a:cubicBezTo>
                  <a:cubicBezTo>
                    <a:pt x="33" y="100"/>
                    <a:pt x="45" y="128"/>
                    <a:pt x="53" y="164"/>
                  </a:cubicBezTo>
                  <a:cubicBezTo>
                    <a:pt x="65" y="196"/>
                    <a:pt x="77" y="236"/>
                    <a:pt x="85" y="276"/>
                  </a:cubicBezTo>
                  <a:cubicBezTo>
                    <a:pt x="97" y="320"/>
                    <a:pt x="109" y="360"/>
                    <a:pt x="125" y="412"/>
                  </a:cubicBezTo>
                  <a:cubicBezTo>
                    <a:pt x="137" y="460"/>
                    <a:pt x="153" y="512"/>
                    <a:pt x="169" y="560"/>
                  </a:cubicBezTo>
                  <a:cubicBezTo>
                    <a:pt x="189" y="616"/>
                    <a:pt x="201" y="668"/>
                    <a:pt x="213" y="724"/>
                  </a:cubicBezTo>
                  <a:cubicBezTo>
                    <a:pt x="225" y="780"/>
                    <a:pt x="233" y="840"/>
                    <a:pt x="245" y="896"/>
                  </a:cubicBezTo>
                  <a:cubicBezTo>
                    <a:pt x="253" y="956"/>
                    <a:pt x="269" y="1012"/>
                    <a:pt x="285" y="1068"/>
                  </a:cubicBezTo>
                  <a:cubicBezTo>
                    <a:pt x="301" y="1124"/>
                    <a:pt x="321" y="1176"/>
                    <a:pt x="345" y="1232"/>
                  </a:cubicBezTo>
                  <a:cubicBezTo>
                    <a:pt x="385" y="1324"/>
                    <a:pt x="445" y="1412"/>
                    <a:pt x="517" y="1484"/>
                  </a:cubicBezTo>
                  <a:cubicBezTo>
                    <a:pt x="533" y="1500"/>
                    <a:pt x="549" y="1516"/>
                    <a:pt x="565" y="1532"/>
                  </a:cubicBezTo>
                  <a:cubicBezTo>
                    <a:pt x="581" y="1544"/>
                    <a:pt x="597" y="1556"/>
                    <a:pt x="609" y="1568"/>
                  </a:cubicBezTo>
                  <a:cubicBezTo>
                    <a:pt x="637" y="1584"/>
                    <a:pt x="665" y="1600"/>
                    <a:pt x="693" y="1616"/>
                  </a:cubicBezTo>
                  <a:cubicBezTo>
                    <a:pt x="709" y="1624"/>
                    <a:pt x="729" y="1632"/>
                    <a:pt x="749" y="1640"/>
                  </a:cubicBezTo>
                  <a:lnTo>
                    <a:pt x="769" y="1648"/>
                  </a:lnTo>
                  <a:lnTo>
                    <a:pt x="769" y="1640"/>
                  </a:lnTo>
                  <a:lnTo>
                    <a:pt x="753" y="1628"/>
                  </a:lnTo>
                  <a:cubicBezTo>
                    <a:pt x="737" y="1616"/>
                    <a:pt x="721" y="1604"/>
                    <a:pt x="705" y="1592"/>
                  </a:cubicBezTo>
                  <a:cubicBezTo>
                    <a:pt x="689" y="1576"/>
                    <a:pt x="665" y="1560"/>
                    <a:pt x="641" y="1532"/>
                  </a:cubicBezTo>
                  <a:cubicBezTo>
                    <a:pt x="617" y="1508"/>
                    <a:pt x="589" y="1480"/>
                    <a:pt x="561" y="1448"/>
                  </a:cubicBezTo>
                  <a:cubicBezTo>
                    <a:pt x="533" y="1412"/>
                    <a:pt x="509" y="1372"/>
                    <a:pt x="485" y="1336"/>
                  </a:cubicBezTo>
                  <a:cubicBezTo>
                    <a:pt x="461" y="1292"/>
                    <a:pt x="433" y="1248"/>
                    <a:pt x="409" y="1200"/>
                  </a:cubicBezTo>
                  <a:cubicBezTo>
                    <a:pt x="361" y="1100"/>
                    <a:pt x="317" y="996"/>
                    <a:pt x="281" y="888"/>
                  </a:cubicBezTo>
                  <a:cubicBezTo>
                    <a:pt x="261" y="832"/>
                    <a:pt x="245" y="780"/>
                    <a:pt x="233" y="720"/>
                  </a:cubicBezTo>
                  <a:cubicBezTo>
                    <a:pt x="221" y="668"/>
                    <a:pt x="209" y="612"/>
                    <a:pt x="205" y="556"/>
                  </a:cubicBezTo>
                  <a:cubicBezTo>
                    <a:pt x="197" y="500"/>
                    <a:pt x="189" y="448"/>
                    <a:pt x="181" y="396"/>
                  </a:cubicBezTo>
                  <a:cubicBezTo>
                    <a:pt x="169" y="352"/>
                    <a:pt x="157" y="304"/>
                    <a:pt x="141" y="260"/>
                  </a:cubicBezTo>
                  <a:cubicBezTo>
                    <a:pt x="117" y="192"/>
                    <a:pt x="85" y="128"/>
                    <a:pt x="49" y="64"/>
                  </a:cubicBezTo>
                  <a:cubicBezTo>
                    <a:pt x="37" y="40"/>
                    <a:pt x="21" y="20"/>
                    <a:pt x="5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68"/>
            <p:cNvSpPr/>
            <p:nvPr/>
          </p:nvSpPr>
          <p:spPr>
            <a:xfrm flipH="1">
              <a:off x="4881995" y="690386"/>
              <a:ext cx="47381" cy="131612"/>
            </a:xfrm>
            <a:custGeom>
              <a:avLst/>
              <a:gdLst/>
              <a:ahLst/>
              <a:cxnLst/>
              <a:rect l="l" t="t" r="r" b="b"/>
              <a:pathLst>
                <a:path w="189" h="525" extrusionOk="0">
                  <a:moveTo>
                    <a:pt x="9" y="0"/>
                  </a:moveTo>
                  <a:lnTo>
                    <a:pt x="1" y="8"/>
                  </a:lnTo>
                  <a:cubicBezTo>
                    <a:pt x="1" y="16"/>
                    <a:pt x="1" y="24"/>
                    <a:pt x="5" y="32"/>
                  </a:cubicBezTo>
                  <a:cubicBezTo>
                    <a:pt x="9" y="52"/>
                    <a:pt x="17" y="72"/>
                    <a:pt x="21" y="92"/>
                  </a:cubicBezTo>
                  <a:cubicBezTo>
                    <a:pt x="29" y="104"/>
                    <a:pt x="33" y="116"/>
                    <a:pt x="41" y="128"/>
                  </a:cubicBezTo>
                  <a:cubicBezTo>
                    <a:pt x="49" y="140"/>
                    <a:pt x="61" y="152"/>
                    <a:pt x="69" y="164"/>
                  </a:cubicBezTo>
                  <a:cubicBezTo>
                    <a:pt x="81" y="176"/>
                    <a:pt x="89" y="192"/>
                    <a:pt x="93" y="208"/>
                  </a:cubicBezTo>
                  <a:cubicBezTo>
                    <a:pt x="101" y="224"/>
                    <a:pt x="105" y="240"/>
                    <a:pt x="105" y="256"/>
                  </a:cubicBezTo>
                  <a:cubicBezTo>
                    <a:pt x="105" y="292"/>
                    <a:pt x="105" y="324"/>
                    <a:pt x="109" y="356"/>
                  </a:cubicBezTo>
                  <a:cubicBezTo>
                    <a:pt x="113" y="384"/>
                    <a:pt x="121" y="412"/>
                    <a:pt x="129" y="440"/>
                  </a:cubicBezTo>
                  <a:cubicBezTo>
                    <a:pt x="137" y="468"/>
                    <a:pt x="145" y="496"/>
                    <a:pt x="157" y="524"/>
                  </a:cubicBezTo>
                  <a:lnTo>
                    <a:pt x="165" y="524"/>
                  </a:lnTo>
                  <a:cubicBezTo>
                    <a:pt x="177" y="496"/>
                    <a:pt x="185" y="468"/>
                    <a:pt x="189" y="440"/>
                  </a:cubicBezTo>
                  <a:cubicBezTo>
                    <a:pt x="189" y="424"/>
                    <a:pt x="189" y="408"/>
                    <a:pt x="189" y="396"/>
                  </a:cubicBezTo>
                  <a:cubicBezTo>
                    <a:pt x="189" y="380"/>
                    <a:pt x="185" y="364"/>
                    <a:pt x="181" y="348"/>
                  </a:cubicBezTo>
                  <a:cubicBezTo>
                    <a:pt x="177" y="332"/>
                    <a:pt x="173" y="312"/>
                    <a:pt x="165" y="296"/>
                  </a:cubicBezTo>
                  <a:cubicBezTo>
                    <a:pt x="157" y="280"/>
                    <a:pt x="149" y="264"/>
                    <a:pt x="141" y="248"/>
                  </a:cubicBezTo>
                  <a:cubicBezTo>
                    <a:pt x="129" y="232"/>
                    <a:pt x="121" y="216"/>
                    <a:pt x="117" y="200"/>
                  </a:cubicBezTo>
                  <a:cubicBezTo>
                    <a:pt x="109" y="184"/>
                    <a:pt x="105" y="168"/>
                    <a:pt x="105" y="152"/>
                  </a:cubicBezTo>
                  <a:cubicBezTo>
                    <a:pt x="105" y="132"/>
                    <a:pt x="101" y="116"/>
                    <a:pt x="97" y="100"/>
                  </a:cubicBezTo>
                  <a:cubicBezTo>
                    <a:pt x="89" y="88"/>
                    <a:pt x="85" y="76"/>
                    <a:pt x="77" y="64"/>
                  </a:cubicBezTo>
                  <a:cubicBezTo>
                    <a:pt x="57" y="36"/>
                    <a:pt x="37" y="16"/>
                    <a:pt x="9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68"/>
            <p:cNvSpPr/>
            <p:nvPr/>
          </p:nvSpPr>
          <p:spPr>
            <a:xfrm flipH="1">
              <a:off x="4207882" y="1371261"/>
              <a:ext cx="733526" cy="499876"/>
            </a:xfrm>
            <a:custGeom>
              <a:avLst/>
              <a:gdLst/>
              <a:ahLst/>
              <a:cxnLst/>
              <a:rect l="l" t="t" r="r" b="b"/>
              <a:pathLst>
                <a:path w="2926" h="1994" extrusionOk="0">
                  <a:moveTo>
                    <a:pt x="2005" y="1829"/>
                  </a:moveTo>
                  <a:cubicBezTo>
                    <a:pt x="2005" y="1829"/>
                    <a:pt x="2005" y="1830"/>
                    <a:pt x="2004" y="1831"/>
                  </a:cubicBezTo>
                  <a:lnTo>
                    <a:pt x="2004" y="1831"/>
                  </a:lnTo>
                  <a:cubicBezTo>
                    <a:pt x="2005" y="1831"/>
                    <a:pt x="2005" y="1830"/>
                    <a:pt x="2005" y="1829"/>
                  </a:cubicBezTo>
                  <a:close/>
                  <a:moveTo>
                    <a:pt x="249" y="0"/>
                  </a:moveTo>
                  <a:cubicBezTo>
                    <a:pt x="209" y="0"/>
                    <a:pt x="169" y="8"/>
                    <a:pt x="129" y="20"/>
                  </a:cubicBezTo>
                  <a:cubicBezTo>
                    <a:pt x="113" y="28"/>
                    <a:pt x="93" y="36"/>
                    <a:pt x="73" y="48"/>
                  </a:cubicBezTo>
                  <a:cubicBezTo>
                    <a:pt x="57" y="60"/>
                    <a:pt x="41" y="72"/>
                    <a:pt x="25" y="84"/>
                  </a:cubicBezTo>
                  <a:lnTo>
                    <a:pt x="1" y="96"/>
                  </a:lnTo>
                  <a:lnTo>
                    <a:pt x="13" y="128"/>
                  </a:lnTo>
                  <a:cubicBezTo>
                    <a:pt x="29" y="168"/>
                    <a:pt x="45" y="204"/>
                    <a:pt x="61" y="244"/>
                  </a:cubicBezTo>
                  <a:cubicBezTo>
                    <a:pt x="77" y="280"/>
                    <a:pt x="97" y="316"/>
                    <a:pt x="117" y="352"/>
                  </a:cubicBezTo>
                  <a:cubicBezTo>
                    <a:pt x="137" y="388"/>
                    <a:pt x="161" y="424"/>
                    <a:pt x="185" y="456"/>
                  </a:cubicBezTo>
                  <a:cubicBezTo>
                    <a:pt x="197" y="472"/>
                    <a:pt x="209" y="492"/>
                    <a:pt x="225" y="504"/>
                  </a:cubicBezTo>
                  <a:lnTo>
                    <a:pt x="245" y="528"/>
                  </a:lnTo>
                  <a:cubicBezTo>
                    <a:pt x="253" y="536"/>
                    <a:pt x="265" y="544"/>
                    <a:pt x="273" y="552"/>
                  </a:cubicBezTo>
                  <a:cubicBezTo>
                    <a:pt x="293" y="564"/>
                    <a:pt x="309" y="576"/>
                    <a:pt x="329" y="588"/>
                  </a:cubicBezTo>
                  <a:cubicBezTo>
                    <a:pt x="349" y="600"/>
                    <a:pt x="369" y="608"/>
                    <a:pt x="389" y="620"/>
                  </a:cubicBezTo>
                  <a:cubicBezTo>
                    <a:pt x="425" y="636"/>
                    <a:pt x="465" y="652"/>
                    <a:pt x="505" y="664"/>
                  </a:cubicBezTo>
                  <a:cubicBezTo>
                    <a:pt x="545" y="676"/>
                    <a:pt x="585" y="684"/>
                    <a:pt x="621" y="696"/>
                  </a:cubicBezTo>
                  <a:lnTo>
                    <a:pt x="623" y="697"/>
                  </a:lnTo>
                  <a:lnTo>
                    <a:pt x="623" y="697"/>
                  </a:lnTo>
                  <a:cubicBezTo>
                    <a:pt x="606" y="713"/>
                    <a:pt x="591" y="731"/>
                    <a:pt x="573" y="748"/>
                  </a:cubicBezTo>
                  <a:cubicBezTo>
                    <a:pt x="549" y="772"/>
                    <a:pt x="529" y="796"/>
                    <a:pt x="509" y="824"/>
                  </a:cubicBezTo>
                  <a:cubicBezTo>
                    <a:pt x="501" y="836"/>
                    <a:pt x="489" y="852"/>
                    <a:pt x="481" y="868"/>
                  </a:cubicBezTo>
                  <a:cubicBezTo>
                    <a:pt x="481" y="876"/>
                    <a:pt x="477" y="880"/>
                    <a:pt x="473" y="892"/>
                  </a:cubicBezTo>
                  <a:lnTo>
                    <a:pt x="465" y="920"/>
                  </a:lnTo>
                  <a:cubicBezTo>
                    <a:pt x="461" y="940"/>
                    <a:pt x="461" y="956"/>
                    <a:pt x="461" y="976"/>
                  </a:cubicBezTo>
                  <a:cubicBezTo>
                    <a:pt x="461" y="992"/>
                    <a:pt x="461" y="1008"/>
                    <a:pt x="461" y="1024"/>
                  </a:cubicBezTo>
                  <a:cubicBezTo>
                    <a:pt x="465" y="1056"/>
                    <a:pt x="473" y="1088"/>
                    <a:pt x="481" y="1120"/>
                  </a:cubicBezTo>
                  <a:cubicBezTo>
                    <a:pt x="501" y="1180"/>
                    <a:pt x="521" y="1240"/>
                    <a:pt x="549" y="1296"/>
                  </a:cubicBezTo>
                  <a:lnTo>
                    <a:pt x="549" y="1304"/>
                  </a:lnTo>
                  <a:lnTo>
                    <a:pt x="553" y="1308"/>
                  </a:lnTo>
                  <a:cubicBezTo>
                    <a:pt x="589" y="1332"/>
                    <a:pt x="625" y="1352"/>
                    <a:pt x="661" y="1372"/>
                  </a:cubicBezTo>
                  <a:cubicBezTo>
                    <a:pt x="701" y="1392"/>
                    <a:pt x="737" y="1408"/>
                    <a:pt x="777" y="1420"/>
                  </a:cubicBezTo>
                  <a:cubicBezTo>
                    <a:pt x="817" y="1432"/>
                    <a:pt x="861" y="1441"/>
                    <a:pt x="901" y="1441"/>
                  </a:cubicBezTo>
                  <a:cubicBezTo>
                    <a:pt x="913" y="1443"/>
                    <a:pt x="924" y="1444"/>
                    <a:pt x="935" y="1444"/>
                  </a:cubicBezTo>
                  <a:cubicBezTo>
                    <a:pt x="945" y="1444"/>
                    <a:pt x="955" y="1443"/>
                    <a:pt x="965" y="1441"/>
                  </a:cubicBezTo>
                  <a:cubicBezTo>
                    <a:pt x="989" y="1441"/>
                    <a:pt x="1009" y="1436"/>
                    <a:pt x="1029" y="1428"/>
                  </a:cubicBezTo>
                  <a:cubicBezTo>
                    <a:pt x="1073" y="1416"/>
                    <a:pt x="1113" y="1396"/>
                    <a:pt x="1149" y="1372"/>
                  </a:cubicBezTo>
                  <a:cubicBezTo>
                    <a:pt x="1181" y="1348"/>
                    <a:pt x="1217" y="1324"/>
                    <a:pt x="1249" y="1296"/>
                  </a:cubicBezTo>
                  <a:cubicBezTo>
                    <a:pt x="1277" y="1272"/>
                    <a:pt x="1309" y="1248"/>
                    <a:pt x="1341" y="1228"/>
                  </a:cubicBezTo>
                  <a:cubicBezTo>
                    <a:pt x="1357" y="1216"/>
                    <a:pt x="1369" y="1212"/>
                    <a:pt x="1385" y="1204"/>
                  </a:cubicBezTo>
                  <a:cubicBezTo>
                    <a:pt x="1392" y="1202"/>
                    <a:pt x="1401" y="1201"/>
                    <a:pt x="1409" y="1201"/>
                  </a:cubicBezTo>
                  <a:lnTo>
                    <a:pt x="1409" y="1201"/>
                  </a:lnTo>
                  <a:cubicBezTo>
                    <a:pt x="1428" y="1222"/>
                    <a:pt x="1444" y="1245"/>
                    <a:pt x="1461" y="1268"/>
                  </a:cubicBezTo>
                  <a:cubicBezTo>
                    <a:pt x="1485" y="1292"/>
                    <a:pt x="1501" y="1324"/>
                    <a:pt x="1517" y="1352"/>
                  </a:cubicBezTo>
                  <a:cubicBezTo>
                    <a:pt x="1525" y="1368"/>
                    <a:pt x="1529" y="1380"/>
                    <a:pt x="1533" y="1396"/>
                  </a:cubicBezTo>
                  <a:cubicBezTo>
                    <a:pt x="1537" y="1412"/>
                    <a:pt x="1545" y="1432"/>
                    <a:pt x="1549" y="1445"/>
                  </a:cubicBezTo>
                  <a:lnTo>
                    <a:pt x="1573" y="1553"/>
                  </a:lnTo>
                  <a:cubicBezTo>
                    <a:pt x="1593" y="1629"/>
                    <a:pt x="1621" y="1705"/>
                    <a:pt x="1657" y="1773"/>
                  </a:cubicBezTo>
                  <a:cubicBezTo>
                    <a:pt x="1677" y="1813"/>
                    <a:pt x="1701" y="1845"/>
                    <a:pt x="1725" y="1877"/>
                  </a:cubicBezTo>
                  <a:cubicBezTo>
                    <a:pt x="1753" y="1909"/>
                    <a:pt x="1781" y="1941"/>
                    <a:pt x="1817" y="1965"/>
                  </a:cubicBezTo>
                  <a:lnTo>
                    <a:pt x="1825" y="1973"/>
                  </a:lnTo>
                  <a:lnTo>
                    <a:pt x="1837" y="1977"/>
                  </a:lnTo>
                  <a:cubicBezTo>
                    <a:pt x="1853" y="1981"/>
                    <a:pt x="1869" y="1985"/>
                    <a:pt x="1885" y="1989"/>
                  </a:cubicBezTo>
                  <a:cubicBezTo>
                    <a:pt x="1905" y="1993"/>
                    <a:pt x="1921" y="1993"/>
                    <a:pt x="1937" y="1993"/>
                  </a:cubicBezTo>
                  <a:cubicBezTo>
                    <a:pt x="1943" y="1993"/>
                    <a:pt x="1950" y="1994"/>
                    <a:pt x="1956" y="1994"/>
                  </a:cubicBezTo>
                  <a:cubicBezTo>
                    <a:pt x="1986" y="1994"/>
                    <a:pt x="2015" y="1986"/>
                    <a:pt x="2045" y="1977"/>
                  </a:cubicBezTo>
                  <a:cubicBezTo>
                    <a:pt x="2065" y="1969"/>
                    <a:pt x="2081" y="1957"/>
                    <a:pt x="2097" y="1945"/>
                  </a:cubicBezTo>
                  <a:cubicBezTo>
                    <a:pt x="2105" y="1937"/>
                    <a:pt x="2113" y="1929"/>
                    <a:pt x="2121" y="1921"/>
                  </a:cubicBezTo>
                  <a:lnTo>
                    <a:pt x="2129" y="1905"/>
                  </a:lnTo>
                  <a:lnTo>
                    <a:pt x="2133" y="1897"/>
                  </a:lnTo>
                  <a:lnTo>
                    <a:pt x="2137" y="1893"/>
                  </a:lnTo>
                  <a:lnTo>
                    <a:pt x="2145" y="1873"/>
                  </a:lnTo>
                  <a:cubicBezTo>
                    <a:pt x="2149" y="1865"/>
                    <a:pt x="2153" y="1853"/>
                    <a:pt x="2153" y="1845"/>
                  </a:cubicBezTo>
                  <a:cubicBezTo>
                    <a:pt x="2157" y="1829"/>
                    <a:pt x="2161" y="1813"/>
                    <a:pt x="2161" y="1793"/>
                  </a:cubicBezTo>
                  <a:cubicBezTo>
                    <a:pt x="2169" y="1737"/>
                    <a:pt x="2169" y="1681"/>
                    <a:pt x="2161" y="1625"/>
                  </a:cubicBezTo>
                  <a:cubicBezTo>
                    <a:pt x="2160" y="1611"/>
                    <a:pt x="2159" y="1597"/>
                    <a:pt x="2157" y="1584"/>
                  </a:cubicBezTo>
                  <a:lnTo>
                    <a:pt x="2157" y="1584"/>
                  </a:lnTo>
                  <a:cubicBezTo>
                    <a:pt x="2186" y="1595"/>
                    <a:pt x="2212" y="1610"/>
                    <a:pt x="2237" y="1629"/>
                  </a:cubicBezTo>
                  <a:cubicBezTo>
                    <a:pt x="2249" y="1637"/>
                    <a:pt x="2261" y="1649"/>
                    <a:pt x="2273" y="1657"/>
                  </a:cubicBezTo>
                  <a:cubicBezTo>
                    <a:pt x="2285" y="1669"/>
                    <a:pt x="2293" y="1677"/>
                    <a:pt x="2297" y="1689"/>
                  </a:cubicBezTo>
                  <a:lnTo>
                    <a:pt x="2297" y="1693"/>
                  </a:lnTo>
                  <a:lnTo>
                    <a:pt x="2305" y="1701"/>
                  </a:lnTo>
                  <a:lnTo>
                    <a:pt x="2313" y="1713"/>
                  </a:lnTo>
                  <a:lnTo>
                    <a:pt x="2317" y="1721"/>
                  </a:lnTo>
                  <a:lnTo>
                    <a:pt x="2325" y="1729"/>
                  </a:lnTo>
                  <a:cubicBezTo>
                    <a:pt x="2333" y="1737"/>
                    <a:pt x="2337" y="1741"/>
                    <a:pt x="2345" y="1745"/>
                  </a:cubicBezTo>
                  <a:cubicBezTo>
                    <a:pt x="2349" y="1753"/>
                    <a:pt x="2357" y="1757"/>
                    <a:pt x="2365" y="1761"/>
                  </a:cubicBezTo>
                  <a:lnTo>
                    <a:pt x="2377" y="1765"/>
                  </a:lnTo>
                  <a:cubicBezTo>
                    <a:pt x="2385" y="1773"/>
                    <a:pt x="2397" y="1777"/>
                    <a:pt x="2409" y="1781"/>
                  </a:cubicBezTo>
                  <a:cubicBezTo>
                    <a:pt x="2445" y="1793"/>
                    <a:pt x="2485" y="1805"/>
                    <a:pt x="2529" y="1813"/>
                  </a:cubicBezTo>
                  <a:cubicBezTo>
                    <a:pt x="2565" y="1817"/>
                    <a:pt x="2605" y="1825"/>
                    <a:pt x="2645" y="1825"/>
                  </a:cubicBezTo>
                  <a:cubicBezTo>
                    <a:pt x="2721" y="1833"/>
                    <a:pt x="2797" y="1837"/>
                    <a:pt x="2877" y="1837"/>
                  </a:cubicBezTo>
                  <a:lnTo>
                    <a:pt x="2925" y="1837"/>
                  </a:lnTo>
                  <a:lnTo>
                    <a:pt x="2905" y="1797"/>
                  </a:lnTo>
                  <a:cubicBezTo>
                    <a:pt x="2885" y="1753"/>
                    <a:pt x="2861" y="1709"/>
                    <a:pt x="2829" y="1669"/>
                  </a:cubicBezTo>
                  <a:cubicBezTo>
                    <a:pt x="2801" y="1625"/>
                    <a:pt x="2765" y="1593"/>
                    <a:pt x="2721" y="1569"/>
                  </a:cubicBezTo>
                  <a:lnTo>
                    <a:pt x="2713" y="1581"/>
                  </a:lnTo>
                  <a:cubicBezTo>
                    <a:pt x="2749" y="1609"/>
                    <a:pt x="2777" y="1649"/>
                    <a:pt x="2797" y="1689"/>
                  </a:cubicBezTo>
                  <a:cubicBezTo>
                    <a:pt x="2810" y="1714"/>
                    <a:pt x="2823" y="1742"/>
                    <a:pt x="2834" y="1771"/>
                  </a:cubicBezTo>
                  <a:lnTo>
                    <a:pt x="2834" y="1771"/>
                  </a:lnTo>
                  <a:cubicBezTo>
                    <a:pt x="2775" y="1764"/>
                    <a:pt x="2715" y="1753"/>
                    <a:pt x="2657" y="1741"/>
                  </a:cubicBezTo>
                  <a:cubicBezTo>
                    <a:pt x="2621" y="1733"/>
                    <a:pt x="2585" y="1725"/>
                    <a:pt x="2549" y="1713"/>
                  </a:cubicBezTo>
                  <a:cubicBezTo>
                    <a:pt x="2513" y="1705"/>
                    <a:pt x="2481" y="1693"/>
                    <a:pt x="2449" y="1677"/>
                  </a:cubicBezTo>
                  <a:cubicBezTo>
                    <a:pt x="2441" y="1677"/>
                    <a:pt x="2433" y="1673"/>
                    <a:pt x="2429" y="1669"/>
                  </a:cubicBezTo>
                  <a:cubicBezTo>
                    <a:pt x="2425" y="1665"/>
                    <a:pt x="2413" y="1657"/>
                    <a:pt x="2413" y="1657"/>
                  </a:cubicBezTo>
                  <a:lnTo>
                    <a:pt x="2409" y="1657"/>
                  </a:lnTo>
                  <a:lnTo>
                    <a:pt x="2409" y="1653"/>
                  </a:lnTo>
                  <a:lnTo>
                    <a:pt x="2405" y="1647"/>
                  </a:lnTo>
                  <a:lnTo>
                    <a:pt x="2405" y="1645"/>
                  </a:lnTo>
                  <a:lnTo>
                    <a:pt x="2401" y="1637"/>
                  </a:lnTo>
                  <a:cubicBezTo>
                    <a:pt x="2389" y="1613"/>
                    <a:pt x="2373" y="1593"/>
                    <a:pt x="2357" y="1573"/>
                  </a:cubicBezTo>
                  <a:cubicBezTo>
                    <a:pt x="2341" y="1557"/>
                    <a:pt x="2325" y="1541"/>
                    <a:pt x="2309" y="1529"/>
                  </a:cubicBezTo>
                  <a:cubicBezTo>
                    <a:pt x="2273" y="1501"/>
                    <a:pt x="2237" y="1481"/>
                    <a:pt x="2201" y="1461"/>
                  </a:cubicBezTo>
                  <a:cubicBezTo>
                    <a:pt x="2165" y="1441"/>
                    <a:pt x="2129" y="1424"/>
                    <a:pt x="2089" y="1408"/>
                  </a:cubicBezTo>
                  <a:lnTo>
                    <a:pt x="1981" y="1368"/>
                  </a:lnTo>
                  <a:lnTo>
                    <a:pt x="2001" y="1489"/>
                  </a:lnTo>
                  <a:cubicBezTo>
                    <a:pt x="2005" y="1537"/>
                    <a:pt x="2013" y="1589"/>
                    <a:pt x="2017" y="1637"/>
                  </a:cubicBezTo>
                  <a:cubicBezTo>
                    <a:pt x="2017" y="1685"/>
                    <a:pt x="2017" y="1733"/>
                    <a:pt x="2017" y="1781"/>
                  </a:cubicBezTo>
                  <a:cubicBezTo>
                    <a:pt x="2013" y="1789"/>
                    <a:pt x="2009" y="1801"/>
                    <a:pt x="2009" y="1809"/>
                  </a:cubicBezTo>
                  <a:cubicBezTo>
                    <a:pt x="2009" y="1813"/>
                    <a:pt x="2009" y="1813"/>
                    <a:pt x="2009" y="1817"/>
                  </a:cubicBezTo>
                  <a:lnTo>
                    <a:pt x="2005" y="1833"/>
                  </a:lnTo>
                  <a:cubicBezTo>
                    <a:pt x="2004" y="1835"/>
                    <a:pt x="2004" y="1835"/>
                    <a:pt x="2003" y="1835"/>
                  </a:cubicBezTo>
                  <a:cubicBezTo>
                    <a:pt x="2003" y="1835"/>
                    <a:pt x="2004" y="1833"/>
                    <a:pt x="2004" y="1831"/>
                  </a:cubicBezTo>
                  <a:lnTo>
                    <a:pt x="2004" y="1831"/>
                  </a:lnTo>
                  <a:cubicBezTo>
                    <a:pt x="2003" y="1833"/>
                    <a:pt x="2001" y="1833"/>
                    <a:pt x="2001" y="1833"/>
                  </a:cubicBezTo>
                  <a:cubicBezTo>
                    <a:pt x="1997" y="1837"/>
                    <a:pt x="1993" y="1837"/>
                    <a:pt x="1989" y="1841"/>
                  </a:cubicBezTo>
                  <a:cubicBezTo>
                    <a:pt x="1973" y="1845"/>
                    <a:pt x="1957" y="1849"/>
                    <a:pt x="1941" y="1849"/>
                  </a:cubicBezTo>
                  <a:lnTo>
                    <a:pt x="1913" y="1849"/>
                  </a:lnTo>
                  <a:lnTo>
                    <a:pt x="1894" y="1843"/>
                  </a:lnTo>
                  <a:lnTo>
                    <a:pt x="1894" y="1843"/>
                  </a:lnTo>
                  <a:cubicBezTo>
                    <a:pt x="1874" y="1826"/>
                    <a:pt x="1854" y="1809"/>
                    <a:pt x="1837" y="1789"/>
                  </a:cubicBezTo>
                  <a:cubicBezTo>
                    <a:pt x="1817" y="1765"/>
                    <a:pt x="1797" y="1737"/>
                    <a:pt x="1781" y="1709"/>
                  </a:cubicBezTo>
                  <a:cubicBezTo>
                    <a:pt x="1745" y="1649"/>
                    <a:pt x="1721" y="1585"/>
                    <a:pt x="1701" y="1521"/>
                  </a:cubicBezTo>
                  <a:lnTo>
                    <a:pt x="1669" y="1416"/>
                  </a:lnTo>
                  <a:cubicBezTo>
                    <a:pt x="1665" y="1392"/>
                    <a:pt x="1661" y="1380"/>
                    <a:pt x="1649" y="1356"/>
                  </a:cubicBezTo>
                  <a:cubicBezTo>
                    <a:pt x="1641" y="1336"/>
                    <a:pt x="1633" y="1320"/>
                    <a:pt x="1621" y="1300"/>
                  </a:cubicBezTo>
                  <a:cubicBezTo>
                    <a:pt x="1601" y="1264"/>
                    <a:pt x="1577" y="1232"/>
                    <a:pt x="1549" y="1204"/>
                  </a:cubicBezTo>
                  <a:cubicBezTo>
                    <a:pt x="1525" y="1172"/>
                    <a:pt x="1497" y="1144"/>
                    <a:pt x="1465" y="1120"/>
                  </a:cubicBezTo>
                  <a:lnTo>
                    <a:pt x="1453" y="1108"/>
                  </a:lnTo>
                  <a:lnTo>
                    <a:pt x="1437" y="1108"/>
                  </a:lnTo>
                  <a:cubicBezTo>
                    <a:pt x="1409" y="1108"/>
                    <a:pt x="1385" y="1112"/>
                    <a:pt x="1357" y="1124"/>
                  </a:cubicBezTo>
                  <a:cubicBezTo>
                    <a:pt x="1337" y="1136"/>
                    <a:pt x="1317" y="1148"/>
                    <a:pt x="1297" y="1164"/>
                  </a:cubicBezTo>
                  <a:cubicBezTo>
                    <a:pt x="1265" y="1192"/>
                    <a:pt x="1233" y="1220"/>
                    <a:pt x="1205" y="1248"/>
                  </a:cubicBezTo>
                  <a:cubicBezTo>
                    <a:pt x="1177" y="1276"/>
                    <a:pt x="1149" y="1300"/>
                    <a:pt x="1117" y="1328"/>
                  </a:cubicBezTo>
                  <a:cubicBezTo>
                    <a:pt x="1089" y="1352"/>
                    <a:pt x="1057" y="1368"/>
                    <a:pt x="1021" y="1384"/>
                  </a:cubicBezTo>
                  <a:cubicBezTo>
                    <a:pt x="1001" y="1392"/>
                    <a:pt x="985" y="1396"/>
                    <a:pt x="965" y="1400"/>
                  </a:cubicBezTo>
                  <a:cubicBezTo>
                    <a:pt x="949" y="1400"/>
                    <a:pt x="929" y="1404"/>
                    <a:pt x="909" y="1404"/>
                  </a:cubicBezTo>
                  <a:cubicBezTo>
                    <a:pt x="869" y="1400"/>
                    <a:pt x="833" y="1396"/>
                    <a:pt x="797" y="1384"/>
                  </a:cubicBezTo>
                  <a:cubicBezTo>
                    <a:pt x="757" y="1372"/>
                    <a:pt x="721" y="1356"/>
                    <a:pt x="689" y="1340"/>
                  </a:cubicBezTo>
                  <a:cubicBezTo>
                    <a:pt x="653" y="1321"/>
                    <a:pt x="618" y="1301"/>
                    <a:pt x="590" y="1277"/>
                  </a:cubicBezTo>
                  <a:lnTo>
                    <a:pt x="590" y="1277"/>
                  </a:lnTo>
                  <a:cubicBezTo>
                    <a:pt x="568" y="1224"/>
                    <a:pt x="553" y="1170"/>
                    <a:pt x="545" y="1112"/>
                  </a:cubicBezTo>
                  <a:cubicBezTo>
                    <a:pt x="537" y="1084"/>
                    <a:pt x="537" y="1052"/>
                    <a:pt x="537" y="1024"/>
                  </a:cubicBezTo>
                  <a:cubicBezTo>
                    <a:pt x="537" y="1012"/>
                    <a:pt x="537" y="996"/>
                    <a:pt x="537" y="984"/>
                  </a:cubicBezTo>
                  <a:cubicBezTo>
                    <a:pt x="541" y="972"/>
                    <a:pt x="541" y="960"/>
                    <a:pt x="545" y="948"/>
                  </a:cubicBezTo>
                  <a:cubicBezTo>
                    <a:pt x="549" y="944"/>
                    <a:pt x="549" y="936"/>
                    <a:pt x="549" y="932"/>
                  </a:cubicBezTo>
                  <a:cubicBezTo>
                    <a:pt x="553" y="928"/>
                    <a:pt x="557" y="920"/>
                    <a:pt x="561" y="916"/>
                  </a:cubicBezTo>
                  <a:cubicBezTo>
                    <a:pt x="569" y="904"/>
                    <a:pt x="577" y="892"/>
                    <a:pt x="585" y="884"/>
                  </a:cubicBezTo>
                  <a:cubicBezTo>
                    <a:pt x="605" y="864"/>
                    <a:pt x="625" y="844"/>
                    <a:pt x="645" y="824"/>
                  </a:cubicBezTo>
                  <a:cubicBezTo>
                    <a:pt x="669" y="804"/>
                    <a:pt x="689" y="788"/>
                    <a:pt x="713" y="772"/>
                  </a:cubicBezTo>
                  <a:cubicBezTo>
                    <a:pt x="737" y="756"/>
                    <a:pt x="761" y="736"/>
                    <a:pt x="785" y="724"/>
                  </a:cubicBezTo>
                  <a:lnTo>
                    <a:pt x="877" y="672"/>
                  </a:lnTo>
                  <a:lnTo>
                    <a:pt x="785" y="620"/>
                  </a:lnTo>
                  <a:cubicBezTo>
                    <a:pt x="761" y="608"/>
                    <a:pt x="737" y="600"/>
                    <a:pt x="713" y="596"/>
                  </a:cubicBezTo>
                  <a:lnTo>
                    <a:pt x="657" y="580"/>
                  </a:lnTo>
                  <a:cubicBezTo>
                    <a:pt x="617" y="568"/>
                    <a:pt x="581" y="560"/>
                    <a:pt x="545" y="548"/>
                  </a:cubicBezTo>
                  <a:cubicBezTo>
                    <a:pt x="509" y="540"/>
                    <a:pt x="473" y="528"/>
                    <a:pt x="441" y="512"/>
                  </a:cubicBezTo>
                  <a:cubicBezTo>
                    <a:pt x="421" y="504"/>
                    <a:pt x="405" y="496"/>
                    <a:pt x="389" y="488"/>
                  </a:cubicBezTo>
                  <a:cubicBezTo>
                    <a:pt x="377" y="480"/>
                    <a:pt x="361" y="472"/>
                    <a:pt x="349" y="464"/>
                  </a:cubicBezTo>
                  <a:lnTo>
                    <a:pt x="329" y="448"/>
                  </a:lnTo>
                  <a:lnTo>
                    <a:pt x="309" y="428"/>
                  </a:lnTo>
                  <a:cubicBezTo>
                    <a:pt x="301" y="420"/>
                    <a:pt x="285" y="404"/>
                    <a:pt x="273" y="388"/>
                  </a:cubicBezTo>
                  <a:cubicBezTo>
                    <a:pt x="249" y="360"/>
                    <a:pt x="225" y="328"/>
                    <a:pt x="205" y="300"/>
                  </a:cubicBezTo>
                  <a:cubicBezTo>
                    <a:pt x="170" y="244"/>
                    <a:pt x="134" y="184"/>
                    <a:pt x="105" y="125"/>
                  </a:cubicBezTo>
                  <a:lnTo>
                    <a:pt x="105" y="125"/>
                  </a:lnTo>
                  <a:cubicBezTo>
                    <a:pt x="110" y="121"/>
                    <a:pt x="115" y="117"/>
                    <a:pt x="121" y="112"/>
                  </a:cubicBezTo>
                  <a:cubicBezTo>
                    <a:pt x="133" y="104"/>
                    <a:pt x="145" y="92"/>
                    <a:pt x="161" y="88"/>
                  </a:cubicBezTo>
                  <a:cubicBezTo>
                    <a:pt x="169" y="84"/>
                    <a:pt x="177" y="80"/>
                    <a:pt x="185" y="76"/>
                  </a:cubicBezTo>
                  <a:cubicBezTo>
                    <a:pt x="193" y="72"/>
                    <a:pt x="201" y="68"/>
                    <a:pt x="209" y="68"/>
                  </a:cubicBezTo>
                  <a:cubicBezTo>
                    <a:pt x="225" y="60"/>
                    <a:pt x="241" y="56"/>
                    <a:pt x="257" y="56"/>
                  </a:cubicBezTo>
                  <a:cubicBezTo>
                    <a:pt x="283" y="52"/>
                    <a:pt x="309" y="50"/>
                    <a:pt x="335" y="50"/>
                  </a:cubicBezTo>
                  <a:cubicBezTo>
                    <a:pt x="381" y="50"/>
                    <a:pt x="427" y="57"/>
                    <a:pt x="473" y="72"/>
                  </a:cubicBezTo>
                  <a:lnTo>
                    <a:pt x="473" y="56"/>
                  </a:lnTo>
                  <a:cubicBezTo>
                    <a:pt x="441" y="40"/>
                    <a:pt x="405" y="24"/>
                    <a:pt x="365" y="16"/>
                  </a:cubicBezTo>
                  <a:cubicBezTo>
                    <a:pt x="329" y="4"/>
                    <a:pt x="289" y="0"/>
                    <a:pt x="249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68"/>
            <p:cNvSpPr/>
            <p:nvPr/>
          </p:nvSpPr>
          <p:spPr>
            <a:xfrm flipH="1">
              <a:off x="4071509" y="683367"/>
              <a:ext cx="238910" cy="453498"/>
            </a:xfrm>
            <a:custGeom>
              <a:avLst/>
              <a:gdLst/>
              <a:ahLst/>
              <a:cxnLst/>
              <a:rect l="l" t="t" r="r" b="b"/>
              <a:pathLst>
                <a:path w="953" h="1809" extrusionOk="0">
                  <a:moveTo>
                    <a:pt x="851" y="0"/>
                  </a:moveTo>
                  <a:cubicBezTo>
                    <a:pt x="842" y="0"/>
                    <a:pt x="833" y="2"/>
                    <a:pt x="824" y="4"/>
                  </a:cubicBezTo>
                  <a:cubicBezTo>
                    <a:pt x="804" y="16"/>
                    <a:pt x="784" y="28"/>
                    <a:pt x="772" y="44"/>
                  </a:cubicBezTo>
                  <a:cubicBezTo>
                    <a:pt x="664" y="124"/>
                    <a:pt x="604" y="248"/>
                    <a:pt x="608" y="384"/>
                  </a:cubicBezTo>
                  <a:cubicBezTo>
                    <a:pt x="604" y="396"/>
                    <a:pt x="604" y="412"/>
                    <a:pt x="604" y="428"/>
                  </a:cubicBezTo>
                  <a:cubicBezTo>
                    <a:pt x="584" y="668"/>
                    <a:pt x="440" y="884"/>
                    <a:pt x="296" y="1088"/>
                  </a:cubicBezTo>
                  <a:lnTo>
                    <a:pt x="256" y="1144"/>
                  </a:lnTo>
                  <a:cubicBezTo>
                    <a:pt x="144" y="1308"/>
                    <a:pt x="36" y="1492"/>
                    <a:pt x="0" y="1684"/>
                  </a:cubicBezTo>
                  <a:cubicBezTo>
                    <a:pt x="0" y="1692"/>
                    <a:pt x="4" y="1696"/>
                    <a:pt x="8" y="1704"/>
                  </a:cubicBezTo>
                  <a:cubicBezTo>
                    <a:pt x="24" y="1740"/>
                    <a:pt x="40" y="1772"/>
                    <a:pt x="56" y="1808"/>
                  </a:cubicBezTo>
                  <a:cubicBezTo>
                    <a:pt x="60" y="1584"/>
                    <a:pt x="188" y="1372"/>
                    <a:pt x="316" y="1184"/>
                  </a:cubicBezTo>
                  <a:lnTo>
                    <a:pt x="352" y="1128"/>
                  </a:lnTo>
                  <a:cubicBezTo>
                    <a:pt x="500" y="916"/>
                    <a:pt x="652" y="692"/>
                    <a:pt x="676" y="432"/>
                  </a:cubicBezTo>
                  <a:cubicBezTo>
                    <a:pt x="680" y="416"/>
                    <a:pt x="680" y="400"/>
                    <a:pt x="680" y="384"/>
                  </a:cubicBezTo>
                  <a:cubicBezTo>
                    <a:pt x="680" y="368"/>
                    <a:pt x="680" y="352"/>
                    <a:pt x="680" y="332"/>
                  </a:cubicBezTo>
                  <a:cubicBezTo>
                    <a:pt x="752" y="320"/>
                    <a:pt x="816" y="292"/>
                    <a:pt x="872" y="248"/>
                  </a:cubicBezTo>
                  <a:cubicBezTo>
                    <a:pt x="916" y="216"/>
                    <a:pt x="948" y="168"/>
                    <a:pt x="952" y="112"/>
                  </a:cubicBezTo>
                  <a:cubicBezTo>
                    <a:pt x="952" y="76"/>
                    <a:pt x="936" y="40"/>
                    <a:pt x="904" y="20"/>
                  </a:cubicBezTo>
                  <a:cubicBezTo>
                    <a:pt x="888" y="7"/>
                    <a:pt x="869" y="0"/>
                    <a:pt x="8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68"/>
            <p:cNvSpPr/>
            <p:nvPr/>
          </p:nvSpPr>
          <p:spPr>
            <a:xfrm flipH="1">
              <a:off x="3994296" y="920770"/>
              <a:ext cx="254954" cy="326398"/>
            </a:xfrm>
            <a:custGeom>
              <a:avLst/>
              <a:gdLst/>
              <a:ahLst/>
              <a:cxnLst/>
              <a:rect l="l" t="t" r="r" b="b"/>
              <a:pathLst>
                <a:path w="1017" h="1302" extrusionOk="0">
                  <a:moveTo>
                    <a:pt x="903" y="1"/>
                  </a:moveTo>
                  <a:cubicBezTo>
                    <a:pt x="864" y="1"/>
                    <a:pt x="826" y="19"/>
                    <a:pt x="800" y="53"/>
                  </a:cubicBezTo>
                  <a:cubicBezTo>
                    <a:pt x="776" y="97"/>
                    <a:pt x="764" y="149"/>
                    <a:pt x="772" y="201"/>
                  </a:cubicBezTo>
                  <a:lnTo>
                    <a:pt x="772" y="237"/>
                  </a:lnTo>
                  <a:cubicBezTo>
                    <a:pt x="640" y="277"/>
                    <a:pt x="520" y="341"/>
                    <a:pt x="412" y="425"/>
                  </a:cubicBezTo>
                  <a:cubicBezTo>
                    <a:pt x="292" y="525"/>
                    <a:pt x="216" y="669"/>
                    <a:pt x="192" y="825"/>
                  </a:cubicBezTo>
                  <a:cubicBezTo>
                    <a:pt x="192" y="845"/>
                    <a:pt x="188" y="861"/>
                    <a:pt x="188" y="881"/>
                  </a:cubicBezTo>
                  <a:cubicBezTo>
                    <a:pt x="184" y="913"/>
                    <a:pt x="180" y="941"/>
                    <a:pt x="176" y="973"/>
                  </a:cubicBezTo>
                  <a:cubicBezTo>
                    <a:pt x="144" y="1077"/>
                    <a:pt x="84" y="1169"/>
                    <a:pt x="0" y="1237"/>
                  </a:cubicBezTo>
                  <a:cubicBezTo>
                    <a:pt x="12" y="1257"/>
                    <a:pt x="24" y="1281"/>
                    <a:pt x="32" y="1301"/>
                  </a:cubicBezTo>
                  <a:cubicBezTo>
                    <a:pt x="120" y="1221"/>
                    <a:pt x="212" y="1117"/>
                    <a:pt x="240" y="989"/>
                  </a:cubicBezTo>
                  <a:cubicBezTo>
                    <a:pt x="248" y="957"/>
                    <a:pt x="252" y="921"/>
                    <a:pt x="256" y="889"/>
                  </a:cubicBezTo>
                  <a:cubicBezTo>
                    <a:pt x="256" y="869"/>
                    <a:pt x="260" y="849"/>
                    <a:pt x="260" y="833"/>
                  </a:cubicBezTo>
                  <a:cubicBezTo>
                    <a:pt x="280" y="693"/>
                    <a:pt x="352" y="569"/>
                    <a:pt x="456" y="477"/>
                  </a:cubicBezTo>
                  <a:cubicBezTo>
                    <a:pt x="564" y="385"/>
                    <a:pt x="700" y="337"/>
                    <a:pt x="840" y="285"/>
                  </a:cubicBezTo>
                  <a:cubicBezTo>
                    <a:pt x="896" y="269"/>
                    <a:pt x="944" y="241"/>
                    <a:pt x="984" y="197"/>
                  </a:cubicBezTo>
                  <a:cubicBezTo>
                    <a:pt x="1008" y="169"/>
                    <a:pt x="1016" y="129"/>
                    <a:pt x="1012" y="89"/>
                  </a:cubicBezTo>
                  <a:cubicBezTo>
                    <a:pt x="1008" y="57"/>
                    <a:pt x="992" y="33"/>
                    <a:pt x="964" y="17"/>
                  </a:cubicBezTo>
                  <a:cubicBezTo>
                    <a:pt x="945" y="6"/>
                    <a:pt x="924" y="1"/>
                    <a:pt x="9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68"/>
            <p:cNvSpPr/>
            <p:nvPr/>
          </p:nvSpPr>
          <p:spPr>
            <a:xfrm flipH="1">
              <a:off x="3904046" y="1047369"/>
              <a:ext cx="320134" cy="309101"/>
            </a:xfrm>
            <a:custGeom>
              <a:avLst/>
              <a:gdLst/>
              <a:ahLst/>
              <a:cxnLst/>
              <a:rect l="l" t="t" r="r" b="b"/>
              <a:pathLst>
                <a:path w="1277" h="1233" extrusionOk="0">
                  <a:moveTo>
                    <a:pt x="1168" y="0"/>
                  </a:moveTo>
                  <a:cubicBezTo>
                    <a:pt x="1104" y="8"/>
                    <a:pt x="1052" y="52"/>
                    <a:pt x="1036" y="116"/>
                  </a:cubicBezTo>
                  <a:cubicBezTo>
                    <a:pt x="1028" y="148"/>
                    <a:pt x="1024" y="184"/>
                    <a:pt x="1024" y="216"/>
                  </a:cubicBezTo>
                  <a:cubicBezTo>
                    <a:pt x="1024" y="220"/>
                    <a:pt x="1024" y="228"/>
                    <a:pt x="1024" y="232"/>
                  </a:cubicBezTo>
                  <a:cubicBezTo>
                    <a:pt x="1020" y="240"/>
                    <a:pt x="1020" y="252"/>
                    <a:pt x="1020" y="260"/>
                  </a:cubicBezTo>
                  <a:cubicBezTo>
                    <a:pt x="996" y="448"/>
                    <a:pt x="844" y="592"/>
                    <a:pt x="720" y="680"/>
                  </a:cubicBezTo>
                  <a:cubicBezTo>
                    <a:pt x="664" y="720"/>
                    <a:pt x="604" y="756"/>
                    <a:pt x="544" y="792"/>
                  </a:cubicBezTo>
                  <a:cubicBezTo>
                    <a:pt x="440" y="848"/>
                    <a:pt x="344" y="920"/>
                    <a:pt x="256" y="996"/>
                  </a:cubicBezTo>
                  <a:lnTo>
                    <a:pt x="220" y="1028"/>
                  </a:lnTo>
                  <a:cubicBezTo>
                    <a:pt x="156" y="1088"/>
                    <a:pt x="92" y="1148"/>
                    <a:pt x="20" y="1160"/>
                  </a:cubicBezTo>
                  <a:lnTo>
                    <a:pt x="12" y="1196"/>
                  </a:lnTo>
                  <a:cubicBezTo>
                    <a:pt x="8" y="1208"/>
                    <a:pt x="4" y="1220"/>
                    <a:pt x="0" y="1232"/>
                  </a:cubicBezTo>
                  <a:cubicBezTo>
                    <a:pt x="108" y="1228"/>
                    <a:pt x="192" y="1148"/>
                    <a:pt x="268" y="1076"/>
                  </a:cubicBezTo>
                  <a:cubicBezTo>
                    <a:pt x="280" y="1068"/>
                    <a:pt x="292" y="1056"/>
                    <a:pt x="300" y="1048"/>
                  </a:cubicBezTo>
                  <a:cubicBezTo>
                    <a:pt x="388" y="972"/>
                    <a:pt x="484" y="908"/>
                    <a:pt x="580" y="848"/>
                  </a:cubicBezTo>
                  <a:cubicBezTo>
                    <a:pt x="640" y="812"/>
                    <a:pt x="704" y="776"/>
                    <a:pt x="760" y="736"/>
                  </a:cubicBezTo>
                  <a:cubicBezTo>
                    <a:pt x="896" y="640"/>
                    <a:pt x="1064" y="480"/>
                    <a:pt x="1088" y="268"/>
                  </a:cubicBezTo>
                  <a:lnTo>
                    <a:pt x="1088" y="244"/>
                  </a:lnTo>
                  <a:cubicBezTo>
                    <a:pt x="1112" y="228"/>
                    <a:pt x="1136" y="212"/>
                    <a:pt x="1164" y="204"/>
                  </a:cubicBezTo>
                  <a:cubicBezTo>
                    <a:pt x="1196" y="192"/>
                    <a:pt x="1228" y="176"/>
                    <a:pt x="1252" y="152"/>
                  </a:cubicBezTo>
                  <a:cubicBezTo>
                    <a:pt x="1276" y="128"/>
                    <a:pt x="1276" y="88"/>
                    <a:pt x="1260" y="60"/>
                  </a:cubicBezTo>
                  <a:cubicBezTo>
                    <a:pt x="1244" y="24"/>
                    <a:pt x="1208" y="0"/>
                    <a:pt x="11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68"/>
            <p:cNvSpPr/>
            <p:nvPr/>
          </p:nvSpPr>
          <p:spPr>
            <a:xfrm flipH="1">
              <a:off x="3800761" y="1179483"/>
              <a:ext cx="362251" cy="270244"/>
            </a:xfrm>
            <a:custGeom>
              <a:avLst/>
              <a:gdLst/>
              <a:ahLst/>
              <a:cxnLst/>
              <a:rect l="l" t="t" r="r" b="b"/>
              <a:pathLst>
                <a:path w="1445" h="1078" extrusionOk="0">
                  <a:moveTo>
                    <a:pt x="1290" y="1"/>
                  </a:moveTo>
                  <a:cubicBezTo>
                    <a:pt x="1239" y="1"/>
                    <a:pt x="1188" y="21"/>
                    <a:pt x="1148" y="57"/>
                  </a:cubicBezTo>
                  <a:cubicBezTo>
                    <a:pt x="1112" y="97"/>
                    <a:pt x="1080" y="141"/>
                    <a:pt x="1056" y="193"/>
                  </a:cubicBezTo>
                  <a:cubicBezTo>
                    <a:pt x="1020" y="265"/>
                    <a:pt x="968" y="329"/>
                    <a:pt x="904" y="381"/>
                  </a:cubicBezTo>
                  <a:lnTo>
                    <a:pt x="740" y="521"/>
                  </a:lnTo>
                  <a:cubicBezTo>
                    <a:pt x="640" y="613"/>
                    <a:pt x="536" y="701"/>
                    <a:pt x="428" y="789"/>
                  </a:cubicBezTo>
                  <a:lnTo>
                    <a:pt x="364" y="837"/>
                  </a:lnTo>
                  <a:cubicBezTo>
                    <a:pt x="312" y="873"/>
                    <a:pt x="264" y="913"/>
                    <a:pt x="212" y="945"/>
                  </a:cubicBezTo>
                  <a:cubicBezTo>
                    <a:pt x="200" y="953"/>
                    <a:pt x="188" y="965"/>
                    <a:pt x="172" y="973"/>
                  </a:cubicBezTo>
                  <a:lnTo>
                    <a:pt x="152" y="985"/>
                  </a:lnTo>
                  <a:lnTo>
                    <a:pt x="100" y="1017"/>
                  </a:lnTo>
                  <a:cubicBezTo>
                    <a:pt x="68" y="1037"/>
                    <a:pt x="36" y="1053"/>
                    <a:pt x="0" y="1073"/>
                  </a:cubicBezTo>
                  <a:lnTo>
                    <a:pt x="36" y="1073"/>
                  </a:lnTo>
                  <a:cubicBezTo>
                    <a:pt x="47" y="1072"/>
                    <a:pt x="57" y="1072"/>
                    <a:pt x="67" y="1072"/>
                  </a:cubicBezTo>
                  <a:cubicBezTo>
                    <a:pt x="91" y="1072"/>
                    <a:pt x="114" y="1075"/>
                    <a:pt x="136" y="1077"/>
                  </a:cubicBezTo>
                  <a:cubicBezTo>
                    <a:pt x="168" y="1061"/>
                    <a:pt x="196" y="1041"/>
                    <a:pt x="224" y="1025"/>
                  </a:cubicBezTo>
                  <a:cubicBezTo>
                    <a:pt x="252" y="1005"/>
                    <a:pt x="284" y="985"/>
                    <a:pt x="312" y="965"/>
                  </a:cubicBezTo>
                  <a:cubicBezTo>
                    <a:pt x="340" y="945"/>
                    <a:pt x="368" y="925"/>
                    <a:pt x="396" y="905"/>
                  </a:cubicBezTo>
                  <a:cubicBezTo>
                    <a:pt x="420" y="885"/>
                    <a:pt x="444" y="869"/>
                    <a:pt x="468" y="849"/>
                  </a:cubicBezTo>
                  <a:cubicBezTo>
                    <a:pt x="472" y="845"/>
                    <a:pt x="476" y="841"/>
                    <a:pt x="476" y="841"/>
                  </a:cubicBezTo>
                  <a:cubicBezTo>
                    <a:pt x="504" y="821"/>
                    <a:pt x="528" y="797"/>
                    <a:pt x="556" y="777"/>
                  </a:cubicBezTo>
                  <a:cubicBezTo>
                    <a:pt x="636" y="713"/>
                    <a:pt x="712" y="645"/>
                    <a:pt x="788" y="577"/>
                  </a:cubicBezTo>
                  <a:lnTo>
                    <a:pt x="952" y="433"/>
                  </a:lnTo>
                  <a:cubicBezTo>
                    <a:pt x="992" y="397"/>
                    <a:pt x="1032" y="361"/>
                    <a:pt x="1064" y="317"/>
                  </a:cubicBezTo>
                  <a:cubicBezTo>
                    <a:pt x="1084" y="289"/>
                    <a:pt x="1104" y="261"/>
                    <a:pt x="1120" y="229"/>
                  </a:cubicBezTo>
                  <a:cubicBezTo>
                    <a:pt x="1140" y="233"/>
                    <a:pt x="1164" y="237"/>
                    <a:pt x="1188" y="241"/>
                  </a:cubicBezTo>
                  <a:cubicBezTo>
                    <a:pt x="1220" y="253"/>
                    <a:pt x="1260" y="257"/>
                    <a:pt x="1296" y="257"/>
                  </a:cubicBezTo>
                  <a:cubicBezTo>
                    <a:pt x="1344" y="241"/>
                    <a:pt x="1392" y="217"/>
                    <a:pt x="1428" y="177"/>
                  </a:cubicBezTo>
                  <a:cubicBezTo>
                    <a:pt x="1440" y="157"/>
                    <a:pt x="1444" y="133"/>
                    <a:pt x="1436" y="113"/>
                  </a:cubicBezTo>
                  <a:cubicBezTo>
                    <a:pt x="1424" y="49"/>
                    <a:pt x="1368" y="5"/>
                    <a:pt x="1304" y="1"/>
                  </a:cubicBezTo>
                  <a:cubicBezTo>
                    <a:pt x="1299" y="1"/>
                    <a:pt x="1295" y="1"/>
                    <a:pt x="129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68"/>
            <p:cNvSpPr/>
            <p:nvPr/>
          </p:nvSpPr>
          <p:spPr>
            <a:xfrm flipH="1">
              <a:off x="4281087" y="787152"/>
              <a:ext cx="82478" cy="250439"/>
            </a:xfrm>
            <a:custGeom>
              <a:avLst/>
              <a:gdLst/>
              <a:ahLst/>
              <a:cxnLst/>
              <a:rect l="l" t="t" r="r" b="b"/>
              <a:pathLst>
                <a:path w="329" h="999" extrusionOk="0">
                  <a:moveTo>
                    <a:pt x="79" y="0"/>
                  </a:moveTo>
                  <a:cubicBezTo>
                    <a:pt x="70" y="0"/>
                    <a:pt x="61" y="1"/>
                    <a:pt x="52" y="2"/>
                  </a:cubicBezTo>
                  <a:lnTo>
                    <a:pt x="36" y="10"/>
                  </a:lnTo>
                  <a:cubicBezTo>
                    <a:pt x="12" y="30"/>
                    <a:pt x="0" y="62"/>
                    <a:pt x="0" y="94"/>
                  </a:cubicBezTo>
                  <a:cubicBezTo>
                    <a:pt x="8" y="142"/>
                    <a:pt x="32" y="190"/>
                    <a:pt x="72" y="218"/>
                  </a:cubicBezTo>
                  <a:cubicBezTo>
                    <a:pt x="96" y="234"/>
                    <a:pt x="124" y="250"/>
                    <a:pt x="152" y="258"/>
                  </a:cubicBezTo>
                  <a:cubicBezTo>
                    <a:pt x="180" y="270"/>
                    <a:pt x="204" y="282"/>
                    <a:pt x="228" y="298"/>
                  </a:cubicBezTo>
                  <a:lnTo>
                    <a:pt x="236" y="294"/>
                  </a:lnTo>
                  <a:lnTo>
                    <a:pt x="236" y="294"/>
                  </a:lnTo>
                  <a:cubicBezTo>
                    <a:pt x="252" y="406"/>
                    <a:pt x="248" y="522"/>
                    <a:pt x="216" y="634"/>
                  </a:cubicBezTo>
                  <a:cubicBezTo>
                    <a:pt x="184" y="738"/>
                    <a:pt x="140" y="838"/>
                    <a:pt x="84" y="934"/>
                  </a:cubicBezTo>
                  <a:cubicBezTo>
                    <a:pt x="96" y="954"/>
                    <a:pt x="108" y="974"/>
                    <a:pt x="124" y="998"/>
                  </a:cubicBezTo>
                  <a:cubicBezTo>
                    <a:pt x="192" y="890"/>
                    <a:pt x="248" y="774"/>
                    <a:pt x="284" y="650"/>
                  </a:cubicBezTo>
                  <a:cubicBezTo>
                    <a:pt x="328" y="494"/>
                    <a:pt x="324" y="330"/>
                    <a:pt x="276" y="178"/>
                  </a:cubicBezTo>
                  <a:cubicBezTo>
                    <a:pt x="260" y="130"/>
                    <a:pt x="236" y="86"/>
                    <a:pt x="200" y="50"/>
                  </a:cubicBezTo>
                  <a:cubicBezTo>
                    <a:pt x="170" y="17"/>
                    <a:pt x="123" y="0"/>
                    <a:pt x="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68"/>
            <p:cNvSpPr/>
            <p:nvPr/>
          </p:nvSpPr>
          <p:spPr>
            <a:xfrm flipH="1">
              <a:off x="4372339" y="722224"/>
              <a:ext cx="44373" cy="227125"/>
            </a:xfrm>
            <a:custGeom>
              <a:avLst/>
              <a:gdLst/>
              <a:ahLst/>
              <a:cxnLst/>
              <a:rect l="l" t="t" r="r" b="b"/>
              <a:pathLst>
                <a:path w="177" h="906" extrusionOk="0">
                  <a:moveTo>
                    <a:pt x="65" y="1"/>
                  </a:moveTo>
                  <a:cubicBezTo>
                    <a:pt x="38" y="1"/>
                    <a:pt x="8" y="22"/>
                    <a:pt x="4" y="69"/>
                  </a:cubicBezTo>
                  <a:cubicBezTo>
                    <a:pt x="0" y="125"/>
                    <a:pt x="0" y="181"/>
                    <a:pt x="12" y="233"/>
                  </a:cubicBezTo>
                  <a:cubicBezTo>
                    <a:pt x="12" y="253"/>
                    <a:pt x="16" y="273"/>
                    <a:pt x="16" y="293"/>
                  </a:cubicBezTo>
                  <a:cubicBezTo>
                    <a:pt x="28" y="397"/>
                    <a:pt x="44" y="497"/>
                    <a:pt x="72" y="597"/>
                  </a:cubicBezTo>
                  <a:cubicBezTo>
                    <a:pt x="64" y="617"/>
                    <a:pt x="64" y="641"/>
                    <a:pt x="76" y="661"/>
                  </a:cubicBezTo>
                  <a:cubicBezTo>
                    <a:pt x="80" y="669"/>
                    <a:pt x="80" y="677"/>
                    <a:pt x="80" y="689"/>
                  </a:cubicBezTo>
                  <a:cubicBezTo>
                    <a:pt x="80" y="705"/>
                    <a:pt x="72" y="717"/>
                    <a:pt x="64" y="729"/>
                  </a:cubicBezTo>
                  <a:cubicBezTo>
                    <a:pt x="56" y="741"/>
                    <a:pt x="52" y="753"/>
                    <a:pt x="48" y="765"/>
                  </a:cubicBezTo>
                  <a:cubicBezTo>
                    <a:pt x="40" y="781"/>
                    <a:pt x="36" y="801"/>
                    <a:pt x="36" y="817"/>
                  </a:cubicBezTo>
                  <a:lnTo>
                    <a:pt x="36" y="829"/>
                  </a:lnTo>
                  <a:cubicBezTo>
                    <a:pt x="36" y="833"/>
                    <a:pt x="36" y="833"/>
                    <a:pt x="36" y="837"/>
                  </a:cubicBezTo>
                  <a:cubicBezTo>
                    <a:pt x="36" y="837"/>
                    <a:pt x="40" y="841"/>
                    <a:pt x="40" y="845"/>
                  </a:cubicBezTo>
                  <a:lnTo>
                    <a:pt x="88" y="905"/>
                  </a:lnTo>
                  <a:cubicBezTo>
                    <a:pt x="92" y="885"/>
                    <a:pt x="100" y="865"/>
                    <a:pt x="104" y="841"/>
                  </a:cubicBezTo>
                  <a:lnTo>
                    <a:pt x="104" y="829"/>
                  </a:lnTo>
                  <a:cubicBezTo>
                    <a:pt x="108" y="813"/>
                    <a:pt x="112" y="801"/>
                    <a:pt x="116" y="789"/>
                  </a:cubicBezTo>
                  <a:cubicBezTo>
                    <a:pt x="120" y="777"/>
                    <a:pt x="124" y="769"/>
                    <a:pt x="128" y="761"/>
                  </a:cubicBezTo>
                  <a:cubicBezTo>
                    <a:pt x="144" y="737"/>
                    <a:pt x="152" y="713"/>
                    <a:pt x="152" y="685"/>
                  </a:cubicBezTo>
                  <a:cubicBezTo>
                    <a:pt x="152" y="669"/>
                    <a:pt x="148" y="653"/>
                    <a:pt x="144" y="637"/>
                  </a:cubicBezTo>
                  <a:cubicBezTo>
                    <a:pt x="136" y="621"/>
                    <a:pt x="136" y="617"/>
                    <a:pt x="136" y="613"/>
                  </a:cubicBezTo>
                  <a:lnTo>
                    <a:pt x="140" y="601"/>
                  </a:lnTo>
                  <a:lnTo>
                    <a:pt x="136" y="589"/>
                  </a:lnTo>
                  <a:cubicBezTo>
                    <a:pt x="112" y="493"/>
                    <a:pt x="92" y="389"/>
                    <a:pt x="84" y="289"/>
                  </a:cubicBezTo>
                  <a:cubicBezTo>
                    <a:pt x="84" y="281"/>
                    <a:pt x="84" y="269"/>
                    <a:pt x="84" y="261"/>
                  </a:cubicBezTo>
                  <a:cubicBezTo>
                    <a:pt x="140" y="237"/>
                    <a:pt x="176" y="177"/>
                    <a:pt x="176" y="117"/>
                  </a:cubicBezTo>
                  <a:cubicBezTo>
                    <a:pt x="172" y="57"/>
                    <a:pt x="128" y="9"/>
                    <a:pt x="72" y="1"/>
                  </a:cubicBezTo>
                  <a:cubicBezTo>
                    <a:pt x="70" y="1"/>
                    <a:pt x="67" y="1"/>
                    <a:pt x="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68"/>
            <p:cNvSpPr/>
            <p:nvPr/>
          </p:nvSpPr>
          <p:spPr>
            <a:xfrm flipH="1">
              <a:off x="4071509" y="683367"/>
              <a:ext cx="238910" cy="453498"/>
            </a:xfrm>
            <a:custGeom>
              <a:avLst/>
              <a:gdLst/>
              <a:ahLst/>
              <a:cxnLst/>
              <a:rect l="l" t="t" r="r" b="b"/>
              <a:pathLst>
                <a:path w="953" h="1809" extrusionOk="0">
                  <a:moveTo>
                    <a:pt x="849" y="69"/>
                  </a:moveTo>
                  <a:cubicBezTo>
                    <a:pt x="849" y="69"/>
                    <a:pt x="850" y="70"/>
                    <a:pt x="852" y="72"/>
                  </a:cubicBezTo>
                  <a:cubicBezTo>
                    <a:pt x="856" y="72"/>
                    <a:pt x="860" y="72"/>
                    <a:pt x="864" y="76"/>
                  </a:cubicBezTo>
                  <a:cubicBezTo>
                    <a:pt x="876" y="84"/>
                    <a:pt x="884" y="100"/>
                    <a:pt x="884" y="112"/>
                  </a:cubicBezTo>
                  <a:cubicBezTo>
                    <a:pt x="876" y="148"/>
                    <a:pt x="856" y="176"/>
                    <a:pt x="828" y="192"/>
                  </a:cubicBezTo>
                  <a:cubicBezTo>
                    <a:pt x="788" y="224"/>
                    <a:pt x="744" y="248"/>
                    <a:pt x="696" y="260"/>
                  </a:cubicBezTo>
                  <a:cubicBezTo>
                    <a:pt x="724" y="196"/>
                    <a:pt x="768" y="136"/>
                    <a:pt x="824" y="92"/>
                  </a:cubicBezTo>
                  <a:cubicBezTo>
                    <a:pt x="828" y="80"/>
                    <a:pt x="836" y="76"/>
                    <a:pt x="848" y="72"/>
                  </a:cubicBezTo>
                  <a:cubicBezTo>
                    <a:pt x="848" y="70"/>
                    <a:pt x="848" y="69"/>
                    <a:pt x="849" y="69"/>
                  </a:cubicBezTo>
                  <a:close/>
                  <a:moveTo>
                    <a:pt x="852" y="0"/>
                  </a:moveTo>
                  <a:cubicBezTo>
                    <a:pt x="842" y="0"/>
                    <a:pt x="833" y="2"/>
                    <a:pt x="824" y="4"/>
                  </a:cubicBezTo>
                  <a:cubicBezTo>
                    <a:pt x="804" y="12"/>
                    <a:pt x="788" y="24"/>
                    <a:pt x="772" y="40"/>
                  </a:cubicBezTo>
                  <a:cubicBezTo>
                    <a:pt x="664" y="120"/>
                    <a:pt x="604" y="248"/>
                    <a:pt x="608" y="384"/>
                  </a:cubicBezTo>
                  <a:cubicBezTo>
                    <a:pt x="608" y="396"/>
                    <a:pt x="608" y="412"/>
                    <a:pt x="608" y="428"/>
                  </a:cubicBezTo>
                  <a:cubicBezTo>
                    <a:pt x="588" y="668"/>
                    <a:pt x="440" y="880"/>
                    <a:pt x="296" y="1088"/>
                  </a:cubicBezTo>
                  <a:lnTo>
                    <a:pt x="256" y="1144"/>
                  </a:lnTo>
                  <a:cubicBezTo>
                    <a:pt x="148" y="1308"/>
                    <a:pt x="36" y="1492"/>
                    <a:pt x="0" y="1684"/>
                  </a:cubicBezTo>
                  <a:cubicBezTo>
                    <a:pt x="4" y="1688"/>
                    <a:pt x="4" y="1696"/>
                    <a:pt x="8" y="1704"/>
                  </a:cubicBezTo>
                  <a:cubicBezTo>
                    <a:pt x="24" y="1736"/>
                    <a:pt x="40" y="1772"/>
                    <a:pt x="56" y="1808"/>
                  </a:cubicBezTo>
                  <a:cubicBezTo>
                    <a:pt x="60" y="1584"/>
                    <a:pt x="188" y="1368"/>
                    <a:pt x="316" y="1184"/>
                  </a:cubicBezTo>
                  <a:lnTo>
                    <a:pt x="356" y="1128"/>
                  </a:lnTo>
                  <a:cubicBezTo>
                    <a:pt x="500" y="912"/>
                    <a:pt x="656" y="692"/>
                    <a:pt x="676" y="432"/>
                  </a:cubicBezTo>
                  <a:cubicBezTo>
                    <a:pt x="676" y="416"/>
                    <a:pt x="676" y="400"/>
                    <a:pt x="680" y="384"/>
                  </a:cubicBezTo>
                  <a:cubicBezTo>
                    <a:pt x="684" y="364"/>
                    <a:pt x="680" y="348"/>
                    <a:pt x="684" y="332"/>
                  </a:cubicBezTo>
                  <a:cubicBezTo>
                    <a:pt x="752" y="320"/>
                    <a:pt x="816" y="292"/>
                    <a:pt x="872" y="248"/>
                  </a:cubicBezTo>
                  <a:cubicBezTo>
                    <a:pt x="916" y="216"/>
                    <a:pt x="948" y="168"/>
                    <a:pt x="952" y="112"/>
                  </a:cubicBezTo>
                  <a:cubicBezTo>
                    <a:pt x="952" y="76"/>
                    <a:pt x="936" y="40"/>
                    <a:pt x="908" y="20"/>
                  </a:cubicBezTo>
                  <a:cubicBezTo>
                    <a:pt x="892" y="7"/>
                    <a:pt x="872" y="0"/>
                    <a:pt x="85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68"/>
            <p:cNvSpPr/>
            <p:nvPr/>
          </p:nvSpPr>
          <p:spPr>
            <a:xfrm flipH="1">
              <a:off x="3994296" y="920770"/>
              <a:ext cx="253952" cy="327401"/>
            </a:xfrm>
            <a:custGeom>
              <a:avLst/>
              <a:gdLst/>
              <a:ahLst/>
              <a:cxnLst/>
              <a:rect l="l" t="t" r="r" b="b"/>
              <a:pathLst>
                <a:path w="1013" h="1306" extrusionOk="0">
                  <a:moveTo>
                    <a:pt x="904" y="69"/>
                  </a:moveTo>
                  <a:cubicBezTo>
                    <a:pt x="912" y="69"/>
                    <a:pt x="916" y="69"/>
                    <a:pt x="924" y="73"/>
                  </a:cubicBezTo>
                  <a:cubicBezTo>
                    <a:pt x="932" y="81"/>
                    <a:pt x="936" y="89"/>
                    <a:pt x="940" y="101"/>
                  </a:cubicBezTo>
                  <a:cubicBezTo>
                    <a:pt x="940" y="121"/>
                    <a:pt x="936" y="141"/>
                    <a:pt x="924" y="157"/>
                  </a:cubicBezTo>
                  <a:cubicBezTo>
                    <a:pt x="900" y="181"/>
                    <a:pt x="868" y="201"/>
                    <a:pt x="836" y="213"/>
                  </a:cubicBezTo>
                  <a:lnTo>
                    <a:pt x="836" y="205"/>
                  </a:lnTo>
                  <a:cubicBezTo>
                    <a:pt x="836" y="169"/>
                    <a:pt x="840" y="133"/>
                    <a:pt x="852" y="97"/>
                  </a:cubicBezTo>
                  <a:cubicBezTo>
                    <a:pt x="864" y="81"/>
                    <a:pt x="884" y="69"/>
                    <a:pt x="904" y="69"/>
                  </a:cubicBezTo>
                  <a:close/>
                  <a:moveTo>
                    <a:pt x="900" y="1"/>
                  </a:moveTo>
                  <a:cubicBezTo>
                    <a:pt x="860" y="1"/>
                    <a:pt x="822" y="19"/>
                    <a:pt x="796" y="53"/>
                  </a:cubicBezTo>
                  <a:cubicBezTo>
                    <a:pt x="772" y="101"/>
                    <a:pt x="764" y="153"/>
                    <a:pt x="768" y="205"/>
                  </a:cubicBezTo>
                  <a:lnTo>
                    <a:pt x="768" y="237"/>
                  </a:lnTo>
                  <a:cubicBezTo>
                    <a:pt x="636" y="277"/>
                    <a:pt x="516" y="341"/>
                    <a:pt x="408" y="425"/>
                  </a:cubicBezTo>
                  <a:cubicBezTo>
                    <a:pt x="288" y="529"/>
                    <a:pt x="212" y="669"/>
                    <a:pt x="192" y="825"/>
                  </a:cubicBezTo>
                  <a:cubicBezTo>
                    <a:pt x="188" y="845"/>
                    <a:pt x="184" y="865"/>
                    <a:pt x="184" y="885"/>
                  </a:cubicBezTo>
                  <a:cubicBezTo>
                    <a:pt x="180" y="913"/>
                    <a:pt x="176" y="945"/>
                    <a:pt x="172" y="973"/>
                  </a:cubicBezTo>
                  <a:cubicBezTo>
                    <a:pt x="140" y="1077"/>
                    <a:pt x="80" y="1169"/>
                    <a:pt x="0" y="1237"/>
                  </a:cubicBezTo>
                  <a:cubicBezTo>
                    <a:pt x="8" y="1257"/>
                    <a:pt x="20" y="1281"/>
                    <a:pt x="28" y="1305"/>
                  </a:cubicBezTo>
                  <a:cubicBezTo>
                    <a:pt x="116" y="1221"/>
                    <a:pt x="208" y="1117"/>
                    <a:pt x="240" y="989"/>
                  </a:cubicBezTo>
                  <a:cubicBezTo>
                    <a:pt x="244" y="957"/>
                    <a:pt x="248" y="921"/>
                    <a:pt x="252" y="889"/>
                  </a:cubicBezTo>
                  <a:cubicBezTo>
                    <a:pt x="252" y="869"/>
                    <a:pt x="256" y="853"/>
                    <a:pt x="260" y="833"/>
                  </a:cubicBezTo>
                  <a:cubicBezTo>
                    <a:pt x="280" y="697"/>
                    <a:pt x="348" y="569"/>
                    <a:pt x="452" y="477"/>
                  </a:cubicBezTo>
                  <a:cubicBezTo>
                    <a:pt x="560" y="389"/>
                    <a:pt x="700" y="337"/>
                    <a:pt x="836" y="285"/>
                  </a:cubicBezTo>
                  <a:cubicBezTo>
                    <a:pt x="892" y="273"/>
                    <a:pt x="940" y="241"/>
                    <a:pt x="980" y="201"/>
                  </a:cubicBezTo>
                  <a:cubicBezTo>
                    <a:pt x="1004" y="169"/>
                    <a:pt x="1012" y="129"/>
                    <a:pt x="1008" y="89"/>
                  </a:cubicBezTo>
                  <a:cubicBezTo>
                    <a:pt x="1004" y="61"/>
                    <a:pt x="988" y="33"/>
                    <a:pt x="964" y="17"/>
                  </a:cubicBezTo>
                  <a:cubicBezTo>
                    <a:pt x="943" y="6"/>
                    <a:pt x="921" y="1"/>
                    <a:pt x="90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68"/>
            <p:cNvSpPr/>
            <p:nvPr/>
          </p:nvSpPr>
          <p:spPr>
            <a:xfrm flipH="1">
              <a:off x="3904046" y="1048372"/>
              <a:ext cx="320134" cy="308098"/>
            </a:xfrm>
            <a:custGeom>
              <a:avLst/>
              <a:gdLst/>
              <a:ahLst/>
              <a:cxnLst/>
              <a:rect l="l" t="t" r="r" b="b"/>
              <a:pathLst>
                <a:path w="1277" h="1229" extrusionOk="0">
                  <a:moveTo>
                    <a:pt x="1168" y="68"/>
                  </a:moveTo>
                  <a:cubicBezTo>
                    <a:pt x="1180" y="72"/>
                    <a:pt x="1192" y="80"/>
                    <a:pt x="1196" y="92"/>
                  </a:cubicBezTo>
                  <a:cubicBezTo>
                    <a:pt x="1200" y="92"/>
                    <a:pt x="1204" y="100"/>
                    <a:pt x="1200" y="104"/>
                  </a:cubicBezTo>
                  <a:lnTo>
                    <a:pt x="1200" y="108"/>
                  </a:lnTo>
                  <a:cubicBezTo>
                    <a:pt x="1180" y="120"/>
                    <a:pt x="1156" y="132"/>
                    <a:pt x="1136" y="140"/>
                  </a:cubicBezTo>
                  <a:cubicBezTo>
                    <a:pt x="1120" y="144"/>
                    <a:pt x="1108" y="152"/>
                    <a:pt x="1096" y="156"/>
                  </a:cubicBezTo>
                  <a:cubicBezTo>
                    <a:pt x="1096" y="152"/>
                    <a:pt x="1100" y="144"/>
                    <a:pt x="1100" y="136"/>
                  </a:cubicBezTo>
                  <a:cubicBezTo>
                    <a:pt x="1112" y="104"/>
                    <a:pt x="1136" y="72"/>
                    <a:pt x="1168" y="68"/>
                  </a:cubicBezTo>
                  <a:close/>
                  <a:moveTo>
                    <a:pt x="1164" y="0"/>
                  </a:moveTo>
                  <a:cubicBezTo>
                    <a:pt x="1100" y="4"/>
                    <a:pt x="1048" y="52"/>
                    <a:pt x="1036" y="112"/>
                  </a:cubicBezTo>
                  <a:cubicBezTo>
                    <a:pt x="1024" y="144"/>
                    <a:pt x="1020" y="180"/>
                    <a:pt x="1020" y="216"/>
                  </a:cubicBezTo>
                  <a:cubicBezTo>
                    <a:pt x="1020" y="220"/>
                    <a:pt x="1020" y="224"/>
                    <a:pt x="1020" y="228"/>
                  </a:cubicBezTo>
                  <a:cubicBezTo>
                    <a:pt x="1020" y="240"/>
                    <a:pt x="1020" y="248"/>
                    <a:pt x="1016" y="256"/>
                  </a:cubicBezTo>
                  <a:cubicBezTo>
                    <a:pt x="996" y="444"/>
                    <a:pt x="844" y="588"/>
                    <a:pt x="716" y="676"/>
                  </a:cubicBezTo>
                  <a:cubicBezTo>
                    <a:pt x="660" y="716"/>
                    <a:pt x="600" y="752"/>
                    <a:pt x="540" y="788"/>
                  </a:cubicBezTo>
                  <a:cubicBezTo>
                    <a:pt x="440" y="848"/>
                    <a:pt x="340" y="916"/>
                    <a:pt x="252" y="992"/>
                  </a:cubicBezTo>
                  <a:lnTo>
                    <a:pt x="216" y="1024"/>
                  </a:lnTo>
                  <a:cubicBezTo>
                    <a:pt x="152" y="1084"/>
                    <a:pt x="88" y="1144"/>
                    <a:pt x="16" y="1156"/>
                  </a:cubicBezTo>
                  <a:lnTo>
                    <a:pt x="8" y="1192"/>
                  </a:lnTo>
                  <a:cubicBezTo>
                    <a:pt x="4" y="1204"/>
                    <a:pt x="4" y="1216"/>
                    <a:pt x="0" y="1228"/>
                  </a:cubicBezTo>
                  <a:cubicBezTo>
                    <a:pt x="104" y="1224"/>
                    <a:pt x="188" y="1144"/>
                    <a:pt x="264" y="1076"/>
                  </a:cubicBezTo>
                  <a:cubicBezTo>
                    <a:pt x="276" y="1064"/>
                    <a:pt x="288" y="1052"/>
                    <a:pt x="296" y="1044"/>
                  </a:cubicBezTo>
                  <a:cubicBezTo>
                    <a:pt x="384" y="968"/>
                    <a:pt x="480" y="904"/>
                    <a:pt x="576" y="848"/>
                  </a:cubicBezTo>
                  <a:cubicBezTo>
                    <a:pt x="636" y="812"/>
                    <a:pt x="700" y="772"/>
                    <a:pt x="756" y="732"/>
                  </a:cubicBezTo>
                  <a:cubicBezTo>
                    <a:pt x="892" y="636"/>
                    <a:pt x="1056" y="476"/>
                    <a:pt x="1084" y="264"/>
                  </a:cubicBezTo>
                  <a:lnTo>
                    <a:pt x="1084" y="240"/>
                  </a:lnTo>
                  <a:cubicBezTo>
                    <a:pt x="1108" y="224"/>
                    <a:pt x="1132" y="212"/>
                    <a:pt x="1160" y="200"/>
                  </a:cubicBezTo>
                  <a:cubicBezTo>
                    <a:pt x="1192" y="192"/>
                    <a:pt x="1224" y="172"/>
                    <a:pt x="1248" y="152"/>
                  </a:cubicBezTo>
                  <a:cubicBezTo>
                    <a:pt x="1272" y="124"/>
                    <a:pt x="1276" y="88"/>
                    <a:pt x="1260" y="56"/>
                  </a:cubicBezTo>
                  <a:cubicBezTo>
                    <a:pt x="1240" y="20"/>
                    <a:pt x="1204" y="0"/>
                    <a:pt x="116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68"/>
            <p:cNvSpPr/>
            <p:nvPr/>
          </p:nvSpPr>
          <p:spPr>
            <a:xfrm flipH="1">
              <a:off x="3799759" y="1179483"/>
              <a:ext cx="362251" cy="271247"/>
            </a:xfrm>
            <a:custGeom>
              <a:avLst/>
              <a:gdLst/>
              <a:ahLst/>
              <a:cxnLst/>
              <a:rect l="l" t="t" r="r" b="b"/>
              <a:pathLst>
                <a:path w="1445" h="1082" extrusionOk="0">
                  <a:moveTo>
                    <a:pt x="1296" y="65"/>
                  </a:moveTo>
                  <a:cubicBezTo>
                    <a:pt x="1328" y="69"/>
                    <a:pt x="1356" y="93"/>
                    <a:pt x="1364" y="125"/>
                  </a:cubicBezTo>
                  <a:cubicBezTo>
                    <a:pt x="1364" y="125"/>
                    <a:pt x="1364" y="129"/>
                    <a:pt x="1364" y="133"/>
                  </a:cubicBezTo>
                  <a:lnTo>
                    <a:pt x="1368" y="137"/>
                  </a:lnTo>
                  <a:cubicBezTo>
                    <a:pt x="1344" y="157"/>
                    <a:pt x="1316" y="173"/>
                    <a:pt x="1288" y="185"/>
                  </a:cubicBezTo>
                  <a:cubicBezTo>
                    <a:pt x="1260" y="185"/>
                    <a:pt x="1228" y="181"/>
                    <a:pt x="1200" y="173"/>
                  </a:cubicBezTo>
                  <a:cubicBezTo>
                    <a:pt x="1184" y="169"/>
                    <a:pt x="1172" y="165"/>
                    <a:pt x="1152" y="161"/>
                  </a:cubicBezTo>
                  <a:cubicBezTo>
                    <a:pt x="1164" y="141"/>
                    <a:pt x="1176" y="125"/>
                    <a:pt x="1196" y="109"/>
                  </a:cubicBezTo>
                  <a:cubicBezTo>
                    <a:pt x="1220" y="81"/>
                    <a:pt x="1256" y="69"/>
                    <a:pt x="1296" y="65"/>
                  </a:cubicBezTo>
                  <a:close/>
                  <a:moveTo>
                    <a:pt x="1291" y="1"/>
                  </a:moveTo>
                  <a:cubicBezTo>
                    <a:pt x="1236" y="1"/>
                    <a:pt x="1185" y="24"/>
                    <a:pt x="1148" y="61"/>
                  </a:cubicBezTo>
                  <a:cubicBezTo>
                    <a:pt x="1112" y="97"/>
                    <a:pt x="1080" y="145"/>
                    <a:pt x="1056" y="193"/>
                  </a:cubicBezTo>
                  <a:cubicBezTo>
                    <a:pt x="1020" y="269"/>
                    <a:pt x="968" y="333"/>
                    <a:pt x="904" y="381"/>
                  </a:cubicBezTo>
                  <a:lnTo>
                    <a:pt x="740" y="525"/>
                  </a:lnTo>
                  <a:cubicBezTo>
                    <a:pt x="640" y="613"/>
                    <a:pt x="532" y="705"/>
                    <a:pt x="428" y="789"/>
                  </a:cubicBezTo>
                  <a:lnTo>
                    <a:pt x="364" y="841"/>
                  </a:lnTo>
                  <a:cubicBezTo>
                    <a:pt x="312" y="877"/>
                    <a:pt x="264" y="913"/>
                    <a:pt x="212" y="949"/>
                  </a:cubicBezTo>
                  <a:cubicBezTo>
                    <a:pt x="200" y="957"/>
                    <a:pt x="184" y="965"/>
                    <a:pt x="172" y="973"/>
                  </a:cubicBezTo>
                  <a:lnTo>
                    <a:pt x="148" y="989"/>
                  </a:lnTo>
                  <a:lnTo>
                    <a:pt x="100" y="1017"/>
                  </a:lnTo>
                  <a:cubicBezTo>
                    <a:pt x="68" y="1037"/>
                    <a:pt x="32" y="1057"/>
                    <a:pt x="0" y="1073"/>
                  </a:cubicBezTo>
                  <a:lnTo>
                    <a:pt x="36" y="1073"/>
                  </a:lnTo>
                  <a:cubicBezTo>
                    <a:pt x="68" y="1073"/>
                    <a:pt x="104" y="1073"/>
                    <a:pt x="136" y="1081"/>
                  </a:cubicBezTo>
                  <a:cubicBezTo>
                    <a:pt x="164" y="1065"/>
                    <a:pt x="196" y="1045"/>
                    <a:pt x="224" y="1025"/>
                  </a:cubicBezTo>
                  <a:cubicBezTo>
                    <a:pt x="252" y="1009"/>
                    <a:pt x="280" y="989"/>
                    <a:pt x="308" y="969"/>
                  </a:cubicBezTo>
                  <a:cubicBezTo>
                    <a:pt x="336" y="949"/>
                    <a:pt x="364" y="929"/>
                    <a:pt x="392" y="909"/>
                  </a:cubicBezTo>
                  <a:lnTo>
                    <a:pt x="468" y="849"/>
                  </a:lnTo>
                  <a:cubicBezTo>
                    <a:pt x="468" y="845"/>
                    <a:pt x="472" y="845"/>
                    <a:pt x="476" y="841"/>
                  </a:cubicBezTo>
                  <a:cubicBezTo>
                    <a:pt x="504" y="821"/>
                    <a:pt x="528" y="801"/>
                    <a:pt x="556" y="777"/>
                  </a:cubicBezTo>
                  <a:cubicBezTo>
                    <a:pt x="632" y="713"/>
                    <a:pt x="712" y="645"/>
                    <a:pt x="788" y="577"/>
                  </a:cubicBezTo>
                  <a:lnTo>
                    <a:pt x="952" y="437"/>
                  </a:lnTo>
                  <a:cubicBezTo>
                    <a:pt x="992" y="401"/>
                    <a:pt x="1028" y="361"/>
                    <a:pt x="1064" y="321"/>
                  </a:cubicBezTo>
                  <a:cubicBezTo>
                    <a:pt x="1084" y="293"/>
                    <a:pt x="1100" y="261"/>
                    <a:pt x="1116" y="233"/>
                  </a:cubicBezTo>
                  <a:cubicBezTo>
                    <a:pt x="1140" y="233"/>
                    <a:pt x="1164" y="237"/>
                    <a:pt x="1184" y="245"/>
                  </a:cubicBezTo>
                  <a:cubicBezTo>
                    <a:pt x="1220" y="257"/>
                    <a:pt x="1256" y="261"/>
                    <a:pt x="1292" y="261"/>
                  </a:cubicBezTo>
                  <a:cubicBezTo>
                    <a:pt x="1344" y="245"/>
                    <a:pt x="1388" y="217"/>
                    <a:pt x="1424" y="181"/>
                  </a:cubicBezTo>
                  <a:cubicBezTo>
                    <a:pt x="1440" y="161"/>
                    <a:pt x="1444" y="137"/>
                    <a:pt x="1436" y="113"/>
                  </a:cubicBezTo>
                  <a:cubicBezTo>
                    <a:pt x="1420" y="53"/>
                    <a:pt x="1368" y="5"/>
                    <a:pt x="1304" y="1"/>
                  </a:cubicBezTo>
                  <a:cubicBezTo>
                    <a:pt x="1300" y="1"/>
                    <a:pt x="1296" y="1"/>
                    <a:pt x="1291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68"/>
            <p:cNvSpPr/>
            <p:nvPr/>
          </p:nvSpPr>
          <p:spPr>
            <a:xfrm flipH="1">
              <a:off x="4281087" y="787152"/>
              <a:ext cx="82478" cy="250439"/>
            </a:xfrm>
            <a:custGeom>
              <a:avLst/>
              <a:gdLst/>
              <a:ahLst/>
              <a:cxnLst/>
              <a:rect l="l" t="t" r="r" b="b"/>
              <a:pathLst>
                <a:path w="329" h="999" extrusionOk="0">
                  <a:moveTo>
                    <a:pt x="87" y="70"/>
                  </a:moveTo>
                  <a:cubicBezTo>
                    <a:pt x="112" y="70"/>
                    <a:pt x="139" y="81"/>
                    <a:pt x="156" y="98"/>
                  </a:cubicBezTo>
                  <a:cubicBezTo>
                    <a:pt x="180" y="126"/>
                    <a:pt x="200" y="162"/>
                    <a:pt x="212" y="198"/>
                  </a:cubicBezTo>
                  <a:lnTo>
                    <a:pt x="216" y="214"/>
                  </a:lnTo>
                  <a:lnTo>
                    <a:pt x="180" y="194"/>
                  </a:lnTo>
                  <a:cubicBezTo>
                    <a:pt x="156" y="186"/>
                    <a:pt x="132" y="174"/>
                    <a:pt x="112" y="162"/>
                  </a:cubicBezTo>
                  <a:cubicBezTo>
                    <a:pt x="88" y="146"/>
                    <a:pt x="76" y="118"/>
                    <a:pt x="72" y="90"/>
                  </a:cubicBezTo>
                  <a:cubicBezTo>
                    <a:pt x="72" y="82"/>
                    <a:pt x="72" y="74"/>
                    <a:pt x="76" y="70"/>
                  </a:cubicBezTo>
                  <a:cubicBezTo>
                    <a:pt x="80" y="70"/>
                    <a:pt x="83" y="70"/>
                    <a:pt x="87" y="70"/>
                  </a:cubicBezTo>
                  <a:close/>
                  <a:moveTo>
                    <a:pt x="80" y="0"/>
                  </a:moveTo>
                  <a:cubicBezTo>
                    <a:pt x="71" y="0"/>
                    <a:pt x="61" y="1"/>
                    <a:pt x="52" y="2"/>
                  </a:cubicBezTo>
                  <a:lnTo>
                    <a:pt x="40" y="10"/>
                  </a:lnTo>
                  <a:cubicBezTo>
                    <a:pt x="16" y="30"/>
                    <a:pt x="0" y="62"/>
                    <a:pt x="4" y="94"/>
                  </a:cubicBezTo>
                  <a:cubicBezTo>
                    <a:pt x="8" y="142"/>
                    <a:pt x="36" y="190"/>
                    <a:pt x="76" y="218"/>
                  </a:cubicBezTo>
                  <a:cubicBezTo>
                    <a:pt x="100" y="234"/>
                    <a:pt x="128" y="250"/>
                    <a:pt x="156" y="258"/>
                  </a:cubicBezTo>
                  <a:cubicBezTo>
                    <a:pt x="184" y="270"/>
                    <a:pt x="208" y="282"/>
                    <a:pt x="232" y="298"/>
                  </a:cubicBezTo>
                  <a:lnTo>
                    <a:pt x="236" y="294"/>
                  </a:lnTo>
                  <a:lnTo>
                    <a:pt x="236" y="294"/>
                  </a:lnTo>
                  <a:cubicBezTo>
                    <a:pt x="256" y="406"/>
                    <a:pt x="248" y="522"/>
                    <a:pt x="216" y="634"/>
                  </a:cubicBezTo>
                  <a:cubicBezTo>
                    <a:pt x="188" y="738"/>
                    <a:pt x="144" y="838"/>
                    <a:pt x="84" y="934"/>
                  </a:cubicBezTo>
                  <a:cubicBezTo>
                    <a:pt x="100" y="954"/>
                    <a:pt x="112" y="974"/>
                    <a:pt x="124" y="998"/>
                  </a:cubicBezTo>
                  <a:cubicBezTo>
                    <a:pt x="196" y="890"/>
                    <a:pt x="248" y="774"/>
                    <a:pt x="284" y="650"/>
                  </a:cubicBezTo>
                  <a:cubicBezTo>
                    <a:pt x="328" y="494"/>
                    <a:pt x="324" y="330"/>
                    <a:pt x="276" y="178"/>
                  </a:cubicBezTo>
                  <a:cubicBezTo>
                    <a:pt x="260" y="130"/>
                    <a:pt x="236" y="86"/>
                    <a:pt x="204" y="50"/>
                  </a:cubicBezTo>
                  <a:cubicBezTo>
                    <a:pt x="171" y="17"/>
                    <a:pt x="126" y="0"/>
                    <a:pt x="8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68"/>
            <p:cNvSpPr/>
            <p:nvPr/>
          </p:nvSpPr>
          <p:spPr>
            <a:xfrm flipH="1">
              <a:off x="4370334" y="721472"/>
              <a:ext cx="45375" cy="227877"/>
            </a:xfrm>
            <a:custGeom>
              <a:avLst/>
              <a:gdLst/>
              <a:ahLst/>
              <a:cxnLst/>
              <a:rect l="l" t="t" r="r" b="b"/>
              <a:pathLst>
                <a:path w="181" h="909" extrusionOk="0">
                  <a:moveTo>
                    <a:pt x="68" y="72"/>
                  </a:moveTo>
                  <a:cubicBezTo>
                    <a:pt x="88" y="80"/>
                    <a:pt x="100" y="100"/>
                    <a:pt x="104" y="120"/>
                  </a:cubicBezTo>
                  <a:cubicBezTo>
                    <a:pt x="104" y="148"/>
                    <a:pt x="92" y="172"/>
                    <a:pt x="72" y="188"/>
                  </a:cubicBezTo>
                  <a:cubicBezTo>
                    <a:pt x="68" y="152"/>
                    <a:pt x="64" y="116"/>
                    <a:pt x="68" y="80"/>
                  </a:cubicBezTo>
                  <a:cubicBezTo>
                    <a:pt x="68" y="76"/>
                    <a:pt x="68" y="72"/>
                    <a:pt x="68" y="72"/>
                  </a:cubicBezTo>
                  <a:close/>
                  <a:moveTo>
                    <a:pt x="72" y="0"/>
                  </a:moveTo>
                  <a:cubicBezTo>
                    <a:pt x="44" y="0"/>
                    <a:pt x="8" y="16"/>
                    <a:pt x="4" y="72"/>
                  </a:cubicBezTo>
                  <a:cubicBezTo>
                    <a:pt x="0" y="128"/>
                    <a:pt x="0" y="180"/>
                    <a:pt x="12" y="236"/>
                  </a:cubicBezTo>
                  <a:cubicBezTo>
                    <a:pt x="12" y="256"/>
                    <a:pt x="16" y="276"/>
                    <a:pt x="16" y="296"/>
                  </a:cubicBezTo>
                  <a:cubicBezTo>
                    <a:pt x="28" y="400"/>
                    <a:pt x="44" y="500"/>
                    <a:pt x="68" y="600"/>
                  </a:cubicBezTo>
                  <a:cubicBezTo>
                    <a:pt x="60" y="620"/>
                    <a:pt x="64" y="644"/>
                    <a:pt x="72" y="664"/>
                  </a:cubicBezTo>
                  <a:cubicBezTo>
                    <a:pt x="76" y="672"/>
                    <a:pt x="76" y="684"/>
                    <a:pt x="80" y="692"/>
                  </a:cubicBezTo>
                  <a:cubicBezTo>
                    <a:pt x="76" y="708"/>
                    <a:pt x="72" y="720"/>
                    <a:pt x="64" y="732"/>
                  </a:cubicBezTo>
                  <a:cubicBezTo>
                    <a:pt x="56" y="744"/>
                    <a:pt x="48" y="756"/>
                    <a:pt x="44" y="768"/>
                  </a:cubicBezTo>
                  <a:cubicBezTo>
                    <a:pt x="40" y="788"/>
                    <a:pt x="32" y="804"/>
                    <a:pt x="32" y="820"/>
                  </a:cubicBezTo>
                  <a:lnTo>
                    <a:pt x="32" y="832"/>
                  </a:lnTo>
                  <a:cubicBezTo>
                    <a:pt x="32" y="836"/>
                    <a:pt x="32" y="836"/>
                    <a:pt x="32" y="840"/>
                  </a:cubicBezTo>
                  <a:cubicBezTo>
                    <a:pt x="36" y="840"/>
                    <a:pt x="36" y="844"/>
                    <a:pt x="40" y="848"/>
                  </a:cubicBezTo>
                  <a:lnTo>
                    <a:pt x="84" y="908"/>
                  </a:lnTo>
                  <a:cubicBezTo>
                    <a:pt x="92" y="888"/>
                    <a:pt x="96" y="868"/>
                    <a:pt x="100" y="844"/>
                  </a:cubicBezTo>
                  <a:lnTo>
                    <a:pt x="104" y="832"/>
                  </a:lnTo>
                  <a:cubicBezTo>
                    <a:pt x="104" y="816"/>
                    <a:pt x="108" y="804"/>
                    <a:pt x="112" y="792"/>
                  </a:cubicBezTo>
                  <a:cubicBezTo>
                    <a:pt x="116" y="784"/>
                    <a:pt x="120" y="772"/>
                    <a:pt x="124" y="764"/>
                  </a:cubicBezTo>
                  <a:cubicBezTo>
                    <a:pt x="140" y="744"/>
                    <a:pt x="148" y="716"/>
                    <a:pt x="152" y="688"/>
                  </a:cubicBezTo>
                  <a:cubicBezTo>
                    <a:pt x="152" y="672"/>
                    <a:pt x="148" y="656"/>
                    <a:pt x="140" y="640"/>
                  </a:cubicBezTo>
                  <a:cubicBezTo>
                    <a:pt x="132" y="624"/>
                    <a:pt x="132" y="620"/>
                    <a:pt x="136" y="616"/>
                  </a:cubicBezTo>
                  <a:lnTo>
                    <a:pt x="140" y="604"/>
                  </a:lnTo>
                  <a:lnTo>
                    <a:pt x="136" y="592"/>
                  </a:lnTo>
                  <a:cubicBezTo>
                    <a:pt x="112" y="492"/>
                    <a:pt x="96" y="392"/>
                    <a:pt x="84" y="288"/>
                  </a:cubicBezTo>
                  <a:cubicBezTo>
                    <a:pt x="84" y="280"/>
                    <a:pt x="84" y="272"/>
                    <a:pt x="84" y="264"/>
                  </a:cubicBezTo>
                  <a:cubicBezTo>
                    <a:pt x="140" y="236"/>
                    <a:pt x="180" y="180"/>
                    <a:pt x="176" y="116"/>
                  </a:cubicBezTo>
                  <a:cubicBezTo>
                    <a:pt x="172" y="60"/>
                    <a:pt x="128" y="12"/>
                    <a:pt x="7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68"/>
            <p:cNvSpPr/>
            <p:nvPr/>
          </p:nvSpPr>
          <p:spPr>
            <a:xfrm flipH="1">
              <a:off x="3888002" y="1703676"/>
              <a:ext cx="298073" cy="65681"/>
            </a:xfrm>
            <a:custGeom>
              <a:avLst/>
              <a:gdLst/>
              <a:ahLst/>
              <a:cxnLst/>
              <a:rect l="l" t="t" r="r" b="b"/>
              <a:pathLst>
                <a:path w="1189" h="262" extrusionOk="0">
                  <a:moveTo>
                    <a:pt x="901" y="1"/>
                  </a:moveTo>
                  <a:cubicBezTo>
                    <a:pt x="873" y="1"/>
                    <a:pt x="847" y="5"/>
                    <a:pt x="820" y="10"/>
                  </a:cubicBezTo>
                  <a:cubicBezTo>
                    <a:pt x="740" y="26"/>
                    <a:pt x="664" y="50"/>
                    <a:pt x="592" y="82"/>
                  </a:cubicBezTo>
                  <a:cubicBezTo>
                    <a:pt x="556" y="98"/>
                    <a:pt x="520" y="115"/>
                    <a:pt x="484" y="131"/>
                  </a:cubicBezTo>
                  <a:cubicBezTo>
                    <a:pt x="468" y="139"/>
                    <a:pt x="448" y="147"/>
                    <a:pt x="432" y="151"/>
                  </a:cubicBezTo>
                  <a:cubicBezTo>
                    <a:pt x="416" y="159"/>
                    <a:pt x="400" y="163"/>
                    <a:pt x="384" y="167"/>
                  </a:cubicBezTo>
                  <a:cubicBezTo>
                    <a:pt x="324" y="183"/>
                    <a:pt x="260" y="195"/>
                    <a:pt x="196" y="199"/>
                  </a:cubicBezTo>
                  <a:lnTo>
                    <a:pt x="116" y="199"/>
                  </a:lnTo>
                  <a:cubicBezTo>
                    <a:pt x="96" y="195"/>
                    <a:pt x="76" y="195"/>
                    <a:pt x="56" y="191"/>
                  </a:cubicBezTo>
                  <a:cubicBezTo>
                    <a:pt x="40" y="191"/>
                    <a:pt x="28" y="187"/>
                    <a:pt x="16" y="187"/>
                  </a:cubicBezTo>
                  <a:lnTo>
                    <a:pt x="4" y="187"/>
                  </a:lnTo>
                  <a:lnTo>
                    <a:pt x="0" y="195"/>
                  </a:lnTo>
                  <a:cubicBezTo>
                    <a:pt x="16" y="203"/>
                    <a:pt x="32" y="211"/>
                    <a:pt x="52" y="219"/>
                  </a:cubicBezTo>
                  <a:cubicBezTo>
                    <a:pt x="96" y="243"/>
                    <a:pt x="144" y="255"/>
                    <a:pt x="196" y="259"/>
                  </a:cubicBezTo>
                  <a:cubicBezTo>
                    <a:pt x="212" y="261"/>
                    <a:pt x="228" y="262"/>
                    <a:pt x="245" y="262"/>
                  </a:cubicBezTo>
                  <a:cubicBezTo>
                    <a:pt x="261" y="262"/>
                    <a:pt x="278" y="261"/>
                    <a:pt x="296" y="259"/>
                  </a:cubicBezTo>
                  <a:cubicBezTo>
                    <a:pt x="332" y="259"/>
                    <a:pt x="368" y="251"/>
                    <a:pt x="404" y="235"/>
                  </a:cubicBezTo>
                  <a:cubicBezTo>
                    <a:pt x="424" y="231"/>
                    <a:pt x="444" y="223"/>
                    <a:pt x="460" y="215"/>
                  </a:cubicBezTo>
                  <a:cubicBezTo>
                    <a:pt x="480" y="203"/>
                    <a:pt x="496" y="195"/>
                    <a:pt x="512" y="187"/>
                  </a:cubicBezTo>
                  <a:cubicBezTo>
                    <a:pt x="552" y="163"/>
                    <a:pt x="580" y="139"/>
                    <a:pt x="612" y="119"/>
                  </a:cubicBezTo>
                  <a:cubicBezTo>
                    <a:pt x="644" y="94"/>
                    <a:pt x="676" y="74"/>
                    <a:pt x="712" y="62"/>
                  </a:cubicBezTo>
                  <a:cubicBezTo>
                    <a:pt x="742" y="53"/>
                    <a:pt x="771" y="45"/>
                    <a:pt x="803" y="45"/>
                  </a:cubicBezTo>
                  <a:cubicBezTo>
                    <a:pt x="810" y="45"/>
                    <a:pt x="817" y="46"/>
                    <a:pt x="824" y="46"/>
                  </a:cubicBezTo>
                  <a:cubicBezTo>
                    <a:pt x="856" y="50"/>
                    <a:pt x="892" y="58"/>
                    <a:pt x="924" y="66"/>
                  </a:cubicBezTo>
                  <a:cubicBezTo>
                    <a:pt x="952" y="70"/>
                    <a:pt x="980" y="78"/>
                    <a:pt x="1012" y="86"/>
                  </a:cubicBezTo>
                  <a:cubicBezTo>
                    <a:pt x="1052" y="102"/>
                    <a:pt x="1096" y="119"/>
                    <a:pt x="1136" y="143"/>
                  </a:cubicBezTo>
                  <a:cubicBezTo>
                    <a:pt x="1148" y="147"/>
                    <a:pt x="1160" y="155"/>
                    <a:pt x="1168" y="163"/>
                  </a:cubicBezTo>
                  <a:lnTo>
                    <a:pt x="1184" y="171"/>
                  </a:lnTo>
                  <a:lnTo>
                    <a:pt x="1188" y="163"/>
                  </a:lnTo>
                  <a:lnTo>
                    <a:pt x="1180" y="151"/>
                  </a:lnTo>
                  <a:cubicBezTo>
                    <a:pt x="1172" y="139"/>
                    <a:pt x="1164" y="127"/>
                    <a:pt x="1156" y="119"/>
                  </a:cubicBezTo>
                  <a:cubicBezTo>
                    <a:pt x="1140" y="102"/>
                    <a:pt x="1124" y="86"/>
                    <a:pt x="1104" y="74"/>
                  </a:cubicBezTo>
                  <a:cubicBezTo>
                    <a:pt x="1084" y="58"/>
                    <a:pt x="1056" y="42"/>
                    <a:pt x="1032" y="30"/>
                  </a:cubicBezTo>
                  <a:cubicBezTo>
                    <a:pt x="1000" y="18"/>
                    <a:pt x="964" y="6"/>
                    <a:pt x="932" y="2"/>
                  </a:cubicBezTo>
                  <a:cubicBezTo>
                    <a:pt x="921" y="1"/>
                    <a:pt x="911" y="1"/>
                    <a:pt x="901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9" name="Google Shape;3849;p68"/>
          <p:cNvGrpSpPr/>
          <p:nvPr/>
        </p:nvGrpSpPr>
        <p:grpSpPr>
          <a:xfrm rot="-1116089">
            <a:off x="7989269" y="1943149"/>
            <a:ext cx="599407" cy="751492"/>
            <a:chOff x="6444907" y="312920"/>
            <a:chExt cx="387989" cy="486432"/>
          </a:xfrm>
        </p:grpSpPr>
        <p:sp>
          <p:nvSpPr>
            <p:cNvPr id="3850" name="Google Shape;3850;p68"/>
            <p:cNvSpPr/>
            <p:nvPr/>
          </p:nvSpPr>
          <p:spPr>
            <a:xfrm flipH="1">
              <a:off x="6444907" y="312920"/>
              <a:ext cx="387989" cy="485894"/>
            </a:xfrm>
            <a:custGeom>
              <a:avLst/>
              <a:gdLst/>
              <a:ahLst/>
              <a:cxnLst/>
              <a:rect l="l" t="t" r="r" b="b"/>
              <a:pathLst>
                <a:path w="2885" h="3613" extrusionOk="0">
                  <a:moveTo>
                    <a:pt x="1593" y="0"/>
                  </a:moveTo>
                  <a:cubicBezTo>
                    <a:pt x="1569" y="0"/>
                    <a:pt x="1545" y="1"/>
                    <a:pt x="1521" y="4"/>
                  </a:cubicBezTo>
                  <a:cubicBezTo>
                    <a:pt x="1449" y="12"/>
                    <a:pt x="1381" y="44"/>
                    <a:pt x="1325" y="92"/>
                  </a:cubicBezTo>
                  <a:cubicBezTo>
                    <a:pt x="1301" y="112"/>
                    <a:pt x="1281" y="140"/>
                    <a:pt x="1265" y="168"/>
                  </a:cubicBezTo>
                  <a:cubicBezTo>
                    <a:pt x="1249" y="196"/>
                    <a:pt x="1241" y="220"/>
                    <a:pt x="1229" y="236"/>
                  </a:cubicBezTo>
                  <a:cubicBezTo>
                    <a:pt x="1225" y="248"/>
                    <a:pt x="1221" y="256"/>
                    <a:pt x="1213" y="264"/>
                  </a:cubicBezTo>
                  <a:cubicBezTo>
                    <a:pt x="1209" y="268"/>
                    <a:pt x="1209" y="268"/>
                    <a:pt x="1209" y="272"/>
                  </a:cubicBezTo>
                  <a:lnTo>
                    <a:pt x="1201" y="276"/>
                  </a:lnTo>
                  <a:cubicBezTo>
                    <a:pt x="1105" y="292"/>
                    <a:pt x="1013" y="316"/>
                    <a:pt x="925" y="348"/>
                  </a:cubicBezTo>
                  <a:cubicBezTo>
                    <a:pt x="809" y="384"/>
                    <a:pt x="701" y="428"/>
                    <a:pt x="593" y="476"/>
                  </a:cubicBezTo>
                  <a:cubicBezTo>
                    <a:pt x="477" y="532"/>
                    <a:pt x="373" y="604"/>
                    <a:pt x="285" y="692"/>
                  </a:cubicBezTo>
                  <a:cubicBezTo>
                    <a:pt x="193" y="784"/>
                    <a:pt x="121" y="892"/>
                    <a:pt x="73" y="1008"/>
                  </a:cubicBezTo>
                  <a:cubicBezTo>
                    <a:pt x="25" y="1124"/>
                    <a:pt x="1" y="1248"/>
                    <a:pt x="5" y="1376"/>
                  </a:cubicBezTo>
                  <a:cubicBezTo>
                    <a:pt x="9" y="1496"/>
                    <a:pt x="37" y="1612"/>
                    <a:pt x="89" y="1720"/>
                  </a:cubicBezTo>
                  <a:cubicBezTo>
                    <a:pt x="133" y="1808"/>
                    <a:pt x="181" y="1896"/>
                    <a:pt x="237" y="1980"/>
                  </a:cubicBezTo>
                  <a:cubicBezTo>
                    <a:pt x="241" y="1988"/>
                    <a:pt x="245" y="1992"/>
                    <a:pt x="249" y="1996"/>
                  </a:cubicBezTo>
                  <a:lnTo>
                    <a:pt x="213" y="2044"/>
                  </a:lnTo>
                  <a:cubicBezTo>
                    <a:pt x="189" y="2080"/>
                    <a:pt x="165" y="2116"/>
                    <a:pt x="149" y="2160"/>
                  </a:cubicBezTo>
                  <a:cubicBezTo>
                    <a:pt x="129" y="2204"/>
                    <a:pt x="117" y="2256"/>
                    <a:pt x="121" y="2304"/>
                  </a:cubicBezTo>
                  <a:cubicBezTo>
                    <a:pt x="125" y="2336"/>
                    <a:pt x="137" y="2364"/>
                    <a:pt x="153" y="2392"/>
                  </a:cubicBezTo>
                  <a:cubicBezTo>
                    <a:pt x="161" y="2404"/>
                    <a:pt x="173" y="2416"/>
                    <a:pt x="185" y="2424"/>
                  </a:cubicBezTo>
                  <a:lnTo>
                    <a:pt x="201" y="2440"/>
                  </a:lnTo>
                  <a:lnTo>
                    <a:pt x="209" y="2444"/>
                  </a:lnTo>
                  <a:lnTo>
                    <a:pt x="213" y="2448"/>
                  </a:lnTo>
                  <a:cubicBezTo>
                    <a:pt x="225" y="2456"/>
                    <a:pt x="241" y="2464"/>
                    <a:pt x="253" y="2476"/>
                  </a:cubicBezTo>
                  <a:cubicBezTo>
                    <a:pt x="265" y="2488"/>
                    <a:pt x="277" y="2500"/>
                    <a:pt x="289" y="2512"/>
                  </a:cubicBezTo>
                  <a:cubicBezTo>
                    <a:pt x="381" y="2620"/>
                    <a:pt x="453" y="2744"/>
                    <a:pt x="505" y="2880"/>
                  </a:cubicBezTo>
                  <a:lnTo>
                    <a:pt x="517" y="2908"/>
                  </a:lnTo>
                  <a:lnTo>
                    <a:pt x="529" y="2932"/>
                  </a:lnTo>
                  <a:cubicBezTo>
                    <a:pt x="537" y="2952"/>
                    <a:pt x="545" y="2972"/>
                    <a:pt x="557" y="2988"/>
                  </a:cubicBezTo>
                  <a:cubicBezTo>
                    <a:pt x="577" y="3020"/>
                    <a:pt x="601" y="3056"/>
                    <a:pt x="625" y="3084"/>
                  </a:cubicBezTo>
                  <a:cubicBezTo>
                    <a:pt x="677" y="3148"/>
                    <a:pt x="725" y="3200"/>
                    <a:pt x="773" y="3260"/>
                  </a:cubicBezTo>
                  <a:cubicBezTo>
                    <a:pt x="793" y="3284"/>
                    <a:pt x="809" y="3316"/>
                    <a:pt x="821" y="3348"/>
                  </a:cubicBezTo>
                  <a:cubicBezTo>
                    <a:pt x="825" y="3360"/>
                    <a:pt x="829" y="3376"/>
                    <a:pt x="829" y="3388"/>
                  </a:cubicBezTo>
                  <a:lnTo>
                    <a:pt x="829" y="3400"/>
                  </a:lnTo>
                  <a:lnTo>
                    <a:pt x="829" y="3408"/>
                  </a:lnTo>
                  <a:lnTo>
                    <a:pt x="829" y="3416"/>
                  </a:lnTo>
                  <a:cubicBezTo>
                    <a:pt x="825" y="3424"/>
                    <a:pt x="825" y="3436"/>
                    <a:pt x="821" y="3444"/>
                  </a:cubicBezTo>
                  <a:cubicBezTo>
                    <a:pt x="821" y="3492"/>
                    <a:pt x="841" y="3536"/>
                    <a:pt x="877" y="3564"/>
                  </a:cubicBezTo>
                  <a:cubicBezTo>
                    <a:pt x="909" y="3588"/>
                    <a:pt x="945" y="3604"/>
                    <a:pt x="981" y="3612"/>
                  </a:cubicBezTo>
                  <a:lnTo>
                    <a:pt x="989" y="3612"/>
                  </a:lnTo>
                  <a:lnTo>
                    <a:pt x="989" y="3604"/>
                  </a:lnTo>
                  <a:cubicBezTo>
                    <a:pt x="1017" y="3520"/>
                    <a:pt x="1061" y="3436"/>
                    <a:pt x="1113" y="3364"/>
                  </a:cubicBezTo>
                  <a:cubicBezTo>
                    <a:pt x="1141" y="3328"/>
                    <a:pt x="1173" y="3296"/>
                    <a:pt x="1205" y="3268"/>
                  </a:cubicBezTo>
                  <a:cubicBezTo>
                    <a:pt x="1237" y="3240"/>
                    <a:pt x="1277" y="3220"/>
                    <a:pt x="1317" y="3204"/>
                  </a:cubicBezTo>
                  <a:cubicBezTo>
                    <a:pt x="1333" y="3196"/>
                    <a:pt x="1353" y="3192"/>
                    <a:pt x="1373" y="3184"/>
                  </a:cubicBezTo>
                  <a:cubicBezTo>
                    <a:pt x="1397" y="3180"/>
                    <a:pt x="1421" y="3176"/>
                    <a:pt x="1441" y="3172"/>
                  </a:cubicBezTo>
                  <a:cubicBezTo>
                    <a:pt x="1489" y="3160"/>
                    <a:pt x="1537" y="3148"/>
                    <a:pt x="1581" y="3132"/>
                  </a:cubicBezTo>
                  <a:cubicBezTo>
                    <a:pt x="1641" y="3112"/>
                    <a:pt x="1697" y="3088"/>
                    <a:pt x="1753" y="3064"/>
                  </a:cubicBezTo>
                  <a:cubicBezTo>
                    <a:pt x="1785" y="3044"/>
                    <a:pt x="1817" y="3028"/>
                    <a:pt x="1849" y="3008"/>
                  </a:cubicBezTo>
                  <a:cubicBezTo>
                    <a:pt x="1893" y="2976"/>
                    <a:pt x="1933" y="2944"/>
                    <a:pt x="1965" y="2904"/>
                  </a:cubicBezTo>
                  <a:cubicBezTo>
                    <a:pt x="1997" y="2864"/>
                    <a:pt x="2017" y="2816"/>
                    <a:pt x="2021" y="2764"/>
                  </a:cubicBezTo>
                  <a:cubicBezTo>
                    <a:pt x="2057" y="2748"/>
                    <a:pt x="2105" y="2728"/>
                    <a:pt x="2161" y="2700"/>
                  </a:cubicBezTo>
                  <a:cubicBezTo>
                    <a:pt x="2245" y="2660"/>
                    <a:pt x="2329" y="2608"/>
                    <a:pt x="2409" y="2556"/>
                  </a:cubicBezTo>
                  <a:cubicBezTo>
                    <a:pt x="2517" y="2484"/>
                    <a:pt x="2613" y="2396"/>
                    <a:pt x="2693" y="2300"/>
                  </a:cubicBezTo>
                  <a:cubicBezTo>
                    <a:pt x="2793" y="2176"/>
                    <a:pt x="2853" y="2028"/>
                    <a:pt x="2869" y="1872"/>
                  </a:cubicBezTo>
                  <a:cubicBezTo>
                    <a:pt x="2885" y="1704"/>
                    <a:pt x="2845" y="1536"/>
                    <a:pt x="2797" y="1372"/>
                  </a:cubicBezTo>
                  <a:cubicBezTo>
                    <a:pt x="2773" y="1288"/>
                    <a:pt x="2745" y="1208"/>
                    <a:pt x="2721" y="1124"/>
                  </a:cubicBezTo>
                  <a:cubicBezTo>
                    <a:pt x="2709" y="1084"/>
                    <a:pt x="2705" y="1044"/>
                    <a:pt x="2709" y="1004"/>
                  </a:cubicBezTo>
                  <a:cubicBezTo>
                    <a:pt x="2725" y="964"/>
                    <a:pt x="2745" y="928"/>
                    <a:pt x="2769" y="896"/>
                  </a:cubicBezTo>
                  <a:cubicBezTo>
                    <a:pt x="2801" y="856"/>
                    <a:pt x="2821" y="812"/>
                    <a:pt x="2825" y="760"/>
                  </a:cubicBezTo>
                  <a:cubicBezTo>
                    <a:pt x="2821" y="708"/>
                    <a:pt x="2797" y="660"/>
                    <a:pt x="2753" y="628"/>
                  </a:cubicBezTo>
                  <a:cubicBezTo>
                    <a:pt x="2733" y="608"/>
                    <a:pt x="2705" y="596"/>
                    <a:pt x="2681" y="588"/>
                  </a:cubicBezTo>
                  <a:cubicBezTo>
                    <a:pt x="2677" y="576"/>
                    <a:pt x="2669" y="560"/>
                    <a:pt x="2661" y="548"/>
                  </a:cubicBezTo>
                  <a:lnTo>
                    <a:pt x="2621" y="452"/>
                  </a:lnTo>
                  <a:cubicBezTo>
                    <a:pt x="2609" y="416"/>
                    <a:pt x="2589" y="376"/>
                    <a:pt x="2569" y="328"/>
                  </a:cubicBezTo>
                  <a:cubicBezTo>
                    <a:pt x="2545" y="280"/>
                    <a:pt x="2513" y="232"/>
                    <a:pt x="2473" y="188"/>
                  </a:cubicBezTo>
                  <a:cubicBezTo>
                    <a:pt x="2425" y="144"/>
                    <a:pt x="2369" y="108"/>
                    <a:pt x="2309" y="84"/>
                  </a:cubicBezTo>
                  <a:cubicBezTo>
                    <a:pt x="2245" y="60"/>
                    <a:pt x="2181" y="44"/>
                    <a:pt x="2113" y="40"/>
                  </a:cubicBezTo>
                  <a:lnTo>
                    <a:pt x="1913" y="28"/>
                  </a:lnTo>
                  <a:cubicBezTo>
                    <a:pt x="1849" y="24"/>
                    <a:pt x="1789" y="20"/>
                    <a:pt x="1725" y="12"/>
                  </a:cubicBezTo>
                  <a:cubicBezTo>
                    <a:pt x="1681" y="5"/>
                    <a:pt x="1637" y="0"/>
                    <a:pt x="15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68"/>
            <p:cNvSpPr/>
            <p:nvPr/>
          </p:nvSpPr>
          <p:spPr>
            <a:xfrm flipH="1">
              <a:off x="6569171" y="581890"/>
              <a:ext cx="248125" cy="216924"/>
            </a:xfrm>
            <a:custGeom>
              <a:avLst/>
              <a:gdLst/>
              <a:ahLst/>
              <a:cxnLst/>
              <a:rect l="l" t="t" r="r" b="b"/>
              <a:pathLst>
                <a:path w="1845" h="1613" extrusionOk="0">
                  <a:moveTo>
                    <a:pt x="129" y="0"/>
                  </a:moveTo>
                  <a:lnTo>
                    <a:pt x="97" y="44"/>
                  </a:lnTo>
                  <a:cubicBezTo>
                    <a:pt x="69" y="80"/>
                    <a:pt x="49" y="120"/>
                    <a:pt x="33" y="160"/>
                  </a:cubicBezTo>
                  <a:cubicBezTo>
                    <a:pt x="9" y="204"/>
                    <a:pt x="1" y="256"/>
                    <a:pt x="5" y="308"/>
                  </a:cubicBezTo>
                  <a:cubicBezTo>
                    <a:pt x="9" y="336"/>
                    <a:pt x="21" y="364"/>
                    <a:pt x="37" y="392"/>
                  </a:cubicBezTo>
                  <a:cubicBezTo>
                    <a:pt x="45" y="404"/>
                    <a:pt x="57" y="416"/>
                    <a:pt x="69" y="424"/>
                  </a:cubicBezTo>
                  <a:lnTo>
                    <a:pt x="85" y="440"/>
                  </a:lnTo>
                  <a:lnTo>
                    <a:pt x="89" y="444"/>
                  </a:lnTo>
                  <a:lnTo>
                    <a:pt x="97" y="448"/>
                  </a:lnTo>
                  <a:cubicBezTo>
                    <a:pt x="109" y="456"/>
                    <a:pt x="121" y="468"/>
                    <a:pt x="133" y="476"/>
                  </a:cubicBezTo>
                  <a:cubicBezTo>
                    <a:pt x="145" y="488"/>
                    <a:pt x="157" y="500"/>
                    <a:pt x="169" y="512"/>
                  </a:cubicBezTo>
                  <a:cubicBezTo>
                    <a:pt x="261" y="620"/>
                    <a:pt x="337" y="748"/>
                    <a:pt x="389" y="880"/>
                  </a:cubicBezTo>
                  <a:lnTo>
                    <a:pt x="397" y="908"/>
                  </a:lnTo>
                  <a:lnTo>
                    <a:pt x="409" y="932"/>
                  </a:lnTo>
                  <a:cubicBezTo>
                    <a:pt x="421" y="952"/>
                    <a:pt x="429" y="972"/>
                    <a:pt x="441" y="988"/>
                  </a:cubicBezTo>
                  <a:cubicBezTo>
                    <a:pt x="461" y="1024"/>
                    <a:pt x="485" y="1056"/>
                    <a:pt x="509" y="1088"/>
                  </a:cubicBezTo>
                  <a:cubicBezTo>
                    <a:pt x="561" y="1148"/>
                    <a:pt x="609" y="1204"/>
                    <a:pt x="653" y="1260"/>
                  </a:cubicBezTo>
                  <a:cubicBezTo>
                    <a:pt x="677" y="1288"/>
                    <a:pt x="693" y="1316"/>
                    <a:pt x="705" y="1348"/>
                  </a:cubicBezTo>
                  <a:cubicBezTo>
                    <a:pt x="709" y="1360"/>
                    <a:pt x="713" y="1376"/>
                    <a:pt x="709" y="1392"/>
                  </a:cubicBezTo>
                  <a:lnTo>
                    <a:pt x="709" y="1400"/>
                  </a:lnTo>
                  <a:lnTo>
                    <a:pt x="709" y="1408"/>
                  </a:lnTo>
                  <a:lnTo>
                    <a:pt x="709" y="1416"/>
                  </a:lnTo>
                  <a:cubicBezTo>
                    <a:pt x="709" y="1424"/>
                    <a:pt x="705" y="1436"/>
                    <a:pt x="705" y="1448"/>
                  </a:cubicBezTo>
                  <a:cubicBezTo>
                    <a:pt x="701" y="1492"/>
                    <a:pt x="721" y="1536"/>
                    <a:pt x="757" y="1564"/>
                  </a:cubicBezTo>
                  <a:cubicBezTo>
                    <a:pt x="789" y="1588"/>
                    <a:pt x="825" y="1604"/>
                    <a:pt x="865" y="1612"/>
                  </a:cubicBezTo>
                  <a:lnTo>
                    <a:pt x="873" y="1612"/>
                  </a:lnTo>
                  <a:lnTo>
                    <a:pt x="873" y="1608"/>
                  </a:lnTo>
                  <a:cubicBezTo>
                    <a:pt x="901" y="1520"/>
                    <a:pt x="941" y="1436"/>
                    <a:pt x="997" y="1364"/>
                  </a:cubicBezTo>
                  <a:cubicBezTo>
                    <a:pt x="1025" y="1328"/>
                    <a:pt x="1053" y="1296"/>
                    <a:pt x="1089" y="1268"/>
                  </a:cubicBezTo>
                  <a:cubicBezTo>
                    <a:pt x="1121" y="1244"/>
                    <a:pt x="1157" y="1220"/>
                    <a:pt x="1197" y="1204"/>
                  </a:cubicBezTo>
                  <a:cubicBezTo>
                    <a:pt x="1217" y="1196"/>
                    <a:pt x="1237" y="1192"/>
                    <a:pt x="1257" y="1188"/>
                  </a:cubicBezTo>
                  <a:cubicBezTo>
                    <a:pt x="1277" y="1180"/>
                    <a:pt x="1301" y="1176"/>
                    <a:pt x="1325" y="1172"/>
                  </a:cubicBezTo>
                  <a:cubicBezTo>
                    <a:pt x="1373" y="1160"/>
                    <a:pt x="1421" y="1148"/>
                    <a:pt x="1465" y="1132"/>
                  </a:cubicBezTo>
                  <a:cubicBezTo>
                    <a:pt x="1521" y="1112"/>
                    <a:pt x="1581" y="1092"/>
                    <a:pt x="1633" y="1064"/>
                  </a:cubicBezTo>
                  <a:lnTo>
                    <a:pt x="1801" y="884"/>
                  </a:lnTo>
                  <a:cubicBezTo>
                    <a:pt x="1821" y="864"/>
                    <a:pt x="1837" y="836"/>
                    <a:pt x="1845" y="808"/>
                  </a:cubicBezTo>
                  <a:cubicBezTo>
                    <a:pt x="1845" y="764"/>
                    <a:pt x="1817" y="728"/>
                    <a:pt x="1781" y="716"/>
                  </a:cubicBezTo>
                  <a:cubicBezTo>
                    <a:pt x="1750" y="704"/>
                    <a:pt x="1720" y="699"/>
                    <a:pt x="1691" y="699"/>
                  </a:cubicBezTo>
                  <a:cubicBezTo>
                    <a:pt x="1682" y="699"/>
                    <a:pt x="1673" y="700"/>
                    <a:pt x="1665" y="700"/>
                  </a:cubicBezTo>
                  <a:cubicBezTo>
                    <a:pt x="1465" y="712"/>
                    <a:pt x="1269" y="756"/>
                    <a:pt x="1085" y="828"/>
                  </a:cubicBezTo>
                  <a:cubicBezTo>
                    <a:pt x="1065" y="736"/>
                    <a:pt x="1113" y="636"/>
                    <a:pt x="1201" y="596"/>
                  </a:cubicBezTo>
                  <a:cubicBezTo>
                    <a:pt x="1217" y="588"/>
                    <a:pt x="1241" y="580"/>
                    <a:pt x="1249" y="560"/>
                  </a:cubicBezTo>
                  <a:cubicBezTo>
                    <a:pt x="1257" y="540"/>
                    <a:pt x="1241" y="524"/>
                    <a:pt x="1245" y="504"/>
                  </a:cubicBezTo>
                  <a:cubicBezTo>
                    <a:pt x="1265" y="368"/>
                    <a:pt x="1261" y="212"/>
                    <a:pt x="1189" y="132"/>
                  </a:cubicBezTo>
                  <a:cubicBezTo>
                    <a:pt x="1176" y="119"/>
                    <a:pt x="1163" y="114"/>
                    <a:pt x="1148" y="114"/>
                  </a:cubicBezTo>
                  <a:cubicBezTo>
                    <a:pt x="1111" y="114"/>
                    <a:pt x="1067" y="148"/>
                    <a:pt x="1021" y="168"/>
                  </a:cubicBezTo>
                  <a:cubicBezTo>
                    <a:pt x="965" y="196"/>
                    <a:pt x="913" y="240"/>
                    <a:pt x="873" y="292"/>
                  </a:cubicBezTo>
                  <a:lnTo>
                    <a:pt x="569" y="620"/>
                  </a:lnTo>
                  <a:cubicBezTo>
                    <a:pt x="449" y="396"/>
                    <a:pt x="301" y="184"/>
                    <a:pt x="129" y="0"/>
                  </a:cubicBezTo>
                  <a:close/>
                </a:path>
              </a:pathLst>
            </a:custGeom>
            <a:solidFill>
              <a:srgbClr val="A29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68"/>
            <p:cNvSpPr/>
            <p:nvPr/>
          </p:nvSpPr>
          <p:spPr>
            <a:xfrm flipH="1">
              <a:off x="6471266" y="419970"/>
              <a:ext cx="214235" cy="200248"/>
            </a:xfrm>
            <a:custGeom>
              <a:avLst/>
              <a:gdLst/>
              <a:ahLst/>
              <a:cxnLst/>
              <a:rect l="l" t="t" r="r" b="b"/>
              <a:pathLst>
                <a:path w="1593" h="1489" extrusionOk="0">
                  <a:moveTo>
                    <a:pt x="1" y="1274"/>
                  </a:moveTo>
                  <a:cubicBezTo>
                    <a:pt x="1" y="1275"/>
                    <a:pt x="1" y="1276"/>
                    <a:pt x="1" y="1276"/>
                  </a:cubicBezTo>
                  <a:cubicBezTo>
                    <a:pt x="1" y="1276"/>
                    <a:pt x="1" y="1275"/>
                    <a:pt x="1" y="1274"/>
                  </a:cubicBezTo>
                  <a:close/>
                  <a:moveTo>
                    <a:pt x="1593" y="0"/>
                  </a:moveTo>
                  <a:lnTo>
                    <a:pt x="1593" y="0"/>
                  </a:lnTo>
                  <a:cubicBezTo>
                    <a:pt x="1381" y="16"/>
                    <a:pt x="1161" y="32"/>
                    <a:pt x="961" y="108"/>
                  </a:cubicBezTo>
                  <a:cubicBezTo>
                    <a:pt x="869" y="148"/>
                    <a:pt x="777" y="192"/>
                    <a:pt x="693" y="240"/>
                  </a:cubicBezTo>
                  <a:cubicBezTo>
                    <a:pt x="569" y="296"/>
                    <a:pt x="461" y="372"/>
                    <a:pt x="365" y="468"/>
                  </a:cubicBezTo>
                  <a:cubicBezTo>
                    <a:pt x="309" y="528"/>
                    <a:pt x="261" y="596"/>
                    <a:pt x="221" y="672"/>
                  </a:cubicBezTo>
                  <a:cubicBezTo>
                    <a:pt x="113" y="856"/>
                    <a:pt x="18" y="1059"/>
                    <a:pt x="1" y="1274"/>
                  </a:cubicBezTo>
                  <a:lnTo>
                    <a:pt x="1" y="1274"/>
                  </a:lnTo>
                  <a:cubicBezTo>
                    <a:pt x="18" y="1055"/>
                    <a:pt x="193" y="892"/>
                    <a:pt x="357" y="748"/>
                  </a:cubicBezTo>
                  <a:cubicBezTo>
                    <a:pt x="509" y="612"/>
                    <a:pt x="673" y="472"/>
                    <a:pt x="865" y="408"/>
                  </a:cubicBezTo>
                  <a:cubicBezTo>
                    <a:pt x="886" y="399"/>
                    <a:pt x="909" y="394"/>
                    <a:pt x="932" y="394"/>
                  </a:cubicBezTo>
                  <a:cubicBezTo>
                    <a:pt x="957" y="394"/>
                    <a:pt x="982" y="400"/>
                    <a:pt x="1005" y="412"/>
                  </a:cubicBezTo>
                  <a:cubicBezTo>
                    <a:pt x="1053" y="448"/>
                    <a:pt x="1049" y="528"/>
                    <a:pt x="1013" y="580"/>
                  </a:cubicBezTo>
                  <a:cubicBezTo>
                    <a:pt x="969" y="624"/>
                    <a:pt x="913" y="660"/>
                    <a:pt x="857" y="684"/>
                  </a:cubicBezTo>
                  <a:cubicBezTo>
                    <a:pt x="741" y="740"/>
                    <a:pt x="645" y="820"/>
                    <a:pt x="569" y="920"/>
                  </a:cubicBezTo>
                  <a:cubicBezTo>
                    <a:pt x="493" y="1024"/>
                    <a:pt x="457" y="1152"/>
                    <a:pt x="477" y="1280"/>
                  </a:cubicBezTo>
                  <a:lnTo>
                    <a:pt x="641" y="1104"/>
                  </a:lnTo>
                  <a:lnTo>
                    <a:pt x="641" y="1104"/>
                  </a:lnTo>
                  <a:cubicBezTo>
                    <a:pt x="613" y="1228"/>
                    <a:pt x="629" y="1360"/>
                    <a:pt x="681" y="1476"/>
                  </a:cubicBezTo>
                  <a:cubicBezTo>
                    <a:pt x="757" y="1436"/>
                    <a:pt x="777" y="1336"/>
                    <a:pt x="793" y="1256"/>
                  </a:cubicBezTo>
                  <a:cubicBezTo>
                    <a:pt x="861" y="956"/>
                    <a:pt x="1045" y="696"/>
                    <a:pt x="1305" y="536"/>
                  </a:cubicBezTo>
                  <a:lnTo>
                    <a:pt x="1305" y="536"/>
                  </a:lnTo>
                  <a:cubicBezTo>
                    <a:pt x="1213" y="680"/>
                    <a:pt x="1141" y="832"/>
                    <a:pt x="1089" y="992"/>
                  </a:cubicBezTo>
                  <a:cubicBezTo>
                    <a:pt x="1037" y="1152"/>
                    <a:pt x="1037" y="1328"/>
                    <a:pt x="1085" y="1488"/>
                  </a:cubicBezTo>
                  <a:cubicBezTo>
                    <a:pt x="1081" y="1388"/>
                    <a:pt x="1109" y="1292"/>
                    <a:pt x="1157" y="1208"/>
                  </a:cubicBezTo>
                  <a:cubicBezTo>
                    <a:pt x="1193" y="1296"/>
                    <a:pt x="1201" y="1392"/>
                    <a:pt x="1185" y="1488"/>
                  </a:cubicBezTo>
                  <a:lnTo>
                    <a:pt x="1313" y="1404"/>
                  </a:lnTo>
                  <a:lnTo>
                    <a:pt x="1317" y="1436"/>
                  </a:lnTo>
                  <a:cubicBezTo>
                    <a:pt x="1525" y="1168"/>
                    <a:pt x="1585" y="808"/>
                    <a:pt x="1473" y="488"/>
                  </a:cubicBezTo>
                  <a:lnTo>
                    <a:pt x="1473" y="488"/>
                  </a:lnTo>
                  <a:cubicBezTo>
                    <a:pt x="1409" y="536"/>
                    <a:pt x="1357" y="600"/>
                    <a:pt x="1325" y="676"/>
                  </a:cubicBezTo>
                  <a:cubicBezTo>
                    <a:pt x="1357" y="548"/>
                    <a:pt x="1401" y="424"/>
                    <a:pt x="1453" y="304"/>
                  </a:cubicBezTo>
                  <a:lnTo>
                    <a:pt x="1453" y="304"/>
                  </a:lnTo>
                  <a:lnTo>
                    <a:pt x="1313" y="388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68"/>
            <p:cNvSpPr/>
            <p:nvPr/>
          </p:nvSpPr>
          <p:spPr>
            <a:xfrm flipH="1">
              <a:off x="6524522" y="383793"/>
              <a:ext cx="219883" cy="169182"/>
            </a:xfrm>
            <a:custGeom>
              <a:avLst/>
              <a:gdLst/>
              <a:ahLst/>
              <a:cxnLst/>
              <a:rect l="l" t="t" r="r" b="b"/>
              <a:pathLst>
                <a:path w="1635" h="1258" extrusionOk="0">
                  <a:moveTo>
                    <a:pt x="1401" y="0"/>
                  </a:moveTo>
                  <a:cubicBezTo>
                    <a:pt x="1322" y="0"/>
                    <a:pt x="1243" y="11"/>
                    <a:pt x="1167" y="33"/>
                  </a:cubicBezTo>
                  <a:cubicBezTo>
                    <a:pt x="1015" y="81"/>
                    <a:pt x="867" y="137"/>
                    <a:pt x="727" y="213"/>
                  </a:cubicBezTo>
                  <a:cubicBezTo>
                    <a:pt x="783" y="133"/>
                    <a:pt x="855" y="65"/>
                    <a:pt x="935" y="13"/>
                  </a:cubicBezTo>
                  <a:lnTo>
                    <a:pt x="935" y="13"/>
                  </a:lnTo>
                  <a:cubicBezTo>
                    <a:pt x="467" y="113"/>
                    <a:pt x="103" y="489"/>
                    <a:pt x="19" y="961"/>
                  </a:cubicBezTo>
                  <a:cubicBezTo>
                    <a:pt x="38" y="941"/>
                    <a:pt x="57" y="921"/>
                    <a:pt x="77" y="901"/>
                  </a:cubicBezTo>
                  <a:lnTo>
                    <a:pt x="77" y="901"/>
                  </a:lnTo>
                  <a:cubicBezTo>
                    <a:pt x="9" y="1005"/>
                    <a:pt x="1" y="1142"/>
                    <a:pt x="67" y="1257"/>
                  </a:cubicBezTo>
                  <a:lnTo>
                    <a:pt x="91" y="1217"/>
                  </a:lnTo>
                  <a:cubicBezTo>
                    <a:pt x="99" y="1145"/>
                    <a:pt x="127" y="1077"/>
                    <a:pt x="175" y="1025"/>
                  </a:cubicBezTo>
                  <a:cubicBezTo>
                    <a:pt x="351" y="773"/>
                    <a:pt x="547" y="533"/>
                    <a:pt x="791" y="349"/>
                  </a:cubicBezTo>
                  <a:cubicBezTo>
                    <a:pt x="1031" y="165"/>
                    <a:pt x="1327" y="37"/>
                    <a:pt x="1635" y="33"/>
                  </a:cubicBezTo>
                  <a:cubicBezTo>
                    <a:pt x="1559" y="11"/>
                    <a:pt x="1480" y="0"/>
                    <a:pt x="1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68"/>
            <p:cNvSpPr/>
            <p:nvPr/>
          </p:nvSpPr>
          <p:spPr>
            <a:xfrm flipH="1">
              <a:off x="6662773" y="369941"/>
              <a:ext cx="142689" cy="117943"/>
            </a:xfrm>
            <a:custGeom>
              <a:avLst/>
              <a:gdLst/>
              <a:ahLst/>
              <a:cxnLst/>
              <a:rect l="l" t="t" r="r" b="b"/>
              <a:pathLst>
                <a:path w="1061" h="877" extrusionOk="0">
                  <a:moveTo>
                    <a:pt x="1061" y="0"/>
                  </a:moveTo>
                  <a:cubicBezTo>
                    <a:pt x="1019" y="19"/>
                    <a:pt x="978" y="38"/>
                    <a:pt x="938" y="60"/>
                  </a:cubicBezTo>
                  <a:lnTo>
                    <a:pt x="938" y="60"/>
                  </a:lnTo>
                  <a:cubicBezTo>
                    <a:pt x="987" y="52"/>
                    <a:pt x="1032" y="38"/>
                    <a:pt x="1061" y="0"/>
                  </a:cubicBezTo>
                  <a:close/>
                  <a:moveTo>
                    <a:pt x="549" y="144"/>
                  </a:moveTo>
                  <a:lnTo>
                    <a:pt x="549" y="144"/>
                  </a:lnTo>
                  <a:cubicBezTo>
                    <a:pt x="537" y="146"/>
                    <a:pt x="527" y="151"/>
                    <a:pt x="520" y="159"/>
                  </a:cubicBezTo>
                  <a:lnTo>
                    <a:pt x="520" y="159"/>
                  </a:lnTo>
                  <a:cubicBezTo>
                    <a:pt x="530" y="154"/>
                    <a:pt x="539" y="149"/>
                    <a:pt x="549" y="144"/>
                  </a:cubicBezTo>
                  <a:close/>
                  <a:moveTo>
                    <a:pt x="938" y="60"/>
                  </a:moveTo>
                  <a:cubicBezTo>
                    <a:pt x="905" y="65"/>
                    <a:pt x="869" y="67"/>
                    <a:pt x="837" y="72"/>
                  </a:cubicBezTo>
                  <a:cubicBezTo>
                    <a:pt x="721" y="92"/>
                    <a:pt x="613" y="136"/>
                    <a:pt x="513" y="196"/>
                  </a:cubicBezTo>
                  <a:cubicBezTo>
                    <a:pt x="508" y="183"/>
                    <a:pt x="512" y="169"/>
                    <a:pt x="520" y="159"/>
                  </a:cubicBezTo>
                  <a:lnTo>
                    <a:pt x="520" y="159"/>
                  </a:lnTo>
                  <a:cubicBezTo>
                    <a:pt x="275" y="289"/>
                    <a:pt x="89" y="510"/>
                    <a:pt x="1" y="772"/>
                  </a:cubicBezTo>
                  <a:cubicBezTo>
                    <a:pt x="85" y="624"/>
                    <a:pt x="181" y="464"/>
                    <a:pt x="337" y="396"/>
                  </a:cubicBezTo>
                  <a:lnTo>
                    <a:pt x="337" y="396"/>
                  </a:lnTo>
                  <a:cubicBezTo>
                    <a:pt x="289" y="536"/>
                    <a:pt x="273" y="688"/>
                    <a:pt x="289" y="840"/>
                  </a:cubicBezTo>
                  <a:lnTo>
                    <a:pt x="253" y="840"/>
                  </a:lnTo>
                  <a:lnTo>
                    <a:pt x="301" y="876"/>
                  </a:lnTo>
                  <a:cubicBezTo>
                    <a:pt x="321" y="796"/>
                    <a:pt x="305" y="712"/>
                    <a:pt x="337" y="640"/>
                  </a:cubicBezTo>
                  <a:cubicBezTo>
                    <a:pt x="353" y="600"/>
                    <a:pt x="377" y="568"/>
                    <a:pt x="405" y="540"/>
                  </a:cubicBezTo>
                  <a:cubicBezTo>
                    <a:pt x="505" y="416"/>
                    <a:pt x="613" y="300"/>
                    <a:pt x="733" y="196"/>
                  </a:cubicBezTo>
                  <a:cubicBezTo>
                    <a:pt x="798" y="145"/>
                    <a:pt x="866" y="99"/>
                    <a:pt x="938" y="6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68"/>
            <p:cNvSpPr/>
            <p:nvPr/>
          </p:nvSpPr>
          <p:spPr>
            <a:xfrm flipH="1">
              <a:off x="6515915" y="329865"/>
              <a:ext cx="117943" cy="32142"/>
            </a:xfrm>
            <a:custGeom>
              <a:avLst/>
              <a:gdLst/>
              <a:ahLst/>
              <a:cxnLst/>
              <a:rect l="l" t="t" r="r" b="b"/>
              <a:pathLst>
                <a:path w="877" h="239" extrusionOk="0">
                  <a:moveTo>
                    <a:pt x="626" y="1"/>
                  </a:moveTo>
                  <a:cubicBezTo>
                    <a:pt x="604" y="1"/>
                    <a:pt x="582" y="4"/>
                    <a:pt x="561" y="10"/>
                  </a:cubicBezTo>
                  <a:cubicBezTo>
                    <a:pt x="533" y="22"/>
                    <a:pt x="509" y="38"/>
                    <a:pt x="481" y="50"/>
                  </a:cubicBezTo>
                  <a:cubicBezTo>
                    <a:pt x="457" y="54"/>
                    <a:pt x="433" y="56"/>
                    <a:pt x="409" y="56"/>
                  </a:cubicBezTo>
                  <a:cubicBezTo>
                    <a:pt x="385" y="56"/>
                    <a:pt x="361" y="54"/>
                    <a:pt x="337" y="50"/>
                  </a:cubicBezTo>
                  <a:cubicBezTo>
                    <a:pt x="309" y="47"/>
                    <a:pt x="282" y="46"/>
                    <a:pt x="254" y="46"/>
                  </a:cubicBezTo>
                  <a:cubicBezTo>
                    <a:pt x="168" y="46"/>
                    <a:pt x="82" y="60"/>
                    <a:pt x="1" y="90"/>
                  </a:cubicBezTo>
                  <a:lnTo>
                    <a:pt x="229" y="86"/>
                  </a:lnTo>
                  <a:cubicBezTo>
                    <a:pt x="238" y="85"/>
                    <a:pt x="248" y="85"/>
                    <a:pt x="258" y="85"/>
                  </a:cubicBezTo>
                  <a:cubicBezTo>
                    <a:pt x="282" y="85"/>
                    <a:pt x="306" y="88"/>
                    <a:pt x="329" y="90"/>
                  </a:cubicBezTo>
                  <a:cubicBezTo>
                    <a:pt x="381" y="106"/>
                    <a:pt x="429" y="126"/>
                    <a:pt x="477" y="150"/>
                  </a:cubicBezTo>
                  <a:cubicBezTo>
                    <a:pt x="549" y="178"/>
                    <a:pt x="621" y="198"/>
                    <a:pt x="697" y="206"/>
                  </a:cubicBezTo>
                  <a:cubicBezTo>
                    <a:pt x="749" y="206"/>
                    <a:pt x="805" y="214"/>
                    <a:pt x="857" y="238"/>
                  </a:cubicBezTo>
                  <a:lnTo>
                    <a:pt x="877" y="218"/>
                  </a:lnTo>
                  <a:cubicBezTo>
                    <a:pt x="853" y="150"/>
                    <a:pt x="813" y="90"/>
                    <a:pt x="761" y="46"/>
                  </a:cubicBezTo>
                  <a:cubicBezTo>
                    <a:pt x="722" y="16"/>
                    <a:pt x="674" y="1"/>
                    <a:pt x="6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68"/>
            <p:cNvSpPr/>
            <p:nvPr/>
          </p:nvSpPr>
          <p:spPr>
            <a:xfrm flipH="1">
              <a:off x="6452976" y="481833"/>
              <a:ext cx="361092" cy="221228"/>
            </a:xfrm>
            <a:custGeom>
              <a:avLst/>
              <a:gdLst/>
              <a:ahLst/>
              <a:cxnLst/>
              <a:rect l="l" t="t" r="r" b="b"/>
              <a:pathLst>
                <a:path w="2685" h="1645" extrusionOk="0">
                  <a:moveTo>
                    <a:pt x="229" y="0"/>
                  </a:moveTo>
                  <a:cubicBezTo>
                    <a:pt x="217" y="88"/>
                    <a:pt x="141" y="156"/>
                    <a:pt x="53" y="160"/>
                  </a:cubicBezTo>
                  <a:cubicBezTo>
                    <a:pt x="37" y="160"/>
                    <a:pt x="21" y="164"/>
                    <a:pt x="13" y="172"/>
                  </a:cubicBezTo>
                  <a:cubicBezTo>
                    <a:pt x="5" y="180"/>
                    <a:pt x="5" y="192"/>
                    <a:pt x="5" y="200"/>
                  </a:cubicBezTo>
                  <a:cubicBezTo>
                    <a:pt x="1" y="352"/>
                    <a:pt x="65" y="488"/>
                    <a:pt x="137" y="620"/>
                  </a:cubicBezTo>
                  <a:cubicBezTo>
                    <a:pt x="273" y="880"/>
                    <a:pt x="425" y="1136"/>
                    <a:pt x="585" y="1388"/>
                  </a:cubicBezTo>
                  <a:cubicBezTo>
                    <a:pt x="649" y="1188"/>
                    <a:pt x="793" y="1028"/>
                    <a:pt x="981" y="948"/>
                  </a:cubicBezTo>
                  <a:cubicBezTo>
                    <a:pt x="1020" y="933"/>
                    <a:pt x="1078" y="860"/>
                    <a:pt x="1121" y="860"/>
                  </a:cubicBezTo>
                  <a:cubicBezTo>
                    <a:pt x="1123" y="860"/>
                    <a:pt x="1124" y="860"/>
                    <a:pt x="1125" y="860"/>
                  </a:cubicBezTo>
                  <a:cubicBezTo>
                    <a:pt x="1169" y="868"/>
                    <a:pt x="1189" y="952"/>
                    <a:pt x="1197" y="996"/>
                  </a:cubicBezTo>
                  <a:cubicBezTo>
                    <a:pt x="1213" y="1032"/>
                    <a:pt x="1229" y="1076"/>
                    <a:pt x="1237" y="1116"/>
                  </a:cubicBezTo>
                  <a:cubicBezTo>
                    <a:pt x="1237" y="1180"/>
                    <a:pt x="1213" y="1236"/>
                    <a:pt x="1173" y="1280"/>
                  </a:cubicBezTo>
                  <a:cubicBezTo>
                    <a:pt x="1149" y="1304"/>
                    <a:pt x="1117" y="1312"/>
                    <a:pt x="1097" y="1340"/>
                  </a:cubicBezTo>
                  <a:cubicBezTo>
                    <a:pt x="1073" y="1372"/>
                    <a:pt x="1113" y="1428"/>
                    <a:pt x="1089" y="1464"/>
                  </a:cubicBezTo>
                  <a:cubicBezTo>
                    <a:pt x="1033" y="1552"/>
                    <a:pt x="1056" y="1590"/>
                    <a:pt x="1031" y="1628"/>
                  </a:cubicBezTo>
                  <a:lnTo>
                    <a:pt x="1031" y="1628"/>
                  </a:lnTo>
                  <a:cubicBezTo>
                    <a:pt x="1114" y="1537"/>
                    <a:pt x="1224" y="1475"/>
                    <a:pt x="1345" y="1456"/>
                  </a:cubicBezTo>
                  <a:cubicBezTo>
                    <a:pt x="1398" y="1448"/>
                    <a:pt x="1452" y="1444"/>
                    <a:pt x="1506" y="1444"/>
                  </a:cubicBezTo>
                  <a:cubicBezTo>
                    <a:pt x="1582" y="1444"/>
                    <a:pt x="1658" y="1452"/>
                    <a:pt x="1733" y="1468"/>
                  </a:cubicBezTo>
                  <a:cubicBezTo>
                    <a:pt x="1765" y="1476"/>
                    <a:pt x="1797" y="1480"/>
                    <a:pt x="1833" y="1480"/>
                  </a:cubicBezTo>
                  <a:cubicBezTo>
                    <a:pt x="1885" y="1472"/>
                    <a:pt x="1933" y="1456"/>
                    <a:pt x="1977" y="1424"/>
                  </a:cubicBezTo>
                  <a:cubicBezTo>
                    <a:pt x="2265" y="1260"/>
                    <a:pt x="2577" y="1064"/>
                    <a:pt x="2677" y="748"/>
                  </a:cubicBezTo>
                  <a:lnTo>
                    <a:pt x="2685" y="736"/>
                  </a:lnTo>
                  <a:lnTo>
                    <a:pt x="2685" y="736"/>
                  </a:lnTo>
                  <a:cubicBezTo>
                    <a:pt x="2561" y="912"/>
                    <a:pt x="2413" y="1064"/>
                    <a:pt x="2241" y="1188"/>
                  </a:cubicBezTo>
                  <a:cubicBezTo>
                    <a:pt x="2188" y="1225"/>
                    <a:pt x="2127" y="1261"/>
                    <a:pt x="2064" y="1261"/>
                  </a:cubicBezTo>
                  <a:cubicBezTo>
                    <a:pt x="2051" y="1261"/>
                    <a:pt x="2038" y="1260"/>
                    <a:pt x="2025" y="1256"/>
                  </a:cubicBezTo>
                  <a:cubicBezTo>
                    <a:pt x="1917" y="1224"/>
                    <a:pt x="1885" y="1088"/>
                    <a:pt x="1877" y="976"/>
                  </a:cubicBezTo>
                  <a:cubicBezTo>
                    <a:pt x="1877" y="1056"/>
                    <a:pt x="1809" y="1116"/>
                    <a:pt x="1749" y="1160"/>
                  </a:cubicBezTo>
                  <a:cubicBezTo>
                    <a:pt x="1729" y="1184"/>
                    <a:pt x="1701" y="1196"/>
                    <a:pt x="1669" y="1200"/>
                  </a:cubicBezTo>
                  <a:cubicBezTo>
                    <a:pt x="1641" y="1200"/>
                    <a:pt x="1609" y="1176"/>
                    <a:pt x="1613" y="1148"/>
                  </a:cubicBezTo>
                  <a:lnTo>
                    <a:pt x="1613" y="1148"/>
                  </a:lnTo>
                  <a:cubicBezTo>
                    <a:pt x="1594" y="1174"/>
                    <a:pt x="1568" y="1185"/>
                    <a:pt x="1542" y="1185"/>
                  </a:cubicBezTo>
                  <a:cubicBezTo>
                    <a:pt x="1486" y="1185"/>
                    <a:pt x="1431" y="1133"/>
                    <a:pt x="1453" y="1064"/>
                  </a:cubicBezTo>
                  <a:lnTo>
                    <a:pt x="1453" y="1064"/>
                  </a:lnTo>
                  <a:lnTo>
                    <a:pt x="1361" y="1084"/>
                  </a:lnTo>
                  <a:cubicBezTo>
                    <a:pt x="1257" y="904"/>
                    <a:pt x="1249" y="680"/>
                    <a:pt x="1341" y="492"/>
                  </a:cubicBezTo>
                  <a:lnTo>
                    <a:pt x="1341" y="492"/>
                  </a:lnTo>
                  <a:lnTo>
                    <a:pt x="1205" y="692"/>
                  </a:lnTo>
                  <a:cubicBezTo>
                    <a:pt x="1117" y="812"/>
                    <a:pt x="1013" y="948"/>
                    <a:pt x="861" y="960"/>
                  </a:cubicBezTo>
                  <a:cubicBezTo>
                    <a:pt x="805" y="912"/>
                    <a:pt x="857" y="824"/>
                    <a:pt x="885" y="756"/>
                  </a:cubicBezTo>
                  <a:cubicBezTo>
                    <a:pt x="945" y="620"/>
                    <a:pt x="909" y="456"/>
                    <a:pt x="957" y="320"/>
                  </a:cubicBezTo>
                  <a:cubicBezTo>
                    <a:pt x="989" y="244"/>
                    <a:pt x="1029" y="172"/>
                    <a:pt x="1085" y="112"/>
                  </a:cubicBezTo>
                  <a:lnTo>
                    <a:pt x="1085" y="112"/>
                  </a:lnTo>
                  <a:cubicBezTo>
                    <a:pt x="945" y="260"/>
                    <a:pt x="821" y="420"/>
                    <a:pt x="713" y="592"/>
                  </a:cubicBezTo>
                  <a:cubicBezTo>
                    <a:pt x="657" y="688"/>
                    <a:pt x="609" y="792"/>
                    <a:pt x="517" y="848"/>
                  </a:cubicBezTo>
                  <a:cubicBezTo>
                    <a:pt x="469" y="680"/>
                    <a:pt x="437" y="512"/>
                    <a:pt x="417" y="336"/>
                  </a:cubicBezTo>
                  <a:cubicBezTo>
                    <a:pt x="385" y="348"/>
                    <a:pt x="365" y="376"/>
                    <a:pt x="361" y="408"/>
                  </a:cubicBezTo>
                  <a:cubicBezTo>
                    <a:pt x="261" y="296"/>
                    <a:pt x="213" y="148"/>
                    <a:pt x="229" y="0"/>
                  </a:cubicBezTo>
                  <a:close/>
                  <a:moveTo>
                    <a:pt x="1031" y="1628"/>
                  </a:moveTo>
                  <a:cubicBezTo>
                    <a:pt x="1026" y="1633"/>
                    <a:pt x="1022" y="1639"/>
                    <a:pt x="1017" y="1644"/>
                  </a:cubicBezTo>
                  <a:cubicBezTo>
                    <a:pt x="1023" y="1639"/>
                    <a:pt x="1028" y="1633"/>
                    <a:pt x="1031" y="16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68"/>
            <p:cNvSpPr/>
            <p:nvPr/>
          </p:nvSpPr>
          <p:spPr>
            <a:xfrm flipH="1">
              <a:off x="6582082" y="612014"/>
              <a:ext cx="132468" cy="151834"/>
            </a:xfrm>
            <a:custGeom>
              <a:avLst/>
              <a:gdLst/>
              <a:ahLst/>
              <a:cxnLst/>
              <a:rect l="l" t="t" r="r" b="b"/>
              <a:pathLst>
                <a:path w="985" h="1129" extrusionOk="0">
                  <a:moveTo>
                    <a:pt x="353" y="0"/>
                  </a:moveTo>
                  <a:cubicBezTo>
                    <a:pt x="253" y="52"/>
                    <a:pt x="165" y="124"/>
                    <a:pt x="81" y="204"/>
                  </a:cubicBezTo>
                  <a:cubicBezTo>
                    <a:pt x="61" y="224"/>
                    <a:pt x="41" y="248"/>
                    <a:pt x="29" y="276"/>
                  </a:cubicBezTo>
                  <a:cubicBezTo>
                    <a:pt x="5" y="336"/>
                    <a:pt x="1" y="404"/>
                    <a:pt x="17" y="468"/>
                  </a:cubicBezTo>
                  <a:cubicBezTo>
                    <a:pt x="29" y="544"/>
                    <a:pt x="41" y="620"/>
                    <a:pt x="49" y="692"/>
                  </a:cubicBezTo>
                  <a:cubicBezTo>
                    <a:pt x="57" y="768"/>
                    <a:pt x="73" y="840"/>
                    <a:pt x="97" y="908"/>
                  </a:cubicBezTo>
                  <a:cubicBezTo>
                    <a:pt x="113" y="948"/>
                    <a:pt x="125" y="988"/>
                    <a:pt x="129" y="1028"/>
                  </a:cubicBezTo>
                  <a:cubicBezTo>
                    <a:pt x="133" y="1072"/>
                    <a:pt x="109" y="1112"/>
                    <a:pt x="73" y="1128"/>
                  </a:cubicBezTo>
                  <a:lnTo>
                    <a:pt x="85" y="1128"/>
                  </a:lnTo>
                  <a:lnTo>
                    <a:pt x="265" y="1016"/>
                  </a:lnTo>
                  <a:cubicBezTo>
                    <a:pt x="313" y="988"/>
                    <a:pt x="365" y="960"/>
                    <a:pt x="413" y="936"/>
                  </a:cubicBezTo>
                  <a:cubicBezTo>
                    <a:pt x="605" y="844"/>
                    <a:pt x="845" y="824"/>
                    <a:pt x="973" y="656"/>
                  </a:cubicBezTo>
                  <a:cubicBezTo>
                    <a:pt x="981" y="648"/>
                    <a:pt x="985" y="636"/>
                    <a:pt x="985" y="620"/>
                  </a:cubicBezTo>
                  <a:cubicBezTo>
                    <a:pt x="981" y="603"/>
                    <a:pt x="968" y="588"/>
                    <a:pt x="948" y="588"/>
                  </a:cubicBezTo>
                  <a:cubicBezTo>
                    <a:pt x="946" y="588"/>
                    <a:pt x="943" y="588"/>
                    <a:pt x="941" y="588"/>
                  </a:cubicBezTo>
                  <a:cubicBezTo>
                    <a:pt x="921" y="592"/>
                    <a:pt x="901" y="600"/>
                    <a:pt x="885" y="612"/>
                  </a:cubicBezTo>
                  <a:cubicBezTo>
                    <a:pt x="773" y="676"/>
                    <a:pt x="657" y="724"/>
                    <a:pt x="537" y="756"/>
                  </a:cubicBezTo>
                  <a:cubicBezTo>
                    <a:pt x="409" y="792"/>
                    <a:pt x="273" y="812"/>
                    <a:pt x="177" y="904"/>
                  </a:cubicBezTo>
                  <a:cubicBezTo>
                    <a:pt x="173" y="756"/>
                    <a:pt x="217" y="612"/>
                    <a:pt x="305" y="496"/>
                  </a:cubicBezTo>
                  <a:cubicBezTo>
                    <a:pt x="357" y="428"/>
                    <a:pt x="425" y="360"/>
                    <a:pt x="449" y="276"/>
                  </a:cubicBezTo>
                  <a:cubicBezTo>
                    <a:pt x="481" y="172"/>
                    <a:pt x="441" y="60"/>
                    <a:pt x="353" y="0"/>
                  </a:cubicBezTo>
                  <a:close/>
                </a:path>
              </a:pathLst>
            </a:custGeom>
            <a:solidFill>
              <a:srgbClr val="CFC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68"/>
            <p:cNvSpPr/>
            <p:nvPr/>
          </p:nvSpPr>
          <p:spPr>
            <a:xfrm flipH="1">
              <a:off x="6444907" y="313323"/>
              <a:ext cx="387989" cy="486029"/>
            </a:xfrm>
            <a:custGeom>
              <a:avLst/>
              <a:gdLst/>
              <a:ahLst/>
              <a:cxnLst/>
              <a:rect l="l" t="t" r="r" b="b"/>
              <a:pathLst>
                <a:path w="2885" h="3614" extrusionOk="0">
                  <a:moveTo>
                    <a:pt x="2109" y="89"/>
                  </a:moveTo>
                  <a:cubicBezTo>
                    <a:pt x="2141" y="89"/>
                    <a:pt x="2173" y="89"/>
                    <a:pt x="2201" y="97"/>
                  </a:cubicBezTo>
                  <a:cubicBezTo>
                    <a:pt x="2217" y="101"/>
                    <a:pt x="2229" y="105"/>
                    <a:pt x="2245" y="113"/>
                  </a:cubicBezTo>
                  <a:cubicBezTo>
                    <a:pt x="2257" y="117"/>
                    <a:pt x="2269" y="125"/>
                    <a:pt x="2281" y="133"/>
                  </a:cubicBezTo>
                  <a:cubicBezTo>
                    <a:pt x="2321" y="169"/>
                    <a:pt x="2353" y="213"/>
                    <a:pt x="2381" y="261"/>
                  </a:cubicBezTo>
                  <a:cubicBezTo>
                    <a:pt x="2405" y="305"/>
                    <a:pt x="2433" y="349"/>
                    <a:pt x="2461" y="389"/>
                  </a:cubicBezTo>
                  <a:cubicBezTo>
                    <a:pt x="2473" y="405"/>
                    <a:pt x="2481" y="421"/>
                    <a:pt x="2493" y="433"/>
                  </a:cubicBezTo>
                  <a:cubicBezTo>
                    <a:pt x="2433" y="421"/>
                    <a:pt x="2373" y="417"/>
                    <a:pt x="2313" y="417"/>
                  </a:cubicBezTo>
                  <a:cubicBezTo>
                    <a:pt x="2253" y="417"/>
                    <a:pt x="2181" y="417"/>
                    <a:pt x="2109" y="413"/>
                  </a:cubicBezTo>
                  <a:lnTo>
                    <a:pt x="2101" y="409"/>
                  </a:lnTo>
                  <a:cubicBezTo>
                    <a:pt x="2069" y="385"/>
                    <a:pt x="2029" y="361"/>
                    <a:pt x="1993" y="345"/>
                  </a:cubicBezTo>
                  <a:cubicBezTo>
                    <a:pt x="1933" y="313"/>
                    <a:pt x="1869" y="293"/>
                    <a:pt x="1805" y="277"/>
                  </a:cubicBezTo>
                  <a:cubicBezTo>
                    <a:pt x="1721" y="257"/>
                    <a:pt x="1633" y="249"/>
                    <a:pt x="1549" y="249"/>
                  </a:cubicBezTo>
                  <a:cubicBezTo>
                    <a:pt x="1530" y="248"/>
                    <a:pt x="1510" y="248"/>
                    <a:pt x="1490" y="248"/>
                  </a:cubicBezTo>
                  <a:cubicBezTo>
                    <a:pt x="1436" y="248"/>
                    <a:pt x="1382" y="251"/>
                    <a:pt x="1329" y="257"/>
                  </a:cubicBezTo>
                  <a:cubicBezTo>
                    <a:pt x="1349" y="233"/>
                    <a:pt x="1373" y="209"/>
                    <a:pt x="1401" y="193"/>
                  </a:cubicBezTo>
                  <a:cubicBezTo>
                    <a:pt x="1445" y="169"/>
                    <a:pt x="1489" y="157"/>
                    <a:pt x="1537" y="153"/>
                  </a:cubicBezTo>
                  <a:cubicBezTo>
                    <a:pt x="1597" y="145"/>
                    <a:pt x="1653" y="145"/>
                    <a:pt x="1713" y="145"/>
                  </a:cubicBezTo>
                  <a:cubicBezTo>
                    <a:pt x="1725" y="146"/>
                    <a:pt x="1737" y="146"/>
                    <a:pt x="1749" y="146"/>
                  </a:cubicBezTo>
                  <a:cubicBezTo>
                    <a:pt x="1805" y="146"/>
                    <a:pt x="1861" y="139"/>
                    <a:pt x="1917" y="129"/>
                  </a:cubicBezTo>
                  <a:cubicBezTo>
                    <a:pt x="1981" y="109"/>
                    <a:pt x="2045" y="97"/>
                    <a:pt x="2109" y="89"/>
                  </a:cubicBezTo>
                  <a:close/>
                  <a:moveTo>
                    <a:pt x="2569" y="541"/>
                  </a:moveTo>
                  <a:cubicBezTo>
                    <a:pt x="2581" y="553"/>
                    <a:pt x="2589" y="561"/>
                    <a:pt x="2597" y="569"/>
                  </a:cubicBezTo>
                  <a:lnTo>
                    <a:pt x="2557" y="569"/>
                  </a:lnTo>
                  <a:cubicBezTo>
                    <a:pt x="2565" y="561"/>
                    <a:pt x="2569" y="549"/>
                    <a:pt x="2569" y="541"/>
                  </a:cubicBezTo>
                  <a:close/>
                  <a:moveTo>
                    <a:pt x="2399" y="458"/>
                  </a:moveTo>
                  <a:cubicBezTo>
                    <a:pt x="2429" y="458"/>
                    <a:pt x="2459" y="459"/>
                    <a:pt x="2489" y="461"/>
                  </a:cubicBezTo>
                  <a:cubicBezTo>
                    <a:pt x="2497" y="465"/>
                    <a:pt x="2509" y="469"/>
                    <a:pt x="2517" y="473"/>
                  </a:cubicBezTo>
                  <a:cubicBezTo>
                    <a:pt x="2525" y="481"/>
                    <a:pt x="2529" y="493"/>
                    <a:pt x="2537" y="501"/>
                  </a:cubicBezTo>
                  <a:lnTo>
                    <a:pt x="2553" y="521"/>
                  </a:lnTo>
                  <a:cubicBezTo>
                    <a:pt x="2553" y="525"/>
                    <a:pt x="2553" y="529"/>
                    <a:pt x="2557" y="533"/>
                  </a:cubicBezTo>
                  <a:cubicBezTo>
                    <a:pt x="2557" y="545"/>
                    <a:pt x="2553" y="557"/>
                    <a:pt x="2545" y="565"/>
                  </a:cubicBezTo>
                  <a:cubicBezTo>
                    <a:pt x="2521" y="565"/>
                    <a:pt x="2493" y="565"/>
                    <a:pt x="2469" y="569"/>
                  </a:cubicBezTo>
                  <a:cubicBezTo>
                    <a:pt x="2377" y="581"/>
                    <a:pt x="2285" y="593"/>
                    <a:pt x="2197" y="613"/>
                  </a:cubicBezTo>
                  <a:cubicBezTo>
                    <a:pt x="2105" y="633"/>
                    <a:pt x="2017" y="661"/>
                    <a:pt x="1933" y="693"/>
                  </a:cubicBezTo>
                  <a:cubicBezTo>
                    <a:pt x="1761" y="757"/>
                    <a:pt x="1605" y="841"/>
                    <a:pt x="1457" y="949"/>
                  </a:cubicBezTo>
                  <a:cubicBezTo>
                    <a:pt x="1385" y="997"/>
                    <a:pt x="1321" y="1053"/>
                    <a:pt x="1257" y="1113"/>
                  </a:cubicBezTo>
                  <a:cubicBezTo>
                    <a:pt x="1197" y="1169"/>
                    <a:pt x="1145" y="1233"/>
                    <a:pt x="1093" y="1297"/>
                  </a:cubicBezTo>
                  <a:cubicBezTo>
                    <a:pt x="1001" y="1421"/>
                    <a:pt x="925" y="1553"/>
                    <a:pt x="869" y="1693"/>
                  </a:cubicBezTo>
                  <a:cubicBezTo>
                    <a:pt x="785" y="1901"/>
                    <a:pt x="745" y="2125"/>
                    <a:pt x="753" y="2353"/>
                  </a:cubicBezTo>
                  <a:cubicBezTo>
                    <a:pt x="753" y="2401"/>
                    <a:pt x="761" y="2445"/>
                    <a:pt x="765" y="2481"/>
                  </a:cubicBezTo>
                  <a:cubicBezTo>
                    <a:pt x="755" y="2499"/>
                    <a:pt x="745" y="2516"/>
                    <a:pt x="736" y="2533"/>
                  </a:cubicBezTo>
                  <a:lnTo>
                    <a:pt x="736" y="2533"/>
                  </a:lnTo>
                  <a:lnTo>
                    <a:pt x="717" y="2497"/>
                  </a:lnTo>
                  <a:cubicBezTo>
                    <a:pt x="705" y="2473"/>
                    <a:pt x="689" y="2437"/>
                    <a:pt x="665" y="2389"/>
                  </a:cubicBezTo>
                  <a:cubicBezTo>
                    <a:pt x="645" y="2333"/>
                    <a:pt x="625" y="2277"/>
                    <a:pt x="609" y="2217"/>
                  </a:cubicBezTo>
                  <a:cubicBezTo>
                    <a:pt x="585" y="2141"/>
                    <a:pt x="569" y="2065"/>
                    <a:pt x="561" y="1989"/>
                  </a:cubicBezTo>
                  <a:cubicBezTo>
                    <a:pt x="549" y="1897"/>
                    <a:pt x="545" y="1805"/>
                    <a:pt x="549" y="1713"/>
                  </a:cubicBezTo>
                  <a:cubicBezTo>
                    <a:pt x="557" y="1613"/>
                    <a:pt x="569" y="1513"/>
                    <a:pt x="597" y="1413"/>
                  </a:cubicBezTo>
                  <a:cubicBezTo>
                    <a:pt x="653" y="1197"/>
                    <a:pt x="757" y="997"/>
                    <a:pt x="909" y="829"/>
                  </a:cubicBezTo>
                  <a:cubicBezTo>
                    <a:pt x="945" y="785"/>
                    <a:pt x="989" y="749"/>
                    <a:pt x="1033" y="709"/>
                  </a:cubicBezTo>
                  <a:cubicBezTo>
                    <a:pt x="1077" y="677"/>
                    <a:pt x="1125" y="645"/>
                    <a:pt x="1173" y="613"/>
                  </a:cubicBezTo>
                  <a:cubicBezTo>
                    <a:pt x="1269" y="557"/>
                    <a:pt x="1373" y="517"/>
                    <a:pt x="1485" y="497"/>
                  </a:cubicBezTo>
                  <a:cubicBezTo>
                    <a:pt x="1568" y="481"/>
                    <a:pt x="1654" y="472"/>
                    <a:pt x="1741" y="472"/>
                  </a:cubicBezTo>
                  <a:cubicBezTo>
                    <a:pt x="1758" y="472"/>
                    <a:pt x="1776" y="473"/>
                    <a:pt x="1793" y="473"/>
                  </a:cubicBezTo>
                  <a:cubicBezTo>
                    <a:pt x="1893" y="473"/>
                    <a:pt x="1985" y="473"/>
                    <a:pt x="2073" y="469"/>
                  </a:cubicBezTo>
                  <a:cubicBezTo>
                    <a:pt x="2161" y="469"/>
                    <a:pt x="2241" y="465"/>
                    <a:pt x="2309" y="461"/>
                  </a:cubicBezTo>
                  <a:cubicBezTo>
                    <a:pt x="2339" y="459"/>
                    <a:pt x="2369" y="458"/>
                    <a:pt x="2399" y="458"/>
                  </a:cubicBezTo>
                  <a:close/>
                  <a:moveTo>
                    <a:pt x="1619" y="356"/>
                  </a:moveTo>
                  <a:cubicBezTo>
                    <a:pt x="1676" y="356"/>
                    <a:pt x="1732" y="359"/>
                    <a:pt x="1789" y="361"/>
                  </a:cubicBezTo>
                  <a:cubicBezTo>
                    <a:pt x="1853" y="369"/>
                    <a:pt x="1913" y="377"/>
                    <a:pt x="1973" y="393"/>
                  </a:cubicBezTo>
                  <a:cubicBezTo>
                    <a:pt x="1997" y="397"/>
                    <a:pt x="2017" y="405"/>
                    <a:pt x="2033" y="409"/>
                  </a:cubicBezTo>
                  <a:lnTo>
                    <a:pt x="1793" y="409"/>
                  </a:lnTo>
                  <a:cubicBezTo>
                    <a:pt x="1685" y="413"/>
                    <a:pt x="1581" y="429"/>
                    <a:pt x="1477" y="461"/>
                  </a:cubicBezTo>
                  <a:cubicBezTo>
                    <a:pt x="1253" y="529"/>
                    <a:pt x="1053" y="645"/>
                    <a:pt x="881" y="801"/>
                  </a:cubicBezTo>
                  <a:cubicBezTo>
                    <a:pt x="797" y="881"/>
                    <a:pt x="721" y="977"/>
                    <a:pt x="665" y="1077"/>
                  </a:cubicBezTo>
                  <a:cubicBezTo>
                    <a:pt x="605" y="1177"/>
                    <a:pt x="561" y="1285"/>
                    <a:pt x="529" y="1393"/>
                  </a:cubicBezTo>
                  <a:cubicBezTo>
                    <a:pt x="473" y="1589"/>
                    <a:pt x="465" y="1797"/>
                    <a:pt x="501" y="2001"/>
                  </a:cubicBezTo>
                  <a:cubicBezTo>
                    <a:pt x="529" y="2141"/>
                    <a:pt x="577" y="2277"/>
                    <a:pt x="645" y="2401"/>
                  </a:cubicBezTo>
                  <a:cubicBezTo>
                    <a:pt x="669" y="2449"/>
                    <a:pt x="689" y="2481"/>
                    <a:pt x="705" y="2501"/>
                  </a:cubicBezTo>
                  <a:lnTo>
                    <a:pt x="729" y="2537"/>
                  </a:lnTo>
                  <a:lnTo>
                    <a:pt x="736" y="2534"/>
                  </a:lnTo>
                  <a:lnTo>
                    <a:pt x="736" y="2534"/>
                  </a:lnTo>
                  <a:cubicBezTo>
                    <a:pt x="730" y="2544"/>
                    <a:pt x="725" y="2555"/>
                    <a:pt x="721" y="2565"/>
                  </a:cubicBezTo>
                  <a:cubicBezTo>
                    <a:pt x="693" y="2521"/>
                    <a:pt x="665" y="2477"/>
                    <a:pt x="637" y="2437"/>
                  </a:cubicBezTo>
                  <a:lnTo>
                    <a:pt x="641" y="2425"/>
                  </a:lnTo>
                  <a:cubicBezTo>
                    <a:pt x="633" y="2425"/>
                    <a:pt x="629" y="2421"/>
                    <a:pt x="621" y="2413"/>
                  </a:cubicBezTo>
                  <a:cubicBezTo>
                    <a:pt x="605" y="2389"/>
                    <a:pt x="593" y="2365"/>
                    <a:pt x="573" y="2341"/>
                  </a:cubicBezTo>
                  <a:cubicBezTo>
                    <a:pt x="545" y="2305"/>
                    <a:pt x="521" y="2269"/>
                    <a:pt x="493" y="2229"/>
                  </a:cubicBezTo>
                  <a:cubicBezTo>
                    <a:pt x="477" y="2201"/>
                    <a:pt x="465" y="2173"/>
                    <a:pt x="449" y="2141"/>
                  </a:cubicBezTo>
                  <a:cubicBezTo>
                    <a:pt x="433" y="2105"/>
                    <a:pt x="417" y="2073"/>
                    <a:pt x="401" y="2041"/>
                  </a:cubicBezTo>
                  <a:cubicBezTo>
                    <a:pt x="401" y="2021"/>
                    <a:pt x="393" y="2001"/>
                    <a:pt x="389" y="1981"/>
                  </a:cubicBezTo>
                  <a:cubicBezTo>
                    <a:pt x="377" y="1917"/>
                    <a:pt x="357" y="1849"/>
                    <a:pt x="341" y="1781"/>
                  </a:cubicBezTo>
                  <a:cubicBezTo>
                    <a:pt x="329" y="1741"/>
                    <a:pt x="325" y="1705"/>
                    <a:pt x="321" y="1669"/>
                  </a:cubicBezTo>
                  <a:cubicBezTo>
                    <a:pt x="321" y="1629"/>
                    <a:pt x="317" y="1589"/>
                    <a:pt x="317" y="1549"/>
                  </a:cubicBezTo>
                  <a:cubicBezTo>
                    <a:pt x="317" y="1509"/>
                    <a:pt x="321" y="1469"/>
                    <a:pt x="329" y="1429"/>
                  </a:cubicBezTo>
                  <a:cubicBezTo>
                    <a:pt x="337" y="1389"/>
                    <a:pt x="345" y="1353"/>
                    <a:pt x="361" y="1317"/>
                  </a:cubicBezTo>
                  <a:cubicBezTo>
                    <a:pt x="377" y="1281"/>
                    <a:pt x="393" y="1245"/>
                    <a:pt x="401" y="1213"/>
                  </a:cubicBezTo>
                  <a:cubicBezTo>
                    <a:pt x="413" y="1181"/>
                    <a:pt x="421" y="1149"/>
                    <a:pt x="433" y="1121"/>
                  </a:cubicBezTo>
                  <a:cubicBezTo>
                    <a:pt x="449" y="1061"/>
                    <a:pt x="461" y="1013"/>
                    <a:pt x="469" y="977"/>
                  </a:cubicBezTo>
                  <a:cubicBezTo>
                    <a:pt x="477" y="941"/>
                    <a:pt x="481" y="921"/>
                    <a:pt x="481" y="921"/>
                  </a:cubicBezTo>
                  <a:lnTo>
                    <a:pt x="473" y="917"/>
                  </a:lnTo>
                  <a:cubicBezTo>
                    <a:pt x="433" y="973"/>
                    <a:pt x="397" y="1037"/>
                    <a:pt x="373" y="1101"/>
                  </a:cubicBezTo>
                  <a:cubicBezTo>
                    <a:pt x="361" y="1133"/>
                    <a:pt x="353" y="1165"/>
                    <a:pt x="341" y="1197"/>
                  </a:cubicBezTo>
                  <a:cubicBezTo>
                    <a:pt x="333" y="1233"/>
                    <a:pt x="329" y="1269"/>
                    <a:pt x="325" y="1305"/>
                  </a:cubicBezTo>
                  <a:cubicBezTo>
                    <a:pt x="321" y="1345"/>
                    <a:pt x="313" y="1385"/>
                    <a:pt x="305" y="1425"/>
                  </a:cubicBezTo>
                  <a:cubicBezTo>
                    <a:pt x="297" y="1465"/>
                    <a:pt x="285" y="1505"/>
                    <a:pt x="277" y="1545"/>
                  </a:cubicBezTo>
                  <a:cubicBezTo>
                    <a:pt x="265" y="1585"/>
                    <a:pt x="261" y="1629"/>
                    <a:pt x="257" y="1669"/>
                  </a:cubicBezTo>
                  <a:cubicBezTo>
                    <a:pt x="257" y="1705"/>
                    <a:pt x="261" y="1737"/>
                    <a:pt x="265" y="1773"/>
                  </a:cubicBezTo>
                  <a:cubicBezTo>
                    <a:pt x="245" y="1737"/>
                    <a:pt x="229" y="1697"/>
                    <a:pt x="213" y="1657"/>
                  </a:cubicBezTo>
                  <a:cubicBezTo>
                    <a:pt x="173" y="1565"/>
                    <a:pt x="145" y="1469"/>
                    <a:pt x="137" y="1365"/>
                  </a:cubicBezTo>
                  <a:cubicBezTo>
                    <a:pt x="129" y="1257"/>
                    <a:pt x="141" y="1149"/>
                    <a:pt x="173" y="1045"/>
                  </a:cubicBezTo>
                  <a:cubicBezTo>
                    <a:pt x="205" y="933"/>
                    <a:pt x="253" y="829"/>
                    <a:pt x="321" y="733"/>
                  </a:cubicBezTo>
                  <a:cubicBezTo>
                    <a:pt x="393" y="637"/>
                    <a:pt x="493" y="561"/>
                    <a:pt x="605" y="517"/>
                  </a:cubicBezTo>
                  <a:cubicBezTo>
                    <a:pt x="717" y="477"/>
                    <a:pt x="829" y="449"/>
                    <a:pt x="945" y="437"/>
                  </a:cubicBezTo>
                  <a:lnTo>
                    <a:pt x="1265" y="385"/>
                  </a:lnTo>
                  <a:cubicBezTo>
                    <a:pt x="1365" y="373"/>
                    <a:pt x="1461" y="361"/>
                    <a:pt x="1549" y="357"/>
                  </a:cubicBezTo>
                  <a:cubicBezTo>
                    <a:pt x="1572" y="356"/>
                    <a:pt x="1596" y="356"/>
                    <a:pt x="1619" y="356"/>
                  </a:cubicBezTo>
                  <a:close/>
                  <a:moveTo>
                    <a:pt x="2590" y="633"/>
                  </a:moveTo>
                  <a:cubicBezTo>
                    <a:pt x="2637" y="633"/>
                    <a:pt x="2681" y="642"/>
                    <a:pt x="2717" y="669"/>
                  </a:cubicBezTo>
                  <a:cubicBezTo>
                    <a:pt x="2749" y="689"/>
                    <a:pt x="2769" y="725"/>
                    <a:pt x="2777" y="761"/>
                  </a:cubicBezTo>
                  <a:cubicBezTo>
                    <a:pt x="2773" y="801"/>
                    <a:pt x="2761" y="841"/>
                    <a:pt x="2733" y="869"/>
                  </a:cubicBezTo>
                  <a:cubicBezTo>
                    <a:pt x="2705" y="909"/>
                    <a:pt x="2681" y="949"/>
                    <a:pt x="2665" y="993"/>
                  </a:cubicBezTo>
                  <a:cubicBezTo>
                    <a:pt x="2657" y="1041"/>
                    <a:pt x="2657" y="1089"/>
                    <a:pt x="2669" y="1133"/>
                  </a:cubicBezTo>
                  <a:cubicBezTo>
                    <a:pt x="2689" y="1217"/>
                    <a:pt x="2705" y="1305"/>
                    <a:pt x="2721" y="1385"/>
                  </a:cubicBezTo>
                  <a:cubicBezTo>
                    <a:pt x="2753" y="1541"/>
                    <a:pt x="2761" y="1697"/>
                    <a:pt x="2745" y="1853"/>
                  </a:cubicBezTo>
                  <a:cubicBezTo>
                    <a:pt x="2729" y="1989"/>
                    <a:pt x="2677" y="2117"/>
                    <a:pt x="2597" y="2225"/>
                  </a:cubicBezTo>
                  <a:cubicBezTo>
                    <a:pt x="2525" y="2321"/>
                    <a:pt x="2441" y="2405"/>
                    <a:pt x="2349" y="2481"/>
                  </a:cubicBezTo>
                  <a:cubicBezTo>
                    <a:pt x="2265" y="2549"/>
                    <a:pt x="2189" y="2605"/>
                    <a:pt x="2125" y="2649"/>
                  </a:cubicBezTo>
                  <a:cubicBezTo>
                    <a:pt x="2081" y="2681"/>
                    <a:pt x="2045" y="2705"/>
                    <a:pt x="2013" y="2725"/>
                  </a:cubicBezTo>
                  <a:lnTo>
                    <a:pt x="2013" y="2721"/>
                  </a:lnTo>
                  <a:cubicBezTo>
                    <a:pt x="2005" y="2693"/>
                    <a:pt x="1989" y="2673"/>
                    <a:pt x="1965" y="2657"/>
                  </a:cubicBezTo>
                  <a:cubicBezTo>
                    <a:pt x="1949" y="2649"/>
                    <a:pt x="1933" y="2641"/>
                    <a:pt x="1913" y="2637"/>
                  </a:cubicBezTo>
                  <a:cubicBezTo>
                    <a:pt x="1892" y="2632"/>
                    <a:pt x="1872" y="2628"/>
                    <a:pt x="1851" y="2628"/>
                  </a:cubicBezTo>
                  <a:cubicBezTo>
                    <a:pt x="1844" y="2628"/>
                    <a:pt x="1836" y="2628"/>
                    <a:pt x="1829" y="2629"/>
                  </a:cubicBezTo>
                  <a:lnTo>
                    <a:pt x="1757" y="2629"/>
                  </a:lnTo>
                  <a:cubicBezTo>
                    <a:pt x="1801" y="2601"/>
                    <a:pt x="1845" y="2569"/>
                    <a:pt x="1885" y="2529"/>
                  </a:cubicBezTo>
                  <a:cubicBezTo>
                    <a:pt x="1917" y="2497"/>
                    <a:pt x="1945" y="2461"/>
                    <a:pt x="1965" y="2421"/>
                  </a:cubicBezTo>
                  <a:cubicBezTo>
                    <a:pt x="1989" y="2377"/>
                    <a:pt x="2005" y="2325"/>
                    <a:pt x="2013" y="2277"/>
                  </a:cubicBezTo>
                  <a:cubicBezTo>
                    <a:pt x="2025" y="2169"/>
                    <a:pt x="2013" y="2069"/>
                    <a:pt x="2021" y="1965"/>
                  </a:cubicBezTo>
                  <a:cubicBezTo>
                    <a:pt x="2029" y="1861"/>
                    <a:pt x="2061" y="1765"/>
                    <a:pt x="2121" y="1681"/>
                  </a:cubicBezTo>
                  <a:cubicBezTo>
                    <a:pt x="2149" y="1641"/>
                    <a:pt x="2181" y="1605"/>
                    <a:pt x="2205" y="1569"/>
                  </a:cubicBezTo>
                  <a:cubicBezTo>
                    <a:pt x="2233" y="1537"/>
                    <a:pt x="2261" y="1505"/>
                    <a:pt x="2289" y="1477"/>
                  </a:cubicBezTo>
                  <a:cubicBezTo>
                    <a:pt x="2313" y="1449"/>
                    <a:pt x="2337" y="1425"/>
                    <a:pt x="2361" y="1401"/>
                  </a:cubicBezTo>
                  <a:cubicBezTo>
                    <a:pt x="2385" y="1381"/>
                    <a:pt x="2405" y="1361"/>
                    <a:pt x="2421" y="1349"/>
                  </a:cubicBezTo>
                  <a:cubicBezTo>
                    <a:pt x="2441" y="1333"/>
                    <a:pt x="2457" y="1321"/>
                    <a:pt x="2465" y="1313"/>
                  </a:cubicBezTo>
                  <a:lnTo>
                    <a:pt x="2481" y="1301"/>
                  </a:lnTo>
                  <a:lnTo>
                    <a:pt x="2477" y="1293"/>
                  </a:lnTo>
                  <a:cubicBezTo>
                    <a:pt x="2453" y="1301"/>
                    <a:pt x="2429" y="1313"/>
                    <a:pt x="2409" y="1321"/>
                  </a:cubicBezTo>
                  <a:cubicBezTo>
                    <a:pt x="2309" y="1373"/>
                    <a:pt x="2225" y="1445"/>
                    <a:pt x="2157" y="1533"/>
                  </a:cubicBezTo>
                  <a:cubicBezTo>
                    <a:pt x="2129" y="1573"/>
                    <a:pt x="2105" y="1617"/>
                    <a:pt x="2089" y="1661"/>
                  </a:cubicBezTo>
                  <a:cubicBezTo>
                    <a:pt x="2069" y="1709"/>
                    <a:pt x="2049" y="1757"/>
                    <a:pt x="2029" y="1805"/>
                  </a:cubicBezTo>
                  <a:cubicBezTo>
                    <a:pt x="2013" y="1853"/>
                    <a:pt x="1993" y="1905"/>
                    <a:pt x="1981" y="1957"/>
                  </a:cubicBezTo>
                  <a:cubicBezTo>
                    <a:pt x="1965" y="2009"/>
                    <a:pt x="1957" y="2065"/>
                    <a:pt x="1953" y="2117"/>
                  </a:cubicBezTo>
                  <a:cubicBezTo>
                    <a:pt x="1953" y="2169"/>
                    <a:pt x="1945" y="2217"/>
                    <a:pt x="1937" y="2269"/>
                  </a:cubicBezTo>
                  <a:cubicBezTo>
                    <a:pt x="1933" y="2309"/>
                    <a:pt x="1917" y="2353"/>
                    <a:pt x="1901" y="2393"/>
                  </a:cubicBezTo>
                  <a:cubicBezTo>
                    <a:pt x="1881" y="2429"/>
                    <a:pt x="1861" y="2461"/>
                    <a:pt x="1837" y="2493"/>
                  </a:cubicBezTo>
                  <a:cubicBezTo>
                    <a:pt x="1797" y="2541"/>
                    <a:pt x="1753" y="2585"/>
                    <a:pt x="1705" y="2629"/>
                  </a:cubicBezTo>
                  <a:lnTo>
                    <a:pt x="1697" y="2641"/>
                  </a:lnTo>
                  <a:lnTo>
                    <a:pt x="1677" y="2641"/>
                  </a:lnTo>
                  <a:cubicBezTo>
                    <a:pt x="1585" y="2657"/>
                    <a:pt x="1493" y="2681"/>
                    <a:pt x="1401" y="2717"/>
                  </a:cubicBezTo>
                  <a:cubicBezTo>
                    <a:pt x="1357" y="2729"/>
                    <a:pt x="1313" y="2749"/>
                    <a:pt x="1269" y="2769"/>
                  </a:cubicBezTo>
                  <a:cubicBezTo>
                    <a:pt x="1245" y="2781"/>
                    <a:pt x="1225" y="2793"/>
                    <a:pt x="1201" y="2805"/>
                  </a:cubicBezTo>
                  <a:cubicBezTo>
                    <a:pt x="1201" y="2797"/>
                    <a:pt x="1205" y="2785"/>
                    <a:pt x="1209" y="2777"/>
                  </a:cubicBezTo>
                  <a:cubicBezTo>
                    <a:pt x="1217" y="2745"/>
                    <a:pt x="1229" y="2713"/>
                    <a:pt x="1241" y="2681"/>
                  </a:cubicBezTo>
                  <a:cubicBezTo>
                    <a:pt x="1261" y="2633"/>
                    <a:pt x="1293" y="2593"/>
                    <a:pt x="1333" y="2561"/>
                  </a:cubicBezTo>
                  <a:cubicBezTo>
                    <a:pt x="1349" y="2549"/>
                    <a:pt x="1361" y="2529"/>
                    <a:pt x="1369" y="2513"/>
                  </a:cubicBezTo>
                  <a:cubicBezTo>
                    <a:pt x="1381" y="2477"/>
                    <a:pt x="1393" y="2441"/>
                    <a:pt x="1393" y="2401"/>
                  </a:cubicBezTo>
                  <a:cubicBezTo>
                    <a:pt x="1397" y="2365"/>
                    <a:pt x="1397" y="2329"/>
                    <a:pt x="1393" y="2293"/>
                  </a:cubicBezTo>
                  <a:cubicBezTo>
                    <a:pt x="1389" y="2253"/>
                    <a:pt x="1381" y="2217"/>
                    <a:pt x="1369" y="2181"/>
                  </a:cubicBezTo>
                  <a:cubicBezTo>
                    <a:pt x="1357" y="2153"/>
                    <a:pt x="1341" y="2125"/>
                    <a:pt x="1317" y="2105"/>
                  </a:cubicBezTo>
                  <a:lnTo>
                    <a:pt x="1317" y="2101"/>
                  </a:lnTo>
                  <a:cubicBezTo>
                    <a:pt x="1317" y="2089"/>
                    <a:pt x="1317" y="2077"/>
                    <a:pt x="1321" y="2069"/>
                  </a:cubicBezTo>
                  <a:cubicBezTo>
                    <a:pt x="1325" y="2049"/>
                    <a:pt x="1333" y="2033"/>
                    <a:pt x="1345" y="2017"/>
                  </a:cubicBezTo>
                  <a:lnTo>
                    <a:pt x="1385" y="1953"/>
                  </a:lnTo>
                  <a:cubicBezTo>
                    <a:pt x="1417" y="1897"/>
                    <a:pt x="1449" y="1837"/>
                    <a:pt x="1473" y="1781"/>
                  </a:cubicBezTo>
                  <a:lnTo>
                    <a:pt x="1517" y="1681"/>
                  </a:lnTo>
                  <a:cubicBezTo>
                    <a:pt x="1533" y="1645"/>
                    <a:pt x="1545" y="1609"/>
                    <a:pt x="1561" y="1577"/>
                  </a:cubicBezTo>
                  <a:cubicBezTo>
                    <a:pt x="1577" y="1545"/>
                    <a:pt x="1601" y="1517"/>
                    <a:pt x="1629" y="1493"/>
                  </a:cubicBezTo>
                  <a:cubicBezTo>
                    <a:pt x="1661" y="1473"/>
                    <a:pt x="1693" y="1453"/>
                    <a:pt x="1725" y="1441"/>
                  </a:cubicBezTo>
                  <a:cubicBezTo>
                    <a:pt x="1757" y="1425"/>
                    <a:pt x="1789" y="1413"/>
                    <a:pt x="1817" y="1397"/>
                  </a:cubicBezTo>
                  <a:cubicBezTo>
                    <a:pt x="1845" y="1381"/>
                    <a:pt x="1873" y="1365"/>
                    <a:pt x="1897" y="1349"/>
                  </a:cubicBezTo>
                  <a:lnTo>
                    <a:pt x="1961" y="1309"/>
                  </a:lnTo>
                  <a:cubicBezTo>
                    <a:pt x="1977" y="1301"/>
                    <a:pt x="1989" y="1297"/>
                    <a:pt x="2005" y="1293"/>
                  </a:cubicBezTo>
                  <a:cubicBezTo>
                    <a:pt x="2021" y="1293"/>
                    <a:pt x="2037" y="1305"/>
                    <a:pt x="2041" y="1317"/>
                  </a:cubicBezTo>
                  <a:lnTo>
                    <a:pt x="2049" y="1317"/>
                  </a:lnTo>
                  <a:cubicBezTo>
                    <a:pt x="2049" y="1313"/>
                    <a:pt x="2049" y="1305"/>
                    <a:pt x="2049" y="1301"/>
                  </a:cubicBezTo>
                  <a:cubicBezTo>
                    <a:pt x="2041" y="1285"/>
                    <a:pt x="2029" y="1273"/>
                    <a:pt x="2017" y="1269"/>
                  </a:cubicBezTo>
                  <a:cubicBezTo>
                    <a:pt x="2005" y="1265"/>
                    <a:pt x="1993" y="1263"/>
                    <a:pt x="1981" y="1263"/>
                  </a:cubicBezTo>
                  <a:cubicBezTo>
                    <a:pt x="1969" y="1263"/>
                    <a:pt x="1957" y="1265"/>
                    <a:pt x="1945" y="1269"/>
                  </a:cubicBezTo>
                  <a:cubicBezTo>
                    <a:pt x="1921" y="1277"/>
                    <a:pt x="1893" y="1285"/>
                    <a:pt x="1869" y="1297"/>
                  </a:cubicBezTo>
                  <a:cubicBezTo>
                    <a:pt x="1841" y="1313"/>
                    <a:pt x="1813" y="1329"/>
                    <a:pt x="1789" y="1345"/>
                  </a:cubicBezTo>
                  <a:cubicBezTo>
                    <a:pt x="1761" y="1365"/>
                    <a:pt x="1733" y="1385"/>
                    <a:pt x="1705" y="1409"/>
                  </a:cubicBezTo>
                  <a:cubicBezTo>
                    <a:pt x="1677" y="1433"/>
                    <a:pt x="1649" y="1453"/>
                    <a:pt x="1621" y="1477"/>
                  </a:cubicBezTo>
                  <a:cubicBezTo>
                    <a:pt x="1589" y="1501"/>
                    <a:pt x="1557" y="1525"/>
                    <a:pt x="1529" y="1557"/>
                  </a:cubicBezTo>
                  <a:cubicBezTo>
                    <a:pt x="1485" y="1617"/>
                    <a:pt x="1445" y="1681"/>
                    <a:pt x="1413" y="1749"/>
                  </a:cubicBezTo>
                  <a:cubicBezTo>
                    <a:pt x="1381" y="1805"/>
                    <a:pt x="1353" y="1865"/>
                    <a:pt x="1329" y="1925"/>
                  </a:cubicBezTo>
                  <a:cubicBezTo>
                    <a:pt x="1309" y="1969"/>
                    <a:pt x="1297" y="2017"/>
                    <a:pt x="1293" y="2065"/>
                  </a:cubicBezTo>
                  <a:cubicBezTo>
                    <a:pt x="1297" y="2077"/>
                    <a:pt x="1297" y="2085"/>
                    <a:pt x="1301" y="2093"/>
                  </a:cubicBezTo>
                  <a:cubicBezTo>
                    <a:pt x="1297" y="2093"/>
                    <a:pt x="1293" y="2089"/>
                    <a:pt x="1289" y="2085"/>
                  </a:cubicBezTo>
                  <a:cubicBezTo>
                    <a:pt x="1277" y="2081"/>
                    <a:pt x="1265" y="2077"/>
                    <a:pt x="1253" y="2077"/>
                  </a:cubicBezTo>
                  <a:cubicBezTo>
                    <a:pt x="1241" y="2077"/>
                    <a:pt x="1229" y="2077"/>
                    <a:pt x="1217" y="2081"/>
                  </a:cubicBezTo>
                  <a:cubicBezTo>
                    <a:pt x="1197" y="2085"/>
                    <a:pt x="1181" y="2093"/>
                    <a:pt x="1161" y="2105"/>
                  </a:cubicBezTo>
                  <a:cubicBezTo>
                    <a:pt x="1129" y="2121"/>
                    <a:pt x="1097" y="2141"/>
                    <a:pt x="1065" y="2165"/>
                  </a:cubicBezTo>
                  <a:cubicBezTo>
                    <a:pt x="1009" y="2209"/>
                    <a:pt x="953" y="2257"/>
                    <a:pt x="905" y="2309"/>
                  </a:cubicBezTo>
                  <a:cubicBezTo>
                    <a:pt x="877" y="2337"/>
                    <a:pt x="853" y="2365"/>
                    <a:pt x="833" y="2393"/>
                  </a:cubicBezTo>
                  <a:cubicBezTo>
                    <a:pt x="821" y="2405"/>
                    <a:pt x="813" y="2417"/>
                    <a:pt x="805" y="2429"/>
                  </a:cubicBezTo>
                  <a:cubicBezTo>
                    <a:pt x="805" y="2405"/>
                    <a:pt x="809" y="2381"/>
                    <a:pt x="809" y="2353"/>
                  </a:cubicBezTo>
                  <a:cubicBezTo>
                    <a:pt x="821" y="2261"/>
                    <a:pt x="837" y="2169"/>
                    <a:pt x="861" y="2077"/>
                  </a:cubicBezTo>
                  <a:cubicBezTo>
                    <a:pt x="889" y="1961"/>
                    <a:pt x="933" y="1849"/>
                    <a:pt x="985" y="1741"/>
                  </a:cubicBezTo>
                  <a:cubicBezTo>
                    <a:pt x="1045" y="1617"/>
                    <a:pt x="1121" y="1497"/>
                    <a:pt x="1209" y="1389"/>
                  </a:cubicBezTo>
                  <a:cubicBezTo>
                    <a:pt x="1309" y="1269"/>
                    <a:pt x="1421" y="1157"/>
                    <a:pt x="1545" y="1061"/>
                  </a:cubicBezTo>
                  <a:cubicBezTo>
                    <a:pt x="1677" y="957"/>
                    <a:pt x="1825" y="873"/>
                    <a:pt x="1977" y="805"/>
                  </a:cubicBezTo>
                  <a:cubicBezTo>
                    <a:pt x="2141" y="733"/>
                    <a:pt x="2309" y="681"/>
                    <a:pt x="2477" y="645"/>
                  </a:cubicBezTo>
                  <a:cubicBezTo>
                    <a:pt x="2515" y="638"/>
                    <a:pt x="2553" y="633"/>
                    <a:pt x="2590" y="633"/>
                  </a:cubicBezTo>
                  <a:close/>
                  <a:moveTo>
                    <a:pt x="1269" y="2141"/>
                  </a:moveTo>
                  <a:cubicBezTo>
                    <a:pt x="1293" y="2153"/>
                    <a:pt x="1309" y="2177"/>
                    <a:pt x="1321" y="2201"/>
                  </a:cubicBezTo>
                  <a:cubicBezTo>
                    <a:pt x="1333" y="2233"/>
                    <a:pt x="1345" y="2265"/>
                    <a:pt x="1349" y="2297"/>
                  </a:cubicBezTo>
                  <a:cubicBezTo>
                    <a:pt x="1353" y="2329"/>
                    <a:pt x="1357" y="2365"/>
                    <a:pt x="1353" y="2397"/>
                  </a:cubicBezTo>
                  <a:cubicBezTo>
                    <a:pt x="1353" y="2429"/>
                    <a:pt x="1345" y="2461"/>
                    <a:pt x="1333" y="2493"/>
                  </a:cubicBezTo>
                  <a:cubicBezTo>
                    <a:pt x="1329" y="2505"/>
                    <a:pt x="1317" y="2517"/>
                    <a:pt x="1309" y="2529"/>
                  </a:cubicBezTo>
                  <a:lnTo>
                    <a:pt x="1301" y="2533"/>
                  </a:lnTo>
                  <a:lnTo>
                    <a:pt x="1293" y="2541"/>
                  </a:lnTo>
                  <a:cubicBezTo>
                    <a:pt x="1285" y="2549"/>
                    <a:pt x="1277" y="2557"/>
                    <a:pt x="1269" y="2561"/>
                  </a:cubicBezTo>
                  <a:cubicBezTo>
                    <a:pt x="1245" y="2589"/>
                    <a:pt x="1225" y="2621"/>
                    <a:pt x="1209" y="2657"/>
                  </a:cubicBezTo>
                  <a:cubicBezTo>
                    <a:pt x="1177" y="2721"/>
                    <a:pt x="1153" y="2793"/>
                    <a:pt x="1141" y="2865"/>
                  </a:cubicBezTo>
                  <a:lnTo>
                    <a:pt x="1125" y="2945"/>
                  </a:lnTo>
                  <a:lnTo>
                    <a:pt x="1189" y="2889"/>
                  </a:lnTo>
                  <a:cubicBezTo>
                    <a:pt x="1225" y="2861"/>
                    <a:pt x="1261" y="2841"/>
                    <a:pt x="1305" y="2829"/>
                  </a:cubicBezTo>
                  <a:cubicBezTo>
                    <a:pt x="1345" y="2813"/>
                    <a:pt x="1389" y="2801"/>
                    <a:pt x="1433" y="2789"/>
                  </a:cubicBezTo>
                  <a:cubicBezTo>
                    <a:pt x="1521" y="2769"/>
                    <a:pt x="1609" y="2753"/>
                    <a:pt x="1701" y="2745"/>
                  </a:cubicBezTo>
                  <a:cubicBezTo>
                    <a:pt x="1732" y="2743"/>
                    <a:pt x="1763" y="2740"/>
                    <a:pt x="1793" y="2740"/>
                  </a:cubicBezTo>
                  <a:cubicBezTo>
                    <a:pt x="1805" y="2740"/>
                    <a:pt x="1817" y="2740"/>
                    <a:pt x="1829" y="2741"/>
                  </a:cubicBezTo>
                  <a:cubicBezTo>
                    <a:pt x="1849" y="2741"/>
                    <a:pt x="1869" y="2745"/>
                    <a:pt x="1885" y="2749"/>
                  </a:cubicBezTo>
                  <a:cubicBezTo>
                    <a:pt x="1889" y="2749"/>
                    <a:pt x="1893" y="2749"/>
                    <a:pt x="1897" y="2753"/>
                  </a:cubicBezTo>
                  <a:cubicBezTo>
                    <a:pt x="1897" y="2777"/>
                    <a:pt x="1885" y="2801"/>
                    <a:pt x="1869" y="2821"/>
                  </a:cubicBezTo>
                  <a:cubicBezTo>
                    <a:pt x="1845" y="2849"/>
                    <a:pt x="1813" y="2877"/>
                    <a:pt x="1781" y="2901"/>
                  </a:cubicBezTo>
                  <a:cubicBezTo>
                    <a:pt x="1705" y="2949"/>
                    <a:pt x="1629" y="2993"/>
                    <a:pt x="1545" y="3025"/>
                  </a:cubicBezTo>
                  <a:cubicBezTo>
                    <a:pt x="1505" y="3041"/>
                    <a:pt x="1461" y="3053"/>
                    <a:pt x="1417" y="3069"/>
                  </a:cubicBezTo>
                  <a:cubicBezTo>
                    <a:pt x="1397" y="3073"/>
                    <a:pt x="1373" y="3081"/>
                    <a:pt x="1349" y="3089"/>
                  </a:cubicBezTo>
                  <a:cubicBezTo>
                    <a:pt x="1325" y="3097"/>
                    <a:pt x="1301" y="3105"/>
                    <a:pt x="1277" y="3117"/>
                  </a:cubicBezTo>
                  <a:cubicBezTo>
                    <a:pt x="1233" y="3141"/>
                    <a:pt x="1189" y="3169"/>
                    <a:pt x="1157" y="3205"/>
                  </a:cubicBezTo>
                  <a:cubicBezTo>
                    <a:pt x="1121" y="3241"/>
                    <a:pt x="1089" y="3281"/>
                    <a:pt x="1065" y="3325"/>
                  </a:cubicBezTo>
                  <a:cubicBezTo>
                    <a:pt x="1021" y="3405"/>
                    <a:pt x="989" y="3493"/>
                    <a:pt x="977" y="3585"/>
                  </a:cubicBezTo>
                  <a:cubicBezTo>
                    <a:pt x="945" y="3573"/>
                    <a:pt x="921" y="3553"/>
                    <a:pt x="897" y="3529"/>
                  </a:cubicBezTo>
                  <a:cubicBezTo>
                    <a:pt x="873" y="3509"/>
                    <a:pt x="861" y="3477"/>
                    <a:pt x="869" y="3445"/>
                  </a:cubicBezTo>
                  <a:cubicBezTo>
                    <a:pt x="869" y="3437"/>
                    <a:pt x="873" y="3429"/>
                    <a:pt x="877" y="3421"/>
                  </a:cubicBezTo>
                  <a:lnTo>
                    <a:pt x="881" y="3409"/>
                  </a:lnTo>
                  <a:lnTo>
                    <a:pt x="885" y="3389"/>
                  </a:lnTo>
                  <a:cubicBezTo>
                    <a:pt x="889" y="3369"/>
                    <a:pt x="889" y="3345"/>
                    <a:pt x="885" y="3321"/>
                  </a:cubicBezTo>
                  <a:cubicBezTo>
                    <a:pt x="873" y="3281"/>
                    <a:pt x="857" y="3241"/>
                    <a:pt x="837" y="3209"/>
                  </a:cubicBezTo>
                  <a:cubicBezTo>
                    <a:pt x="793" y="3141"/>
                    <a:pt x="749" y="3081"/>
                    <a:pt x="709" y="3021"/>
                  </a:cubicBezTo>
                  <a:cubicBezTo>
                    <a:pt x="689" y="2989"/>
                    <a:pt x="669" y="2957"/>
                    <a:pt x="653" y="2925"/>
                  </a:cubicBezTo>
                  <a:cubicBezTo>
                    <a:pt x="645" y="2913"/>
                    <a:pt x="637" y="2897"/>
                    <a:pt x="633" y="2881"/>
                  </a:cubicBezTo>
                  <a:lnTo>
                    <a:pt x="621" y="2853"/>
                  </a:lnTo>
                  <a:lnTo>
                    <a:pt x="613" y="2829"/>
                  </a:lnTo>
                  <a:cubicBezTo>
                    <a:pt x="589" y="2753"/>
                    <a:pt x="561" y="2681"/>
                    <a:pt x="525" y="2613"/>
                  </a:cubicBezTo>
                  <a:cubicBezTo>
                    <a:pt x="489" y="2541"/>
                    <a:pt x="445" y="2469"/>
                    <a:pt x="393" y="2409"/>
                  </a:cubicBezTo>
                  <a:cubicBezTo>
                    <a:pt x="377" y="2393"/>
                    <a:pt x="365" y="2377"/>
                    <a:pt x="349" y="2365"/>
                  </a:cubicBezTo>
                  <a:cubicBezTo>
                    <a:pt x="333" y="2349"/>
                    <a:pt x="317" y="2333"/>
                    <a:pt x="297" y="2321"/>
                  </a:cubicBezTo>
                  <a:lnTo>
                    <a:pt x="293" y="2317"/>
                  </a:lnTo>
                  <a:lnTo>
                    <a:pt x="289" y="2313"/>
                  </a:lnTo>
                  <a:lnTo>
                    <a:pt x="285" y="2309"/>
                  </a:lnTo>
                  <a:cubicBezTo>
                    <a:pt x="277" y="2309"/>
                    <a:pt x="277" y="2305"/>
                    <a:pt x="277" y="2301"/>
                  </a:cubicBezTo>
                  <a:cubicBezTo>
                    <a:pt x="273" y="2293"/>
                    <a:pt x="269" y="2289"/>
                    <a:pt x="269" y="2281"/>
                  </a:cubicBezTo>
                  <a:cubicBezTo>
                    <a:pt x="269" y="2257"/>
                    <a:pt x="273" y="2233"/>
                    <a:pt x="285" y="2213"/>
                  </a:cubicBezTo>
                  <a:cubicBezTo>
                    <a:pt x="285" y="2209"/>
                    <a:pt x="285" y="2209"/>
                    <a:pt x="289" y="2205"/>
                  </a:cubicBezTo>
                  <a:cubicBezTo>
                    <a:pt x="309" y="2225"/>
                    <a:pt x="329" y="2249"/>
                    <a:pt x="349" y="2273"/>
                  </a:cubicBezTo>
                  <a:cubicBezTo>
                    <a:pt x="389" y="2325"/>
                    <a:pt x="425" y="2373"/>
                    <a:pt x="465" y="2425"/>
                  </a:cubicBezTo>
                  <a:cubicBezTo>
                    <a:pt x="541" y="2529"/>
                    <a:pt x="617" y="2633"/>
                    <a:pt x="685" y="2741"/>
                  </a:cubicBezTo>
                  <a:lnTo>
                    <a:pt x="777" y="2877"/>
                  </a:lnTo>
                  <a:lnTo>
                    <a:pt x="801" y="2713"/>
                  </a:lnTo>
                  <a:cubicBezTo>
                    <a:pt x="805" y="2685"/>
                    <a:pt x="813" y="2657"/>
                    <a:pt x="821" y="2629"/>
                  </a:cubicBezTo>
                  <a:cubicBezTo>
                    <a:pt x="833" y="2601"/>
                    <a:pt x="849" y="2569"/>
                    <a:pt x="865" y="2541"/>
                  </a:cubicBezTo>
                  <a:cubicBezTo>
                    <a:pt x="897" y="2485"/>
                    <a:pt x="937" y="2429"/>
                    <a:pt x="981" y="2377"/>
                  </a:cubicBezTo>
                  <a:cubicBezTo>
                    <a:pt x="1021" y="2321"/>
                    <a:pt x="1069" y="2273"/>
                    <a:pt x="1117" y="2225"/>
                  </a:cubicBezTo>
                  <a:cubicBezTo>
                    <a:pt x="1141" y="2201"/>
                    <a:pt x="1169" y="2181"/>
                    <a:pt x="1197" y="2165"/>
                  </a:cubicBezTo>
                  <a:cubicBezTo>
                    <a:pt x="1209" y="2157"/>
                    <a:pt x="1221" y="2149"/>
                    <a:pt x="1237" y="2145"/>
                  </a:cubicBezTo>
                  <a:cubicBezTo>
                    <a:pt x="1241" y="2141"/>
                    <a:pt x="1249" y="2141"/>
                    <a:pt x="1253" y="2141"/>
                  </a:cubicBezTo>
                  <a:close/>
                  <a:moveTo>
                    <a:pt x="1596" y="1"/>
                  </a:moveTo>
                  <a:cubicBezTo>
                    <a:pt x="1569" y="1"/>
                    <a:pt x="1543" y="2"/>
                    <a:pt x="1517" y="5"/>
                  </a:cubicBezTo>
                  <a:cubicBezTo>
                    <a:pt x="1449" y="13"/>
                    <a:pt x="1381" y="45"/>
                    <a:pt x="1325" y="89"/>
                  </a:cubicBezTo>
                  <a:cubicBezTo>
                    <a:pt x="1301" y="113"/>
                    <a:pt x="1277" y="137"/>
                    <a:pt x="1261" y="169"/>
                  </a:cubicBezTo>
                  <a:cubicBezTo>
                    <a:pt x="1249" y="193"/>
                    <a:pt x="1237" y="217"/>
                    <a:pt x="1229" y="237"/>
                  </a:cubicBezTo>
                  <a:cubicBezTo>
                    <a:pt x="1225" y="245"/>
                    <a:pt x="1221" y="257"/>
                    <a:pt x="1213" y="265"/>
                  </a:cubicBezTo>
                  <a:cubicBezTo>
                    <a:pt x="1209" y="269"/>
                    <a:pt x="1209" y="269"/>
                    <a:pt x="1205" y="269"/>
                  </a:cubicBezTo>
                  <a:lnTo>
                    <a:pt x="1197" y="277"/>
                  </a:lnTo>
                  <a:cubicBezTo>
                    <a:pt x="1105" y="293"/>
                    <a:pt x="1013" y="317"/>
                    <a:pt x="921" y="349"/>
                  </a:cubicBezTo>
                  <a:cubicBezTo>
                    <a:pt x="809" y="385"/>
                    <a:pt x="697" y="429"/>
                    <a:pt x="589" y="477"/>
                  </a:cubicBezTo>
                  <a:cubicBezTo>
                    <a:pt x="477" y="529"/>
                    <a:pt x="373" y="601"/>
                    <a:pt x="285" y="689"/>
                  </a:cubicBezTo>
                  <a:cubicBezTo>
                    <a:pt x="193" y="781"/>
                    <a:pt x="121" y="885"/>
                    <a:pt x="73" y="1005"/>
                  </a:cubicBezTo>
                  <a:cubicBezTo>
                    <a:pt x="25" y="1121"/>
                    <a:pt x="1" y="1245"/>
                    <a:pt x="5" y="1373"/>
                  </a:cubicBezTo>
                  <a:cubicBezTo>
                    <a:pt x="9" y="1493"/>
                    <a:pt x="37" y="1609"/>
                    <a:pt x="89" y="1717"/>
                  </a:cubicBezTo>
                  <a:cubicBezTo>
                    <a:pt x="129" y="1805"/>
                    <a:pt x="181" y="1893"/>
                    <a:pt x="237" y="1977"/>
                  </a:cubicBezTo>
                  <a:lnTo>
                    <a:pt x="249" y="1993"/>
                  </a:lnTo>
                  <a:lnTo>
                    <a:pt x="213" y="2045"/>
                  </a:lnTo>
                  <a:cubicBezTo>
                    <a:pt x="185" y="2081"/>
                    <a:pt x="165" y="2117"/>
                    <a:pt x="149" y="2161"/>
                  </a:cubicBezTo>
                  <a:cubicBezTo>
                    <a:pt x="125" y="2205"/>
                    <a:pt x="117" y="2257"/>
                    <a:pt x="121" y="2305"/>
                  </a:cubicBezTo>
                  <a:cubicBezTo>
                    <a:pt x="125" y="2337"/>
                    <a:pt x="137" y="2365"/>
                    <a:pt x="153" y="2389"/>
                  </a:cubicBezTo>
                  <a:cubicBezTo>
                    <a:pt x="161" y="2405"/>
                    <a:pt x="173" y="2413"/>
                    <a:pt x="185" y="2425"/>
                  </a:cubicBezTo>
                  <a:lnTo>
                    <a:pt x="201" y="2437"/>
                  </a:lnTo>
                  <a:lnTo>
                    <a:pt x="205" y="2445"/>
                  </a:lnTo>
                  <a:lnTo>
                    <a:pt x="213" y="2449"/>
                  </a:lnTo>
                  <a:cubicBezTo>
                    <a:pt x="225" y="2457"/>
                    <a:pt x="237" y="2465"/>
                    <a:pt x="249" y="2477"/>
                  </a:cubicBezTo>
                  <a:cubicBezTo>
                    <a:pt x="261" y="2489"/>
                    <a:pt x="273" y="2501"/>
                    <a:pt x="285" y="2513"/>
                  </a:cubicBezTo>
                  <a:cubicBezTo>
                    <a:pt x="377" y="2621"/>
                    <a:pt x="453" y="2745"/>
                    <a:pt x="505" y="2881"/>
                  </a:cubicBezTo>
                  <a:lnTo>
                    <a:pt x="517" y="2909"/>
                  </a:lnTo>
                  <a:lnTo>
                    <a:pt x="525" y="2933"/>
                  </a:lnTo>
                  <a:cubicBezTo>
                    <a:pt x="533" y="2949"/>
                    <a:pt x="545" y="2969"/>
                    <a:pt x="557" y="2989"/>
                  </a:cubicBezTo>
                  <a:cubicBezTo>
                    <a:pt x="577" y="3021"/>
                    <a:pt x="601" y="3053"/>
                    <a:pt x="625" y="3085"/>
                  </a:cubicBezTo>
                  <a:cubicBezTo>
                    <a:pt x="677" y="3145"/>
                    <a:pt x="725" y="3201"/>
                    <a:pt x="769" y="3261"/>
                  </a:cubicBezTo>
                  <a:cubicBezTo>
                    <a:pt x="793" y="3285"/>
                    <a:pt x="809" y="3317"/>
                    <a:pt x="821" y="3349"/>
                  </a:cubicBezTo>
                  <a:cubicBezTo>
                    <a:pt x="825" y="3361"/>
                    <a:pt x="829" y="3377"/>
                    <a:pt x="825" y="3389"/>
                  </a:cubicBezTo>
                  <a:lnTo>
                    <a:pt x="825" y="3401"/>
                  </a:lnTo>
                  <a:lnTo>
                    <a:pt x="825" y="3409"/>
                  </a:lnTo>
                  <a:lnTo>
                    <a:pt x="825" y="3417"/>
                  </a:lnTo>
                  <a:cubicBezTo>
                    <a:pt x="825" y="3425"/>
                    <a:pt x="821" y="3437"/>
                    <a:pt x="821" y="3445"/>
                  </a:cubicBezTo>
                  <a:cubicBezTo>
                    <a:pt x="817" y="3493"/>
                    <a:pt x="837" y="3533"/>
                    <a:pt x="873" y="3561"/>
                  </a:cubicBezTo>
                  <a:cubicBezTo>
                    <a:pt x="905" y="3585"/>
                    <a:pt x="941" y="3605"/>
                    <a:pt x="981" y="3613"/>
                  </a:cubicBezTo>
                  <a:lnTo>
                    <a:pt x="989" y="3613"/>
                  </a:lnTo>
                  <a:lnTo>
                    <a:pt x="989" y="3605"/>
                  </a:lnTo>
                  <a:cubicBezTo>
                    <a:pt x="1017" y="3517"/>
                    <a:pt x="1057" y="3437"/>
                    <a:pt x="1113" y="3365"/>
                  </a:cubicBezTo>
                  <a:cubicBezTo>
                    <a:pt x="1141" y="3329"/>
                    <a:pt x="1169" y="3297"/>
                    <a:pt x="1205" y="3269"/>
                  </a:cubicBezTo>
                  <a:cubicBezTo>
                    <a:pt x="1237" y="3241"/>
                    <a:pt x="1273" y="3221"/>
                    <a:pt x="1313" y="3205"/>
                  </a:cubicBezTo>
                  <a:cubicBezTo>
                    <a:pt x="1333" y="3197"/>
                    <a:pt x="1353" y="3189"/>
                    <a:pt x="1373" y="3185"/>
                  </a:cubicBezTo>
                  <a:cubicBezTo>
                    <a:pt x="1393" y="3181"/>
                    <a:pt x="1417" y="3177"/>
                    <a:pt x="1441" y="3173"/>
                  </a:cubicBezTo>
                  <a:cubicBezTo>
                    <a:pt x="1489" y="3161"/>
                    <a:pt x="1533" y="3149"/>
                    <a:pt x="1581" y="3133"/>
                  </a:cubicBezTo>
                  <a:cubicBezTo>
                    <a:pt x="1673" y="3101"/>
                    <a:pt x="1765" y="3061"/>
                    <a:pt x="1845" y="3005"/>
                  </a:cubicBezTo>
                  <a:cubicBezTo>
                    <a:pt x="1889" y="2977"/>
                    <a:pt x="1929" y="2941"/>
                    <a:pt x="1965" y="2901"/>
                  </a:cubicBezTo>
                  <a:cubicBezTo>
                    <a:pt x="1997" y="2865"/>
                    <a:pt x="2017" y="2817"/>
                    <a:pt x="2017" y="2765"/>
                  </a:cubicBezTo>
                  <a:cubicBezTo>
                    <a:pt x="2053" y="2749"/>
                    <a:pt x="2101" y="2729"/>
                    <a:pt x="2157" y="2701"/>
                  </a:cubicBezTo>
                  <a:cubicBezTo>
                    <a:pt x="2245" y="2657"/>
                    <a:pt x="2329" y="2609"/>
                    <a:pt x="2409" y="2557"/>
                  </a:cubicBezTo>
                  <a:cubicBezTo>
                    <a:pt x="2517" y="2485"/>
                    <a:pt x="2613" y="2397"/>
                    <a:pt x="2693" y="2297"/>
                  </a:cubicBezTo>
                  <a:cubicBezTo>
                    <a:pt x="2793" y="2177"/>
                    <a:pt x="2853" y="2025"/>
                    <a:pt x="2869" y="1869"/>
                  </a:cubicBezTo>
                  <a:cubicBezTo>
                    <a:pt x="2885" y="1701"/>
                    <a:pt x="2841" y="1533"/>
                    <a:pt x="2793" y="1369"/>
                  </a:cubicBezTo>
                  <a:cubicBezTo>
                    <a:pt x="2769" y="1289"/>
                    <a:pt x="2741" y="1205"/>
                    <a:pt x="2721" y="1121"/>
                  </a:cubicBezTo>
                  <a:cubicBezTo>
                    <a:pt x="2705" y="1085"/>
                    <a:pt x="2701" y="1045"/>
                    <a:pt x="2709" y="1005"/>
                  </a:cubicBezTo>
                  <a:cubicBezTo>
                    <a:pt x="2721" y="965"/>
                    <a:pt x="2741" y="929"/>
                    <a:pt x="2769" y="897"/>
                  </a:cubicBezTo>
                  <a:cubicBezTo>
                    <a:pt x="2801" y="857"/>
                    <a:pt x="2821" y="809"/>
                    <a:pt x="2821" y="761"/>
                  </a:cubicBezTo>
                  <a:cubicBezTo>
                    <a:pt x="2821" y="709"/>
                    <a:pt x="2793" y="661"/>
                    <a:pt x="2753" y="629"/>
                  </a:cubicBezTo>
                  <a:cubicBezTo>
                    <a:pt x="2729" y="609"/>
                    <a:pt x="2705" y="597"/>
                    <a:pt x="2681" y="585"/>
                  </a:cubicBezTo>
                  <a:cubicBezTo>
                    <a:pt x="2673" y="573"/>
                    <a:pt x="2669" y="561"/>
                    <a:pt x="2661" y="545"/>
                  </a:cubicBezTo>
                  <a:lnTo>
                    <a:pt x="2621" y="453"/>
                  </a:lnTo>
                  <a:cubicBezTo>
                    <a:pt x="2605" y="417"/>
                    <a:pt x="2589" y="373"/>
                    <a:pt x="2565" y="329"/>
                  </a:cubicBezTo>
                  <a:cubicBezTo>
                    <a:pt x="2541" y="277"/>
                    <a:pt x="2513" y="229"/>
                    <a:pt x="2473" y="189"/>
                  </a:cubicBezTo>
                  <a:cubicBezTo>
                    <a:pt x="2425" y="141"/>
                    <a:pt x="2369" y="105"/>
                    <a:pt x="2309" y="85"/>
                  </a:cubicBezTo>
                  <a:cubicBezTo>
                    <a:pt x="2245" y="61"/>
                    <a:pt x="2177" y="45"/>
                    <a:pt x="2113" y="41"/>
                  </a:cubicBezTo>
                  <a:lnTo>
                    <a:pt x="1913" y="29"/>
                  </a:lnTo>
                  <a:cubicBezTo>
                    <a:pt x="1845" y="25"/>
                    <a:pt x="1789" y="21"/>
                    <a:pt x="1721" y="9"/>
                  </a:cubicBezTo>
                  <a:cubicBezTo>
                    <a:pt x="1681" y="4"/>
                    <a:pt x="1639" y="1"/>
                    <a:pt x="1596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" name="Google Shape;3880;p70"/>
          <p:cNvSpPr txBox="1">
            <a:spLocks noGrp="1"/>
          </p:cNvSpPr>
          <p:nvPr>
            <p:ph type="title"/>
          </p:nvPr>
        </p:nvSpPr>
        <p:spPr>
          <a:xfrm>
            <a:off x="807625" y="1622375"/>
            <a:ext cx="421200" cy="30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881" name="Google Shape;3881;p70"/>
          <p:cNvSpPr txBox="1">
            <a:spLocks noGrp="1"/>
          </p:cNvSpPr>
          <p:nvPr>
            <p:ph type="subTitle" idx="1"/>
          </p:nvPr>
        </p:nvSpPr>
        <p:spPr>
          <a:xfrm>
            <a:off x="1233820" y="1612178"/>
            <a:ext cx="2314500" cy="359100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sr-Latn-RS" dirty="0"/>
              <a:t>FPGA nivo</a:t>
            </a:r>
            <a:endParaRPr dirty="0"/>
          </a:p>
        </p:txBody>
      </p:sp>
      <p:sp>
        <p:nvSpPr>
          <p:cNvPr id="3882" name="Google Shape;3882;p70"/>
          <p:cNvSpPr txBox="1">
            <a:spLocks noGrp="1"/>
          </p:cNvSpPr>
          <p:nvPr>
            <p:ph type="subTitle" idx="2"/>
          </p:nvPr>
        </p:nvSpPr>
        <p:spPr>
          <a:xfrm>
            <a:off x="857495" y="2076113"/>
            <a:ext cx="2654700" cy="859437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sr-Latn-RS" dirty="0"/>
              <a:t>čitanje senzora (B1–B9) i upravljanje ventilima (Y1–Y7) u realnom vremenu</a:t>
            </a:r>
            <a:endParaRPr dirty="0"/>
          </a:p>
        </p:txBody>
      </p:sp>
      <p:sp>
        <p:nvSpPr>
          <p:cNvPr id="3883" name="Google Shape;3883;p70"/>
          <p:cNvSpPr txBox="1">
            <a:spLocks noGrp="1"/>
          </p:cNvSpPr>
          <p:nvPr>
            <p:ph type="title" idx="3"/>
          </p:nvPr>
        </p:nvSpPr>
        <p:spPr>
          <a:xfrm>
            <a:off x="718730" y="217068"/>
            <a:ext cx="7704000" cy="11922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Arhitektura aplikacije na cRIO kontroleru</a:t>
            </a:r>
            <a:endParaRPr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84" name="Google Shape;3884;p70"/>
          <p:cNvSpPr txBox="1">
            <a:spLocks noGrp="1"/>
          </p:cNvSpPr>
          <p:nvPr>
            <p:ph type="title" idx="4"/>
          </p:nvPr>
        </p:nvSpPr>
        <p:spPr>
          <a:xfrm>
            <a:off x="807626" y="3186025"/>
            <a:ext cx="421200" cy="30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85" name="Google Shape;3885;p70"/>
          <p:cNvSpPr txBox="1">
            <a:spLocks noGrp="1"/>
          </p:cNvSpPr>
          <p:nvPr>
            <p:ph type="subTitle" idx="5"/>
          </p:nvPr>
        </p:nvSpPr>
        <p:spPr>
          <a:xfrm>
            <a:off x="1225524" y="3323306"/>
            <a:ext cx="2314500" cy="359100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sr-Latn-RS" dirty="0"/>
              <a:t>Real-Time (RT) nivo</a:t>
            </a:r>
            <a:endParaRPr dirty="0"/>
          </a:p>
        </p:txBody>
      </p:sp>
      <p:sp>
        <p:nvSpPr>
          <p:cNvPr id="3886" name="Google Shape;3886;p70"/>
          <p:cNvSpPr txBox="1">
            <a:spLocks noGrp="1"/>
          </p:cNvSpPr>
          <p:nvPr>
            <p:ph type="subTitle" idx="6"/>
          </p:nvPr>
        </p:nvSpPr>
        <p:spPr>
          <a:xfrm>
            <a:off x="871767" y="3789594"/>
            <a:ext cx="3469722" cy="1192258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sr-Latn-RS" dirty="0"/>
              <a:t>implementacija sekvencijalne logike procesa (state machine) – ista logika kao funkcionalna sekvenca sa prethodnog slajda</a:t>
            </a:r>
            <a:endParaRPr dirty="0"/>
          </a:p>
        </p:txBody>
      </p:sp>
      <p:sp>
        <p:nvSpPr>
          <p:cNvPr id="3887" name="Google Shape;3887;p70"/>
          <p:cNvSpPr txBox="1">
            <a:spLocks noGrp="1"/>
          </p:cNvSpPr>
          <p:nvPr>
            <p:ph type="title" idx="7"/>
          </p:nvPr>
        </p:nvSpPr>
        <p:spPr>
          <a:xfrm flipH="1">
            <a:off x="7916374" y="1622375"/>
            <a:ext cx="421200" cy="30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88" name="Google Shape;3888;p70"/>
          <p:cNvSpPr txBox="1">
            <a:spLocks noGrp="1"/>
          </p:cNvSpPr>
          <p:nvPr>
            <p:ph type="subTitle" idx="8"/>
          </p:nvPr>
        </p:nvSpPr>
        <p:spPr>
          <a:xfrm flipH="1">
            <a:off x="5596880" y="1612178"/>
            <a:ext cx="2314500" cy="359100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sr-Latn-RS" dirty="0"/>
              <a:t>Host (PC) nivo</a:t>
            </a:r>
            <a:endParaRPr dirty="0"/>
          </a:p>
        </p:txBody>
      </p:sp>
      <p:sp>
        <p:nvSpPr>
          <p:cNvPr id="3889" name="Google Shape;3889;p70"/>
          <p:cNvSpPr txBox="1">
            <a:spLocks noGrp="1"/>
          </p:cNvSpPr>
          <p:nvPr>
            <p:ph type="subTitle" idx="9"/>
          </p:nvPr>
        </p:nvSpPr>
        <p:spPr>
          <a:xfrm flipH="1">
            <a:off x="5660172" y="2226568"/>
            <a:ext cx="2654700" cy="539400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l-PL" dirty="0"/>
              <a:t>HMI aplikacija za nadzor i upravljanje – prikaz stanja procesa, komande operatera</a:t>
            </a:r>
            <a:endParaRPr dirty="0"/>
          </a:p>
        </p:txBody>
      </p:sp>
      <p:sp>
        <p:nvSpPr>
          <p:cNvPr id="3890" name="Google Shape;3890;p70"/>
          <p:cNvSpPr txBox="1">
            <a:spLocks noGrp="1"/>
          </p:cNvSpPr>
          <p:nvPr>
            <p:ph type="title" idx="13"/>
          </p:nvPr>
        </p:nvSpPr>
        <p:spPr>
          <a:xfrm flipH="1">
            <a:off x="7913993" y="3186025"/>
            <a:ext cx="421200" cy="3012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891" name="Google Shape;3891;p70"/>
          <p:cNvSpPr txBox="1">
            <a:spLocks noGrp="1"/>
          </p:cNvSpPr>
          <p:nvPr>
            <p:ph type="subTitle" idx="14"/>
          </p:nvPr>
        </p:nvSpPr>
        <p:spPr>
          <a:xfrm flipH="1">
            <a:off x="5596284" y="3175828"/>
            <a:ext cx="2314500" cy="359100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sr-Latn-RS" dirty="0"/>
              <a:t>LabVIEW</a:t>
            </a:r>
            <a:endParaRPr dirty="0"/>
          </a:p>
        </p:txBody>
      </p:sp>
      <p:sp>
        <p:nvSpPr>
          <p:cNvPr id="3892" name="Google Shape;3892;p70"/>
          <p:cNvSpPr txBox="1">
            <a:spLocks noGrp="1"/>
          </p:cNvSpPr>
          <p:nvPr>
            <p:ph type="subTitle" idx="15"/>
          </p:nvPr>
        </p:nvSpPr>
        <p:spPr>
          <a:xfrm flipH="1">
            <a:off x="5606947" y="3645902"/>
            <a:ext cx="2654700" cy="539400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sr-Latn-RS" dirty="0"/>
              <a:t>Programiranje u </a:t>
            </a:r>
            <a:r>
              <a:rPr lang="sr-Latn-RS" b="1" dirty="0"/>
              <a:t>LabVIEW</a:t>
            </a:r>
            <a:r>
              <a:rPr lang="sr-Latn-RS" dirty="0"/>
              <a:t> okruženju</a:t>
            </a:r>
            <a:endParaRPr dirty="0"/>
          </a:p>
        </p:txBody>
      </p:sp>
      <p:sp>
        <p:nvSpPr>
          <p:cNvPr id="3893" name="Google Shape;3893;p70"/>
          <p:cNvSpPr/>
          <p:nvPr/>
        </p:nvSpPr>
        <p:spPr>
          <a:xfrm>
            <a:off x="9656063" y="2938378"/>
            <a:ext cx="140518" cy="203499"/>
          </a:xfrm>
          <a:custGeom>
            <a:avLst/>
            <a:gdLst/>
            <a:ahLst/>
            <a:cxnLst/>
            <a:rect l="l" t="t" r="r" b="b"/>
            <a:pathLst>
              <a:path w="1071" h="1551" extrusionOk="0">
                <a:moveTo>
                  <a:pt x="932" y="1"/>
                </a:moveTo>
                <a:cubicBezTo>
                  <a:pt x="891" y="1"/>
                  <a:pt x="849" y="21"/>
                  <a:pt x="839" y="59"/>
                </a:cubicBezTo>
                <a:cubicBezTo>
                  <a:pt x="734" y="325"/>
                  <a:pt x="711" y="580"/>
                  <a:pt x="560" y="835"/>
                </a:cubicBezTo>
                <a:cubicBezTo>
                  <a:pt x="421" y="1067"/>
                  <a:pt x="248" y="1275"/>
                  <a:pt x="39" y="1461"/>
                </a:cubicBezTo>
                <a:cubicBezTo>
                  <a:pt x="1" y="1490"/>
                  <a:pt x="26" y="1550"/>
                  <a:pt x="69" y="1550"/>
                </a:cubicBezTo>
                <a:cubicBezTo>
                  <a:pt x="78" y="1550"/>
                  <a:pt x="87" y="1548"/>
                  <a:pt x="97" y="1542"/>
                </a:cubicBezTo>
                <a:cubicBezTo>
                  <a:pt x="572" y="1275"/>
                  <a:pt x="1070" y="661"/>
                  <a:pt x="1024" y="82"/>
                </a:cubicBezTo>
                <a:cubicBezTo>
                  <a:pt x="1024" y="27"/>
                  <a:pt x="978" y="1"/>
                  <a:pt x="93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4" name="Google Shape;3894;p70"/>
          <p:cNvSpPr/>
          <p:nvPr/>
        </p:nvSpPr>
        <p:spPr>
          <a:xfrm>
            <a:off x="9762863" y="2865954"/>
            <a:ext cx="39623" cy="29128"/>
          </a:xfrm>
          <a:custGeom>
            <a:avLst/>
            <a:gdLst/>
            <a:ahLst/>
            <a:cxnLst/>
            <a:rect l="l" t="t" r="r" b="b"/>
            <a:pathLst>
              <a:path w="302" h="222" extrusionOk="0">
                <a:moveTo>
                  <a:pt x="145" y="1"/>
                </a:moveTo>
                <a:cubicBezTo>
                  <a:pt x="133" y="1"/>
                  <a:pt x="120" y="3"/>
                  <a:pt x="106" y="8"/>
                </a:cubicBezTo>
                <a:cubicBezTo>
                  <a:pt x="0" y="72"/>
                  <a:pt x="58" y="221"/>
                  <a:pt x="165" y="221"/>
                </a:cubicBezTo>
                <a:cubicBezTo>
                  <a:pt x="176" y="221"/>
                  <a:pt x="187" y="220"/>
                  <a:pt x="198" y="217"/>
                </a:cubicBezTo>
                <a:cubicBezTo>
                  <a:pt x="302" y="155"/>
                  <a:pt x="248" y="1"/>
                  <a:pt x="14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95" name="Google Shape;3895;p70"/>
          <p:cNvGrpSpPr/>
          <p:nvPr/>
        </p:nvGrpSpPr>
        <p:grpSpPr>
          <a:xfrm>
            <a:off x="3723599" y="2124454"/>
            <a:ext cx="1869831" cy="1974042"/>
            <a:chOff x="2575771" y="1330400"/>
            <a:chExt cx="1190596" cy="1257031"/>
          </a:xfrm>
        </p:grpSpPr>
        <p:sp>
          <p:nvSpPr>
            <p:cNvPr id="3896" name="Google Shape;3896;p70"/>
            <p:cNvSpPr/>
            <p:nvPr/>
          </p:nvSpPr>
          <p:spPr>
            <a:xfrm flipH="1">
              <a:off x="2575771" y="1330400"/>
              <a:ext cx="1189520" cy="1257031"/>
            </a:xfrm>
            <a:custGeom>
              <a:avLst/>
              <a:gdLst/>
              <a:ahLst/>
              <a:cxnLst/>
              <a:rect l="l" t="t" r="r" b="b"/>
              <a:pathLst>
                <a:path w="8845" h="9347" extrusionOk="0">
                  <a:moveTo>
                    <a:pt x="7188" y="0"/>
                  </a:moveTo>
                  <a:lnTo>
                    <a:pt x="7156" y="4"/>
                  </a:lnTo>
                  <a:cubicBezTo>
                    <a:pt x="7016" y="20"/>
                    <a:pt x="6876" y="32"/>
                    <a:pt x="6736" y="36"/>
                  </a:cubicBezTo>
                  <a:cubicBezTo>
                    <a:pt x="6712" y="38"/>
                    <a:pt x="6689" y="38"/>
                    <a:pt x="6666" y="38"/>
                  </a:cubicBezTo>
                  <a:cubicBezTo>
                    <a:pt x="6619" y="38"/>
                    <a:pt x="6574" y="36"/>
                    <a:pt x="6528" y="36"/>
                  </a:cubicBezTo>
                  <a:cubicBezTo>
                    <a:pt x="6456" y="36"/>
                    <a:pt x="6384" y="32"/>
                    <a:pt x="6316" y="32"/>
                  </a:cubicBezTo>
                  <a:cubicBezTo>
                    <a:pt x="6282" y="32"/>
                    <a:pt x="6248" y="31"/>
                    <a:pt x="6213" y="31"/>
                  </a:cubicBezTo>
                  <a:cubicBezTo>
                    <a:pt x="5963" y="31"/>
                    <a:pt x="5714" y="45"/>
                    <a:pt x="5464" y="76"/>
                  </a:cubicBezTo>
                  <a:cubicBezTo>
                    <a:pt x="5320" y="92"/>
                    <a:pt x="5180" y="120"/>
                    <a:pt x="5040" y="164"/>
                  </a:cubicBezTo>
                  <a:cubicBezTo>
                    <a:pt x="5008" y="172"/>
                    <a:pt x="4972" y="188"/>
                    <a:pt x="4936" y="204"/>
                  </a:cubicBezTo>
                  <a:cubicBezTo>
                    <a:pt x="4900" y="216"/>
                    <a:pt x="4868" y="236"/>
                    <a:pt x="4836" y="256"/>
                  </a:cubicBezTo>
                  <a:cubicBezTo>
                    <a:pt x="4812" y="272"/>
                    <a:pt x="4776" y="292"/>
                    <a:pt x="4748" y="304"/>
                  </a:cubicBezTo>
                  <a:cubicBezTo>
                    <a:pt x="4720" y="320"/>
                    <a:pt x="4692" y="336"/>
                    <a:pt x="4660" y="348"/>
                  </a:cubicBezTo>
                  <a:cubicBezTo>
                    <a:pt x="4528" y="392"/>
                    <a:pt x="4396" y="432"/>
                    <a:pt x="4260" y="460"/>
                  </a:cubicBezTo>
                  <a:cubicBezTo>
                    <a:pt x="4184" y="480"/>
                    <a:pt x="4112" y="512"/>
                    <a:pt x="4048" y="552"/>
                  </a:cubicBezTo>
                  <a:cubicBezTo>
                    <a:pt x="3980" y="596"/>
                    <a:pt x="3924" y="652"/>
                    <a:pt x="3880" y="720"/>
                  </a:cubicBezTo>
                  <a:cubicBezTo>
                    <a:pt x="3860" y="752"/>
                    <a:pt x="3840" y="784"/>
                    <a:pt x="3824" y="816"/>
                  </a:cubicBezTo>
                  <a:cubicBezTo>
                    <a:pt x="3808" y="852"/>
                    <a:pt x="3788" y="888"/>
                    <a:pt x="3776" y="920"/>
                  </a:cubicBezTo>
                  <a:cubicBezTo>
                    <a:pt x="3748" y="992"/>
                    <a:pt x="3728" y="1060"/>
                    <a:pt x="3708" y="1132"/>
                  </a:cubicBezTo>
                  <a:cubicBezTo>
                    <a:pt x="3676" y="1272"/>
                    <a:pt x="3656" y="1420"/>
                    <a:pt x="3652" y="1564"/>
                  </a:cubicBezTo>
                  <a:cubicBezTo>
                    <a:pt x="3648" y="1712"/>
                    <a:pt x="3660" y="1856"/>
                    <a:pt x="3688" y="2000"/>
                  </a:cubicBezTo>
                  <a:cubicBezTo>
                    <a:pt x="3720" y="2144"/>
                    <a:pt x="3768" y="2280"/>
                    <a:pt x="3832" y="2412"/>
                  </a:cubicBezTo>
                  <a:cubicBezTo>
                    <a:pt x="3892" y="2540"/>
                    <a:pt x="3960" y="2668"/>
                    <a:pt x="4016" y="2792"/>
                  </a:cubicBezTo>
                  <a:cubicBezTo>
                    <a:pt x="4072" y="2912"/>
                    <a:pt x="4112" y="3036"/>
                    <a:pt x="4128" y="3168"/>
                  </a:cubicBezTo>
                  <a:cubicBezTo>
                    <a:pt x="4088" y="3112"/>
                    <a:pt x="4044" y="3056"/>
                    <a:pt x="3996" y="3008"/>
                  </a:cubicBezTo>
                  <a:cubicBezTo>
                    <a:pt x="3960" y="2972"/>
                    <a:pt x="3924" y="2936"/>
                    <a:pt x="3888" y="2900"/>
                  </a:cubicBezTo>
                  <a:lnTo>
                    <a:pt x="3860" y="2876"/>
                  </a:lnTo>
                  <a:cubicBezTo>
                    <a:pt x="3856" y="2872"/>
                    <a:pt x="3852" y="2868"/>
                    <a:pt x="3848" y="2864"/>
                  </a:cubicBezTo>
                  <a:lnTo>
                    <a:pt x="3836" y="2848"/>
                  </a:lnTo>
                  <a:lnTo>
                    <a:pt x="3812" y="2824"/>
                  </a:lnTo>
                  <a:lnTo>
                    <a:pt x="3792" y="2792"/>
                  </a:lnTo>
                  <a:cubicBezTo>
                    <a:pt x="3744" y="2708"/>
                    <a:pt x="3708" y="2620"/>
                    <a:pt x="3672" y="2528"/>
                  </a:cubicBezTo>
                  <a:lnTo>
                    <a:pt x="3568" y="2248"/>
                  </a:lnTo>
                  <a:cubicBezTo>
                    <a:pt x="3536" y="2156"/>
                    <a:pt x="3496" y="2060"/>
                    <a:pt x="3452" y="1968"/>
                  </a:cubicBezTo>
                  <a:cubicBezTo>
                    <a:pt x="3408" y="1872"/>
                    <a:pt x="3356" y="1784"/>
                    <a:pt x="3296" y="1700"/>
                  </a:cubicBezTo>
                  <a:cubicBezTo>
                    <a:pt x="3236" y="1612"/>
                    <a:pt x="3156" y="1536"/>
                    <a:pt x="3064" y="1476"/>
                  </a:cubicBezTo>
                  <a:lnTo>
                    <a:pt x="3032" y="1456"/>
                  </a:lnTo>
                  <a:lnTo>
                    <a:pt x="2992" y="1436"/>
                  </a:lnTo>
                  <a:cubicBezTo>
                    <a:pt x="2968" y="1428"/>
                    <a:pt x="2948" y="1416"/>
                    <a:pt x="2924" y="1408"/>
                  </a:cubicBezTo>
                  <a:cubicBezTo>
                    <a:pt x="2876" y="1388"/>
                    <a:pt x="2824" y="1372"/>
                    <a:pt x="2772" y="1360"/>
                  </a:cubicBezTo>
                  <a:lnTo>
                    <a:pt x="2696" y="1340"/>
                  </a:lnTo>
                  <a:lnTo>
                    <a:pt x="2620" y="1328"/>
                  </a:lnTo>
                  <a:cubicBezTo>
                    <a:pt x="2568" y="1320"/>
                    <a:pt x="2520" y="1316"/>
                    <a:pt x="2468" y="1312"/>
                  </a:cubicBezTo>
                  <a:cubicBezTo>
                    <a:pt x="2368" y="1300"/>
                    <a:pt x="2264" y="1300"/>
                    <a:pt x="2164" y="1300"/>
                  </a:cubicBezTo>
                  <a:cubicBezTo>
                    <a:pt x="2064" y="1300"/>
                    <a:pt x="1964" y="1308"/>
                    <a:pt x="1860" y="1316"/>
                  </a:cubicBezTo>
                  <a:cubicBezTo>
                    <a:pt x="1760" y="1324"/>
                    <a:pt x="1660" y="1336"/>
                    <a:pt x="1560" y="1352"/>
                  </a:cubicBezTo>
                  <a:cubicBezTo>
                    <a:pt x="1460" y="1368"/>
                    <a:pt x="1364" y="1388"/>
                    <a:pt x="1264" y="1416"/>
                  </a:cubicBezTo>
                  <a:cubicBezTo>
                    <a:pt x="1216" y="1424"/>
                    <a:pt x="1168" y="1444"/>
                    <a:pt x="1120" y="1456"/>
                  </a:cubicBezTo>
                  <a:lnTo>
                    <a:pt x="980" y="1516"/>
                  </a:lnTo>
                  <a:cubicBezTo>
                    <a:pt x="888" y="1552"/>
                    <a:pt x="792" y="1580"/>
                    <a:pt x="696" y="1600"/>
                  </a:cubicBezTo>
                  <a:cubicBezTo>
                    <a:pt x="644" y="1612"/>
                    <a:pt x="590" y="1616"/>
                    <a:pt x="536" y="1616"/>
                  </a:cubicBezTo>
                  <a:cubicBezTo>
                    <a:pt x="494" y="1616"/>
                    <a:pt x="452" y="1614"/>
                    <a:pt x="412" y="1608"/>
                  </a:cubicBezTo>
                  <a:lnTo>
                    <a:pt x="340" y="1592"/>
                  </a:lnTo>
                  <a:lnTo>
                    <a:pt x="380" y="1652"/>
                  </a:lnTo>
                  <a:cubicBezTo>
                    <a:pt x="436" y="1744"/>
                    <a:pt x="472" y="1852"/>
                    <a:pt x="484" y="1960"/>
                  </a:cubicBezTo>
                  <a:cubicBezTo>
                    <a:pt x="496" y="2068"/>
                    <a:pt x="488" y="2180"/>
                    <a:pt x="460" y="2284"/>
                  </a:cubicBezTo>
                  <a:lnTo>
                    <a:pt x="440" y="2368"/>
                  </a:lnTo>
                  <a:lnTo>
                    <a:pt x="428" y="2460"/>
                  </a:lnTo>
                  <a:cubicBezTo>
                    <a:pt x="420" y="2516"/>
                    <a:pt x="412" y="2576"/>
                    <a:pt x="412" y="2636"/>
                  </a:cubicBezTo>
                  <a:cubicBezTo>
                    <a:pt x="408" y="2752"/>
                    <a:pt x="420" y="2872"/>
                    <a:pt x="444" y="2992"/>
                  </a:cubicBezTo>
                  <a:cubicBezTo>
                    <a:pt x="468" y="3108"/>
                    <a:pt x="512" y="3224"/>
                    <a:pt x="572" y="3328"/>
                  </a:cubicBezTo>
                  <a:cubicBezTo>
                    <a:pt x="636" y="3432"/>
                    <a:pt x="716" y="3528"/>
                    <a:pt x="808" y="3604"/>
                  </a:cubicBezTo>
                  <a:lnTo>
                    <a:pt x="880" y="3660"/>
                  </a:lnTo>
                  <a:cubicBezTo>
                    <a:pt x="904" y="3680"/>
                    <a:pt x="932" y="3696"/>
                    <a:pt x="956" y="3712"/>
                  </a:cubicBezTo>
                  <a:cubicBezTo>
                    <a:pt x="1008" y="3744"/>
                    <a:pt x="1064" y="3772"/>
                    <a:pt x="1120" y="3792"/>
                  </a:cubicBezTo>
                  <a:cubicBezTo>
                    <a:pt x="1228" y="3840"/>
                    <a:pt x="1336" y="3876"/>
                    <a:pt x="1444" y="3916"/>
                  </a:cubicBezTo>
                  <a:cubicBezTo>
                    <a:pt x="1608" y="3972"/>
                    <a:pt x="1772" y="4020"/>
                    <a:pt x="1936" y="4076"/>
                  </a:cubicBezTo>
                  <a:cubicBezTo>
                    <a:pt x="1821" y="4056"/>
                    <a:pt x="1704" y="4044"/>
                    <a:pt x="1586" y="4044"/>
                  </a:cubicBezTo>
                  <a:cubicBezTo>
                    <a:pt x="1544" y="4044"/>
                    <a:pt x="1502" y="4045"/>
                    <a:pt x="1460" y="4048"/>
                  </a:cubicBezTo>
                  <a:cubicBezTo>
                    <a:pt x="1340" y="4052"/>
                    <a:pt x="1220" y="4088"/>
                    <a:pt x="1112" y="4144"/>
                  </a:cubicBezTo>
                  <a:cubicBezTo>
                    <a:pt x="1052" y="4176"/>
                    <a:pt x="996" y="4224"/>
                    <a:pt x="952" y="4276"/>
                  </a:cubicBezTo>
                  <a:cubicBezTo>
                    <a:pt x="940" y="4288"/>
                    <a:pt x="932" y="4304"/>
                    <a:pt x="920" y="4316"/>
                  </a:cubicBezTo>
                  <a:lnTo>
                    <a:pt x="904" y="4340"/>
                  </a:lnTo>
                  <a:lnTo>
                    <a:pt x="892" y="4360"/>
                  </a:lnTo>
                  <a:lnTo>
                    <a:pt x="844" y="4448"/>
                  </a:lnTo>
                  <a:cubicBezTo>
                    <a:pt x="776" y="4576"/>
                    <a:pt x="720" y="4708"/>
                    <a:pt x="676" y="4844"/>
                  </a:cubicBezTo>
                  <a:cubicBezTo>
                    <a:pt x="632" y="4984"/>
                    <a:pt x="600" y="5132"/>
                    <a:pt x="568" y="5284"/>
                  </a:cubicBezTo>
                  <a:cubicBezTo>
                    <a:pt x="536" y="5432"/>
                    <a:pt x="504" y="5584"/>
                    <a:pt x="468" y="5740"/>
                  </a:cubicBezTo>
                  <a:cubicBezTo>
                    <a:pt x="448" y="5816"/>
                    <a:pt x="428" y="5896"/>
                    <a:pt x="404" y="5972"/>
                  </a:cubicBezTo>
                  <a:cubicBezTo>
                    <a:pt x="396" y="6008"/>
                    <a:pt x="380" y="6048"/>
                    <a:pt x="368" y="6088"/>
                  </a:cubicBezTo>
                  <a:cubicBezTo>
                    <a:pt x="356" y="6128"/>
                    <a:pt x="344" y="6164"/>
                    <a:pt x="332" y="6204"/>
                  </a:cubicBezTo>
                  <a:cubicBezTo>
                    <a:pt x="276" y="6360"/>
                    <a:pt x="208" y="6512"/>
                    <a:pt x="128" y="6656"/>
                  </a:cubicBezTo>
                  <a:lnTo>
                    <a:pt x="64" y="6768"/>
                  </a:lnTo>
                  <a:cubicBezTo>
                    <a:pt x="56" y="6788"/>
                    <a:pt x="44" y="6808"/>
                    <a:pt x="32" y="6828"/>
                  </a:cubicBezTo>
                  <a:cubicBezTo>
                    <a:pt x="20" y="6852"/>
                    <a:pt x="12" y="6880"/>
                    <a:pt x="4" y="6908"/>
                  </a:cubicBezTo>
                  <a:cubicBezTo>
                    <a:pt x="0" y="6937"/>
                    <a:pt x="8" y="6961"/>
                    <a:pt x="20" y="6985"/>
                  </a:cubicBezTo>
                  <a:cubicBezTo>
                    <a:pt x="32" y="7001"/>
                    <a:pt x="48" y="7017"/>
                    <a:pt x="68" y="7029"/>
                  </a:cubicBezTo>
                  <a:cubicBezTo>
                    <a:pt x="92" y="7037"/>
                    <a:pt x="116" y="7045"/>
                    <a:pt x="140" y="7053"/>
                  </a:cubicBezTo>
                  <a:cubicBezTo>
                    <a:pt x="172" y="7065"/>
                    <a:pt x="204" y="7085"/>
                    <a:pt x="228" y="7109"/>
                  </a:cubicBezTo>
                  <a:cubicBezTo>
                    <a:pt x="352" y="7233"/>
                    <a:pt x="468" y="7361"/>
                    <a:pt x="580" y="7493"/>
                  </a:cubicBezTo>
                  <a:cubicBezTo>
                    <a:pt x="696" y="7629"/>
                    <a:pt x="824" y="7757"/>
                    <a:pt x="964" y="7877"/>
                  </a:cubicBezTo>
                  <a:cubicBezTo>
                    <a:pt x="1036" y="7941"/>
                    <a:pt x="1124" y="7981"/>
                    <a:pt x="1220" y="7993"/>
                  </a:cubicBezTo>
                  <a:cubicBezTo>
                    <a:pt x="1235" y="7992"/>
                    <a:pt x="1250" y="7992"/>
                    <a:pt x="1265" y="7992"/>
                  </a:cubicBezTo>
                  <a:cubicBezTo>
                    <a:pt x="1338" y="7992"/>
                    <a:pt x="1411" y="7999"/>
                    <a:pt x="1480" y="8013"/>
                  </a:cubicBezTo>
                  <a:cubicBezTo>
                    <a:pt x="1652" y="8053"/>
                    <a:pt x="1820" y="8101"/>
                    <a:pt x="1988" y="8161"/>
                  </a:cubicBezTo>
                  <a:lnTo>
                    <a:pt x="2480" y="8329"/>
                  </a:lnTo>
                  <a:cubicBezTo>
                    <a:pt x="2640" y="8389"/>
                    <a:pt x="2804" y="8437"/>
                    <a:pt x="2972" y="8473"/>
                  </a:cubicBezTo>
                  <a:cubicBezTo>
                    <a:pt x="3028" y="8483"/>
                    <a:pt x="3086" y="8489"/>
                    <a:pt x="3144" y="8489"/>
                  </a:cubicBezTo>
                  <a:cubicBezTo>
                    <a:pt x="3174" y="8489"/>
                    <a:pt x="3203" y="8487"/>
                    <a:pt x="3232" y="8485"/>
                  </a:cubicBezTo>
                  <a:cubicBezTo>
                    <a:pt x="3320" y="8473"/>
                    <a:pt x="3404" y="8445"/>
                    <a:pt x="3480" y="8401"/>
                  </a:cubicBezTo>
                  <a:cubicBezTo>
                    <a:pt x="3616" y="8309"/>
                    <a:pt x="3732" y="8193"/>
                    <a:pt x="3816" y="8053"/>
                  </a:cubicBezTo>
                  <a:cubicBezTo>
                    <a:pt x="3816" y="8133"/>
                    <a:pt x="3828" y="8217"/>
                    <a:pt x="3848" y="8297"/>
                  </a:cubicBezTo>
                  <a:cubicBezTo>
                    <a:pt x="3868" y="8365"/>
                    <a:pt x="3896" y="8429"/>
                    <a:pt x="3932" y="8485"/>
                  </a:cubicBezTo>
                  <a:cubicBezTo>
                    <a:pt x="3976" y="8557"/>
                    <a:pt x="4032" y="8617"/>
                    <a:pt x="4100" y="8665"/>
                  </a:cubicBezTo>
                  <a:cubicBezTo>
                    <a:pt x="4116" y="8681"/>
                    <a:pt x="4136" y="8693"/>
                    <a:pt x="4156" y="8705"/>
                  </a:cubicBezTo>
                  <a:lnTo>
                    <a:pt x="4184" y="8721"/>
                  </a:lnTo>
                  <a:cubicBezTo>
                    <a:pt x="4188" y="8725"/>
                    <a:pt x="4196" y="8729"/>
                    <a:pt x="4200" y="8733"/>
                  </a:cubicBezTo>
                  <a:lnTo>
                    <a:pt x="4216" y="8741"/>
                  </a:lnTo>
                  <a:cubicBezTo>
                    <a:pt x="4256" y="8761"/>
                    <a:pt x="4300" y="8777"/>
                    <a:pt x="4344" y="8793"/>
                  </a:cubicBezTo>
                  <a:cubicBezTo>
                    <a:pt x="4440" y="8829"/>
                    <a:pt x="4536" y="8853"/>
                    <a:pt x="4636" y="8873"/>
                  </a:cubicBezTo>
                  <a:cubicBezTo>
                    <a:pt x="4836" y="8913"/>
                    <a:pt x="5056" y="8941"/>
                    <a:pt x="5284" y="8977"/>
                  </a:cubicBezTo>
                  <a:cubicBezTo>
                    <a:pt x="5512" y="9009"/>
                    <a:pt x="5756" y="9041"/>
                    <a:pt x="5944" y="9209"/>
                  </a:cubicBezTo>
                  <a:cubicBezTo>
                    <a:pt x="6000" y="9249"/>
                    <a:pt x="6052" y="9285"/>
                    <a:pt x="6112" y="9317"/>
                  </a:cubicBezTo>
                  <a:cubicBezTo>
                    <a:pt x="6128" y="9325"/>
                    <a:pt x="6144" y="9333"/>
                    <a:pt x="6160" y="9337"/>
                  </a:cubicBezTo>
                  <a:cubicBezTo>
                    <a:pt x="6175" y="9342"/>
                    <a:pt x="6192" y="9346"/>
                    <a:pt x="6208" y="9346"/>
                  </a:cubicBezTo>
                  <a:cubicBezTo>
                    <a:pt x="6213" y="9346"/>
                    <a:pt x="6219" y="9346"/>
                    <a:pt x="6224" y="9345"/>
                  </a:cubicBezTo>
                  <a:cubicBezTo>
                    <a:pt x="6240" y="9341"/>
                    <a:pt x="6252" y="9333"/>
                    <a:pt x="6260" y="9321"/>
                  </a:cubicBezTo>
                  <a:cubicBezTo>
                    <a:pt x="6268" y="9309"/>
                    <a:pt x="6272" y="9297"/>
                    <a:pt x="6272" y="9289"/>
                  </a:cubicBezTo>
                  <a:cubicBezTo>
                    <a:pt x="6272" y="9277"/>
                    <a:pt x="6272" y="9269"/>
                    <a:pt x="6276" y="9261"/>
                  </a:cubicBezTo>
                  <a:lnTo>
                    <a:pt x="6276" y="9257"/>
                  </a:lnTo>
                  <a:lnTo>
                    <a:pt x="6276" y="9253"/>
                  </a:lnTo>
                  <a:lnTo>
                    <a:pt x="6276" y="9241"/>
                  </a:lnTo>
                  <a:cubicBezTo>
                    <a:pt x="6296" y="9177"/>
                    <a:pt x="6320" y="9117"/>
                    <a:pt x="6344" y="9061"/>
                  </a:cubicBezTo>
                  <a:cubicBezTo>
                    <a:pt x="6372" y="9001"/>
                    <a:pt x="6396" y="8937"/>
                    <a:pt x="6428" y="8877"/>
                  </a:cubicBezTo>
                  <a:cubicBezTo>
                    <a:pt x="6540" y="8637"/>
                    <a:pt x="6688" y="8409"/>
                    <a:pt x="6860" y="8205"/>
                  </a:cubicBezTo>
                  <a:cubicBezTo>
                    <a:pt x="7052" y="7993"/>
                    <a:pt x="7148" y="7721"/>
                    <a:pt x="7204" y="7453"/>
                  </a:cubicBezTo>
                  <a:cubicBezTo>
                    <a:pt x="7232" y="7321"/>
                    <a:pt x="7244" y="7181"/>
                    <a:pt x="7240" y="7045"/>
                  </a:cubicBezTo>
                  <a:cubicBezTo>
                    <a:pt x="7232" y="6904"/>
                    <a:pt x="7204" y="6768"/>
                    <a:pt x="7148" y="6644"/>
                  </a:cubicBezTo>
                  <a:cubicBezTo>
                    <a:pt x="7132" y="6612"/>
                    <a:pt x="7120" y="6580"/>
                    <a:pt x="7100" y="6548"/>
                  </a:cubicBezTo>
                  <a:cubicBezTo>
                    <a:pt x="7076" y="6520"/>
                    <a:pt x="7060" y="6492"/>
                    <a:pt x="7040" y="6464"/>
                  </a:cubicBezTo>
                  <a:cubicBezTo>
                    <a:pt x="7016" y="6436"/>
                    <a:pt x="6988" y="6416"/>
                    <a:pt x="6964" y="6392"/>
                  </a:cubicBezTo>
                  <a:cubicBezTo>
                    <a:pt x="6940" y="6368"/>
                    <a:pt x="6920" y="6348"/>
                    <a:pt x="6896" y="6328"/>
                  </a:cubicBezTo>
                  <a:lnTo>
                    <a:pt x="6872" y="6308"/>
                  </a:lnTo>
                  <a:lnTo>
                    <a:pt x="6872" y="6308"/>
                  </a:lnTo>
                  <a:cubicBezTo>
                    <a:pt x="6908" y="6328"/>
                    <a:pt x="6940" y="6348"/>
                    <a:pt x="6968" y="6368"/>
                  </a:cubicBezTo>
                  <a:cubicBezTo>
                    <a:pt x="7016" y="6404"/>
                    <a:pt x="7064" y="6432"/>
                    <a:pt x="7112" y="6460"/>
                  </a:cubicBezTo>
                  <a:cubicBezTo>
                    <a:pt x="7164" y="6488"/>
                    <a:pt x="7216" y="6512"/>
                    <a:pt x="7268" y="6528"/>
                  </a:cubicBezTo>
                  <a:cubicBezTo>
                    <a:pt x="7376" y="6572"/>
                    <a:pt x="7484" y="6604"/>
                    <a:pt x="7596" y="6620"/>
                  </a:cubicBezTo>
                  <a:cubicBezTo>
                    <a:pt x="7640" y="6626"/>
                    <a:pt x="7684" y="6630"/>
                    <a:pt x="7728" y="6630"/>
                  </a:cubicBezTo>
                  <a:cubicBezTo>
                    <a:pt x="7744" y="6630"/>
                    <a:pt x="7760" y="6630"/>
                    <a:pt x="7776" y="6628"/>
                  </a:cubicBezTo>
                  <a:cubicBezTo>
                    <a:pt x="7844" y="6624"/>
                    <a:pt x="7912" y="6600"/>
                    <a:pt x="7965" y="6552"/>
                  </a:cubicBezTo>
                  <a:lnTo>
                    <a:pt x="7993" y="6524"/>
                  </a:lnTo>
                  <a:lnTo>
                    <a:pt x="8025" y="6488"/>
                  </a:lnTo>
                  <a:cubicBezTo>
                    <a:pt x="8045" y="6464"/>
                    <a:pt x="8057" y="6440"/>
                    <a:pt x="8073" y="6416"/>
                  </a:cubicBezTo>
                  <a:lnTo>
                    <a:pt x="8169" y="6280"/>
                  </a:lnTo>
                  <a:cubicBezTo>
                    <a:pt x="8229" y="6188"/>
                    <a:pt x="8289" y="6096"/>
                    <a:pt x="8353" y="6008"/>
                  </a:cubicBezTo>
                  <a:cubicBezTo>
                    <a:pt x="8385" y="5964"/>
                    <a:pt x="8417" y="5920"/>
                    <a:pt x="8453" y="5880"/>
                  </a:cubicBezTo>
                  <a:cubicBezTo>
                    <a:pt x="8489" y="5840"/>
                    <a:pt x="8521" y="5796"/>
                    <a:pt x="8561" y="5760"/>
                  </a:cubicBezTo>
                  <a:cubicBezTo>
                    <a:pt x="8597" y="5720"/>
                    <a:pt x="8637" y="5684"/>
                    <a:pt x="8681" y="5652"/>
                  </a:cubicBezTo>
                  <a:lnTo>
                    <a:pt x="8741" y="5596"/>
                  </a:lnTo>
                  <a:lnTo>
                    <a:pt x="8813" y="5560"/>
                  </a:lnTo>
                  <a:lnTo>
                    <a:pt x="8845" y="5544"/>
                  </a:lnTo>
                  <a:lnTo>
                    <a:pt x="8821" y="5524"/>
                  </a:lnTo>
                  <a:cubicBezTo>
                    <a:pt x="8753" y="5460"/>
                    <a:pt x="8705" y="5384"/>
                    <a:pt x="8673" y="5296"/>
                  </a:cubicBezTo>
                  <a:cubicBezTo>
                    <a:pt x="8669" y="5276"/>
                    <a:pt x="8665" y="5256"/>
                    <a:pt x="8665" y="5232"/>
                  </a:cubicBezTo>
                  <a:lnTo>
                    <a:pt x="8665" y="5200"/>
                  </a:lnTo>
                  <a:lnTo>
                    <a:pt x="8669" y="5164"/>
                  </a:lnTo>
                  <a:cubicBezTo>
                    <a:pt x="8669" y="5116"/>
                    <a:pt x="8669" y="5068"/>
                    <a:pt x="8669" y="5020"/>
                  </a:cubicBezTo>
                  <a:cubicBezTo>
                    <a:pt x="8661" y="4924"/>
                    <a:pt x="8653" y="4828"/>
                    <a:pt x="8641" y="4736"/>
                  </a:cubicBezTo>
                  <a:cubicBezTo>
                    <a:pt x="8625" y="4640"/>
                    <a:pt x="8609" y="4544"/>
                    <a:pt x="8585" y="4452"/>
                  </a:cubicBezTo>
                  <a:cubicBezTo>
                    <a:pt x="8565" y="4356"/>
                    <a:pt x="8537" y="4264"/>
                    <a:pt x="8501" y="4176"/>
                  </a:cubicBezTo>
                  <a:cubicBezTo>
                    <a:pt x="8461" y="4084"/>
                    <a:pt x="8413" y="3996"/>
                    <a:pt x="8357" y="3916"/>
                  </a:cubicBezTo>
                  <a:cubicBezTo>
                    <a:pt x="8297" y="3828"/>
                    <a:pt x="8217" y="3760"/>
                    <a:pt x="8121" y="3712"/>
                  </a:cubicBezTo>
                  <a:lnTo>
                    <a:pt x="8057" y="3680"/>
                  </a:lnTo>
                  <a:lnTo>
                    <a:pt x="7981" y="3656"/>
                  </a:lnTo>
                  <a:cubicBezTo>
                    <a:pt x="7957" y="3648"/>
                    <a:pt x="7932" y="3640"/>
                    <a:pt x="7904" y="3636"/>
                  </a:cubicBezTo>
                  <a:cubicBezTo>
                    <a:pt x="7880" y="3632"/>
                    <a:pt x="7856" y="3628"/>
                    <a:pt x="7828" y="3624"/>
                  </a:cubicBezTo>
                  <a:cubicBezTo>
                    <a:pt x="7776" y="3618"/>
                    <a:pt x="7722" y="3615"/>
                    <a:pt x="7667" y="3615"/>
                  </a:cubicBezTo>
                  <a:cubicBezTo>
                    <a:pt x="7622" y="3615"/>
                    <a:pt x="7577" y="3617"/>
                    <a:pt x="7532" y="3620"/>
                  </a:cubicBezTo>
                  <a:cubicBezTo>
                    <a:pt x="7436" y="3632"/>
                    <a:pt x="7340" y="3648"/>
                    <a:pt x="7244" y="3668"/>
                  </a:cubicBezTo>
                  <a:cubicBezTo>
                    <a:pt x="7152" y="3688"/>
                    <a:pt x="7060" y="3716"/>
                    <a:pt x="6968" y="3740"/>
                  </a:cubicBezTo>
                  <a:cubicBezTo>
                    <a:pt x="6924" y="3752"/>
                    <a:pt x="6880" y="3764"/>
                    <a:pt x="6836" y="3772"/>
                  </a:cubicBezTo>
                  <a:cubicBezTo>
                    <a:pt x="6805" y="3775"/>
                    <a:pt x="6774" y="3778"/>
                    <a:pt x="6743" y="3778"/>
                  </a:cubicBezTo>
                  <a:cubicBezTo>
                    <a:pt x="6730" y="3778"/>
                    <a:pt x="6717" y="3778"/>
                    <a:pt x="6704" y="3776"/>
                  </a:cubicBezTo>
                  <a:cubicBezTo>
                    <a:pt x="6624" y="3776"/>
                    <a:pt x="6544" y="3784"/>
                    <a:pt x="6464" y="3792"/>
                  </a:cubicBezTo>
                  <a:cubicBezTo>
                    <a:pt x="6524" y="3760"/>
                    <a:pt x="6580" y="3724"/>
                    <a:pt x="6640" y="3696"/>
                  </a:cubicBezTo>
                  <a:cubicBezTo>
                    <a:pt x="6728" y="3652"/>
                    <a:pt x="6820" y="3616"/>
                    <a:pt x="6916" y="3588"/>
                  </a:cubicBezTo>
                  <a:cubicBezTo>
                    <a:pt x="6960" y="3576"/>
                    <a:pt x="7008" y="3564"/>
                    <a:pt x="7056" y="3552"/>
                  </a:cubicBezTo>
                  <a:lnTo>
                    <a:pt x="7132" y="3544"/>
                  </a:lnTo>
                  <a:cubicBezTo>
                    <a:pt x="7156" y="3536"/>
                    <a:pt x="7184" y="3532"/>
                    <a:pt x="7208" y="3528"/>
                  </a:cubicBezTo>
                  <a:cubicBezTo>
                    <a:pt x="7308" y="3500"/>
                    <a:pt x="7404" y="3452"/>
                    <a:pt x="7492" y="3388"/>
                  </a:cubicBezTo>
                  <a:cubicBezTo>
                    <a:pt x="7660" y="3260"/>
                    <a:pt x="7792" y="3088"/>
                    <a:pt x="7868" y="2892"/>
                  </a:cubicBezTo>
                  <a:cubicBezTo>
                    <a:pt x="7908" y="2792"/>
                    <a:pt x="7928" y="2688"/>
                    <a:pt x="7932" y="2584"/>
                  </a:cubicBezTo>
                  <a:cubicBezTo>
                    <a:pt x="7928" y="2476"/>
                    <a:pt x="7912" y="2372"/>
                    <a:pt x="7888" y="2268"/>
                  </a:cubicBezTo>
                  <a:cubicBezTo>
                    <a:pt x="7860" y="2168"/>
                    <a:pt x="7832" y="2072"/>
                    <a:pt x="7796" y="1976"/>
                  </a:cubicBezTo>
                  <a:cubicBezTo>
                    <a:pt x="7760" y="1880"/>
                    <a:pt x="7724" y="1784"/>
                    <a:pt x="7684" y="1692"/>
                  </a:cubicBezTo>
                  <a:cubicBezTo>
                    <a:pt x="7644" y="1600"/>
                    <a:pt x="7604" y="1508"/>
                    <a:pt x="7560" y="1420"/>
                  </a:cubicBezTo>
                  <a:cubicBezTo>
                    <a:pt x="7516" y="1328"/>
                    <a:pt x="7468" y="1240"/>
                    <a:pt x="7420" y="1148"/>
                  </a:cubicBezTo>
                  <a:cubicBezTo>
                    <a:pt x="7376" y="1060"/>
                    <a:pt x="7320" y="972"/>
                    <a:pt x="7272" y="888"/>
                  </a:cubicBezTo>
                  <a:lnTo>
                    <a:pt x="7236" y="824"/>
                  </a:lnTo>
                  <a:cubicBezTo>
                    <a:pt x="7224" y="800"/>
                    <a:pt x="7216" y="780"/>
                    <a:pt x="7204" y="760"/>
                  </a:cubicBezTo>
                  <a:cubicBezTo>
                    <a:pt x="7188" y="712"/>
                    <a:pt x="7176" y="664"/>
                    <a:pt x="7164" y="620"/>
                  </a:cubicBezTo>
                  <a:cubicBezTo>
                    <a:pt x="7144" y="520"/>
                    <a:pt x="7136" y="424"/>
                    <a:pt x="7140" y="324"/>
                  </a:cubicBezTo>
                  <a:cubicBezTo>
                    <a:pt x="7144" y="228"/>
                    <a:pt x="7156" y="128"/>
                    <a:pt x="7180" y="32"/>
                  </a:cubicBezTo>
                  <a:lnTo>
                    <a:pt x="71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70"/>
            <p:cNvSpPr/>
            <p:nvPr/>
          </p:nvSpPr>
          <p:spPr>
            <a:xfrm flipH="1">
              <a:off x="3285314" y="1534011"/>
              <a:ext cx="399555" cy="351678"/>
            </a:xfrm>
            <a:custGeom>
              <a:avLst/>
              <a:gdLst/>
              <a:ahLst/>
              <a:cxnLst/>
              <a:rect l="l" t="t" r="r" b="b"/>
              <a:pathLst>
                <a:path w="2971" h="2615" extrusionOk="0">
                  <a:moveTo>
                    <a:pt x="1749" y="0"/>
                  </a:moveTo>
                  <a:cubicBezTo>
                    <a:pt x="1703" y="0"/>
                    <a:pt x="1657" y="3"/>
                    <a:pt x="1610" y="10"/>
                  </a:cubicBezTo>
                  <a:lnTo>
                    <a:pt x="1938" y="202"/>
                  </a:lnTo>
                  <a:cubicBezTo>
                    <a:pt x="1665" y="90"/>
                    <a:pt x="1376" y="33"/>
                    <a:pt x="1086" y="33"/>
                  </a:cubicBezTo>
                  <a:cubicBezTo>
                    <a:pt x="850" y="33"/>
                    <a:pt x="614" y="71"/>
                    <a:pt x="386" y="146"/>
                  </a:cubicBezTo>
                  <a:cubicBezTo>
                    <a:pt x="391" y="146"/>
                    <a:pt x="396" y="146"/>
                    <a:pt x="401" y="146"/>
                  </a:cubicBezTo>
                  <a:cubicBezTo>
                    <a:pt x="588" y="146"/>
                    <a:pt x="762" y="218"/>
                    <a:pt x="902" y="338"/>
                  </a:cubicBezTo>
                  <a:cubicBezTo>
                    <a:pt x="992" y="420"/>
                    <a:pt x="1067" y="516"/>
                    <a:pt x="1124" y="621"/>
                  </a:cubicBezTo>
                  <a:lnTo>
                    <a:pt x="1124" y="621"/>
                  </a:lnTo>
                  <a:cubicBezTo>
                    <a:pt x="1034" y="480"/>
                    <a:pt x="886" y="373"/>
                    <a:pt x="726" y="318"/>
                  </a:cubicBezTo>
                  <a:cubicBezTo>
                    <a:pt x="592" y="271"/>
                    <a:pt x="452" y="255"/>
                    <a:pt x="312" y="255"/>
                  </a:cubicBezTo>
                  <a:cubicBezTo>
                    <a:pt x="217" y="255"/>
                    <a:pt x="122" y="262"/>
                    <a:pt x="28" y="273"/>
                  </a:cubicBezTo>
                  <a:lnTo>
                    <a:pt x="28" y="273"/>
                  </a:lnTo>
                  <a:cubicBezTo>
                    <a:pt x="25" y="267"/>
                    <a:pt x="22" y="261"/>
                    <a:pt x="18" y="254"/>
                  </a:cubicBezTo>
                  <a:lnTo>
                    <a:pt x="18" y="254"/>
                  </a:lnTo>
                  <a:lnTo>
                    <a:pt x="18" y="274"/>
                  </a:lnTo>
                  <a:cubicBezTo>
                    <a:pt x="22" y="274"/>
                    <a:pt x="25" y="273"/>
                    <a:pt x="28" y="273"/>
                  </a:cubicBezTo>
                  <a:lnTo>
                    <a:pt x="28" y="273"/>
                  </a:lnTo>
                  <a:cubicBezTo>
                    <a:pt x="219" y="639"/>
                    <a:pt x="1" y="1109"/>
                    <a:pt x="150" y="1494"/>
                  </a:cubicBezTo>
                  <a:cubicBezTo>
                    <a:pt x="238" y="1734"/>
                    <a:pt x="458" y="1898"/>
                    <a:pt x="690" y="2006"/>
                  </a:cubicBezTo>
                  <a:cubicBezTo>
                    <a:pt x="922" y="2110"/>
                    <a:pt x="1174" y="2170"/>
                    <a:pt x="1410" y="2266"/>
                  </a:cubicBezTo>
                  <a:cubicBezTo>
                    <a:pt x="1622" y="2354"/>
                    <a:pt x="1822" y="2470"/>
                    <a:pt x="2002" y="2614"/>
                  </a:cubicBezTo>
                  <a:cubicBezTo>
                    <a:pt x="1870" y="2502"/>
                    <a:pt x="1862" y="2282"/>
                    <a:pt x="1714" y="2186"/>
                  </a:cubicBezTo>
                  <a:cubicBezTo>
                    <a:pt x="1723" y="2179"/>
                    <a:pt x="1731" y="2176"/>
                    <a:pt x="1741" y="2176"/>
                  </a:cubicBezTo>
                  <a:cubicBezTo>
                    <a:pt x="1772" y="2176"/>
                    <a:pt x="1807" y="2211"/>
                    <a:pt x="1834" y="2238"/>
                  </a:cubicBezTo>
                  <a:cubicBezTo>
                    <a:pt x="1966" y="2366"/>
                    <a:pt x="2198" y="2322"/>
                    <a:pt x="2350" y="2430"/>
                  </a:cubicBezTo>
                  <a:cubicBezTo>
                    <a:pt x="2226" y="2306"/>
                    <a:pt x="2114" y="2166"/>
                    <a:pt x="2018" y="2018"/>
                  </a:cubicBezTo>
                  <a:lnTo>
                    <a:pt x="2018" y="2018"/>
                  </a:lnTo>
                  <a:cubicBezTo>
                    <a:pt x="2266" y="2106"/>
                    <a:pt x="2490" y="2250"/>
                    <a:pt x="2666" y="2446"/>
                  </a:cubicBezTo>
                  <a:cubicBezTo>
                    <a:pt x="2670" y="2154"/>
                    <a:pt x="2450" y="1914"/>
                    <a:pt x="2246" y="1706"/>
                  </a:cubicBezTo>
                  <a:lnTo>
                    <a:pt x="2246" y="1706"/>
                  </a:lnTo>
                  <a:cubicBezTo>
                    <a:pt x="2422" y="1714"/>
                    <a:pt x="2594" y="1766"/>
                    <a:pt x="2746" y="1858"/>
                  </a:cubicBezTo>
                  <a:cubicBezTo>
                    <a:pt x="2690" y="1738"/>
                    <a:pt x="2618" y="1622"/>
                    <a:pt x="2534" y="1522"/>
                  </a:cubicBezTo>
                  <a:lnTo>
                    <a:pt x="2534" y="1522"/>
                  </a:lnTo>
                  <a:cubicBezTo>
                    <a:pt x="2638" y="1542"/>
                    <a:pt x="2738" y="1586"/>
                    <a:pt x="2822" y="1654"/>
                  </a:cubicBezTo>
                  <a:cubicBezTo>
                    <a:pt x="2826" y="1590"/>
                    <a:pt x="2814" y="1526"/>
                    <a:pt x="2790" y="1466"/>
                  </a:cubicBezTo>
                  <a:lnTo>
                    <a:pt x="2790" y="1466"/>
                  </a:lnTo>
                  <a:lnTo>
                    <a:pt x="2970" y="1630"/>
                  </a:lnTo>
                  <a:cubicBezTo>
                    <a:pt x="2890" y="1318"/>
                    <a:pt x="2794" y="1010"/>
                    <a:pt x="2678" y="710"/>
                  </a:cubicBezTo>
                  <a:cubicBezTo>
                    <a:pt x="2646" y="622"/>
                    <a:pt x="2610" y="542"/>
                    <a:pt x="2566" y="462"/>
                  </a:cubicBezTo>
                  <a:cubicBezTo>
                    <a:pt x="2394" y="174"/>
                    <a:pt x="2083" y="0"/>
                    <a:pt x="1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70"/>
            <p:cNvSpPr/>
            <p:nvPr/>
          </p:nvSpPr>
          <p:spPr>
            <a:xfrm flipH="1">
              <a:off x="2742533" y="1354608"/>
              <a:ext cx="504722" cy="400362"/>
            </a:xfrm>
            <a:custGeom>
              <a:avLst/>
              <a:gdLst/>
              <a:ahLst/>
              <a:cxnLst/>
              <a:rect l="l" t="t" r="r" b="b"/>
              <a:pathLst>
                <a:path w="3753" h="2977" extrusionOk="0">
                  <a:moveTo>
                    <a:pt x="1925" y="2616"/>
                  </a:moveTo>
                  <a:lnTo>
                    <a:pt x="1784" y="2732"/>
                  </a:lnTo>
                  <a:cubicBezTo>
                    <a:pt x="1842" y="2709"/>
                    <a:pt x="1888" y="2666"/>
                    <a:pt x="1925" y="2616"/>
                  </a:cubicBezTo>
                  <a:close/>
                  <a:moveTo>
                    <a:pt x="2908" y="0"/>
                  </a:moveTo>
                  <a:lnTo>
                    <a:pt x="2908" y="0"/>
                  </a:lnTo>
                  <a:cubicBezTo>
                    <a:pt x="2400" y="80"/>
                    <a:pt x="1896" y="164"/>
                    <a:pt x="1396" y="256"/>
                  </a:cubicBezTo>
                  <a:cubicBezTo>
                    <a:pt x="1352" y="260"/>
                    <a:pt x="1308" y="276"/>
                    <a:pt x="1272" y="296"/>
                  </a:cubicBezTo>
                  <a:cubicBezTo>
                    <a:pt x="1240" y="320"/>
                    <a:pt x="1208" y="352"/>
                    <a:pt x="1188" y="388"/>
                  </a:cubicBezTo>
                  <a:cubicBezTo>
                    <a:pt x="1084" y="536"/>
                    <a:pt x="980" y="684"/>
                    <a:pt x="876" y="828"/>
                  </a:cubicBezTo>
                  <a:cubicBezTo>
                    <a:pt x="880" y="720"/>
                    <a:pt x="924" y="620"/>
                    <a:pt x="992" y="536"/>
                  </a:cubicBezTo>
                  <a:lnTo>
                    <a:pt x="992" y="536"/>
                  </a:lnTo>
                  <a:cubicBezTo>
                    <a:pt x="800" y="596"/>
                    <a:pt x="608" y="672"/>
                    <a:pt x="424" y="756"/>
                  </a:cubicBezTo>
                  <a:cubicBezTo>
                    <a:pt x="368" y="780"/>
                    <a:pt x="320" y="812"/>
                    <a:pt x="280" y="852"/>
                  </a:cubicBezTo>
                  <a:cubicBezTo>
                    <a:pt x="244" y="904"/>
                    <a:pt x="212" y="964"/>
                    <a:pt x="192" y="1024"/>
                  </a:cubicBezTo>
                  <a:cubicBezTo>
                    <a:pt x="144" y="1120"/>
                    <a:pt x="72" y="1200"/>
                    <a:pt x="40" y="1300"/>
                  </a:cubicBezTo>
                  <a:cubicBezTo>
                    <a:pt x="0" y="1444"/>
                    <a:pt x="52" y="1596"/>
                    <a:pt x="116" y="1728"/>
                  </a:cubicBezTo>
                  <a:cubicBezTo>
                    <a:pt x="256" y="2024"/>
                    <a:pt x="464" y="2284"/>
                    <a:pt x="724" y="2488"/>
                  </a:cubicBezTo>
                  <a:lnTo>
                    <a:pt x="704" y="2488"/>
                  </a:lnTo>
                  <a:cubicBezTo>
                    <a:pt x="764" y="2596"/>
                    <a:pt x="788" y="2720"/>
                    <a:pt x="772" y="2840"/>
                  </a:cubicBezTo>
                  <a:cubicBezTo>
                    <a:pt x="860" y="2636"/>
                    <a:pt x="884" y="2412"/>
                    <a:pt x="836" y="2192"/>
                  </a:cubicBezTo>
                  <a:lnTo>
                    <a:pt x="836" y="2192"/>
                  </a:lnTo>
                  <a:cubicBezTo>
                    <a:pt x="956" y="2324"/>
                    <a:pt x="1004" y="2504"/>
                    <a:pt x="964" y="2676"/>
                  </a:cubicBezTo>
                  <a:cubicBezTo>
                    <a:pt x="1100" y="2668"/>
                    <a:pt x="1212" y="2560"/>
                    <a:pt x="1216" y="2420"/>
                  </a:cubicBezTo>
                  <a:cubicBezTo>
                    <a:pt x="1220" y="2368"/>
                    <a:pt x="1204" y="2316"/>
                    <a:pt x="1200" y="2268"/>
                  </a:cubicBezTo>
                  <a:cubicBezTo>
                    <a:pt x="1192" y="2144"/>
                    <a:pt x="1236" y="2028"/>
                    <a:pt x="1288" y="1916"/>
                  </a:cubicBezTo>
                  <a:lnTo>
                    <a:pt x="1288" y="1916"/>
                  </a:lnTo>
                  <a:cubicBezTo>
                    <a:pt x="1272" y="2036"/>
                    <a:pt x="1336" y="2148"/>
                    <a:pt x="1392" y="2256"/>
                  </a:cubicBezTo>
                  <a:cubicBezTo>
                    <a:pt x="1444" y="2364"/>
                    <a:pt x="1496" y="2488"/>
                    <a:pt x="1452" y="2600"/>
                  </a:cubicBezTo>
                  <a:cubicBezTo>
                    <a:pt x="1628" y="2384"/>
                    <a:pt x="1800" y="2136"/>
                    <a:pt x="1800" y="1856"/>
                  </a:cubicBezTo>
                  <a:cubicBezTo>
                    <a:pt x="1796" y="1776"/>
                    <a:pt x="1788" y="1700"/>
                    <a:pt x="1776" y="1620"/>
                  </a:cubicBezTo>
                  <a:cubicBezTo>
                    <a:pt x="1760" y="1488"/>
                    <a:pt x="1760" y="1360"/>
                    <a:pt x="1768" y="1228"/>
                  </a:cubicBezTo>
                  <a:cubicBezTo>
                    <a:pt x="1768" y="1164"/>
                    <a:pt x="1784" y="1100"/>
                    <a:pt x="1812" y="1044"/>
                  </a:cubicBezTo>
                  <a:cubicBezTo>
                    <a:pt x="1844" y="1008"/>
                    <a:pt x="1876" y="972"/>
                    <a:pt x="1916" y="944"/>
                  </a:cubicBezTo>
                  <a:cubicBezTo>
                    <a:pt x="1973" y="901"/>
                    <a:pt x="2029" y="857"/>
                    <a:pt x="2085" y="813"/>
                  </a:cubicBezTo>
                  <a:lnTo>
                    <a:pt x="2085" y="813"/>
                  </a:lnTo>
                  <a:cubicBezTo>
                    <a:pt x="2027" y="881"/>
                    <a:pt x="2025" y="997"/>
                    <a:pt x="2044" y="1092"/>
                  </a:cubicBezTo>
                  <a:cubicBezTo>
                    <a:pt x="2096" y="1312"/>
                    <a:pt x="2224" y="1516"/>
                    <a:pt x="2240" y="1740"/>
                  </a:cubicBezTo>
                  <a:cubicBezTo>
                    <a:pt x="2260" y="2000"/>
                    <a:pt x="2132" y="2248"/>
                    <a:pt x="2008" y="2476"/>
                  </a:cubicBezTo>
                  <a:cubicBezTo>
                    <a:pt x="1984" y="2524"/>
                    <a:pt x="1958" y="2573"/>
                    <a:pt x="1925" y="2616"/>
                  </a:cubicBezTo>
                  <a:lnTo>
                    <a:pt x="1925" y="2616"/>
                  </a:lnTo>
                  <a:lnTo>
                    <a:pt x="2324" y="2288"/>
                  </a:lnTo>
                  <a:lnTo>
                    <a:pt x="2324" y="2288"/>
                  </a:lnTo>
                  <a:cubicBezTo>
                    <a:pt x="2240" y="2476"/>
                    <a:pt x="2120" y="2648"/>
                    <a:pt x="1968" y="2792"/>
                  </a:cubicBezTo>
                  <a:cubicBezTo>
                    <a:pt x="2124" y="2708"/>
                    <a:pt x="2288" y="2640"/>
                    <a:pt x="2456" y="2592"/>
                  </a:cubicBezTo>
                  <a:cubicBezTo>
                    <a:pt x="2466" y="2586"/>
                    <a:pt x="2476" y="2583"/>
                    <a:pt x="2486" y="2583"/>
                  </a:cubicBezTo>
                  <a:cubicBezTo>
                    <a:pt x="2496" y="2583"/>
                    <a:pt x="2506" y="2586"/>
                    <a:pt x="2516" y="2592"/>
                  </a:cubicBezTo>
                  <a:cubicBezTo>
                    <a:pt x="2536" y="2604"/>
                    <a:pt x="2544" y="2624"/>
                    <a:pt x="2548" y="2648"/>
                  </a:cubicBezTo>
                  <a:cubicBezTo>
                    <a:pt x="2560" y="2752"/>
                    <a:pt x="2524" y="2860"/>
                    <a:pt x="2444" y="2936"/>
                  </a:cubicBezTo>
                  <a:lnTo>
                    <a:pt x="2796" y="2836"/>
                  </a:lnTo>
                  <a:cubicBezTo>
                    <a:pt x="2864" y="2824"/>
                    <a:pt x="2928" y="2796"/>
                    <a:pt x="2984" y="2760"/>
                  </a:cubicBezTo>
                  <a:cubicBezTo>
                    <a:pt x="3036" y="2720"/>
                    <a:pt x="3080" y="2672"/>
                    <a:pt x="3116" y="2616"/>
                  </a:cubicBezTo>
                  <a:cubicBezTo>
                    <a:pt x="3252" y="2416"/>
                    <a:pt x="3376" y="2212"/>
                    <a:pt x="3496" y="2000"/>
                  </a:cubicBezTo>
                  <a:lnTo>
                    <a:pt x="3496" y="2000"/>
                  </a:lnTo>
                  <a:cubicBezTo>
                    <a:pt x="3620" y="2320"/>
                    <a:pt x="3600" y="2676"/>
                    <a:pt x="3436" y="2976"/>
                  </a:cubicBezTo>
                  <a:cubicBezTo>
                    <a:pt x="3612" y="2880"/>
                    <a:pt x="3708" y="2680"/>
                    <a:pt x="3732" y="2480"/>
                  </a:cubicBezTo>
                  <a:cubicBezTo>
                    <a:pt x="3752" y="2280"/>
                    <a:pt x="3704" y="2080"/>
                    <a:pt x="3652" y="1888"/>
                  </a:cubicBezTo>
                  <a:cubicBezTo>
                    <a:pt x="3500" y="1316"/>
                    <a:pt x="3296" y="768"/>
                    <a:pt x="2964" y="280"/>
                  </a:cubicBezTo>
                  <a:lnTo>
                    <a:pt x="2964" y="280"/>
                  </a:lnTo>
                  <a:cubicBezTo>
                    <a:pt x="2872" y="448"/>
                    <a:pt x="2884" y="656"/>
                    <a:pt x="2996" y="812"/>
                  </a:cubicBezTo>
                  <a:cubicBezTo>
                    <a:pt x="2776" y="600"/>
                    <a:pt x="2736" y="256"/>
                    <a:pt x="2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70"/>
            <p:cNvSpPr/>
            <p:nvPr/>
          </p:nvSpPr>
          <p:spPr>
            <a:xfrm flipH="1">
              <a:off x="2613427" y="1848571"/>
              <a:ext cx="293312" cy="334061"/>
            </a:xfrm>
            <a:custGeom>
              <a:avLst/>
              <a:gdLst/>
              <a:ahLst/>
              <a:cxnLst/>
              <a:rect l="l" t="t" r="r" b="b"/>
              <a:pathLst>
                <a:path w="2181" h="2484" extrusionOk="0">
                  <a:moveTo>
                    <a:pt x="1283" y="0"/>
                  </a:moveTo>
                  <a:cubicBezTo>
                    <a:pt x="1218" y="0"/>
                    <a:pt x="1152" y="9"/>
                    <a:pt x="1088" y="19"/>
                  </a:cubicBezTo>
                  <a:cubicBezTo>
                    <a:pt x="980" y="31"/>
                    <a:pt x="872" y="59"/>
                    <a:pt x="768" y="91"/>
                  </a:cubicBezTo>
                  <a:cubicBezTo>
                    <a:pt x="644" y="140"/>
                    <a:pt x="513" y="222"/>
                    <a:pt x="381" y="222"/>
                  </a:cubicBezTo>
                  <a:cubicBezTo>
                    <a:pt x="361" y="222"/>
                    <a:pt x="341" y="220"/>
                    <a:pt x="320" y="215"/>
                  </a:cubicBezTo>
                  <a:lnTo>
                    <a:pt x="320" y="215"/>
                  </a:lnTo>
                  <a:lnTo>
                    <a:pt x="380" y="235"/>
                  </a:lnTo>
                  <a:cubicBezTo>
                    <a:pt x="449" y="298"/>
                    <a:pt x="539" y="332"/>
                    <a:pt x="631" y="332"/>
                  </a:cubicBezTo>
                  <a:cubicBezTo>
                    <a:pt x="679" y="332"/>
                    <a:pt x="727" y="323"/>
                    <a:pt x="772" y="303"/>
                  </a:cubicBezTo>
                  <a:cubicBezTo>
                    <a:pt x="848" y="267"/>
                    <a:pt x="912" y="207"/>
                    <a:pt x="992" y="187"/>
                  </a:cubicBezTo>
                  <a:cubicBezTo>
                    <a:pt x="1006" y="183"/>
                    <a:pt x="1021" y="181"/>
                    <a:pt x="1036" y="181"/>
                  </a:cubicBezTo>
                  <a:cubicBezTo>
                    <a:pt x="1107" y="181"/>
                    <a:pt x="1180" y="225"/>
                    <a:pt x="1176" y="291"/>
                  </a:cubicBezTo>
                  <a:cubicBezTo>
                    <a:pt x="1172" y="323"/>
                    <a:pt x="1160" y="355"/>
                    <a:pt x="1136" y="379"/>
                  </a:cubicBezTo>
                  <a:cubicBezTo>
                    <a:pt x="1020" y="519"/>
                    <a:pt x="820" y="559"/>
                    <a:pt x="636" y="559"/>
                  </a:cubicBezTo>
                  <a:cubicBezTo>
                    <a:pt x="624" y="560"/>
                    <a:pt x="611" y="560"/>
                    <a:pt x="599" y="560"/>
                  </a:cubicBezTo>
                  <a:cubicBezTo>
                    <a:pt x="503" y="560"/>
                    <a:pt x="406" y="553"/>
                    <a:pt x="310" y="553"/>
                  </a:cubicBezTo>
                  <a:cubicBezTo>
                    <a:pt x="236" y="553"/>
                    <a:pt x="163" y="557"/>
                    <a:pt x="92" y="571"/>
                  </a:cubicBezTo>
                  <a:cubicBezTo>
                    <a:pt x="220" y="571"/>
                    <a:pt x="340" y="651"/>
                    <a:pt x="428" y="747"/>
                  </a:cubicBezTo>
                  <a:cubicBezTo>
                    <a:pt x="516" y="843"/>
                    <a:pt x="584" y="955"/>
                    <a:pt x="664" y="1055"/>
                  </a:cubicBezTo>
                  <a:cubicBezTo>
                    <a:pt x="744" y="1151"/>
                    <a:pt x="840" y="1231"/>
                    <a:pt x="944" y="1299"/>
                  </a:cubicBezTo>
                  <a:cubicBezTo>
                    <a:pt x="980" y="1323"/>
                    <a:pt x="1020" y="1355"/>
                    <a:pt x="1008" y="1395"/>
                  </a:cubicBezTo>
                  <a:cubicBezTo>
                    <a:pt x="1004" y="1411"/>
                    <a:pt x="992" y="1427"/>
                    <a:pt x="976" y="1435"/>
                  </a:cubicBezTo>
                  <a:cubicBezTo>
                    <a:pt x="933" y="1467"/>
                    <a:pt x="881" y="1480"/>
                    <a:pt x="828" y="1480"/>
                  </a:cubicBezTo>
                  <a:cubicBezTo>
                    <a:pt x="759" y="1480"/>
                    <a:pt x="687" y="1457"/>
                    <a:pt x="628" y="1423"/>
                  </a:cubicBezTo>
                  <a:cubicBezTo>
                    <a:pt x="520" y="1363"/>
                    <a:pt x="436" y="1271"/>
                    <a:pt x="340" y="1195"/>
                  </a:cubicBezTo>
                  <a:cubicBezTo>
                    <a:pt x="260" y="1135"/>
                    <a:pt x="159" y="1086"/>
                    <a:pt x="58" y="1086"/>
                  </a:cubicBezTo>
                  <a:cubicBezTo>
                    <a:pt x="39" y="1086"/>
                    <a:pt x="20" y="1088"/>
                    <a:pt x="0" y="1091"/>
                  </a:cubicBezTo>
                  <a:cubicBezTo>
                    <a:pt x="164" y="1187"/>
                    <a:pt x="260" y="1371"/>
                    <a:pt x="328" y="1551"/>
                  </a:cubicBezTo>
                  <a:cubicBezTo>
                    <a:pt x="392" y="1731"/>
                    <a:pt x="440" y="1919"/>
                    <a:pt x="540" y="2083"/>
                  </a:cubicBezTo>
                  <a:lnTo>
                    <a:pt x="292" y="1891"/>
                  </a:lnTo>
                  <a:lnTo>
                    <a:pt x="292" y="1891"/>
                  </a:lnTo>
                  <a:cubicBezTo>
                    <a:pt x="372" y="2135"/>
                    <a:pt x="624" y="2279"/>
                    <a:pt x="856" y="2391"/>
                  </a:cubicBezTo>
                  <a:cubicBezTo>
                    <a:pt x="946" y="2436"/>
                    <a:pt x="1044" y="2484"/>
                    <a:pt x="1140" y="2484"/>
                  </a:cubicBezTo>
                  <a:cubicBezTo>
                    <a:pt x="1157" y="2484"/>
                    <a:pt x="1173" y="2482"/>
                    <a:pt x="1188" y="2479"/>
                  </a:cubicBezTo>
                  <a:cubicBezTo>
                    <a:pt x="1316" y="2455"/>
                    <a:pt x="1412" y="2351"/>
                    <a:pt x="1472" y="2239"/>
                  </a:cubicBezTo>
                  <a:cubicBezTo>
                    <a:pt x="1532" y="2127"/>
                    <a:pt x="1573" y="2003"/>
                    <a:pt x="1637" y="1895"/>
                  </a:cubicBezTo>
                  <a:cubicBezTo>
                    <a:pt x="1661" y="1855"/>
                    <a:pt x="1689" y="1819"/>
                    <a:pt x="1729" y="1795"/>
                  </a:cubicBezTo>
                  <a:cubicBezTo>
                    <a:pt x="1747" y="1782"/>
                    <a:pt x="1768" y="1773"/>
                    <a:pt x="1791" y="1768"/>
                  </a:cubicBezTo>
                  <a:lnTo>
                    <a:pt x="1791" y="1768"/>
                  </a:lnTo>
                  <a:cubicBezTo>
                    <a:pt x="1822" y="1773"/>
                    <a:pt x="1853" y="1775"/>
                    <a:pt x="1885" y="1775"/>
                  </a:cubicBezTo>
                  <a:cubicBezTo>
                    <a:pt x="1865" y="1768"/>
                    <a:pt x="1845" y="1765"/>
                    <a:pt x="1825" y="1765"/>
                  </a:cubicBezTo>
                  <a:cubicBezTo>
                    <a:pt x="1814" y="1765"/>
                    <a:pt x="1802" y="1766"/>
                    <a:pt x="1791" y="1768"/>
                  </a:cubicBezTo>
                  <a:lnTo>
                    <a:pt x="1791" y="1768"/>
                  </a:lnTo>
                  <a:cubicBezTo>
                    <a:pt x="1620" y="1741"/>
                    <a:pt x="1468" y="1641"/>
                    <a:pt x="1376" y="1491"/>
                  </a:cubicBezTo>
                  <a:cubicBezTo>
                    <a:pt x="1348" y="1447"/>
                    <a:pt x="1320" y="1387"/>
                    <a:pt x="1364" y="1343"/>
                  </a:cubicBezTo>
                  <a:cubicBezTo>
                    <a:pt x="1380" y="1325"/>
                    <a:pt x="1401" y="1318"/>
                    <a:pt x="1424" y="1318"/>
                  </a:cubicBezTo>
                  <a:cubicBezTo>
                    <a:pt x="1460" y="1318"/>
                    <a:pt x="1502" y="1336"/>
                    <a:pt x="1536" y="1355"/>
                  </a:cubicBezTo>
                  <a:cubicBezTo>
                    <a:pt x="1737" y="1471"/>
                    <a:pt x="1937" y="1603"/>
                    <a:pt x="2169" y="1615"/>
                  </a:cubicBezTo>
                  <a:cubicBezTo>
                    <a:pt x="1989" y="1507"/>
                    <a:pt x="1889" y="1303"/>
                    <a:pt x="1913" y="1095"/>
                  </a:cubicBezTo>
                  <a:lnTo>
                    <a:pt x="1913" y="1095"/>
                  </a:lnTo>
                  <a:cubicBezTo>
                    <a:pt x="1973" y="1223"/>
                    <a:pt x="2069" y="1331"/>
                    <a:pt x="2181" y="1411"/>
                  </a:cubicBezTo>
                  <a:cubicBezTo>
                    <a:pt x="2053" y="1219"/>
                    <a:pt x="1969" y="1003"/>
                    <a:pt x="1933" y="775"/>
                  </a:cubicBezTo>
                  <a:cubicBezTo>
                    <a:pt x="1925" y="711"/>
                    <a:pt x="1913" y="651"/>
                    <a:pt x="1901" y="591"/>
                  </a:cubicBezTo>
                  <a:cubicBezTo>
                    <a:pt x="1865" y="491"/>
                    <a:pt x="1813" y="395"/>
                    <a:pt x="1749" y="311"/>
                  </a:cubicBezTo>
                  <a:cubicBezTo>
                    <a:pt x="1673" y="203"/>
                    <a:pt x="1589" y="87"/>
                    <a:pt x="1472" y="35"/>
                  </a:cubicBezTo>
                  <a:cubicBezTo>
                    <a:pt x="1412" y="9"/>
                    <a:pt x="1348" y="0"/>
                    <a:pt x="12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70"/>
            <p:cNvSpPr/>
            <p:nvPr/>
          </p:nvSpPr>
          <p:spPr>
            <a:xfrm flipH="1">
              <a:off x="2817844" y="2089030"/>
              <a:ext cx="396596" cy="464780"/>
            </a:xfrm>
            <a:custGeom>
              <a:avLst/>
              <a:gdLst/>
              <a:ahLst/>
              <a:cxnLst/>
              <a:rect l="l" t="t" r="r" b="b"/>
              <a:pathLst>
                <a:path w="2949" h="3456" extrusionOk="0">
                  <a:moveTo>
                    <a:pt x="1456" y="1"/>
                  </a:moveTo>
                  <a:cubicBezTo>
                    <a:pt x="1443" y="1"/>
                    <a:pt x="1431" y="4"/>
                    <a:pt x="1420" y="11"/>
                  </a:cubicBezTo>
                  <a:cubicBezTo>
                    <a:pt x="1396" y="31"/>
                    <a:pt x="1384" y="55"/>
                    <a:pt x="1380" y="87"/>
                  </a:cubicBezTo>
                  <a:cubicBezTo>
                    <a:pt x="1344" y="291"/>
                    <a:pt x="1436" y="495"/>
                    <a:pt x="1488" y="695"/>
                  </a:cubicBezTo>
                  <a:cubicBezTo>
                    <a:pt x="1540" y="903"/>
                    <a:pt x="1544" y="1123"/>
                    <a:pt x="1504" y="1336"/>
                  </a:cubicBezTo>
                  <a:cubicBezTo>
                    <a:pt x="1456" y="1087"/>
                    <a:pt x="1348" y="851"/>
                    <a:pt x="1184" y="659"/>
                  </a:cubicBezTo>
                  <a:lnTo>
                    <a:pt x="1184" y="659"/>
                  </a:lnTo>
                  <a:cubicBezTo>
                    <a:pt x="1284" y="887"/>
                    <a:pt x="1320" y="1139"/>
                    <a:pt x="1292" y="1388"/>
                  </a:cubicBezTo>
                  <a:cubicBezTo>
                    <a:pt x="1176" y="1308"/>
                    <a:pt x="1172" y="1139"/>
                    <a:pt x="1168" y="999"/>
                  </a:cubicBezTo>
                  <a:cubicBezTo>
                    <a:pt x="1160" y="839"/>
                    <a:pt x="1128" y="679"/>
                    <a:pt x="1076" y="527"/>
                  </a:cubicBezTo>
                  <a:cubicBezTo>
                    <a:pt x="1056" y="675"/>
                    <a:pt x="1032" y="827"/>
                    <a:pt x="936" y="939"/>
                  </a:cubicBezTo>
                  <a:cubicBezTo>
                    <a:pt x="892" y="991"/>
                    <a:pt x="840" y="1027"/>
                    <a:pt x="792" y="1075"/>
                  </a:cubicBezTo>
                  <a:cubicBezTo>
                    <a:pt x="732" y="1139"/>
                    <a:pt x="692" y="1219"/>
                    <a:pt x="676" y="1308"/>
                  </a:cubicBezTo>
                  <a:cubicBezTo>
                    <a:pt x="672" y="1340"/>
                    <a:pt x="664" y="1372"/>
                    <a:pt x="652" y="1404"/>
                  </a:cubicBezTo>
                  <a:cubicBezTo>
                    <a:pt x="624" y="1460"/>
                    <a:pt x="552" y="1488"/>
                    <a:pt x="492" y="1516"/>
                  </a:cubicBezTo>
                  <a:cubicBezTo>
                    <a:pt x="280" y="1632"/>
                    <a:pt x="180" y="1880"/>
                    <a:pt x="100" y="2108"/>
                  </a:cubicBezTo>
                  <a:cubicBezTo>
                    <a:pt x="56" y="2212"/>
                    <a:pt x="28" y="2320"/>
                    <a:pt x="16" y="2432"/>
                  </a:cubicBezTo>
                  <a:cubicBezTo>
                    <a:pt x="0" y="2540"/>
                    <a:pt x="32" y="2652"/>
                    <a:pt x="104" y="2744"/>
                  </a:cubicBezTo>
                  <a:cubicBezTo>
                    <a:pt x="176" y="2828"/>
                    <a:pt x="288" y="2864"/>
                    <a:pt x="392" y="2900"/>
                  </a:cubicBezTo>
                  <a:cubicBezTo>
                    <a:pt x="540" y="2956"/>
                    <a:pt x="696" y="3000"/>
                    <a:pt x="856" y="3024"/>
                  </a:cubicBezTo>
                  <a:cubicBezTo>
                    <a:pt x="984" y="3040"/>
                    <a:pt x="1112" y="3032"/>
                    <a:pt x="1240" y="3048"/>
                  </a:cubicBezTo>
                  <a:cubicBezTo>
                    <a:pt x="1480" y="3076"/>
                    <a:pt x="1708" y="3176"/>
                    <a:pt x="1888" y="3336"/>
                  </a:cubicBezTo>
                  <a:cubicBezTo>
                    <a:pt x="1776" y="3124"/>
                    <a:pt x="1736" y="2880"/>
                    <a:pt x="1784" y="2644"/>
                  </a:cubicBezTo>
                  <a:cubicBezTo>
                    <a:pt x="1792" y="2588"/>
                    <a:pt x="1812" y="2532"/>
                    <a:pt x="1848" y="2484"/>
                  </a:cubicBezTo>
                  <a:cubicBezTo>
                    <a:pt x="1879" y="2443"/>
                    <a:pt x="1926" y="2417"/>
                    <a:pt x="1976" y="2417"/>
                  </a:cubicBezTo>
                  <a:cubicBezTo>
                    <a:pt x="1986" y="2417"/>
                    <a:pt x="1995" y="2418"/>
                    <a:pt x="2004" y="2420"/>
                  </a:cubicBezTo>
                  <a:cubicBezTo>
                    <a:pt x="1964" y="2624"/>
                    <a:pt x="1948" y="2832"/>
                    <a:pt x="1952" y="3040"/>
                  </a:cubicBezTo>
                  <a:cubicBezTo>
                    <a:pt x="1956" y="3196"/>
                    <a:pt x="1984" y="3372"/>
                    <a:pt x="2112" y="3456"/>
                  </a:cubicBezTo>
                  <a:cubicBezTo>
                    <a:pt x="2088" y="3196"/>
                    <a:pt x="2204" y="2948"/>
                    <a:pt x="2344" y="2728"/>
                  </a:cubicBezTo>
                  <a:cubicBezTo>
                    <a:pt x="2484" y="2508"/>
                    <a:pt x="2656" y="2308"/>
                    <a:pt x="2756" y="2068"/>
                  </a:cubicBezTo>
                  <a:cubicBezTo>
                    <a:pt x="2948" y="1596"/>
                    <a:pt x="2856" y="1055"/>
                    <a:pt x="2520" y="671"/>
                  </a:cubicBezTo>
                  <a:cubicBezTo>
                    <a:pt x="2396" y="531"/>
                    <a:pt x="2240" y="411"/>
                    <a:pt x="2204" y="231"/>
                  </a:cubicBezTo>
                  <a:lnTo>
                    <a:pt x="2192" y="259"/>
                  </a:lnTo>
                  <a:cubicBezTo>
                    <a:pt x="2184" y="483"/>
                    <a:pt x="2180" y="723"/>
                    <a:pt x="2304" y="911"/>
                  </a:cubicBezTo>
                  <a:cubicBezTo>
                    <a:pt x="2356" y="991"/>
                    <a:pt x="2432" y="1055"/>
                    <a:pt x="2488" y="1139"/>
                  </a:cubicBezTo>
                  <a:cubicBezTo>
                    <a:pt x="2540" y="1219"/>
                    <a:pt x="2572" y="1328"/>
                    <a:pt x="2528" y="1416"/>
                  </a:cubicBezTo>
                  <a:cubicBezTo>
                    <a:pt x="2352" y="1368"/>
                    <a:pt x="2180" y="1288"/>
                    <a:pt x="2072" y="1147"/>
                  </a:cubicBezTo>
                  <a:cubicBezTo>
                    <a:pt x="1924" y="955"/>
                    <a:pt x="1916" y="695"/>
                    <a:pt x="1836" y="467"/>
                  </a:cubicBezTo>
                  <a:cubicBezTo>
                    <a:pt x="1780" y="311"/>
                    <a:pt x="1684" y="167"/>
                    <a:pt x="1560" y="51"/>
                  </a:cubicBezTo>
                  <a:cubicBezTo>
                    <a:pt x="1531" y="25"/>
                    <a:pt x="1491" y="1"/>
                    <a:pt x="1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70"/>
            <p:cNvSpPr/>
            <p:nvPr/>
          </p:nvSpPr>
          <p:spPr>
            <a:xfrm flipH="1">
              <a:off x="3215382" y="1901424"/>
              <a:ext cx="498805" cy="536595"/>
            </a:xfrm>
            <a:custGeom>
              <a:avLst/>
              <a:gdLst/>
              <a:ahLst/>
              <a:cxnLst/>
              <a:rect l="l" t="t" r="r" b="b"/>
              <a:pathLst>
                <a:path w="3709" h="3990" extrusionOk="0">
                  <a:moveTo>
                    <a:pt x="1322" y="1"/>
                  </a:moveTo>
                  <a:cubicBezTo>
                    <a:pt x="1120" y="1"/>
                    <a:pt x="916" y="84"/>
                    <a:pt x="796" y="242"/>
                  </a:cubicBezTo>
                  <a:cubicBezTo>
                    <a:pt x="740" y="326"/>
                    <a:pt x="692" y="414"/>
                    <a:pt x="660" y="506"/>
                  </a:cubicBezTo>
                  <a:cubicBezTo>
                    <a:pt x="460" y="1006"/>
                    <a:pt x="288" y="1518"/>
                    <a:pt x="148" y="2038"/>
                  </a:cubicBezTo>
                  <a:cubicBezTo>
                    <a:pt x="128" y="2130"/>
                    <a:pt x="92" y="2238"/>
                    <a:pt x="0" y="2266"/>
                  </a:cubicBezTo>
                  <a:cubicBezTo>
                    <a:pt x="23" y="2269"/>
                    <a:pt x="46" y="2270"/>
                    <a:pt x="69" y="2270"/>
                  </a:cubicBezTo>
                  <a:cubicBezTo>
                    <a:pt x="217" y="2270"/>
                    <a:pt x="360" y="2226"/>
                    <a:pt x="484" y="2142"/>
                  </a:cubicBezTo>
                  <a:lnTo>
                    <a:pt x="484" y="2142"/>
                  </a:lnTo>
                  <a:cubicBezTo>
                    <a:pt x="412" y="2274"/>
                    <a:pt x="332" y="2414"/>
                    <a:pt x="188" y="2466"/>
                  </a:cubicBezTo>
                  <a:cubicBezTo>
                    <a:pt x="230" y="2485"/>
                    <a:pt x="273" y="2493"/>
                    <a:pt x="317" y="2493"/>
                  </a:cubicBezTo>
                  <a:cubicBezTo>
                    <a:pt x="462" y="2493"/>
                    <a:pt x="614" y="2405"/>
                    <a:pt x="740" y="2322"/>
                  </a:cubicBezTo>
                  <a:lnTo>
                    <a:pt x="1024" y="2134"/>
                  </a:lnTo>
                  <a:lnTo>
                    <a:pt x="1024" y="2134"/>
                  </a:lnTo>
                  <a:cubicBezTo>
                    <a:pt x="916" y="2474"/>
                    <a:pt x="604" y="2688"/>
                    <a:pt x="268" y="2688"/>
                  </a:cubicBezTo>
                  <a:cubicBezTo>
                    <a:pt x="193" y="2688"/>
                    <a:pt x="116" y="2677"/>
                    <a:pt x="40" y="2654"/>
                  </a:cubicBezTo>
                  <a:lnTo>
                    <a:pt x="40" y="2654"/>
                  </a:lnTo>
                  <a:cubicBezTo>
                    <a:pt x="236" y="2751"/>
                    <a:pt x="360" y="2955"/>
                    <a:pt x="512" y="3115"/>
                  </a:cubicBezTo>
                  <a:cubicBezTo>
                    <a:pt x="696" y="3307"/>
                    <a:pt x="932" y="3447"/>
                    <a:pt x="1196" y="3511"/>
                  </a:cubicBezTo>
                  <a:cubicBezTo>
                    <a:pt x="1408" y="3563"/>
                    <a:pt x="1640" y="3567"/>
                    <a:pt x="1836" y="3667"/>
                  </a:cubicBezTo>
                  <a:cubicBezTo>
                    <a:pt x="1996" y="3751"/>
                    <a:pt x="2120" y="3887"/>
                    <a:pt x="2284" y="3951"/>
                  </a:cubicBezTo>
                  <a:cubicBezTo>
                    <a:pt x="2365" y="3980"/>
                    <a:pt x="2449" y="3990"/>
                    <a:pt x="2535" y="3990"/>
                  </a:cubicBezTo>
                  <a:cubicBezTo>
                    <a:pt x="2611" y="3990"/>
                    <a:pt x="2687" y="3982"/>
                    <a:pt x="2760" y="3975"/>
                  </a:cubicBezTo>
                  <a:cubicBezTo>
                    <a:pt x="2808" y="3971"/>
                    <a:pt x="2856" y="3963"/>
                    <a:pt x="2904" y="3947"/>
                  </a:cubicBezTo>
                  <a:cubicBezTo>
                    <a:pt x="2944" y="3931"/>
                    <a:pt x="2984" y="3907"/>
                    <a:pt x="3016" y="3879"/>
                  </a:cubicBezTo>
                  <a:cubicBezTo>
                    <a:pt x="3252" y="3687"/>
                    <a:pt x="3412" y="3423"/>
                    <a:pt x="3512" y="3139"/>
                  </a:cubicBezTo>
                  <a:cubicBezTo>
                    <a:pt x="3610" y="2860"/>
                    <a:pt x="3658" y="2566"/>
                    <a:pt x="3706" y="2275"/>
                  </a:cubicBezTo>
                  <a:lnTo>
                    <a:pt x="3706" y="2275"/>
                  </a:lnTo>
                  <a:cubicBezTo>
                    <a:pt x="3706" y="2278"/>
                    <a:pt x="3707" y="2280"/>
                    <a:pt x="3708" y="2282"/>
                  </a:cubicBezTo>
                  <a:lnTo>
                    <a:pt x="3708" y="2258"/>
                  </a:lnTo>
                  <a:cubicBezTo>
                    <a:pt x="3707" y="2264"/>
                    <a:pt x="3707" y="2270"/>
                    <a:pt x="3706" y="2275"/>
                  </a:cubicBezTo>
                  <a:lnTo>
                    <a:pt x="3706" y="2275"/>
                  </a:lnTo>
                  <a:cubicBezTo>
                    <a:pt x="3695" y="2246"/>
                    <a:pt x="3688" y="2220"/>
                    <a:pt x="3680" y="2194"/>
                  </a:cubicBezTo>
                  <a:cubicBezTo>
                    <a:pt x="3476" y="2278"/>
                    <a:pt x="3452" y="2606"/>
                    <a:pt x="3244" y="2679"/>
                  </a:cubicBezTo>
                  <a:cubicBezTo>
                    <a:pt x="3424" y="2342"/>
                    <a:pt x="3608" y="2002"/>
                    <a:pt x="3676" y="1626"/>
                  </a:cubicBezTo>
                  <a:cubicBezTo>
                    <a:pt x="3688" y="1582"/>
                    <a:pt x="3684" y="1534"/>
                    <a:pt x="3668" y="1490"/>
                  </a:cubicBezTo>
                  <a:cubicBezTo>
                    <a:pt x="3655" y="1460"/>
                    <a:pt x="3624" y="1443"/>
                    <a:pt x="3593" y="1443"/>
                  </a:cubicBezTo>
                  <a:cubicBezTo>
                    <a:pt x="3579" y="1443"/>
                    <a:pt x="3565" y="1447"/>
                    <a:pt x="3552" y="1454"/>
                  </a:cubicBezTo>
                  <a:cubicBezTo>
                    <a:pt x="3516" y="1634"/>
                    <a:pt x="3470" y="1811"/>
                    <a:pt x="3412" y="1986"/>
                  </a:cubicBezTo>
                  <a:lnTo>
                    <a:pt x="3412" y="1986"/>
                  </a:lnTo>
                  <a:cubicBezTo>
                    <a:pt x="3471" y="1792"/>
                    <a:pt x="3493" y="1590"/>
                    <a:pt x="3476" y="1390"/>
                  </a:cubicBezTo>
                  <a:cubicBezTo>
                    <a:pt x="3470" y="1389"/>
                    <a:pt x="3465" y="1388"/>
                    <a:pt x="3459" y="1388"/>
                  </a:cubicBezTo>
                  <a:cubicBezTo>
                    <a:pt x="3414" y="1388"/>
                    <a:pt x="3373" y="1427"/>
                    <a:pt x="3344" y="1466"/>
                  </a:cubicBezTo>
                  <a:cubicBezTo>
                    <a:pt x="3252" y="1590"/>
                    <a:pt x="3212" y="1746"/>
                    <a:pt x="3144" y="1886"/>
                  </a:cubicBezTo>
                  <a:cubicBezTo>
                    <a:pt x="3072" y="2034"/>
                    <a:pt x="2976" y="2170"/>
                    <a:pt x="2864" y="2294"/>
                  </a:cubicBezTo>
                  <a:cubicBezTo>
                    <a:pt x="2796" y="2374"/>
                    <a:pt x="2708" y="2442"/>
                    <a:pt x="2612" y="2486"/>
                  </a:cubicBezTo>
                  <a:cubicBezTo>
                    <a:pt x="2578" y="2500"/>
                    <a:pt x="2542" y="2507"/>
                    <a:pt x="2506" y="2507"/>
                  </a:cubicBezTo>
                  <a:cubicBezTo>
                    <a:pt x="2437" y="2507"/>
                    <a:pt x="2369" y="2482"/>
                    <a:pt x="2316" y="2434"/>
                  </a:cubicBezTo>
                  <a:cubicBezTo>
                    <a:pt x="2640" y="2166"/>
                    <a:pt x="2836" y="1786"/>
                    <a:pt x="3024" y="1414"/>
                  </a:cubicBezTo>
                  <a:cubicBezTo>
                    <a:pt x="3068" y="1330"/>
                    <a:pt x="3100" y="1210"/>
                    <a:pt x="3024" y="1158"/>
                  </a:cubicBezTo>
                  <a:cubicBezTo>
                    <a:pt x="2928" y="1270"/>
                    <a:pt x="2836" y="1394"/>
                    <a:pt x="2760" y="1522"/>
                  </a:cubicBezTo>
                  <a:cubicBezTo>
                    <a:pt x="2804" y="1394"/>
                    <a:pt x="2840" y="1266"/>
                    <a:pt x="2872" y="1134"/>
                  </a:cubicBezTo>
                  <a:lnTo>
                    <a:pt x="2872" y="1134"/>
                  </a:lnTo>
                  <a:cubicBezTo>
                    <a:pt x="2644" y="1214"/>
                    <a:pt x="2448" y="1366"/>
                    <a:pt x="2316" y="1566"/>
                  </a:cubicBezTo>
                  <a:cubicBezTo>
                    <a:pt x="2256" y="1662"/>
                    <a:pt x="2208" y="1766"/>
                    <a:pt x="2144" y="1858"/>
                  </a:cubicBezTo>
                  <a:cubicBezTo>
                    <a:pt x="2080" y="1954"/>
                    <a:pt x="1988" y="2026"/>
                    <a:pt x="1880" y="2058"/>
                  </a:cubicBezTo>
                  <a:cubicBezTo>
                    <a:pt x="1859" y="2064"/>
                    <a:pt x="1837" y="2066"/>
                    <a:pt x="1816" y="2066"/>
                  </a:cubicBezTo>
                  <a:cubicBezTo>
                    <a:pt x="1722" y="2066"/>
                    <a:pt x="1628" y="2018"/>
                    <a:pt x="1592" y="1930"/>
                  </a:cubicBezTo>
                  <a:cubicBezTo>
                    <a:pt x="1756" y="1846"/>
                    <a:pt x="1816" y="1650"/>
                    <a:pt x="1904" y="1486"/>
                  </a:cubicBezTo>
                  <a:cubicBezTo>
                    <a:pt x="2028" y="1242"/>
                    <a:pt x="2232" y="1046"/>
                    <a:pt x="2480" y="926"/>
                  </a:cubicBezTo>
                  <a:cubicBezTo>
                    <a:pt x="2461" y="904"/>
                    <a:pt x="2434" y="895"/>
                    <a:pt x="2405" y="895"/>
                  </a:cubicBezTo>
                  <a:cubicBezTo>
                    <a:pt x="2357" y="895"/>
                    <a:pt x="2301" y="919"/>
                    <a:pt x="2256" y="946"/>
                  </a:cubicBezTo>
                  <a:cubicBezTo>
                    <a:pt x="2213" y="974"/>
                    <a:pt x="2157" y="1001"/>
                    <a:pt x="2108" y="1001"/>
                  </a:cubicBezTo>
                  <a:cubicBezTo>
                    <a:pt x="2080" y="1001"/>
                    <a:pt x="2055" y="992"/>
                    <a:pt x="2036" y="970"/>
                  </a:cubicBezTo>
                  <a:cubicBezTo>
                    <a:pt x="2076" y="930"/>
                    <a:pt x="2116" y="886"/>
                    <a:pt x="2156" y="846"/>
                  </a:cubicBezTo>
                  <a:cubicBezTo>
                    <a:pt x="2084" y="830"/>
                    <a:pt x="2010" y="822"/>
                    <a:pt x="1937" y="822"/>
                  </a:cubicBezTo>
                  <a:cubicBezTo>
                    <a:pt x="1776" y="822"/>
                    <a:pt x="1615" y="861"/>
                    <a:pt x="1472" y="938"/>
                  </a:cubicBezTo>
                  <a:cubicBezTo>
                    <a:pt x="1496" y="786"/>
                    <a:pt x="1564" y="650"/>
                    <a:pt x="1672" y="542"/>
                  </a:cubicBezTo>
                  <a:cubicBezTo>
                    <a:pt x="1747" y="471"/>
                    <a:pt x="1850" y="426"/>
                    <a:pt x="1951" y="426"/>
                  </a:cubicBezTo>
                  <a:cubicBezTo>
                    <a:pt x="1997" y="426"/>
                    <a:pt x="2042" y="435"/>
                    <a:pt x="2084" y="454"/>
                  </a:cubicBezTo>
                  <a:cubicBezTo>
                    <a:pt x="1940" y="242"/>
                    <a:pt x="1728" y="70"/>
                    <a:pt x="1480" y="18"/>
                  </a:cubicBezTo>
                  <a:cubicBezTo>
                    <a:pt x="1429" y="7"/>
                    <a:pt x="1375" y="1"/>
                    <a:pt x="13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70"/>
            <p:cNvSpPr/>
            <p:nvPr/>
          </p:nvSpPr>
          <p:spPr>
            <a:xfrm flipH="1">
              <a:off x="2895308" y="1692434"/>
              <a:ext cx="541302" cy="433176"/>
            </a:xfrm>
            <a:custGeom>
              <a:avLst/>
              <a:gdLst/>
              <a:ahLst/>
              <a:cxnLst/>
              <a:rect l="l" t="t" r="r" b="b"/>
              <a:pathLst>
                <a:path w="4025" h="3221" extrusionOk="0">
                  <a:moveTo>
                    <a:pt x="3969" y="1177"/>
                  </a:moveTo>
                  <a:cubicBezTo>
                    <a:pt x="3879" y="1177"/>
                    <a:pt x="3790" y="1201"/>
                    <a:pt x="3712" y="1245"/>
                  </a:cubicBezTo>
                  <a:lnTo>
                    <a:pt x="3712" y="1245"/>
                  </a:lnTo>
                  <a:lnTo>
                    <a:pt x="4024" y="1180"/>
                  </a:lnTo>
                  <a:cubicBezTo>
                    <a:pt x="4006" y="1178"/>
                    <a:pt x="3988" y="1177"/>
                    <a:pt x="3969" y="1177"/>
                  </a:cubicBezTo>
                  <a:close/>
                  <a:moveTo>
                    <a:pt x="1060" y="1324"/>
                  </a:moveTo>
                  <a:lnTo>
                    <a:pt x="1060" y="1324"/>
                  </a:lnTo>
                  <a:cubicBezTo>
                    <a:pt x="1067" y="1332"/>
                    <a:pt x="1076" y="1340"/>
                    <a:pt x="1084" y="1348"/>
                  </a:cubicBezTo>
                  <a:lnTo>
                    <a:pt x="1060" y="1324"/>
                  </a:lnTo>
                  <a:close/>
                  <a:moveTo>
                    <a:pt x="3570" y="1863"/>
                  </a:moveTo>
                  <a:cubicBezTo>
                    <a:pt x="3590" y="1870"/>
                    <a:pt x="3611" y="1876"/>
                    <a:pt x="3632" y="1880"/>
                  </a:cubicBezTo>
                  <a:cubicBezTo>
                    <a:pt x="3612" y="1873"/>
                    <a:pt x="3591" y="1868"/>
                    <a:pt x="3570" y="1863"/>
                  </a:cubicBezTo>
                  <a:close/>
                  <a:moveTo>
                    <a:pt x="3147" y="2238"/>
                  </a:moveTo>
                  <a:cubicBezTo>
                    <a:pt x="3155" y="2241"/>
                    <a:pt x="3164" y="2243"/>
                    <a:pt x="3172" y="2244"/>
                  </a:cubicBezTo>
                  <a:cubicBezTo>
                    <a:pt x="3164" y="2242"/>
                    <a:pt x="3155" y="2240"/>
                    <a:pt x="3147" y="2238"/>
                  </a:cubicBezTo>
                  <a:close/>
                  <a:moveTo>
                    <a:pt x="1286" y="2689"/>
                  </a:moveTo>
                  <a:lnTo>
                    <a:pt x="1172" y="2812"/>
                  </a:lnTo>
                  <a:cubicBezTo>
                    <a:pt x="1223" y="2782"/>
                    <a:pt x="1258" y="2739"/>
                    <a:pt x="1286" y="2689"/>
                  </a:cubicBezTo>
                  <a:close/>
                  <a:moveTo>
                    <a:pt x="1880" y="0"/>
                  </a:moveTo>
                  <a:lnTo>
                    <a:pt x="1880" y="0"/>
                  </a:lnTo>
                  <a:cubicBezTo>
                    <a:pt x="1896" y="228"/>
                    <a:pt x="1840" y="460"/>
                    <a:pt x="1716" y="656"/>
                  </a:cubicBezTo>
                  <a:cubicBezTo>
                    <a:pt x="1728" y="548"/>
                    <a:pt x="1676" y="444"/>
                    <a:pt x="1580" y="392"/>
                  </a:cubicBezTo>
                  <a:lnTo>
                    <a:pt x="1580" y="392"/>
                  </a:lnTo>
                  <a:cubicBezTo>
                    <a:pt x="1624" y="624"/>
                    <a:pt x="1620" y="860"/>
                    <a:pt x="1572" y="1092"/>
                  </a:cubicBezTo>
                  <a:cubicBezTo>
                    <a:pt x="1492" y="908"/>
                    <a:pt x="1360" y="752"/>
                    <a:pt x="1188" y="652"/>
                  </a:cubicBezTo>
                  <a:lnTo>
                    <a:pt x="1188" y="652"/>
                  </a:lnTo>
                  <a:cubicBezTo>
                    <a:pt x="1280" y="748"/>
                    <a:pt x="1260" y="900"/>
                    <a:pt x="1288" y="1032"/>
                  </a:cubicBezTo>
                  <a:cubicBezTo>
                    <a:pt x="1324" y="1180"/>
                    <a:pt x="1424" y="1308"/>
                    <a:pt x="1560" y="1376"/>
                  </a:cubicBezTo>
                  <a:cubicBezTo>
                    <a:pt x="1588" y="1388"/>
                    <a:pt x="1616" y="1404"/>
                    <a:pt x="1636" y="1424"/>
                  </a:cubicBezTo>
                  <a:cubicBezTo>
                    <a:pt x="1660" y="1448"/>
                    <a:pt x="1660" y="1480"/>
                    <a:pt x="1636" y="1504"/>
                  </a:cubicBezTo>
                  <a:cubicBezTo>
                    <a:pt x="1628" y="1512"/>
                    <a:pt x="1620" y="1512"/>
                    <a:pt x="1612" y="1516"/>
                  </a:cubicBezTo>
                  <a:cubicBezTo>
                    <a:pt x="1568" y="1528"/>
                    <a:pt x="1523" y="1534"/>
                    <a:pt x="1478" y="1534"/>
                  </a:cubicBezTo>
                  <a:cubicBezTo>
                    <a:pt x="1308" y="1534"/>
                    <a:pt x="1146" y="1451"/>
                    <a:pt x="1044" y="1308"/>
                  </a:cubicBezTo>
                  <a:lnTo>
                    <a:pt x="1044" y="1308"/>
                  </a:lnTo>
                  <a:lnTo>
                    <a:pt x="1060" y="1324"/>
                  </a:lnTo>
                  <a:lnTo>
                    <a:pt x="1060" y="1324"/>
                  </a:lnTo>
                  <a:cubicBezTo>
                    <a:pt x="1028" y="1289"/>
                    <a:pt x="1005" y="1249"/>
                    <a:pt x="992" y="1204"/>
                  </a:cubicBezTo>
                  <a:lnTo>
                    <a:pt x="992" y="1204"/>
                  </a:lnTo>
                  <a:cubicBezTo>
                    <a:pt x="964" y="1384"/>
                    <a:pt x="1064" y="1556"/>
                    <a:pt x="1232" y="1628"/>
                  </a:cubicBezTo>
                  <a:lnTo>
                    <a:pt x="580" y="1432"/>
                  </a:lnTo>
                  <a:lnTo>
                    <a:pt x="580" y="1432"/>
                  </a:lnTo>
                  <a:cubicBezTo>
                    <a:pt x="636" y="1576"/>
                    <a:pt x="788" y="1652"/>
                    <a:pt x="932" y="1688"/>
                  </a:cubicBezTo>
                  <a:cubicBezTo>
                    <a:pt x="1076" y="1728"/>
                    <a:pt x="1232" y="1740"/>
                    <a:pt x="1360" y="1812"/>
                  </a:cubicBezTo>
                  <a:cubicBezTo>
                    <a:pt x="1309" y="1875"/>
                    <a:pt x="1233" y="1909"/>
                    <a:pt x="1155" y="1909"/>
                  </a:cubicBezTo>
                  <a:cubicBezTo>
                    <a:pt x="1123" y="1909"/>
                    <a:pt x="1091" y="1904"/>
                    <a:pt x="1060" y="1892"/>
                  </a:cubicBezTo>
                  <a:cubicBezTo>
                    <a:pt x="1004" y="1860"/>
                    <a:pt x="948" y="1820"/>
                    <a:pt x="896" y="1780"/>
                  </a:cubicBezTo>
                  <a:cubicBezTo>
                    <a:pt x="863" y="1753"/>
                    <a:pt x="822" y="1739"/>
                    <a:pt x="781" y="1739"/>
                  </a:cubicBezTo>
                  <a:cubicBezTo>
                    <a:pt x="756" y="1739"/>
                    <a:pt x="732" y="1744"/>
                    <a:pt x="708" y="1752"/>
                  </a:cubicBezTo>
                  <a:cubicBezTo>
                    <a:pt x="776" y="1872"/>
                    <a:pt x="908" y="1948"/>
                    <a:pt x="1048" y="1952"/>
                  </a:cubicBezTo>
                  <a:cubicBezTo>
                    <a:pt x="959" y="1999"/>
                    <a:pt x="859" y="2048"/>
                    <a:pt x="760" y="2048"/>
                  </a:cubicBezTo>
                  <a:cubicBezTo>
                    <a:pt x="738" y="2048"/>
                    <a:pt x="717" y="2045"/>
                    <a:pt x="696" y="2040"/>
                  </a:cubicBezTo>
                  <a:cubicBezTo>
                    <a:pt x="492" y="2000"/>
                    <a:pt x="396" y="1744"/>
                    <a:pt x="204" y="1664"/>
                  </a:cubicBezTo>
                  <a:lnTo>
                    <a:pt x="204" y="1664"/>
                  </a:lnTo>
                  <a:cubicBezTo>
                    <a:pt x="292" y="1732"/>
                    <a:pt x="292" y="1864"/>
                    <a:pt x="328" y="1972"/>
                  </a:cubicBezTo>
                  <a:cubicBezTo>
                    <a:pt x="366" y="2066"/>
                    <a:pt x="438" y="2141"/>
                    <a:pt x="529" y="2182"/>
                  </a:cubicBezTo>
                  <a:lnTo>
                    <a:pt x="529" y="2182"/>
                  </a:lnTo>
                  <a:cubicBezTo>
                    <a:pt x="456" y="2162"/>
                    <a:pt x="382" y="2152"/>
                    <a:pt x="308" y="2152"/>
                  </a:cubicBezTo>
                  <a:cubicBezTo>
                    <a:pt x="204" y="2152"/>
                    <a:pt x="99" y="2172"/>
                    <a:pt x="0" y="2212"/>
                  </a:cubicBezTo>
                  <a:cubicBezTo>
                    <a:pt x="136" y="2260"/>
                    <a:pt x="280" y="2292"/>
                    <a:pt x="428" y="2304"/>
                  </a:cubicBezTo>
                  <a:cubicBezTo>
                    <a:pt x="560" y="2304"/>
                    <a:pt x="692" y="2292"/>
                    <a:pt x="820" y="2264"/>
                  </a:cubicBezTo>
                  <a:cubicBezTo>
                    <a:pt x="964" y="2244"/>
                    <a:pt x="1108" y="2228"/>
                    <a:pt x="1252" y="2224"/>
                  </a:cubicBezTo>
                  <a:lnTo>
                    <a:pt x="1252" y="2224"/>
                  </a:lnTo>
                  <a:cubicBezTo>
                    <a:pt x="1056" y="2356"/>
                    <a:pt x="856" y="2476"/>
                    <a:pt x="644" y="2580"/>
                  </a:cubicBezTo>
                  <a:cubicBezTo>
                    <a:pt x="704" y="2552"/>
                    <a:pt x="770" y="2538"/>
                    <a:pt x="837" y="2538"/>
                  </a:cubicBezTo>
                  <a:cubicBezTo>
                    <a:pt x="863" y="2538"/>
                    <a:pt x="890" y="2540"/>
                    <a:pt x="916" y="2544"/>
                  </a:cubicBezTo>
                  <a:cubicBezTo>
                    <a:pt x="956" y="2552"/>
                    <a:pt x="996" y="2556"/>
                    <a:pt x="1036" y="2556"/>
                  </a:cubicBezTo>
                  <a:cubicBezTo>
                    <a:pt x="1120" y="2548"/>
                    <a:pt x="1180" y="2476"/>
                    <a:pt x="1240" y="2424"/>
                  </a:cubicBezTo>
                  <a:cubicBezTo>
                    <a:pt x="1312" y="2360"/>
                    <a:pt x="1400" y="2312"/>
                    <a:pt x="1492" y="2284"/>
                  </a:cubicBezTo>
                  <a:lnTo>
                    <a:pt x="1492" y="2284"/>
                  </a:lnTo>
                  <a:cubicBezTo>
                    <a:pt x="1383" y="2388"/>
                    <a:pt x="1358" y="2560"/>
                    <a:pt x="1286" y="2689"/>
                  </a:cubicBezTo>
                  <a:lnTo>
                    <a:pt x="1286" y="2689"/>
                  </a:lnTo>
                  <a:lnTo>
                    <a:pt x="1404" y="2560"/>
                  </a:lnTo>
                  <a:cubicBezTo>
                    <a:pt x="1468" y="2493"/>
                    <a:pt x="1550" y="2420"/>
                    <a:pt x="1637" y="2420"/>
                  </a:cubicBezTo>
                  <a:cubicBezTo>
                    <a:pt x="1649" y="2420"/>
                    <a:pt x="1660" y="2422"/>
                    <a:pt x="1672" y="2424"/>
                  </a:cubicBezTo>
                  <a:cubicBezTo>
                    <a:pt x="1576" y="2508"/>
                    <a:pt x="1500" y="2608"/>
                    <a:pt x="1440" y="2724"/>
                  </a:cubicBezTo>
                  <a:cubicBezTo>
                    <a:pt x="1524" y="2576"/>
                    <a:pt x="1648" y="2460"/>
                    <a:pt x="1804" y="2392"/>
                  </a:cubicBezTo>
                  <a:lnTo>
                    <a:pt x="1804" y="2392"/>
                  </a:lnTo>
                  <a:cubicBezTo>
                    <a:pt x="1724" y="2440"/>
                    <a:pt x="1668" y="2524"/>
                    <a:pt x="1652" y="2616"/>
                  </a:cubicBezTo>
                  <a:cubicBezTo>
                    <a:pt x="1636" y="2708"/>
                    <a:pt x="1632" y="2800"/>
                    <a:pt x="1644" y="2892"/>
                  </a:cubicBezTo>
                  <a:cubicBezTo>
                    <a:pt x="1648" y="3000"/>
                    <a:pt x="1656" y="3108"/>
                    <a:pt x="1660" y="3220"/>
                  </a:cubicBezTo>
                  <a:cubicBezTo>
                    <a:pt x="1728" y="3132"/>
                    <a:pt x="1728" y="3012"/>
                    <a:pt x="1748" y="2904"/>
                  </a:cubicBezTo>
                  <a:cubicBezTo>
                    <a:pt x="1768" y="2796"/>
                    <a:pt x="1828" y="2672"/>
                    <a:pt x="1936" y="2656"/>
                  </a:cubicBezTo>
                  <a:lnTo>
                    <a:pt x="1936" y="2656"/>
                  </a:lnTo>
                  <a:cubicBezTo>
                    <a:pt x="1896" y="2752"/>
                    <a:pt x="1908" y="2864"/>
                    <a:pt x="1972" y="2948"/>
                  </a:cubicBezTo>
                  <a:cubicBezTo>
                    <a:pt x="1960" y="2856"/>
                    <a:pt x="1952" y="2764"/>
                    <a:pt x="1952" y="2668"/>
                  </a:cubicBezTo>
                  <a:lnTo>
                    <a:pt x="2012" y="2664"/>
                  </a:lnTo>
                  <a:cubicBezTo>
                    <a:pt x="2040" y="2828"/>
                    <a:pt x="2080" y="2988"/>
                    <a:pt x="2132" y="3144"/>
                  </a:cubicBezTo>
                  <a:cubicBezTo>
                    <a:pt x="2088" y="2932"/>
                    <a:pt x="2176" y="2720"/>
                    <a:pt x="2268" y="2520"/>
                  </a:cubicBezTo>
                  <a:lnTo>
                    <a:pt x="2268" y="2520"/>
                  </a:lnTo>
                  <a:cubicBezTo>
                    <a:pt x="2248" y="2680"/>
                    <a:pt x="2280" y="2844"/>
                    <a:pt x="2352" y="2988"/>
                  </a:cubicBezTo>
                  <a:cubicBezTo>
                    <a:pt x="2348" y="2868"/>
                    <a:pt x="2360" y="2748"/>
                    <a:pt x="2388" y="2632"/>
                  </a:cubicBezTo>
                  <a:cubicBezTo>
                    <a:pt x="2408" y="2704"/>
                    <a:pt x="2444" y="2772"/>
                    <a:pt x="2496" y="2832"/>
                  </a:cubicBezTo>
                  <a:cubicBezTo>
                    <a:pt x="2464" y="2724"/>
                    <a:pt x="2476" y="2612"/>
                    <a:pt x="2524" y="2516"/>
                  </a:cubicBezTo>
                  <a:cubicBezTo>
                    <a:pt x="2568" y="2696"/>
                    <a:pt x="2648" y="2868"/>
                    <a:pt x="2760" y="3016"/>
                  </a:cubicBezTo>
                  <a:cubicBezTo>
                    <a:pt x="2684" y="2796"/>
                    <a:pt x="2668" y="2564"/>
                    <a:pt x="2708" y="2340"/>
                  </a:cubicBezTo>
                  <a:cubicBezTo>
                    <a:pt x="2724" y="2330"/>
                    <a:pt x="2742" y="2325"/>
                    <a:pt x="2760" y="2325"/>
                  </a:cubicBezTo>
                  <a:cubicBezTo>
                    <a:pt x="2777" y="2325"/>
                    <a:pt x="2794" y="2330"/>
                    <a:pt x="2808" y="2340"/>
                  </a:cubicBezTo>
                  <a:cubicBezTo>
                    <a:pt x="2836" y="2360"/>
                    <a:pt x="2864" y="2384"/>
                    <a:pt x="2888" y="2412"/>
                  </a:cubicBezTo>
                  <a:cubicBezTo>
                    <a:pt x="2940" y="2448"/>
                    <a:pt x="2992" y="2480"/>
                    <a:pt x="3048" y="2504"/>
                  </a:cubicBezTo>
                  <a:cubicBezTo>
                    <a:pt x="3228" y="2600"/>
                    <a:pt x="3368" y="2756"/>
                    <a:pt x="3444" y="2944"/>
                  </a:cubicBezTo>
                  <a:cubicBezTo>
                    <a:pt x="3428" y="2648"/>
                    <a:pt x="3188" y="2424"/>
                    <a:pt x="2960" y="2236"/>
                  </a:cubicBezTo>
                  <a:cubicBezTo>
                    <a:pt x="2992" y="2231"/>
                    <a:pt x="3022" y="2228"/>
                    <a:pt x="3053" y="2228"/>
                  </a:cubicBezTo>
                  <a:cubicBezTo>
                    <a:pt x="3084" y="2228"/>
                    <a:pt x="3115" y="2231"/>
                    <a:pt x="3147" y="2238"/>
                  </a:cubicBezTo>
                  <a:lnTo>
                    <a:pt x="3147" y="2238"/>
                  </a:lnTo>
                  <a:cubicBezTo>
                    <a:pt x="3056" y="2210"/>
                    <a:pt x="2987" y="2132"/>
                    <a:pt x="2976" y="2040"/>
                  </a:cubicBezTo>
                  <a:lnTo>
                    <a:pt x="2976" y="2040"/>
                  </a:lnTo>
                  <a:lnTo>
                    <a:pt x="3240" y="2072"/>
                  </a:lnTo>
                  <a:cubicBezTo>
                    <a:pt x="3212" y="2060"/>
                    <a:pt x="3200" y="2028"/>
                    <a:pt x="3216" y="2000"/>
                  </a:cubicBezTo>
                  <a:cubicBezTo>
                    <a:pt x="3320" y="2000"/>
                    <a:pt x="3420" y="2024"/>
                    <a:pt x="3508" y="2076"/>
                  </a:cubicBezTo>
                  <a:cubicBezTo>
                    <a:pt x="3448" y="2016"/>
                    <a:pt x="3412" y="1932"/>
                    <a:pt x="3412" y="1848"/>
                  </a:cubicBezTo>
                  <a:cubicBezTo>
                    <a:pt x="3422" y="1848"/>
                    <a:pt x="3432" y="1848"/>
                    <a:pt x="3441" y="1848"/>
                  </a:cubicBezTo>
                  <a:cubicBezTo>
                    <a:pt x="3485" y="1848"/>
                    <a:pt x="3528" y="1853"/>
                    <a:pt x="3570" y="1863"/>
                  </a:cubicBezTo>
                  <a:lnTo>
                    <a:pt x="3570" y="1863"/>
                  </a:lnTo>
                  <a:cubicBezTo>
                    <a:pt x="3486" y="1834"/>
                    <a:pt x="3409" y="1786"/>
                    <a:pt x="3344" y="1724"/>
                  </a:cubicBezTo>
                  <a:cubicBezTo>
                    <a:pt x="3416" y="1672"/>
                    <a:pt x="3496" y="1632"/>
                    <a:pt x="3584" y="1604"/>
                  </a:cubicBezTo>
                  <a:lnTo>
                    <a:pt x="3584" y="1604"/>
                  </a:lnTo>
                  <a:cubicBezTo>
                    <a:pt x="3565" y="1607"/>
                    <a:pt x="3546" y="1608"/>
                    <a:pt x="3527" y="1608"/>
                  </a:cubicBezTo>
                  <a:cubicBezTo>
                    <a:pt x="3485" y="1608"/>
                    <a:pt x="3443" y="1602"/>
                    <a:pt x="3404" y="1588"/>
                  </a:cubicBezTo>
                  <a:cubicBezTo>
                    <a:pt x="3474" y="1502"/>
                    <a:pt x="3580" y="1454"/>
                    <a:pt x="3689" y="1454"/>
                  </a:cubicBezTo>
                  <a:cubicBezTo>
                    <a:pt x="3711" y="1454"/>
                    <a:pt x="3734" y="1456"/>
                    <a:pt x="3756" y="1460"/>
                  </a:cubicBezTo>
                  <a:lnTo>
                    <a:pt x="3540" y="1400"/>
                  </a:lnTo>
                  <a:cubicBezTo>
                    <a:pt x="3586" y="1335"/>
                    <a:pt x="3645" y="1282"/>
                    <a:pt x="3712" y="1245"/>
                  </a:cubicBezTo>
                  <a:lnTo>
                    <a:pt x="3712" y="1245"/>
                  </a:lnTo>
                  <a:lnTo>
                    <a:pt x="3636" y="1260"/>
                  </a:lnTo>
                  <a:cubicBezTo>
                    <a:pt x="3680" y="1188"/>
                    <a:pt x="3748" y="1136"/>
                    <a:pt x="3832" y="1116"/>
                  </a:cubicBezTo>
                  <a:cubicBezTo>
                    <a:pt x="3789" y="1112"/>
                    <a:pt x="3746" y="1109"/>
                    <a:pt x="3703" y="1109"/>
                  </a:cubicBezTo>
                  <a:cubicBezTo>
                    <a:pt x="3530" y="1109"/>
                    <a:pt x="3358" y="1148"/>
                    <a:pt x="3204" y="1224"/>
                  </a:cubicBezTo>
                  <a:lnTo>
                    <a:pt x="3436" y="924"/>
                  </a:lnTo>
                  <a:cubicBezTo>
                    <a:pt x="3424" y="923"/>
                    <a:pt x="3412" y="923"/>
                    <a:pt x="3399" y="923"/>
                  </a:cubicBezTo>
                  <a:cubicBezTo>
                    <a:pt x="3240" y="923"/>
                    <a:pt x="3088" y="994"/>
                    <a:pt x="2980" y="1112"/>
                  </a:cubicBezTo>
                  <a:cubicBezTo>
                    <a:pt x="3016" y="1032"/>
                    <a:pt x="3052" y="948"/>
                    <a:pt x="3084" y="868"/>
                  </a:cubicBezTo>
                  <a:lnTo>
                    <a:pt x="3084" y="868"/>
                  </a:lnTo>
                  <a:cubicBezTo>
                    <a:pt x="3008" y="920"/>
                    <a:pt x="2948" y="988"/>
                    <a:pt x="2908" y="1072"/>
                  </a:cubicBezTo>
                  <a:cubicBezTo>
                    <a:pt x="2900" y="816"/>
                    <a:pt x="2956" y="560"/>
                    <a:pt x="3080" y="336"/>
                  </a:cubicBezTo>
                  <a:lnTo>
                    <a:pt x="3080" y="336"/>
                  </a:lnTo>
                  <a:cubicBezTo>
                    <a:pt x="2908" y="396"/>
                    <a:pt x="2764" y="524"/>
                    <a:pt x="2684" y="684"/>
                  </a:cubicBezTo>
                  <a:cubicBezTo>
                    <a:pt x="2604" y="848"/>
                    <a:pt x="2564" y="1028"/>
                    <a:pt x="2564" y="1208"/>
                  </a:cubicBezTo>
                  <a:cubicBezTo>
                    <a:pt x="2512" y="1084"/>
                    <a:pt x="2524" y="940"/>
                    <a:pt x="2596" y="824"/>
                  </a:cubicBezTo>
                  <a:lnTo>
                    <a:pt x="2596" y="824"/>
                  </a:lnTo>
                  <a:cubicBezTo>
                    <a:pt x="2536" y="872"/>
                    <a:pt x="2496" y="940"/>
                    <a:pt x="2484" y="1016"/>
                  </a:cubicBezTo>
                  <a:cubicBezTo>
                    <a:pt x="2476" y="1018"/>
                    <a:pt x="2468" y="1019"/>
                    <a:pt x="2460" y="1019"/>
                  </a:cubicBezTo>
                  <a:cubicBezTo>
                    <a:pt x="2418" y="1019"/>
                    <a:pt x="2382" y="993"/>
                    <a:pt x="2368" y="952"/>
                  </a:cubicBezTo>
                  <a:cubicBezTo>
                    <a:pt x="2348" y="908"/>
                    <a:pt x="2344" y="856"/>
                    <a:pt x="2356" y="808"/>
                  </a:cubicBezTo>
                  <a:cubicBezTo>
                    <a:pt x="2364" y="712"/>
                    <a:pt x="2384" y="620"/>
                    <a:pt x="2416" y="528"/>
                  </a:cubicBezTo>
                  <a:lnTo>
                    <a:pt x="2416" y="528"/>
                  </a:lnTo>
                  <a:cubicBezTo>
                    <a:pt x="2264" y="608"/>
                    <a:pt x="2148" y="740"/>
                    <a:pt x="2084" y="900"/>
                  </a:cubicBezTo>
                  <a:cubicBezTo>
                    <a:pt x="2112" y="824"/>
                    <a:pt x="2124" y="740"/>
                    <a:pt x="2116" y="660"/>
                  </a:cubicBezTo>
                  <a:lnTo>
                    <a:pt x="2116" y="660"/>
                  </a:lnTo>
                  <a:cubicBezTo>
                    <a:pt x="2064" y="804"/>
                    <a:pt x="2052" y="956"/>
                    <a:pt x="2080" y="1108"/>
                  </a:cubicBezTo>
                  <a:cubicBezTo>
                    <a:pt x="2008" y="1064"/>
                    <a:pt x="1964" y="984"/>
                    <a:pt x="1972" y="904"/>
                  </a:cubicBezTo>
                  <a:cubicBezTo>
                    <a:pt x="1980" y="824"/>
                    <a:pt x="1996" y="744"/>
                    <a:pt x="2020" y="664"/>
                  </a:cubicBezTo>
                  <a:cubicBezTo>
                    <a:pt x="2064" y="432"/>
                    <a:pt x="2016" y="192"/>
                    <a:pt x="18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70"/>
            <p:cNvSpPr/>
            <p:nvPr/>
          </p:nvSpPr>
          <p:spPr>
            <a:xfrm flipH="1">
              <a:off x="3164816" y="1873182"/>
              <a:ext cx="601551" cy="597786"/>
            </a:xfrm>
            <a:custGeom>
              <a:avLst/>
              <a:gdLst/>
              <a:ahLst/>
              <a:cxnLst/>
              <a:rect l="l" t="t" r="r" b="b"/>
              <a:pathLst>
                <a:path w="4473" h="4445" extrusionOk="0">
                  <a:moveTo>
                    <a:pt x="121" y="2872"/>
                  </a:moveTo>
                  <a:cubicBezTo>
                    <a:pt x="121" y="2872"/>
                    <a:pt x="122" y="2873"/>
                    <a:pt x="124" y="2876"/>
                  </a:cubicBezTo>
                  <a:cubicBezTo>
                    <a:pt x="122" y="2874"/>
                    <a:pt x="121" y="2872"/>
                    <a:pt x="121" y="2872"/>
                  </a:cubicBezTo>
                  <a:close/>
                  <a:moveTo>
                    <a:pt x="1572" y="1"/>
                  </a:moveTo>
                  <a:cubicBezTo>
                    <a:pt x="1535" y="1"/>
                    <a:pt x="1498" y="2"/>
                    <a:pt x="1460" y="4"/>
                  </a:cubicBezTo>
                  <a:cubicBezTo>
                    <a:pt x="1340" y="12"/>
                    <a:pt x="1220" y="44"/>
                    <a:pt x="1112" y="100"/>
                  </a:cubicBezTo>
                  <a:cubicBezTo>
                    <a:pt x="1048" y="136"/>
                    <a:pt x="996" y="180"/>
                    <a:pt x="952" y="232"/>
                  </a:cubicBezTo>
                  <a:cubicBezTo>
                    <a:pt x="940" y="248"/>
                    <a:pt x="928" y="260"/>
                    <a:pt x="920" y="272"/>
                  </a:cubicBezTo>
                  <a:lnTo>
                    <a:pt x="904" y="296"/>
                  </a:lnTo>
                  <a:lnTo>
                    <a:pt x="892" y="316"/>
                  </a:lnTo>
                  <a:lnTo>
                    <a:pt x="844" y="408"/>
                  </a:lnTo>
                  <a:cubicBezTo>
                    <a:pt x="776" y="532"/>
                    <a:pt x="720" y="664"/>
                    <a:pt x="676" y="800"/>
                  </a:cubicBezTo>
                  <a:cubicBezTo>
                    <a:pt x="632" y="940"/>
                    <a:pt x="600" y="1088"/>
                    <a:pt x="568" y="1240"/>
                  </a:cubicBezTo>
                  <a:cubicBezTo>
                    <a:pt x="532" y="1388"/>
                    <a:pt x="504" y="1540"/>
                    <a:pt x="468" y="1696"/>
                  </a:cubicBezTo>
                  <a:cubicBezTo>
                    <a:pt x="448" y="1772"/>
                    <a:pt x="428" y="1852"/>
                    <a:pt x="404" y="1928"/>
                  </a:cubicBezTo>
                  <a:cubicBezTo>
                    <a:pt x="396" y="1964"/>
                    <a:pt x="380" y="2004"/>
                    <a:pt x="368" y="2044"/>
                  </a:cubicBezTo>
                  <a:cubicBezTo>
                    <a:pt x="356" y="2084"/>
                    <a:pt x="344" y="2120"/>
                    <a:pt x="332" y="2160"/>
                  </a:cubicBezTo>
                  <a:cubicBezTo>
                    <a:pt x="276" y="2316"/>
                    <a:pt x="208" y="2468"/>
                    <a:pt x="128" y="2612"/>
                  </a:cubicBezTo>
                  <a:lnTo>
                    <a:pt x="64" y="2724"/>
                  </a:lnTo>
                  <a:cubicBezTo>
                    <a:pt x="56" y="2744"/>
                    <a:pt x="44" y="2764"/>
                    <a:pt x="32" y="2784"/>
                  </a:cubicBezTo>
                  <a:cubicBezTo>
                    <a:pt x="20" y="2812"/>
                    <a:pt x="8" y="2840"/>
                    <a:pt x="4" y="2868"/>
                  </a:cubicBezTo>
                  <a:cubicBezTo>
                    <a:pt x="0" y="2893"/>
                    <a:pt x="4" y="2917"/>
                    <a:pt x="20" y="2941"/>
                  </a:cubicBezTo>
                  <a:cubicBezTo>
                    <a:pt x="32" y="2961"/>
                    <a:pt x="48" y="2977"/>
                    <a:pt x="68" y="2985"/>
                  </a:cubicBezTo>
                  <a:cubicBezTo>
                    <a:pt x="92" y="2997"/>
                    <a:pt x="116" y="3005"/>
                    <a:pt x="140" y="3009"/>
                  </a:cubicBezTo>
                  <a:cubicBezTo>
                    <a:pt x="172" y="3025"/>
                    <a:pt x="200" y="3041"/>
                    <a:pt x="228" y="3069"/>
                  </a:cubicBezTo>
                  <a:cubicBezTo>
                    <a:pt x="352" y="3189"/>
                    <a:pt x="468" y="3317"/>
                    <a:pt x="580" y="3449"/>
                  </a:cubicBezTo>
                  <a:cubicBezTo>
                    <a:pt x="696" y="3589"/>
                    <a:pt x="824" y="3717"/>
                    <a:pt x="964" y="3833"/>
                  </a:cubicBezTo>
                  <a:cubicBezTo>
                    <a:pt x="1032" y="3897"/>
                    <a:pt x="1124" y="3937"/>
                    <a:pt x="1220" y="3949"/>
                  </a:cubicBezTo>
                  <a:cubicBezTo>
                    <a:pt x="1235" y="3948"/>
                    <a:pt x="1250" y="3948"/>
                    <a:pt x="1265" y="3948"/>
                  </a:cubicBezTo>
                  <a:cubicBezTo>
                    <a:pt x="1338" y="3948"/>
                    <a:pt x="1411" y="3955"/>
                    <a:pt x="1480" y="3969"/>
                  </a:cubicBezTo>
                  <a:cubicBezTo>
                    <a:pt x="1652" y="4009"/>
                    <a:pt x="1820" y="4057"/>
                    <a:pt x="1988" y="4117"/>
                  </a:cubicBezTo>
                  <a:lnTo>
                    <a:pt x="2480" y="4285"/>
                  </a:lnTo>
                  <a:cubicBezTo>
                    <a:pt x="2640" y="4345"/>
                    <a:pt x="2804" y="4393"/>
                    <a:pt x="2972" y="4429"/>
                  </a:cubicBezTo>
                  <a:cubicBezTo>
                    <a:pt x="3028" y="4439"/>
                    <a:pt x="3086" y="4445"/>
                    <a:pt x="3144" y="4445"/>
                  </a:cubicBezTo>
                  <a:cubicBezTo>
                    <a:pt x="3174" y="4445"/>
                    <a:pt x="3203" y="4443"/>
                    <a:pt x="3232" y="4441"/>
                  </a:cubicBezTo>
                  <a:cubicBezTo>
                    <a:pt x="3320" y="4429"/>
                    <a:pt x="3404" y="4401"/>
                    <a:pt x="3480" y="4357"/>
                  </a:cubicBezTo>
                  <a:cubicBezTo>
                    <a:pt x="3616" y="4265"/>
                    <a:pt x="3732" y="4145"/>
                    <a:pt x="3820" y="4005"/>
                  </a:cubicBezTo>
                  <a:cubicBezTo>
                    <a:pt x="3864" y="3937"/>
                    <a:pt x="3900" y="3873"/>
                    <a:pt x="3940" y="3809"/>
                  </a:cubicBezTo>
                  <a:cubicBezTo>
                    <a:pt x="3976" y="3745"/>
                    <a:pt x="4008" y="3677"/>
                    <a:pt x="4040" y="3609"/>
                  </a:cubicBezTo>
                  <a:cubicBezTo>
                    <a:pt x="4100" y="3473"/>
                    <a:pt x="4148" y="3341"/>
                    <a:pt x="4188" y="3213"/>
                  </a:cubicBezTo>
                  <a:cubicBezTo>
                    <a:pt x="4268" y="2981"/>
                    <a:pt x="4332" y="2744"/>
                    <a:pt x="4380" y="2504"/>
                  </a:cubicBezTo>
                  <a:cubicBezTo>
                    <a:pt x="4420" y="2320"/>
                    <a:pt x="4444" y="2132"/>
                    <a:pt x="4460" y="1944"/>
                  </a:cubicBezTo>
                  <a:cubicBezTo>
                    <a:pt x="4472" y="1820"/>
                    <a:pt x="4464" y="1700"/>
                    <a:pt x="4448" y="1580"/>
                  </a:cubicBezTo>
                  <a:cubicBezTo>
                    <a:pt x="4440" y="1544"/>
                    <a:pt x="4428" y="1516"/>
                    <a:pt x="4416" y="1484"/>
                  </a:cubicBezTo>
                  <a:lnTo>
                    <a:pt x="4400" y="1456"/>
                  </a:lnTo>
                  <a:lnTo>
                    <a:pt x="4380" y="1468"/>
                  </a:lnTo>
                  <a:lnTo>
                    <a:pt x="4396" y="1496"/>
                  </a:lnTo>
                  <a:cubicBezTo>
                    <a:pt x="4404" y="1524"/>
                    <a:pt x="4412" y="1556"/>
                    <a:pt x="4412" y="1588"/>
                  </a:cubicBezTo>
                  <a:cubicBezTo>
                    <a:pt x="4424" y="1704"/>
                    <a:pt x="4416" y="1824"/>
                    <a:pt x="4396" y="1940"/>
                  </a:cubicBezTo>
                  <a:cubicBezTo>
                    <a:pt x="4368" y="2124"/>
                    <a:pt x="4332" y="2308"/>
                    <a:pt x="4284" y="2488"/>
                  </a:cubicBezTo>
                  <a:cubicBezTo>
                    <a:pt x="4232" y="2696"/>
                    <a:pt x="4164" y="2929"/>
                    <a:pt x="4072" y="3181"/>
                  </a:cubicBezTo>
                  <a:cubicBezTo>
                    <a:pt x="4028" y="3305"/>
                    <a:pt x="3980" y="3433"/>
                    <a:pt x="3920" y="3561"/>
                  </a:cubicBezTo>
                  <a:cubicBezTo>
                    <a:pt x="3892" y="3625"/>
                    <a:pt x="3860" y="3689"/>
                    <a:pt x="3824" y="3753"/>
                  </a:cubicBezTo>
                  <a:cubicBezTo>
                    <a:pt x="3792" y="3813"/>
                    <a:pt x="3752" y="3881"/>
                    <a:pt x="3712" y="3945"/>
                  </a:cubicBezTo>
                  <a:cubicBezTo>
                    <a:pt x="3636" y="4073"/>
                    <a:pt x="3540" y="4185"/>
                    <a:pt x="3420" y="4277"/>
                  </a:cubicBezTo>
                  <a:cubicBezTo>
                    <a:pt x="3319" y="4338"/>
                    <a:pt x="3201" y="4369"/>
                    <a:pt x="3082" y="4369"/>
                  </a:cubicBezTo>
                  <a:cubicBezTo>
                    <a:pt x="3047" y="4369"/>
                    <a:pt x="3011" y="4366"/>
                    <a:pt x="2976" y="4361"/>
                  </a:cubicBezTo>
                  <a:cubicBezTo>
                    <a:pt x="2812" y="4337"/>
                    <a:pt x="2648" y="4297"/>
                    <a:pt x="2488" y="4245"/>
                  </a:cubicBezTo>
                  <a:cubicBezTo>
                    <a:pt x="2324" y="4193"/>
                    <a:pt x="2160" y="4137"/>
                    <a:pt x="1996" y="4081"/>
                  </a:cubicBezTo>
                  <a:cubicBezTo>
                    <a:pt x="1828" y="4017"/>
                    <a:pt x="1660" y="3965"/>
                    <a:pt x="1488" y="3925"/>
                  </a:cubicBezTo>
                  <a:cubicBezTo>
                    <a:pt x="1400" y="3905"/>
                    <a:pt x="1308" y="3893"/>
                    <a:pt x="1220" y="3893"/>
                  </a:cubicBezTo>
                  <a:cubicBezTo>
                    <a:pt x="1144" y="3885"/>
                    <a:pt x="1072" y="3833"/>
                    <a:pt x="1004" y="3777"/>
                  </a:cubicBezTo>
                  <a:cubicBezTo>
                    <a:pt x="880" y="3657"/>
                    <a:pt x="760" y="3529"/>
                    <a:pt x="656" y="3389"/>
                  </a:cubicBezTo>
                  <a:cubicBezTo>
                    <a:pt x="548" y="3245"/>
                    <a:pt x="428" y="3109"/>
                    <a:pt x="304" y="2981"/>
                  </a:cubicBezTo>
                  <a:cubicBezTo>
                    <a:pt x="268" y="2945"/>
                    <a:pt x="224" y="2913"/>
                    <a:pt x="176" y="2893"/>
                  </a:cubicBezTo>
                  <a:cubicBezTo>
                    <a:pt x="162" y="2889"/>
                    <a:pt x="146" y="2886"/>
                    <a:pt x="131" y="2880"/>
                  </a:cubicBezTo>
                  <a:lnTo>
                    <a:pt x="131" y="2880"/>
                  </a:lnTo>
                  <a:cubicBezTo>
                    <a:pt x="135" y="2868"/>
                    <a:pt x="142" y="2858"/>
                    <a:pt x="148" y="2848"/>
                  </a:cubicBezTo>
                  <a:cubicBezTo>
                    <a:pt x="156" y="2828"/>
                    <a:pt x="168" y="2812"/>
                    <a:pt x="176" y="2792"/>
                  </a:cubicBezTo>
                  <a:lnTo>
                    <a:pt x="244" y="2680"/>
                  </a:lnTo>
                  <a:cubicBezTo>
                    <a:pt x="328" y="2532"/>
                    <a:pt x="400" y="2372"/>
                    <a:pt x="464" y="2212"/>
                  </a:cubicBezTo>
                  <a:cubicBezTo>
                    <a:pt x="476" y="2172"/>
                    <a:pt x="492" y="2132"/>
                    <a:pt x="504" y="2092"/>
                  </a:cubicBezTo>
                  <a:cubicBezTo>
                    <a:pt x="520" y="2052"/>
                    <a:pt x="532" y="2012"/>
                    <a:pt x="544" y="1972"/>
                  </a:cubicBezTo>
                  <a:cubicBezTo>
                    <a:pt x="568" y="1892"/>
                    <a:pt x="588" y="1812"/>
                    <a:pt x="608" y="1732"/>
                  </a:cubicBezTo>
                  <a:cubicBezTo>
                    <a:pt x="648" y="1576"/>
                    <a:pt x="676" y="1420"/>
                    <a:pt x="704" y="1268"/>
                  </a:cubicBezTo>
                  <a:cubicBezTo>
                    <a:pt x="764" y="972"/>
                    <a:pt x="828" y="696"/>
                    <a:pt x="948" y="464"/>
                  </a:cubicBezTo>
                  <a:lnTo>
                    <a:pt x="992" y="380"/>
                  </a:lnTo>
                  <a:lnTo>
                    <a:pt x="1004" y="360"/>
                  </a:lnTo>
                  <a:lnTo>
                    <a:pt x="1016" y="340"/>
                  </a:lnTo>
                  <a:cubicBezTo>
                    <a:pt x="1020" y="328"/>
                    <a:pt x="1032" y="316"/>
                    <a:pt x="1040" y="304"/>
                  </a:cubicBezTo>
                  <a:cubicBezTo>
                    <a:pt x="1076" y="260"/>
                    <a:pt x="1116" y="224"/>
                    <a:pt x="1164" y="196"/>
                  </a:cubicBezTo>
                  <a:cubicBezTo>
                    <a:pt x="1256" y="144"/>
                    <a:pt x="1364" y="108"/>
                    <a:pt x="1472" y="96"/>
                  </a:cubicBezTo>
                  <a:cubicBezTo>
                    <a:pt x="1547" y="88"/>
                    <a:pt x="1624" y="84"/>
                    <a:pt x="1700" y="84"/>
                  </a:cubicBezTo>
                  <a:cubicBezTo>
                    <a:pt x="1807" y="84"/>
                    <a:pt x="1915" y="92"/>
                    <a:pt x="2020" y="108"/>
                  </a:cubicBezTo>
                  <a:cubicBezTo>
                    <a:pt x="2140" y="128"/>
                    <a:pt x="2256" y="148"/>
                    <a:pt x="2372" y="180"/>
                  </a:cubicBezTo>
                  <a:cubicBezTo>
                    <a:pt x="2456" y="200"/>
                    <a:pt x="2496" y="212"/>
                    <a:pt x="2496" y="212"/>
                  </a:cubicBezTo>
                  <a:lnTo>
                    <a:pt x="2500" y="200"/>
                  </a:lnTo>
                  <a:cubicBezTo>
                    <a:pt x="2500" y="200"/>
                    <a:pt x="2460" y="180"/>
                    <a:pt x="2380" y="152"/>
                  </a:cubicBezTo>
                  <a:cubicBezTo>
                    <a:pt x="2264" y="116"/>
                    <a:pt x="2148" y="80"/>
                    <a:pt x="2032" y="52"/>
                  </a:cubicBezTo>
                  <a:cubicBezTo>
                    <a:pt x="1881" y="20"/>
                    <a:pt x="1727" y="1"/>
                    <a:pt x="1572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70"/>
            <p:cNvSpPr/>
            <p:nvPr/>
          </p:nvSpPr>
          <p:spPr>
            <a:xfrm flipH="1">
              <a:off x="2790947" y="1983729"/>
              <a:ext cx="461149" cy="603165"/>
            </a:xfrm>
            <a:custGeom>
              <a:avLst/>
              <a:gdLst/>
              <a:ahLst/>
              <a:cxnLst/>
              <a:rect l="l" t="t" r="r" b="b"/>
              <a:pathLst>
                <a:path w="3429" h="4485" extrusionOk="0">
                  <a:moveTo>
                    <a:pt x="1697" y="1"/>
                  </a:moveTo>
                  <a:cubicBezTo>
                    <a:pt x="1663" y="1"/>
                    <a:pt x="1629" y="7"/>
                    <a:pt x="1596" y="18"/>
                  </a:cubicBezTo>
                  <a:cubicBezTo>
                    <a:pt x="1560" y="30"/>
                    <a:pt x="1524" y="46"/>
                    <a:pt x="1488" y="70"/>
                  </a:cubicBezTo>
                  <a:cubicBezTo>
                    <a:pt x="1432" y="98"/>
                    <a:pt x="1404" y="118"/>
                    <a:pt x="1404" y="118"/>
                  </a:cubicBezTo>
                  <a:lnTo>
                    <a:pt x="1412" y="130"/>
                  </a:lnTo>
                  <a:cubicBezTo>
                    <a:pt x="1412" y="130"/>
                    <a:pt x="1440" y="114"/>
                    <a:pt x="1500" y="90"/>
                  </a:cubicBezTo>
                  <a:cubicBezTo>
                    <a:pt x="1536" y="74"/>
                    <a:pt x="1572" y="62"/>
                    <a:pt x="1608" y="54"/>
                  </a:cubicBezTo>
                  <a:cubicBezTo>
                    <a:pt x="1631" y="49"/>
                    <a:pt x="1653" y="46"/>
                    <a:pt x="1675" y="46"/>
                  </a:cubicBezTo>
                  <a:cubicBezTo>
                    <a:pt x="1701" y="46"/>
                    <a:pt x="1727" y="50"/>
                    <a:pt x="1752" y="58"/>
                  </a:cubicBezTo>
                  <a:cubicBezTo>
                    <a:pt x="1848" y="98"/>
                    <a:pt x="1960" y="206"/>
                    <a:pt x="2100" y="294"/>
                  </a:cubicBezTo>
                  <a:cubicBezTo>
                    <a:pt x="2172" y="338"/>
                    <a:pt x="2232" y="394"/>
                    <a:pt x="2280" y="458"/>
                  </a:cubicBezTo>
                  <a:cubicBezTo>
                    <a:pt x="2332" y="538"/>
                    <a:pt x="2384" y="618"/>
                    <a:pt x="2424" y="702"/>
                  </a:cubicBezTo>
                  <a:cubicBezTo>
                    <a:pt x="2520" y="902"/>
                    <a:pt x="2624" y="1098"/>
                    <a:pt x="2740" y="1290"/>
                  </a:cubicBezTo>
                  <a:lnTo>
                    <a:pt x="2788" y="1362"/>
                  </a:lnTo>
                  <a:cubicBezTo>
                    <a:pt x="2808" y="1386"/>
                    <a:pt x="2828" y="1414"/>
                    <a:pt x="2844" y="1438"/>
                  </a:cubicBezTo>
                  <a:cubicBezTo>
                    <a:pt x="2864" y="1462"/>
                    <a:pt x="2888" y="1486"/>
                    <a:pt x="2912" y="1510"/>
                  </a:cubicBezTo>
                  <a:cubicBezTo>
                    <a:pt x="2932" y="1534"/>
                    <a:pt x="2956" y="1554"/>
                    <a:pt x="2980" y="1578"/>
                  </a:cubicBezTo>
                  <a:cubicBezTo>
                    <a:pt x="3000" y="1598"/>
                    <a:pt x="3028" y="1622"/>
                    <a:pt x="3048" y="1638"/>
                  </a:cubicBezTo>
                  <a:cubicBezTo>
                    <a:pt x="3068" y="1658"/>
                    <a:pt x="3092" y="1674"/>
                    <a:pt x="3108" y="1698"/>
                  </a:cubicBezTo>
                  <a:cubicBezTo>
                    <a:pt x="3124" y="1718"/>
                    <a:pt x="3140" y="1742"/>
                    <a:pt x="3156" y="1766"/>
                  </a:cubicBezTo>
                  <a:cubicBezTo>
                    <a:pt x="3172" y="1790"/>
                    <a:pt x="3184" y="1814"/>
                    <a:pt x="3196" y="1838"/>
                  </a:cubicBezTo>
                  <a:cubicBezTo>
                    <a:pt x="3248" y="1950"/>
                    <a:pt x="3276" y="2071"/>
                    <a:pt x="3284" y="2191"/>
                  </a:cubicBezTo>
                  <a:cubicBezTo>
                    <a:pt x="3292" y="2319"/>
                    <a:pt x="3284" y="2447"/>
                    <a:pt x="3264" y="2571"/>
                  </a:cubicBezTo>
                  <a:cubicBezTo>
                    <a:pt x="3244" y="2699"/>
                    <a:pt x="3212" y="2827"/>
                    <a:pt x="3164" y="2951"/>
                  </a:cubicBezTo>
                  <a:cubicBezTo>
                    <a:pt x="3144" y="3011"/>
                    <a:pt x="3116" y="3071"/>
                    <a:pt x="3088" y="3131"/>
                  </a:cubicBezTo>
                  <a:cubicBezTo>
                    <a:pt x="3068" y="3159"/>
                    <a:pt x="3056" y="3187"/>
                    <a:pt x="3036" y="3215"/>
                  </a:cubicBezTo>
                  <a:lnTo>
                    <a:pt x="2980" y="3295"/>
                  </a:lnTo>
                  <a:cubicBezTo>
                    <a:pt x="2896" y="3407"/>
                    <a:pt x="2820" y="3519"/>
                    <a:pt x="2752" y="3643"/>
                  </a:cubicBezTo>
                  <a:cubicBezTo>
                    <a:pt x="2684" y="3759"/>
                    <a:pt x="2624" y="3879"/>
                    <a:pt x="2564" y="3999"/>
                  </a:cubicBezTo>
                  <a:cubicBezTo>
                    <a:pt x="2504" y="4119"/>
                    <a:pt x="2452" y="4243"/>
                    <a:pt x="2404" y="4371"/>
                  </a:cubicBezTo>
                  <a:lnTo>
                    <a:pt x="2400" y="4383"/>
                  </a:lnTo>
                  <a:lnTo>
                    <a:pt x="2400" y="4387"/>
                  </a:lnTo>
                  <a:lnTo>
                    <a:pt x="2400" y="4391"/>
                  </a:lnTo>
                  <a:lnTo>
                    <a:pt x="2400" y="4395"/>
                  </a:lnTo>
                  <a:cubicBezTo>
                    <a:pt x="2400" y="4403"/>
                    <a:pt x="2400" y="4411"/>
                    <a:pt x="2396" y="4419"/>
                  </a:cubicBezTo>
                  <a:cubicBezTo>
                    <a:pt x="2392" y="4435"/>
                    <a:pt x="2388" y="4435"/>
                    <a:pt x="2388" y="4435"/>
                  </a:cubicBezTo>
                  <a:cubicBezTo>
                    <a:pt x="2364" y="4431"/>
                    <a:pt x="2340" y="4423"/>
                    <a:pt x="2320" y="4407"/>
                  </a:cubicBezTo>
                  <a:cubicBezTo>
                    <a:pt x="2268" y="4371"/>
                    <a:pt x="2216" y="4335"/>
                    <a:pt x="2168" y="4295"/>
                  </a:cubicBezTo>
                  <a:cubicBezTo>
                    <a:pt x="2148" y="4271"/>
                    <a:pt x="2120" y="4251"/>
                    <a:pt x="2096" y="4231"/>
                  </a:cubicBezTo>
                  <a:cubicBezTo>
                    <a:pt x="2068" y="4211"/>
                    <a:pt x="2044" y="4191"/>
                    <a:pt x="2012" y="4171"/>
                  </a:cubicBezTo>
                  <a:cubicBezTo>
                    <a:pt x="1956" y="4139"/>
                    <a:pt x="1900" y="4111"/>
                    <a:pt x="1836" y="4091"/>
                  </a:cubicBezTo>
                  <a:cubicBezTo>
                    <a:pt x="1720" y="4051"/>
                    <a:pt x="1604" y="4019"/>
                    <a:pt x="1480" y="3999"/>
                  </a:cubicBezTo>
                  <a:cubicBezTo>
                    <a:pt x="1248" y="3955"/>
                    <a:pt x="1032" y="3935"/>
                    <a:pt x="832" y="3899"/>
                  </a:cubicBezTo>
                  <a:cubicBezTo>
                    <a:pt x="740" y="3883"/>
                    <a:pt x="648" y="3863"/>
                    <a:pt x="556" y="3835"/>
                  </a:cubicBezTo>
                  <a:cubicBezTo>
                    <a:pt x="512" y="3823"/>
                    <a:pt x="472" y="3807"/>
                    <a:pt x="432" y="3787"/>
                  </a:cubicBezTo>
                  <a:lnTo>
                    <a:pt x="416" y="3783"/>
                  </a:lnTo>
                  <a:cubicBezTo>
                    <a:pt x="412" y="3779"/>
                    <a:pt x="408" y="3779"/>
                    <a:pt x="404" y="3775"/>
                  </a:cubicBezTo>
                  <a:lnTo>
                    <a:pt x="380" y="3763"/>
                  </a:lnTo>
                  <a:cubicBezTo>
                    <a:pt x="360" y="3751"/>
                    <a:pt x="344" y="3743"/>
                    <a:pt x="328" y="3731"/>
                  </a:cubicBezTo>
                  <a:cubicBezTo>
                    <a:pt x="268" y="3691"/>
                    <a:pt x="216" y="3639"/>
                    <a:pt x="172" y="3583"/>
                  </a:cubicBezTo>
                  <a:cubicBezTo>
                    <a:pt x="136" y="3531"/>
                    <a:pt x="104" y="3475"/>
                    <a:pt x="80" y="3419"/>
                  </a:cubicBezTo>
                  <a:cubicBezTo>
                    <a:pt x="48" y="3335"/>
                    <a:pt x="28" y="3247"/>
                    <a:pt x="20" y="3155"/>
                  </a:cubicBezTo>
                  <a:cubicBezTo>
                    <a:pt x="16" y="3123"/>
                    <a:pt x="16" y="3091"/>
                    <a:pt x="16" y="3059"/>
                  </a:cubicBezTo>
                  <a:lnTo>
                    <a:pt x="12" y="3055"/>
                  </a:lnTo>
                  <a:cubicBezTo>
                    <a:pt x="8" y="3091"/>
                    <a:pt x="4" y="3123"/>
                    <a:pt x="4" y="3155"/>
                  </a:cubicBezTo>
                  <a:cubicBezTo>
                    <a:pt x="0" y="3251"/>
                    <a:pt x="12" y="3343"/>
                    <a:pt x="36" y="3435"/>
                  </a:cubicBezTo>
                  <a:cubicBezTo>
                    <a:pt x="56" y="3503"/>
                    <a:pt x="84" y="3567"/>
                    <a:pt x="120" y="3623"/>
                  </a:cubicBezTo>
                  <a:cubicBezTo>
                    <a:pt x="164" y="3695"/>
                    <a:pt x="220" y="3755"/>
                    <a:pt x="284" y="3803"/>
                  </a:cubicBezTo>
                  <a:cubicBezTo>
                    <a:pt x="304" y="3819"/>
                    <a:pt x="324" y="3831"/>
                    <a:pt x="340" y="3843"/>
                  </a:cubicBezTo>
                  <a:lnTo>
                    <a:pt x="372" y="3859"/>
                  </a:lnTo>
                  <a:cubicBezTo>
                    <a:pt x="376" y="3863"/>
                    <a:pt x="384" y="3867"/>
                    <a:pt x="388" y="3871"/>
                  </a:cubicBezTo>
                  <a:lnTo>
                    <a:pt x="404" y="3879"/>
                  </a:lnTo>
                  <a:cubicBezTo>
                    <a:pt x="444" y="3899"/>
                    <a:pt x="488" y="3915"/>
                    <a:pt x="532" y="3931"/>
                  </a:cubicBezTo>
                  <a:cubicBezTo>
                    <a:pt x="624" y="3967"/>
                    <a:pt x="724" y="3991"/>
                    <a:pt x="820" y="4011"/>
                  </a:cubicBezTo>
                  <a:cubicBezTo>
                    <a:pt x="1020" y="4051"/>
                    <a:pt x="1244" y="4075"/>
                    <a:pt x="1472" y="4115"/>
                  </a:cubicBezTo>
                  <a:cubicBezTo>
                    <a:pt x="1700" y="4155"/>
                    <a:pt x="1940" y="4183"/>
                    <a:pt x="2132" y="4347"/>
                  </a:cubicBezTo>
                  <a:cubicBezTo>
                    <a:pt x="2184" y="4387"/>
                    <a:pt x="2240" y="4423"/>
                    <a:pt x="2300" y="4455"/>
                  </a:cubicBezTo>
                  <a:cubicBezTo>
                    <a:pt x="2316" y="4463"/>
                    <a:pt x="2332" y="4471"/>
                    <a:pt x="2348" y="4475"/>
                  </a:cubicBezTo>
                  <a:cubicBezTo>
                    <a:pt x="2363" y="4480"/>
                    <a:pt x="2380" y="4484"/>
                    <a:pt x="2396" y="4484"/>
                  </a:cubicBezTo>
                  <a:cubicBezTo>
                    <a:pt x="2401" y="4484"/>
                    <a:pt x="2407" y="4484"/>
                    <a:pt x="2412" y="4483"/>
                  </a:cubicBezTo>
                  <a:cubicBezTo>
                    <a:pt x="2428" y="4479"/>
                    <a:pt x="2440" y="4471"/>
                    <a:pt x="2448" y="4459"/>
                  </a:cubicBezTo>
                  <a:cubicBezTo>
                    <a:pt x="2452" y="4447"/>
                    <a:pt x="2456" y="4439"/>
                    <a:pt x="2460" y="4427"/>
                  </a:cubicBezTo>
                  <a:cubicBezTo>
                    <a:pt x="2460" y="4415"/>
                    <a:pt x="2460" y="4407"/>
                    <a:pt x="2460" y="4399"/>
                  </a:cubicBezTo>
                  <a:lnTo>
                    <a:pt x="2460" y="4395"/>
                  </a:lnTo>
                  <a:lnTo>
                    <a:pt x="2460" y="4391"/>
                  </a:lnTo>
                  <a:lnTo>
                    <a:pt x="2464" y="4379"/>
                  </a:lnTo>
                  <a:cubicBezTo>
                    <a:pt x="2484" y="4315"/>
                    <a:pt x="2504" y="4255"/>
                    <a:pt x="2532" y="4199"/>
                  </a:cubicBezTo>
                  <a:cubicBezTo>
                    <a:pt x="2556" y="4139"/>
                    <a:pt x="2584" y="4075"/>
                    <a:pt x="2612" y="4015"/>
                  </a:cubicBezTo>
                  <a:cubicBezTo>
                    <a:pt x="2728" y="3775"/>
                    <a:pt x="2876" y="3547"/>
                    <a:pt x="3048" y="3343"/>
                  </a:cubicBezTo>
                  <a:cubicBezTo>
                    <a:pt x="3236" y="3131"/>
                    <a:pt x="3336" y="2859"/>
                    <a:pt x="3392" y="2591"/>
                  </a:cubicBezTo>
                  <a:cubicBezTo>
                    <a:pt x="3420" y="2459"/>
                    <a:pt x="3428" y="2319"/>
                    <a:pt x="3424" y="2183"/>
                  </a:cubicBezTo>
                  <a:cubicBezTo>
                    <a:pt x="3420" y="2042"/>
                    <a:pt x="3388" y="1906"/>
                    <a:pt x="3336" y="1782"/>
                  </a:cubicBezTo>
                  <a:cubicBezTo>
                    <a:pt x="3316" y="1750"/>
                    <a:pt x="3308" y="1718"/>
                    <a:pt x="3288" y="1690"/>
                  </a:cubicBezTo>
                  <a:cubicBezTo>
                    <a:pt x="3268" y="1658"/>
                    <a:pt x="3248" y="1626"/>
                    <a:pt x="3224" y="1602"/>
                  </a:cubicBezTo>
                  <a:cubicBezTo>
                    <a:pt x="3200" y="1578"/>
                    <a:pt x="3172" y="1550"/>
                    <a:pt x="3152" y="1530"/>
                  </a:cubicBezTo>
                  <a:cubicBezTo>
                    <a:pt x="3132" y="1510"/>
                    <a:pt x="3104" y="1490"/>
                    <a:pt x="3084" y="1466"/>
                  </a:cubicBezTo>
                  <a:cubicBezTo>
                    <a:pt x="3072" y="1458"/>
                    <a:pt x="3060" y="1446"/>
                    <a:pt x="3048" y="1438"/>
                  </a:cubicBezTo>
                  <a:lnTo>
                    <a:pt x="3020" y="1406"/>
                  </a:lnTo>
                  <a:cubicBezTo>
                    <a:pt x="3004" y="1386"/>
                    <a:pt x="2984" y="1366"/>
                    <a:pt x="2964" y="1346"/>
                  </a:cubicBezTo>
                  <a:cubicBezTo>
                    <a:pt x="2948" y="1322"/>
                    <a:pt x="2928" y="1302"/>
                    <a:pt x="2912" y="1278"/>
                  </a:cubicBezTo>
                  <a:lnTo>
                    <a:pt x="2860" y="1210"/>
                  </a:lnTo>
                  <a:cubicBezTo>
                    <a:pt x="2736" y="1022"/>
                    <a:pt x="2636" y="826"/>
                    <a:pt x="2536" y="646"/>
                  </a:cubicBezTo>
                  <a:cubicBezTo>
                    <a:pt x="2488" y="558"/>
                    <a:pt x="2432" y="474"/>
                    <a:pt x="2368" y="394"/>
                  </a:cubicBezTo>
                  <a:cubicBezTo>
                    <a:pt x="2308" y="322"/>
                    <a:pt x="2232" y="262"/>
                    <a:pt x="2152" y="218"/>
                  </a:cubicBezTo>
                  <a:cubicBezTo>
                    <a:pt x="2076" y="178"/>
                    <a:pt x="2012" y="138"/>
                    <a:pt x="1952" y="102"/>
                  </a:cubicBezTo>
                  <a:cubicBezTo>
                    <a:pt x="1896" y="62"/>
                    <a:pt x="1832" y="30"/>
                    <a:pt x="1768" y="10"/>
                  </a:cubicBezTo>
                  <a:cubicBezTo>
                    <a:pt x="1745" y="4"/>
                    <a:pt x="1721" y="1"/>
                    <a:pt x="1697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70"/>
            <p:cNvSpPr/>
            <p:nvPr/>
          </p:nvSpPr>
          <p:spPr>
            <a:xfrm flipH="1">
              <a:off x="2576847" y="1816429"/>
              <a:ext cx="426183" cy="404665"/>
            </a:xfrm>
            <a:custGeom>
              <a:avLst/>
              <a:gdLst/>
              <a:ahLst/>
              <a:cxnLst/>
              <a:rect l="l" t="t" r="r" b="b"/>
              <a:pathLst>
                <a:path w="3169" h="3009" extrusionOk="0">
                  <a:moveTo>
                    <a:pt x="1992" y="1"/>
                  </a:moveTo>
                  <a:cubicBezTo>
                    <a:pt x="1948" y="1"/>
                    <a:pt x="1904" y="3"/>
                    <a:pt x="1860" y="6"/>
                  </a:cubicBezTo>
                  <a:cubicBezTo>
                    <a:pt x="1760" y="18"/>
                    <a:pt x="1664" y="34"/>
                    <a:pt x="1572" y="54"/>
                  </a:cubicBezTo>
                  <a:cubicBezTo>
                    <a:pt x="1476" y="74"/>
                    <a:pt x="1384" y="98"/>
                    <a:pt x="1296" y="122"/>
                  </a:cubicBezTo>
                  <a:cubicBezTo>
                    <a:pt x="1248" y="134"/>
                    <a:pt x="1204" y="146"/>
                    <a:pt x="1164" y="154"/>
                  </a:cubicBezTo>
                  <a:cubicBezTo>
                    <a:pt x="1120" y="162"/>
                    <a:pt x="1076" y="162"/>
                    <a:pt x="1032" y="162"/>
                  </a:cubicBezTo>
                  <a:cubicBezTo>
                    <a:pt x="836" y="162"/>
                    <a:pt x="644" y="190"/>
                    <a:pt x="460" y="254"/>
                  </a:cubicBezTo>
                  <a:cubicBezTo>
                    <a:pt x="368" y="282"/>
                    <a:pt x="280" y="326"/>
                    <a:pt x="200" y="382"/>
                  </a:cubicBezTo>
                  <a:cubicBezTo>
                    <a:pt x="120" y="442"/>
                    <a:pt x="52" y="510"/>
                    <a:pt x="0" y="590"/>
                  </a:cubicBezTo>
                  <a:lnTo>
                    <a:pt x="12" y="598"/>
                  </a:lnTo>
                  <a:cubicBezTo>
                    <a:pt x="72" y="530"/>
                    <a:pt x="144" y="474"/>
                    <a:pt x="228" y="426"/>
                  </a:cubicBezTo>
                  <a:cubicBezTo>
                    <a:pt x="308" y="382"/>
                    <a:pt x="392" y="350"/>
                    <a:pt x="480" y="326"/>
                  </a:cubicBezTo>
                  <a:cubicBezTo>
                    <a:pt x="629" y="294"/>
                    <a:pt x="778" y="280"/>
                    <a:pt x="926" y="280"/>
                  </a:cubicBezTo>
                  <a:cubicBezTo>
                    <a:pt x="962" y="280"/>
                    <a:pt x="997" y="281"/>
                    <a:pt x="1032" y="282"/>
                  </a:cubicBezTo>
                  <a:cubicBezTo>
                    <a:pt x="1056" y="286"/>
                    <a:pt x="1081" y="288"/>
                    <a:pt x="1106" y="288"/>
                  </a:cubicBezTo>
                  <a:cubicBezTo>
                    <a:pt x="1131" y="288"/>
                    <a:pt x="1156" y="286"/>
                    <a:pt x="1180" y="282"/>
                  </a:cubicBezTo>
                  <a:cubicBezTo>
                    <a:pt x="1232" y="278"/>
                    <a:pt x="1280" y="266"/>
                    <a:pt x="1328" y="254"/>
                  </a:cubicBezTo>
                  <a:cubicBezTo>
                    <a:pt x="1420" y="234"/>
                    <a:pt x="1508" y="210"/>
                    <a:pt x="1600" y="194"/>
                  </a:cubicBezTo>
                  <a:cubicBezTo>
                    <a:pt x="1692" y="178"/>
                    <a:pt x="1780" y="162"/>
                    <a:pt x="1872" y="154"/>
                  </a:cubicBezTo>
                  <a:cubicBezTo>
                    <a:pt x="1916" y="150"/>
                    <a:pt x="1961" y="148"/>
                    <a:pt x="2006" y="148"/>
                  </a:cubicBezTo>
                  <a:cubicBezTo>
                    <a:pt x="2051" y="148"/>
                    <a:pt x="2096" y="150"/>
                    <a:pt x="2140" y="154"/>
                  </a:cubicBezTo>
                  <a:cubicBezTo>
                    <a:pt x="2160" y="154"/>
                    <a:pt x="2184" y="158"/>
                    <a:pt x="2204" y="162"/>
                  </a:cubicBezTo>
                  <a:cubicBezTo>
                    <a:pt x="2224" y="166"/>
                    <a:pt x="2248" y="170"/>
                    <a:pt x="2268" y="174"/>
                  </a:cubicBezTo>
                  <a:lnTo>
                    <a:pt x="2325" y="190"/>
                  </a:lnTo>
                  <a:lnTo>
                    <a:pt x="2393" y="218"/>
                  </a:lnTo>
                  <a:cubicBezTo>
                    <a:pt x="2465" y="258"/>
                    <a:pt x="2533" y="310"/>
                    <a:pt x="2581" y="378"/>
                  </a:cubicBezTo>
                  <a:cubicBezTo>
                    <a:pt x="2609" y="414"/>
                    <a:pt x="2637" y="450"/>
                    <a:pt x="2657" y="486"/>
                  </a:cubicBezTo>
                  <a:cubicBezTo>
                    <a:pt x="2681" y="526"/>
                    <a:pt x="2705" y="566"/>
                    <a:pt x="2725" y="606"/>
                  </a:cubicBezTo>
                  <a:cubicBezTo>
                    <a:pt x="2741" y="650"/>
                    <a:pt x="2757" y="690"/>
                    <a:pt x="2777" y="734"/>
                  </a:cubicBezTo>
                  <a:cubicBezTo>
                    <a:pt x="2797" y="774"/>
                    <a:pt x="2813" y="818"/>
                    <a:pt x="2825" y="862"/>
                  </a:cubicBezTo>
                  <a:cubicBezTo>
                    <a:pt x="2885" y="1042"/>
                    <a:pt x="2925" y="1222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cubicBezTo>
                    <a:pt x="2953" y="1594"/>
                    <a:pt x="2953" y="1606"/>
                    <a:pt x="2953" y="1618"/>
                  </a:cubicBez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79"/>
                    <a:pt x="3036" y="1854"/>
                    <a:pt x="3096" y="1917"/>
                  </a:cubicBezTo>
                  <a:lnTo>
                    <a:pt x="3096" y="1917"/>
                  </a:lnTo>
                  <a:lnTo>
                    <a:pt x="3049" y="1938"/>
                  </a:lnTo>
                  <a:lnTo>
                    <a:pt x="2977" y="1982"/>
                  </a:lnTo>
                  <a:cubicBezTo>
                    <a:pt x="2929" y="2014"/>
                    <a:pt x="2885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33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52" y="2786"/>
                  </a:lnTo>
                  <a:lnTo>
                    <a:pt x="2232" y="2814"/>
                  </a:lnTo>
                  <a:lnTo>
                    <a:pt x="2204" y="2846"/>
                  </a:lnTo>
                  <a:cubicBezTo>
                    <a:pt x="2172" y="2870"/>
                    <a:pt x="2132" y="2886"/>
                    <a:pt x="2088" y="2886"/>
                  </a:cubicBezTo>
                  <a:cubicBezTo>
                    <a:pt x="2064" y="2888"/>
                    <a:pt x="2039" y="2889"/>
                    <a:pt x="2014" y="2889"/>
                  </a:cubicBezTo>
                  <a:cubicBezTo>
                    <a:pt x="1988" y="2889"/>
                    <a:pt x="1962" y="2888"/>
                    <a:pt x="1936" y="2886"/>
                  </a:cubicBezTo>
                  <a:cubicBezTo>
                    <a:pt x="1832" y="2874"/>
                    <a:pt x="1728" y="2850"/>
                    <a:pt x="1624" y="2822"/>
                  </a:cubicBezTo>
                  <a:cubicBezTo>
                    <a:pt x="1576" y="2806"/>
                    <a:pt x="1524" y="2786"/>
                    <a:pt x="1476" y="2766"/>
                  </a:cubicBezTo>
                  <a:cubicBezTo>
                    <a:pt x="1424" y="2746"/>
                    <a:pt x="1376" y="2722"/>
                    <a:pt x="1328" y="2694"/>
                  </a:cubicBezTo>
                  <a:cubicBezTo>
                    <a:pt x="1228" y="2642"/>
                    <a:pt x="1124" y="2602"/>
                    <a:pt x="1016" y="2578"/>
                  </a:cubicBezTo>
                  <a:lnTo>
                    <a:pt x="1004" y="2590"/>
                  </a:lnTo>
                  <a:cubicBezTo>
                    <a:pt x="1104" y="2634"/>
                    <a:pt x="1200" y="2686"/>
                    <a:pt x="1292" y="2746"/>
                  </a:cubicBezTo>
                  <a:cubicBezTo>
                    <a:pt x="1336" y="2782"/>
                    <a:pt x="1384" y="2810"/>
                    <a:pt x="1436" y="2838"/>
                  </a:cubicBezTo>
                  <a:cubicBezTo>
                    <a:pt x="1484" y="2862"/>
                    <a:pt x="1536" y="2886"/>
                    <a:pt x="1588" y="2906"/>
                  </a:cubicBezTo>
                  <a:cubicBezTo>
                    <a:pt x="1696" y="2950"/>
                    <a:pt x="1808" y="2978"/>
                    <a:pt x="1920" y="2998"/>
                  </a:cubicBezTo>
                  <a:cubicBezTo>
                    <a:pt x="1961" y="3004"/>
                    <a:pt x="2005" y="3008"/>
                    <a:pt x="2048" y="3008"/>
                  </a:cubicBezTo>
                  <a:cubicBezTo>
                    <a:pt x="2064" y="3008"/>
                    <a:pt x="2080" y="3008"/>
                    <a:pt x="2096" y="3006"/>
                  </a:cubicBezTo>
                  <a:cubicBezTo>
                    <a:pt x="2168" y="3002"/>
                    <a:pt x="2232" y="2974"/>
                    <a:pt x="2289" y="2930"/>
                  </a:cubicBezTo>
                  <a:lnTo>
                    <a:pt x="2317" y="2898"/>
                  </a:lnTo>
                  <a:lnTo>
                    <a:pt x="2345" y="2862"/>
                  </a:lnTo>
                  <a:cubicBezTo>
                    <a:pt x="2365" y="2838"/>
                    <a:pt x="2377" y="2818"/>
                    <a:pt x="2397" y="2794"/>
                  </a:cubicBezTo>
                  <a:lnTo>
                    <a:pt x="2489" y="2658"/>
                  </a:lnTo>
                  <a:cubicBezTo>
                    <a:pt x="2553" y="2566"/>
                    <a:pt x="2609" y="2474"/>
                    <a:pt x="2673" y="2386"/>
                  </a:cubicBezTo>
                  <a:cubicBezTo>
                    <a:pt x="2709" y="2342"/>
                    <a:pt x="2741" y="2298"/>
                    <a:pt x="2773" y="2254"/>
                  </a:cubicBezTo>
                  <a:cubicBezTo>
                    <a:pt x="2809" y="2214"/>
                    <a:pt x="2845" y="2174"/>
                    <a:pt x="2881" y="2134"/>
                  </a:cubicBezTo>
                  <a:cubicBezTo>
                    <a:pt x="2921" y="2098"/>
                    <a:pt x="2961" y="2062"/>
                    <a:pt x="3001" y="2026"/>
                  </a:cubicBezTo>
                  <a:lnTo>
                    <a:pt x="3069" y="1982"/>
                  </a:lnTo>
                  <a:lnTo>
                    <a:pt x="3141" y="1946"/>
                  </a:lnTo>
                  <a:lnTo>
                    <a:pt x="3169" y="1930"/>
                  </a:lnTo>
                  <a:lnTo>
                    <a:pt x="3145" y="1906"/>
                  </a:lnTo>
                  <a:cubicBezTo>
                    <a:pt x="3081" y="1846"/>
                    <a:pt x="3029" y="1770"/>
                    <a:pt x="3001" y="1682"/>
                  </a:cubicBezTo>
                  <a:cubicBezTo>
                    <a:pt x="2993" y="1662"/>
                    <a:pt x="2989" y="1638"/>
                    <a:pt x="2989" y="1618"/>
                  </a:cubicBezTo>
                  <a:lnTo>
                    <a:pt x="2989" y="1586"/>
                  </a:lnTo>
                  <a:lnTo>
                    <a:pt x="2993" y="1550"/>
                  </a:lnTo>
                  <a:cubicBezTo>
                    <a:pt x="2997" y="1502"/>
                    <a:pt x="2993" y="1454"/>
                    <a:pt x="2993" y="1406"/>
                  </a:cubicBezTo>
                  <a:cubicBezTo>
                    <a:pt x="2989" y="1310"/>
                    <a:pt x="2981" y="1214"/>
                    <a:pt x="2965" y="1118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89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1" y="302"/>
                  </a:cubicBezTo>
                  <a:cubicBezTo>
                    <a:pt x="2621" y="214"/>
                    <a:pt x="2541" y="146"/>
                    <a:pt x="2449" y="94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1" y="34"/>
                    <a:pt x="2256" y="26"/>
                    <a:pt x="2232" y="22"/>
                  </a:cubicBezTo>
                  <a:cubicBezTo>
                    <a:pt x="2204" y="18"/>
                    <a:pt x="2180" y="10"/>
                    <a:pt x="2156" y="10"/>
                  </a:cubicBezTo>
                  <a:cubicBezTo>
                    <a:pt x="2101" y="4"/>
                    <a:pt x="2046" y="1"/>
                    <a:pt x="1992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70"/>
            <p:cNvSpPr/>
            <p:nvPr/>
          </p:nvSpPr>
          <p:spPr>
            <a:xfrm flipH="1">
              <a:off x="2698960" y="1330400"/>
              <a:ext cx="576268" cy="537537"/>
            </a:xfrm>
            <a:custGeom>
              <a:avLst/>
              <a:gdLst/>
              <a:ahLst/>
              <a:cxnLst/>
              <a:rect l="l" t="t" r="r" b="b"/>
              <a:pathLst>
                <a:path w="4285" h="3997" extrusionOk="0">
                  <a:moveTo>
                    <a:pt x="3508" y="0"/>
                  </a:moveTo>
                  <a:cubicBezTo>
                    <a:pt x="3368" y="16"/>
                    <a:pt x="3228" y="28"/>
                    <a:pt x="3088" y="36"/>
                  </a:cubicBezTo>
                  <a:cubicBezTo>
                    <a:pt x="3052" y="38"/>
                    <a:pt x="3017" y="39"/>
                    <a:pt x="2982" y="39"/>
                  </a:cubicBezTo>
                  <a:cubicBezTo>
                    <a:pt x="2947" y="39"/>
                    <a:pt x="2912" y="38"/>
                    <a:pt x="2876" y="36"/>
                  </a:cubicBezTo>
                  <a:cubicBezTo>
                    <a:pt x="2808" y="28"/>
                    <a:pt x="2736" y="28"/>
                    <a:pt x="2664" y="28"/>
                  </a:cubicBezTo>
                  <a:cubicBezTo>
                    <a:pt x="2630" y="28"/>
                    <a:pt x="2596" y="27"/>
                    <a:pt x="2561" y="27"/>
                  </a:cubicBezTo>
                  <a:cubicBezTo>
                    <a:pt x="2312" y="27"/>
                    <a:pt x="2062" y="41"/>
                    <a:pt x="1816" y="72"/>
                  </a:cubicBezTo>
                  <a:cubicBezTo>
                    <a:pt x="1672" y="88"/>
                    <a:pt x="1532" y="116"/>
                    <a:pt x="1392" y="160"/>
                  </a:cubicBezTo>
                  <a:cubicBezTo>
                    <a:pt x="1356" y="168"/>
                    <a:pt x="1320" y="184"/>
                    <a:pt x="1288" y="200"/>
                  </a:cubicBezTo>
                  <a:cubicBezTo>
                    <a:pt x="1256" y="212"/>
                    <a:pt x="1220" y="232"/>
                    <a:pt x="1188" y="252"/>
                  </a:cubicBezTo>
                  <a:cubicBezTo>
                    <a:pt x="1160" y="264"/>
                    <a:pt x="1128" y="288"/>
                    <a:pt x="1100" y="300"/>
                  </a:cubicBezTo>
                  <a:cubicBezTo>
                    <a:pt x="1072" y="316"/>
                    <a:pt x="1040" y="332"/>
                    <a:pt x="1012" y="344"/>
                  </a:cubicBezTo>
                  <a:cubicBezTo>
                    <a:pt x="880" y="388"/>
                    <a:pt x="748" y="428"/>
                    <a:pt x="612" y="456"/>
                  </a:cubicBezTo>
                  <a:cubicBezTo>
                    <a:pt x="536" y="476"/>
                    <a:pt x="464" y="508"/>
                    <a:pt x="400" y="548"/>
                  </a:cubicBezTo>
                  <a:cubicBezTo>
                    <a:pt x="332" y="592"/>
                    <a:pt x="272" y="648"/>
                    <a:pt x="232" y="716"/>
                  </a:cubicBezTo>
                  <a:cubicBezTo>
                    <a:pt x="208" y="748"/>
                    <a:pt x="192" y="780"/>
                    <a:pt x="176" y="812"/>
                  </a:cubicBezTo>
                  <a:cubicBezTo>
                    <a:pt x="156" y="848"/>
                    <a:pt x="140" y="884"/>
                    <a:pt x="128" y="920"/>
                  </a:cubicBezTo>
                  <a:cubicBezTo>
                    <a:pt x="100" y="988"/>
                    <a:pt x="80" y="1056"/>
                    <a:pt x="60" y="1128"/>
                  </a:cubicBezTo>
                  <a:cubicBezTo>
                    <a:pt x="24" y="1272"/>
                    <a:pt x="8" y="1416"/>
                    <a:pt x="4" y="1560"/>
                  </a:cubicBezTo>
                  <a:cubicBezTo>
                    <a:pt x="0" y="1708"/>
                    <a:pt x="12" y="1852"/>
                    <a:pt x="40" y="1996"/>
                  </a:cubicBezTo>
                  <a:cubicBezTo>
                    <a:pt x="72" y="2140"/>
                    <a:pt x="120" y="2276"/>
                    <a:pt x="184" y="2408"/>
                  </a:cubicBezTo>
                  <a:cubicBezTo>
                    <a:pt x="244" y="2536"/>
                    <a:pt x="308" y="2664"/>
                    <a:pt x="368" y="2788"/>
                  </a:cubicBezTo>
                  <a:cubicBezTo>
                    <a:pt x="484" y="3040"/>
                    <a:pt x="520" y="3316"/>
                    <a:pt x="480" y="3592"/>
                  </a:cubicBezTo>
                  <a:cubicBezTo>
                    <a:pt x="460" y="3660"/>
                    <a:pt x="452" y="3732"/>
                    <a:pt x="456" y="3804"/>
                  </a:cubicBezTo>
                  <a:cubicBezTo>
                    <a:pt x="464" y="3876"/>
                    <a:pt x="500" y="3944"/>
                    <a:pt x="556" y="3996"/>
                  </a:cubicBezTo>
                  <a:lnTo>
                    <a:pt x="564" y="3988"/>
                  </a:lnTo>
                  <a:cubicBezTo>
                    <a:pt x="520" y="3936"/>
                    <a:pt x="496" y="3872"/>
                    <a:pt x="488" y="3804"/>
                  </a:cubicBezTo>
                  <a:cubicBezTo>
                    <a:pt x="496" y="3736"/>
                    <a:pt x="508" y="3668"/>
                    <a:pt x="528" y="3604"/>
                  </a:cubicBezTo>
                  <a:cubicBezTo>
                    <a:pt x="548" y="3532"/>
                    <a:pt x="560" y="3460"/>
                    <a:pt x="564" y="3388"/>
                  </a:cubicBezTo>
                  <a:cubicBezTo>
                    <a:pt x="564" y="3352"/>
                    <a:pt x="564" y="3316"/>
                    <a:pt x="564" y="3280"/>
                  </a:cubicBezTo>
                  <a:cubicBezTo>
                    <a:pt x="564" y="3248"/>
                    <a:pt x="560" y="3208"/>
                    <a:pt x="560" y="3172"/>
                  </a:cubicBezTo>
                  <a:cubicBezTo>
                    <a:pt x="548" y="3028"/>
                    <a:pt x="512" y="2884"/>
                    <a:pt x="460" y="2752"/>
                  </a:cubicBezTo>
                  <a:cubicBezTo>
                    <a:pt x="404" y="2616"/>
                    <a:pt x="340" y="2492"/>
                    <a:pt x="288" y="2364"/>
                  </a:cubicBezTo>
                  <a:cubicBezTo>
                    <a:pt x="232" y="2240"/>
                    <a:pt x="192" y="2108"/>
                    <a:pt x="168" y="1976"/>
                  </a:cubicBezTo>
                  <a:cubicBezTo>
                    <a:pt x="124" y="1704"/>
                    <a:pt x="136" y="1432"/>
                    <a:pt x="204" y="1168"/>
                  </a:cubicBezTo>
                  <a:cubicBezTo>
                    <a:pt x="220" y="1100"/>
                    <a:pt x="240" y="1036"/>
                    <a:pt x="264" y="976"/>
                  </a:cubicBezTo>
                  <a:cubicBezTo>
                    <a:pt x="276" y="944"/>
                    <a:pt x="288" y="916"/>
                    <a:pt x="304" y="888"/>
                  </a:cubicBezTo>
                  <a:cubicBezTo>
                    <a:pt x="316" y="856"/>
                    <a:pt x="332" y="828"/>
                    <a:pt x="352" y="800"/>
                  </a:cubicBezTo>
                  <a:cubicBezTo>
                    <a:pt x="420" y="696"/>
                    <a:pt x="528" y="620"/>
                    <a:pt x="652" y="592"/>
                  </a:cubicBezTo>
                  <a:cubicBezTo>
                    <a:pt x="792" y="560"/>
                    <a:pt x="928" y="516"/>
                    <a:pt x="1064" y="468"/>
                  </a:cubicBezTo>
                  <a:cubicBezTo>
                    <a:pt x="1096" y="452"/>
                    <a:pt x="1128" y="436"/>
                    <a:pt x="1164" y="416"/>
                  </a:cubicBezTo>
                  <a:cubicBezTo>
                    <a:pt x="1200" y="400"/>
                    <a:pt x="1228" y="376"/>
                    <a:pt x="1256" y="360"/>
                  </a:cubicBezTo>
                  <a:cubicBezTo>
                    <a:pt x="1284" y="344"/>
                    <a:pt x="1312" y="328"/>
                    <a:pt x="1340" y="316"/>
                  </a:cubicBezTo>
                  <a:cubicBezTo>
                    <a:pt x="1372" y="300"/>
                    <a:pt x="1400" y="288"/>
                    <a:pt x="1432" y="276"/>
                  </a:cubicBezTo>
                  <a:cubicBezTo>
                    <a:pt x="1564" y="232"/>
                    <a:pt x="1696" y="200"/>
                    <a:pt x="1832" y="180"/>
                  </a:cubicBezTo>
                  <a:cubicBezTo>
                    <a:pt x="2108" y="136"/>
                    <a:pt x="2388" y="108"/>
                    <a:pt x="2668" y="100"/>
                  </a:cubicBezTo>
                  <a:cubicBezTo>
                    <a:pt x="2736" y="96"/>
                    <a:pt x="2808" y="96"/>
                    <a:pt x="2876" y="96"/>
                  </a:cubicBezTo>
                  <a:cubicBezTo>
                    <a:pt x="2948" y="96"/>
                    <a:pt x="3020" y="92"/>
                    <a:pt x="3092" y="88"/>
                  </a:cubicBezTo>
                  <a:cubicBezTo>
                    <a:pt x="3222" y="81"/>
                    <a:pt x="3352" y="66"/>
                    <a:pt x="3482" y="52"/>
                  </a:cubicBezTo>
                  <a:lnTo>
                    <a:pt x="3482" y="52"/>
                  </a:lnTo>
                  <a:cubicBezTo>
                    <a:pt x="3466" y="141"/>
                    <a:pt x="3456" y="231"/>
                    <a:pt x="3448" y="320"/>
                  </a:cubicBezTo>
                  <a:cubicBezTo>
                    <a:pt x="3444" y="420"/>
                    <a:pt x="3452" y="524"/>
                    <a:pt x="3468" y="624"/>
                  </a:cubicBezTo>
                  <a:cubicBezTo>
                    <a:pt x="3476" y="676"/>
                    <a:pt x="3492" y="724"/>
                    <a:pt x="3508" y="776"/>
                  </a:cubicBezTo>
                  <a:lnTo>
                    <a:pt x="3536" y="848"/>
                  </a:lnTo>
                  <a:lnTo>
                    <a:pt x="3572" y="916"/>
                  </a:lnTo>
                  <a:cubicBezTo>
                    <a:pt x="3620" y="1004"/>
                    <a:pt x="3664" y="1092"/>
                    <a:pt x="3708" y="1180"/>
                  </a:cubicBezTo>
                  <a:cubicBezTo>
                    <a:pt x="3748" y="1272"/>
                    <a:pt x="3788" y="1364"/>
                    <a:pt x="3828" y="1456"/>
                  </a:cubicBezTo>
                  <a:cubicBezTo>
                    <a:pt x="3864" y="1548"/>
                    <a:pt x="3900" y="1640"/>
                    <a:pt x="3936" y="1732"/>
                  </a:cubicBezTo>
                  <a:cubicBezTo>
                    <a:pt x="3972" y="1824"/>
                    <a:pt x="4004" y="1920"/>
                    <a:pt x="4036" y="2012"/>
                  </a:cubicBezTo>
                  <a:cubicBezTo>
                    <a:pt x="4068" y="2108"/>
                    <a:pt x="4096" y="2200"/>
                    <a:pt x="4120" y="2296"/>
                  </a:cubicBezTo>
                  <a:cubicBezTo>
                    <a:pt x="4144" y="2384"/>
                    <a:pt x="4160" y="2480"/>
                    <a:pt x="4168" y="2572"/>
                  </a:cubicBezTo>
                  <a:cubicBezTo>
                    <a:pt x="4164" y="2668"/>
                    <a:pt x="4148" y="2760"/>
                    <a:pt x="4112" y="2848"/>
                  </a:cubicBezTo>
                  <a:cubicBezTo>
                    <a:pt x="4048" y="3028"/>
                    <a:pt x="3936" y="3188"/>
                    <a:pt x="3788" y="3308"/>
                  </a:cubicBezTo>
                  <a:cubicBezTo>
                    <a:pt x="3716" y="3368"/>
                    <a:pt x="3632" y="3416"/>
                    <a:pt x="3540" y="3444"/>
                  </a:cubicBezTo>
                  <a:cubicBezTo>
                    <a:pt x="3520" y="3452"/>
                    <a:pt x="3492" y="3456"/>
                    <a:pt x="3468" y="3464"/>
                  </a:cubicBezTo>
                  <a:lnTo>
                    <a:pt x="3396" y="3480"/>
                  </a:lnTo>
                  <a:cubicBezTo>
                    <a:pt x="3348" y="3492"/>
                    <a:pt x="3296" y="3508"/>
                    <a:pt x="3248" y="3524"/>
                  </a:cubicBezTo>
                  <a:cubicBezTo>
                    <a:pt x="3156" y="3564"/>
                    <a:pt x="3064" y="3608"/>
                    <a:pt x="2976" y="3660"/>
                  </a:cubicBezTo>
                  <a:cubicBezTo>
                    <a:pt x="2888" y="3708"/>
                    <a:pt x="2804" y="3768"/>
                    <a:pt x="2728" y="3836"/>
                  </a:cubicBezTo>
                  <a:lnTo>
                    <a:pt x="2736" y="3844"/>
                  </a:lnTo>
                  <a:cubicBezTo>
                    <a:pt x="2816" y="3788"/>
                    <a:pt x="2904" y="3740"/>
                    <a:pt x="2992" y="3696"/>
                  </a:cubicBezTo>
                  <a:cubicBezTo>
                    <a:pt x="3080" y="3652"/>
                    <a:pt x="3172" y="3616"/>
                    <a:pt x="3268" y="3588"/>
                  </a:cubicBezTo>
                  <a:cubicBezTo>
                    <a:pt x="3316" y="3572"/>
                    <a:pt x="3360" y="3560"/>
                    <a:pt x="3408" y="3552"/>
                  </a:cubicBezTo>
                  <a:lnTo>
                    <a:pt x="3484" y="3540"/>
                  </a:lnTo>
                  <a:cubicBezTo>
                    <a:pt x="3508" y="3532"/>
                    <a:pt x="3532" y="3528"/>
                    <a:pt x="3556" y="3524"/>
                  </a:cubicBezTo>
                  <a:cubicBezTo>
                    <a:pt x="3660" y="3496"/>
                    <a:pt x="3756" y="3448"/>
                    <a:pt x="3844" y="3384"/>
                  </a:cubicBezTo>
                  <a:cubicBezTo>
                    <a:pt x="4012" y="3260"/>
                    <a:pt x="4140" y="3084"/>
                    <a:pt x="4216" y="2888"/>
                  </a:cubicBezTo>
                  <a:cubicBezTo>
                    <a:pt x="4256" y="2788"/>
                    <a:pt x="4280" y="2684"/>
                    <a:pt x="4284" y="2580"/>
                  </a:cubicBezTo>
                  <a:cubicBezTo>
                    <a:pt x="4280" y="2472"/>
                    <a:pt x="4264" y="2368"/>
                    <a:pt x="4236" y="2264"/>
                  </a:cubicBezTo>
                  <a:cubicBezTo>
                    <a:pt x="4212" y="2164"/>
                    <a:pt x="4180" y="2068"/>
                    <a:pt x="4148" y="1972"/>
                  </a:cubicBezTo>
                  <a:cubicBezTo>
                    <a:pt x="4112" y="1876"/>
                    <a:pt x="4076" y="1784"/>
                    <a:pt x="4036" y="1692"/>
                  </a:cubicBezTo>
                  <a:cubicBezTo>
                    <a:pt x="3996" y="1596"/>
                    <a:pt x="3952" y="1508"/>
                    <a:pt x="3908" y="1416"/>
                  </a:cubicBezTo>
                  <a:cubicBezTo>
                    <a:pt x="3868" y="1324"/>
                    <a:pt x="3820" y="1232"/>
                    <a:pt x="3772" y="1144"/>
                  </a:cubicBezTo>
                  <a:cubicBezTo>
                    <a:pt x="3728" y="1056"/>
                    <a:pt x="3676" y="968"/>
                    <a:pt x="3624" y="884"/>
                  </a:cubicBezTo>
                  <a:lnTo>
                    <a:pt x="3584" y="820"/>
                  </a:lnTo>
                  <a:cubicBezTo>
                    <a:pt x="3576" y="800"/>
                    <a:pt x="3568" y="776"/>
                    <a:pt x="3556" y="756"/>
                  </a:cubicBezTo>
                  <a:cubicBezTo>
                    <a:pt x="3540" y="708"/>
                    <a:pt x="3524" y="664"/>
                    <a:pt x="3516" y="616"/>
                  </a:cubicBezTo>
                  <a:cubicBezTo>
                    <a:pt x="3496" y="520"/>
                    <a:pt x="3488" y="420"/>
                    <a:pt x="3492" y="320"/>
                  </a:cubicBezTo>
                  <a:cubicBezTo>
                    <a:pt x="3496" y="224"/>
                    <a:pt x="3508" y="124"/>
                    <a:pt x="3532" y="28"/>
                  </a:cubicBezTo>
                  <a:lnTo>
                    <a:pt x="3540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70"/>
            <p:cNvSpPr/>
            <p:nvPr/>
          </p:nvSpPr>
          <p:spPr>
            <a:xfrm flipH="1">
              <a:off x="3203547" y="1504693"/>
              <a:ext cx="516557" cy="474867"/>
            </a:xfrm>
            <a:custGeom>
              <a:avLst/>
              <a:gdLst/>
              <a:ahLst/>
              <a:cxnLst/>
              <a:rect l="l" t="t" r="r" b="b"/>
              <a:pathLst>
                <a:path w="3841" h="3531" extrusionOk="0">
                  <a:moveTo>
                    <a:pt x="1820" y="0"/>
                  </a:moveTo>
                  <a:cubicBezTo>
                    <a:pt x="1720" y="4"/>
                    <a:pt x="1620" y="8"/>
                    <a:pt x="1520" y="16"/>
                  </a:cubicBezTo>
                  <a:cubicBezTo>
                    <a:pt x="1420" y="24"/>
                    <a:pt x="1320" y="40"/>
                    <a:pt x="1220" y="56"/>
                  </a:cubicBezTo>
                  <a:cubicBezTo>
                    <a:pt x="1120" y="72"/>
                    <a:pt x="1020" y="92"/>
                    <a:pt x="924" y="116"/>
                  </a:cubicBezTo>
                  <a:cubicBezTo>
                    <a:pt x="872" y="128"/>
                    <a:pt x="828" y="144"/>
                    <a:pt x="776" y="160"/>
                  </a:cubicBezTo>
                  <a:lnTo>
                    <a:pt x="636" y="216"/>
                  </a:lnTo>
                  <a:cubicBezTo>
                    <a:pt x="544" y="252"/>
                    <a:pt x="452" y="284"/>
                    <a:pt x="352" y="300"/>
                  </a:cubicBezTo>
                  <a:cubicBezTo>
                    <a:pt x="299" y="312"/>
                    <a:pt x="244" y="318"/>
                    <a:pt x="188" y="318"/>
                  </a:cubicBezTo>
                  <a:cubicBezTo>
                    <a:pt x="148" y="318"/>
                    <a:pt x="108" y="315"/>
                    <a:pt x="68" y="308"/>
                  </a:cubicBezTo>
                  <a:lnTo>
                    <a:pt x="0" y="292"/>
                  </a:lnTo>
                  <a:lnTo>
                    <a:pt x="36" y="356"/>
                  </a:lnTo>
                  <a:cubicBezTo>
                    <a:pt x="96" y="448"/>
                    <a:pt x="132" y="552"/>
                    <a:pt x="144" y="660"/>
                  </a:cubicBezTo>
                  <a:cubicBezTo>
                    <a:pt x="152" y="772"/>
                    <a:pt x="144" y="880"/>
                    <a:pt x="116" y="988"/>
                  </a:cubicBezTo>
                  <a:lnTo>
                    <a:pt x="100" y="1072"/>
                  </a:lnTo>
                  <a:lnTo>
                    <a:pt x="84" y="1160"/>
                  </a:lnTo>
                  <a:cubicBezTo>
                    <a:pt x="76" y="1220"/>
                    <a:pt x="68" y="1276"/>
                    <a:pt x="68" y="1336"/>
                  </a:cubicBezTo>
                  <a:cubicBezTo>
                    <a:pt x="68" y="1456"/>
                    <a:pt x="76" y="1576"/>
                    <a:pt x="100" y="1692"/>
                  </a:cubicBezTo>
                  <a:cubicBezTo>
                    <a:pt x="128" y="1812"/>
                    <a:pt x="172" y="1924"/>
                    <a:pt x="232" y="2028"/>
                  </a:cubicBezTo>
                  <a:cubicBezTo>
                    <a:pt x="292" y="2136"/>
                    <a:pt x="372" y="2228"/>
                    <a:pt x="464" y="2308"/>
                  </a:cubicBezTo>
                  <a:lnTo>
                    <a:pt x="540" y="2364"/>
                  </a:lnTo>
                  <a:cubicBezTo>
                    <a:pt x="564" y="2380"/>
                    <a:pt x="588" y="2400"/>
                    <a:pt x="616" y="2412"/>
                  </a:cubicBezTo>
                  <a:cubicBezTo>
                    <a:pt x="668" y="2444"/>
                    <a:pt x="720" y="2472"/>
                    <a:pt x="776" y="2496"/>
                  </a:cubicBezTo>
                  <a:cubicBezTo>
                    <a:pt x="888" y="2540"/>
                    <a:pt x="992" y="2576"/>
                    <a:pt x="1104" y="2616"/>
                  </a:cubicBezTo>
                  <a:cubicBezTo>
                    <a:pt x="1320" y="2692"/>
                    <a:pt x="1540" y="2756"/>
                    <a:pt x="1752" y="2836"/>
                  </a:cubicBezTo>
                  <a:cubicBezTo>
                    <a:pt x="1860" y="2872"/>
                    <a:pt x="1960" y="2916"/>
                    <a:pt x="2060" y="2968"/>
                  </a:cubicBezTo>
                  <a:cubicBezTo>
                    <a:pt x="2160" y="3016"/>
                    <a:pt x="2252" y="3072"/>
                    <a:pt x="2336" y="3144"/>
                  </a:cubicBezTo>
                  <a:cubicBezTo>
                    <a:pt x="2380" y="3180"/>
                    <a:pt x="2416" y="3216"/>
                    <a:pt x="2452" y="3260"/>
                  </a:cubicBezTo>
                  <a:lnTo>
                    <a:pt x="2480" y="3288"/>
                  </a:lnTo>
                  <a:lnTo>
                    <a:pt x="2484" y="3296"/>
                  </a:lnTo>
                  <a:lnTo>
                    <a:pt x="2488" y="3300"/>
                  </a:lnTo>
                  <a:lnTo>
                    <a:pt x="2496" y="3308"/>
                  </a:lnTo>
                  <a:lnTo>
                    <a:pt x="2512" y="3324"/>
                  </a:lnTo>
                  <a:cubicBezTo>
                    <a:pt x="2532" y="3348"/>
                    <a:pt x="2552" y="3368"/>
                    <a:pt x="2576" y="3384"/>
                  </a:cubicBezTo>
                  <a:cubicBezTo>
                    <a:pt x="2672" y="3464"/>
                    <a:pt x="2792" y="3512"/>
                    <a:pt x="2912" y="3524"/>
                  </a:cubicBezTo>
                  <a:cubicBezTo>
                    <a:pt x="2955" y="3529"/>
                    <a:pt x="2998" y="3531"/>
                    <a:pt x="3040" y="3531"/>
                  </a:cubicBezTo>
                  <a:cubicBezTo>
                    <a:pt x="3116" y="3531"/>
                    <a:pt x="3190" y="3524"/>
                    <a:pt x="3264" y="3508"/>
                  </a:cubicBezTo>
                  <a:cubicBezTo>
                    <a:pt x="3376" y="3488"/>
                    <a:pt x="3488" y="3452"/>
                    <a:pt x="3596" y="3408"/>
                  </a:cubicBezTo>
                  <a:lnTo>
                    <a:pt x="3592" y="3396"/>
                  </a:lnTo>
                  <a:cubicBezTo>
                    <a:pt x="3480" y="3428"/>
                    <a:pt x="3372" y="3452"/>
                    <a:pt x="3256" y="3464"/>
                  </a:cubicBezTo>
                  <a:cubicBezTo>
                    <a:pt x="3216" y="3469"/>
                    <a:pt x="3175" y="3471"/>
                    <a:pt x="3133" y="3471"/>
                  </a:cubicBezTo>
                  <a:cubicBezTo>
                    <a:pt x="3064" y="3471"/>
                    <a:pt x="2994" y="3465"/>
                    <a:pt x="2924" y="3452"/>
                  </a:cubicBezTo>
                  <a:cubicBezTo>
                    <a:pt x="2820" y="3436"/>
                    <a:pt x="2720" y="3388"/>
                    <a:pt x="2640" y="3320"/>
                  </a:cubicBezTo>
                  <a:cubicBezTo>
                    <a:pt x="2620" y="3300"/>
                    <a:pt x="2600" y="3280"/>
                    <a:pt x="2584" y="3260"/>
                  </a:cubicBezTo>
                  <a:lnTo>
                    <a:pt x="2560" y="3228"/>
                  </a:lnTo>
                  <a:lnTo>
                    <a:pt x="2532" y="3192"/>
                  </a:lnTo>
                  <a:cubicBezTo>
                    <a:pt x="2496" y="3144"/>
                    <a:pt x="2456" y="3100"/>
                    <a:pt x="2412" y="3060"/>
                  </a:cubicBezTo>
                  <a:cubicBezTo>
                    <a:pt x="2324" y="2980"/>
                    <a:pt x="2224" y="2912"/>
                    <a:pt x="2120" y="2856"/>
                  </a:cubicBezTo>
                  <a:cubicBezTo>
                    <a:pt x="2016" y="2800"/>
                    <a:pt x="1912" y="2748"/>
                    <a:pt x="1800" y="2704"/>
                  </a:cubicBezTo>
                  <a:cubicBezTo>
                    <a:pt x="1584" y="2620"/>
                    <a:pt x="1368" y="2548"/>
                    <a:pt x="1152" y="2476"/>
                  </a:cubicBezTo>
                  <a:lnTo>
                    <a:pt x="992" y="2420"/>
                  </a:lnTo>
                  <a:cubicBezTo>
                    <a:pt x="940" y="2400"/>
                    <a:pt x="880" y="2380"/>
                    <a:pt x="832" y="2360"/>
                  </a:cubicBezTo>
                  <a:cubicBezTo>
                    <a:pt x="784" y="2340"/>
                    <a:pt x="736" y="2316"/>
                    <a:pt x="688" y="2288"/>
                  </a:cubicBezTo>
                  <a:cubicBezTo>
                    <a:pt x="640" y="2264"/>
                    <a:pt x="596" y="2232"/>
                    <a:pt x="556" y="2200"/>
                  </a:cubicBezTo>
                  <a:cubicBezTo>
                    <a:pt x="472" y="2132"/>
                    <a:pt x="400" y="2052"/>
                    <a:pt x="344" y="1960"/>
                  </a:cubicBezTo>
                  <a:cubicBezTo>
                    <a:pt x="288" y="1868"/>
                    <a:pt x="248" y="1768"/>
                    <a:pt x="220" y="1660"/>
                  </a:cubicBezTo>
                  <a:cubicBezTo>
                    <a:pt x="196" y="1556"/>
                    <a:pt x="184" y="1444"/>
                    <a:pt x="180" y="1336"/>
                  </a:cubicBezTo>
                  <a:cubicBezTo>
                    <a:pt x="180" y="1280"/>
                    <a:pt x="184" y="1224"/>
                    <a:pt x="188" y="1168"/>
                  </a:cubicBezTo>
                  <a:lnTo>
                    <a:pt x="196" y="1088"/>
                  </a:lnTo>
                  <a:lnTo>
                    <a:pt x="212" y="1004"/>
                  </a:lnTo>
                  <a:cubicBezTo>
                    <a:pt x="236" y="888"/>
                    <a:pt x="236" y="768"/>
                    <a:pt x="216" y="648"/>
                  </a:cubicBezTo>
                  <a:cubicBezTo>
                    <a:pt x="203" y="549"/>
                    <a:pt x="168" y="455"/>
                    <a:pt x="118" y="369"/>
                  </a:cubicBezTo>
                  <a:lnTo>
                    <a:pt x="118" y="369"/>
                  </a:lnTo>
                  <a:cubicBezTo>
                    <a:pt x="129" y="370"/>
                    <a:pt x="140" y="370"/>
                    <a:pt x="151" y="370"/>
                  </a:cubicBezTo>
                  <a:cubicBezTo>
                    <a:pt x="222" y="370"/>
                    <a:pt x="295" y="361"/>
                    <a:pt x="364" y="344"/>
                  </a:cubicBezTo>
                  <a:cubicBezTo>
                    <a:pt x="464" y="324"/>
                    <a:pt x="560" y="292"/>
                    <a:pt x="652" y="252"/>
                  </a:cubicBezTo>
                  <a:cubicBezTo>
                    <a:pt x="700" y="232"/>
                    <a:pt x="744" y="212"/>
                    <a:pt x="792" y="196"/>
                  </a:cubicBezTo>
                  <a:cubicBezTo>
                    <a:pt x="840" y="184"/>
                    <a:pt x="884" y="168"/>
                    <a:pt x="932" y="156"/>
                  </a:cubicBezTo>
                  <a:cubicBezTo>
                    <a:pt x="1032" y="132"/>
                    <a:pt x="1128" y="116"/>
                    <a:pt x="1228" y="108"/>
                  </a:cubicBezTo>
                  <a:cubicBezTo>
                    <a:pt x="1324" y="96"/>
                    <a:pt x="1428" y="88"/>
                    <a:pt x="1524" y="88"/>
                  </a:cubicBezTo>
                  <a:cubicBezTo>
                    <a:pt x="1572" y="86"/>
                    <a:pt x="1622" y="85"/>
                    <a:pt x="1672" y="85"/>
                  </a:cubicBezTo>
                  <a:cubicBezTo>
                    <a:pt x="1722" y="85"/>
                    <a:pt x="1772" y="86"/>
                    <a:pt x="1820" y="88"/>
                  </a:cubicBezTo>
                  <a:cubicBezTo>
                    <a:pt x="1920" y="96"/>
                    <a:pt x="2016" y="104"/>
                    <a:pt x="2116" y="120"/>
                  </a:cubicBezTo>
                  <a:cubicBezTo>
                    <a:pt x="2164" y="124"/>
                    <a:pt x="2208" y="132"/>
                    <a:pt x="2260" y="144"/>
                  </a:cubicBezTo>
                  <a:lnTo>
                    <a:pt x="2332" y="156"/>
                  </a:lnTo>
                  <a:lnTo>
                    <a:pt x="2400" y="176"/>
                  </a:lnTo>
                  <a:cubicBezTo>
                    <a:pt x="2448" y="188"/>
                    <a:pt x="2488" y="204"/>
                    <a:pt x="2532" y="220"/>
                  </a:cubicBezTo>
                  <a:cubicBezTo>
                    <a:pt x="2556" y="228"/>
                    <a:pt x="2580" y="240"/>
                    <a:pt x="2600" y="248"/>
                  </a:cubicBezTo>
                  <a:lnTo>
                    <a:pt x="2632" y="264"/>
                  </a:lnTo>
                  <a:lnTo>
                    <a:pt x="2660" y="284"/>
                  </a:lnTo>
                  <a:cubicBezTo>
                    <a:pt x="2740" y="332"/>
                    <a:pt x="2804" y="396"/>
                    <a:pt x="2860" y="472"/>
                  </a:cubicBezTo>
                  <a:cubicBezTo>
                    <a:pt x="2916" y="552"/>
                    <a:pt x="2968" y="632"/>
                    <a:pt x="3008" y="720"/>
                  </a:cubicBezTo>
                  <a:cubicBezTo>
                    <a:pt x="3056" y="804"/>
                    <a:pt x="3096" y="896"/>
                    <a:pt x="3132" y="988"/>
                  </a:cubicBezTo>
                  <a:lnTo>
                    <a:pt x="3252" y="1264"/>
                  </a:lnTo>
                  <a:cubicBezTo>
                    <a:pt x="3292" y="1360"/>
                    <a:pt x="3340" y="1452"/>
                    <a:pt x="3396" y="1536"/>
                  </a:cubicBezTo>
                  <a:lnTo>
                    <a:pt x="3424" y="1572"/>
                  </a:lnTo>
                  <a:lnTo>
                    <a:pt x="3448" y="1596"/>
                  </a:lnTo>
                  <a:lnTo>
                    <a:pt x="3464" y="1608"/>
                  </a:lnTo>
                  <a:cubicBezTo>
                    <a:pt x="3468" y="1616"/>
                    <a:pt x="3476" y="1620"/>
                    <a:pt x="3480" y="1624"/>
                  </a:cubicBezTo>
                  <a:lnTo>
                    <a:pt x="3512" y="1644"/>
                  </a:lnTo>
                  <a:cubicBezTo>
                    <a:pt x="3548" y="1676"/>
                    <a:pt x="3588" y="1708"/>
                    <a:pt x="3624" y="1740"/>
                  </a:cubicBezTo>
                  <a:cubicBezTo>
                    <a:pt x="3700" y="1804"/>
                    <a:pt x="3768" y="1876"/>
                    <a:pt x="3832" y="1956"/>
                  </a:cubicBezTo>
                  <a:lnTo>
                    <a:pt x="3840" y="1948"/>
                  </a:lnTo>
                  <a:cubicBezTo>
                    <a:pt x="3784" y="1864"/>
                    <a:pt x="3724" y="1784"/>
                    <a:pt x="3652" y="1708"/>
                  </a:cubicBezTo>
                  <a:cubicBezTo>
                    <a:pt x="3620" y="1672"/>
                    <a:pt x="3584" y="1636"/>
                    <a:pt x="3544" y="1600"/>
                  </a:cubicBezTo>
                  <a:lnTo>
                    <a:pt x="3516" y="1576"/>
                  </a:lnTo>
                  <a:cubicBezTo>
                    <a:pt x="3512" y="1572"/>
                    <a:pt x="3508" y="1568"/>
                    <a:pt x="3504" y="1564"/>
                  </a:cubicBezTo>
                  <a:lnTo>
                    <a:pt x="3492" y="1552"/>
                  </a:lnTo>
                  <a:lnTo>
                    <a:pt x="3468" y="1524"/>
                  </a:lnTo>
                  <a:lnTo>
                    <a:pt x="3452" y="1496"/>
                  </a:lnTo>
                  <a:cubicBezTo>
                    <a:pt x="3404" y="1412"/>
                    <a:pt x="3364" y="1324"/>
                    <a:pt x="3332" y="1232"/>
                  </a:cubicBezTo>
                  <a:lnTo>
                    <a:pt x="3228" y="948"/>
                  </a:lnTo>
                  <a:cubicBezTo>
                    <a:pt x="3192" y="856"/>
                    <a:pt x="3152" y="764"/>
                    <a:pt x="3108" y="668"/>
                  </a:cubicBezTo>
                  <a:cubicBezTo>
                    <a:pt x="3064" y="576"/>
                    <a:pt x="3012" y="488"/>
                    <a:pt x="2952" y="400"/>
                  </a:cubicBezTo>
                  <a:cubicBezTo>
                    <a:pt x="2892" y="312"/>
                    <a:pt x="2812" y="236"/>
                    <a:pt x="2724" y="180"/>
                  </a:cubicBezTo>
                  <a:lnTo>
                    <a:pt x="2688" y="156"/>
                  </a:lnTo>
                  <a:lnTo>
                    <a:pt x="2652" y="140"/>
                  </a:lnTo>
                  <a:cubicBezTo>
                    <a:pt x="2628" y="128"/>
                    <a:pt x="2604" y="116"/>
                    <a:pt x="2580" y="108"/>
                  </a:cubicBezTo>
                  <a:cubicBezTo>
                    <a:pt x="2532" y="88"/>
                    <a:pt x="2480" y="72"/>
                    <a:pt x="2428" y="60"/>
                  </a:cubicBezTo>
                  <a:lnTo>
                    <a:pt x="2352" y="44"/>
                  </a:lnTo>
                  <a:lnTo>
                    <a:pt x="2276" y="32"/>
                  </a:lnTo>
                  <a:cubicBezTo>
                    <a:pt x="2228" y="24"/>
                    <a:pt x="2176" y="16"/>
                    <a:pt x="2128" y="12"/>
                  </a:cubicBezTo>
                  <a:cubicBezTo>
                    <a:pt x="2024" y="0"/>
                    <a:pt x="1924" y="0"/>
                    <a:pt x="1820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70"/>
            <p:cNvSpPr/>
            <p:nvPr/>
          </p:nvSpPr>
          <p:spPr>
            <a:xfrm flipH="1">
              <a:off x="3158360" y="1633799"/>
              <a:ext cx="138923" cy="256732"/>
            </a:xfrm>
            <a:custGeom>
              <a:avLst/>
              <a:gdLst/>
              <a:ahLst/>
              <a:cxnLst/>
              <a:rect l="l" t="t" r="r" b="b"/>
              <a:pathLst>
                <a:path w="1033" h="1909" extrusionOk="0">
                  <a:moveTo>
                    <a:pt x="548" y="0"/>
                  </a:moveTo>
                  <a:cubicBezTo>
                    <a:pt x="540" y="44"/>
                    <a:pt x="552" y="92"/>
                    <a:pt x="572" y="132"/>
                  </a:cubicBezTo>
                  <a:cubicBezTo>
                    <a:pt x="592" y="172"/>
                    <a:pt x="616" y="212"/>
                    <a:pt x="648" y="244"/>
                  </a:cubicBezTo>
                  <a:cubicBezTo>
                    <a:pt x="704" y="316"/>
                    <a:pt x="768" y="376"/>
                    <a:pt x="820" y="440"/>
                  </a:cubicBezTo>
                  <a:cubicBezTo>
                    <a:pt x="848" y="472"/>
                    <a:pt x="868" y="508"/>
                    <a:pt x="884" y="544"/>
                  </a:cubicBezTo>
                  <a:cubicBezTo>
                    <a:pt x="900" y="584"/>
                    <a:pt x="916" y="624"/>
                    <a:pt x="924" y="664"/>
                  </a:cubicBezTo>
                  <a:cubicBezTo>
                    <a:pt x="944" y="748"/>
                    <a:pt x="956" y="832"/>
                    <a:pt x="952" y="916"/>
                  </a:cubicBezTo>
                  <a:cubicBezTo>
                    <a:pt x="952" y="956"/>
                    <a:pt x="948" y="1000"/>
                    <a:pt x="940" y="1040"/>
                  </a:cubicBezTo>
                  <a:cubicBezTo>
                    <a:pt x="936" y="1060"/>
                    <a:pt x="932" y="1084"/>
                    <a:pt x="928" y="1104"/>
                  </a:cubicBezTo>
                  <a:cubicBezTo>
                    <a:pt x="920" y="1124"/>
                    <a:pt x="916" y="1144"/>
                    <a:pt x="908" y="1164"/>
                  </a:cubicBezTo>
                  <a:cubicBezTo>
                    <a:pt x="880" y="1244"/>
                    <a:pt x="844" y="1328"/>
                    <a:pt x="820" y="1412"/>
                  </a:cubicBezTo>
                  <a:cubicBezTo>
                    <a:pt x="808" y="1456"/>
                    <a:pt x="796" y="1500"/>
                    <a:pt x="788" y="1544"/>
                  </a:cubicBezTo>
                  <a:cubicBezTo>
                    <a:pt x="776" y="1588"/>
                    <a:pt x="772" y="1632"/>
                    <a:pt x="776" y="1676"/>
                  </a:cubicBezTo>
                  <a:cubicBezTo>
                    <a:pt x="772" y="1724"/>
                    <a:pt x="784" y="1768"/>
                    <a:pt x="804" y="1812"/>
                  </a:cubicBezTo>
                  <a:cubicBezTo>
                    <a:pt x="811" y="1825"/>
                    <a:pt x="818" y="1838"/>
                    <a:pt x="827" y="1849"/>
                  </a:cubicBezTo>
                  <a:lnTo>
                    <a:pt x="827" y="1849"/>
                  </a:lnTo>
                  <a:cubicBezTo>
                    <a:pt x="754" y="1810"/>
                    <a:pt x="681" y="1769"/>
                    <a:pt x="608" y="1728"/>
                  </a:cubicBezTo>
                  <a:cubicBezTo>
                    <a:pt x="584" y="1716"/>
                    <a:pt x="560" y="1700"/>
                    <a:pt x="540" y="1684"/>
                  </a:cubicBezTo>
                  <a:cubicBezTo>
                    <a:pt x="524" y="1668"/>
                    <a:pt x="508" y="1648"/>
                    <a:pt x="500" y="1624"/>
                  </a:cubicBezTo>
                  <a:cubicBezTo>
                    <a:pt x="480" y="1572"/>
                    <a:pt x="464" y="1520"/>
                    <a:pt x="448" y="1468"/>
                  </a:cubicBezTo>
                  <a:cubicBezTo>
                    <a:pt x="436" y="1412"/>
                    <a:pt x="420" y="1356"/>
                    <a:pt x="400" y="1304"/>
                  </a:cubicBezTo>
                  <a:cubicBezTo>
                    <a:pt x="388" y="1276"/>
                    <a:pt x="376" y="1248"/>
                    <a:pt x="360" y="1220"/>
                  </a:cubicBezTo>
                  <a:cubicBezTo>
                    <a:pt x="348" y="1196"/>
                    <a:pt x="328" y="1172"/>
                    <a:pt x="308" y="1148"/>
                  </a:cubicBezTo>
                  <a:cubicBezTo>
                    <a:pt x="224" y="1064"/>
                    <a:pt x="116" y="1008"/>
                    <a:pt x="4" y="988"/>
                  </a:cubicBezTo>
                  <a:lnTo>
                    <a:pt x="0" y="992"/>
                  </a:lnTo>
                  <a:cubicBezTo>
                    <a:pt x="104" y="1032"/>
                    <a:pt x="196" y="1096"/>
                    <a:pt x="272" y="1180"/>
                  </a:cubicBezTo>
                  <a:cubicBezTo>
                    <a:pt x="288" y="1200"/>
                    <a:pt x="300" y="1224"/>
                    <a:pt x="316" y="1248"/>
                  </a:cubicBezTo>
                  <a:cubicBezTo>
                    <a:pt x="328" y="1272"/>
                    <a:pt x="336" y="1296"/>
                    <a:pt x="344" y="1320"/>
                  </a:cubicBezTo>
                  <a:cubicBezTo>
                    <a:pt x="364" y="1372"/>
                    <a:pt x="376" y="1428"/>
                    <a:pt x="392" y="1484"/>
                  </a:cubicBezTo>
                  <a:cubicBezTo>
                    <a:pt x="404" y="1540"/>
                    <a:pt x="424" y="1596"/>
                    <a:pt x="448" y="1648"/>
                  </a:cubicBezTo>
                  <a:cubicBezTo>
                    <a:pt x="460" y="1680"/>
                    <a:pt x="480" y="1704"/>
                    <a:pt x="508" y="1724"/>
                  </a:cubicBezTo>
                  <a:cubicBezTo>
                    <a:pt x="532" y="1740"/>
                    <a:pt x="560" y="1756"/>
                    <a:pt x="588" y="1768"/>
                  </a:cubicBezTo>
                  <a:cubicBezTo>
                    <a:pt x="685" y="1809"/>
                    <a:pt x="784" y="1853"/>
                    <a:pt x="878" y="1898"/>
                  </a:cubicBezTo>
                  <a:lnTo>
                    <a:pt x="878" y="1898"/>
                  </a:lnTo>
                  <a:cubicBezTo>
                    <a:pt x="884" y="1902"/>
                    <a:pt x="890" y="1905"/>
                    <a:pt x="896" y="1908"/>
                  </a:cubicBezTo>
                  <a:lnTo>
                    <a:pt x="897" y="1907"/>
                  </a:lnTo>
                  <a:lnTo>
                    <a:pt x="897" y="1907"/>
                  </a:lnTo>
                  <a:cubicBezTo>
                    <a:pt x="898" y="1907"/>
                    <a:pt x="899" y="1908"/>
                    <a:pt x="900" y="1908"/>
                  </a:cubicBezTo>
                  <a:lnTo>
                    <a:pt x="908" y="1892"/>
                  </a:lnTo>
                  <a:cubicBezTo>
                    <a:pt x="872" y="1872"/>
                    <a:pt x="840" y="1840"/>
                    <a:pt x="824" y="1800"/>
                  </a:cubicBezTo>
                  <a:cubicBezTo>
                    <a:pt x="816" y="1780"/>
                    <a:pt x="808" y="1760"/>
                    <a:pt x="804" y="1740"/>
                  </a:cubicBezTo>
                  <a:cubicBezTo>
                    <a:pt x="804" y="1720"/>
                    <a:pt x="804" y="1700"/>
                    <a:pt x="804" y="1680"/>
                  </a:cubicBezTo>
                  <a:cubicBezTo>
                    <a:pt x="808" y="1636"/>
                    <a:pt x="816" y="1592"/>
                    <a:pt x="828" y="1552"/>
                  </a:cubicBezTo>
                  <a:cubicBezTo>
                    <a:pt x="840" y="1512"/>
                    <a:pt x="852" y="1468"/>
                    <a:pt x="868" y="1428"/>
                  </a:cubicBezTo>
                  <a:cubicBezTo>
                    <a:pt x="900" y="1348"/>
                    <a:pt x="936" y="1268"/>
                    <a:pt x="968" y="1184"/>
                  </a:cubicBezTo>
                  <a:cubicBezTo>
                    <a:pt x="980" y="1164"/>
                    <a:pt x="984" y="1144"/>
                    <a:pt x="992" y="1120"/>
                  </a:cubicBezTo>
                  <a:cubicBezTo>
                    <a:pt x="1000" y="1100"/>
                    <a:pt x="1004" y="1076"/>
                    <a:pt x="1008" y="1056"/>
                  </a:cubicBezTo>
                  <a:cubicBezTo>
                    <a:pt x="1020" y="1008"/>
                    <a:pt x="1024" y="964"/>
                    <a:pt x="1028" y="920"/>
                  </a:cubicBezTo>
                  <a:cubicBezTo>
                    <a:pt x="1032" y="828"/>
                    <a:pt x="1020" y="736"/>
                    <a:pt x="996" y="648"/>
                  </a:cubicBezTo>
                  <a:cubicBezTo>
                    <a:pt x="984" y="604"/>
                    <a:pt x="968" y="560"/>
                    <a:pt x="948" y="520"/>
                  </a:cubicBezTo>
                  <a:cubicBezTo>
                    <a:pt x="924" y="476"/>
                    <a:pt x="900" y="436"/>
                    <a:pt x="868" y="404"/>
                  </a:cubicBezTo>
                  <a:cubicBezTo>
                    <a:pt x="804" y="336"/>
                    <a:pt x="736" y="280"/>
                    <a:pt x="676" y="220"/>
                  </a:cubicBezTo>
                  <a:cubicBezTo>
                    <a:pt x="644" y="188"/>
                    <a:pt x="616" y="156"/>
                    <a:pt x="596" y="120"/>
                  </a:cubicBezTo>
                  <a:cubicBezTo>
                    <a:pt x="568" y="84"/>
                    <a:pt x="556" y="44"/>
                    <a:pt x="55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70"/>
            <p:cNvSpPr/>
            <p:nvPr/>
          </p:nvSpPr>
          <p:spPr>
            <a:xfrm flipH="1">
              <a:off x="3221837" y="1935583"/>
              <a:ext cx="236828" cy="206166"/>
            </a:xfrm>
            <a:custGeom>
              <a:avLst/>
              <a:gdLst/>
              <a:ahLst/>
              <a:cxnLst/>
              <a:rect l="l" t="t" r="r" b="b"/>
              <a:pathLst>
                <a:path w="1761" h="1533" extrusionOk="0">
                  <a:moveTo>
                    <a:pt x="1116" y="0"/>
                  </a:moveTo>
                  <a:cubicBezTo>
                    <a:pt x="1152" y="44"/>
                    <a:pt x="1192" y="80"/>
                    <a:pt x="1244" y="104"/>
                  </a:cubicBezTo>
                  <a:cubicBezTo>
                    <a:pt x="1296" y="128"/>
                    <a:pt x="1348" y="144"/>
                    <a:pt x="1404" y="152"/>
                  </a:cubicBezTo>
                  <a:cubicBezTo>
                    <a:pt x="1432" y="156"/>
                    <a:pt x="1460" y="160"/>
                    <a:pt x="1488" y="160"/>
                  </a:cubicBezTo>
                  <a:cubicBezTo>
                    <a:pt x="1516" y="160"/>
                    <a:pt x="1544" y="160"/>
                    <a:pt x="1572" y="156"/>
                  </a:cubicBezTo>
                  <a:cubicBezTo>
                    <a:pt x="1600" y="156"/>
                    <a:pt x="1628" y="148"/>
                    <a:pt x="1656" y="144"/>
                  </a:cubicBezTo>
                  <a:lnTo>
                    <a:pt x="1691" y="137"/>
                  </a:lnTo>
                  <a:lnTo>
                    <a:pt x="1691" y="137"/>
                  </a:lnTo>
                  <a:cubicBezTo>
                    <a:pt x="1687" y="167"/>
                    <a:pt x="1679" y="197"/>
                    <a:pt x="1668" y="224"/>
                  </a:cubicBezTo>
                  <a:cubicBezTo>
                    <a:pt x="1648" y="268"/>
                    <a:pt x="1624" y="304"/>
                    <a:pt x="1592" y="340"/>
                  </a:cubicBezTo>
                  <a:cubicBezTo>
                    <a:pt x="1560" y="372"/>
                    <a:pt x="1520" y="396"/>
                    <a:pt x="1476" y="416"/>
                  </a:cubicBezTo>
                  <a:cubicBezTo>
                    <a:pt x="1432" y="436"/>
                    <a:pt x="1388" y="452"/>
                    <a:pt x="1344" y="468"/>
                  </a:cubicBezTo>
                  <a:cubicBezTo>
                    <a:pt x="1252" y="500"/>
                    <a:pt x="1160" y="528"/>
                    <a:pt x="1068" y="560"/>
                  </a:cubicBezTo>
                  <a:cubicBezTo>
                    <a:pt x="928" y="612"/>
                    <a:pt x="800" y="684"/>
                    <a:pt x="684" y="776"/>
                  </a:cubicBezTo>
                  <a:cubicBezTo>
                    <a:pt x="644" y="804"/>
                    <a:pt x="608" y="836"/>
                    <a:pt x="572" y="872"/>
                  </a:cubicBezTo>
                  <a:cubicBezTo>
                    <a:pt x="504" y="936"/>
                    <a:pt x="432" y="1008"/>
                    <a:pt x="368" y="1080"/>
                  </a:cubicBezTo>
                  <a:cubicBezTo>
                    <a:pt x="304" y="1152"/>
                    <a:pt x="240" y="1224"/>
                    <a:pt x="180" y="1296"/>
                  </a:cubicBezTo>
                  <a:cubicBezTo>
                    <a:pt x="116" y="1372"/>
                    <a:pt x="56" y="1448"/>
                    <a:pt x="0" y="1528"/>
                  </a:cubicBezTo>
                  <a:lnTo>
                    <a:pt x="4" y="1532"/>
                  </a:lnTo>
                  <a:lnTo>
                    <a:pt x="212" y="1332"/>
                  </a:lnTo>
                  <a:lnTo>
                    <a:pt x="420" y="1132"/>
                  </a:lnTo>
                  <a:lnTo>
                    <a:pt x="624" y="928"/>
                  </a:lnTo>
                  <a:cubicBezTo>
                    <a:pt x="660" y="896"/>
                    <a:pt x="692" y="860"/>
                    <a:pt x="728" y="832"/>
                  </a:cubicBezTo>
                  <a:cubicBezTo>
                    <a:pt x="764" y="800"/>
                    <a:pt x="800" y="772"/>
                    <a:pt x="840" y="748"/>
                  </a:cubicBezTo>
                  <a:cubicBezTo>
                    <a:pt x="880" y="720"/>
                    <a:pt x="916" y="692"/>
                    <a:pt x="960" y="672"/>
                  </a:cubicBezTo>
                  <a:cubicBezTo>
                    <a:pt x="1000" y="648"/>
                    <a:pt x="1044" y="624"/>
                    <a:pt x="1084" y="604"/>
                  </a:cubicBezTo>
                  <a:cubicBezTo>
                    <a:pt x="1172" y="560"/>
                    <a:pt x="1260" y="524"/>
                    <a:pt x="1352" y="492"/>
                  </a:cubicBezTo>
                  <a:cubicBezTo>
                    <a:pt x="1396" y="476"/>
                    <a:pt x="1440" y="460"/>
                    <a:pt x="1488" y="444"/>
                  </a:cubicBezTo>
                  <a:cubicBezTo>
                    <a:pt x="1532" y="424"/>
                    <a:pt x="1576" y="400"/>
                    <a:pt x="1616" y="368"/>
                  </a:cubicBezTo>
                  <a:cubicBezTo>
                    <a:pt x="1656" y="336"/>
                    <a:pt x="1688" y="296"/>
                    <a:pt x="1716" y="252"/>
                  </a:cubicBezTo>
                  <a:cubicBezTo>
                    <a:pt x="1740" y="204"/>
                    <a:pt x="1752" y="152"/>
                    <a:pt x="1756" y="100"/>
                  </a:cubicBezTo>
                  <a:lnTo>
                    <a:pt x="1760" y="60"/>
                  </a:lnTo>
                  <a:lnTo>
                    <a:pt x="1760" y="60"/>
                  </a:lnTo>
                  <a:lnTo>
                    <a:pt x="1720" y="72"/>
                  </a:lnTo>
                  <a:lnTo>
                    <a:pt x="1644" y="88"/>
                  </a:lnTo>
                  <a:cubicBezTo>
                    <a:pt x="1616" y="92"/>
                    <a:pt x="1592" y="100"/>
                    <a:pt x="1564" y="100"/>
                  </a:cubicBezTo>
                  <a:cubicBezTo>
                    <a:pt x="1536" y="104"/>
                    <a:pt x="1512" y="108"/>
                    <a:pt x="1488" y="108"/>
                  </a:cubicBezTo>
                  <a:lnTo>
                    <a:pt x="1408" y="108"/>
                  </a:lnTo>
                  <a:cubicBezTo>
                    <a:pt x="1360" y="104"/>
                    <a:pt x="1308" y="96"/>
                    <a:pt x="1260" y="80"/>
                  </a:cubicBezTo>
                  <a:cubicBezTo>
                    <a:pt x="1208" y="64"/>
                    <a:pt x="1164" y="36"/>
                    <a:pt x="112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70"/>
            <p:cNvSpPr/>
            <p:nvPr/>
          </p:nvSpPr>
          <p:spPr>
            <a:xfrm flipH="1">
              <a:off x="3288004" y="1973777"/>
              <a:ext cx="193793" cy="30259"/>
            </a:xfrm>
            <a:custGeom>
              <a:avLst/>
              <a:gdLst/>
              <a:ahLst/>
              <a:cxnLst/>
              <a:rect l="l" t="t" r="r" b="b"/>
              <a:pathLst>
                <a:path w="1441" h="225" extrusionOk="0">
                  <a:moveTo>
                    <a:pt x="1440" y="0"/>
                  </a:moveTo>
                  <a:cubicBezTo>
                    <a:pt x="1440" y="0"/>
                    <a:pt x="1416" y="8"/>
                    <a:pt x="1376" y="16"/>
                  </a:cubicBezTo>
                  <a:cubicBezTo>
                    <a:pt x="1336" y="24"/>
                    <a:pt x="1280" y="44"/>
                    <a:pt x="1212" y="64"/>
                  </a:cubicBezTo>
                  <a:cubicBezTo>
                    <a:pt x="1180" y="76"/>
                    <a:pt x="1144" y="88"/>
                    <a:pt x="1108" y="104"/>
                  </a:cubicBezTo>
                  <a:cubicBezTo>
                    <a:pt x="1072" y="120"/>
                    <a:pt x="1032" y="136"/>
                    <a:pt x="992" y="152"/>
                  </a:cubicBezTo>
                  <a:cubicBezTo>
                    <a:pt x="952" y="172"/>
                    <a:pt x="908" y="184"/>
                    <a:pt x="864" y="188"/>
                  </a:cubicBezTo>
                  <a:cubicBezTo>
                    <a:pt x="844" y="192"/>
                    <a:pt x="824" y="194"/>
                    <a:pt x="803" y="194"/>
                  </a:cubicBezTo>
                  <a:cubicBezTo>
                    <a:pt x="778" y="194"/>
                    <a:pt x="752" y="191"/>
                    <a:pt x="728" y="184"/>
                  </a:cubicBezTo>
                  <a:cubicBezTo>
                    <a:pt x="692" y="176"/>
                    <a:pt x="652" y="144"/>
                    <a:pt x="604" y="128"/>
                  </a:cubicBezTo>
                  <a:cubicBezTo>
                    <a:pt x="560" y="112"/>
                    <a:pt x="512" y="100"/>
                    <a:pt x="464" y="96"/>
                  </a:cubicBezTo>
                  <a:cubicBezTo>
                    <a:pt x="438" y="92"/>
                    <a:pt x="413" y="90"/>
                    <a:pt x="387" y="90"/>
                  </a:cubicBezTo>
                  <a:cubicBezTo>
                    <a:pt x="369" y="90"/>
                    <a:pt x="350" y="91"/>
                    <a:pt x="332" y="92"/>
                  </a:cubicBezTo>
                  <a:cubicBezTo>
                    <a:pt x="292" y="96"/>
                    <a:pt x="256" y="104"/>
                    <a:pt x="216" y="112"/>
                  </a:cubicBezTo>
                  <a:cubicBezTo>
                    <a:pt x="160" y="128"/>
                    <a:pt x="108" y="152"/>
                    <a:pt x="56" y="180"/>
                  </a:cubicBezTo>
                  <a:cubicBezTo>
                    <a:pt x="36" y="192"/>
                    <a:pt x="20" y="204"/>
                    <a:pt x="0" y="216"/>
                  </a:cubicBezTo>
                  <a:lnTo>
                    <a:pt x="4" y="224"/>
                  </a:lnTo>
                  <a:lnTo>
                    <a:pt x="68" y="208"/>
                  </a:lnTo>
                  <a:cubicBezTo>
                    <a:pt x="88" y="204"/>
                    <a:pt x="112" y="196"/>
                    <a:pt x="136" y="188"/>
                  </a:cubicBezTo>
                  <a:cubicBezTo>
                    <a:pt x="164" y="184"/>
                    <a:pt x="196" y="176"/>
                    <a:pt x="228" y="172"/>
                  </a:cubicBezTo>
                  <a:cubicBezTo>
                    <a:pt x="275" y="167"/>
                    <a:pt x="322" y="164"/>
                    <a:pt x="369" y="164"/>
                  </a:cubicBezTo>
                  <a:cubicBezTo>
                    <a:pt x="398" y="164"/>
                    <a:pt x="427" y="165"/>
                    <a:pt x="456" y="168"/>
                  </a:cubicBezTo>
                  <a:cubicBezTo>
                    <a:pt x="500" y="168"/>
                    <a:pt x="544" y="176"/>
                    <a:pt x="584" y="188"/>
                  </a:cubicBezTo>
                  <a:cubicBezTo>
                    <a:pt x="628" y="204"/>
                    <a:pt x="676" y="216"/>
                    <a:pt x="724" y="224"/>
                  </a:cubicBezTo>
                  <a:cubicBezTo>
                    <a:pt x="748" y="224"/>
                    <a:pt x="772" y="224"/>
                    <a:pt x="796" y="220"/>
                  </a:cubicBezTo>
                  <a:cubicBezTo>
                    <a:pt x="820" y="220"/>
                    <a:pt x="844" y="212"/>
                    <a:pt x="868" y="212"/>
                  </a:cubicBezTo>
                  <a:lnTo>
                    <a:pt x="1004" y="188"/>
                  </a:lnTo>
                  <a:cubicBezTo>
                    <a:pt x="1044" y="184"/>
                    <a:pt x="1088" y="172"/>
                    <a:pt x="1128" y="164"/>
                  </a:cubicBezTo>
                  <a:cubicBezTo>
                    <a:pt x="1164" y="152"/>
                    <a:pt x="1200" y="136"/>
                    <a:pt x="1236" y="120"/>
                  </a:cubicBezTo>
                  <a:cubicBezTo>
                    <a:pt x="1308" y="92"/>
                    <a:pt x="1376" y="52"/>
                    <a:pt x="1440" y="4"/>
                  </a:cubicBezTo>
                  <a:lnTo>
                    <a:pt x="1440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70"/>
            <p:cNvSpPr/>
            <p:nvPr/>
          </p:nvSpPr>
          <p:spPr>
            <a:xfrm flipH="1">
              <a:off x="3198706" y="1782270"/>
              <a:ext cx="143227" cy="129240"/>
            </a:xfrm>
            <a:custGeom>
              <a:avLst/>
              <a:gdLst/>
              <a:ahLst/>
              <a:cxnLst/>
              <a:rect l="l" t="t" r="r" b="b"/>
              <a:pathLst>
                <a:path w="1065" h="961" extrusionOk="0">
                  <a:moveTo>
                    <a:pt x="0" y="0"/>
                  </a:moveTo>
                  <a:lnTo>
                    <a:pt x="0" y="8"/>
                  </a:lnTo>
                  <a:lnTo>
                    <a:pt x="16" y="16"/>
                  </a:lnTo>
                  <a:cubicBezTo>
                    <a:pt x="28" y="20"/>
                    <a:pt x="44" y="24"/>
                    <a:pt x="56" y="36"/>
                  </a:cubicBezTo>
                  <a:cubicBezTo>
                    <a:pt x="76" y="48"/>
                    <a:pt x="92" y="64"/>
                    <a:pt x="104" y="84"/>
                  </a:cubicBezTo>
                  <a:cubicBezTo>
                    <a:pt x="120" y="112"/>
                    <a:pt x="132" y="140"/>
                    <a:pt x="140" y="172"/>
                  </a:cubicBezTo>
                  <a:cubicBezTo>
                    <a:pt x="164" y="236"/>
                    <a:pt x="184" y="320"/>
                    <a:pt x="212" y="404"/>
                  </a:cubicBezTo>
                  <a:cubicBezTo>
                    <a:pt x="228" y="452"/>
                    <a:pt x="248" y="496"/>
                    <a:pt x="268" y="540"/>
                  </a:cubicBezTo>
                  <a:cubicBezTo>
                    <a:pt x="280" y="560"/>
                    <a:pt x="292" y="584"/>
                    <a:pt x="304" y="604"/>
                  </a:cubicBezTo>
                  <a:cubicBezTo>
                    <a:pt x="320" y="624"/>
                    <a:pt x="332" y="644"/>
                    <a:pt x="352" y="664"/>
                  </a:cubicBezTo>
                  <a:cubicBezTo>
                    <a:pt x="384" y="704"/>
                    <a:pt x="424" y="736"/>
                    <a:pt x="464" y="764"/>
                  </a:cubicBezTo>
                  <a:cubicBezTo>
                    <a:pt x="504" y="796"/>
                    <a:pt x="544" y="820"/>
                    <a:pt x="580" y="844"/>
                  </a:cubicBezTo>
                  <a:cubicBezTo>
                    <a:pt x="620" y="868"/>
                    <a:pt x="660" y="892"/>
                    <a:pt x="700" y="908"/>
                  </a:cubicBezTo>
                  <a:cubicBezTo>
                    <a:pt x="740" y="924"/>
                    <a:pt x="776" y="932"/>
                    <a:pt x="816" y="944"/>
                  </a:cubicBezTo>
                  <a:cubicBezTo>
                    <a:pt x="876" y="956"/>
                    <a:pt x="936" y="960"/>
                    <a:pt x="996" y="960"/>
                  </a:cubicBezTo>
                  <a:cubicBezTo>
                    <a:pt x="1020" y="960"/>
                    <a:pt x="1040" y="956"/>
                    <a:pt x="1064" y="952"/>
                  </a:cubicBezTo>
                  <a:lnTo>
                    <a:pt x="1064" y="944"/>
                  </a:lnTo>
                  <a:cubicBezTo>
                    <a:pt x="1064" y="944"/>
                    <a:pt x="968" y="924"/>
                    <a:pt x="828" y="884"/>
                  </a:cubicBezTo>
                  <a:cubicBezTo>
                    <a:pt x="796" y="876"/>
                    <a:pt x="760" y="864"/>
                    <a:pt x="720" y="852"/>
                  </a:cubicBezTo>
                  <a:cubicBezTo>
                    <a:pt x="680" y="836"/>
                    <a:pt x="640" y="828"/>
                    <a:pt x="596" y="812"/>
                  </a:cubicBezTo>
                  <a:cubicBezTo>
                    <a:pt x="552" y="796"/>
                    <a:pt x="512" y="772"/>
                    <a:pt x="472" y="748"/>
                  </a:cubicBezTo>
                  <a:cubicBezTo>
                    <a:pt x="436" y="720"/>
                    <a:pt x="404" y="684"/>
                    <a:pt x="380" y="644"/>
                  </a:cubicBezTo>
                  <a:cubicBezTo>
                    <a:pt x="356" y="604"/>
                    <a:pt x="336" y="560"/>
                    <a:pt x="320" y="516"/>
                  </a:cubicBezTo>
                  <a:cubicBezTo>
                    <a:pt x="304" y="472"/>
                    <a:pt x="292" y="428"/>
                    <a:pt x="280" y="384"/>
                  </a:cubicBezTo>
                  <a:cubicBezTo>
                    <a:pt x="268" y="340"/>
                    <a:pt x="256" y="300"/>
                    <a:pt x="240" y="260"/>
                  </a:cubicBezTo>
                  <a:cubicBezTo>
                    <a:pt x="228" y="220"/>
                    <a:pt x="212" y="184"/>
                    <a:pt x="196" y="148"/>
                  </a:cubicBezTo>
                  <a:cubicBezTo>
                    <a:pt x="180" y="112"/>
                    <a:pt x="160" y="84"/>
                    <a:pt x="136" y="60"/>
                  </a:cubicBezTo>
                  <a:cubicBezTo>
                    <a:pt x="124" y="48"/>
                    <a:pt x="112" y="36"/>
                    <a:pt x="100" y="28"/>
                  </a:cubicBezTo>
                  <a:cubicBezTo>
                    <a:pt x="92" y="20"/>
                    <a:pt x="80" y="16"/>
                    <a:pt x="68" y="12"/>
                  </a:cubicBezTo>
                  <a:cubicBezTo>
                    <a:pt x="52" y="4"/>
                    <a:pt x="32" y="0"/>
                    <a:pt x="16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70"/>
            <p:cNvSpPr/>
            <p:nvPr/>
          </p:nvSpPr>
          <p:spPr>
            <a:xfrm flipH="1">
              <a:off x="3201396" y="1855430"/>
              <a:ext cx="184110" cy="78136"/>
            </a:xfrm>
            <a:custGeom>
              <a:avLst/>
              <a:gdLst/>
              <a:ahLst/>
              <a:cxnLst/>
              <a:rect l="l" t="t" r="r" b="b"/>
              <a:pathLst>
                <a:path w="1369" h="581" extrusionOk="0">
                  <a:moveTo>
                    <a:pt x="0" y="0"/>
                  </a:moveTo>
                  <a:cubicBezTo>
                    <a:pt x="8" y="20"/>
                    <a:pt x="20" y="40"/>
                    <a:pt x="36" y="60"/>
                  </a:cubicBezTo>
                  <a:cubicBezTo>
                    <a:pt x="68" y="108"/>
                    <a:pt x="108" y="152"/>
                    <a:pt x="152" y="192"/>
                  </a:cubicBezTo>
                  <a:cubicBezTo>
                    <a:pt x="180" y="216"/>
                    <a:pt x="212" y="244"/>
                    <a:pt x="244" y="264"/>
                  </a:cubicBezTo>
                  <a:cubicBezTo>
                    <a:pt x="280" y="292"/>
                    <a:pt x="316" y="312"/>
                    <a:pt x="356" y="332"/>
                  </a:cubicBezTo>
                  <a:cubicBezTo>
                    <a:pt x="396" y="352"/>
                    <a:pt x="436" y="376"/>
                    <a:pt x="480" y="396"/>
                  </a:cubicBezTo>
                  <a:cubicBezTo>
                    <a:pt x="524" y="412"/>
                    <a:pt x="564" y="444"/>
                    <a:pt x="608" y="464"/>
                  </a:cubicBezTo>
                  <a:lnTo>
                    <a:pt x="672" y="496"/>
                  </a:lnTo>
                  <a:cubicBezTo>
                    <a:pt x="696" y="504"/>
                    <a:pt x="720" y="516"/>
                    <a:pt x="740" y="524"/>
                  </a:cubicBezTo>
                  <a:cubicBezTo>
                    <a:pt x="788" y="536"/>
                    <a:pt x="832" y="552"/>
                    <a:pt x="880" y="560"/>
                  </a:cubicBezTo>
                  <a:cubicBezTo>
                    <a:pt x="920" y="572"/>
                    <a:pt x="964" y="576"/>
                    <a:pt x="1008" y="576"/>
                  </a:cubicBezTo>
                  <a:cubicBezTo>
                    <a:pt x="1032" y="580"/>
                    <a:pt x="1052" y="580"/>
                    <a:pt x="1072" y="580"/>
                  </a:cubicBezTo>
                  <a:lnTo>
                    <a:pt x="1128" y="576"/>
                  </a:lnTo>
                  <a:cubicBezTo>
                    <a:pt x="1164" y="576"/>
                    <a:pt x="1196" y="572"/>
                    <a:pt x="1228" y="564"/>
                  </a:cubicBezTo>
                  <a:lnTo>
                    <a:pt x="1304" y="548"/>
                  </a:lnTo>
                  <a:cubicBezTo>
                    <a:pt x="1344" y="536"/>
                    <a:pt x="1368" y="528"/>
                    <a:pt x="1368" y="528"/>
                  </a:cubicBezTo>
                  <a:lnTo>
                    <a:pt x="1368" y="520"/>
                  </a:lnTo>
                  <a:lnTo>
                    <a:pt x="1228" y="520"/>
                  </a:lnTo>
                  <a:cubicBezTo>
                    <a:pt x="1200" y="520"/>
                    <a:pt x="1164" y="516"/>
                    <a:pt x="1132" y="516"/>
                  </a:cubicBezTo>
                  <a:lnTo>
                    <a:pt x="1076" y="516"/>
                  </a:lnTo>
                  <a:lnTo>
                    <a:pt x="1020" y="508"/>
                  </a:lnTo>
                  <a:cubicBezTo>
                    <a:pt x="980" y="504"/>
                    <a:pt x="936" y="500"/>
                    <a:pt x="892" y="492"/>
                  </a:cubicBezTo>
                  <a:cubicBezTo>
                    <a:pt x="848" y="484"/>
                    <a:pt x="804" y="476"/>
                    <a:pt x="760" y="464"/>
                  </a:cubicBezTo>
                  <a:lnTo>
                    <a:pt x="692" y="448"/>
                  </a:lnTo>
                  <a:lnTo>
                    <a:pt x="624" y="428"/>
                  </a:lnTo>
                  <a:cubicBezTo>
                    <a:pt x="580" y="420"/>
                    <a:pt x="536" y="400"/>
                    <a:pt x="492" y="380"/>
                  </a:cubicBezTo>
                  <a:cubicBezTo>
                    <a:pt x="452" y="360"/>
                    <a:pt x="416" y="332"/>
                    <a:pt x="380" y="304"/>
                  </a:cubicBezTo>
                  <a:lnTo>
                    <a:pt x="280" y="220"/>
                  </a:lnTo>
                  <a:lnTo>
                    <a:pt x="192" y="152"/>
                  </a:lnTo>
                  <a:cubicBezTo>
                    <a:pt x="164" y="128"/>
                    <a:pt x="136" y="108"/>
                    <a:pt x="116" y="92"/>
                  </a:cubicBezTo>
                  <a:cubicBezTo>
                    <a:pt x="96" y="72"/>
                    <a:pt x="76" y="56"/>
                    <a:pt x="60" y="44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70"/>
            <p:cNvSpPr/>
            <p:nvPr/>
          </p:nvSpPr>
          <p:spPr>
            <a:xfrm flipH="1">
              <a:off x="3059379" y="1680599"/>
              <a:ext cx="85129" cy="221766"/>
            </a:xfrm>
            <a:custGeom>
              <a:avLst/>
              <a:gdLst/>
              <a:ahLst/>
              <a:cxnLst/>
              <a:rect l="l" t="t" r="r" b="b"/>
              <a:pathLst>
                <a:path w="633" h="1649" extrusionOk="0">
                  <a:moveTo>
                    <a:pt x="592" y="0"/>
                  </a:moveTo>
                  <a:lnTo>
                    <a:pt x="584" y="4"/>
                  </a:lnTo>
                  <a:cubicBezTo>
                    <a:pt x="588" y="28"/>
                    <a:pt x="592" y="56"/>
                    <a:pt x="592" y="84"/>
                  </a:cubicBezTo>
                  <a:cubicBezTo>
                    <a:pt x="592" y="112"/>
                    <a:pt x="588" y="140"/>
                    <a:pt x="584" y="172"/>
                  </a:cubicBezTo>
                  <a:cubicBezTo>
                    <a:pt x="580" y="208"/>
                    <a:pt x="564" y="240"/>
                    <a:pt x="544" y="272"/>
                  </a:cubicBezTo>
                  <a:cubicBezTo>
                    <a:pt x="532" y="288"/>
                    <a:pt x="516" y="300"/>
                    <a:pt x="500" y="308"/>
                  </a:cubicBezTo>
                  <a:cubicBezTo>
                    <a:pt x="488" y="312"/>
                    <a:pt x="464" y="320"/>
                    <a:pt x="436" y="328"/>
                  </a:cubicBezTo>
                  <a:cubicBezTo>
                    <a:pt x="408" y="336"/>
                    <a:pt x="380" y="352"/>
                    <a:pt x="356" y="372"/>
                  </a:cubicBezTo>
                  <a:cubicBezTo>
                    <a:pt x="336" y="392"/>
                    <a:pt x="316" y="412"/>
                    <a:pt x="296" y="436"/>
                  </a:cubicBezTo>
                  <a:cubicBezTo>
                    <a:pt x="260" y="476"/>
                    <a:pt x="224" y="520"/>
                    <a:pt x="188" y="568"/>
                  </a:cubicBezTo>
                  <a:cubicBezTo>
                    <a:pt x="152" y="616"/>
                    <a:pt x="120" y="668"/>
                    <a:pt x="92" y="724"/>
                  </a:cubicBezTo>
                  <a:cubicBezTo>
                    <a:pt x="64" y="776"/>
                    <a:pt x="40" y="832"/>
                    <a:pt x="24" y="888"/>
                  </a:cubicBezTo>
                  <a:cubicBezTo>
                    <a:pt x="8" y="948"/>
                    <a:pt x="0" y="1004"/>
                    <a:pt x="4" y="1064"/>
                  </a:cubicBezTo>
                  <a:cubicBezTo>
                    <a:pt x="4" y="1120"/>
                    <a:pt x="12" y="1172"/>
                    <a:pt x="24" y="1228"/>
                  </a:cubicBezTo>
                  <a:cubicBezTo>
                    <a:pt x="32" y="1276"/>
                    <a:pt x="48" y="1324"/>
                    <a:pt x="60" y="1368"/>
                  </a:cubicBezTo>
                  <a:cubicBezTo>
                    <a:pt x="80" y="1432"/>
                    <a:pt x="88" y="1500"/>
                    <a:pt x="88" y="1568"/>
                  </a:cubicBezTo>
                  <a:cubicBezTo>
                    <a:pt x="84" y="1580"/>
                    <a:pt x="84" y="1592"/>
                    <a:pt x="84" y="1604"/>
                  </a:cubicBezTo>
                  <a:lnTo>
                    <a:pt x="76" y="1628"/>
                  </a:lnTo>
                  <a:lnTo>
                    <a:pt x="68" y="1648"/>
                  </a:lnTo>
                  <a:lnTo>
                    <a:pt x="76" y="1648"/>
                  </a:lnTo>
                  <a:lnTo>
                    <a:pt x="88" y="1628"/>
                  </a:lnTo>
                  <a:cubicBezTo>
                    <a:pt x="92" y="1624"/>
                    <a:pt x="96" y="1616"/>
                    <a:pt x="100" y="1608"/>
                  </a:cubicBezTo>
                  <a:lnTo>
                    <a:pt x="116" y="1572"/>
                  </a:lnTo>
                  <a:cubicBezTo>
                    <a:pt x="124" y="1540"/>
                    <a:pt x="128" y="1508"/>
                    <a:pt x="128" y="1476"/>
                  </a:cubicBezTo>
                  <a:cubicBezTo>
                    <a:pt x="128" y="1432"/>
                    <a:pt x="124" y="1392"/>
                    <a:pt x="116" y="1348"/>
                  </a:cubicBezTo>
                  <a:cubicBezTo>
                    <a:pt x="108" y="1304"/>
                    <a:pt x="96" y="1256"/>
                    <a:pt x="80" y="1208"/>
                  </a:cubicBezTo>
                  <a:cubicBezTo>
                    <a:pt x="68" y="1164"/>
                    <a:pt x="48" y="1112"/>
                    <a:pt x="40" y="1060"/>
                  </a:cubicBezTo>
                  <a:cubicBezTo>
                    <a:pt x="28" y="1004"/>
                    <a:pt x="28" y="948"/>
                    <a:pt x="44" y="896"/>
                  </a:cubicBezTo>
                  <a:cubicBezTo>
                    <a:pt x="64" y="840"/>
                    <a:pt x="88" y="788"/>
                    <a:pt x="124" y="740"/>
                  </a:cubicBezTo>
                  <a:cubicBezTo>
                    <a:pt x="160" y="696"/>
                    <a:pt x="196" y="648"/>
                    <a:pt x="236" y="604"/>
                  </a:cubicBezTo>
                  <a:cubicBezTo>
                    <a:pt x="272" y="564"/>
                    <a:pt x="312" y="520"/>
                    <a:pt x="348" y="484"/>
                  </a:cubicBezTo>
                  <a:cubicBezTo>
                    <a:pt x="368" y="464"/>
                    <a:pt x="388" y="444"/>
                    <a:pt x="404" y="428"/>
                  </a:cubicBezTo>
                  <a:cubicBezTo>
                    <a:pt x="420" y="412"/>
                    <a:pt x="440" y="400"/>
                    <a:pt x="460" y="396"/>
                  </a:cubicBezTo>
                  <a:cubicBezTo>
                    <a:pt x="488" y="388"/>
                    <a:pt x="512" y="376"/>
                    <a:pt x="536" y="364"/>
                  </a:cubicBezTo>
                  <a:cubicBezTo>
                    <a:pt x="560" y="348"/>
                    <a:pt x="580" y="328"/>
                    <a:pt x="592" y="304"/>
                  </a:cubicBezTo>
                  <a:cubicBezTo>
                    <a:pt x="616" y="268"/>
                    <a:pt x="632" y="220"/>
                    <a:pt x="628" y="176"/>
                  </a:cubicBezTo>
                  <a:cubicBezTo>
                    <a:pt x="628" y="144"/>
                    <a:pt x="624" y="112"/>
                    <a:pt x="620" y="80"/>
                  </a:cubicBezTo>
                  <a:cubicBezTo>
                    <a:pt x="612" y="52"/>
                    <a:pt x="604" y="24"/>
                    <a:pt x="592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70"/>
            <p:cNvSpPr/>
            <p:nvPr/>
          </p:nvSpPr>
          <p:spPr>
            <a:xfrm flipH="1">
              <a:off x="2959323" y="1531052"/>
              <a:ext cx="132468" cy="377230"/>
            </a:xfrm>
            <a:custGeom>
              <a:avLst/>
              <a:gdLst/>
              <a:ahLst/>
              <a:cxnLst/>
              <a:rect l="l" t="t" r="r" b="b"/>
              <a:pathLst>
                <a:path w="985" h="2805" extrusionOk="0">
                  <a:moveTo>
                    <a:pt x="828" y="0"/>
                  </a:moveTo>
                  <a:cubicBezTo>
                    <a:pt x="828" y="0"/>
                    <a:pt x="848" y="44"/>
                    <a:pt x="868" y="128"/>
                  </a:cubicBezTo>
                  <a:cubicBezTo>
                    <a:pt x="880" y="168"/>
                    <a:pt x="892" y="220"/>
                    <a:pt x="904" y="276"/>
                  </a:cubicBezTo>
                  <a:cubicBezTo>
                    <a:pt x="916" y="340"/>
                    <a:pt x="920" y="404"/>
                    <a:pt x="924" y="472"/>
                  </a:cubicBezTo>
                  <a:cubicBezTo>
                    <a:pt x="928" y="548"/>
                    <a:pt x="924" y="624"/>
                    <a:pt x="908" y="696"/>
                  </a:cubicBezTo>
                  <a:cubicBezTo>
                    <a:pt x="896" y="784"/>
                    <a:pt x="872" y="864"/>
                    <a:pt x="832" y="940"/>
                  </a:cubicBezTo>
                  <a:cubicBezTo>
                    <a:pt x="788" y="1024"/>
                    <a:pt x="736" y="1100"/>
                    <a:pt x="676" y="1172"/>
                  </a:cubicBezTo>
                  <a:cubicBezTo>
                    <a:pt x="644" y="1208"/>
                    <a:pt x="612" y="1244"/>
                    <a:pt x="580" y="1280"/>
                  </a:cubicBezTo>
                  <a:lnTo>
                    <a:pt x="480" y="1388"/>
                  </a:lnTo>
                  <a:cubicBezTo>
                    <a:pt x="412" y="1456"/>
                    <a:pt x="344" y="1524"/>
                    <a:pt x="280" y="1596"/>
                  </a:cubicBezTo>
                  <a:cubicBezTo>
                    <a:pt x="216" y="1668"/>
                    <a:pt x="160" y="1744"/>
                    <a:pt x="104" y="1824"/>
                  </a:cubicBezTo>
                  <a:cubicBezTo>
                    <a:pt x="48" y="1900"/>
                    <a:pt x="16" y="1996"/>
                    <a:pt x="20" y="2092"/>
                  </a:cubicBezTo>
                  <a:cubicBezTo>
                    <a:pt x="24" y="2136"/>
                    <a:pt x="32" y="2172"/>
                    <a:pt x="32" y="2208"/>
                  </a:cubicBezTo>
                  <a:lnTo>
                    <a:pt x="32" y="2320"/>
                  </a:lnTo>
                  <a:cubicBezTo>
                    <a:pt x="28" y="2464"/>
                    <a:pt x="20" y="2588"/>
                    <a:pt x="12" y="2672"/>
                  </a:cubicBezTo>
                  <a:cubicBezTo>
                    <a:pt x="4" y="2756"/>
                    <a:pt x="0" y="2804"/>
                    <a:pt x="0" y="2804"/>
                  </a:cubicBezTo>
                  <a:lnTo>
                    <a:pt x="4" y="2804"/>
                  </a:lnTo>
                  <a:cubicBezTo>
                    <a:pt x="4" y="2804"/>
                    <a:pt x="20" y="2760"/>
                    <a:pt x="36" y="2676"/>
                  </a:cubicBezTo>
                  <a:cubicBezTo>
                    <a:pt x="48" y="2632"/>
                    <a:pt x="56" y="2584"/>
                    <a:pt x="68" y="2524"/>
                  </a:cubicBezTo>
                  <a:cubicBezTo>
                    <a:pt x="76" y="2464"/>
                    <a:pt x="84" y="2396"/>
                    <a:pt x="92" y="2324"/>
                  </a:cubicBezTo>
                  <a:cubicBezTo>
                    <a:pt x="92" y="2288"/>
                    <a:pt x="96" y="2248"/>
                    <a:pt x="96" y="2208"/>
                  </a:cubicBezTo>
                  <a:cubicBezTo>
                    <a:pt x="96" y="2168"/>
                    <a:pt x="92" y="2124"/>
                    <a:pt x="88" y="2084"/>
                  </a:cubicBezTo>
                  <a:cubicBezTo>
                    <a:pt x="92" y="2004"/>
                    <a:pt x="116" y="1924"/>
                    <a:pt x="164" y="1860"/>
                  </a:cubicBezTo>
                  <a:cubicBezTo>
                    <a:pt x="212" y="1784"/>
                    <a:pt x="268" y="1708"/>
                    <a:pt x="324" y="1636"/>
                  </a:cubicBezTo>
                  <a:lnTo>
                    <a:pt x="508" y="1412"/>
                  </a:lnTo>
                  <a:cubicBezTo>
                    <a:pt x="568" y="1336"/>
                    <a:pt x="632" y="1260"/>
                    <a:pt x="692" y="1184"/>
                  </a:cubicBezTo>
                  <a:cubicBezTo>
                    <a:pt x="752" y="1108"/>
                    <a:pt x="812" y="1036"/>
                    <a:pt x="864" y="960"/>
                  </a:cubicBezTo>
                  <a:cubicBezTo>
                    <a:pt x="912" y="884"/>
                    <a:pt x="944" y="796"/>
                    <a:pt x="964" y="708"/>
                  </a:cubicBezTo>
                  <a:cubicBezTo>
                    <a:pt x="980" y="628"/>
                    <a:pt x="984" y="548"/>
                    <a:pt x="980" y="468"/>
                  </a:cubicBezTo>
                  <a:cubicBezTo>
                    <a:pt x="972" y="400"/>
                    <a:pt x="960" y="332"/>
                    <a:pt x="944" y="268"/>
                  </a:cubicBezTo>
                  <a:cubicBezTo>
                    <a:pt x="932" y="216"/>
                    <a:pt x="912" y="168"/>
                    <a:pt x="892" y="120"/>
                  </a:cubicBezTo>
                  <a:cubicBezTo>
                    <a:pt x="876" y="80"/>
                    <a:pt x="856" y="40"/>
                    <a:pt x="832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70"/>
            <p:cNvSpPr/>
            <p:nvPr/>
          </p:nvSpPr>
          <p:spPr>
            <a:xfrm flipH="1">
              <a:off x="2781802" y="1671992"/>
              <a:ext cx="257808" cy="221766"/>
            </a:xfrm>
            <a:custGeom>
              <a:avLst/>
              <a:gdLst/>
              <a:ahLst/>
              <a:cxnLst/>
              <a:rect l="l" t="t" r="r" b="b"/>
              <a:pathLst>
                <a:path w="1917" h="1649" extrusionOk="0">
                  <a:moveTo>
                    <a:pt x="1916" y="0"/>
                  </a:moveTo>
                  <a:cubicBezTo>
                    <a:pt x="1916" y="0"/>
                    <a:pt x="1912" y="8"/>
                    <a:pt x="1908" y="28"/>
                  </a:cubicBezTo>
                  <a:cubicBezTo>
                    <a:pt x="1900" y="56"/>
                    <a:pt x="1892" y="84"/>
                    <a:pt x="1884" y="112"/>
                  </a:cubicBezTo>
                  <a:cubicBezTo>
                    <a:pt x="1868" y="152"/>
                    <a:pt x="1852" y="192"/>
                    <a:pt x="1832" y="232"/>
                  </a:cubicBezTo>
                  <a:cubicBezTo>
                    <a:pt x="1808" y="284"/>
                    <a:pt x="1784" y="336"/>
                    <a:pt x="1756" y="384"/>
                  </a:cubicBezTo>
                  <a:cubicBezTo>
                    <a:pt x="1720" y="440"/>
                    <a:pt x="1680" y="496"/>
                    <a:pt x="1640" y="548"/>
                  </a:cubicBezTo>
                  <a:cubicBezTo>
                    <a:pt x="1596" y="608"/>
                    <a:pt x="1544" y="664"/>
                    <a:pt x="1492" y="716"/>
                  </a:cubicBezTo>
                  <a:cubicBezTo>
                    <a:pt x="1460" y="744"/>
                    <a:pt x="1432" y="768"/>
                    <a:pt x="1400" y="792"/>
                  </a:cubicBezTo>
                  <a:cubicBezTo>
                    <a:pt x="1364" y="816"/>
                    <a:pt x="1328" y="836"/>
                    <a:pt x="1292" y="852"/>
                  </a:cubicBezTo>
                  <a:cubicBezTo>
                    <a:pt x="1216" y="892"/>
                    <a:pt x="1136" y="916"/>
                    <a:pt x="1056" y="928"/>
                  </a:cubicBezTo>
                  <a:cubicBezTo>
                    <a:pt x="1012" y="936"/>
                    <a:pt x="976" y="932"/>
                    <a:pt x="932" y="940"/>
                  </a:cubicBezTo>
                  <a:cubicBezTo>
                    <a:pt x="888" y="944"/>
                    <a:pt x="848" y="944"/>
                    <a:pt x="804" y="948"/>
                  </a:cubicBezTo>
                  <a:cubicBezTo>
                    <a:pt x="720" y="960"/>
                    <a:pt x="636" y="984"/>
                    <a:pt x="560" y="1016"/>
                  </a:cubicBezTo>
                  <a:cubicBezTo>
                    <a:pt x="416" y="1068"/>
                    <a:pt x="292" y="1156"/>
                    <a:pt x="192" y="1268"/>
                  </a:cubicBezTo>
                  <a:cubicBezTo>
                    <a:pt x="152" y="1312"/>
                    <a:pt x="116" y="1360"/>
                    <a:pt x="84" y="1408"/>
                  </a:cubicBezTo>
                  <a:cubicBezTo>
                    <a:pt x="60" y="1448"/>
                    <a:pt x="40" y="1488"/>
                    <a:pt x="24" y="1532"/>
                  </a:cubicBezTo>
                  <a:cubicBezTo>
                    <a:pt x="16" y="1560"/>
                    <a:pt x="8" y="1588"/>
                    <a:pt x="4" y="1616"/>
                  </a:cubicBezTo>
                  <a:lnTo>
                    <a:pt x="0" y="1648"/>
                  </a:lnTo>
                  <a:lnTo>
                    <a:pt x="4" y="1648"/>
                  </a:lnTo>
                  <a:cubicBezTo>
                    <a:pt x="4" y="1648"/>
                    <a:pt x="8" y="1640"/>
                    <a:pt x="16" y="1620"/>
                  </a:cubicBezTo>
                  <a:cubicBezTo>
                    <a:pt x="24" y="1592"/>
                    <a:pt x="36" y="1568"/>
                    <a:pt x="52" y="1544"/>
                  </a:cubicBezTo>
                  <a:cubicBezTo>
                    <a:pt x="72" y="1504"/>
                    <a:pt x="96" y="1468"/>
                    <a:pt x="124" y="1432"/>
                  </a:cubicBezTo>
                  <a:cubicBezTo>
                    <a:pt x="156" y="1388"/>
                    <a:pt x="196" y="1348"/>
                    <a:pt x="236" y="1308"/>
                  </a:cubicBezTo>
                  <a:cubicBezTo>
                    <a:pt x="284" y="1264"/>
                    <a:pt x="336" y="1220"/>
                    <a:pt x="392" y="1184"/>
                  </a:cubicBezTo>
                  <a:cubicBezTo>
                    <a:pt x="452" y="1144"/>
                    <a:pt x="516" y="1108"/>
                    <a:pt x="584" y="1080"/>
                  </a:cubicBezTo>
                  <a:cubicBezTo>
                    <a:pt x="660" y="1048"/>
                    <a:pt x="732" y="1024"/>
                    <a:pt x="812" y="1008"/>
                  </a:cubicBezTo>
                  <a:cubicBezTo>
                    <a:pt x="852" y="1000"/>
                    <a:pt x="892" y="996"/>
                    <a:pt x="936" y="988"/>
                  </a:cubicBezTo>
                  <a:cubicBezTo>
                    <a:pt x="976" y="980"/>
                    <a:pt x="1020" y="976"/>
                    <a:pt x="1064" y="964"/>
                  </a:cubicBezTo>
                  <a:cubicBezTo>
                    <a:pt x="1104" y="952"/>
                    <a:pt x="1144" y="940"/>
                    <a:pt x="1184" y="924"/>
                  </a:cubicBezTo>
                  <a:cubicBezTo>
                    <a:pt x="1204" y="916"/>
                    <a:pt x="1224" y="908"/>
                    <a:pt x="1244" y="900"/>
                  </a:cubicBezTo>
                  <a:lnTo>
                    <a:pt x="1300" y="872"/>
                  </a:lnTo>
                  <a:cubicBezTo>
                    <a:pt x="1340" y="856"/>
                    <a:pt x="1380" y="836"/>
                    <a:pt x="1412" y="812"/>
                  </a:cubicBezTo>
                  <a:cubicBezTo>
                    <a:pt x="1444" y="788"/>
                    <a:pt x="1480" y="768"/>
                    <a:pt x="1512" y="744"/>
                  </a:cubicBezTo>
                  <a:cubicBezTo>
                    <a:pt x="1544" y="720"/>
                    <a:pt x="1576" y="696"/>
                    <a:pt x="1604" y="668"/>
                  </a:cubicBezTo>
                  <a:lnTo>
                    <a:pt x="1648" y="628"/>
                  </a:lnTo>
                  <a:lnTo>
                    <a:pt x="1684" y="584"/>
                  </a:lnTo>
                  <a:cubicBezTo>
                    <a:pt x="1728" y="532"/>
                    <a:pt x="1768" y="472"/>
                    <a:pt x="1800" y="412"/>
                  </a:cubicBezTo>
                  <a:cubicBezTo>
                    <a:pt x="1828" y="360"/>
                    <a:pt x="1852" y="304"/>
                    <a:pt x="1872" y="248"/>
                  </a:cubicBezTo>
                  <a:cubicBezTo>
                    <a:pt x="1888" y="204"/>
                    <a:pt x="1896" y="160"/>
                    <a:pt x="1904" y="116"/>
                  </a:cubicBezTo>
                  <a:cubicBezTo>
                    <a:pt x="1912" y="88"/>
                    <a:pt x="1916" y="60"/>
                    <a:pt x="1916" y="28"/>
                  </a:cubicBezTo>
                  <a:lnTo>
                    <a:pt x="1916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70"/>
            <p:cNvSpPr/>
            <p:nvPr/>
          </p:nvSpPr>
          <p:spPr>
            <a:xfrm flipH="1">
              <a:off x="2781802" y="1885017"/>
              <a:ext cx="254580" cy="36714"/>
            </a:xfrm>
            <a:custGeom>
              <a:avLst/>
              <a:gdLst/>
              <a:ahLst/>
              <a:cxnLst/>
              <a:rect l="l" t="t" r="r" b="b"/>
              <a:pathLst>
                <a:path w="1893" h="273" extrusionOk="0">
                  <a:moveTo>
                    <a:pt x="964" y="0"/>
                  </a:moveTo>
                  <a:cubicBezTo>
                    <a:pt x="900" y="0"/>
                    <a:pt x="836" y="0"/>
                    <a:pt x="772" y="8"/>
                  </a:cubicBezTo>
                  <a:cubicBezTo>
                    <a:pt x="712" y="16"/>
                    <a:pt x="652" y="24"/>
                    <a:pt x="592" y="32"/>
                  </a:cubicBezTo>
                  <a:cubicBezTo>
                    <a:pt x="536" y="40"/>
                    <a:pt x="480" y="52"/>
                    <a:pt x="424" y="64"/>
                  </a:cubicBezTo>
                  <a:cubicBezTo>
                    <a:pt x="372" y="80"/>
                    <a:pt x="324" y="96"/>
                    <a:pt x="280" y="116"/>
                  </a:cubicBezTo>
                  <a:cubicBezTo>
                    <a:pt x="180" y="152"/>
                    <a:pt x="88" y="204"/>
                    <a:pt x="0" y="264"/>
                  </a:cubicBezTo>
                  <a:lnTo>
                    <a:pt x="4" y="272"/>
                  </a:lnTo>
                  <a:lnTo>
                    <a:pt x="84" y="244"/>
                  </a:lnTo>
                  <a:lnTo>
                    <a:pt x="300" y="172"/>
                  </a:lnTo>
                  <a:lnTo>
                    <a:pt x="440" y="124"/>
                  </a:lnTo>
                  <a:cubicBezTo>
                    <a:pt x="492" y="104"/>
                    <a:pt x="544" y="84"/>
                    <a:pt x="600" y="68"/>
                  </a:cubicBezTo>
                  <a:cubicBezTo>
                    <a:pt x="656" y="48"/>
                    <a:pt x="716" y="36"/>
                    <a:pt x="776" y="28"/>
                  </a:cubicBezTo>
                  <a:cubicBezTo>
                    <a:pt x="795" y="28"/>
                    <a:pt x="816" y="27"/>
                    <a:pt x="837" y="27"/>
                  </a:cubicBezTo>
                  <a:cubicBezTo>
                    <a:pt x="847" y="27"/>
                    <a:pt x="858" y="27"/>
                    <a:pt x="868" y="28"/>
                  </a:cubicBezTo>
                  <a:cubicBezTo>
                    <a:pt x="896" y="28"/>
                    <a:pt x="928" y="32"/>
                    <a:pt x="956" y="40"/>
                  </a:cubicBezTo>
                  <a:cubicBezTo>
                    <a:pt x="1016" y="52"/>
                    <a:pt x="1076" y="72"/>
                    <a:pt x="1136" y="92"/>
                  </a:cubicBezTo>
                  <a:lnTo>
                    <a:pt x="1308" y="140"/>
                  </a:lnTo>
                  <a:cubicBezTo>
                    <a:pt x="1364" y="156"/>
                    <a:pt x="1420" y="168"/>
                    <a:pt x="1476" y="176"/>
                  </a:cubicBezTo>
                  <a:cubicBezTo>
                    <a:pt x="1528" y="188"/>
                    <a:pt x="1580" y="192"/>
                    <a:pt x="1632" y="192"/>
                  </a:cubicBezTo>
                  <a:cubicBezTo>
                    <a:pt x="1676" y="192"/>
                    <a:pt x="1720" y="188"/>
                    <a:pt x="1764" y="176"/>
                  </a:cubicBezTo>
                  <a:cubicBezTo>
                    <a:pt x="1800" y="164"/>
                    <a:pt x="1832" y="144"/>
                    <a:pt x="1856" y="120"/>
                  </a:cubicBezTo>
                  <a:cubicBezTo>
                    <a:pt x="1872" y="100"/>
                    <a:pt x="1884" y="80"/>
                    <a:pt x="1888" y="60"/>
                  </a:cubicBezTo>
                  <a:cubicBezTo>
                    <a:pt x="1892" y="44"/>
                    <a:pt x="1892" y="36"/>
                    <a:pt x="1892" y="36"/>
                  </a:cubicBezTo>
                  <a:lnTo>
                    <a:pt x="1884" y="36"/>
                  </a:lnTo>
                  <a:lnTo>
                    <a:pt x="1876" y="56"/>
                  </a:lnTo>
                  <a:cubicBezTo>
                    <a:pt x="1868" y="72"/>
                    <a:pt x="1852" y="88"/>
                    <a:pt x="1840" y="100"/>
                  </a:cubicBezTo>
                  <a:cubicBezTo>
                    <a:pt x="1812" y="116"/>
                    <a:pt x="1784" y="128"/>
                    <a:pt x="1756" y="132"/>
                  </a:cubicBezTo>
                  <a:cubicBezTo>
                    <a:pt x="1736" y="134"/>
                    <a:pt x="1716" y="135"/>
                    <a:pt x="1696" y="135"/>
                  </a:cubicBezTo>
                  <a:cubicBezTo>
                    <a:pt x="1676" y="135"/>
                    <a:pt x="1656" y="134"/>
                    <a:pt x="1636" y="132"/>
                  </a:cubicBezTo>
                  <a:cubicBezTo>
                    <a:pt x="1544" y="124"/>
                    <a:pt x="1440" y="96"/>
                    <a:pt x="1324" y="72"/>
                  </a:cubicBezTo>
                  <a:lnTo>
                    <a:pt x="1148" y="32"/>
                  </a:lnTo>
                  <a:cubicBezTo>
                    <a:pt x="1088" y="16"/>
                    <a:pt x="1024" y="8"/>
                    <a:pt x="96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70"/>
            <p:cNvSpPr/>
            <p:nvPr/>
          </p:nvSpPr>
          <p:spPr>
            <a:xfrm flipH="1">
              <a:off x="2790947" y="1937466"/>
              <a:ext cx="215848" cy="94543"/>
            </a:xfrm>
            <a:custGeom>
              <a:avLst/>
              <a:gdLst/>
              <a:ahLst/>
              <a:cxnLst/>
              <a:rect l="l" t="t" r="r" b="b"/>
              <a:pathLst>
                <a:path w="1605" h="703" extrusionOk="0">
                  <a:moveTo>
                    <a:pt x="326" y="1"/>
                  </a:moveTo>
                  <a:cubicBezTo>
                    <a:pt x="312" y="1"/>
                    <a:pt x="298" y="1"/>
                    <a:pt x="284" y="2"/>
                  </a:cubicBezTo>
                  <a:cubicBezTo>
                    <a:pt x="188" y="2"/>
                    <a:pt x="92" y="14"/>
                    <a:pt x="0" y="38"/>
                  </a:cubicBezTo>
                  <a:lnTo>
                    <a:pt x="0" y="42"/>
                  </a:lnTo>
                  <a:lnTo>
                    <a:pt x="80" y="46"/>
                  </a:lnTo>
                  <a:cubicBezTo>
                    <a:pt x="128" y="50"/>
                    <a:pt x="200" y="54"/>
                    <a:pt x="284" y="58"/>
                  </a:cubicBezTo>
                  <a:lnTo>
                    <a:pt x="420" y="62"/>
                  </a:lnTo>
                  <a:cubicBezTo>
                    <a:pt x="444" y="64"/>
                    <a:pt x="469" y="64"/>
                    <a:pt x="495" y="64"/>
                  </a:cubicBezTo>
                  <a:cubicBezTo>
                    <a:pt x="520" y="64"/>
                    <a:pt x="546" y="64"/>
                    <a:pt x="572" y="66"/>
                  </a:cubicBezTo>
                  <a:cubicBezTo>
                    <a:pt x="624" y="66"/>
                    <a:pt x="680" y="74"/>
                    <a:pt x="732" y="86"/>
                  </a:cubicBezTo>
                  <a:cubicBezTo>
                    <a:pt x="784" y="102"/>
                    <a:pt x="836" y="126"/>
                    <a:pt x="884" y="154"/>
                  </a:cubicBezTo>
                  <a:cubicBezTo>
                    <a:pt x="980" y="206"/>
                    <a:pt x="1064" y="274"/>
                    <a:pt x="1140" y="354"/>
                  </a:cubicBezTo>
                  <a:cubicBezTo>
                    <a:pt x="1176" y="390"/>
                    <a:pt x="1208" y="430"/>
                    <a:pt x="1244" y="462"/>
                  </a:cubicBezTo>
                  <a:cubicBezTo>
                    <a:pt x="1264" y="482"/>
                    <a:pt x="1284" y="498"/>
                    <a:pt x="1304" y="514"/>
                  </a:cubicBezTo>
                  <a:lnTo>
                    <a:pt x="1360" y="546"/>
                  </a:lnTo>
                  <a:lnTo>
                    <a:pt x="1600" y="702"/>
                  </a:lnTo>
                  <a:lnTo>
                    <a:pt x="1604" y="698"/>
                  </a:lnTo>
                  <a:cubicBezTo>
                    <a:pt x="1604" y="698"/>
                    <a:pt x="1588" y="674"/>
                    <a:pt x="1552" y="638"/>
                  </a:cubicBezTo>
                  <a:cubicBezTo>
                    <a:pt x="1504" y="590"/>
                    <a:pt x="1452" y="542"/>
                    <a:pt x="1400" y="498"/>
                  </a:cubicBezTo>
                  <a:lnTo>
                    <a:pt x="1348" y="458"/>
                  </a:lnTo>
                  <a:cubicBezTo>
                    <a:pt x="1328" y="442"/>
                    <a:pt x="1312" y="430"/>
                    <a:pt x="1296" y="414"/>
                  </a:cubicBezTo>
                  <a:cubicBezTo>
                    <a:pt x="1264" y="382"/>
                    <a:pt x="1228" y="342"/>
                    <a:pt x="1188" y="306"/>
                  </a:cubicBezTo>
                  <a:cubicBezTo>
                    <a:pt x="1148" y="266"/>
                    <a:pt x="1104" y="230"/>
                    <a:pt x="1060" y="198"/>
                  </a:cubicBezTo>
                  <a:cubicBezTo>
                    <a:pt x="1008" y="166"/>
                    <a:pt x="956" y="138"/>
                    <a:pt x="904" y="118"/>
                  </a:cubicBezTo>
                  <a:cubicBezTo>
                    <a:pt x="848" y="102"/>
                    <a:pt x="792" y="82"/>
                    <a:pt x="740" y="70"/>
                  </a:cubicBezTo>
                  <a:cubicBezTo>
                    <a:pt x="684" y="54"/>
                    <a:pt x="628" y="42"/>
                    <a:pt x="576" y="30"/>
                  </a:cubicBezTo>
                  <a:cubicBezTo>
                    <a:pt x="528" y="18"/>
                    <a:pt x="476" y="10"/>
                    <a:pt x="424" y="6"/>
                  </a:cubicBezTo>
                  <a:cubicBezTo>
                    <a:pt x="390" y="4"/>
                    <a:pt x="359" y="1"/>
                    <a:pt x="326" y="1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70"/>
            <p:cNvSpPr/>
            <p:nvPr/>
          </p:nvSpPr>
          <p:spPr>
            <a:xfrm flipH="1">
              <a:off x="2881321" y="1951721"/>
              <a:ext cx="161516" cy="112564"/>
            </a:xfrm>
            <a:custGeom>
              <a:avLst/>
              <a:gdLst/>
              <a:ahLst/>
              <a:cxnLst/>
              <a:rect l="l" t="t" r="r" b="b"/>
              <a:pathLst>
                <a:path w="1201" h="837" extrusionOk="0">
                  <a:moveTo>
                    <a:pt x="0" y="0"/>
                  </a:moveTo>
                  <a:lnTo>
                    <a:pt x="0" y="8"/>
                  </a:lnTo>
                  <a:cubicBezTo>
                    <a:pt x="0" y="8"/>
                    <a:pt x="84" y="52"/>
                    <a:pt x="208" y="112"/>
                  </a:cubicBezTo>
                  <a:cubicBezTo>
                    <a:pt x="240" y="124"/>
                    <a:pt x="276" y="140"/>
                    <a:pt x="312" y="156"/>
                  </a:cubicBezTo>
                  <a:cubicBezTo>
                    <a:pt x="348" y="172"/>
                    <a:pt x="388" y="180"/>
                    <a:pt x="428" y="200"/>
                  </a:cubicBezTo>
                  <a:cubicBezTo>
                    <a:pt x="472" y="212"/>
                    <a:pt x="512" y="232"/>
                    <a:pt x="552" y="252"/>
                  </a:cubicBezTo>
                  <a:cubicBezTo>
                    <a:pt x="592" y="276"/>
                    <a:pt x="632" y="300"/>
                    <a:pt x="668" y="328"/>
                  </a:cubicBezTo>
                  <a:cubicBezTo>
                    <a:pt x="704" y="356"/>
                    <a:pt x="744" y="388"/>
                    <a:pt x="776" y="416"/>
                  </a:cubicBezTo>
                  <a:cubicBezTo>
                    <a:pt x="808" y="444"/>
                    <a:pt x="844" y="472"/>
                    <a:pt x="876" y="500"/>
                  </a:cubicBezTo>
                  <a:cubicBezTo>
                    <a:pt x="908" y="528"/>
                    <a:pt x="940" y="556"/>
                    <a:pt x="968" y="584"/>
                  </a:cubicBezTo>
                  <a:cubicBezTo>
                    <a:pt x="996" y="608"/>
                    <a:pt x="1024" y="636"/>
                    <a:pt x="1044" y="660"/>
                  </a:cubicBezTo>
                  <a:cubicBezTo>
                    <a:pt x="1068" y="684"/>
                    <a:pt x="1088" y="708"/>
                    <a:pt x="1108" y="728"/>
                  </a:cubicBezTo>
                  <a:cubicBezTo>
                    <a:pt x="1124" y="748"/>
                    <a:pt x="1140" y="768"/>
                    <a:pt x="1152" y="784"/>
                  </a:cubicBezTo>
                  <a:cubicBezTo>
                    <a:pt x="1176" y="816"/>
                    <a:pt x="1192" y="836"/>
                    <a:pt x="1192" y="836"/>
                  </a:cubicBezTo>
                  <a:lnTo>
                    <a:pt x="1200" y="832"/>
                  </a:lnTo>
                  <a:cubicBezTo>
                    <a:pt x="1200" y="832"/>
                    <a:pt x="1192" y="812"/>
                    <a:pt x="1176" y="772"/>
                  </a:cubicBezTo>
                  <a:cubicBezTo>
                    <a:pt x="1168" y="748"/>
                    <a:pt x="1156" y="724"/>
                    <a:pt x="1144" y="704"/>
                  </a:cubicBezTo>
                  <a:cubicBezTo>
                    <a:pt x="1132" y="676"/>
                    <a:pt x="1120" y="648"/>
                    <a:pt x="1096" y="620"/>
                  </a:cubicBezTo>
                  <a:cubicBezTo>
                    <a:pt x="1068" y="592"/>
                    <a:pt x="1048" y="560"/>
                    <a:pt x="1020" y="532"/>
                  </a:cubicBezTo>
                  <a:cubicBezTo>
                    <a:pt x="992" y="500"/>
                    <a:pt x="960" y="468"/>
                    <a:pt x="924" y="444"/>
                  </a:cubicBezTo>
                  <a:cubicBezTo>
                    <a:pt x="888" y="420"/>
                    <a:pt x="852" y="388"/>
                    <a:pt x="812" y="364"/>
                  </a:cubicBezTo>
                  <a:cubicBezTo>
                    <a:pt x="772" y="340"/>
                    <a:pt x="732" y="316"/>
                    <a:pt x="688" y="296"/>
                  </a:cubicBezTo>
                  <a:cubicBezTo>
                    <a:pt x="604" y="260"/>
                    <a:pt x="524" y="212"/>
                    <a:pt x="448" y="164"/>
                  </a:cubicBezTo>
                  <a:cubicBezTo>
                    <a:pt x="408" y="140"/>
                    <a:pt x="372" y="116"/>
                    <a:pt x="336" y="100"/>
                  </a:cubicBezTo>
                  <a:cubicBezTo>
                    <a:pt x="300" y="80"/>
                    <a:pt x="264" y="68"/>
                    <a:pt x="232" y="56"/>
                  </a:cubicBezTo>
                  <a:cubicBezTo>
                    <a:pt x="176" y="36"/>
                    <a:pt x="124" y="20"/>
                    <a:pt x="68" y="8"/>
                  </a:cubicBezTo>
                  <a:cubicBezTo>
                    <a:pt x="24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70"/>
            <p:cNvSpPr/>
            <p:nvPr/>
          </p:nvSpPr>
          <p:spPr>
            <a:xfrm flipH="1">
              <a:off x="2890466" y="1976466"/>
              <a:ext cx="198634" cy="264801"/>
            </a:xfrm>
            <a:custGeom>
              <a:avLst/>
              <a:gdLst/>
              <a:ahLst/>
              <a:cxnLst/>
              <a:rect l="l" t="t" r="r" b="b"/>
              <a:pathLst>
                <a:path w="1477" h="1969" extrusionOk="0">
                  <a:moveTo>
                    <a:pt x="4" y="0"/>
                  </a:moveTo>
                  <a:lnTo>
                    <a:pt x="0" y="12"/>
                  </a:lnTo>
                  <a:cubicBezTo>
                    <a:pt x="20" y="40"/>
                    <a:pt x="40" y="72"/>
                    <a:pt x="64" y="100"/>
                  </a:cubicBezTo>
                  <a:cubicBezTo>
                    <a:pt x="124" y="176"/>
                    <a:pt x="196" y="240"/>
                    <a:pt x="272" y="300"/>
                  </a:cubicBezTo>
                  <a:cubicBezTo>
                    <a:pt x="324" y="340"/>
                    <a:pt x="376" y="376"/>
                    <a:pt x="432" y="408"/>
                  </a:cubicBezTo>
                  <a:cubicBezTo>
                    <a:pt x="492" y="444"/>
                    <a:pt x="552" y="484"/>
                    <a:pt x="604" y="528"/>
                  </a:cubicBezTo>
                  <a:cubicBezTo>
                    <a:pt x="664" y="576"/>
                    <a:pt x="716" y="628"/>
                    <a:pt x="764" y="688"/>
                  </a:cubicBezTo>
                  <a:cubicBezTo>
                    <a:pt x="788" y="720"/>
                    <a:pt x="812" y="752"/>
                    <a:pt x="832" y="784"/>
                  </a:cubicBezTo>
                  <a:cubicBezTo>
                    <a:pt x="852" y="816"/>
                    <a:pt x="872" y="848"/>
                    <a:pt x="892" y="884"/>
                  </a:cubicBezTo>
                  <a:cubicBezTo>
                    <a:pt x="928" y="952"/>
                    <a:pt x="964" y="1024"/>
                    <a:pt x="996" y="1092"/>
                  </a:cubicBezTo>
                  <a:cubicBezTo>
                    <a:pt x="1028" y="1160"/>
                    <a:pt x="1056" y="1228"/>
                    <a:pt x="1076" y="1300"/>
                  </a:cubicBezTo>
                  <a:cubicBezTo>
                    <a:pt x="1100" y="1368"/>
                    <a:pt x="1116" y="1432"/>
                    <a:pt x="1132" y="1500"/>
                  </a:cubicBezTo>
                  <a:cubicBezTo>
                    <a:pt x="1144" y="1564"/>
                    <a:pt x="1164" y="1628"/>
                    <a:pt x="1192" y="1688"/>
                  </a:cubicBezTo>
                  <a:cubicBezTo>
                    <a:pt x="1216" y="1740"/>
                    <a:pt x="1248" y="1788"/>
                    <a:pt x="1280" y="1832"/>
                  </a:cubicBezTo>
                  <a:cubicBezTo>
                    <a:pt x="1308" y="1864"/>
                    <a:pt x="1340" y="1892"/>
                    <a:pt x="1376" y="1920"/>
                  </a:cubicBezTo>
                  <a:cubicBezTo>
                    <a:pt x="1404" y="1940"/>
                    <a:pt x="1440" y="1960"/>
                    <a:pt x="1476" y="1968"/>
                  </a:cubicBezTo>
                  <a:lnTo>
                    <a:pt x="1476" y="1964"/>
                  </a:lnTo>
                  <a:cubicBezTo>
                    <a:pt x="1468" y="1960"/>
                    <a:pt x="1460" y="1952"/>
                    <a:pt x="1452" y="1948"/>
                  </a:cubicBezTo>
                  <a:cubicBezTo>
                    <a:pt x="1432" y="1932"/>
                    <a:pt x="1412" y="1916"/>
                    <a:pt x="1392" y="1900"/>
                  </a:cubicBezTo>
                  <a:cubicBezTo>
                    <a:pt x="1364" y="1868"/>
                    <a:pt x="1336" y="1840"/>
                    <a:pt x="1316" y="1804"/>
                  </a:cubicBezTo>
                  <a:cubicBezTo>
                    <a:pt x="1288" y="1760"/>
                    <a:pt x="1264" y="1712"/>
                    <a:pt x="1248" y="1664"/>
                  </a:cubicBezTo>
                  <a:cubicBezTo>
                    <a:pt x="1228" y="1608"/>
                    <a:pt x="1212" y="1548"/>
                    <a:pt x="1200" y="1484"/>
                  </a:cubicBezTo>
                  <a:cubicBezTo>
                    <a:pt x="1188" y="1412"/>
                    <a:pt x="1168" y="1344"/>
                    <a:pt x="1144" y="1276"/>
                  </a:cubicBezTo>
                  <a:cubicBezTo>
                    <a:pt x="1088" y="1128"/>
                    <a:pt x="1016" y="988"/>
                    <a:pt x="924" y="860"/>
                  </a:cubicBezTo>
                  <a:cubicBezTo>
                    <a:pt x="876" y="796"/>
                    <a:pt x="828" y="732"/>
                    <a:pt x="780" y="672"/>
                  </a:cubicBezTo>
                  <a:cubicBezTo>
                    <a:pt x="728" y="608"/>
                    <a:pt x="680" y="552"/>
                    <a:pt x="628" y="496"/>
                  </a:cubicBezTo>
                  <a:cubicBezTo>
                    <a:pt x="580" y="440"/>
                    <a:pt x="524" y="392"/>
                    <a:pt x="464" y="352"/>
                  </a:cubicBezTo>
                  <a:cubicBezTo>
                    <a:pt x="404" y="316"/>
                    <a:pt x="352" y="284"/>
                    <a:pt x="304" y="248"/>
                  </a:cubicBezTo>
                  <a:cubicBezTo>
                    <a:pt x="256" y="216"/>
                    <a:pt x="216" y="184"/>
                    <a:pt x="176" y="152"/>
                  </a:cubicBezTo>
                  <a:cubicBezTo>
                    <a:pt x="140" y="124"/>
                    <a:pt x="108" y="96"/>
                    <a:pt x="84" y="76"/>
                  </a:cubicBezTo>
                  <a:cubicBezTo>
                    <a:pt x="32" y="28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70"/>
            <p:cNvSpPr/>
            <p:nvPr/>
          </p:nvSpPr>
          <p:spPr>
            <a:xfrm flipH="1">
              <a:off x="3088428" y="1985073"/>
              <a:ext cx="59308" cy="290084"/>
            </a:xfrm>
            <a:custGeom>
              <a:avLst/>
              <a:gdLst/>
              <a:ahLst/>
              <a:cxnLst/>
              <a:rect l="l" t="t" r="r" b="b"/>
              <a:pathLst>
                <a:path w="441" h="2157" extrusionOk="0">
                  <a:moveTo>
                    <a:pt x="264" y="0"/>
                  </a:moveTo>
                  <a:cubicBezTo>
                    <a:pt x="252" y="32"/>
                    <a:pt x="240" y="64"/>
                    <a:pt x="232" y="96"/>
                  </a:cubicBezTo>
                  <a:cubicBezTo>
                    <a:pt x="212" y="184"/>
                    <a:pt x="208" y="272"/>
                    <a:pt x="216" y="364"/>
                  </a:cubicBezTo>
                  <a:cubicBezTo>
                    <a:pt x="220" y="424"/>
                    <a:pt x="236" y="484"/>
                    <a:pt x="264" y="540"/>
                  </a:cubicBezTo>
                  <a:cubicBezTo>
                    <a:pt x="272" y="552"/>
                    <a:pt x="280" y="568"/>
                    <a:pt x="292" y="580"/>
                  </a:cubicBezTo>
                  <a:lnTo>
                    <a:pt x="320" y="620"/>
                  </a:lnTo>
                  <a:cubicBezTo>
                    <a:pt x="332" y="632"/>
                    <a:pt x="340" y="644"/>
                    <a:pt x="352" y="660"/>
                  </a:cubicBezTo>
                  <a:lnTo>
                    <a:pt x="372" y="700"/>
                  </a:lnTo>
                  <a:cubicBezTo>
                    <a:pt x="400" y="760"/>
                    <a:pt x="416" y="828"/>
                    <a:pt x="416" y="896"/>
                  </a:cubicBezTo>
                  <a:cubicBezTo>
                    <a:pt x="420" y="968"/>
                    <a:pt x="416" y="1036"/>
                    <a:pt x="404" y="1108"/>
                  </a:cubicBezTo>
                  <a:cubicBezTo>
                    <a:pt x="392" y="1176"/>
                    <a:pt x="372" y="1244"/>
                    <a:pt x="352" y="1312"/>
                  </a:cubicBezTo>
                  <a:cubicBezTo>
                    <a:pt x="336" y="1376"/>
                    <a:pt x="312" y="1436"/>
                    <a:pt x="276" y="1492"/>
                  </a:cubicBezTo>
                  <a:cubicBezTo>
                    <a:pt x="268" y="1504"/>
                    <a:pt x="260" y="1516"/>
                    <a:pt x="252" y="1528"/>
                  </a:cubicBezTo>
                  <a:lnTo>
                    <a:pt x="220" y="1564"/>
                  </a:lnTo>
                  <a:cubicBezTo>
                    <a:pt x="196" y="1592"/>
                    <a:pt x="176" y="1616"/>
                    <a:pt x="160" y="1644"/>
                  </a:cubicBezTo>
                  <a:cubicBezTo>
                    <a:pt x="128" y="1696"/>
                    <a:pt x="100" y="1748"/>
                    <a:pt x="76" y="1800"/>
                  </a:cubicBezTo>
                  <a:cubicBezTo>
                    <a:pt x="52" y="1848"/>
                    <a:pt x="36" y="1892"/>
                    <a:pt x="20" y="1944"/>
                  </a:cubicBezTo>
                  <a:cubicBezTo>
                    <a:pt x="12" y="1980"/>
                    <a:pt x="4" y="2016"/>
                    <a:pt x="0" y="2057"/>
                  </a:cubicBezTo>
                  <a:cubicBezTo>
                    <a:pt x="0" y="2081"/>
                    <a:pt x="0" y="2109"/>
                    <a:pt x="4" y="2133"/>
                  </a:cubicBezTo>
                  <a:cubicBezTo>
                    <a:pt x="8" y="2141"/>
                    <a:pt x="12" y="2149"/>
                    <a:pt x="16" y="2157"/>
                  </a:cubicBezTo>
                  <a:lnTo>
                    <a:pt x="24" y="2157"/>
                  </a:lnTo>
                  <a:cubicBezTo>
                    <a:pt x="20" y="2149"/>
                    <a:pt x="20" y="2141"/>
                    <a:pt x="20" y="2133"/>
                  </a:cubicBezTo>
                  <a:cubicBezTo>
                    <a:pt x="20" y="2109"/>
                    <a:pt x="20" y="2085"/>
                    <a:pt x="28" y="2061"/>
                  </a:cubicBezTo>
                  <a:cubicBezTo>
                    <a:pt x="52" y="1980"/>
                    <a:pt x="84" y="1900"/>
                    <a:pt x="128" y="1828"/>
                  </a:cubicBezTo>
                  <a:cubicBezTo>
                    <a:pt x="152" y="1784"/>
                    <a:pt x="184" y="1736"/>
                    <a:pt x="220" y="1684"/>
                  </a:cubicBezTo>
                  <a:cubicBezTo>
                    <a:pt x="236" y="1660"/>
                    <a:pt x="256" y="1636"/>
                    <a:pt x="272" y="1612"/>
                  </a:cubicBezTo>
                  <a:lnTo>
                    <a:pt x="304" y="1576"/>
                  </a:lnTo>
                  <a:cubicBezTo>
                    <a:pt x="316" y="1564"/>
                    <a:pt x="328" y="1548"/>
                    <a:pt x="336" y="1532"/>
                  </a:cubicBezTo>
                  <a:cubicBezTo>
                    <a:pt x="372" y="1468"/>
                    <a:pt x="396" y="1396"/>
                    <a:pt x="412" y="1328"/>
                  </a:cubicBezTo>
                  <a:cubicBezTo>
                    <a:pt x="428" y="1256"/>
                    <a:pt x="436" y="1184"/>
                    <a:pt x="436" y="1112"/>
                  </a:cubicBezTo>
                  <a:cubicBezTo>
                    <a:pt x="440" y="1040"/>
                    <a:pt x="440" y="968"/>
                    <a:pt x="436" y="896"/>
                  </a:cubicBezTo>
                  <a:cubicBezTo>
                    <a:pt x="432" y="824"/>
                    <a:pt x="420" y="752"/>
                    <a:pt x="404" y="684"/>
                  </a:cubicBezTo>
                  <a:cubicBezTo>
                    <a:pt x="384" y="612"/>
                    <a:pt x="336" y="564"/>
                    <a:pt x="316" y="512"/>
                  </a:cubicBezTo>
                  <a:cubicBezTo>
                    <a:pt x="296" y="460"/>
                    <a:pt x="280" y="408"/>
                    <a:pt x="272" y="356"/>
                  </a:cubicBezTo>
                  <a:cubicBezTo>
                    <a:pt x="264" y="308"/>
                    <a:pt x="260" y="260"/>
                    <a:pt x="260" y="212"/>
                  </a:cubicBezTo>
                  <a:lnTo>
                    <a:pt x="260" y="100"/>
                  </a:lnTo>
                  <a:cubicBezTo>
                    <a:pt x="264" y="36"/>
                    <a:pt x="268" y="0"/>
                    <a:pt x="268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70"/>
            <p:cNvSpPr/>
            <p:nvPr/>
          </p:nvSpPr>
          <p:spPr>
            <a:xfrm flipH="1">
              <a:off x="3168581" y="2005515"/>
              <a:ext cx="54466" cy="171199"/>
            </a:xfrm>
            <a:custGeom>
              <a:avLst/>
              <a:gdLst/>
              <a:ahLst/>
              <a:cxnLst/>
              <a:rect l="l" t="t" r="r" b="b"/>
              <a:pathLst>
                <a:path w="405" h="1273" extrusionOk="0">
                  <a:moveTo>
                    <a:pt x="400" y="0"/>
                  </a:moveTo>
                  <a:cubicBezTo>
                    <a:pt x="344" y="44"/>
                    <a:pt x="292" y="96"/>
                    <a:pt x="248" y="156"/>
                  </a:cubicBezTo>
                  <a:cubicBezTo>
                    <a:pt x="224" y="184"/>
                    <a:pt x="204" y="212"/>
                    <a:pt x="188" y="244"/>
                  </a:cubicBezTo>
                  <a:cubicBezTo>
                    <a:pt x="168" y="280"/>
                    <a:pt x="156" y="316"/>
                    <a:pt x="144" y="356"/>
                  </a:cubicBezTo>
                  <a:cubicBezTo>
                    <a:pt x="132" y="396"/>
                    <a:pt x="128" y="440"/>
                    <a:pt x="128" y="484"/>
                  </a:cubicBezTo>
                  <a:cubicBezTo>
                    <a:pt x="132" y="528"/>
                    <a:pt x="136" y="568"/>
                    <a:pt x="132" y="612"/>
                  </a:cubicBezTo>
                  <a:cubicBezTo>
                    <a:pt x="132" y="656"/>
                    <a:pt x="128" y="696"/>
                    <a:pt x="124" y="736"/>
                  </a:cubicBezTo>
                  <a:cubicBezTo>
                    <a:pt x="120" y="780"/>
                    <a:pt x="112" y="820"/>
                    <a:pt x="104" y="856"/>
                  </a:cubicBezTo>
                  <a:cubicBezTo>
                    <a:pt x="92" y="932"/>
                    <a:pt x="76" y="1004"/>
                    <a:pt x="60" y="1064"/>
                  </a:cubicBezTo>
                  <a:cubicBezTo>
                    <a:pt x="44" y="1128"/>
                    <a:pt x="28" y="1180"/>
                    <a:pt x="16" y="1216"/>
                  </a:cubicBezTo>
                  <a:cubicBezTo>
                    <a:pt x="4" y="1252"/>
                    <a:pt x="0" y="1272"/>
                    <a:pt x="0" y="1272"/>
                  </a:cubicBezTo>
                  <a:lnTo>
                    <a:pt x="4" y="1272"/>
                  </a:lnTo>
                  <a:cubicBezTo>
                    <a:pt x="4" y="1272"/>
                    <a:pt x="20" y="1252"/>
                    <a:pt x="40" y="1224"/>
                  </a:cubicBezTo>
                  <a:cubicBezTo>
                    <a:pt x="52" y="1208"/>
                    <a:pt x="64" y="1188"/>
                    <a:pt x="76" y="1164"/>
                  </a:cubicBezTo>
                  <a:cubicBezTo>
                    <a:pt x="92" y="1136"/>
                    <a:pt x="104" y="1112"/>
                    <a:pt x="116" y="1084"/>
                  </a:cubicBezTo>
                  <a:cubicBezTo>
                    <a:pt x="132" y="1048"/>
                    <a:pt x="144" y="1016"/>
                    <a:pt x="152" y="984"/>
                  </a:cubicBezTo>
                  <a:cubicBezTo>
                    <a:pt x="164" y="944"/>
                    <a:pt x="172" y="904"/>
                    <a:pt x="176" y="864"/>
                  </a:cubicBezTo>
                  <a:cubicBezTo>
                    <a:pt x="180" y="824"/>
                    <a:pt x="184" y="780"/>
                    <a:pt x="180" y="740"/>
                  </a:cubicBezTo>
                  <a:cubicBezTo>
                    <a:pt x="180" y="696"/>
                    <a:pt x="176" y="652"/>
                    <a:pt x="168" y="608"/>
                  </a:cubicBezTo>
                  <a:cubicBezTo>
                    <a:pt x="164" y="564"/>
                    <a:pt x="156" y="524"/>
                    <a:pt x="148" y="480"/>
                  </a:cubicBezTo>
                  <a:cubicBezTo>
                    <a:pt x="148" y="440"/>
                    <a:pt x="156" y="400"/>
                    <a:pt x="180" y="368"/>
                  </a:cubicBezTo>
                  <a:cubicBezTo>
                    <a:pt x="196" y="332"/>
                    <a:pt x="220" y="304"/>
                    <a:pt x="240" y="272"/>
                  </a:cubicBezTo>
                  <a:lnTo>
                    <a:pt x="296" y="188"/>
                  </a:lnTo>
                  <a:cubicBezTo>
                    <a:pt x="328" y="136"/>
                    <a:pt x="356" y="88"/>
                    <a:pt x="376" y="56"/>
                  </a:cubicBezTo>
                  <a:cubicBezTo>
                    <a:pt x="396" y="24"/>
                    <a:pt x="404" y="8"/>
                    <a:pt x="404" y="8"/>
                  </a:cubicBezTo>
                  <a:lnTo>
                    <a:pt x="400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70"/>
            <p:cNvSpPr/>
            <p:nvPr/>
          </p:nvSpPr>
          <p:spPr>
            <a:xfrm flipH="1">
              <a:off x="3130387" y="2021115"/>
              <a:ext cx="23804" cy="113640"/>
            </a:xfrm>
            <a:custGeom>
              <a:avLst/>
              <a:gdLst/>
              <a:ahLst/>
              <a:cxnLst/>
              <a:rect l="l" t="t" r="r" b="b"/>
              <a:pathLst>
                <a:path w="177" h="845" extrusionOk="0">
                  <a:moveTo>
                    <a:pt x="32" y="0"/>
                  </a:moveTo>
                  <a:cubicBezTo>
                    <a:pt x="28" y="12"/>
                    <a:pt x="24" y="24"/>
                    <a:pt x="20" y="40"/>
                  </a:cubicBezTo>
                  <a:cubicBezTo>
                    <a:pt x="12" y="72"/>
                    <a:pt x="4" y="104"/>
                    <a:pt x="4" y="140"/>
                  </a:cubicBezTo>
                  <a:cubicBezTo>
                    <a:pt x="0" y="160"/>
                    <a:pt x="0" y="184"/>
                    <a:pt x="4" y="204"/>
                  </a:cubicBezTo>
                  <a:cubicBezTo>
                    <a:pt x="4" y="228"/>
                    <a:pt x="12" y="252"/>
                    <a:pt x="16" y="276"/>
                  </a:cubicBezTo>
                  <a:cubicBezTo>
                    <a:pt x="32" y="328"/>
                    <a:pt x="36" y="384"/>
                    <a:pt x="28" y="436"/>
                  </a:cubicBezTo>
                  <a:cubicBezTo>
                    <a:pt x="28" y="492"/>
                    <a:pt x="28" y="544"/>
                    <a:pt x="40" y="596"/>
                  </a:cubicBezTo>
                  <a:cubicBezTo>
                    <a:pt x="48" y="644"/>
                    <a:pt x="60" y="692"/>
                    <a:pt x="84" y="732"/>
                  </a:cubicBezTo>
                  <a:cubicBezTo>
                    <a:pt x="92" y="752"/>
                    <a:pt x="104" y="768"/>
                    <a:pt x="112" y="784"/>
                  </a:cubicBezTo>
                  <a:cubicBezTo>
                    <a:pt x="120" y="796"/>
                    <a:pt x="132" y="808"/>
                    <a:pt x="140" y="816"/>
                  </a:cubicBezTo>
                  <a:cubicBezTo>
                    <a:pt x="160" y="836"/>
                    <a:pt x="168" y="844"/>
                    <a:pt x="168" y="844"/>
                  </a:cubicBezTo>
                  <a:lnTo>
                    <a:pt x="176" y="840"/>
                  </a:lnTo>
                  <a:cubicBezTo>
                    <a:pt x="176" y="840"/>
                    <a:pt x="172" y="828"/>
                    <a:pt x="164" y="804"/>
                  </a:cubicBezTo>
                  <a:cubicBezTo>
                    <a:pt x="164" y="792"/>
                    <a:pt x="156" y="776"/>
                    <a:pt x="156" y="764"/>
                  </a:cubicBezTo>
                  <a:cubicBezTo>
                    <a:pt x="152" y="748"/>
                    <a:pt x="144" y="732"/>
                    <a:pt x="140" y="712"/>
                  </a:cubicBezTo>
                  <a:cubicBezTo>
                    <a:pt x="136" y="696"/>
                    <a:pt x="128" y="676"/>
                    <a:pt x="128" y="652"/>
                  </a:cubicBezTo>
                  <a:cubicBezTo>
                    <a:pt x="124" y="628"/>
                    <a:pt x="116" y="608"/>
                    <a:pt x="108" y="584"/>
                  </a:cubicBezTo>
                  <a:cubicBezTo>
                    <a:pt x="104" y="560"/>
                    <a:pt x="96" y="536"/>
                    <a:pt x="88" y="512"/>
                  </a:cubicBezTo>
                  <a:cubicBezTo>
                    <a:pt x="84" y="484"/>
                    <a:pt x="76" y="460"/>
                    <a:pt x="68" y="432"/>
                  </a:cubicBezTo>
                  <a:cubicBezTo>
                    <a:pt x="60" y="408"/>
                    <a:pt x="52" y="380"/>
                    <a:pt x="52" y="356"/>
                  </a:cubicBezTo>
                  <a:cubicBezTo>
                    <a:pt x="48" y="328"/>
                    <a:pt x="48" y="304"/>
                    <a:pt x="56" y="276"/>
                  </a:cubicBezTo>
                  <a:cubicBezTo>
                    <a:pt x="56" y="252"/>
                    <a:pt x="64" y="228"/>
                    <a:pt x="64" y="204"/>
                  </a:cubicBezTo>
                  <a:lnTo>
                    <a:pt x="64" y="140"/>
                  </a:lnTo>
                  <a:cubicBezTo>
                    <a:pt x="60" y="96"/>
                    <a:pt x="52" y="48"/>
                    <a:pt x="44" y="8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70"/>
            <p:cNvSpPr/>
            <p:nvPr/>
          </p:nvSpPr>
          <p:spPr>
            <a:xfrm flipH="1">
              <a:off x="3178264" y="1973777"/>
              <a:ext cx="187876" cy="240056"/>
            </a:xfrm>
            <a:custGeom>
              <a:avLst/>
              <a:gdLst/>
              <a:ahLst/>
              <a:cxnLst/>
              <a:rect l="l" t="t" r="r" b="b"/>
              <a:pathLst>
                <a:path w="1397" h="1785" extrusionOk="0">
                  <a:moveTo>
                    <a:pt x="1392" y="0"/>
                  </a:moveTo>
                  <a:cubicBezTo>
                    <a:pt x="1284" y="52"/>
                    <a:pt x="1180" y="120"/>
                    <a:pt x="1084" y="192"/>
                  </a:cubicBezTo>
                  <a:cubicBezTo>
                    <a:pt x="1036" y="228"/>
                    <a:pt x="992" y="264"/>
                    <a:pt x="952" y="304"/>
                  </a:cubicBezTo>
                  <a:cubicBezTo>
                    <a:pt x="904" y="352"/>
                    <a:pt x="860" y="400"/>
                    <a:pt x="820" y="456"/>
                  </a:cubicBezTo>
                  <a:cubicBezTo>
                    <a:pt x="780" y="512"/>
                    <a:pt x="744" y="572"/>
                    <a:pt x="720" y="640"/>
                  </a:cubicBezTo>
                  <a:cubicBezTo>
                    <a:pt x="692" y="704"/>
                    <a:pt x="656" y="768"/>
                    <a:pt x="620" y="828"/>
                  </a:cubicBezTo>
                  <a:lnTo>
                    <a:pt x="404" y="1188"/>
                  </a:lnTo>
                  <a:cubicBezTo>
                    <a:pt x="332" y="1300"/>
                    <a:pt x="268" y="1408"/>
                    <a:pt x="216" y="1500"/>
                  </a:cubicBezTo>
                  <a:cubicBezTo>
                    <a:pt x="172" y="1576"/>
                    <a:pt x="124" y="1648"/>
                    <a:pt x="72" y="1716"/>
                  </a:cubicBezTo>
                  <a:cubicBezTo>
                    <a:pt x="56" y="1736"/>
                    <a:pt x="40" y="1752"/>
                    <a:pt x="24" y="1764"/>
                  </a:cubicBezTo>
                  <a:cubicBezTo>
                    <a:pt x="16" y="1772"/>
                    <a:pt x="8" y="1776"/>
                    <a:pt x="0" y="1776"/>
                  </a:cubicBezTo>
                  <a:lnTo>
                    <a:pt x="0" y="1784"/>
                  </a:lnTo>
                  <a:cubicBezTo>
                    <a:pt x="12" y="1784"/>
                    <a:pt x="20" y="1780"/>
                    <a:pt x="28" y="1776"/>
                  </a:cubicBezTo>
                  <a:cubicBezTo>
                    <a:pt x="52" y="1764"/>
                    <a:pt x="72" y="1752"/>
                    <a:pt x="92" y="1732"/>
                  </a:cubicBezTo>
                  <a:cubicBezTo>
                    <a:pt x="152" y="1672"/>
                    <a:pt x="212" y="1604"/>
                    <a:pt x="264" y="1532"/>
                  </a:cubicBezTo>
                  <a:cubicBezTo>
                    <a:pt x="336" y="1432"/>
                    <a:pt x="404" y="1328"/>
                    <a:pt x="464" y="1220"/>
                  </a:cubicBezTo>
                  <a:cubicBezTo>
                    <a:pt x="496" y="1164"/>
                    <a:pt x="532" y="1100"/>
                    <a:pt x="564" y="1040"/>
                  </a:cubicBezTo>
                  <a:cubicBezTo>
                    <a:pt x="596" y="976"/>
                    <a:pt x="624" y="912"/>
                    <a:pt x="656" y="844"/>
                  </a:cubicBezTo>
                  <a:lnTo>
                    <a:pt x="740" y="648"/>
                  </a:lnTo>
                  <a:cubicBezTo>
                    <a:pt x="752" y="616"/>
                    <a:pt x="768" y="584"/>
                    <a:pt x="788" y="556"/>
                  </a:cubicBezTo>
                  <a:cubicBezTo>
                    <a:pt x="804" y="528"/>
                    <a:pt x="828" y="500"/>
                    <a:pt x="852" y="476"/>
                  </a:cubicBezTo>
                  <a:cubicBezTo>
                    <a:pt x="896" y="428"/>
                    <a:pt x="948" y="388"/>
                    <a:pt x="992" y="348"/>
                  </a:cubicBezTo>
                  <a:lnTo>
                    <a:pt x="1124" y="236"/>
                  </a:lnTo>
                  <a:lnTo>
                    <a:pt x="1324" y="68"/>
                  </a:lnTo>
                  <a:lnTo>
                    <a:pt x="1396" y="4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70"/>
            <p:cNvSpPr/>
            <p:nvPr/>
          </p:nvSpPr>
          <p:spPr>
            <a:xfrm flipH="1">
              <a:off x="3033558" y="1883403"/>
              <a:ext cx="195407" cy="146589"/>
            </a:xfrm>
            <a:custGeom>
              <a:avLst/>
              <a:gdLst/>
              <a:ahLst/>
              <a:cxnLst/>
              <a:rect l="l" t="t" r="r" b="b"/>
              <a:pathLst>
                <a:path w="1453" h="1090" extrusionOk="0">
                  <a:moveTo>
                    <a:pt x="391" y="0"/>
                  </a:moveTo>
                  <a:cubicBezTo>
                    <a:pt x="382" y="0"/>
                    <a:pt x="373" y="5"/>
                    <a:pt x="368" y="12"/>
                  </a:cubicBezTo>
                  <a:cubicBezTo>
                    <a:pt x="324" y="72"/>
                    <a:pt x="264" y="116"/>
                    <a:pt x="196" y="148"/>
                  </a:cubicBezTo>
                  <a:cubicBezTo>
                    <a:pt x="192" y="148"/>
                    <a:pt x="188" y="152"/>
                    <a:pt x="188" y="152"/>
                  </a:cubicBezTo>
                  <a:cubicBezTo>
                    <a:pt x="180" y="164"/>
                    <a:pt x="180" y="176"/>
                    <a:pt x="188" y="184"/>
                  </a:cubicBezTo>
                  <a:cubicBezTo>
                    <a:pt x="200" y="196"/>
                    <a:pt x="208" y="208"/>
                    <a:pt x="208" y="220"/>
                  </a:cubicBezTo>
                  <a:cubicBezTo>
                    <a:pt x="212" y="236"/>
                    <a:pt x="212" y="252"/>
                    <a:pt x="208" y="268"/>
                  </a:cubicBezTo>
                  <a:cubicBezTo>
                    <a:pt x="196" y="300"/>
                    <a:pt x="180" y="336"/>
                    <a:pt x="164" y="364"/>
                  </a:cubicBezTo>
                  <a:cubicBezTo>
                    <a:pt x="140" y="404"/>
                    <a:pt x="104" y="432"/>
                    <a:pt x="64" y="448"/>
                  </a:cubicBezTo>
                  <a:cubicBezTo>
                    <a:pt x="28" y="460"/>
                    <a:pt x="40" y="500"/>
                    <a:pt x="4" y="504"/>
                  </a:cubicBezTo>
                  <a:cubicBezTo>
                    <a:pt x="4" y="504"/>
                    <a:pt x="0" y="504"/>
                    <a:pt x="0" y="508"/>
                  </a:cubicBezTo>
                  <a:lnTo>
                    <a:pt x="20" y="508"/>
                  </a:lnTo>
                  <a:cubicBezTo>
                    <a:pt x="16" y="520"/>
                    <a:pt x="16" y="524"/>
                    <a:pt x="16" y="528"/>
                  </a:cubicBezTo>
                  <a:cubicBezTo>
                    <a:pt x="12" y="528"/>
                    <a:pt x="12" y="528"/>
                    <a:pt x="16" y="532"/>
                  </a:cubicBezTo>
                  <a:cubicBezTo>
                    <a:pt x="124" y="584"/>
                    <a:pt x="244" y="608"/>
                    <a:pt x="364" y="608"/>
                  </a:cubicBezTo>
                  <a:lnTo>
                    <a:pt x="356" y="700"/>
                  </a:lnTo>
                  <a:cubicBezTo>
                    <a:pt x="356" y="704"/>
                    <a:pt x="356" y="708"/>
                    <a:pt x="356" y="712"/>
                  </a:cubicBezTo>
                  <a:cubicBezTo>
                    <a:pt x="359" y="721"/>
                    <a:pt x="369" y="726"/>
                    <a:pt x="379" y="726"/>
                  </a:cubicBezTo>
                  <a:cubicBezTo>
                    <a:pt x="382" y="726"/>
                    <a:pt x="385" y="725"/>
                    <a:pt x="388" y="724"/>
                  </a:cubicBezTo>
                  <a:lnTo>
                    <a:pt x="396" y="720"/>
                  </a:lnTo>
                  <a:lnTo>
                    <a:pt x="404" y="720"/>
                  </a:lnTo>
                  <a:cubicBezTo>
                    <a:pt x="412" y="724"/>
                    <a:pt x="416" y="728"/>
                    <a:pt x="420" y="736"/>
                  </a:cubicBezTo>
                  <a:cubicBezTo>
                    <a:pt x="420" y="736"/>
                    <a:pt x="424" y="740"/>
                    <a:pt x="424" y="740"/>
                  </a:cubicBezTo>
                  <a:cubicBezTo>
                    <a:pt x="424" y="744"/>
                    <a:pt x="424" y="748"/>
                    <a:pt x="424" y="752"/>
                  </a:cubicBezTo>
                  <a:cubicBezTo>
                    <a:pt x="424" y="764"/>
                    <a:pt x="420" y="772"/>
                    <a:pt x="416" y="780"/>
                  </a:cubicBezTo>
                  <a:cubicBezTo>
                    <a:pt x="408" y="800"/>
                    <a:pt x="396" y="820"/>
                    <a:pt x="388" y="848"/>
                  </a:cubicBezTo>
                  <a:cubicBezTo>
                    <a:pt x="380" y="864"/>
                    <a:pt x="380" y="880"/>
                    <a:pt x="380" y="896"/>
                  </a:cubicBezTo>
                  <a:cubicBezTo>
                    <a:pt x="380" y="912"/>
                    <a:pt x="384" y="932"/>
                    <a:pt x="396" y="944"/>
                  </a:cubicBezTo>
                  <a:cubicBezTo>
                    <a:pt x="396" y="948"/>
                    <a:pt x="400" y="948"/>
                    <a:pt x="400" y="952"/>
                  </a:cubicBezTo>
                  <a:cubicBezTo>
                    <a:pt x="407" y="957"/>
                    <a:pt x="414" y="960"/>
                    <a:pt x="420" y="960"/>
                  </a:cubicBezTo>
                  <a:cubicBezTo>
                    <a:pt x="429" y="960"/>
                    <a:pt x="437" y="955"/>
                    <a:pt x="444" y="948"/>
                  </a:cubicBezTo>
                  <a:lnTo>
                    <a:pt x="448" y="944"/>
                  </a:lnTo>
                  <a:cubicBezTo>
                    <a:pt x="448" y="942"/>
                    <a:pt x="448" y="942"/>
                    <a:pt x="449" y="942"/>
                  </a:cubicBezTo>
                  <a:cubicBezTo>
                    <a:pt x="449" y="942"/>
                    <a:pt x="450" y="942"/>
                    <a:pt x="452" y="940"/>
                  </a:cubicBezTo>
                  <a:lnTo>
                    <a:pt x="468" y="940"/>
                  </a:lnTo>
                  <a:cubicBezTo>
                    <a:pt x="472" y="940"/>
                    <a:pt x="480" y="944"/>
                    <a:pt x="484" y="948"/>
                  </a:cubicBezTo>
                  <a:cubicBezTo>
                    <a:pt x="488" y="952"/>
                    <a:pt x="488" y="952"/>
                    <a:pt x="492" y="956"/>
                  </a:cubicBezTo>
                  <a:cubicBezTo>
                    <a:pt x="492" y="960"/>
                    <a:pt x="496" y="960"/>
                    <a:pt x="496" y="964"/>
                  </a:cubicBezTo>
                  <a:cubicBezTo>
                    <a:pt x="508" y="980"/>
                    <a:pt x="516" y="1000"/>
                    <a:pt x="524" y="1016"/>
                  </a:cubicBezTo>
                  <a:cubicBezTo>
                    <a:pt x="532" y="1044"/>
                    <a:pt x="548" y="1064"/>
                    <a:pt x="568" y="1084"/>
                  </a:cubicBezTo>
                  <a:cubicBezTo>
                    <a:pt x="572" y="1084"/>
                    <a:pt x="580" y="1088"/>
                    <a:pt x="584" y="1088"/>
                  </a:cubicBezTo>
                  <a:cubicBezTo>
                    <a:pt x="587" y="1089"/>
                    <a:pt x="590" y="1089"/>
                    <a:pt x="592" y="1089"/>
                  </a:cubicBezTo>
                  <a:cubicBezTo>
                    <a:pt x="609" y="1089"/>
                    <a:pt x="625" y="1078"/>
                    <a:pt x="628" y="1060"/>
                  </a:cubicBezTo>
                  <a:cubicBezTo>
                    <a:pt x="632" y="1028"/>
                    <a:pt x="636" y="992"/>
                    <a:pt x="644" y="964"/>
                  </a:cubicBezTo>
                  <a:cubicBezTo>
                    <a:pt x="648" y="948"/>
                    <a:pt x="652" y="932"/>
                    <a:pt x="656" y="916"/>
                  </a:cubicBezTo>
                  <a:cubicBezTo>
                    <a:pt x="660" y="904"/>
                    <a:pt x="668" y="888"/>
                    <a:pt x="676" y="876"/>
                  </a:cubicBezTo>
                  <a:cubicBezTo>
                    <a:pt x="680" y="864"/>
                    <a:pt x="688" y="852"/>
                    <a:pt x="700" y="840"/>
                  </a:cubicBezTo>
                  <a:cubicBezTo>
                    <a:pt x="708" y="828"/>
                    <a:pt x="716" y="820"/>
                    <a:pt x="728" y="808"/>
                  </a:cubicBezTo>
                  <a:cubicBezTo>
                    <a:pt x="744" y="800"/>
                    <a:pt x="760" y="788"/>
                    <a:pt x="780" y="784"/>
                  </a:cubicBezTo>
                  <a:lnTo>
                    <a:pt x="816" y="864"/>
                  </a:lnTo>
                  <a:cubicBezTo>
                    <a:pt x="820" y="868"/>
                    <a:pt x="824" y="876"/>
                    <a:pt x="828" y="880"/>
                  </a:cubicBezTo>
                  <a:cubicBezTo>
                    <a:pt x="834" y="883"/>
                    <a:pt x="839" y="884"/>
                    <a:pt x="845" y="884"/>
                  </a:cubicBezTo>
                  <a:cubicBezTo>
                    <a:pt x="857" y="884"/>
                    <a:pt x="868" y="879"/>
                    <a:pt x="876" y="868"/>
                  </a:cubicBezTo>
                  <a:cubicBezTo>
                    <a:pt x="912" y="808"/>
                    <a:pt x="940" y="740"/>
                    <a:pt x="964" y="676"/>
                  </a:cubicBezTo>
                  <a:lnTo>
                    <a:pt x="1044" y="724"/>
                  </a:lnTo>
                  <a:cubicBezTo>
                    <a:pt x="1049" y="727"/>
                    <a:pt x="1054" y="729"/>
                    <a:pt x="1059" y="729"/>
                  </a:cubicBezTo>
                  <a:cubicBezTo>
                    <a:pt x="1067" y="729"/>
                    <a:pt x="1075" y="725"/>
                    <a:pt x="1080" y="720"/>
                  </a:cubicBezTo>
                  <a:cubicBezTo>
                    <a:pt x="1120" y="668"/>
                    <a:pt x="1168" y="620"/>
                    <a:pt x="1220" y="576"/>
                  </a:cubicBezTo>
                  <a:cubicBezTo>
                    <a:pt x="1244" y="556"/>
                    <a:pt x="1276" y="536"/>
                    <a:pt x="1304" y="524"/>
                  </a:cubicBezTo>
                  <a:cubicBezTo>
                    <a:pt x="1330" y="518"/>
                    <a:pt x="1357" y="511"/>
                    <a:pt x="1383" y="511"/>
                  </a:cubicBezTo>
                  <a:cubicBezTo>
                    <a:pt x="1389" y="511"/>
                    <a:pt x="1395" y="512"/>
                    <a:pt x="1400" y="512"/>
                  </a:cubicBezTo>
                  <a:lnTo>
                    <a:pt x="1404" y="512"/>
                  </a:lnTo>
                  <a:cubicBezTo>
                    <a:pt x="1412" y="508"/>
                    <a:pt x="1420" y="500"/>
                    <a:pt x="1416" y="492"/>
                  </a:cubicBezTo>
                  <a:cubicBezTo>
                    <a:pt x="1396" y="448"/>
                    <a:pt x="1384" y="400"/>
                    <a:pt x="1384" y="356"/>
                  </a:cubicBezTo>
                  <a:cubicBezTo>
                    <a:pt x="1384" y="308"/>
                    <a:pt x="1408" y="264"/>
                    <a:pt x="1448" y="244"/>
                  </a:cubicBezTo>
                  <a:cubicBezTo>
                    <a:pt x="1452" y="244"/>
                    <a:pt x="1452" y="240"/>
                    <a:pt x="1452" y="236"/>
                  </a:cubicBezTo>
                  <a:cubicBezTo>
                    <a:pt x="1452" y="234"/>
                    <a:pt x="1448" y="231"/>
                    <a:pt x="1445" y="231"/>
                  </a:cubicBezTo>
                  <a:cubicBezTo>
                    <a:pt x="1443" y="231"/>
                    <a:pt x="1442" y="231"/>
                    <a:pt x="1440" y="232"/>
                  </a:cubicBezTo>
                  <a:cubicBezTo>
                    <a:pt x="1380" y="268"/>
                    <a:pt x="1308" y="284"/>
                    <a:pt x="1240" y="288"/>
                  </a:cubicBezTo>
                  <a:cubicBezTo>
                    <a:pt x="1204" y="284"/>
                    <a:pt x="1172" y="276"/>
                    <a:pt x="1144" y="256"/>
                  </a:cubicBezTo>
                  <a:cubicBezTo>
                    <a:pt x="1132" y="244"/>
                    <a:pt x="1120" y="232"/>
                    <a:pt x="1112" y="220"/>
                  </a:cubicBezTo>
                  <a:cubicBezTo>
                    <a:pt x="1108" y="200"/>
                    <a:pt x="1092" y="180"/>
                    <a:pt x="1072" y="168"/>
                  </a:cubicBezTo>
                  <a:cubicBezTo>
                    <a:pt x="1062" y="164"/>
                    <a:pt x="1051" y="162"/>
                    <a:pt x="1040" y="162"/>
                  </a:cubicBezTo>
                  <a:cubicBezTo>
                    <a:pt x="1029" y="162"/>
                    <a:pt x="1018" y="164"/>
                    <a:pt x="1008" y="168"/>
                  </a:cubicBezTo>
                  <a:cubicBezTo>
                    <a:pt x="988" y="176"/>
                    <a:pt x="972" y="184"/>
                    <a:pt x="956" y="188"/>
                  </a:cubicBezTo>
                  <a:cubicBezTo>
                    <a:pt x="928" y="200"/>
                    <a:pt x="892" y="204"/>
                    <a:pt x="860" y="204"/>
                  </a:cubicBezTo>
                  <a:lnTo>
                    <a:pt x="840" y="200"/>
                  </a:lnTo>
                  <a:lnTo>
                    <a:pt x="828" y="200"/>
                  </a:lnTo>
                  <a:lnTo>
                    <a:pt x="816" y="196"/>
                  </a:lnTo>
                  <a:cubicBezTo>
                    <a:pt x="804" y="188"/>
                    <a:pt x="792" y="180"/>
                    <a:pt x="780" y="172"/>
                  </a:cubicBezTo>
                  <a:cubicBezTo>
                    <a:pt x="760" y="152"/>
                    <a:pt x="748" y="124"/>
                    <a:pt x="752" y="100"/>
                  </a:cubicBezTo>
                  <a:cubicBezTo>
                    <a:pt x="752" y="96"/>
                    <a:pt x="752" y="92"/>
                    <a:pt x="752" y="92"/>
                  </a:cubicBezTo>
                  <a:cubicBezTo>
                    <a:pt x="752" y="76"/>
                    <a:pt x="736" y="64"/>
                    <a:pt x="720" y="64"/>
                  </a:cubicBezTo>
                  <a:cubicBezTo>
                    <a:pt x="699" y="67"/>
                    <a:pt x="678" y="69"/>
                    <a:pt x="658" y="69"/>
                  </a:cubicBezTo>
                  <a:cubicBezTo>
                    <a:pt x="625" y="69"/>
                    <a:pt x="592" y="65"/>
                    <a:pt x="560" y="60"/>
                  </a:cubicBezTo>
                  <a:cubicBezTo>
                    <a:pt x="504" y="48"/>
                    <a:pt x="452" y="28"/>
                    <a:pt x="404" y="4"/>
                  </a:cubicBezTo>
                  <a:cubicBezTo>
                    <a:pt x="400" y="2"/>
                    <a:pt x="395" y="0"/>
                    <a:pt x="391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70"/>
            <p:cNvSpPr/>
            <p:nvPr/>
          </p:nvSpPr>
          <p:spPr>
            <a:xfrm flipH="1">
              <a:off x="3049159" y="1722559"/>
              <a:ext cx="144302" cy="214773"/>
            </a:xfrm>
            <a:custGeom>
              <a:avLst/>
              <a:gdLst/>
              <a:ahLst/>
              <a:cxnLst/>
              <a:rect l="l" t="t" r="r" b="b"/>
              <a:pathLst>
                <a:path w="1073" h="1597" extrusionOk="0">
                  <a:moveTo>
                    <a:pt x="952" y="0"/>
                  </a:moveTo>
                  <a:cubicBezTo>
                    <a:pt x="940" y="4"/>
                    <a:pt x="932" y="8"/>
                    <a:pt x="920" y="16"/>
                  </a:cubicBezTo>
                  <a:cubicBezTo>
                    <a:pt x="908" y="24"/>
                    <a:pt x="892" y="36"/>
                    <a:pt x="880" y="52"/>
                  </a:cubicBezTo>
                  <a:cubicBezTo>
                    <a:pt x="856" y="76"/>
                    <a:pt x="832" y="104"/>
                    <a:pt x="816" y="136"/>
                  </a:cubicBezTo>
                  <a:cubicBezTo>
                    <a:pt x="780" y="200"/>
                    <a:pt x="764" y="272"/>
                    <a:pt x="764" y="344"/>
                  </a:cubicBezTo>
                  <a:cubicBezTo>
                    <a:pt x="764" y="416"/>
                    <a:pt x="772" y="484"/>
                    <a:pt x="768" y="552"/>
                  </a:cubicBezTo>
                  <a:cubicBezTo>
                    <a:pt x="768" y="584"/>
                    <a:pt x="760" y="616"/>
                    <a:pt x="748" y="648"/>
                  </a:cubicBezTo>
                  <a:cubicBezTo>
                    <a:pt x="736" y="676"/>
                    <a:pt x="716" y="704"/>
                    <a:pt x="692" y="728"/>
                  </a:cubicBezTo>
                  <a:cubicBezTo>
                    <a:pt x="640" y="772"/>
                    <a:pt x="588" y="816"/>
                    <a:pt x="532" y="852"/>
                  </a:cubicBezTo>
                  <a:cubicBezTo>
                    <a:pt x="484" y="892"/>
                    <a:pt x="428" y="928"/>
                    <a:pt x="384" y="972"/>
                  </a:cubicBezTo>
                  <a:cubicBezTo>
                    <a:pt x="340" y="1012"/>
                    <a:pt x="300" y="1056"/>
                    <a:pt x="272" y="1108"/>
                  </a:cubicBezTo>
                  <a:cubicBezTo>
                    <a:pt x="248" y="1152"/>
                    <a:pt x="236" y="1204"/>
                    <a:pt x="240" y="1252"/>
                  </a:cubicBezTo>
                  <a:cubicBezTo>
                    <a:pt x="204" y="1220"/>
                    <a:pt x="172" y="1188"/>
                    <a:pt x="144" y="1152"/>
                  </a:cubicBezTo>
                  <a:cubicBezTo>
                    <a:pt x="104" y="1108"/>
                    <a:pt x="76" y="1060"/>
                    <a:pt x="60" y="1004"/>
                  </a:cubicBezTo>
                  <a:cubicBezTo>
                    <a:pt x="48" y="976"/>
                    <a:pt x="44" y="948"/>
                    <a:pt x="40" y="920"/>
                  </a:cubicBezTo>
                  <a:cubicBezTo>
                    <a:pt x="36" y="896"/>
                    <a:pt x="40" y="868"/>
                    <a:pt x="44" y="840"/>
                  </a:cubicBezTo>
                  <a:cubicBezTo>
                    <a:pt x="60" y="788"/>
                    <a:pt x="84" y="736"/>
                    <a:pt x="112" y="688"/>
                  </a:cubicBezTo>
                  <a:cubicBezTo>
                    <a:pt x="144" y="636"/>
                    <a:pt x="168" y="584"/>
                    <a:pt x="188" y="524"/>
                  </a:cubicBezTo>
                  <a:cubicBezTo>
                    <a:pt x="196" y="488"/>
                    <a:pt x="196" y="452"/>
                    <a:pt x="180" y="416"/>
                  </a:cubicBezTo>
                  <a:cubicBezTo>
                    <a:pt x="165" y="379"/>
                    <a:pt x="127" y="356"/>
                    <a:pt x="86" y="356"/>
                  </a:cubicBezTo>
                  <a:cubicBezTo>
                    <a:pt x="83" y="356"/>
                    <a:pt x="80" y="356"/>
                    <a:pt x="76" y="356"/>
                  </a:cubicBezTo>
                  <a:lnTo>
                    <a:pt x="68" y="356"/>
                  </a:lnTo>
                  <a:cubicBezTo>
                    <a:pt x="36" y="372"/>
                    <a:pt x="12" y="400"/>
                    <a:pt x="4" y="432"/>
                  </a:cubicBezTo>
                  <a:cubicBezTo>
                    <a:pt x="0" y="464"/>
                    <a:pt x="4" y="492"/>
                    <a:pt x="16" y="520"/>
                  </a:cubicBezTo>
                  <a:cubicBezTo>
                    <a:pt x="32" y="556"/>
                    <a:pt x="48" y="592"/>
                    <a:pt x="68" y="628"/>
                  </a:cubicBezTo>
                  <a:cubicBezTo>
                    <a:pt x="64" y="636"/>
                    <a:pt x="60" y="648"/>
                    <a:pt x="52" y="660"/>
                  </a:cubicBezTo>
                  <a:cubicBezTo>
                    <a:pt x="24" y="716"/>
                    <a:pt x="8" y="772"/>
                    <a:pt x="4" y="836"/>
                  </a:cubicBezTo>
                  <a:cubicBezTo>
                    <a:pt x="0" y="864"/>
                    <a:pt x="4" y="896"/>
                    <a:pt x="12" y="928"/>
                  </a:cubicBezTo>
                  <a:cubicBezTo>
                    <a:pt x="20" y="956"/>
                    <a:pt x="32" y="984"/>
                    <a:pt x="40" y="1012"/>
                  </a:cubicBezTo>
                  <a:cubicBezTo>
                    <a:pt x="60" y="1068"/>
                    <a:pt x="84" y="1120"/>
                    <a:pt x="112" y="1172"/>
                  </a:cubicBezTo>
                  <a:cubicBezTo>
                    <a:pt x="140" y="1224"/>
                    <a:pt x="176" y="1272"/>
                    <a:pt x="220" y="1316"/>
                  </a:cubicBezTo>
                  <a:cubicBezTo>
                    <a:pt x="240" y="1332"/>
                    <a:pt x="256" y="1348"/>
                    <a:pt x="272" y="1368"/>
                  </a:cubicBezTo>
                  <a:cubicBezTo>
                    <a:pt x="280" y="1380"/>
                    <a:pt x="292" y="1396"/>
                    <a:pt x="304" y="1408"/>
                  </a:cubicBezTo>
                  <a:cubicBezTo>
                    <a:pt x="308" y="1416"/>
                    <a:pt x="316" y="1428"/>
                    <a:pt x="320" y="1436"/>
                  </a:cubicBezTo>
                  <a:cubicBezTo>
                    <a:pt x="348" y="1484"/>
                    <a:pt x="348" y="1540"/>
                    <a:pt x="328" y="1592"/>
                  </a:cubicBezTo>
                  <a:cubicBezTo>
                    <a:pt x="324" y="1592"/>
                    <a:pt x="324" y="1592"/>
                    <a:pt x="328" y="1596"/>
                  </a:cubicBezTo>
                  <a:lnTo>
                    <a:pt x="332" y="1596"/>
                  </a:lnTo>
                  <a:cubicBezTo>
                    <a:pt x="356" y="1572"/>
                    <a:pt x="372" y="1544"/>
                    <a:pt x="376" y="1512"/>
                  </a:cubicBezTo>
                  <a:cubicBezTo>
                    <a:pt x="380" y="1480"/>
                    <a:pt x="376" y="1448"/>
                    <a:pt x="368" y="1420"/>
                  </a:cubicBezTo>
                  <a:cubicBezTo>
                    <a:pt x="356" y="1388"/>
                    <a:pt x="340" y="1360"/>
                    <a:pt x="320" y="1336"/>
                  </a:cubicBezTo>
                  <a:cubicBezTo>
                    <a:pt x="308" y="1320"/>
                    <a:pt x="296" y="1308"/>
                    <a:pt x="284" y="1296"/>
                  </a:cubicBezTo>
                  <a:cubicBezTo>
                    <a:pt x="284" y="1280"/>
                    <a:pt x="284" y="1268"/>
                    <a:pt x="284" y="1256"/>
                  </a:cubicBezTo>
                  <a:cubicBezTo>
                    <a:pt x="288" y="1212"/>
                    <a:pt x="300" y="1168"/>
                    <a:pt x="324" y="1132"/>
                  </a:cubicBezTo>
                  <a:cubicBezTo>
                    <a:pt x="352" y="1092"/>
                    <a:pt x="388" y="1052"/>
                    <a:pt x="428" y="1020"/>
                  </a:cubicBezTo>
                  <a:lnTo>
                    <a:pt x="560" y="884"/>
                  </a:lnTo>
                  <a:cubicBezTo>
                    <a:pt x="604" y="840"/>
                    <a:pt x="652" y="792"/>
                    <a:pt x="704" y="748"/>
                  </a:cubicBezTo>
                  <a:cubicBezTo>
                    <a:pt x="760" y="696"/>
                    <a:pt x="796" y="632"/>
                    <a:pt x="804" y="560"/>
                  </a:cubicBezTo>
                  <a:cubicBezTo>
                    <a:pt x="812" y="512"/>
                    <a:pt x="816" y="460"/>
                    <a:pt x="820" y="412"/>
                  </a:cubicBezTo>
                  <a:cubicBezTo>
                    <a:pt x="832" y="404"/>
                    <a:pt x="852" y="392"/>
                    <a:pt x="876" y="376"/>
                  </a:cubicBezTo>
                  <a:cubicBezTo>
                    <a:pt x="908" y="356"/>
                    <a:pt x="936" y="332"/>
                    <a:pt x="964" y="308"/>
                  </a:cubicBezTo>
                  <a:cubicBezTo>
                    <a:pt x="1000" y="272"/>
                    <a:pt x="1032" y="228"/>
                    <a:pt x="1052" y="184"/>
                  </a:cubicBezTo>
                  <a:cubicBezTo>
                    <a:pt x="1068" y="152"/>
                    <a:pt x="1072" y="124"/>
                    <a:pt x="1072" y="88"/>
                  </a:cubicBezTo>
                  <a:cubicBezTo>
                    <a:pt x="1072" y="68"/>
                    <a:pt x="1064" y="48"/>
                    <a:pt x="1052" y="28"/>
                  </a:cubicBezTo>
                  <a:cubicBezTo>
                    <a:pt x="1032" y="12"/>
                    <a:pt x="1008" y="0"/>
                    <a:pt x="9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70"/>
            <p:cNvSpPr/>
            <p:nvPr/>
          </p:nvSpPr>
          <p:spPr>
            <a:xfrm flipH="1">
              <a:off x="3005585" y="1782808"/>
              <a:ext cx="109874" cy="142151"/>
            </a:xfrm>
            <a:custGeom>
              <a:avLst/>
              <a:gdLst/>
              <a:ahLst/>
              <a:cxnLst/>
              <a:rect l="l" t="t" r="r" b="b"/>
              <a:pathLst>
                <a:path w="817" h="1057" extrusionOk="0">
                  <a:moveTo>
                    <a:pt x="740" y="0"/>
                  </a:moveTo>
                  <a:cubicBezTo>
                    <a:pt x="700" y="4"/>
                    <a:pt x="668" y="24"/>
                    <a:pt x="656" y="60"/>
                  </a:cubicBezTo>
                  <a:cubicBezTo>
                    <a:pt x="644" y="80"/>
                    <a:pt x="640" y="104"/>
                    <a:pt x="636" y="132"/>
                  </a:cubicBezTo>
                  <a:cubicBezTo>
                    <a:pt x="624" y="212"/>
                    <a:pt x="620" y="280"/>
                    <a:pt x="612" y="332"/>
                  </a:cubicBezTo>
                  <a:cubicBezTo>
                    <a:pt x="612" y="352"/>
                    <a:pt x="612" y="372"/>
                    <a:pt x="608" y="384"/>
                  </a:cubicBezTo>
                  <a:cubicBezTo>
                    <a:pt x="608" y="396"/>
                    <a:pt x="592" y="420"/>
                    <a:pt x="588" y="440"/>
                  </a:cubicBezTo>
                  <a:cubicBezTo>
                    <a:pt x="568" y="488"/>
                    <a:pt x="544" y="540"/>
                    <a:pt x="516" y="588"/>
                  </a:cubicBezTo>
                  <a:cubicBezTo>
                    <a:pt x="492" y="632"/>
                    <a:pt x="456" y="672"/>
                    <a:pt x="408" y="696"/>
                  </a:cubicBezTo>
                  <a:cubicBezTo>
                    <a:pt x="368" y="720"/>
                    <a:pt x="324" y="740"/>
                    <a:pt x="276" y="756"/>
                  </a:cubicBezTo>
                  <a:cubicBezTo>
                    <a:pt x="232" y="772"/>
                    <a:pt x="192" y="792"/>
                    <a:pt x="152" y="816"/>
                  </a:cubicBezTo>
                  <a:cubicBezTo>
                    <a:pt x="88" y="852"/>
                    <a:pt x="40" y="904"/>
                    <a:pt x="12" y="972"/>
                  </a:cubicBezTo>
                  <a:cubicBezTo>
                    <a:pt x="4" y="992"/>
                    <a:pt x="0" y="1012"/>
                    <a:pt x="0" y="1032"/>
                  </a:cubicBezTo>
                  <a:lnTo>
                    <a:pt x="0" y="1052"/>
                  </a:lnTo>
                  <a:cubicBezTo>
                    <a:pt x="0" y="1052"/>
                    <a:pt x="0" y="1052"/>
                    <a:pt x="0" y="1056"/>
                  </a:cubicBezTo>
                  <a:cubicBezTo>
                    <a:pt x="4" y="1056"/>
                    <a:pt x="4" y="1052"/>
                    <a:pt x="4" y="1052"/>
                  </a:cubicBezTo>
                  <a:lnTo>
                    <a:pt x="12" y="1032"/>
                  </a:lnTo>
                  <a:cubicBezTo>
                    <a:pt x="16" y="1016"/>
                    <a:pt x="24" y="996"/>
                    <a:pt x="36" y="984"/>
                  </a:cubicBezTo>
                  <a:cubicBezTo>
                    <a:pt x="72" y="932"/>
                    <a:pt x="124" y="892"/>
                    <a:pt x="180" y="864"/>
                  </a:cubicBezTo>
                  <a:cubicBezTo>
                    <a:pt x="216" y="848"/>
                    <a:pt x="256" y="832"/>
                    <a:pt x="300" y="808"/>
                  </a:cubicBezTo>
                  <a:cubicBezTo>
                    <a:pt x="348" y="788"/>
                    <a:pt x="392" y="760"/>
                    <a:pt x="432" y="724"/>
                  </a:cubicBezTo>
                  <a:cubicBezTo>
                    <a:pt x="472" y="688"/>
                    <a:pt x="504" y="644"/>
                    <a:pt x="532" y="596"/>
                  </a:cubicBezTo>
                  <a:cubicBezTo>
                    <a:pt x="560" y="544"/>
                    <a:pt x="588" y="500"/>
                    <a:pt x="616" y="452"/>
                  </a:cubicBezTo>
                  <a:cubicBezTo>
                    <a:pt x="644" y="404"/>
                    <a:pt x="676" y="356"/>
                    <a:pt x="700" y="308"/>
                  </a:cubicBezTo>
                  <a:lnTo>
                    <a:pt x="780" y="168"/>
                  </a:lnTo>
                  <a:cubicBezTo>
                    <a:pt x="796" y="144"/>
                    <a:pt x="808" y="116"/>
                    <a:pt x="812" y="84"/>
                  </a:cubicBezTo>
                  <a:cubicBezTo>
                    <a:pt x="816" y="64"/>
                    <a:pt x="812" y="44"/>
                    <a:pt x="800" y="28"/>
                  </a:cubicBezTo>
                  <a:cubicBezTo>
                    <a:pt x="784" y="8"/>
                    <a:pt x="764" y="0"/>
                    <a:pt x="7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70"/>
            <p:cNvSpPr/>
            <p:nvPr/>
          </p:nvSpPr>
          <p:spPr>
            <a:xfrm flipH="1">
              <a:off x="2950178" y="1858658"/>
              <a:ext cx="145378" cy="90508"/>
            </a:xfrm>
            <a:custGeom>
              <a:avLst/>
              <a:gdLst/>
              <a:ahLst/>
              <a:cxnLst/>
              <a:rect l="l" t="t" r="r" b="b"/>
              <a:pathLst>
                <a:path w="1081" h="673" extrusionOk="0">
                  <a:moveTo>
                    <a:pt x="960" y="0"/>
                  </a:moveTo>
                  <a:cubicBezTo>
                    <a:pt x="928" y="0"/>
                    <a:pt x="896" y="16"/>
                    <a:pt x="876" y="40"/>
                  </a:cubicBezTo>
                  <a:cubicBezTo>
                    <a:pt x="852" y="60"/>
                    <a:pt x="836" y="88"/>
                    <a:pt x="828" y="116"/>
                  </a:cubicBezTo>
                  <a:cubicBezTo>
                    <a:pt x="816" y="172"/>
                    <a:pt x="812" y="224"/>
                    <a:pt x="816" y="280"/>
                  </a:cubicBezTo>
                  <a:cubicBezTo>
                    <a:pt x="820" y="328"/>
                    <a:pt x="804" y="372"/>
                    <a:pt x="776" y="412"/>
                  </a:cubicBezTo>
                  <a:cubicBezTo>
                    <a:pt x="736" y="444"/>
                    <a:pt x="692" y="468"/>
                    <a:pt x="640" y="480"/>
                  </a:cubicBezTo>
                  <a:cubicBezTo>
                    <a:pt x="592" y="492"/>
                    <a:pt x="540" y="500"/>
                    <a:pt x="492" y="504"/>
                  </a:cubicBezTo>
                  <a:cubicBezTo>
                    <a:pt x="440" y="508"/>
                    <a:pt x="392" y="508"/>
                    <a:pt x="348" y="512"/>
                  </a:cubicBezTo>
                  <a:lnTo>
                    <a:pt x="220" y="524"/>
                  </a:lnTo>
                  <a:cubicBezTo>
                    <a:pt x="184" y="524"/>
                    <a:pt x="144" y="532"/>
                    <a:pt x="108" y="544"/>
                  </a:cubicBezTo>
                  <a:cubicBezTo>
                    <a:pt x="80" y="556"/>
                    <a:pt x="52" y="572"/>
                    <a:pt x="32" y="596"/>
                  </a:cubicBezTo>
                  <a:cubicBezTo>
                    <a:pt x="12" y="612"/>
                    <a:pt x="0" y="640"/>
                    <a:pt x="0" y="664"/>
                  </a:cubicBezTo>
                  <a:cubicBezTo>
                    <a:pt x="0" y="668"/>
                    <a:pt x="0" y="668"/>
                    <a:pt x="0" y="672"/>
                  </a:cubicBezTo>
                  <a:lnTo>
                    <a:pt x="4" y="672"/>
                  </a:lnTo>
                  <a:cubicBezTo>
                    <a:pt x="8" y="664"/>
                    <a:pt x="8" y="660"/>
                    <a:pt x="12" y="652"/>
                  </a:cubicBezTo>
                  <a:cubicBezTo>
                    <a:pt x="20" y="640"/>
                    <a:pt x="32" y="628"/>
                    <a:pt x="48" y="620"/>
                  </a:cubicBezTo>
                  <a:cubicBezTo>
                    <a:pt x="68" y="604"/>
                    <a:pt x="92" y="596"/>
                    <a:pt x="120" y="592"/>
                  </a:cubicBezTo>
                  <a:cubicBezTo>
                    <a:pt x="152" y="584"/>
                    <a:pt x="188" y="584"/>
                    <a:pt x="220" y="584"/>
                  </a:cubicBezTo>
                  <a:cubicBezTo>
                    <a:pt x="264" y="584"/>
                    <a:pt x="308" y="580"/>
                    <a:pt x="352" y="576"/>
                  </a:cubicBezTo>
                  <a:cubicBezTo>
                    <a:pt x="400" y="568"/>
                    <a:pt x="448" y="556"/>
                    <a:pt x="496" y="544"/>
                  </a:cubicBezTo>
                  <a:cubicBezTo>
                    <a:pt x="544" y="528"/>
                    <a:pt x="596" y="516"/>
                    <a:pt x="644" y="500"/>
                  </a:cubicBezTo>
                  <a:cubicBezTo>
                    <a:pt x="700" y="492"/>
                    <a:pt x="752" y="472"/>
                    <a:pt x="800" y="440"/>
                  </a:cubicBezTo>
                  <a:cubicBezTo>
                    <a:pt x="844" y="400"/>
                    <a:pt x="872" y="344"/>
                    <a:pt x="876" y="284"/>
                  </a:cubicBezTo>
                  <a:cubicBezTo>
                    <a:pt x="876" y="268"/>
                    <a:pt x="880" y="252"/>
                    <a:pt x="880" y="236"/>
                  </a:cubicBezTo>
                  <a:cubicBezTo>
                    <a:pt x="884" y="236"/>
                    <a:pt x="888" y="232"/>
                    <a:pt x="896" y="228"/>
                  </a:cubicBezTo>
                  <a:cubicBezTo>
                    <a:pt x="916" y="220"/>
                    <a:pt x="940" y="216"/>
                    <a:pt x="976" y="208"/>
                  </a:cubicBezTo>
                  <a:cubicBezTo>
                    <a:pt x="996" y="204"/>
                    <a:pt x="1012" y="196"/>
                    <a:pt x="1028" y="184"/>
                  </a:cubicBezTo>
                  <a:cubicBezTo>
                    <a:pt x="1052" y="168"/>
                    <a:pt x="1068" y="148"/>
                    <a:pt x="1076" y="120"/>
                  </a:cubicBezTo>
                  <a:cubicBezTo>
                    <a:pt x="1080" y="88"/>
                    <a:pt x="1072" y="56"/>
                    <a:pt x="1048" y="32"/>
                  </a:cubicBezTo>
                  <a:cubicBezTo>
                    <a:pt x="1024" y="12"/>
                    <a:pt x="992" y="0"/>
                    <a:pt x="9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70"/>
            <p:cNvSpPr/>
            <p:nvPr/>
          </p:nvSpPr>
          <p:spPr>
            <a:xfrm flipH="1">
              <a:off x="3031407" y="1955487"/>
              <a:ext cx="98578" cy="102612"/>
            </a:xfrm>
            <a:custGeom>
              <a:avLst/>
              <a:gdLst/>
              <a:ahLst/>
              <a:cxnLst/>
              <a:rect l="l" t="t" r="r" b="b"/>
              <a:pathLst>
                <a:path w="733" h="763" extrusionOk="0">
                  <a:moveTo>
                    <a:pt x="51" y="0"/>
                  </a:moveTo>
                  <a:cubicBezTo>
                    <a:pt x="35" y="0"/>
                    <a:pt x="18" y="6"/>
                    <a:pt x="4" y="16"/>
                  </a:cubicBezTo>
                  <a:cubicBezTo>
                    <a:pt x="0" y="16"/>
                    <a:pt x="0" y="20"/>
                    <a:pt x="4" y="20"/>
                  </a:cubicBezTo>
                  <a:lnTo>
                    <a:pt x="8" y="20"/>
                  </a:lnTo>
                  <a:cubicBezTo>
                    <a:pt x="14" y="19"/>
                    <a:pt x="19" y="19"/>
                    <a:pt x="24" y="19"/>
                  </a:cubicBezTo>
                  <a:cubicBezTo>
                    <a:pt x="58" y="19"/>
                    <a:pt x="90" y="41"/>
                    <a:pt x="104" y="72"/>
                  </a:cubicBezTo>
                  <a:cubicBezTo>
                    <a:pt x="116" y="116"/>
                    <a:pt x="128" y="160"/>
                    <a:pt x="132" y="200"/>
                  </a:cubicBezTo>
                  <a:cubicBezTo>
                    <a:pt x="140" y="224"/>
                    <a:pt x="148" y="248"/>
                    <a:pt x="156" y="272"/>
                  </a:cubicBezTo>
                  <a:cubicBezTo>
                    <a:pt x="168" y="292"/>
                    <a:pt x="180" y="312"/>
                    <a:pt x="192" y="332"/>
                  </a:cubicBezTo>
                  <a:cubicBezTo>
                    <a:pt x="220" y="372"/>
                    <a:pt x="248" y="408"/>
                    <a:pt x="276" y="448"/>
                  </a:cubicBezTo>
                  <a:cubicBezTo>
                    <a:pt x="300" y="484"/>
                    <a:pt x="328" y="524"/>
                    <a:pt x="356" y="560"/>
                  </a:cubicBezTo>
                  <a:cubicBezTo>
                    <a:pt x="380" y="600"/>
                    <a:pt x="408" y="640"/>
                    <a:pt x="436" y="676"/>
                  </a:cubicBezTo>
                  <a:cubicBezTo>
                    <a:pt x="472" y="720"/>
                    <a:pt x="520" y="748"/>
                    <a:pt x="572" y="760"/>
                  </a:cubicBezTo>
                  <a:cubicBezTo>
                    <a:pt x="583" y="762"/>
                    <a:pt x="593" y="763"/>
                    <a:pt x="604" y="763"/>
                  </a:cubicBezTo>
                  <a:cubicBezTo>
                    <a:pt x="623" y="763"/>
                    <a:pt x="641" y="760"/>
                    <a:pt x="656" y="752"/>
                  </a:cubicBezTo>
                  <a:cubicBezTo>
                    <a:pt x="688" y="740"/>
                    <a:pt x="712" y="716"/>
                    <a:pt x="728" y="688"/>
                  </a:cubicBezTo>
                  <a:cubicBezTo>
                    <a:pt x="732" y="676"/>
                    <a:pt x="732" y="660"/>
                    <a:pt x="720" y="652"/>
                  </a:cubicBezTo>
                  <a:cubicBezTo>
                    <a:pt x="708" y="640"/>
                    <a:pt x="696" y="628"/>
                    <a:pt x="680" y="624"/>
                  </a:cubicBezTo>
                  <a:cubicBezTo>
                    <a:pt x="664" y="616"/>
                    <a:pt x="652" y="612"/>
                    <a:pt x="636" y="608"/>
                  </a:cubicBezTo>
                  <a:cubicBezTo>
                    <a:pt x="608" y="604"/>
                    <a:pt x="576" y="604"/>
                    <a:pt x="548" y="604"/>
                  </a:cubicBezTo>
                  <a:lnTo>
                    <a:pt x="472" y="604"/>
                  </a:lnTo>
                  <a:cubicBezTo>
                    <a:pt x="460" y="604"/>
                    <a:pt x="448" y="600"/>
                    <a:pt x="436" y="600"/>
                  </a:cubicBezTo>
                  <a:lnTo>
                    <a:pt x="432" y="596"/>
                  </a:lnTo>
                  <a:lnTo>
                    <a:pt x="380" y="544"/>
                  </a:lnTo>
                  <a:cubicBezTo>
                    <a:pt x="348" y="512"/>
                    <a:pt x="316" y="480"/>
                    <a:pt x="292" y="440"/>
                  </a:cubicBezTo>
                  <a:cubicBezTo>
                    <a:pt x="268" y="404"/>
                    <a:pt x="244" y="360"/>
                    <a:pt x="232" y="320"/>
                  </a:cubicBezTo>
                  <a:cubicBezTo>
                    <a:pt x="224" y="296"/>
                    <a:pt x="216" y="276"/>
                    <a:pt x="212" y="256"/>
                  </a:cubicBezTo>
                  <a:lnTo>
                    <a:pt x="192" y="192"/>
                  </a:lnTo>
                  <a:cubicBezTo>
                    <a:pt x="184" y="144"/>
                    <a:pt x="168" y="96"/>
                    <a:pt x="140" y="56"/>
                  </a:cubicBezTo>
                  <a:cubicBezTo>
                    <a:pt x="128" y="32"/>
                    <a:pt x="104" y="12"/>
                    <a:pt x="76" y="4"/>
                  </a:cubicBezTo>
                  <a:cubicBezTo>
                    <a:pt x="68" y="2"/>
                    <a:pt x="60" y="0"/>
                    <a:pt x="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70"/>
            <p:cNvSpPr/>
            <p:nvPr/>
          </p:nvSpPr>
          <p:spPr>
            <a:xfrm flipH="1">
              <a:off x="3156209" y="1957101"/>
              <a:ext cx="100729" cy="99922"/>
            </a:xfrm>
            <a:custGeom>
              <a:avLst/>
              <a:gdLst/>
              <a:ahLst/>
              <a:cxnLst/>
              <a:rect l="l" t="t" r="r" b="b"/>
              <a:pathLst>
                <a:path w="749" h="743" extrusionOk="0">
                  <a:moveTo>
                    <a:pt x="744" y="0"/>
                  </a:moveTo>
                  <a:cubicBezTo>
                    <a:pt x="676" y="0"/>
                    <a:pt x="612" y="16"/>
                    <a:pt x="552" y="52"/>
                  </a:cubicBezTo>
                  <a:cubicBezTo>
                    <a:pt x="544" y="56"/>
                    <a:pt x="540" y="64"/>
                    <a:pt x="540" y="76"/>
                  </a:cubicBezTo>
                  <a:lnTo>
                    <a:pt x="540" y="80"/>
                  </a:lnTo>
                  <a:cubicBezTo>
                    <a:pt x="540" y="124"/>
                    <a:pt x="532" y="168"/>
                    <a:pt x="520" y="212"/>
                  </a:cubicBezTo>
                  <a:cubicBezTo>
                    <a:pt x="504" y="260"/>
                    <a:pt x="488" y="304"/>
                    <a:pt x="468" y="348"/>
                  </a:cubicBezTo>
                  <a:cubicBezTo>
                    <a:pt x="428" y="440"/>
                    <a:pt x="364" y="516"/>
                    <a:pt x="288" y="580"/>
                  </a:cubicBezTo>
                  <a:cubicBezTo>
                    <a:pt x="272" y="592"/>
                    <a:pt x="256" y="604"/>
                    <a:pt x="236" y="616"/>
                  </a:cubicBezTo>
                  <a:cubicBezTo>
                    <a:pt x="228" y="616"/>
                    <a:pt x="220" y="612"/>
                    <a:pt x="212" y="608"/>
                  </a:cubicBezTo>
                  <a:cubicBezTo>
                    <a:pt x="192" y="604"/>
                    <a:pt x="168" y="588"/>
                    <a:pt x="144" y="580"/>
                  </a:cubicBezTo>
                  <a:cubicBezTo>
                    <a:pt x="130" y="575"/>
                    <a:pt x="116" y="572"/>
                    <a:pt x="101" y="572"/>
                  </a:cubicBezTo>
                  <a:cubicBezTo>
                    <a:pt x="82" y="572"/>
                    <a:pt x="64" y="577"/>
                    <a:pt x="48" y="588"/>
                  </a:cubicBezTo>
                  <a:cubicBezTo>
                    <a:pt x="28" y="596"/>
                    <a:pt x="16" y="612"/>
                    <a:pt x="8" y="632"/>
                  </a:cubicBezTo>
                  <a:cubicBezTo>
                    <a:pt x="0" y="652"/>
                    <a:pt x="4" y="676"/>
                    <a:pt x="16" y="696"/>
                  </a:cubicBezTo>
                  <a:cubicBezTo>
                    <a:pt x="37" y="724"/>
                    <a:pt x="66" y="742"/>
                    <a:pt x="99" y="742"/>
                  </a:cubicBezTo>
                  <a:cubicBezTo>
                    <a:pt x="104" y="742"/>
                    <a:pt x="110" y="742"/>
                    <a:pt x="116" y="740"/>
                  </a:cubicBezTo>
                  <a:cubicBezTo>
                    <a:pt x="144" y="736"/>
                    <a:pt x="176" y="728"/>
                    <a:pt x="200" y="716"/>
                  </a:cubicBezTo>
                  <a:cubicBezTo>
                    <a:pt x="248" y="692"/>
                    <a:pt x="292" y="660"/>
                    <a:pt x="328" y="620"/>
                  </a:cubicBezTo>
                  <a:cubicBezTo>
                    <a:pt x="364" y="580"/>
                    <a:pt x="392" y="536"/>
                    <a:pt x="416" y="492"/>
                  </a:cubicBezTo>
                  <a:cubicBezTo>
                    <a:pt x="440" y="448"/>
                    <a:pt x="464" y="404"/>
                    <a:pt x="492" y="364"/>
                  </a:cubicBezTo>
                  <a:cubicBezTo>
                    <a:pt x="524" y="320"/>
                    <a:pt x="552" y="276"/>
                    <a:pt x="576" y="232"/>
                  </a:cubicBezTo>
                  <a:cubicBezTo>
                    <a:pt x="596" y="188"/>
                    <a:pt x="604" y="136"/>
                    <a:pt x="600" y="88"/>
                  </a:cubicBezTo>
                  <a:cubicBezTo>
                    <a:pt x="644" y="56"/>
                    <a:pt x="696" y="28"/>
                    <a:pt x="744" y="4"/>
                  </a:cubicBezTo>
                  <a:cubicBezTo>
                    <a:pt x="748" y="4"/>
                    <a:pt x="748" y="0"/>
                    <a:pt x="7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70"/>
            <p:cNvSpPr/>
            <p:nvPr/>
          </p:nvSpPr>
          <p:spPr>
            <a:xfrm flipH="1">
              <a:off x="3170195" y="1932221"/>
              <a:ext cx="156137" cy="51104"/>
            </a:xfrm>
            <a:custGeom>
              <a:avLst/>
              <a:gdLst/>
              <a:ahLst/>
              <a:cxnLst/>
              <a:rect l="l" t="t" r="r" b="b"/>
              <a:pathLst>
                <a:path w="1161" h="380" extrusionOk="0">
                  <a:moveTo>
                    <a:pt x="982" y="1"/>
                  </a:moveTo>
                  <a:cubicBezTo>
                    <a:pt x="930" y="1"/>
                    <a:pt x="882" y="12"/>
                    <a:pt x="836" y="33"/>
                  </a:cubicBezTo>
                  <a:cubicBezTo>
                    <a:pt x="808" y="45"/>
                    <a:pt x="784" y="57"/>
                    <a:pt x="764" y="77"/>
                  </a:cubicBezTo>
                  <a:cubicBezTo>
                    <a:pt x="744" y="97"/>
                    <a:pt x="724" y="117"/>
                    <a:pt x="704" y="133"/>
                  </a:cubicBezTo>
                  <a:cubicBezTo>
                    <a:pt x="672" y="173"/>
                    <a:pt x="628" y="205"/>
                    <a:pt x="584" y="229"/>
                  </a:cubicBezTo>
                  <a:cubicBezTo>
                    <a:pt x="556" y="241"/>
                    <a:pt x="527" y="247"/>
                    <a:pt x="497" y="247"/>
                  </a:cubicBezTo>
                  <a:cubicBezTo>
                    <a:pt x="476" y="247"/>
                    <a:pt x="454" y="244"/>
                    <a:pt x="432" y="237"/>
                  </a:cubicBezTo>
                  <a:cubicBezTo>
                    <a:pt x="384" y="229"/>
                    <a:pt x="332" y="209"/>
                    <a:pt x="284" y="197"/>
                  </a:cubicBezTo>
                  <a:cubicBezTo>
                    <a:pt x="248" y="182"/>
                    <a:pt x="209" y="175"/>
                    <a:pt x="171" y="175"/>
                  </a:cubicBezTo>
                  <a:cubicBezTo>
                    <a:pt x="150" y="175"/>
                    <a:pt x="128" y="177"/>
                    <a:pt x="108" y="181"/>
                  </a:cubicBezTo>
                  <a:cubicBezTo>
                    <a:pt x="72" y="193"/>
                    <a:pt x="44" y="213"/>
                    <a:pt x="28" y="245"/>
                  </a:cubicBezTo>
                  <a:cubicBezTo>
                    <a:pt x="4" y="273"/>
                    <a:pt x="0" y="313"/>
                    <a:pt x="12" y="349"/>
                  </a:cubicBezTo>
                  <a:lnTo>
                    <a:pt x="12" y="353"/>
                  </a:lnTo>
                  <a:cubicBezTo>
                    <a:pt x="16" y="361"/>
                    <a:pt x="20" y="369"/>
                    <a:pt x="32" y="369"/>
                  </a:cubicBezTo>
                  <a:cubicBezTo>
                    <a:pt x="49" y="376"/>
                    <a:pt x="67" y="379"/>
                    <a:pt x="84" y="379"/>
                  </a:cubicBezTo>
                  <a:cubicBezTo>
                    <a:pt x="119" y="379"/>
                    <a:pt x="155" y="366"/>
                    <a:pt x="184" y="341"/>
                  </a:cubicBezTo>
                  <a:cubicBezTo>
                    <a:pt x="192" y="333"/>
                    <a:pt x="204" y="325"/>
                    <a:pt x="212" y="313"/>
                  </a:cubicBezTo>
                  <a:lnTo>
                    <a:pt x="232" y="289"/>
                  </a:lnTo>
                  <a:cubicBezTo>
                    <a:pt x="242" y="276"/>
                    <a:pt x="255" y="263"/>
                    <a:pt x="270" y="263"/>
                  </a:cubicBezTo>
                  <a:cubicBezTo>
                    <a:pt x="273" y="263"/>
                    <a:pt x="277" y="264"/>
                    <a:pt x="280" y="265"/>
                  </a:cubicBezTo>
                  <a:lnTo>
                    <a:pt x="284" y="265"/>
                  </a:lnTo>
                  <a:cubicBezTo>
                    <a:pt x="332" y="277"/>
                    <a:pt x="380" y="281"/>
                    <a:pt x="428" y="285"/>
                  </a:cubicBezTo>
                  <a:cubicBezTo>
                    <a:pt x="484" y="285"/>
                    <a:pt x="540" y="269"/>
                    <a:pt x="592" y="249"/>
                  </a:cubicBezTo>
                  <a:cubicBezTo>
                    <a:pt x="640" y="221"/>
                    <a:pt x="684" y="193"/>
                    <a:pt x="728" y="161"/>
                  </a:cubicBezTo>
                  <a:cubicBezTo>
                    <a:pt x="772" y="133"/>
                    <a:pt x="816" y="109"/>
                    <a:pt x="860" y="85"/>
                  </a:cubicBezTo>
                  <a:cubicBezTo>
                    <a:pt x="904" y="65"/>
                    <a:pt x="952" y="53"/>
                    <a:pt x="1004" y="49"/>
                  </a:cubicBezTo>
                  <a:cubicBezTo>
                    <a:pt x="1021" y="47"/>
                    <a:pt x="1039" y="45"/>
                    <a:pt x="1057" y="45"/>
                  </a:cubicBezTo>
                  <a:cubicBezTo>
                    <a:pt x="1089" y="45"/>
                    <a:pt x="1123" y="50"/>
                    <a:pt x="1156" y="57"/>
                  </a:cubicBezTo>
                  <a:lnTo>
                    <a:pt x="1160" y="57"/>
                  </a:lnTo>
                  <a:cubicBezTo>
                    <a:pt x="1160" y="53"/>
                    <a:pt x="1160" y="53"/>
                    <a:pt x="1160" y="49"/>
                  </a:cubicBezTo>
                  <a:cubicBezTo>
                    <a:pt x="1112" y="21"/>
                    <a:pt x="1060" y="1"/>
                    <a:pt x="1004" y="1"/>
                  </a:cubicBezTo>
                  <a:cubicBezTo>
                    <a:pt x="997" y="1"/>
                    <a:pt x="989" y="1"/>
                    <a:pt x="9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70"/>
            <p:cNvSpPr/>
            <p:nvPr/>
          </p:nvSpPr>
          <p:spPr>
            <a:xfrm flipH="1">
              <a:off x="3167505" y="1803519"/>
              <a:ext cx="129778" cy="120902"/>
            </a:xfrm>
            <a:custGeom>
              <a:avLst/>
              <a:gdLst/>
              <a:ahLst/>
              <a:cxnLst/>
              <a:rect l="l" t="t" r="r" b="b"/>
              <a:pathLst>
                <a:path w="965" h="899" extrusionOk="0">
                  <a:moveTo>
                    <a:pt x="98" y="0"/>
                  </a:moveTo>
                  <a:cubicBezTo>
                    <a:pt x="88" y="0"/>
                    <a:pt x="78" y="2"/>
                    <a:pt x="68" y="6"/>
                  </a:cubicBezTo>
                  <a:lnTo>
                    <a:pt x="64" y="6"/>
                  </a:lnTo>
                  <a:cubicBezTo>
                    <a:pt x="44" y="14"/>
                    <a:pt x="32" y="26"/>
                    <a:pt x="20" y="42"/>
                  </a:cubicBezTo>
                  <a:cubicBezTo>
                    <a:pt x="8" y="58"/>
                    <a:pt x="0" y="78"/>
                    <a:pt x="4" y="102"/>
                  </a:cubicBezTo>
                  <a:cubicBezTo>
                    <a:pt x="8" y="134"/>
                    <a:pt x="20" y="166"/>
                    <a:pt x="44" y="194"/>
                  </a:cubicBezTo>
                  <a:cubicBezTo>
                    <a:pt x="56" y="218"/>
                    <a:pt x="76" y="242"/>
                    <a:pt x="92" y="266"/>
                  </a:cubicBezTo>
                  <a:cubicBezTo>
                    <a:pt x="104" y="278"/>
                    <a:pt x="116" y="286"/>
                    <a:pt x="128" y="298"/>
                  </a:cubicBezTo>
                  <a:cubicBezTo>
                    <a:pt x="140" y="306"/>
                    <a:pt x="152" y="314"/>
                    <a:pt x="164" y="322"/>
                  </a:cubicBezTo>
                  <a:cubicBezTo>
                    <a:pt x="220" y="350"/>
                    <a:pt x="268" y="374"/>
                    <a:pt x="320" y="394"/>
                  </a:cubicBezTo>
                  <a:cubicBezTo>
                    <a:pt x="372" y="414"/>
                    <a:pt x="424" y="434"/>
                    <a:pt x="476" y="454"/>
                  </a:cubicBezTo>
                  <a:cubicBezTo>
                    <a:pt x="532" y="470"/>
                    <a:pt x="576" y="502"/>
                    <a:pt x="608" y="546"/>
                  </a:cubicBezTo>
                  <a:cubicBezTo>
                    <a:pt x="640" y="590"/>
                    <a:pt x="652" y="646"/>
                    <a:pt x="680" y="698"/>
                  </a:cubicBezTo>
                  <a:cubicBezTo>
                    <a:pt x="744" y="798"/>
                    <a:pt x="844" y="870"/>
                    <a:pt x="960" y="898"/>
                  </a:cubicBezTo>
                  <a:lnTo>
                    <a:pt x="964" y="898"/>
                  </a:lnTo>
                  <a:cubicBezTo>
                    <a:pt x="964" y="894"/>
                    <a:pt x="964" y="894"/>
                    <a:pt x="964" y="890"/>
                  </a:cubicBezTo>
                  <a:cubicBezTo>
                    <a:pt x="916" y="862"/>
                    <a:pt x="876" y="826"/>
                    <a:pt x="836" y="786"/>
                  </a:cubicBezTo>
                  <a:cubicBezTo>
                    <a:pt x="796" y="750"/>
                    <a:pt x="764" y="710"/>
                    <a:pt x="736" y="666"/>
                  </a:cubicBezTo>
                  <a:cubicBezTo>
                    <a:pt x="704" y="618"/>
                    <a:pt x="672" y="574"/>
                    <a:pt x="636" y="530"/>
                  </a:cubicBezTo>
                  <a:cubicBezTo>
                    <a:pt x="592" y="490"/>
                    <a:pt x="548" y="454"/>
                    <a:pt x="496" y="430"/>
                  </a:cubicBezTo>
                  <a:cubicBezTo>
                    <a:pt x="444" y="402"/>
                    <a:pt x="400" y="370"/>
                    <a:pt x="352" y="342"/>
                  </a:cubicBezTo>
                  <a:cubicBezTo>
                    <a:pt x="304" y="314"/>
                    <a:pt x="256" y="290"/>
                    <a:pt x="216" y="266"/>
                  </a:cubicBezTo>
                  <a:lnTo>
                    <a:pt x="216" y="226"/>
                  </a:lnTo>
                  <a:cubicBezTo>
                    <a:pt x="216" y="194"/>
                    <a:pt x="216" y="166"/>
                    <a:pt x="212" y="134"/>
                  </a:cubicBezTo>
                  <a:cubicBezTo>
                    <a:pt x="208" y="98"/>
                    <a:pt x="196" y="66"/>
                    <a:pt x="180" y="38"/>
                  </a:cubicBezTo>
                  <a:cubicBezTo>
                    <a:pt x="164" y="18"/>
                    <a:pt x="148" y="10"/>
                    <a:pt x="124" y="6"/>
                  </a:cubicBezTo>
                  <a:cubicBezTo>
                    <a:pt x="116" y="2"/>
                    <a:pt x="107" y="0"/>
                    <a:pt x="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70"/>
            <p:cNvSpPr/>
            <p:nvPr/>
          </p:nvSpPr>
          <p:spPr>
            <a:xfrm flipH="1">
              <a:off x="3048621" y="1723097"/>
              <a:ext cx="112564" cy="193793"/>
            </a:xfrm>
            <a:custGeom>
              <a:avLst/>
              <a:gdLst/>
              <a:ahLst/>
              <a:cxnLst/>
              <a:rect l="l" t="t" r="r" b="b"/>
              <a:pathLst>
                <a:path w="837" h="1441" extrusionOk="0">
                  <a:moveTo>
                    <a:pt x="748" y="68"/>
                  </a:moveTo>
                  <a:cubicBezTo>
                    <a:pt x="760" y="72"/>
                    <a:pt x="760" y="72"/>
                    <a:pt x="764" y="92"/>
                  </a:cubicBezTo>
                  <a:cubicBezTo>
                    <a:pt x="768" y="112"/>
                    <a:pt x="764" y="136"/>
                    <a:pt x="756" y="156"/>
                  </a:cubicBezTo>
                  <a:cubicBezTo>
                    <a:pt x="740" y="200"/>
                    <a:pt x="720" y="236"/>
                    <a:pt x="692" y="272"/>
                  </a:cubicBezTo>
                  <a:cubicBezTo>
                    <a:pt x="668" y="300"/>
                    <a:pt x="644" y="328"/>
                    <a:pt x="620" y="356"/>
                  </a:cubicBezTo>
                  <a:cubicBezTo>
                    <a:pt x="605" y="372"/>
                    <a:pt x="592" y="384"/>
                    <a:pt x="582" y="395"/>
                  </a:cubicBezTo>
                  <a:lnTo>
                    <a:pt x="582" y="395"/>
                  </a:lnTo>
                  <a:cubicBezTo>
                    <a:pt x="583" y="379"/>
                    <a:pt x="583" y="363"/>
                    <a:pt x="584" y="348"/>
                  </a:cubicBezTo>
                  <a:cubicBezTo>
                    <a:pt x="588" y="284"/>
                    <a:pt x="608" y="224"/>
                    <a:pt x="640" y="172"/>
                  </a:cubicBezTo>
                  <a:cubicBezTo>
                    <a:pt x="656" y="148"/>
                    <a:pt x="672" y="124"/>
                    <a:pt x="692" y="100"/>
                  </a:cubicBezTo>
                  <a:cubicBezTo>
                    <a:pt x="700" y="92"/>
                    <a:pt x="712" y="84"/>
                    <a:pt x="720" y="76"/>
                  </a:cubicBezTo>
                  <a:cubicBezTo>
                    <a:pt x="724" y="72"/>
                    <a:pt x="728" y="72"/>
                    <a:pt x="732" y="68"/>
                  </a:cubicBezTo>
                  <a:close/>
                  <a:moveTo>
                    <a:pt x="716" y="0"/>
                  </a:moveTo>
                  <a:cubicBezTo>
                    <a:pt x="704" y="4"/>
                    <a:pt x="692" y="8"/>
                    <a:pt x="684" y="16"/>
                  </a:cubicBezTo>
                  <a:cubicBezTo>
                    <a:pt x="668" y="24"/>
                    <a:pt x="656" y="36"/>
                    <a:pt x="644" y="52"/>
                  </a:cubicBezTo>
                  <a:cubicBezTo>
                    <a:pt x="616" y="76"/>
                    <a:pt x="596" y="104"/>
                    <a:pt x="580" y="136"/>
                  </a:cubicBezTo>
                  <a:cubicBezTo>
                    <a:pt x="544" y="200"/>
                    <a:pt x="524" y="272"/>
                    <a:pt x="524" y="344"/>
                  </a:cubicBezTo>
                  <a:cubicBezTo>
                    <a:pt x="524" y="416"/>
                    <a:pt x="532" y="484"/>
                    <a:pt x="532" y="552"/>
                  </a:cubicBezTo>
                  <a:cubicBezTo>
                    <a:pt x="528" y="584"/>
                    <a:pt x="524" y="616"/>
                    <a:pt x="512" y="648"/>
                  </a:cubicBezTo>
                  <a:cubicBezTo>
                    <a:pt x="496" y="676"/>
                    <a:pt x="476" y="704"/>
                    <a:pt x="452" y="728"/>
                  </a:cubicBezTo>
                  <a:cubicBezTo>
                    <a:pt x="404" y="772"/>
                    <a:pt x="352" y="816"/>
                    <a:pt x="296" y="852"/>
                  </a:cubicBezTo>
                  <a:cubicBezTo>
                    <a:pt x="248" y="896"/>
                    <a:pt x="192" y="928"/>
                    <a:pt x="148" y="972"/>
                  </a:cubicBezTo>
                  <a:cubicBezTo>
                    <a:pt x="100" y="1012"/>
                    <a:pt x="64" y="1056"/>
                    <a:pt x="36" y="1108"/>
                  </a:cubicBezTo>
                  <a:cubicBezTo>
                    <a:pt x="12" y="1156"/>
                    <a:pt x="0" y="1208"/>
                    <a:pt x="0" y="1260"/>
                  </a:cubicBezTo>
                  <a:cubicBezTo>
                    <a:pt x="4" y="1300"/>
                    <a:pt x="12" y="1340"/>
                    <a:pt x="36" y="1372"/>
                  </a:cubicBezTo>
                  <a:cubicBezTo>
                    <a:pt x="48" y="1396"/>
                    <a:pt x="64" y="1412"/>
                    <a:pt x="84" y="1428"/>
                  </a:cubicBezTo>
                  <a:cubicBezTo>
                    <a:pt x="92" y="1432"/>
                    <a:pt x="100" y="1436"/>
                    <a:pt x="108" y="1440"/>
                  </a:cubicBezTo>
                  <a:lnTo>
                    <a:pt x="112" y="1440"/>
                  </a:lnTo>
                  <a:cubicBezTo>
                    <a:pt x="112" y="1440"/>
                    <a:pt x="112" y="1436"/>
                    <a:pt x="112" y="1436"/>
                  </a:cubicBezTo>
                  <a:cubicBezTo>
                    <a:pt x="88" y="1416"/>
                    <a:pt x="72" y="1388"/>
                    <a:pt x="60" y="1360"/>
                  </a:cubicBezTo>
                  <a:cubicBezTo>
                    <a:pt x="48" y="1328"/>
                    <a:pt x="44" y="1296"/>
                    <a:pt x="48" y="1260"/>
                  </a:cubicBezTo>
                  <a:cubicBezTo>
                    <a:pt x="52" y="1216"/>
                    <a:pt x="64" y="1176"/>
                    <a:pt x="88" y="1140"/>
                  </a:cubicBezTo>
                  <a:cubicBezTo>
                    <a:pt x="116" y="1092"/>
                    <a:pt x="148" y="1052"/>
                    <a:pt x="188" y="1016"/>
                  </a:cubicBezTo>
                  <a:lnTo>
                    <a:pt x="320" y="884"/>
                  </a:lnTo>
                  <a:cubicBezTo>
                    <a:pt x="368" y="836"/>
                    <a:pt x="416" y="792"/>
                    <a:pt x="468" y="744"/>
                  </a:cubicBezTo>
                  <a:cubicBezTo>
                    <a:pt x="520" y="696"/>
                    <a:pt x="556" y="628"/>
                    <a:pt x="568" y="556"/>
                  </a:cubicBezTo>
                  <a:cubicBezTo>
                    <a:pt x="576" y="508"/>
                    <a:pt x="579" y="460"/>
                    <a:pt x="581" y="414"/>
                  </a:cubicBezTo>
                  <a:lnTo>
                    <a:pt x="581" y="414"/>
                  </a:lnTo>
                  <a:cubicBezTo>
                    <a:pt x="601" y="403"/>
                    <a:pt x="621" y="390"/>
                    <a:pt x="640" y="376"/>
                  </a:cubicBezTo>
                  <a:cubicBezTo>
                    <a:pt x="668" y="356"/>
                    <a:pt x="700" y="332"/>
                    <a:pt x="728" y="308"/>
                  </a:cubicBezTo>
                  <a:cubicBezTo>
                    <a:pt x="764" y="272"/>
                    <a:pt x="796" y="228"/>
                    <a:pt x="816" y="184"/>
                  </a:cubicBezTo>
                  <a:cubicBezTo>
                    <a:pt x="828" y="152"/>
                    <a:pt x="836" y="124"/>
                    <a:pt x="836" y="88"/>
                  </a:cubicBezTo>
                  <a:cubicBezTo>
                    <a:pt x="836" y="68"/>
                    <a:pt x="828" y="48"/>
                    <a:pt x="812" y="28"/>
                  </a:cubicBezTo>
                  <a:cubicBezTo>
                    <a:pt x="796" y="12"/>
                    <a:pt x="772" y="0"/>
                    <a:pt x="74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70"/>
            <p:cNvSpPr/>
            <p:nvPr/>
          </p:nvSpPr>
          <p:spPr>
            <a:xfrm flipH="1">
              <a:off x="3005585" y="1782808"/>
              <a:ext cx="109874" cy="142151"/>
            </a:xfrm>
            <a:custGeom>
              <a:avLst/>
              <a:gdLst/>
              <a:ahLst/>
              <a:cxnLst/>
              <a:rect l="l" t="t" r="r" b="b"/>
              <a:pathLst>
                <a:path w="817" h="1057" extrusionOk="0">
                  <a:moveTo>
                    <a:pt x="744" y="76"/>
                  </a:moveTo>
                  <a:cubicBezTo>
                    <a:pt x="740" y="76"/>
                    <a:pt x="744" y="76"/>
                    <a:pt x="744" y="84"/>
                  </a:cubicBezTo>
                  <a:cubicBezTo>
                    <a:pt x="744" y="92"/>
                    <a:pt x="756" y="132"/>
                    <a:pt x="744" y="156"/>
                  </a:cubicBezTo>
                  <a:lnTo>
                    <a:pt x="744" y="160"/>
                  </a:lnTo>
                  <a:cubicBezTo>
                    <a:pt x="724" y="196"/>
                    <a:pt x="684" y="224"/>
                    <a:pt x="664" y="264"/>
                  </a:cubicBezTo>
                  <a:cubicBezTo>
                    <a:pt x="672" y="228"/>
                    <a:pt x="684" y="188"/>
                    <a:pt x="696" y="144"/>
                  </a:cubicBezTo>
                  <a:cubicBezTo>
                    <a:pt x="700" y="124"/>
                    <a:pt x="708" y="108"/>
                    <a:pt x="716" y="92"/>
                  </a:cubicBezTo>
                  <a:cubicBezTo>
                    <a:pt x="720" y="84"/>
                    <a:pt x="728" y="76"/>
                    <a:pt x="740" y="76"/>
                  </a:cubicBezTo>
                  <a:close/>
                  <a:moveTo>
                    <a:pt x="740" y="0"/>
                  </a:moveTo>
                  <a:cubicBezTo>
                    <a:pt x="700" y="4"/>
                    <a:pt x="668" y="24"/>
                    <a:pt x="656" y="60"/>
                  </a:cubicBezTo>
                  <a:cubicBezTo>
                    <a:pt x="644" y="80"/>
                    <a:pt x="640" y="104"/>
                    <a:pt x="636" y="132"/>
                  </a:cubicBezTo>
                  <a:cubicBezTo>
                    <a:pt x="624" y="212"/>
                    <a:pt x="620" y="280"/>
                    <a:pt x="612" y="332"/>
                  </a:cubicBezTo>
                  <a:cubicBezTo>
                    <a:pt x="612" y="352"/>
                    <a:pt x="612" y="372"/>
                    <a:pt x="608" y="384"/>
                  </a:cubicBezTo>
                  <a:cubicBezTo>
                    <a:pt x="608" y="396"/>
                    <a:pt x="592" y="420"/>
                    <a:pt x="588" y="440"/>
                  </a:cubicBezTo>
                  <a:cubicBezTo>
                    <a:pt x="568" y="488"/>
                    <a:pt x="544" y="540"/>
                    <a:pt x="516" y="588"/>
                  </a:cubicBezTo>
                  <a:cubicBezTo>
                    <a:pt x="492" y="636"/>
                    <a:pt x="456" y="672"/>
                    <a:pt x="412" y="700"/>
                  </a:cubicBezTo>
                  <a:cubicBezTo>
                    <a:pt x="368" y="720"/>
                    <a:pt x="324" y="740"/>
                    <a:pt x="276" y="756"/>
                  </a:cubicBezTo>
                  <a:cubicBezTo>
                    <a:pt x="236" y="776"/>
                    <a:pt x="192" y="792"/>
                    <a:pt x="152" y="816"/>
                  </a:cubicBezTo>
                  <a:cubicBezTo>
                    <a:pt x="92" y="852"/>
                    <a:pt x="40" y="908"/>
                    <a:pt x="12" y="972"/>
                  </a:cubicBezTo>
                  <a:cubicBezTo>
                    <a:pt x="4" y="992"/>
                    <a:pt x="0" y="1012"/>
                    <a:pt x="0" y="1032"/>
                  </a:cubicBezTo>
                  <a:lnTo>
                    <a:pt x="0" y="1052"/>
                  </a:lnTo>
                  <a:cubicBezTo>
                    <a:pt x="0" y="1052"/>
                    <a:pt x="0" y="1056"/>
                    <a:pt x="4" y="1056"/>
                  </a:cubicBezTo>
                  <a:cubicBezTo>
                    <a:pt x="4" y="1056"/>
                    <a:pt x="8" y="1056"/>
                    <a:pt x="8" y="1052"/>
                  </a:cubicBezTo>
                  <a:lnTo>
                    <a:pt x="12" y="1032"/>
                  </a:lnTo>
                  <a:cubicBezTo>
                    <a:pt x="16" y="1016"/>
                    <a:pt x="24" y="1000"/>
                    <a:pt x="36" y="984"/>
                  </a:cubicBezTo>
                  <a:cubicBezTo>
                    <a:pt x="76" y="932"/>
                    <a:pt x="124" y="892"/>
                    <a:pt x="180" y="864"/>
                  </a:cubicBezTo>
                  <a:cubicBezTo>
                    <a:pt x="216" y="848"/>
                    <a:pt x="260" y="832"/>
                    <a:pt x="300" y="812"/>
                  </a:cubicBezTo>
                  <a:cubicBezTo>
                    <a:pt x="348" y="788"/>
                    <a:pt x="392" y="760"/>
                    <a:pt x="432" y="728"/>
                  </a:cubicBezTo>
                  <a:cubicBezTo>
                    <a:pt x="472" y="688"/>
                    <a:pt x="504" y="644"/>
                    <a:pt x="532" y="596"/>
                  </a:cubicBezTo>
                  <a:cubicBezTo>
                    <a:pt x="560" y="548"/>
                    <a:pt x="588" y="500"/>
                    <a:pt x="616" y="452"/>
                  </a:cubicBezTo>
                  <a:cubicBezTo>
                    <a:pt x="648" y="404"/>
                    <a:pt x="676" y="360"/>
                    <a:pt x="704" y="312"/>
                  </a:cubicBezTo>
                  <a:lnTo>
                    <a:pt x="780" y="172"/>
                  </a:lnTo>
                  <a:cubicBezTo>
                    <a:pt x="796" y="144"/>
                    <a:pt x="808" y="116"/>
                    <a:pt x="812" y="88"/>
                  </a:cubicBezTo>
                  <a:cubicBezTo>
                    <a:pt x="816" y="64"/>
                    <a:pt x="812" y="44"/>
                    <a:pt x="800" y="28"/>
                  </a:cubicBezTo>
                  <a:cubicBezTo>
                    <a:pt x="784" y="8"/>
                    <a:pt x="764" y="0"/>
                    <a:pt x="74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70"/>
            <p:cNvSpPr/>
            <p:nvPr/>
          </p:nvSpPr>
          <p:spPr>
            <a:xfrm flipH="1">
              <a:off x="2950178" y="1858658"/>
              <a:ext cx="145378" cy="89970"/>
            </a:xfrm>
            <a:custGeom>
              <a:avLst/>
              <a:gdLst/>
              <a:ahLst/>
              <a:cxnLst/>
              <a:rect l="l" t="t" r="r" b="b"/>
              <a:pathLst>
                <a:path w="1081" h="669" extrusionOk="0">
                  <a:moveTo>
                    <a:pt x="968" y="72"/>
                  </a:moveTo>
                  <a:cubicBezTo>
                    <a:pt x="980" y="72"/>
                    <a:pt x="992" y="76"/>
                    <a:pt x="1000" y="84"/>
                  </a:cubicBezTo>
                  <a:cubicBezTo>
                    <a:pt x="1012" y="88"/>
                    <a:pt x="1016" y="96"/>
                    <a:pt x="1016" y="108"/>
                  </a:cubicBezTo>
                  <a:cubicBezTo>
                    <a:pt x="1016" y="128"/>
                    <a:pt x="988" y="152"/>
                    <a:pt x="960" y="164"/>
                  </a:cubicBezTo>
                  <a:cubicBezTo>
                    <a:pt x="932" y="176"/>
                    <a:pt x="908" y="188"/>
                    <a:pt x="884" y="204"/>
                  </a:cubicBezTo>
                  <a:cubicBezTo>
                    <a:pt x="884" y="205"/>
                    <a:pt x="883" y="205"/>
                    <a:pt x="883" y="205"/>
                  </a:cubicBezTo>
                  <a:lnTo>
                    <a:pt x="883" y="205"/>
                  </a:lnTo>
                  <a:cubicBezTo>
                    <a:pt x="886" y="184"/>
                    <a:pt x="891" y="162"/>
                    <a:pt x="896" y="140"/>
                  </a:cubicBezTo>
                  <a:cubicBezTo>
                    <a:pt x="908" y="104"/>
                    <a:pt x="932" y="80"/>
                    <a:pt x="968" y="72"/>
                  </a:cubicBezTo>
                  <a:close/>
                  <a:moveTo>
                    <a:pt x="956" y="0"/>
                  </a:moveTo>
                  <a:cubicBezTo>
                    <a:pt x="924" y="4"/>
                    <a:pt x="896" y="16"/>
                    <a:pt x="872" y="40"/>
                  </a:cubicBezTo>
                  <a:cubicBezTo>
                    <a:pt x="852" y="64"/>
                    <a:pt x="836" y="88"/>
                    <a:pt x="828" y="120"/>
                  </a:cubicBezTo>
                  <a:cubicBezTo>
                    <a:pt x="816" y="172"/>
                    <a:pt x="812" y="224"/>
                    <a:pt x="816" y="280"/>
                  </a:cubicBezTo>
                  <a:cubicBezTo>
                    <a:pt x="816" y="328"/>
                    <a:pt x="804" y="376"/>
                    <a:pt x="776" y="412"/>
                  </a:cubicBezTo>
                  <a:cubicBezTo>
                    <a:pt x="736" y="448"/>
                    <a:pt x="688" y="472"/>
                    <a:pt x="640" y="480"/>
                  </a:cubicBezTo>
                  <a:cubicBezTo>
                    <a:pt x="592" y="492"/>
                    <a:pt x="540" y="500"/>
                    <a:pt x="488" y="504"/>
                  </a:cubicBezTo>
                  <a:cubicBezTo>
                    <a:pt x="440" y="512"/>
                    <a:pt x="392" y="512"/>
                    <a:pt x="348" y="516"/>
                  </a:cubicBezTo>
                  <a:lnTo>
                    <a:pt x="220" y="524"/>
                  </a:lnTo>
                  <a:cubicBezTo>
                    <a:pt x="180" y="528"/>
                    <a:pt x="144" y="532"/>
                    <a:pt x="108" y="544"/>
                  </a:cubicBezTo>
                  <a:cubicBezTo>
                    <a:pt x="76" y="556"/>
                    <a:pt x="52" y="572"/>
                    <a:pt x="28" y="596"/>
                  </a:cubicBezTo>
                  <a:cubicBezTo>
                    <a:pt x="12" y="616"/>
                    <a:pt x="0" y="640"/>
                    <a:pt x="0" y="668"/>
                  </a:cubicBezTo>
                  <a:lnTo>
                    <a:pt x="4" y="668"/>
                  </a:lnTo>
                  <a:cubicBezTo>
                    <a:pt x="8" y="664"/>
                    <a:pt x="12" y="656"/>
                    <a:pt x="16" y="652"/>
                  </a:cubicBezTo>
                  <a:cubicBezTo>
                    <a:pt x="24" y="636"/>
                    <a:pt x="36" y="624"/>
                    <a:pt x="48" y="616"/>
                  </a:cubicBezTo>
                  <a:cubicBezTo>
                    <a:pt x="72" y="600"/>
                    <a:pt x="96" y="592"/>
                    <a:pt x="120" y="588"/>
                  </a:cubicBezTo>
                  <a:cubicBezTo>
                    <a:pt x="152" y="584"/>
                    <a:pt x="188" y="580"/>
                    <a:pt x="224" y="580"/>
                  </a:cubicBezTo>
                  <a:cubicBezTo>
                    <a:pt x="268" y="580"/>
                    <a:pt x="312" y="580"/>
                    <a:pt x="352" y="572"/>
                  </a:cubicBezTo>
                  <a:cubicBezTo>
                    <a:pt x="400" y="564"/>
                    <a:pt x="448" y="552"/>
                    <a:pt x="496" y="540"/>
                  </a:cubicBezTo>
                  <a:cubicBezTo>
                    <a:pt x="548" y="524"/>
                    <a:pt x="596" y="512"/>
                    <a:pt x="648" y="500"/>
                  </a:cubicBezTo>
                  <a:cubicBezTo>
                    <a:pt x="700" y="488"/>
                    <a:pt x="752" y="468"/>
                    <a:pt x="800" y="440"/>
                  </a:cubicBezTo>
                  <a:cubicBezTo>
                    <a:pt x="848" y="400"/>
                    <a:pt x="876" y="344"/>
                    <a:pt x="876" y="284"/>
                  </a:cubicBezTo>
                  <a:cubicBezTo>
                    <a:pt x="876" y="268"/>
                    <a:pt x="877" y="252"/>
                    <a:pt x="879" y="236"/>
                  </a:cubicBezTo>
                  <a:lnTo>
                    <a:pt x="879" y="236"/>
                  </a:lnTo>
                  <a:cubicBezTo>
                    <a:pt x="885" y="232"/>
                    <a:pt x="891" y="230"/>
                    <a:pt x="896" y="228"/>
                  </a:cubicBezTo>
                  <a:cubicBezTo>
                    <a:pt x="916" y="220"/>
                    <a:pt x="940" y="216"/>
                    <a:pt x="976" y="208"/>
                  </a:cubicBezTo>
                  <a:cubicBezTo>
                    <a:pt x="992" y="200"/>
                    <a:pt x="1012" y="192"/>
                    <a:pt x="1028" y="184"/>
                  </a:cubicBezTo>
                  <a:cubicBezTo>
                    <a:pt x="1052" y="168"/>
                    <a:pt x="1068" y="144"/>
                    <a:pt x="1072" y="120"/>
                  </a:cubicBezTo>
                  <a:cubicBezTo>
                    <a:pt x="1080" y="88"/>
                    <a:pt x="1068" y="56"/>
                    <a:pt x="1044" y="32"/>
                  </a:cubicBezTo>
                  <a:cubicBezTo>
                    <a:pt x="1020" y="12"/>
                    <a:pt x="988" y="0"/>
                    <a:pt x="95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70"/>
            <p:cNvSpPr/>
            <p:nvPr/>
          </p:nvSpPr>
          <p:spPr>
            <a:xfrm flipH="1">
              <a:off x="3031407" y="1956025"/>
              <a:ext cx="98578" cy="103150"/>
            </a:xfrm>
            <a:custGeom>
              <a:avLst/>
              <a:gdLst/>
              <a:ahLst/>
              <a:cxnLst/>
              <a:rect l="l" t="t" r="r" b="b"/>
              <a:pathLst>
                <a:path w="733" h="767" extrusionOk="0">
                  <a:moveTo>
                    <a:pt x="481" y="641"/>
                  </a:moveTo>
                  <a:cubicBezTo>
                    <a:pt x="503" y="646"/>
                    <a:pt x="526" y="649"/>
                    <a:pt x="548" y="652"/>
                  </a:cubicBezTo>
                  <a:cubicBezTo>
                    <a:pt x="572" y="656"/>
                    <a:pt x="596" y="660"/>
                    <a:pt x="620" y="668"/>
                  </a:cubicBezTo>
                  <a:cubicBezTo>
                    <a:pt x="628" y="672"/>
                    <a:pt x="638" y="676"/>
                    <a:pt x="646" y="679"/>
                  </a:cubicBezTo>
                  <a:lnTo>
                    <a:pt x="646" y="679"/>
                  </a:lnTo>
                  <a:cubicBezTo>
                    <a:pt x="633" y="689"/>
                    <a:pt x="617" y="695"/>
                    <a:pt x="600" y="695"/>
                  </a:cubicBezTo>
                  <a:cubicBezTo>
                    <a:pt x="593" y="695"/>
                    <a:pt x="587" y="694"/>
                    <a:pt x="580" y="692"/>
                  </a:cubicBezTo>
                  <a:cubicBezTo>
                    <a:pt x="564" y="692"/>
                    <a:pt x="544" y="688"/>
                    <a:pt x="532" y="676"/>
                  </a:cubicBezTo>
                  <a:cubicBezTo>
                    <a:pt x="512" y="668"/>
                    <a:pt x="497" y="653"/>
                    <a:pt x="481" y="641"/>
                  </a:cubicBezTo>
                  <a:close/>
                  <a:moveTo>
                    <a:pt x="51" y="0"/>
                  </a:moveTo>
                  <a:cubicBezTo>
                    <a:pt x="35" y="0"/>
                    <a:pt x="18" y="6"/>
                    <a:pt x="4" y="16"/>
                  </a:cubicBezTo>
                  <a:lnTo>
                    <a:pt x="0" y="20"/>
                  </a:lnTo>
                  <a:cubicBezTo>
                    <a:pt x="0" y="24"/>
                    <a:pt x="0" y="24"/>
                    <a:pt x="0" y="24"/>
                  </a:cubicBezTo>
                  <a:cubicBezTo>
                    <a:pt x="2" y="26"/>
                    <a:pt x="3" y="27"/>
                    <a:pt x="4" y="27"/>
                  </a:cubicBezTo>
                  <a:cubicBezTo>
                    <a:pt x="5" y="27"/>
                    <a:pt x="6" y="26"/>
                    <a:pt x="8" y="24"/>
                  </a:cubicBezTo>
                  <a:cubicBezTo>
                    <a:pt x="12" y="24"/>
                    <a:pt x="15" y="24"/>
                    <a:pt x="18" y="24"/>
                  </a:cubicBezTo>
                  <a:cubicBezTo>
                    <a:pt x="55" y="24"/>
                    <a:pt x="90" y="44"/>
                    <a:pt x="104" y="80"/>
                  </a:cubicBezTo>
                  <a:cubicBezTo>
                    <a:pt x="116" y="120"/>
                    <a:pt x="128" y="164"/>
                    <a:pt x="132" y="208"/>
                  </a:cubicBezTo>
                  <a:cubicBezTo>
                    <a:pt x="140" y="232"/>
                    <a:pt x="148" y="252"/>
                    <a:pt x="156" y="276"/>
                  </a:cubicBezTo>
                  <a:cubicBezTo>
                    <a:pt x="168" y="296"/>
                    <a:pt x="176" y="320"/>
                    <a:pt x="192" y="340"/>
                  </a:cubicBezTo>
                  <a:cubicBezTo>
                    <a:pt x="216" y="380"/>
                    <a:pt x="244" y="416"/>
                    <a:pt x="276" y="452"/>
                  </a:cubicBezTo>
                  <a:cubicBezTo>
                    <a:pt x="304" y="492"/>
                    <a:pt x="328" y="528"/>
                    <a:pt x="356" y="568"/>
                  </a:cubicBezTo>
                  <a:cubicBezTo>
                    <a:pt x="380" y="608"/>
                    <a:pt x="408" y="644"/>
                    <a:pt x="436" y="684"/>
                  </a:cubicBezTo>
                  <a:cubicBezTo>
                    <a:pt x="472" y="724"/>
                    <a:pt x="520" y="752"/>
                    <a:pt x="572" y="764"/>
                  </a:cubicBezTo>
                  <a:cubicBezTo>
                    <a:pt x="583" y="766"/>
                    <a:pt x="593" y="767"/>
                    <a:pt x="604" y="767"/>
                  </a:cubicBezTo>
                  <a:cubicBezTo>
                    <a:pt x="623" y="767"/>
                    <a:pt x="641" y="764"/>
                    <a:pt x="656" y="756"/>
                  </a:cubicBezTo>
                  <a:cubicBezTo>
                    <a:pt x="688" y="744"/>
                    <a:pt x="712" y="724"/>
                    <a:pt x="728" y="696"/>
                  </a:cubicBezTo>
                  <a:lnTo>
                    <a:pt x="728" y="692"/>
                  </a:lnTo>
                  <a:cubicBezTo>
                    <a:pt x="732" y="680"/>
                    <a:pt x="732" y="664"/>
                    <a:pt x="720" y="656"/>
                  </a:cubicBezTo>
                  <a:cubicBezTo>
                    <a:pt x="708" y="640"/>
                    <a:pt x="696" y="632"/>
                    <a:pt x="680" y="624"/>
                  </a:cubicBezTo>
                  <a:cubicBezTo>
                    <a:pt x="664" y="616"/>
                    <a:pt x="648" y="612"/>
                    <a:pt x="632" y="608"/>
                  </a:cubicBezTo>
                  <a:cubicBezTo>
                    <a:pt x="613" y="606"/>
                    <a:pt x="593" y="603"/>
                    <a:pt x="573" y="603"/>
                  </a:cubicBezTo>
                  <a:cubicBezTo>
                    <a:pt x="565" y="603"/>
                    <a:pt x="557" y="603"/>
                    <a:pt x="548" y="604"/>
                  </a:cubicBezTo>
                  <a:lnTo>
                    <a:pt x="472" y="604"/>
                  </a:lnTo>
                  <a:cubicBezTo>
                    <a:pt x="460" y="604"/>
                    <a:pt x="448" y="600"/>
                    <a:pt x="436" y="596"/>
                  </a:cubicBezTo>
                  <a:cubicBezTo>
                    <a:pt x="435" y="596"/>
                    <a:pt x="433" y="595"/>
                    <a:pt x="431" y="595"/>
                  </a:cubicBezTo>
                  <a:lnTo>
                    <a:pt x="431" y="595"/>
                  </a:lnTo>
                  <a:cubicBezTo>
                    <a:pt x="414" y="578"/>
                    <a:pt x="397" y="561"/>
                    <a:pt x="380" y="544"/>
                  </a:cubicBezTo>
                  <a:cubicBezTo>
                    <a:pt x="348" y="512"/>
                    <a:pt x="316" y="476"/>
                    <a:pt x="292" y="440"/>
                  </a:cubicBezTo>
                  <a:cubicBezTo>
                    <a:pt x="268" y="400"/>
                    <a:pt x="244" y="360"/>
                    <a:pt x="232" y="316"/>
                  </a:cubicBezTo>
                  <a:cubicBezTo>
                    <a:pt x="224" y="296"/>
                    <a:pt x="216" y="276"/>
                    <a:pt x="212" y="256"/>
                  </a:cubicBezTo>
                  <a:lnTo>
                    <a:pt x="192" y="192"/>
                  </a:lnTo>
                  <a:cubicBezTo>
                    <a:pt x="184" y="144"/>
                    <a:pt x="168" y="96"/>
                    <a:pt x="140" y="56"/>
                  </a:cubicBezTo>
                  <a:cubicBezTo>
                    <a:pt x="128" y="32"/>
                    <a:pt x="104" y="12"/>
                    <a:pt x="76" y="4"/>
                  </a:cubicBezTo>
                  <a:cubicBezTo>
                    <a:pt x="68" y="2"/>
                    <a:pt x="60" y="0"/>
                    <a:pt x="5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70"/>
            <p:cNvSpPr/>
            <p:nvPr/>
          </p:nvSpPr>
          <p:spPr>
            <a:xfrm flipH="1">
              <a:off x="3156209" y="1957101"/>
              <a:ext cx="100191" cy="99788"/>
            </a:xfrm>
            <a:custGeom>
              <a:avLst/>
              <a:gdLst/>
              <a:ahLst/>
              <a:cxnLst/>
              <a:rect l="l" t="t" r="r" b="b"/>
              <a:pathLst>
                <a:path w="745" h="742" extrusionOk="0">
                  <a:moveTo>
                    <a:pt x="128" y="628"/>
                  </a:moveTo>
                  <a:cubicBezTo>
                    <a:pt x="140" y="628"/>
                    <a:pt x="168" y="636"/>
                    <a:pt x="192" y="640"/>
                  </a:cubicBezTo>
                  <a:cubicBezTo>
                    <a:pt x="184" y="644"/>
                    <a:pt x="176" y="648"/>
                    <a:pt x="168" y="652"/>
                  </a:cubicBezTo>
                  <a:cubicBezTo>
                    <a:pt x="160" y="656"/>
                    <a:pt x="144" y="672"/>
                    <a:pt x="128" y="676"/>
                  </a:cubicBezTo>
                  <a:lnTo>
                    <a:pt x="120" y="680"/>
                  </a:lnTo>
                  <a:cubicBezTo>
                    <a:pt x="100" y="680"/>
                    <a:pt x="84" y="672"/>
                    <a:pt x="76" y="660"/>
                  </a:cubicBezTo>
                  <a:cubicBezTo>
                    <a:pt x="72" y="656"/>
                    <a:pt x="72" y="656"/>
                    <a:pt x="72" y="652"/>
                  </a:cubicBezTo>
                  <a:cubicBezTo>
                    <a:pt x="68" y="628"/>
                    <a:pt x="116" y="628"/>
                    <a:pt x="128" y="628"/>
                  </a:cubicBezTo>
                  <a:close/>
                  <a:moveTo>
                    <a:pt x="740" y="0"/>
                  </a:moveTo>
                  <a:cubicBezTo>
                    <a:pt x="672" y="0"/>
                    <a:pt x="608" y="16"/>
                    <a:pt x="548" y="48"/>
                  </a:cubicBezTo>
                  <a:cubicBezTo>
                    <a:pt x="540" y="56"/>
                    <a:pt x="536" y="64"/>
                    <a:pt x="536" y="72"/>
                  </a:cubicBezTo>
                  <a:lnTo>
                    <a:pt x="536" y="76"/>
                  </a:lnTo>
                  <a:cubicBezTo>
                    <a:pt x="540" y="120"/>
                    <a:pt x="532" y="168"/>
                    <a:pt x="516" y="208"/>
                  </a:cubicBezTo>
                  <a:cubicBezTo>
                    <a:pt x="504" y="256"/>
                    <a:pt x="488" y="304"/>
                    <a:pt x="468" y="348"/>
                  </a:cubicBezTo>
                  <a:cubicBezTo>
                    <a:pt x="424" y="436"/>
                    <a:pt x="364" y="516"/>
                    <a:pt x="284" y="576"/>
                  </a:cubicBezTo>
                  <a:cubicBezTo>
                    <a:pt x="268" y="592"/>
                    <a:pt x="252" y="604"/>
                    <a:pt x="236" y="616"/>
                  </a:cubicBezTo>
                  <a:cubicBezTo>
                    <a:pt x="228" y="612"/>
                    <a:pt x="216" y="612"/>
                    <a:pt x="208" y="608"/>
                  </a:cubicBezTo>
                  <a:cubicBezTo>
                    <a:pt x="188" y="600"/>
                    <a:pt x="164" y="588"/>
                    <a:pt x="140" y="580"/>
                  </a:cubicBezTo>
                  <a:cubicBezTo>
                    <a:pt x="126" y="573"/>
                    <a:pt x="111" y="570"/>
                    <a:pt x="97" y="570"/>
                  </a:cubicBezTo>
                  <a:cubicBezTo>
                    <a:pt x="78" y="570"/>
                    <a:pt x="60" y="575"/>
                    <a:pt x="44" y="584"/>
                  </a:cubicBezTo>
                  <a:cubicBezTo>
                    <a:pt x="28" y="596"/>
                    <a:pt x="12" y="612"/>
                    <a:pt x="8" y="628"/>
                  </a:cubicBezTo>
                  <a:cubicBezTo>
                    <a:pt x="0" y="652"/>
                    <a:pt x="4" y="676"/>
                    <a:pt x="16" y="692"/>
                  </a:cubicBezTo>
                  <a:cubicBezTo>
                    <a:pt x="34" y="725"/>
                    <a:pt x="68" y="741"/>
                    <a:pt x="104" y="741"/>
                  </a:cubicBezTo>
                  <a:cubicBezTo>
                    <a:pt x="108" y="741"/>
                    <a:pt x="112" y="741"/>
                    <a:pt x="116" y="740"/>
                  </a:cubicBezTo>
                  <a:cubicBezTo>
                    <a:pt x="144" y="736"/>
                    <a:pt x="172" y="728"/>
                    <a:pt x="196" y="716"/>
                  </a:cubicBezTo>
                  <a:cubicBezTo>
                    <a:pt x="248" y="692"/>
                    <a:pt x="288" y="660"/>
                    <a:pt x="328" y="620"/>
                  </a:cubicBezTo>
                  <a:cubicBezTo>
                    <a:pt x="360" y="580"/>
                    <a:pt x="388" y="536"/>
                    <a:pt x="412" y="492"/>
                  </a:cubicBezTo>
                  <a:cubicBezTo>
                    <a:pt x="440" y="448"/>
                    <a:pt x="464" y="404"/>
                    <a:pt x="492" y="360"/>
                  </a:cubicBezTo>
                  <a:cubicBezTo>
                    <a:pt x="524" y="320"/>
                    <a:pt x="548" y="276"/>
                    <a:pt x="572" y="228"/>
                  </a:cubicBezTo>
                  <a:cubicBezTo>
                    <a:pt x="592" y="184"/>
                    <a:pt x="600" y="136"/>
                    <a:pt x="596" y="88"/>
                  </a:cubicBezTo>
                  <a:cubicBezTo>
                    <a:pt x="644" y="56"/>
                    <a:pt x="692" y="28"/>
                    <a:pt x="744" y="4"/>
                  </a:cubicBezTo>
                  <a:cubicBezTo>
                    <a:pt x="744" y="0"/>
                    <a:pt x="740" y="0"/>
                    <a:pt x="74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70"/>
            <p:cNvSpPr/>
            <p:nvPr/>
          </p:nvSpPr>
          <p:spPr>
            <a:xfrm flipH="1">
              <a:off x="3170195" y="1931683"/>
              <a:ext cx="156137" cy="51104"/>
            </a:xfrm>
            <a:custGeom>
              <a:avLst/>
              <a:gdLst/>
              <a:ahLst/>
              <a:cxnLst/>
              <a:rect l="l" t="t" r="r" b="b"/>
              <a:pathLst>
                <a:path w="1161" h="380" extrusionOk="0">
                  <a:moveTo>
                    <a:pt x="192" y="245"/>
                  </a:moveTo>
                  <a:cubicBezTo>
                    <a:pt x="210" y="248"/>
                    <a:pt x="228" y="251"/>
                    <a:pt x="246" y="254"/>
                  </a:cubicBezTo>
                  <a:lnTo>
                    <a:pt x="246" y="254"/>
                  </a:lnTo>
                  <a:cubicBezTo>
                    <a:pt x="235" y="258"/>
                    <a:pt x="223" y="262"/>
                    <a:pt x="212" y="269"/>
                  </a:cubicBezTo>
                  <a:cubicBezTo>
                    <a:pt x="204" y="273"/>
                    <a:pt x="192" y="281"/>
                    <a:pt x="184" y="289"/>
                  </a:cubicBezTo>
                  <a:cubicBezTo>
                    <a:pt x="176" y="297"/>
                    <a:pt x="168" y="301"/>
                    <a:pt x="160" y="305"/>
                  </a:cubicBezTo>
                  <a:cubicBezTo>
                    <a:pt x="143" y="316"/>
                    <a:pt x="124" y="321"/>
                    <a:pt x="105" y="321"/>
                  </a:cubicBezTo>
                  <a:cubicBezTo>
                    <a:pt x="94" y="321"/>
                    <a:pt x="82" y="319"/>
                    <a:pt x="71" y="316"/>
                  </a:cubicBezTo>
                  <a:lnTo>
                    <a:pt x="71" y="316"/>
                  </a:lnTo>
                  <a:cubicBezTo>
                    <a:pt x="74" y="293"/>
                    <a:pt x="98" y="263"/>
                    <a:pt x="128" y="253"/>
                  </a:cubicBezTo>
                  <a:cubicBezTo>
                    <a:pt x="148" y="249"/>
                    <a:pt x="172" y="245"/>
                    <a:pt x="192" y="245"/>
                  </a:cubicBezTo>
                  <a:close/>
                  <a:moveTo>
                    <a:pt x="979" y="1"/>
                  </a:moveTo>
                  <a:cubicBezTo>
                    <a:pt x="930" y="1"/>
                    <a:pt x="882" y="12"/>
                    <a:pt x="836" y="33"/>
                  </a:cubicBezTo>
                  <a:cubicBezTo>
                    <a:pt x="808" y="45"/>
                    <a:pt x="784" y="61"/>
                    <a:pt x="764" y="77"/>
                  </a:cubicBezTo>
                  <a:cubicBezTo>
                    <a:pt x="740" y="97"/>
                    <a:pt x="724" y="117"/>
                    <a:pt x="704" y="133"/>
                  </a:cubicBezTo>
                  <a:cubicBezTo>
                    <a:pt x="672" y="173"/>
                    <a:pt x="628" y="209"/>
                    <a:pt x="584" y="229"/>
                  </a:cubicBezTo>
                  <a:cubicBezTo>
                    <a:pt x="556" y="241"/>
                    <a:pt x="527" y="247"/>
                    <a:pt x="497" y="247"/>
                  </a:cubicBezTo>
                  <a:cubicBezTo>
                    <a:pt x="476" y="247"/>
                    <a:pt x="454" y="244"/>
                    <a:pt x="432" y="237"/>
                  </a:cubicBezTo>
                  <a:cubicBezTo>
                    <a:pt x="384" y="229"/>
                    <a:pt x="332" y="209"/>
                    <a:pt x="284" y="197"/>
                  </a:cubicBezTo>
                  <a:cubicBezTo>
                    <a:pt x="248" y="182"/>
                    <a:pt x="209" y="175"/>
                    <a:pt x="170" y="175"/>
                  </a:cubicBezTo>
                  <a:cubicBezTo>
                    <a:pt x="148" y="175"/>
                    <a:pt x="126" y="177"/>
                    <a:pt x="104" y="181"/>
                  </a:cubicBezTo>
                  <a:cubicBezTo>
                    <a:pt x="72" y="193"/>
                    <a:pt x="44" y="217"/>
                    <a:pt x="24" y="245"/>
                  </a:cubicBezTo>
                  <a:cubicBezTo>
                    <a:pt x="4" y="277"/>
                    <a:pt x="0" y="317"/>
                    <a:pt x="12" y="349"/>
                  </a:cubicBezTo>
                  <a:lnTo>
                    <a:pt x="12" y="353"/>
                  </a:lnTo>
                  <a:cubicBezTo>
                    <a:pt x="16" y="361"/>
                    <a:pt x="20" y="369"/>
                    <a:pt x="28" y="369"/>
                  </a:cubicBezTo>
                  <a:cubicBezTo>
                    <a:pt x="47" y="376"/>
                    <a:pt x="65" y="379"/>
                    <a:pt x="83" y="379"/>
                  </a:cubicBezTo>
                  <a:cubicBezTo>
                    <a:pt x="119" y="379"/>
                    <a:pt x="155" y="366"/>
                    <a:pt x="184" y="341"/>
                  </a:cubicBezTo>
                  <a:cubicBezTo>
                    <a:pt x="192" y="333"/>
                    <a:pt x="204" y="325"/>
                    <a:pt x="208" y="313"/>
                  </a:cubicBezTo>
                  <a:lnTo>
                    <a:pt x="232" y="289"/>
                  </a:lnTo>
                  <a:cubicBezTo>
                    <a:pt x="242" y="276"/>
                    <a:pt x="255" y="263"/>
                    <a:pt x="270" y="263"/>
                  </a:cubicBezTo>
                  <a:cubicBezTo>
                    <a:pt x="273" y="263"/>
                    <a:pt x="277" y="264"/>
                    <a:pt x="280" y="265"/>
                  </a:cubicBezTo>
                  <a:lnTo>
                    <a:pt x="284" y="265"/>
                  </a:lnTo>
                  <a:cubicBezTo>
                    <a:pt x="286" y="265"/>
                    <a:pt x="287" y="265"/>
                    <a:pt x="287" y="264"/>
                  </a:cubicBezTo>
                  <a:lnTo>
                    <a:pt x="287" y="264"/>
                  </a:lnTo>
                  <a:cubicBezTo>
                    <a:pt x="335" y="275"/>
                    <a:pt x="380" y="281"/>
                    <a:pt x="428" y="281"/>
                  </a:cubicBezTo>
                  <a:cubicBezTo>
                    <a:pt x="435" y="282"/>
                    <a:pt x="443" y="282"/>
                    <a:pt x="450" y="282"/>
                  </a:cubicBezTo>
                  <a:cubicBezTo>
                    <a:pt x="498" y="282"/>
                    <a:pt x="546" y="270"/>
                    <a:pt x="588" y="249"/>
                  </a:cubicBezTo>
                  <a:cubicBezTo>
                    <a:pt x="640" y="225"/>
                    <a:pt x="684" y="197"/>
                    <a:pt x="728" y="165"/>
                  </a:cubicBezTo>
                  <a:cubicBezTo>
                    <a:pt x="772" y="137"/>
                    <a:pt x="816" y="113"/>
                    <a:pt x="860" y="89"/>
                  </a:cubicBezTo>
                  <a:cubicBezTo>
                    <a:pt x="904" y="69"/>
                    <a:pt x="952" y="57"/>
                    <a:pt x="1004" y="53"/>
                  </a:cubicBezTo>
                  <a:cubicBezTo>
                    <a:pt x="1021" y="51"/>
                    <a:pt x="1039" y="49"/>
                    <a:pt x="1057" y="49"/>
                  </a:cubicBezTo>
                  <a:cubicBezTo>
                    <a:pt x="1089" y="49"/>
                    <a:pt x="1123" y="54"/>
                    <a:pt x="1156" y="61"/>
                  </a:cubicBezTo>
                  <a:cubicBezTo>
                    <a:pt x="1156" y="57"/>
                    <a:pt x="1160" y="57"/>
                    <a:pt x="1160" y="57"/>
                  </a:cubicBezTo>
                  <a:cubicBezTo>
                    <a:pt x="1160" y="53"/>
                    <a:pt x="1160" y="53"/>
                    <a:pt x="1160" y="49"/>
                  </a:cubicBezTo>
                  <a:cubicBezTo>
                    <a:pt x="1112" y="21"/>
                    <a:pt x="1056" y="5"/>
                    <a:pt x="1000" y="1"/>
                  </a:cubicBezTo>
                  <a:cubicBezTo>
                    <a:pt x="993" y="1"/>
                    <a:pt x="986" y="1"/>
                    <a:pt x="97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70"/>
            <p:cNvSpPr/>
            <p:nvPr/>
          </p:nvSpPr>
          <p:spPr>
            <a:xfrm flipH="1">
              <a:off x="3168043" y="1804460"/>
              <a:ext cx="130316" cy="120499"/>
            </a:xfrm>
            <a:custGeom>
              <a:avLst/>
              <a:gdLst/>
              <a:ahLst/>
              <a:cxnLst/>
              <a:rect l="l" t="t" r="r" b="b"/>
              <a:pathLst>
                <a:path w="969" h="896" extrusionOk="0">
                  <a:moveTo>
                    <a:pt x="112" y="58"/>
                  </a:moveTo>
                  <a:cubicBezTo>
                    <a:pt x="123" y="58"/>
                    <a:pt x="133" y="62"/>
                    <a:pt x="140" y="71"/>
                  </a:cubicBezTo>
                  <a:cubicBezTo>
                    <a:pt x="156" y="91"/>
                    <a:pt x="168" y="115"/>
                    <a:pt x="172" y="139"/>
                  </a:cubicBezTo>
                  <a:cubicBezTo>
                    <a:pt x="180" y="167"/>
                    <a:pt x="184" y="199"/>
                    <a:pt x="192" y="227"/>
                  </a:cubicBezTo>
                  <a:cubicBezTo>
                    <a:pt x="192" y="235"/>
                    <a:pt x="193" y="243"/>
                    <a:pt x="194" y="251"/>
                  </a:cubicBezTo>
                  <a:lnTo>
                    <a:pt x="194" y="251"/>
                  </a:lnTo>
                  <a:cubicBezTo>
                    <a:pt x="189" y="247"/>
                    <a:pt x="184" y="243"/>
                    <a:pt x="180" y="239"/>
                  </a:cubicBezTo>
                  <a:cubicBezTo>
                    <a:pt x="172" y="231"/>
                    <a:pt x="164" y="223"/>
                    <a:pt x="152" y="211"/>
                  </a:cubicBezTo>
                  <a:cubicBezTo>
                    <a:pt x="132" y="195"/>
                    <a:pt x="112" y="175"/>
                    <a:pt x="96" y="155"/>
                  </a:cubicBezTo>
                  <a:cubicBezTo>
                    <a:pt x="84" y="139"/>
                    <a:pt x="72" y="119"/>
                    <a:pt x="68" y="99"/>
                  </a:cubicBezTo>
                  <a:cubicBezTo>
                    <a:pt x="65" y="85"/>
                    <a:pt x="71" y="73"/>
                    <a:pt x="88" y="62"/>
                  </a:cubicBezTo>
                  <a:lnTo>
                    <a:pt x="88" y="62"/>
                  </a:lnTo>
                  <a:cubicBezTo>
                    <a:pt x="96" y="60"/>
                    <a:pt x="104" y="58"/>
                    <a:pt x="112" y="58"/>
                  </a:cubicBezTo>
                  <a:close/>
                  <a:moveTo>
                    <a:pt x="98" y="0"/>
                  </a:moveTo>
                  <a:cubicBezTo>
                    <a:pt x="88" y="0"/>
                    <a:pt x="78" y="1"/>
                    <a:pt x="68" y="3"/>
                  </a:cubicBezTo>
                  <a:lnTo>
                    <a:pt x="64" y="3"/>
                  </a:lnTo>
                  <a:cubicBezTo>
                    <a:pt x="44" y="11"/>
                    <a:pt x="32" y="23"/>
                    <a:pt x="20" y="39"/>
                  </a:cubicBezTo>
                  <a:cubicBezTo>
                    <a:pt x="8" y="55"/>
                    <a:pt x="0" y="79"/>
                    <a:pt x="4" y="99"/>
                  </a:cubicBezTo>
                  <a:cubicBezTo>
                    <a:pt x="8" y="135"/>
                    <a:pt x="20" y="167"/>
                    <a:pt x="44" y="191"/>
                  </a:cubicBezTo>
                  <a:cubicBezTo>
                    <a:pt x="60" y="219"/>
                    <a:pt x="80" y="239"/>
                    <a:pt x="100" y="259"/>
                  </a:cubicBezTo>
                  <a:cubicBezTo>
                    <a:pt x="112" y="271"/>
                    <a:pt x="124" y="283"/>
                    <a:pt x="132" y="291"/>
                  </a:cubicBezTo>
                  <a:cubicBezTo>
                    <a:pt x="148" y="299"/>
                    <a:pt x="160" y="311"/>
                    <a:pt x="172" y="319"/>
                  </a:cubicBezTo>
                  <a:cubicBezTo>
                    <a:pt x="228" y="347"/>
                    <a:pt x="276" y="367"/>
                    <a:pt x="328" y="391"/>
                  </a:cubicBezTo>
                  <a:cubicBezTo>
                    <a:pt x="380" y="411"/>
                    <a:pt x="436" y="431"/>
                    <a:pt x="484" y="451"/>
                  </a:cubicBezTo>
                  <a:cubicBezTo>
                    <a:pt x="540" y="467"/>
                    <a:pt x="584" y="499"/>
                    <a:pt x="616" y="543"/>
                  </a:cubicBezTo>
                  <a:cubicBezTo>
                    <a:pt x="648" y="583"/>
                    <a:pt x="660" y="643"/>
                    <a:pt x="688" y="691"/>
                  </a:cubicBezTo>
                  <a:cubicBezTo>
                    <a:pt x="751" y="790"/>
                    <a:pt x="849" y="861"/>
                    <a:pt x="962" y="890"/>
                  </a:cubicBezTo>
                  <a:lnTo>
                    <a:pt x="962" y="890"/>
                  </a:lnTo>
                  <a:cubicBezTo>
                    <a:pt x="919" y="858"/>
                    <a:pt x="876" y="823"/>
                    <a:pt x="836" y="787"/>
                  </a:cubicBezTo>
                  <a:cubicBezTo>
                    <a:pt x="800" y="747"/>
                    <a:pt x="768" y="707"/>
                    <a:pt x="736" y="663"/>
                  </a:cubicBezTo>
                  <a:cubicBezTo>
                    <a:pt x="708" y="619"/>
                    <a:pt x="672" y="571"/>
                    <a:pt x="636" y="527"/>
                  </a:cubicBezTo>
                  <a:cubicBezTo>
                    <a:pt x="596" y="487"/>
                    <a:pt x="548" y="455"/>
                    <a:pt x="496" y="427"/>
                  </a:cubicBezTo>
                  <a:cubicBezTo>
                    <a:pt x="448" y="399"/>
                    <a:pt x="400" y="367"/>
                    <a:pt x="352" y="339"/>
                  </a:cubicBezTo>
                  <a:cubicBezTo>
                    <a:pt x="307" y="313"/>
                    <a:pt x="258" y="290"/>
                    <a:pt x="216" y="264"/>
                  </a:cubicBezTo>
                  <a:lnTo>
                    <a:pt x="216" y="264"/>
                  </a:lnTo>
                  <a:cubicBezTo>
                    <a:pt x="214" y="251"/>
                    <a:pt x="215" y="238"/>
                    <a:pt x="216" y="223"/>
                  </a:cubicBezTo>
                  <a:cubicBezTo>
                    <a:pt x="212" y="195"/>
                    <a:pt x="212" y="163"/>
                    <a:pt x="212" y="131"/>
                  </a:cubicBezTo>
                  <a:cubicBezTo>
                    <a:pt x="208" y="99"/>
                    <a:pt x="196" y="63"/>
                    <a:pt x="180" y="35"/>
                  </a:cubicBezTo>
                  <a:cubicBezTo>
                    <a:pt x="164" y="19"/>
                    <a:pt x="144" y="7"/>
                    <a:pt x="124" y="3"/>
                  </a:cubicBezTo>
                  <a:cubicBezTo>
                    <a:pt x="116" y="1"/>
                    <a:pt x="107" y="0"/>
                    <a:pt x="98" y="0"/>
                  </a:cubicBezTo>
                  <a:close/>
                  <a:moveTo>
                    <a:pt x="962" y="890"/>
                  </a:moveTo>
                  <a:lnTo>
                    <a:pt x="962" y="890"/>
                  </a:lnTo>
                  <a:cubicBezTo>
                    <a:pt x="963" y="890"/>
                    <a:pt x="964" y="891"/>
                    <a:pt x="964" y="891"/>
                  </a:cubicBezTo>
                  <a:cubicBezTo>
                    <a:pt x="964" y="891"/>
                    <a:pt x="964" y="895"/>
                    <a:pt x="964" y="895"/>
                  </a:cubicBezTo>
                  <a:cubicBezTo>
                    <a:pt x="964" y="895"/>
                    <a:pt x="964" y="891"/>
                    <a:pt x="968" y="891"/>
                  </a:cubicBezTo>
                  <a:cubicBezTo>
                    <a:pt x="966" y="891"/>
                    <a:pt x="964" y="890"/>
                    <a:pt x="962" y="89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70"/>
            <p:cNvSpPr/>
            <p:nvPr/>
          </p:nvSpPr>
          <p:spPr>
            <a:xfrm flipH="1">
              <a:off x="3142222" y="1770839"/>
              <a:ext cx="51239" cy="167568"/>
            </a:xfrm>
            <a:custGeom>
              <a:avLst/>
              <a:gdLst/>
              <a:ahLst/>
              <a:cxnLst/>
              <a:rect l="l" t="t" r="r" b="b"/>
              <a:pathLst>
                <a:path w="381" h="1246" extrusionOk="0">
                  <a:moveTo>
                    <a:pt x="92" y="61"/>
                  </a:moveTo>
                  <a:lnTo>
                    <a:pt x="84" y="65"/>
                  </a:lnTo>
                  <a:cubicBezTo>
                    <a:pt x="100" y="65"/>
                    <a:pt x="112" y="77"/>
                    <a:pt x="116" y="93"/>
                  </a:cubicBezTo>
                  <a:cubicBezTo>
                    <a:pt x="124" y="113"/>
                    <a:pt x="124" y="133"/>
                    <a:pt x="116" y="153"/>
                  </a:cubicBezTo>
                  <a:cubicBezTo>
                    <a:pt x="107" y="185"/>
                    <a:pt x="95" y="217"/>
                    <a:pt x="82" y="248"/>
                  </a:cubicBezTo>
                  <a:lnTo>
                    <a:pt x="82" y="248"/>
                  </a:lnTo>
                  <a:cubicBezTo>
                    <a:pt x="75" y="218"/>
                    <a:pt x="66" y="188"/>
                    <a:pt x="56" y="157"/>
                  </a:cubicBezTo>
                  <a:cubicBezTo>
                    <a:pt x="52" y="137"/>
                    <a:pt x="52" y="113"/>
                    <a:pt x="56" y="93"/>
                  </a:cubicBezTo>
                  <a:cubicBezTo>
                    <a:pt x="64" y="77"/>
                    <a:pt x="76" y="65"/>
                    <a:pt x="92" y="61"/>
                  </a:cubicBezTo>
                  <a:close/>
                  <a:moveTo>
                    <a:pt x="85" y="1"/>
                  </a:moveTo>
                  <a:cubicBezTo>
                    <a:pt x="82" y="1"/>
                    <a:pt x="79" y="1"/>
                    <a:pt x="76" y="1"/>
                  </a:cubicBezTo>
                  <a:cubicBezTo>
                    <a:pt x="72" y="1"/>
                    <a:pt x="68" y="5"/>
                    <a:pt x="68" y="5"/>
                  </a:cubicBezTo>
                  <a:cubicBezTo>
                    <a:pt x="36" y="21"/>
                    <a:pt x="16" y="49"/>
                    <a:pt x="8" y="81"/>
                  </a:cubicBezTo>
                  <a:cubicBezTo>
                    <a:pt x="0" y="109"/>
                    <a:pt x="4" y="141"/>
                    <a:pt x="16" y="169"/>
                  </a:cubicBezTo>
                  <a:cubicBezTo>
                    <a:pt x="32" y="207"/>
                    <a:pt x="52" y="239"/>
                    <a:pt x="70" y="274"/>
                  </a:cubicBezTo>
                  <a:lnTo>
                    <a:pt x="70" y="274"/>
                  </a:lnTo>
                  <a:cubicBezTo>
                    <a:pt x="64" y="286"/>
                    <a:pt x="59" y="298"/>
                    <a:pt x="52" y="309"/>
                  </a:cubicBezTo>
                  <a:cubicBezTo>
                    <a:pt x="24" y="361"/>
                    <a:pt x="8" y="421"/>
                    <a:pt x="4" y="481"/>
                  </a:cubicBezTo>
                  <a:cubicBezTo>
                    <a:pt x="4" y="513"/>
                    <a:pt x="4" y="545"/>
                    <a:pt x="12" y="573"/>
                  </a:cubicBezTo>
                  <a:cubicBezTo>
                    <a:pt x="20" y="601"/>
                    <a:pt x="32" y="629"/>
                    <a:pt x="40" y="657"/>
                  </a:cubicBezTo>
                  <a:cubicBezTo>
                    <a:pt x="60" y="713"/>
                    <a:pt x="84" y="769"/>
                    <a:pt x="112" y="821"/>
                  </a:cubicBezTo>
                  <a:cubicBezTo>
                    <a:pt x="144" y="873"/>
                    <a:pt x="180" y="921"/>
                    <a:pt x="220" y="961"/>
                  </a:cubicBezTo>
                  <a:cubicBezTo>
                    <a:pt x="264" y="997"/>
                    <a:pt x="296" y="1041"/>
                    <a:pt x="324" y="1085"/>
                  </a:cubicBezTo>
                  <a:cubicBezTo>
                    <a:pt x="352" y="1133"/>
                    <a:pt x="352" y="1193"/>
                    <a:pt x="332" y="1241"/>
                  </a:cubicBezTo>
                  <a:cubicBezTo>
                    <a:pt x="328" y="1241"/>
                    <a:pt x="328" y="1245"/>
                    <a:pt x="328" y="1245"/>
                  </a:cubicBezTo>
                  <a:lnTo>
                    <a:pt x="332" y="1245"/>
                  </a:lnTo>
                  <a:cubicBezTo>
                    <a:pt x="356" y="1225"/>
                    <a:pt x="372" y="1197"/>
                    <a:pt x="376" y="1165"/>
                  </a:cubicBezTo>
                  <a:cubicBezTo>
                    <a:pt x="380" y="1133"/>
                    <a:pt x="380" y="1101"/>
                    <a:pt x="368" y="1069"/>
                  </a:cubicBezTo>
                  <a:cubicBezTo>
                    <a:pt x="356" y="1037"/>
                    <a:pt x="344" y="1009"/>
                    <a:pt x="324" y="985"/>
                  </a:cubicBezTo>
                  <a:cubicBezTo>
                    <a:pt x="304" y="961"/>
                    <a:pt x="284" y="941"/>
                    <a:pt x="264" y="917"/>
                  </a:cubicBezTo>
                  <a:cubicBezTo>
                    <a:pt x="220" y="881"/>
                    <a:pt x="180" y="841"/>
                    <a:pt x="144" y="797"/>
                  </a:cubicBezTo>
                  <a:cubicBezTo>
                    <a:pt x="104" y="757"/>
                    <a:pt x="76" y="705"/>
                    <a:pt x="60" y="653"/>
                  </a:cubicBezTo>
                  <a:cubicBezTo>
                    <a:pt x="48" y="625"/>
                    <a:pt x="44" y="597"/>
                    <a:pt x="40" y="569"/>
                  </a:cubicBezTo>
                  <a:cubicBezTo>
                    <a:pt x="36" y="541"/>
                    <a:pt x="40" y="513"/>
                    <a:pt x="44" y="485"/>
                  </a:cubicBezTo>
                  <a:cubicBezTo>
                    <a:pt x="60" y="433"/>
                    <a:pt x="84" y="385"/>
                    <a:pt x="112" y="337"/>
                  </a:cubicBezTo>
                  <a:cubicBezTo>
                    <a:pt x="144" y="285"/>
                    <a:pt x="168" y="229"/>
                    <a:pt x="188" y="173"/>
                  </a:cubicBezTo>
                  <a:cubicBezTo>
                    <a:pt x="196" y="137"/>
                    <a:pt x="196" y="97"/>
                    <a:pt x="180" y="65"/>
                  </a:cubicBezTo>
                  <a:cubicBezTo>
                    <a:pt x="165" y="28"/>
                    <a:pt x="126" y="1"/>
                    <a:pt x="8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0" name="Google Shape;3940;p70"/>
          <p:cNvGrpSpPr/>
          <p:nvPr/>
        </p:nvGrpSpPr>
        <p:grpSpPr>
          <a:xfrm>
            <a:off x="5008361" y="1673315"/>
            <a:ext cx="314282" cy="360295"/>
            <a:chOff x="3815369" y="2555290"/>
            <a:chExt cx="297615" cy="341188"/>
          </a:xfrm>
        </p:grpSpPr>
        <p:sp>
          <p:nvSpPr>
            <p:cNvPr id="3941" name="Google Shape;3941;p70"/>
            <p:cNvSpPr/>
            <p:nvPr/>
          </p:nvSpPr>
          <p:spPr>
            <a:xfrm flipH="1">
              <a:off x="3815369" y="2555290"/>
              <a:ext cx="297615" cy="340651"/>
            </a:xfrm>
            <a:custGeom>
              <a:avLst/>
              <a:gdLst/>
              <a:ahLst/>
              <a:cxnLst/>
              <a:rect l="l" t="t" r="r" b="b"/>
              <a:pathLst>
                <a:path w="2213" h="2533" extrusionOk="0">
                  <a:moveTo>
                    <a:pt x="865" y="0"/>
                  </a:moveTo>
                  <a:cubicBezTo>
                    <a:pt x="842" y="0"/>
                    <a:pt x="820" y="3"/>
                    <a:pt x="797" y="9"/>
                  </a:cubicBezTo>
                  <a:cubicBezTo>
                    <a:pt x="733" y="21"/>
                    <a:pt x="681" y="61"/>
                    <a:pt x="649" y="117"/>
                  </a:cubicBezTo>
                  <a:cubicBezTo>
                    <a:pt x="621" y="169"/>
                    <a:pt x="601" y="221"/>
                    <a:pt x="581" y="273"/>
                  </a:cubicBezTo>
                  <a:cubicBezTo>
                    <a:pt x="529" y="369"/>
                    <a:pt x="461" y="453"/>
                    <a:pt x="381" y="525"/>
                  </a:cubicBezTo>
                  <a:cubicBezTo>
                    <a:pt x="301" y="597"/>
                    <a:pt x="225" y="681"/>
                    <a:pt x="161" y="769"/>
                  </a:cubicBezTo>
                  <a:cubicBezTo>
                    <a:pt x="93" y="853"/>
                    <a:pt x="45" y="957"/>
                    <a:pt x="25" y="1069"/>
                  </a:cubicBezTo>
                  <a:cubicBezTo>
                    <a:pt x="1" y="1177"/>
                    <a:pt x="21" y="1293"/>
                    <a:pt x="77" y="1389"/>
                  </a:cubicBezTo>
                  <a:cubicBezTo>
                    <a:pt x="85" y="1401"/>
                    <a:pt x="93" y="1417"/>
                    <a:pt x="101" y="1429"/>
                  </a:cubicBezTo>
                  <a:cubicBezTo>
                    <a:pt x="109" y="1437"/>
                    <a:pt x="113" y="1445"/>
                    <a:pt x="129" y="1461"/>
                  </a:cubicBezTo>
                  <a:cubicBezTo>
                    <a:pt x="145" y="1477"/>
                    <a:pt x="169" y="1497"/>
                    <a:pt x="189" y="1513"/>
                  </a:cubicBezTo>
                  <a:cubicBezTo>
                    <a:pt x="233" y="1541"/>
                    <a:pt x="273" y="1569"/>
                    <a:pt x="321" y="1593"/>
                  </a:cubicBezTo>
                  <a:cubicBezTo>
                    <a:pt x="469" y="1665"/>
                    <a:pt x="589" y="1793"/>
                    <a:pt x="653" y="1945"/>
                  </a:cubicBezTo>
                  <a:cubicBezTo>
                    <a:pt x="685" y="2021"/>
                    <a:pt x="725" y="2093"/>
                    <a:pt x="769" y="2165"/>
                  </a:cubicBezTo>
                  <a:cubicBezTo>
                    <a:pt x="793" y="2197"/>
                    <a:pt x="821" y="2229"/>
                    <a:pt x="853" y="2253"/>
                  </a:cubicBezTo>
                  <a:cubicBezTo>
                    <a:pt x="869" y="2269"/>
                    <a:pt x="885" y="2281"/>
                    <a:pt x="901" y="2289"/>
                  </a:cubicBezTo>
                  <a:lnTo>
                    <a:pt x="925" y="2301"/>
                  </a:lnTo>
                  <a:cubicBezTo>
                    <a:pt x="937" y="2309"/>
                    <a:pt x="945" y="2313"/>
                    <a:pt x="953" y="2317"/>
                  </a:cubicBezTo>
                  <a:cubicBezTo>
                    <a:pt x="1017" y="2333"/>
                    <a:pt x="1081" y="2345"/>
                    <a:pt x="1149" y="2349"/>
                  </a:cubicBezTo>
                  <a:cubicBezTo>
                    <a:pt x="1201" y="2357"/>
                    <a:pt x="1249" y="2369"/>
                    <a:pt x="1297" y="2385"/>
                  </a:cubicBezTo>
                  <a:cubicBezTo>
                    <a:pt x="1369" y="2405"/>
                    <a:pt x="1433" y="2441"/>
                    <a:pt x="1493" y="2485"/>
                  </a:cubicBezTo>
                  <a:cubicBezTo>
                    <a:pt x="1513" y="2497"/>
                    <a:pt x="1533" y="2517"/>
                    <a:pt x="1553" y="2533"/>
                  </a:cubicBezTo>
                  <a:lnTo>
                    <a:pt x="1561" y="2525"/>
                  </a:lnTo>
                  <a:lnTo>
                    <a:pt x="1553" y="2513"/>
                  </a:lnTo>
                  <a:lnTo>
                    <a:pt x="1557" y="2513"/>
                  </a:lnTo>
                  <a:cubicBezTo>
                    <a:pt x="1569" y="2515"/>
                    <a:pt x="1580" y="2516"/>
                    <a:pt x="1590" y="2516"/>
                  </a:cubicBezTo>
                  <a:cubicBezTo>
                    <a:pt x="1601" y="2516"/>
                    <a:pt x="1611" y="2515"/>
                    <a:pt x="1621" y="2513"/>
                  </a:cubicBezTo>
                  <a:cubicBezTo>
                    <a:pt x="1701" y="2497"/>
                    <a:pt x="1769" y="2453"/>
                    <a:pt x="1817" y="2389"/>
                  </a:cubicBezTo>
                  <a:cubicBezTo>
                    <a:pt x="1853" y="2345"/>
                    <a:pt x="1881" y="2293"/>
                    <a:pt x="1897" y="2241"/>
                  </a:cubicBezTo>
                  <a:cubicBezTo>
                    <a:pt x="1913" y="2173"/>
                    <a:pt x="1921" y="2109"/>
                    <a:pt x="1925" y="2041"/>
                  </a:cubicBezTo>
                  <a:cubicBezTo>
                    <a:pt x="1929" y="1973"/>
                    <a:pt x="1929" y="1901"/>
                    <a:pt x="1929" y="1825"/>
                  </a:cubicBezTo>
                  <a:cubicBezTo>
                    <a:pt x="1929" y="1793"/>
                    <a:pt x="1933" y="1757"/>
                    <a:pt x="1937" y="1721"/>
                  </a:cubicBezTo>
                  <a:cubicBezTo>
                    <a:pt x="1937" y="1709"/>
                    <a:pt x="1945" y="1697"/>
                    <a:pt x="1949" y="1689"/>
                  </a:cubicBezTo>
                  <a:cubicBezTo>
                    <a:pt x="1957" y="1677"/>
                    <a:pt x="1969" y="1669"/>
                    <a:pt x="1977" y="1665"/>
                  </a:cubicBezTo>
                  <a:cubicBezTo>
                    <a:pt x="2021" y="1641"/>
                    <a:pt x="2061" y="1613"/>
                    <a:pt x="2093" y="1577"/>
                  </a:cubicBezTo>
                  <a:cubicBezTo>
                    <a:pt x="2125" y="1537"/>
                    <a:pt x="2153" y="1489"/>
                    <a:pt x="2169" y="1441"/>
                  </a:cubicBezTo>
                  <a:cubicBezTo>
                    <a:pt x="2201" y="1345"/>
                    <a:pt x="2213" y="1241"/>
                    <a:pt x="2201" y="1141"/>
                  </a:cubicBezTo>
                  <a:cubicBezTo>
                    <a:pt x="2197" y="1037"/>
                    <a:pt x="2181" y="937"/>
                    <a:pt x="2153" y="837"/>
                  </a:cubicBezTo>
                  <a:cubicBezTo>
                    <a:pt x="2121" y="725"/>
                    <a:pt x="2065" y="625"/>
                    <a:pt x="1985" y="545"/>
                  </a:cubicBezTo>
                  <a:cubicBezTo>
                    <a:pt x="1941" y="501"/>
                    <a:pt x="1889" y="465"/>
                    <a:pt x="1833" y="441"/>
                  </a:cubicBezTo>
                  <a:cubicBezTo>
                    <a:pt x="1821" y="433"/>
                    <a:pt x="1805" y="429"/>
                    <a:pt x="1789" y="425"/>
                  </a:cubicBezTo>
                  <a:lnTo>
                    <a:pt x="1765" y="417"/>
                  </a:lnTo>
                  <a:lnTo>
                    <a:pt x="1745" y="413"/>
                  </a:lnTo>
                  <a:cubicBezTo>
                    <a:pt x="1717" y="409"/>
                    <a:pt x="1685" y="405"/>
                    <a:pt x="1657" y="401"/>
                  </a:cubicBezTo>
                  <a:cubicBezTo>
                    <a:pt x="1647" y="401"/>
                    <a:pt x="1638" y="402"/>
                    <a:pt x="1629" y="402"/>
                  </a:cubicBezTo>
                  <a:cubicBezTo>
                    <a:pt x="1587" y="402"/>
                    <a:pt x="1548" y="395"/>
                    <a:pt x="1509" y="389"/>
                  </a:cubicBezTo>
                  <a:cubicBezTo>
                    <a:pt x="1465" y="377"/>
                    <a:pt x="1421" y="357"/>
                    <a:pt x="1381" y="329"/>
                  </a:cubicBezTo>
                  <a:cubicBezTo>
                    <a:pt x="1293" y="265"/>
                    <a:pt x="1213" y="197"/>
                    <a:pt x="1137" y="121"/>
                  </a:cubicBezTo>
                  <a:cubicBezTo>
                    <a:pt x="1093" y="81"/>
                    <a:pt x="1041" y="49"/>
                    <a:pt x="985" y="25"/>
                  </a:cubicBezTo>
                  <a:cubicBezTo>
                    <a:pt x="946" y="9"/>
                    <a:pt x="906" y="0"/>
                    <a:pt x="8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70"/>
            <p:cNvSpPr/>
            <p:nvPr/>
          </p:nvSpPr>
          <p:spPr>
            <a:xfrm flipH="1">
              <a:off x="3853562" y="2645664"/>
              <a:ext cx="173351" cy="234811"/>
            </a:xfrm>
            <a:custGeom>
              <a:avLst/>
              <a:gdLst/>
              <a:ahLst/>
              <a:cxnLst/>
              <a:rect l="l" t="t" r="r" b="b"/>
              <a:pathLst>
                <a:path w="1289" h="1746" extrusionOk="0">
                  <a:moveTo>
                    <a:pt x="410" y="0"/>
                  </a:moveTo>
                  <a:cubicBezTo>
                    <a:pt x="405" y="0"/>
                    <a:pt x="399" y="0"/>
                    <a:pt x="393" y="1"/>
                  </a:cubicBezTo>
                  <a:cubicBezTo>
                    <a:pt x="357" y="117"/>
                    <a:pt x="333" y="237"/>
                    <a:pt x="333" y="357"/>
                  </a:cubicBezTo>
                  <a:cubicBezTo>
                    <a:pt x="245" y="293"/>
                    <a:pt x="165" y="213"/>
                    <a:pt x="101" y="125"/>
                  </a:cubicBezTo>
                  <a:cubicBezTo>
                    <a:pt x="95" y="121"/>
                    <a:pt x="88" y="120"/>
                    <a:pt x="82" y="120"/>
                  </a:cubicBezTo>
                  <a:cubicBezTo>
                    <a:pt x="46" y="120"/>
                    <a:pt x="16" y="175"/>
                    <a:pt x="13" y="217"/>
                  </a:cubicBezTo>
                  <a:cubicBezTo>
                    <a:pt x="1" y="417"/>
                    <a:pt x="113" y="605"/>
                    <a:pt x="225" y="777"/>
                  </a:cubicBezTo>
                  <a:cubicBezTo>
                    <a:pt x="301" y="893"/>
                    <a:pt x="377" y="1021"/>
                    <a:pt x="349" y="1157"/>
                  </a:cubicBezTo>
                  <a:cubicBezTo>
                    <a:pt x="245" y="1077"/>
                    <a:pt x="145" y="989"/>
                    <a:pt x="57" y="893"/>
                  </a:cubicBezTo>
                  <a:lnTo>
                    <a:pt x="57" y="893"/>
                  </a:lnTo>
                  <a:cubicBezTo>
                    <a:pt x="121" y="973"/>
                    <a:pt x="169" y="1065"/>
                    <a:pt x="197" y="1165"/>
                  </a:cubicBezTo>
                  <a:cubicBezTo>
                    <a:pt x="221" y="1253"/>
                    <a:pt x="229" y="1345"/>
                    <a:pt x="277" y="1417"/>
                  </a:cubicBezTo>
                  <a:cubicBezTo>
                    <a:pt x="342" y="1501"/>
                    <a:pt x="445" y="1549"/>
                    <a:pt x="548" y="1549"/>
                  </a:cubicBezTo>
                  <a:cubicBezTo>
                    <a:pt x="553" y="1549"/>
                    <a:pt x="557" y="1549"/>
                    <a:pt x="561" y="1549"/>
                  </a:cubicBezTo>
                  <a:cubicBezTo>
                    <a:pt x="669" y="1541"/>
                    <a:pt x="777" y="1517"/>
                    <a:pt x="873" y="1469"/>
                  </a:cubicBezTo>
                  <a:lnTo>
                    <a:pt x="873" y="1469"/>
                  </a:lnTo>
                  <a:cubicBezTo>
                    <a:pt x="825" y="1549"/>
                    <a:pt x="837" y="1649"/>
                    <a:pt x="901" y="1721"/>
                  </a:cubicBezTo>
                  <a:cubicBezTo>
                    <a:pt x="914" y="1737"/>
                    <a:pt x="933" y="1746"/>
                    <a:pt x="955" y="1746"/>
                  </a:cubicBezTo>
                  <a:cubicBezTo>
                    <a:pt x="960" y="1746"/>
                    <a:pt x="964" y="1745"/>
                    <a:pt x="969" y="1745"/>
                  </a:cubicBezTo>
                  <a:cubicBezTo>
                    <a:pt x="985" y="1741"/>
                    <a:pt x="997" y="1729"/>
                    <a:pt x="1005" y="1717"/>
                  </a:cubicBezTo>
                  <a:cubicBezTo>
                    <a:pt x="1069" y="1641"/>
                    <a:pt x="1137" y="1553"/>
                    <a:pt x="1145" y="1453"/>
                  </a:cubicBezTo>
                  <a:cubicBezTo>
                    <a:pt x="1153" y="1297"/>
                    <a:pt x="1013" y="1145"/>
                    <a:pt x="1061" y="997"/>
                  </a:cubicBezTo>
                  <a:cubicBezTo>
                    <a:pt x="1093" y="885"/>
                    <a:pt x="1217" y="821"/>
                    <a:pt x="1261" y="713"/>
                  </a:cubicBezTo>
                  <a:cubicBezTo>
                    <a:pt x="1273" y="669"/>
                    <a:pt x="1281" y="621"/>
                    <a:pt x="1277" y="573"/>
                  </a:cubicBezTo>
                  <a:cubicBezTo>
                    <a:pt x="1277" y="493"/>
                    <a:pt x="1281" y="417"/>
                    <a:pt x="1285" y="341"/>
                  </a:cubicBezTo>
                  <a:cubicBezTo>
                    <a:pt x="1289" y="269"/>
                    <a:pt x="1281" y="201"/>
                    <a:pt x="1253" y="141"/>
                  </a:cubicBezTo>
                  <a:cubicBezTo>
                    <a:pt x="1226" y="96"/>
                    <a:pt x="1178" y="63"/>
                    <a:pt x="1130" y="63"/>
                  </a:cubicBezTo>
                  <a:cubicBezTo>
                    <a:pt x="1113" y="63"/>
                    <a:pt x="1097" y="67"/>
                    <a:pt x="1081" y="77"/>
                  </a:cubicBezTo>
                  <a:lnTo>
                    <a:pt x="1105" y="137"/>
                  </a:lnTo>
                  <a:cubicBezTo>
                    <a:pt x="1205" y="313"/>
                    <a:pt x="1117" y="533"/>
                    <a:pt x="1013" y="709"/>
                  </a:cubicBezTo>
                  <a:cubicBezTo>
                    <a:pt x="961" y="781"/>
                    <a:pt x="929" y="861"/>
                    <a:pt x="913" y="949"/>
                  </a:cubicBezTo>
                  <a:cubicBezTo>
                    <a:pt x="841" y="865"/>
                    <a:pt x="825" y="745"/>
                    <a:pt x="829" y="633"/>
                  </a:cubicBezTo>
                  <a:cubicBezTo>
                    <a:pt x="833" y="521"/>
                    <a:pt x="845" y="409"/>
                    <a:pt x="817" y="301"/>
                  </a:cubicBezTo>
                  <a:cubicBezTo>
                    <a:pt x="763" y="122"/>
                    <a:pt x="596" y="0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70"/>
            <p:cNvSpPr/>
            <p:nvPr/>
          </p:nvSpPr>
          <p:spPr>
            <a:xfrm flipH="1">
              <a:off x="3866473" y="2555290"/>
              <a:ext cx="243283" cy="194869"/>
            </a:xfrm>
            <a:custGeom>
              <a:avLst/>
              <a:gdLst/>
              <a:ahLst/>
              <a:cxnLst/>
              <a:rect l="l" t="t" r="r" b="b"/>
              <a:pathLst>
                <a:path w="1809" h="1449" extrusionOk="0">
                  <a:moveTo>
                    <a:pt x="841" y="0"/>
                  </a:moveTo>
                  <a:cubicBezTo>
                    <a:pt x="818" y="0"/>
                    <a:pt x="796" y="3"/>
                    <a:pt x="773" y="9"/>
                  </a:cubicBezTo>
                  <a:cubicBezTo>
                    <a:pt x="709" y="21"/>
                    <a:pt x="657" y="61"/>
                    <a:pt x="625" y="117"/>
                  </a:cubicBezTo>
                  <a:cubicBezTo>
                    <a:pt x="597" y="169"/>
                    <a:pt x="577" y="221"/>
                    <a:pt x="557" y="273"/>
                  </a:cubicBezTo>
                  <a:cubicBezTo>
                    <a:pt x="505" y="369"/>
                    <a:pt x="437" y="453"/>
                    <a:pt x="357" y="525"/>
                  </a:cubicBezTo>
                  <a:cubicBezTo>
                    <a:pt x="277" y="597"/>
                    <a:pt x="201" y="681"/>
                    <a:pt x="137" y="769"/>
                  </a:cubicBezTo>
                  <a:cubicBezTo>
                    <a:pt x="69" y="853"/>
                    <a:pt x="21" y="957"/>
                    <a:pt x="1" y="1069"/>
                  </a:cubicBezTo>
                  <a:cubicBezTo>
                    <a:pt x="17" y="1125"/>
                    <a:pt x="37" y="1185"/>
                    <a:pt x="57" y="1245"/>
                  </a:cubicBezTo>
                  <a:cubicBezTo>
                    <a:pt x="73" y="1301"/>
                    <a:pt x="101" y="1349"/>
                    <a:pt x="141" y="1385"/>
                  </a:cubicBezTo>
                  <a:cubicBezTo>
                    <a:pt x="164" y="1413"/>
                    <a:pt x="198" y="1426"/>
                    <a:pt x="232" y="1426"/>
                  </a:cubicBezTo>
                  <a:cubicBezTo>
                    <a:pt x="251" y="1426"/>
                    <a:pt x="271" y="1421"/>
                    <a:pt x="289" y="1413"/>
                  </a:cubicBezTo>
                  <a:cubicBezTo>
                    <a:pt x="241" y="1229"/>
                    <a:pt x="249" y="1033"/>
                    <a:pt x="313" y="853"/>
                  </a:cubicBezTo>
                  <a:cubicBezTo>
                    <a:pt x="389" y="885"/>
                    <a:pt x="377" y="989"/>
                    <a:pt x="385" y="1069"/>
                  </a:cubicBezTo>
                  <a:cubicBezTo>
                    <a:pt x="401" y="1249"/>
                    <a:pt x="573" y="1361"/>
                    <a:pt x="729" y="1449"/>
                  </a:cubicBezTo>
                  <a:cubicBezTo>
                    <a:pt x="621" y="1349"/>
                    <a:pt x="533" y="1233"/>
                    <a:pt x="469" y="1101"/>
                  </a:cubicBezTo>
                  <a:cubicBezTo>
                    <a:pt x="409" y="969"/>
                    <a:pt x="401" y="801"/>
                    <a:pt x="481" y="681"/>
                  </a:cubicBezTo>
                  <a:cubicBezTo>
                    <a:pt x="549" y="593"/>
                    <a:pt x="641" y="529"/>
                    <a:pt x="745" y="497"/>
                  </a:cubicBezTo>
                  <a:cubicBezTo>
                    <a:pt x="749" y="541"/>
                    <a:pt x="749" y="585"/>
                    <a:pt x="749" y="629"/>
                  </a:cubicBezTo>
                  <a:cubicBezTo>
                    <a:pt x="781" y="533"/>
                    <a:pt x="809" y="437"/>
                    <a:pt x="841" y="341"/>
                  </a:cubicBezTo>
                  <a:cubicBezTo>
                    <a:pt x="885" y="433"/>
                    <a:pt x="905" y="541"/>
                    <a:pt x="889" y="645"/>
                  </a:cubicBezTo>
                  <a:cubicBezTo>
                    <a:pt x="892" y="645"/>
                    <a:pt x="896" y="646"/>
                    <a:pt x="899" y="646"/>
                  </a:cubicBezTo>
                  <a:cubicBezTo>
                    <a:pt x="934" y="646"/>
                    <a:pt x="958" y="609"/>
                    <a:pt x="973" y="577"/>
                  </a:cubicBezTo>
                  <a:cubicBezTo>
                    <a:pt x="985" y="537"/>
                    <a:pt x="993" y="497"/>
                    <a:pt x="1029" y="477"/>
                  </a:cubicBezTo>
                  <a:cubicBezTo>
                    <a:pt x="1045" y="469"/>
                    <a:pt x="1065" y="465"/>
                    <a:pt x="1085" y="465"/>
                  </a:cubicBezTo>
                  <a:cubicBezTo>
                    <a:pt x="1181" y="469"/>
                    <a:pt x="1269" y="529"/>
                    <a:pt x="1341" y="577"/>
                  </a:cubicBezTo>
                  <a:cubicBezTo>
                    <a:pt x="1413" y="629"/>
                    <a:pt x="1485" y="677"/>
                    <a:pt x="1561" y="729"/>
                  </a:cubicBezTo>
                  <a:cubicBezTo>
                    <a:pt x="1553" y="689"/>
                    <a:pt x="1505" y="677"/>
                    <a:pt x="1477" y="653"/>
                  </a:cubicBezTo>
                  <a:cubicBezTo>
                    <a:pt x="1433" y="605"/>
                    <a:pt x="1469" y="517"/>
                    <a:pt x="1533" y="493"/>
                  </a:cubicBezTo>
                  <a:cubicBezTo>
                    <a:pt x="1559" y="484"/>
                    <a:pt x="1586" y="480"/>
                    <a:pt x="1612" y="480"/>
                  </a:cubicBezTo>
                  <a:cubicBezTo>
                    <a:pt x="1647" y="480"/>
                    <a:pt x="1681" y="487"/>
                    <a:pt x="1713" y="501"/>
                  </a:cubicBezTo>
                  <a:cubicBezTo>
                    <a:pt x="1749" y="485"/>
                    <a:pt x="1781" y="465"/>
                    <a:pt x="1809" y="441"/>
                  </a:cubicBezTo>
                  <a:cubicBezTo>
                    <a:pt x="1797" y="433"/>
                    <a:pt x="1781" y="429"/>
                    <a:pt x="1765" y="425"/>
                  </a:cubicBezTo>
                  <a:lnTo>
                    <a:pt x="1741" y="417"/>
                  </a:lnTo>
                  <a:lnTo>
                    <a:pt x="1721" y="413"/>
                  </a:lnTo>
                  <a:cubicBezTo>
                    <a:pt x="1693" y="409"/>
                    <a:pt x="1661" y="405"/>
                    <a:pt x="1633" y="401"/>
                  </a:cubicBezTo>
                  <a:cubicBezTo>
                    <a:pt x="1623" y="401"/>
                    <a:pt x="1614" y="402"/>
                    <a:pt x="1605" y="402"/>
                  </a:cubicBezTo>
                  <a:cubicBezTo>
                    <a:pt x="1563" y="402"/>
                    <a:pt x="1524" y="395"/>
                    <a:pt x="1485" y="389"/>
                  </a:cubicBezTo>
                  <a:cubicBezTo>
                    <a:pt x="1441" y="377"/>
                    <a:pt x="1397" y="357"/>
                    <a:pt x="1357" y="329"/>
                  </a:cubicBezTo>
                  <a:cubicBezTo>
                    <a:pt x="1269" y="265"/>
                    <a:pt x="1189" y="197"/>
                    <a:pt x="1113" y="121"/>
                  </a:cubicBezTo>
                  <a:cubicBezTo>
                    <a:pt x="1069" y="81"/>
                    <a:pt x="1017" y="49"/>
                    <a:pt x="961" y="25"/>
                  </a:cubicBezTo>
                  <a:cubicBezTo>
                    <a:pt x="922" y="9"/>
                    <a:pt x="882" y="0"/>
                    <a:pt x="8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70"/>
            <p:cNvSpPr/>
            <p:nvPr/>
          </p:nvSpPr>
          <p:spPr>
            <a:xfrm flipH="1">
              <a:off x="3815907" y="2555559"/>
              <a:ext cx="297077" cy="340919"/>
            </a:xfrm>
            <a:custGeom>
              <a:avLst/>
              <a:gdLst/>
              <a:ahLst/>
              <a:cxnLst/>
              <a:rect l="l" t="t" r="r" b="b"/>
              <a:pathLst>
                <a:path w="2209" h="2535" extrusionOk="0">
                  <a:moveTo>
                    <a:pt x="842" y="85"/>
                  </a:moveTo>
                  <a:cubicBezTo>
                    <a:pt x="868" y="85"/>
                    <a:pt x="893" y="89"/>
                    <a:pt x="917" y="95"/>
                  </a:cubicBezTo>
                  <a:cubicBezTo>
                    <a:pt x="921" y="103"/>
                    <a:pt x="929" y="111"/>
                    <a:pt x="933" y="115"/>
                  </a:cubicBezTo>
                  <a:cubicBezTo>
                    <a:pt x="949" y="147"/>
                    <a:pt x="961" y="175"/>
                    <a:pt x="977" y="207"/>
                  </a:cubicBezTo>
                  <a:cubicBezTo>
                    <a:pt x="993" y="247"/>
                    <a:pt x="1013" y="283"/>
                    <a:pt x="1033" y="319"/>
                  </a:cubicBezTo>
                  <a:cubicBezTo>
                    <a:pt x="1057" y="363"/>
                    <a:pt x="1089" y="403"/>
                    <a:pt x="1125" y="435"/>
                  </a:cubicBezTo>
                  <a:cubicBezTo>
                    <a:pt x="1161" y="471"/>
                    <a:pt x="1201" y="507"/>
                    <a:pt x="1241" y="535"/>
                  </a:cubicBezTo>
                  <a:cubicBezTo>
                    <a:pt x="1285" y="567"/>
                    <a:pt x="1329" y="595"/>
                    <a:pt x="1373" y="615"/>
                  </a:cubicBezTo>
                  <a:cubicBezTo>
                    <a:pt x="1421" y="643"/>
                    <a:pt x="1465" y="667"/>
                    <a:pt x="1509" y="691"/>
                  </a:cubicBezTo>
                  <a:cubicBezTo>
                    <a:pt x="1549" y="715"/>
                    <a:pt x="1581" y="755"/>
                    <a:pt x="1589" y="799"/>
                  </a:cubicBezTo>
                  <a:cubicBezTo>
                    <a:pt x="1597" y="847"/>
                    <a:pt x="1597" y="891"/>
                    <a:pt x="1597" y="935"/>
                  </a:cubicBezTo>
                  <a:cubicBezTo>
                    <a:pt x="1597" y="975"/>
                    <a:pt x="1593" y="1015"/>
                    <a:pt x="1589" y="1051"/>
                  </a:cubicBezTo>
                  <a:cubicBezTo>
                    <a:pt x="1581" y="1111"/>
                    <a:pt x="1569" y="1171"/>
                    <a:pt x="1549" y="1231"/>
                  </a:cubicBezTo>
                  <a:cubicBezTo>
                    <a:pt x="1545" y="1251"/>
                    <a:pt x="1537" y="1267"/>
                    <a:pt x="1533" y="1279"/>
                  </a:cubicBezTo>
                  <a:lnTo>
                    <a:pt x="1525" y="1299"/>
                  </a:lnTo>
                  <a:lnTo>
                    <a:pt x="1533" y="1299"/>
                  </a:lnTo>
                  <a:cubicBezTo>
                    <a:pt x="1549" y="1283"/>
                    <a:pt x="1561" y="1263"/>
                    <a:pt x="1577" y="1243"/>
                  </a:cubicBezTo>
                  <a:cubicBezTo>
                    <a:pt x="1609" y="1187"/>
                    <a:pt x="1633" y="1127"/>
                    <a:pt x="1645" y="1063"/>
                  </a:cubicBezTo>
                  <a:cubicBezTo>
                    <a:pt x="1653" y="1019"/>
                    <a:pt x="1657" y="979"/>
                    <a:pt x="1657" y="935"/>
                  </a:cubicBezTo>
                  <a:cubicBezTo>
                    <a:pt x="1653" y="887"/>
                    <a:pt x="1641" y="839"/>
                    <a:pt x="1625" y="791"/>
                  </a:cubicBezTo>
                  <a:cubicBezTo>
                    <a:pt x="1605" y="743"/>
                    <a:pt x="1569" y="703"/>
                    <a:pt x="1521" y="675"/>
                  </a:cubicBezTo>
                  <a:cubicBezTo>
                    <a:pt x="1477" y="647"/>
                    <a:pt x="1437" y="619"/>
                    <a:pt x="1397" y="587"/>
                  </a:cubicBezTo>
                  <a:cubicBezTo>
                    <a:pt x="1357" y="555"/>
                    <a:pt x="1317" y="519"/>
                    <a:pt x="1277" y="487"/>
                  </a:cubicBezTo>
                  <a:cubicBezTo>
                    <a:pt x="1241" y="459"/>
                    <a:pt x="1209" y="423"/>
                    <a:pt x="1173" y="387"/>
                  </a:cubicBezTo>
                  <a:cubicBezTo>
                    <a:pt x="1145" y="355"/>
                    <a:pt x="1117" y="323"/>
                    <a:pt x="1093" y="283"/>
                  </a:cubicBezTo>
                  <a:cubicBezTo>
                    <a:pt x="1069" y="251"/>
                    <a:pt x="1049" y="215"/>
                    <a:pt x="1029" y="179"/>
                  </a:cubicBezTo>
                  <a:cubicBezTo>
                    <a:pt x="1025" y="171"/>
                    <a:pt x="1017" y="159"/>
                    <a:pt x="1009" y="151"/>
                  </a:cubicBezTo>
                  <a:lnTo>
                    <a:pt x="1009" y="151"/>
                  </a:lnTo>
                  <a:cubicBezTo>
                    <a:pt x="1033" y="167"/>
                    <a:pt x="1053" y="183"/>
                    <a:pt x="1069" y="203"/>
                  </a:cubicBezTo>
                  <a:cubicBezTo>
                    <a:pt x="1145" y="287"/>
                    <a:pt x="1225" y="363"/>
                    <a:pt x="1313" y="435"/>
                  </a:cubicBezTo>
                  <a:cubicBezTo>
                    <a:pt x="1361" y="471"/>
                    <a:pt x="1417" y="499"/>
                    <a:pt x="1477" y="515"/>
                  </a:cubicBezTo>
                  <a:cubicBezTo>
                    <a:pt x="1533" y="531"/>
                    <a:pt x="1593" y="539"/>
                    <a:pt x="1649" y="543"/>
                  </a:cubicBezTo>
                  <a:cubicBezTo>
                    <a:pt x="1741" y="547"/>
                    <a:pt x="1825" y="583"/>
                    <a:pt x="1885" y="651"/>
                  </a:cubicBezTo>
                  <a:cubicBezTo>
                    <a:pt x="1945" y="719"/>
                    <a:pt x="1989" y="799"/>
                    <a:pt x="2013" y="887"/>
                  </a:cubicBezTo>
                  <a:cubicBezTo>
                    <a:pt x="2037" y="975"/>
                    <a:pt x="2053" y="1067"/>
                    <a:pt x="2061" y="1159"/>
                  </a:cubicBezTo>
                  <a:cubicBezTo>
                    <a:pt x="2073" y="1239"/>
                    <a:pt x="2065" y="1323"/>
                    <a:pt x="2045" y="1403"/>
                  </a:cubicBezTo>
                  <a:cubicBezTo>
                    <a:pt x="2037" y="1439"/>
                    <a:pt x="2021" y="1471"/>
                    <a:pt x="1997" y="1499"/>
                  </a:cubicBezTo>
                  <a:cubicBezTo>
                    <a:pt x="1973" y="1527"/>
                    <a:pt x="1945" y="1551"/>
                    <a:pt x="1913" y="1571"/>
                  </a:cubicBezTo>
                  <a:cubicBezTo>
                    <a:pt x="1889" y="1587"/>
                    <a:pt x="1869" y="1607"/>
                    <a:pt x="1853" y="1631"/>
                  </a:cubicBezTo>
                  <a:cubicBezTo>
                    <a:pt x="1841" y="1655"/>
                    <a:pt x="1829" y="1679"/>
                    <a:pt x="1829" y="1707"/>
                  </a:cubicBezTo>
                  <a:cubicBezTo>
                    <a:pt x="1821" y="1751"/>
                    <a:pt x="1821" y="1791"/>
                    <a:pt x="1825" y="1835"/>
                  </a:cubicBezTo>
                  <a:cubicBezTo>
                    <a:pt x="1825" y="1915"/>
                    <a:pt x="1837" y="1983"/>
                    <a:pt x="1837" y="2051"/>
                  </a:cubicBezTo>
                  <a:cubicBezTo>
                    <a:pt x="1845" y="2111"/>
                    <a:pt x="1841" y="2171"/>
                    <a:pt x="1833" y="2227"/>
                  </a:cubicBezTo>
                  <a:cubicBezTo>
                    <a:pt x="1821" y="2279"/>
                    <a:pt x="1805" y="2323"/>
                    <a:pt x="1777" y="2367"/>
                  </a:cubicBezTo>
                  <a:cubicBezTo>
                    <a:pt x="1745" y="2431"/>
                    <a:pt x="1685" y="2475"/>
                    <a:pt x="1621" y="2499"/>
                  </a:cubicBezTo>
                  <a:cubicBezTo>
                    <a:pt x="1601" y="2503"/>
                    <a:pt x="1581" y="2507"/>
                    <a:pt x="1565" y="2507"/>
                  </a:cubicBezTo>
                  <a:lnTo>
                    <a:pt x="1545" y="2507"/>
                  </a:lnTo>
                  <a:cubicBezTo>
                    <a:pt x="1537" y="2495"/>
                    <a:pt x="1525" y="2487"/>
                    <a:pt x="1513" y="2471"/>
                  </a:cubicBezTo>
                  <a:cubicBezTo>
                    <a:pt x="1457" y="2419"/>
                    <a:pt x="1393" y="2371"/>
                    <a:pt x="1325" y="2339"/>
                  </a:cubicBezTo>
                  <a:cubicBezTo>
                    <a:pt x="1273" y="2315"/>
                    <a:pt x="1221" y="2295"/>
                    <a:pt x="1165" y="2283"/>
                  </a:cubicBezTo>
                  <a:cubicBezTo>
                    <a:pt x="1109" y="2275"/>
                    <a:pt x="1049" y="2259"/>
                    <a:pt x="993" y="2239"/>
                  </a:cubicBezTo>
                  <a:cubicBezTo>
                    <a:pt x="989" y="2235"/>
                    <a:pt x="981" y="2231"/>
                    <a:pt x="977" y="2231"/>
                  </a:cubicBezTo>
                  <a:lnTo>
                    <a:pt x="953" y="2215"/>
                  </a:lnTo>
                  <a:cubicBezTo>
                    <a:pt x="941" y="2207"/>
                    <a:pt x="929" y="2199"/>
                    <a:pt x="921" y="2187"/>
                  </a:cubicBezTo>
                  <a:cubicBezTo>
                    <a:pt x="897" y="2167"/>
                    <a:pt x="877" y="2139"/>
                    <a:pt x="861" y="2111"/>
                  </a:cubicBezTo>
                  <a:cubicBezTo>
                    <a:pt x="821" y="2047"/>
                    <a:pt x="789" y="1975"/>
                    <a:pt x="761" y="1907"/>
                  </a:cubicBezTo>
                  <a:cubicBezTo>
                    <a:pt x="725" y="1819"/>
                    <a:pt x="677" y="1739"/>
                    <a:pt x="617" y="1671"/>
                  </a:cubicBezTo>
                  <a:cubicBezTo>
                    <a:pt x="549" y="1595"/>
                    <a:pt x="469" y="1535"/>
                    <a:pt x="377" y="1495"/>
                  </a:cubicBezTo>
                  <a:cubicBezTo>
                    <a:pt x="293" y="1451"/>
                    <a:pt x="213" y="1411"/>
                    <a:pt x="161" y="1343"/>
                  </a:cubicBezTo>
                  <a:cubicBezTo>
                    <a:pt x="113" y="1267"/>
                    <a:pt x="89" y="1175"/>
                    <a:pt x="101" y="1083"/>
                  </a:cubicBezTo>
                  <a:cubicBezTo>
                    <a:pt x="109" y="979"/>
                    <a:pt x="141" y="879"/>
                    <a:pt x="201" y="795"/>
                  </a:cubicBezTo>
                  <a:cubicBezTo>
                    <a:pt x="261" y="707"/>
                    <a:pt x="329" y="623"/>
                    <a:pt x="409" y="551"/>
                  </a:cubicBezTo>
                  <a:cubicBezTo>
                    <a:pt x="493" y="479"/>
                    <a:pt x="565" y="391"/>
                    <a:pt x="625" y="295"/>
                  </a:cubicBezTo>
                  <a:cubicBezTo>
                    <a:pt x="645" y="243"/>
                    <a:pt x="669" y="199"/>
                    <a:pt x="701" y="151"/>
                  </a:cubicBezTo>
                  <a:cubicBezTo>
                    <a:pt x="705" y="143"/>
                    <a:pt x="709" y="139"/>
                    <a:pt x="713" y="135"/>
                  </a:cubicBezTo>
                  <a:lnTo>
                    <a:pt x="713" y="135"/>
                  </a:lnTo>
                  <a:lnTo>
                    <a:pt x="701" y="195"/>
                  </a:lnTo>
                  <a:cubicBezTo>
                    <a:pt x="689" y="255"/>
                    <a:pt x="665" y="315"/>
                    <a:pt x="637" y="367"/>
                  </a:cubicBezTo>
                  <a:cubicBezTo>
                    <a:pt x="625" y="383"/>
                    <a:pt x="613" y="399"/>
                    <a:pt x="601" y="411"/>
                  </a:cubicBezTo>
                  <a:cubicBezTo>
                    <a:pt x="589" y="427"/>
                    <a:pt x="573" y="439"/>
                    <a:pt x="557" y="451"/>
                  </a:cubicBezTo>
                  <a:cubicBezTo>
                    <a:pt x="513" y="483"/>
                    <a:pt x="477" y="523"/>
                    <a:pt x="453" y="567"/>
                  </a:cubicBezTo>
                  <a:cubicBezTo>
                    <a:pt x="425" y="615"/>
                    <a:pt x="409" y="671"/>
                    <a:pt x="405" y="727"/>
                  </a:cubicBezTo>
                  <a:cubicBezTo>
                    <a:pt x="401" y="783"/>
                    <a:pt x="405" y="835"/>
                    <a:pt x="417" y="891"/>
                  </a:cubicBezTo>
                  <a:cubicBezTo>
                    <a:pt x="425" y="947"/>
                    <a:pt x="441" y="995"/>
                    <a:pt x="453" y="1047"/>
                  </a:cubicBezTo>
                  <a:cubicBezTo>
                    <a:pt x="465" y="1099"/>
                    <a:pt x="485" y="1151"/>
                    <a:pt x="509" y="1199"/>
                  </a:cubicBezTo>
                  <a:cubicBezTo>
                    <a:pt x="537" y="1243"/>
                    <a:pt x="557" y="1283"/>
                    <a:pt x="585" y="1323"/>
                  </a:cubicBezTo>
                  <a:cubicBezTo>
                    <a:pt x="617" y="1359"/>
                    <a:pt x="645" y="1391"/>
                    <a:pt x="669" y="1423"/>
                  </a:cubicBezTo>
                  <a:cubicBezTo>
                    <a:pt x="729" y="1487"/>
                    <a:pt x="793" y="1551"/>
                    <a:pt x="861" y="1611"/>
                  </a:cubicBezTo>
                  <a:lnTo>
                    <a:pt x="865" y="1607"/>
                  </a:lnTo>
                  <a:cubicBezTo>
                    <a:pt x="821" y="1527"/>
                    <a:pt x="769" y="1455"/>
                    <a:pt x="713" y="1383"/>
                  </a:cubicBezTo>
                  <a:cubicBezTo>
                    <a:pt x="689" y="1351"/>
                    <a:pt x="665" y="1319"/>
                    <a:pt x="633" y="1283"/>
                  </a:cubicBezTo>
                  <a:lnTo>
                    <a:pt x="537" y="1179"/>
                  </a:lnTo>
                  <a:cubicBezTo>
                    <a:pt x="509" y="1139"/>
                    <a:pt x="485" y="1091"/>
                    <a:pt x="473" y="1043"/>
                  </a:cubicBezTo>
                  <a:cubicBezTo>
                    <a:pt x="461" y="995"/>
                    <a:pt x="453" y="943"/>
                    <a:pt x="453" y="887"/>
                  </a:cubicBezTo>
                  <a:cubicBezTo>
                    <a:pt x="453" y="839"/>
                    <a:pt x="457" y="787"/>
                    <a:pt x="465" y="739"/>
                  </a:cubicBezTo>
                  <a:cubicBezTo>
                    <a:pt x="473" y="691"/>
                    <a:pt x="493" y="647"/>
                    <a:pt x="517" y="607"/>
                  </a:cubicBezTo>
                  <a:cubicBezTo>
                    <a:pt x="541" y="571"/>
                    <a:pt x="569" y="539"/>
                    <a:pt x="605" y="511"/>
                  </a:cubicBezTo>
                  <a:cubicBezTo>
                    <a:pt x="621" y="495"/>
                    <a:pt x="641" y="479"/>
                    <a:pt x="653" y="463"/>
                  </a:cubicBezTo>
                  <a:cubicBezTo>
                    <a:pt x="669" y="443"/>
                    <a:pt x="681" y="423"/>
                    <a:pt x="689" y="403"/>
                  </a:cubicBezTo>
                  <a:cubicBezTo>
                    <a:pt x="709" y="367"/>
                    <a:pt x="717" y="331"/>
                    <a:pt x="721" y="291"/>
                  </a:cubicBezTo>
                  <a:cubicBezTo>
                    <a:pt x="725" y="263"/>
                    <a:pt x="729" y="235"/>
                    <a:pt x="725" y="203"/>
                  </a:cubicBezTo>
                  <a:cubicBezTo>
                    <a:pt x="725" y="159"/>
                    <a:pt x="721" y="131"/>
                    <a:pt x="721" y="131"/>
                  </a:cubicBezTo>
                  <a:cubicBezTo>
                    <a:pt x="749" y="107"/>
                    <a:pt x="781" y="91"/>
                    <a:pt x="813" y="87"/>
                  </a:cubicBezTo>
                  <a:cubicBezTo>
                    <a:pt x="823" y="86"/>
                    <a:pt x="832" y="85"/>
                    <a:pt x="842" y="85"/>
                  </a:cubicBezTo>
                  <a:close/>
                  <a:moveTo>
                    <a:pt x="864" y="0"/>
                  </a:moveTo>
                  <a:cubicBezTo>
                    <a:pt x="841" y="0"/>
                    <a:pt x="818" y="2"/>
                    <a:pt x="797" y="7"/>
                  </a:cubicBezTo>
                  <a:cubicBezTo>
                    <a:pt x="733" y="23"/>
                    <a:pt x="677" y="63"/>
                    <a:pt x="645" y="119"/>
                  </a:cubicBezTo>
                  <a:cubicBezTo>
                    <a:pt x="621" y="167"/>
                    <a:pt x="597" y="219"/>
                    <a:pt x="577" y="271"/>
                  </a:cubicBezTo>
                  <a:cubicBezTo>
                    <a:pt x="525" y="367"/>
                    <a:pt x="457" y="451"/>
                    <a:pt x="377" y="523"/>
                  </a:cubicBezTo>
                  <a:cubicBezTo>
                    <a:pt x="297" y="599"/>
                    <a:pt x="225" y="679"/>
                    <a:pt x="157" y="767"/>
                  </a:cubicBezTo>
                  <a:cubicBezTo>
                    <a:pt x="89" y="855"/>
                    <a:pt x="45" y="959"/>
                    <a:pt x="21" y="1067"/>
                  </a:cubicBezTo>
                  <a:cubicBezTo>
                    <a:pt x="1" y="1179"/>
                    <a:pt x="21" y="1291"/>
                    <a:pt x="77" y="1391"/>
                  </a:cubicBezTo>
                  <a:cubicBezTo>
                    <a:pt x="85" y="1403"/>
                    <a:pt x="93" y="1415"/>
                    <a:pt x="101" y="1427"/>
                  </a:cubicBezTo>
                  <a:cubicBezTo>
                    <a:pt x="109" y="1439"/>
                    <a:pt x="113" y="1443"/>
                    <a:pt x="125" y="1459"/>
                  </a:cubicBezTo>
                  <a:cubicBezTo>
                    <a:pt x="145" y="1479"/>
                    <a:pt x="165" y="1495"/>
                    <a:pt x="189" y="1515"/>
                  </a:cubicBezTo>
                  <a:cubicBezTo>
                    <a:pt x="229" y="1543"/>
                    <a:pt x="273" y="1567"/>
                    <a:pt x="317" y="1591"/>
                  </a:cubicBezTo>
                  <a:cubicBezTo>
                    <a:pt x="469" y="1667"/>
                    <a:pt x="589" y="1791"/>
                    <a:pt x="653" y="1947"/>
                  </a:cubicBezTo>
                  <a:cubicBezTo>
                    <a:pt x="685" y="2023"/>
                    <a:pt x="725" y="2095"/>
                    <a:pt x="769" y="2163"/>
                  </a:cubicBezTo>
                  <a:cubicBezTo>
                    <a:pt x="793" y="2195"/>
                    <a:pt x="821" y="2227"/>
                    <a:pt x="853" y="2255"/>
                  </a:cubicBezTo>
                  <a:cubicBezTo>
                    <a:pt x="865" y="2267"/>
                    <a:pt x="885" y="2279"/>
                    <a:pt x="901" y="2291"/>
                  </a:cubicBezTo>
                  <a:lnTo>
                    <a:pt x="925" y="2303"/>
                  </a:lnTo>
                  <a:cubicBezTo>
                    <a:pt x="937" y="2307"/>
                    <a:pt x="945" y="2311"/>
                    <a:pt x="953" y="2315"/>
                  </a:cubicBezTo>
                  <a:cubicBezTo>
                    <a:pt x="1017" y="2335"/>
                    <a:pt x="1081" y="2347"/>
                    <a:pt x="1149" y="2351"/>
                  </a:cubicBezTo>
                  <a:cubicBezTo>
                    <a:pt x="1197" y="2355"/>
                    <a:pt x="1249" y="2367"/>
                    <a:pt x="1297" y="2383"/>
                  </a:cubicBezTo>
                  <a:cubicBezTo>
                    <a:pt x="1369" y="2407"/>
                    <a:pt x="1433" y="2439"/>
                    <a:pt x="1493" y="2483"/>
                  </a:cubicBezTo>
                  <a:cubicBezTo>
                    <a:pt x="1513" y="2499"/>
                    <a:pt x="1533" y="2515"/>
                    <a:pt x="1553" y="2535"/>
                  </a:cubicBezTo>
                  <a:lnTo>
                    <a:pt x="1561" y="2523"/>
                  </a:lnTo>
                  <a:lnTo>
                    <a:pt x="1553" y="2515"/>
                  </a:lnTo>
                  <a:lnTo>
                    <a:pt x="1621" y="2515"/>
                  </a:lnTo>
                  <a:cubicBezTo>
                    <a:pt x="1701" y="2499"/>
                    <a:pt x="1769" y="2455"/>
                    <a:pt x="1817" y="2387"/>
                  </a:cubicBezTo>
                  <a:cubicBezTo>
                    <a:pt x="1853" y="2343"/>
                    <a:pt x="1881" y="2295"/>
                    <a:pt x="1897" y="2239"/>
                  </a:cubicBezTo>
                  <a:cubicBezTo>
                    <a:pt x="1913" y="2175"/>
                    <a:pt x="1921" y="2107"/>
                    <a:pt x="1925" y="2043"/>
                  </a:cubicBezTo>
                  <a:cubicBezTo>
                    <a:pt x="1925" y="1971"/>
                    <a:pt x="1925" y="1899"/>
                    <a:pt x="1929" y="1827"/>
                  </a:cubicBezTo>
                  <a:cubicBezTo>
                    <a:pt x="1929" y="1791"/>
                    <a:pt x="1929" y="1755"/>
                    <a:pt x="1937" y="1723"/>
                  </a:cubicBezTo>
                  <a:cubicBezTo>
                    <a:pt x="1937" y="1711"/>
                    <a:pt x="1941" y="1699"/>
                    <a:pt x="1949" y="1687"/>
                  </a:cubicBezTo>
                  <a:cubicBezTo>
                    <a:pt x="1957" y="1679"/>
                    <a:pt x="1969" y="1671"/>
                    <a:pt x="1977" y="1663"/>
                  </a:cubicBezTo>
                  <a:cubicBezTo>
                    <a:pt x="2021" y="1639"/>
                    <a:pt x="2057" y="1611"/>
                    <a:pt x="2093" y="1575"/>
                  </a:cubicBezTo>
                  <a:cubicBezTo>
                    <a:pt x="2125" y="1535"/>
                    <a:pt x="2153" y="1491"/>
                    <a:pt x="2169" y="1439"/>
                  </a:cubicBezTo>
                  <a:cubicBezTo>
                    <a:pt x="2201" y="1343"/>
                    <a:pt x="2209" y="1239"/>
                    <a:pt x="2201" y="1139"/>
                  </a:cubicBezTo>
                  <a:cubicBezTo>
                    <a:pt x="2197" y="1035"/>
                    <a:pt x="2181" y="935"/>
                    <a:pt x="2153" y="835"/>
                  </a:cubicBezTo>
                  <a:cubicBezTo>
                    <a:pt x="2121" y="727"/>
                    <a:pt x="2065" y="627"/>
                    <a:pt x="1985" y="543"/>
                  </a:cubicBezTo>
                  <a:cubicBezTo>
                    <a:pt x="1941" y="499"/>
                    <a:pt x="1889" y="467"/>
                    <a:pt x="1833" y="439"/>
                  </a:cubicBezTo>
                  <a:cubicBezTo>
                    <a:pt x="1817" y="435"/>
                    <a:pt x="1805" y="431"/>
                    <a:pt x="1789" y="423"/>
                  </a:cubicBezTo>
                  <a:lnTo>
                    <a:pt x="1765" y="415"/>
                  </a:lnTo>
                  <a:lnTo>
                    <a:pt x="1745" y="411"/>
                  </a:lnTo>
                  <a:cubicBezTo>
                    <a:pt x="1713" y="407"/>
                    <a:pt x="1685" y="403"/>
                    <a:pt x="1653" y="403"/>
                  </a:cubicBezTo>
                  <a:cubicBezTo>
                    <a:pt x="1605" y="403"/>
                    <a:pt x="1557" y="399"/>
                    <a:pt x="1509" y="387"/>
                  </a:cubicBezTo>
                  <a:cubicBezTo>
                    <a:pt x="1461" y="375"/>
                    <a:pt x="1421" y="355"/>
                    <a:pt x="1381" y="327"/>
                  </a:cubicBezTo>
                  <a:cubicBezTo>
                    <a:pt x="1293" y="263"/>
                    <a:pt x="1213" y="195"/>
                    <a:pt x="1137" y="119"/>
                  </a:cubicBezTo>
                  <a:cubicBezTo>
                    <a:pt x="1089" y="79"/>
                    <a:pt x="1037" y="47"/>
                    <a:pt x="985" y="23"/>
                  </a:cubicBezTo>
                  <a:cubicBezTo>
                    <a:pt x="946" y="7"/>
                    <a:pt x="905" y="0"/>
                    <a:pt x="864" y="0"/>
                  </a:cubicBezTo>
                  <a:close/>
                </a:path>
              </a:pathLst>
            </a:custGeom>
            <a:solidFill>
              <a:srgbClr val="9338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8" name="Google Shape;4928;p89"/>
          <p:cNvSpPr txBox="1">
            <a:spLocks noGrp="1"/>
          </p:cNvSpPr>
          <p:nvPr>
            <p:ph type="title"/>
          </p:nvPr>
        </p:nvSpPr>
        <p:spPr>
          <a:xfrm>
            <a:off x="2510411" y="-119431"/>
            <a:ext cx="5504700" cy="20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000" lvl="0" indent="0" algn="ctr" rtl="0">
              <a:lnSpc>
                <a:spcPct val="100000"/>
              </a:lnSpc>
              <a:spcBef>
                <a:spcPts val="1900"/>
              </a:spcBef>
              <a:spcAft>
                <a:spcPts val="300"/>
              </a:spcAft>
              <a:buNone/>
            </a:pPr>
            <a:r>
              <a:rPr lang="sr-Latn-R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Mapiranje signala</a:t>
            </a:r>
            <a:br>
              <a:rPr lang="sr-Latn-R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sr-Latn-R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(I/O lista za cRIO)</a:t>
            </a:r>
            <a:endParaRPr sz="48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930" name="Google Shape;4930;p89"/>
          <p:cNvGrpSpPr/>
          <p:nvPr/>
        </p:nvGrpSpPr>
        <p:grpSpPr>
          <a:xfrm>
            <a:off x="-156283" y="432592"/>
            <a:ext cx="3600648" cy="4278316"/>
            <a:chOff x="-3883" y="-1"/>
            <a:chExt cx="3600648" cy="4278316"/>
          </a:xfrm>
        </p:grpSpPr>
        <p:sp>
          <p:nvSpPr>
            <p:cNvPr id="4931" name="Google Shape;4931;p89"/>
            <p:cNvSpPr/>
            <p:nvPr/>
          </p:nvSpPr>
          <p:spPr>
            <a:xfrm flipH="1">
              <a:off x="1763153" y="1742762"/>
              <a:ext cx="91419" cy="87712"/>
            </a:xfrm>
            <a:custGeom>
              <a:avLst/>
              <a:gdLst/>
              <a:ahLst/>
              <a:cxnLst/>
              <a:rect l="l" t="t" r="r" b="b"/>
              <a:pathLst>
                <a:path w="789" h="757" extrusionOk="0">
                  <a:moveTo>
                    <a:pt x="789" y="1"/>
                  </a:moveTo>
                  <a:cubicBezTo>
                    <a:pt x="785" y="2"/>
                    <a:pt x="780" y="4"/>
                    <a:pt x="777" y="5"/>
                  </a:cubicBezTo>
                  <a:lnTo>
                    <a:pt x="777" y="5"/>
                  </a:lnTo>
                  <a:lnTo>
                    <a:pt x="789" y="1"/>
                  </a:lnTo>
                  <a:close/>
                  <a:moveTo>
                    <a:pt x="777" y="5"/>
                  </a:moveTo>
                  <a:lnTo>
                    <a:pt x="717" y="29"/>
                  </a:lnTo>
                  <a:cubicBezTo>
                    <a:pt x="577" y="73"/>
                    <a:pt x="477" y="193"/>
                    <a:pt x="385" y="305"/>
                  </a:cubicBezTo>
                  <a:lnTo>
                    <a:pt x="153" y="597"/>
                  </a:lnTo>
                  <a:cubicBezTo>
                    <a:pt x="109" y="657"/>
                    <a:pt x="57" y="709"/>
                    <a:pt x="1" y="757"/>
                  </a:cubicBezTo>
                  <a:cubicBezTo>
                    <a:pt x="125" y="681"/>
                    <a:pt x="241" y="597"/>
                    <a:pt x="353" y="509"/>
                  </a:cubicBezTo>
                  <a:cubicBezTo>
                    <a:pt x="421" y="457"/>
                    <a:pt x="485" y="401"/>
                    <a:pt x="545" y="337"/>
                  </a:cubicBezTo>
                  <a:cubicBezTo>
                    <a:pt x="601" y="273"/>
                    <a:pt x="649" y="201"/>
                    <a:pt x="685" y="125"/>
                  </a:cubicBezTo>
                  <a:cubicBezTo>
                    <a:pt x="707" y="81"/>
                    <a:pt x="732" y="26"/>
                    <a:pt x="777" y="5"/>
                  </a:cubicBezTo>
                  <a:close/>
                </a:path>
              </a:pathLst>
            </a:custGeom>
            <a:solidFill>
              <a:srgbClr val="B7A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89"/>
            <p:cNvSpPr/>
            <p:nvPr/>
          </p:nvSpPr>
          <p:spPr>
            <a:xfrm flipH="1">
              <a:off x="1954566" y="1407209"/>
              <a:ext cx="45072" cy="118764"/>
            </a:xfrm>
            <a:custGeom>
              <a:avLst/>
              <a:gdLst/>
              <a:ahLst/>
              <a:cxnLst/>
              <a:rect l="l" t="t" r="r" b="b"/>
              <a:pathLst>
                <a:path w="389" h="1025" extrusionOk="0">
                  <a:moveTo>
                    <a:pt x="61" y="0"/>
                  </a:moveTo>
                  <a:lnTo>
                    <a:pt x="1" y="24"/>
                  </a:lnTo>
                  <a:lnTo>
                    <a:pt x="213" y="536"/>
                  </a:lnTo>
                  <a:cubicBezTo>
                    <a:pt x="225" y="572"/>
                    <a:pt x="237" y="604"/>
                    <a:pt x="249" y="640"/>
                  </a:cubicBezTo>
                  <a:cubicBezTo>
                    <a:pt x="257" y="672"/>
                    <a:pt x="265" y="708"/>
                    <a:pt x="273" y="740"/>
                  </a:cubicBezTo>
                  <a:lnTo>
                    <a:pt x="325" y="1025"/>
                  </a:lnTo>
                  <a:lnTo>
                    <a:pt x="389" y="1009"/>
                  </a:lnTo>
                  <a:lnTo>
                    <a:pt x="333" y="732"/>
                  </a:lnTo>
                  <a:cubicBezTo>
                    <a:pt x="329" y="692"/>
                    <a:pt x="321" y="656"/>
                    <a:pt x="309" y="624"/>
                  </a:cubicBezTo>
                  <a:cubicBezTo>
                    <a:pt x="297" y="584"/>
                    <a:pt x="285" y="548"/>
                    <a:pt x="269" y="512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89"/>
            <p:cNvSpPr/>
            <p:nvPr/>
          </p:nvSpPr>
          <p:spPr>
            <a:xfrm flipH="1">
              <a:off x="1979131" y="1436408"/>
              <a:ext cx="75198" cy="89566"/>
            </a:xfrm>
            <a:custGeom>
              <a:avLst/>
              <a:gdLst/>
              <a:ahLst/>
              <a:cxnLst/>
              <a:rect l="l" t="t" r="r" b="b"/>
              <a:pathLst>
                <a:path w="649" h="773" extrusionOk="0">
                  <a:moveTo>
                    <a:pt x="49" y="0"/>
                  </a:moveTo>
                  <a:lnTo>
                    <a:pt x="1" y="32"/>
                  </a:lnTo>
                  <a:lnTo>
                    <a:pt x="161" y="272"/>
                  </a:lnTo>
                  <a:cubicBezTo>
                    <a:pt x="193" y="320"/>
                    <a:pt x="229" y="364"/>
                    <a:pt x="269" y="404"/>
                  </a:cubicBezTo>
                  <a:cubicBezTo>
                    <a:pt x="289" y="420"/>
                    <a:pt x="309" y="436"/>
                    <a:pt x="329" y="448"/>
                  </a:cubicBezTo>
                  <a:lnTo>
                    <a:pt x="353" y="464"/>
                  </a:lnTo>
                  <a:cubicBezTo>
                    <a:pt x="457" y="544"/>
                    <a:pt x="541" y="649"/>
                    <a:pt x="589" y="773"/>
                  </a:cubicBezTo>
                  <a:lnTo>
                    <a:pt x="649" y="749"/>
                  </a:lnTo>
                  <a:cubicBezTo>
                    <a:pt x="593" y="617"/>
                    <a:pt x="505" y="500"/>
                    <a:pt x="389" y="416"/>
                  </a:cubicBezTo>
                  <a:lnTo>
                    <a:pt x="365" y="396"/>
                  </a:lnTo>
                  <a:cubicBezTo>
                    <a:pt x="345" y="384"/>
                    <a:pt x="329" y="372"/>
                    <a:pt x="313" y="356"/>
                  </a:cubicBezTo>
                  <a:cubicBezTo>
                    <a:pt x="273" y="320"/>
                    <a:pt x="241" y="280"/>
                    <a:pt x="213" y="236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89"/>
            <p:cNvSpPr/>
            <p:nvPr/>
          </p:nvSpPr>
          <p:spPr>
            <a:xfrm flipH="1">
              <a:off x="1985155" y="1387628"/>
              <a:ext cx="21899" cy="31284"/>
            </a:xfrm>
            <a:custGeom>
              <a:avLst/>
              <a:gdLst/>
              <a:ahLst/>
              <a:cxnLst/>
              <a:rect l="l" t="t" r="r" b="b"/>
              <a:pathLst>
                <a:path w="189" h="270" extrusionOk="0">
                  <a:moveTo>
                    <a:pt x="77" y="61"/>
                  </a:moveTo>
                  <a:cubicBezTo>
                    <a:pt x="81" y="61"/>
                    <a:pt x="89" y="65"/>
                    <a:pt x="97" y="81"/>
                  </a:cubicBezTo>
                  <a:cubicBezTo>
                    <a:pt x="113" y="105"/>
                    <a:pt x="121" y="137"/>
                    <a:pt x="117" y="169"/>
                  </a:cubicBezTo>
                  <a:lnTo>
                    <a:pt x="93" y="145"/>
                  </a:lnTo>
                  <a:cubicBezTo>
                    <a:pt x="77" y="129"/>
                    <a:pt x="65" y="105"/>
                    <a:pt x="69" y="81"/>
                  </a:cubicBezTo>
                  <a:cubicBezTo>
                    <a:pt x="69" y="73"/>
                    <a:pt x="73" y="65"/>
                    <a:pt x="77" y="61"/>
                  </a:cubicBezTo>
                  <a:close/>
                  <a:moveTo>
                    <a:pt x="74" y="1"/>
                  </a:moveTo>
                  <a:cubicBezTo>
                    <a:pt x="71" y="1"/>
                    <a:pt x="68" y="1"/>
                    <a:pt x="65" y="1"/>
                  </a:cubicBezTo>
                  <a:cubicBezTo>
                    <a:pt x="29" y="9"/>
                    <a:pt x="5" y="37"/>
                    <a:pt x="5" y="73"/>
                  </a:cubicBezTo>
                  <a:cubicBezTo>
                    <a:pt x="1" y="113"/>
                    <a:pt x="13" y="153"/>
                    <a:pt x="45" y="185"/>
                  </a:cubicBezTo>
                  <a:cubicBezTo>
                    <a:pt x="61" y="209"/>
                    <a:pt x="85" y="229"/>
                    <a:pt x="109" y="249"/>
                  </a:cubicBezTo>
                  <a:lnTo>
                    <a:pt x="117" y="253"/>
                  </a:lnTo>
                  <a:lnTo>
                    <a:pt x="145" y="269"/>
                  </a:lnTo>
                  <a:lnTo>
                    <a:pt x="161" y="241"/>
                  </a:lnTo>
                  <a:cubicBezTo>
                    <a:pt x="189" y="181"/>
                    <a:pt x="189" y="109"/>
                    <a:pt x="153" y="49"/>
                  </a:cubicBezTo>
                  <a:cubicBezTo>
                    <a:pt x="138" y="20"/>
                    <a:pt x="107" y="1"/>
                    <a:pt x="7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89"/>
            <p:cNvSpPr/>
            <p:nvPr/>
          </p:nvSpPr>
          <p:spPr>
            <a:xfrm flipH="1">
              <a:off x="2088973" y="1429804"/>
              <a:ext cx="22362" cy="31168"/>
            </a:xfrm>
            <a:custGeom>
              <a:avLst/>
              <a:gdLst/>
              <a:ahLst/>
              <a:cxnLst/>
              <a:rect l="l" t="t" r="r" b="b"/>
              <a:pathLst>
                <a:path w="193" h="269" extrusionOk="0">
                  <a:moveTo>
                    <a:pt x="81" y="65"/>
                  </a:moveTo>
                  <a:cubicBezTo>
                    <a:pt x="97" y="85"/>
                    <a:pt x="109" y="109"/>
                    <a:pt x="113" y="133"/>
                  </a:cubicBezTo>
                  <a:cubicBezTo>
                    <a:pt x="117" y="153"/>
                    <a:pt x="117" y="173"/>
                    <a:pt x="113" y="193"/>
                  </a:cubicBezTo>
                  <a:cubicBezTo>
                    <a:pt x="93" y="161"/>
                    <a:pt x="73" y="129"/>
                    <a:pt x="61" y="97"/>
                  </a:cubicBezTo>
                  <a:cubicBezTo>
                    <a:pt x="61" y="81"/>
                    <a:pt x="69" y="69"/>
                    <a:pt x="81" y="65"/>
                  </a:cubicBezTo>
                  <a:close/>
                  <a:moveTo>
                    <a:pt x="85" y="1"/>
                  </a:moveTo>
                  <a:cubicBezTo>
                    <a:pt x="82" y="1"/>
                    <a:pt x="80" y="1"/>
                    <a:pt x="77" y="1"/>
                  </a:cubicBezTo>
                  <a:cubicBezTo>
                    <a:pt x="33" y="9"/>
                    <a:pt x="1" y="49"/>
                    <a:pt x="1" y="97"/>
                  </a:cubicBezTo>
                  <a:cubicBezTo>
                    <a:pt x="17" y="161"/>
                    <a:pt x="49" y="221"/>
                    <a:pt x="101" y="265"/>
                  </a:cubicBezTo>
                  <a:cubicBezTo>
                    <a:pt x="106" y="267"/>
                    <a:pt x="111" y="268"/>
                    <a:pt x="117" y="268"/>
                  </a:cubicBezTo>
                  <a:cubicBezTo>
                    <a:pt x="126" y="268"/>
                    <a:pt x="135" y="266"/>
                    <a:pt x="145" y="261"/>
                  </a:cubicBezTo>
                  <a:lnTo>
                    <a:pt x="149" y="257"/>
                  </a:lnTo>
                  <a:cubicBezTo>
                    <a:pt x="181" y="221"/>
                    <a:pt x="193" y="169"/>
                    <a:pt x="177" y="121"/>
                  </a:cubicBezTo>
                  <a:cubicBezTo>
                    <a:pt x="177" y="118"/>
                    <a:pt x="144" y="1"/>
                    <a:pt x="8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89"/>
            <p:cNvSpPr/>
            <p:nvPr/>
          </p:nvSpPr>
          <p:spPr>
            <a:xfrm flipH="1">
              <a:off x="2038455" y="1417753"/>
              <a:ext cx="21899" cy="30010"/>
            </a:xfrm>
            <a:custGeom>
              <a:avLst/>
              <a:gdLst/>
              <a:ahLst/>
              <a:cxnLst/>
              <a:rect l="l" t="t" r="r" b="b"/>
              <a:pathLst>
                <a:path w="189" h="259" extrusionOk="0">
                  <a:moveTo>
                    <a:pt x="85" y="61"/>
                  </a:moveTo>
                  <a:cubicBezTo>
                    <a:pt x="97" y="65"/>
                    <a:pt x="109" y="73"/>
                    <a:pt x="113" y="89"/>
                  </a:cubicBezTo>
                  <a:cubicBezTo>
                    <a:pt x="121" y="109"/>
                    <a:pt x="121" y="133"/>
                    <a:pt x="113" y="153"/>
                  </a:cubicBezTo>
                  <a:cubicBezTo>
                    <a:pt x="109" y="165"/>
                    <a:pt x="101" y="177"/>
                    <a:pt x="97" y="189"/>
                  </a:cubicBezTo>
                  <a:cubicBezTo>
                    <a:pt x="89" y="173"/>
                    <a:pt x="81" y="157"/>
                    <a:pt x="81" y="141"/>
                  </a:cubicBezTo>
                  <a:cubicBezTo>
                    <a:pt x="77" y="113"/>
                    <a:pt x="77" y="89"/>
                    <a:pt x="85" y="61"/>
                  </a:cubicBezTo>
                  <a:close/>
                  <a:moveTo>
                    <a:pt x="84" y="0"/>
                  </a:moveTo>
                  <a:cubicBezTo>
                    <a:pt x="79" y="0"/>
                    <a:pt x="74" y="1"/>
                    <a:pt x="69" y="1"/>
                  </a:cubicBezTo>
                  <a:cubicBezTo>
                    <a:pt x="1" y="13"/>
                    <a:pt x="17" y="149"/>
                    <a:pt x="17" y="149"/>
                  </a:cubicBezTo>
                  <a:cubicBezTo>
                    <a:pt x="21" y="185"/>
                    <a:pt x="33" y="217"/>
                    <a:pt x="61" y="245"/>
                  </a:cubicBezTo>
                  <a:cubicBezTo>
                    <a:pt x="70" y="254"/>
                    <a:pt x="85" y="259"/>
                    <a:pt x="100" y="259"/>
                  </a:cubicBezTo>
                  <a:cubicBezTo>
                    <a:pt x="104" y="259"/>
                    <a:pt x="109" y="258"/>
                    <a:pt x="113" y="257"/>
                  </a:cubicBezTo>
                  <a:cubicBezTo>
                    <a:pt x="121" y="253"/>
                    <a:pt x="125" y="253"/>
                    <a:pt x="129" y="249"/>
                  </a:cubicBezTo>
                  <a:cubicBezTo>
                    <a:pt x="153" y="229"/>
                    <a:pt x="169" y="205"/>
                    <a:pt x="173" y="177"/>
                  </a:cubicBezTo>
                  <a:cubicBezTo>
                    <a:pt x="189" y="141"/>
                    <a:pt x="189" y="101"/>
                    <a:pt x="173" y="65"/>
                  </a:cubicBezTo>
                  <a:cubicBezTo>
                    <a:pt x="159" y="27"/>
                    <a:pt x="122" y="0"/>
                    <a:pt x="8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89"/>
            <p:cNvSpPr/>
            <p:nvPr/>
          </p:nvSpPr>
          <p:spPr>
            <a:xfrm flipH="1">
              <a:off x="1988863" y="1391336"/>
              <a:ext cx="14483" cy="22478"/>
            </a:xfrm>
            <a:custGeom>
              <a:avLst/>
              <a:gdLst/>
              <a:ahLst/>
              <a:cxnLst/>
              <a:rect l="l" t="t" r="r" b="b"/>
              <a:pathLst>
                <a:path w="125" h="194" extrusionOk="0">
                  <a:moveTo>
                    <a:pt x="45" y="0"/>
                  </a:moveTo>
                  <a:cubicBezTo>
                    <a:pt x="26" y="0"/>
                    <a:pt x="9" y="14"/>
                    <a:pt x="5" y="45"/>
                  </a:cubicBezTo>
                  <a:cubicBezTo>
                    <a:pt x="1" y="77"/>
                    <a:pt x="13" y="109"/>
                    <a:pt x="37" y="129"/>
                  </a:cubicBezTo>
                  <a:cubicBezTo>
                    <a:pt x="53" y="153"/>
                    <a:pt x="73" y="173"/>
                    <a:pt x="93" y="189"/>
                  </a:cubicBezTo>
                  <a:lnTo>
                    <a:pt x="101" y="193"/>
                  </a:lnTo>
                  <a:cubicBezTo>
                    <a:pt x="125" y="141"/>
                    <a:pt x="121" y="81"/>
                    <a:pt x="93" y="33"/>
                  </a:cubicBezTo>
                  <a:cubicBezTo>
                    <a:pt x="81" y="12"/>
                    <a:pt x="62" y="0"/>
                    <a:pt x="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89"/>
            <p:cNvSpPr/>
            <p:nvPr/>
          </p:nvSpPr>
          <p:spPr>
            <a:xfrm flipH="1">
              <a:off x="2093145" y="1433511"/>
              <a:ext cx="14947" cy="23637"/>
            </a:xfrm>
            <a:custGeom>
              <a:avLst/>
              <a:gdLst/>
              <a:ahLst/>
              <a:cxnLst/>
              <a:rect l="l" t="t" r="r" b="b"/>
              <a:pathLst>
                <a:path w="129" h="204" extrusionOk="0">
                  <a:moveTo>
                    <a:pt x="57" y="1"/>
                  </a:moveTo>
                  <a:cubicBezTo>
                    <a:pt x="55" y="1"/>
                    <a:pt x="54" y="1"/>
                    <a:pt x="53" y="1"/>
                  </a:cubicBezTo>
                  <a:cubicBezTo>
                    <a:pt x="21" y="9"/>
                    <a:pt x="1" y="33"/>
                    <a:pt x="1" y="65"/>
                  </a:cubicBezTo>
                  <a:cubicBezTo>
                    <a:pt x="1" y="88"/>
                    <a:pt x="66" y="204"/>
                    <a:pt x="92" y="204"/>
                  </a:cubicBezTo>
                  <a:cubicBezTo>
                    <a:pt x="94" y="204"/>
                    <a:pt x="95" y="203"/>
                    <a:pt x="97" y="201"/>
                  </a:cubicBezTo>
                  <a:cubicBezTo>
                    <a:pt x="121" y="173"/>
                    <a:pt x="129" y="129"/>
                    <a:pt x="113" y="93"/>
                  </a:cubicBezTo>
                  <a:cubicBezTo>
                    <a:pt x="109" y="78"/>
                    <a:pt x="83" y="1"/>
                    <a:pt x="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89"/>
            <p:cNvSpPr/>
            <p:nvPr/>
          </p:nvSpPr>
          <p:spPr>
            <a:xfrm flipH="1">
              <a:off x="2042626" y="1421461"/>
              <a:ext cx="13093" cy="22710"/>
            </a:xfrm>
            <a:custGeom>
              <a:avLst/>
              <a:gdLst/>
              <a:ahLst/>
              <a:cxnLst/>
              <a:rect l="l" t="t" r="r" b="b"/>
              <a:pathLst>
                <a:path w="113" h="196" extrusionOk="0">
                  <a:moveTo>
                    <a:pt x="38" y="1"/>
                  </a:moveTo>
                  <a:cubicBezTo>
                    <a:pt x="35" y="1"/>
                    <a:pt x="32" y="1"/>
                    <a:pt x="29" y="1"/>
                  </a:cubicBezTo>
                  <a:cubicBezTo>
                    <a:pt x="1" y="5"/>
                    <a:pt x="5" y="93"/>
                    <a:pt x="5" y="113"/>
                  </a:cubicBezTo>
                  <a:cubicBezTo>
                    <a:pt x="9" y="141"/>
                    <a:pt x="21" y="165"/>
                    <a:pt x="37" y="189"/>
                  </a:cubicBezTo>
                  <a:cubicBezTo>
                    <a:pt x="42" y="192"/>
                    <a:pt x="48" y="195"/>
                    <a:pt x="55" y="195"/>
                  </a:cubicBezTo>
                  <a:cubicBezTo>
                    <a:pt x="58" y="195"/>
                    <a:pt x="61" y="195"/>
                    <a:pt x="65" y="193"/>
                  </a:cubicBezTo>
                  <a:cubicBezTo>
                    <a:pt x="85" y="185"/>
                    <a:pt x="97" y="149"/>
                    <a:pt x="101" y="133"/>
                  </a:cubicBezTo>
                  <a:cubicBezTo>
                    <a:pt x="113" y="105"/>
                    <a:pt x="113" y="73"/>
                    <a:pt x="101" y="45"/>
                  </a:cubicBezTo>
                  <a:cubicBezTo>
                    <a:pt x="90" y="17"/>
                    <a:pt x="66" y="1"/>
                    <a:pt x="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89"/>
            <p:cNvSpPr/>
            <p:nvPr/>
          </p:nvSpPr>
          <p:spPr>
            <a:xfrm flipH="1">
              <a:off x="1372446" y="1907757"/>
              <a:ext cx="124789" cy="109147"/>
            </a:xfrm>
            <a:custGeom>
              <a:avLst/>
              <a:gdLst/>
              <a:ahLst/>
              <a:cxnLst/>
              <a:rect l="l" t="t" r="r" b="b"/>
              <a:pathLst>
                <a:path w="1077" h="942" extrusionOk="0">
                  <a:moveTo>
                    <a:pt x="641" y="1"/>
                  </a:moveTo>
                  <a:cubicBezTo>
                    <a:pt x="653" y="81"/>
                    <a:pt x="673" y="165"/>
                    <a:pt x="693" y="245"/>
                  </a:cubicBezTo>
                  <a:cubicBezTo>
                    <a:pt x="701" y="285"/>
                    <a:pt x="713" y="325"/>
                    <a:pt x="725" y="365"/>
                  </a:cubicBezTo>
                  <a:cubicBezTo>
                    <a:pt x="737" y="401"/>
                    <a:pt x="753" y="441"/>
                    <a:pt x="765" y="481"/>
                  </a:cubicBezTo>
                  <a:cubicBezTo>
                    <a:pt x="793" y="561"/>
                    <a:pt x="825" y="637"/>
                    <a:pt x="865" y="713"/>
                  </a:cubicBezTo>
                  <a:cubicBezTo>
                    <a:pt x="885" y="749"/>
                    <a:pt x="905" y="789"/>
                    <a:pt x="925" y="825"/>
                  </a:cubicBezTo>
                  <a:cubicBezTo>
                    <a:pt x="937" y="841"/>
                    <a:pt x="949" y="861"/>
                    <a:pt x="961" y="877"/>
                  </a:cubicBezTo>
                  <a:lnTo>
                    <a:pt x="963" y="879"/>
                  </a:lnTo>
                  <a:lnTo>
                    <a:pt x="963" y="879"/>
                  </a:lnTo>
                  <a:cubicBezTo>
                    <a:pt x="937" y="879"/>
                    <a:pt x="911" y="880"/>
                    <a:pt x="885" y="880"/>
                  </a:cubicBezTo>
                  <a:cubicBezTo>
                    <a:pt x="840" y="880"/>
                    <a:pt x="795" y="879"/>
                    <a:pt x="749" y="877"/>
                  </a:cubicBezTo>
                  <a:cubicBezTo>
                    <a:pt x="705" y="873"/>
                    <a:pt x="661" y="869"/>
                    <a:pt x="617" y="865"/>
                  </a:cubicBezTo>
                  <a:cubicBezTo>
                    <a:pt x="569" y="857"/>
                    <a:pt x="525" y="849"/>
                    <a:pt x="481" y="841"/>
                  </a:cubicBezTo>
                  <a:cubicBezTo>
                    <a:pt x="461" y="837"/>
                    <a:pt x="437" y="829"/>
                    <a:pt x="417" y="825"/>
                  </a:cubicBezTo>
                  <a:cubicBezTo>
                    <a:pt x="393" y="821"/>
                    <a:pt x="373" y="813"/>
                    <a:pt x="353" y="809"/>
                  </a:cubicBezTo>
                  <a:cubicBezTo>
                    <a:pt x="329" y="801"/>
                    <a:pt x="309" y="793"/>
                    <a:pt x="289" y="785"/>
                  </a:cubicBezTo>
                  <a:lnTo>
                    <a:pt x="225" y="761"/>
                  </a:lnTo>
                  <a:cubicBezTo>
                    <a:pt x="205" y="749"/>
                    <a:pt x="185" y="741"/>
                    <a:pt x="165" y="729"/>
                  </a:cubicBezTo>
                  <a:cubicBezTo>
                    <a:pt x="145" y="721"/>
                    <a:pt x="125" y="709"/>
                    <a:pt x="105" y="693"/>
                  </a:cubicBezTo>
                  <a:cubicBezTo>
                    <a:pt x="89" y="681"/>
                    <a:pt x="69" y="669"/>
                    <a:pt x="53" y="653"/>
                  </a:cubicBezTo>
                  <a:lnTo>
                    <a:pt x="1" y="609"/>
                  </a:lnTo>
                  <a:lnTo>
                    <a:pt x="1" y="609"/>
                  </a:lnTo>
                  <a:lnTo>
                    <a:pt x="45" y="661"/>
                  </a:lnTo>
                  <a:cubicBezTo>
                    <a:pt x="61" y="677"/>
                    <a:pt x="77" y="693"/>
                    <a:pt x="93" y="705"/>
                  </a:cubicBezTo>
                  <a:cubicBezTo>
                    <a:pt x="113" y="721"/>
                    <a:pt x="129" y="737"/>
                    <a:pt x="149" y="749"/>
                  </a:cubicBezTo>
                  <a:cubicBezTo>
                    <a:pt x="169" y="761"/>
                    <a:pt x="189" y="777"/>
                    <a:pt x="209" y="785"/>
                  </a:cubicBezTo>
                  <a:lnTo>
                    <a:pt x="273" y="817"/>
                  </a:lnTo>
                  <a:cubicBezTo>
                    <a:pt x="293" y="829"/>
                    <a:pt x="313" y="837"/>
                    <a:pt x="337" y="845"/>
                  </a:cubicBezTo>
                  <a:cubicBezTo>
                    <a:pt x="357" y="853"/>
                    <a:pt x="381" y="861"/>
                    <a:pt x="401" y="869"/>
                  </a:cubicBezTo>
                  <a:cubicBezTo>
                    <a:pt x="425" y="873"/>
                    <a:pt x="445" y="881"/>
                    <a:pt x="469" y="889"/>
                  </a:cubicBezTo>
                  <a:cubicBezTo>
                    <a:pt x="513" y="901"/>
                    <a:pt x="561" y="909"/>
                    <a:pt x="605" y="917"/>
                  </a:cubicBezTo>
                  <a:cubicBezTo>
                    <a:pt x="629" y="921"/>
                    <a:pt x="653" y="925"/>
                    <a:pt x="673" y="929"/>
                  </a:cubicBezTo>
                  <a:cubicBezTo>
                    <a:pt x="697" y="929"/>
                    <a:pt x="721" y="933"/>
                    <a:pt x="745" y="933"/>
                  </a:cubicBezTo>
                  <a:cubicBezTo>
                    <a:pt x="802" y="938"/>
                    <a:pt x="859" y="941"/>
                    <a:pt x="917" y="941"/>
                  </a:cubicBezTo>
                  <a:cubicBezTo>
                    <a:pt x="952" y="941"/>
                    <a:pt x="988" y="940"/>
                    <a:pt x="1025" y="937"/>
                  </a:cubicBezTo>
                  <a:lnTo>
                    <a:pt x="1077" y="933"/>
                  </a:lnTo>
                  <a:lnTo>
                    <a:pt x="1045" y="889"/>
                  </a:lnTo>
                  <a:lnTo>
                    <a:pt x="1009" y="837"/>
                  </a:lnTo>
                  <a:cubicBezTo>
                    <a:pt x="997" y="821"/>
                    <a:pt x="989" y="805"/>
                    <a:pt x="977" y="789"/>
                  </a:cubicBezTo>
                  <a:cubicBezTo>
                    <a:pt x="953" y="753"/>
                    <a:pt x="937" y="717"/>
                    <a:pt x="917" y="681"/>
                  </a:cubicBezTo>
                  <a:cubicBezTo>
                    <a:pt x="877" y="613"/>
                    <a:pt x="841" y="537"/>
                    <a:pt x="809" y="461"/>
                  </a:cubicBezTo>
                  <a:cubicBezTo>
                    <a:pt x="777" y="385"/>
                    <a:pt x="749" y="313"/>
                    <a:pt x="721" y="233"/>
                  </a:cubicBezTo>
                  <a:cubicBezTo>
                    <a:pt x="693" y="153"/>
                    <a:pt x="665" y="81"/>
                    <a:pt x="641" y="1"/>
                  </a:cubicBezTo>
                  <a:close/>
                </a:path>
              </a:pathLst>
            </a:custGeom>
            <a:solidFill>
              <a:srgbClr val="A29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89"/>
            <p:cNvSpPr/>
            <p:nvPr/>
          </p:nvSpPr>
          <p:spPr>
            <a:xfrm flipH="1">
              <a:off x="-3883" y="197577"/>
              <a:ext cx="3322848" cy="4080737"/>
            </a:xfrm>
            <a:custGeom>
              <a:avLst/>
              <a:gdLst/>
              <a:ahLst/>
              <a:cxnLst/>
              <a:rect l="l" t="t" r="r" b="b"/>
              <a:pathLst>
                <a:path w="28678" h="35219" extrusionOk="0">
                  <a:moveTo>
                    <a:pt x="18497" y="1"/>
                  </a:moveTo>
                  <a:cubicBezTo>
                    <a:pt x="18465" y="5"/>
                    <a:pt x="18429" y="13"/>
                    <a:pt x="18397" y="17"/>
                  </a:cubicBezTo>
                  <a:cubicBezTo>
                    <a:pt x="18525" y="785"/>
                    <a:pt x="18649" y="1553"/>
                    <a:pt x="18753" y="2325"/>
                  </a:cubicBezTo>
                  <a:cubicBezTo>
                    <a:pt x="18813" y="2753"/>
                    <a:pt x="18865" y="3185"/>
                    <a:pt x="18913" y="3613"/>
                  </a:cubicBezTo>
                  <a:cubicBezTo>
                    <a:pt x="18925" y="3733"/>
                    <a:pt x="19013" y="4017"/>
                    <a:pt x="18901" y="4089"/>
                  </a:cubicBezTo>
                  <a:cubicBezTo>
                    <a:pt x="18883" y="4101"/>
                    <a:pt x="18861" y="4107"/>
                    <a:pt x="18837" y="4107"/>
                  </a:cubicBezTo>
                  <a:cubicBezTo>
                    <a:pt x="18718" y="4107"/>
                    <a:pt x="18542" y="3980"/>
                    <a:pt x="18469" y="3937"/>
                  </a:cubicBezTo>
                  <a:cubicBezTo>
                    <a:pt x="18145" y="3749"/>
                    <a:pt x="17761" y="3693"/>
                    <a:pt x="17417" y="3549"/>
                  </a:cubicBezTo>
                  <a:cubicBezTo>
                    <a:pt x="16709" y="3257"/>
                    <a:pt x="16093" y="2893"/>
                    <a:pt x="15557" y="2333"/>
                  </a:cubicBezTo>
                  <a:cubicBezTo>
                    <a:pt x="15305" y="2069"/>
                    <a:pt x="15081" y="1777"/>
                    <a:pt x="14885" y="1469"/>
                  </a:cubicBezTo>
                  <a:cubicBezTo>
                    <a:pt x="14829" y="1377"/>
                    <a:pt x="14349" y="585"/>
                    <a:pt x="14421" y="517"/>
                  </a:cubicBezTo>
                  <a:lnTo>
                    <a:pt x="14421" y="517"/>
                  </a:lnTo>
                  <a:cubicBezTo>
                    <a:pt x="14329" y="601"/>
                    <a:pt x="14077" y="573"/>
                    <a:pt x="14057" y="717"/>
                  </a:cubicBezTo>
                  <a:cubicBezTo>
                    <a:pt x="14053" y="745"/>
                    <a:pt x="14057" y="773"/>
                    <a:pt x="14069" y="797"/>
                  </a:cubicBezTo>
                  <a:cubicBezTo>
                    <a:pt x="14165" y="1105"/>
                    <a:pt x="14341" y="1409"/>
                    <a:pt x="14617" y="1577"/>
                  </a:cubicBezTo>
                  <a:cubicBezTo>
                    <a:pt x="14905" y="1749"/>
                    <a:pt x="14949" y="2009"/>
                    <a:pt x="15157" y="2261"/>
                  </a:cubicBezTo>
                  <a:cubicBezTo>
                    <a:pt x="15329" y="2473"/>
                    <a:pt x="15565" y="2645"/>
                    <a:pt x="15753" y="2857"/>
                  </a:cubicBezTo>
                  <a:cubicBezTo>
                    <a:pt x="15889" y="3021"/>
                    <a:pt x="16045" y="3173"/>
                    <a:pt x="16213" y="3305"/>
                  </a:cubicBezTo>
                  <a:cubicBezTo>
                    <a:pt x="16397" y="3437"/>
                    <a:pt x="16589" y="3465"/>
                    <a:pt x="16785" y="3557"/>
                  </a:cubicBezTo>
                  <a:cubicBezTo>
                    <a:pt x="17025" y="3669"/>
                    <a:pt x="17261" y="3801"/>
                    <a:pt x="17501" y="3913"/>
                  </a:cubicBezTo>
                  <a:lnTo>
                    <a:pt x="18365" y="4309"/>
                  </a:lnTo>
                  <a:cubicBezTo>
                    <a:pt x="18565" y="4401"/>
                    <a:pt x="18937" y="4489"/>
                    <a:pt x="19057" y="4677"/>
                  </a:cubicBezTo>
                  <a:cubicBezTo>
                    <a:pt x="19177" y="4865"/>
                    <a:pt x="19177" y="5245"/>
                    <a:pt x="19205" y="5461"/>
                  </a:cubicBezTo>
                  <a:cubicBezTo>
                    <a:pt x="19241" y="5749"/>
                    <a:pt x="19261" y="6041"/>
                    <a:pt x="19269" y="6329"/>
                  </a:cubicBezTo>
                  <a:cubicBezTo>
                    <a:pt x="19293" y="7485"/>
                    <a:pt x="19069" y="8629"/>
                    <a:pt x="18617" y="9689"/>
                  </a:cubicBezTo>
                  <a:cubicBezTo>
                    <a:pt x="18617" y="9693"/>
                    <a:pt x="18613" y="9697"/>
                    <a:pt x="18613" y="9701"/>
                  </a:cubicBezTo>
                  <a:cubicBezTo>
                    <a:pt x="18441" y="10765"/>
                    <a:pt x="17981" y="11834"/>
                    <a:pt x="17373" y="12710"/>
                  </a:cubicBezTo>
                  <a:cubicBezTo>
                    <a:pt x="17253" y="13110"/>
                    <a:pt x="17145" y="13518"/>
                    <a:pt x="17045" y="13922"/>
                  </a:cubicBezTo>
                  <a:cubicBezTo>
                    <a:pt x="16957" y="14274"/>
                    <a:pt x="16869" y="14630"/>
                    <a:pt x="16693" y="14946"/>
                  </a:cubicBezTo>
                  <a:cubicBezTo>
                    <a:pt x="16633" y="15062"/>
                    <a:pt x="16493" y="15334"/>
                    <a:pt x="16361" y="15374"/>
                  </a:cubicBezTo>
                  <a:cubicBezTo>
                    <a:pt x="16346" y="15379"/>
                    <a:pt x="16329" y="15381"/>
                    <a:pt x="16311" y="15381"/>
                  </a:cubicBezTo>
                  <a:cubicBezTo>
                    <a:pt x="16151" y="15381"/>
                    <a:pt x="15899" y="15206"/>
                    <a:pt x="15777" y="15134"/>
                  </a:cubicBezTo>
                  <a:cubicBezTo>
                    <a:pt x="13669" y="13982"/>
                    <a:pt x="12709" y="11518"/>
                    <a:pt x="11913" y="9253"/>
                  </a:cubicBezTo>
                  <a:lnTo>
                    <a:pt x="8857" y="573"/>
                  </a:lnTo>
                  <a:lnTo>
                    <a:pt x="8829" y="585"/>
                  </a:lnTo>
                  <a:cubicBezTo>
                    <a:pt x="8794" y="524"/>
                    <a:pt x="8730" y="481"/>
                    <a:pt x="8662" y="481"/>
                  </a:cubicBezTo>
                  <a:cubicBezTo>
                    <a:pt x="8659" y="481"/>
                    <a:pt x="8656" y="481"/>
                    <a:pt x="8653" y="481"/>
                  </a:cubicBezTo>
                  <a:cubicBezTo>
                    <a:pt x="8661" y="493"/>
                    <a:pt x="8673" y="505"/>
                    <a:pt x="8677" y="521"/>
                  </a:cubicBezTo>
                  <a:cubicBezTo>
                    <a:pt x="8909" y="1013"/>
                    <a:pt x="8965" y="1537"/>
                    <a:pt x="8977" y="2069"/>
                  </a:cubicBezTo>
                  <a:cubicBezTo>
                    <a:pt x="9253" y="2989"/>
                    <a:pt x="9281" y="4021"/>
                    <a:pt x="9561" y="4909"/>
                  </a:cubicBezTo>
                  <a:cubicBezTo>
                    <a:pt x="9817" y="5713"/>
                    <a:pt x="10169" y="6481"/>
                    <a:pt x="10385" y="7297"/>
                  </a:cubicBezTo>
                  <a:cubicBezTo>
                    <a:pt x="10473" y="7625"/>
                    <a:pt x="10561" y="8025"/>
                    <a:pt x="10441" y="8341"/>
                  </a:cubicBezTo>
                  <a:cubicBezTo>
                    <a:pt x="10553" y="8697"/>
                    <a:pt x="10665" y="9057"/>
                    <a:pt x="10781" y="9417"/>
                  </a:cubicBezTo>
                  <a:cubicBezTo>
                    <a:pt x="10849" y="9633"/>
                    <a:pt x="11121" y="10129"/>
                    <a:pt x="11021" y="10357"/>
                  </a:cubicBezTo>
                  <a:cubicBezTo>
                    <a:pt x="10985" y="10439"/>
                    <a:pt x="10924" y="10472"/>
                    <a:pt x="10845" y="10472"/>
                  </a:cubicBezTo>
                  <a:cubicBezTo>
                    <a:pt x="10511" y="10472"/>
                    <a:pt x="9873" y="9860"/>
                    <a:pt x="9653" y="9733"/>
                  </a:cubicBezTo>
                  <a:cubicBezTo>
                    <a:pt x="9013" y="9377"/>
                    <a:pt x="8197" y="9337"/>
                    <a:pt x="7657" y="8837"/>
                  </a:cubicBezTo>
                  <a:cubicBezTo>
                    <a:pt x="7517" y="8713"/>
                    <a:pt x="7405" y="8561"/>
                    <a:pt x="7265" y="8437"/>
                  </a:cubicBezTo>
                  <a:cubicBezTo>
                    <a:pt x="7057" y="8261"/>
                    <a:pt x="6797" y="8157"/>
                    <a:pt x="6549" y="8045"/>
                  </a:cubicBezTo>
                  <a:cubicBezTo>
                    <a:pt x="5824" y="7733"/>
                    <a:pt x="5132" y="7357"/>
                    <a:pt x="4472" y="6929"/>
                  </a:cubicBezTo>
                  <a:cubicBezTo>
                    <a:pt x="3852" y="6529"/>
                    <a:pt x="3488" y="6065"/>
                    <a:pt x="3012" y="5513"/>
                  </a:cubicBezTo>
                  <a:cubicBezTo>
                    <a:pt x="1968" y="4293"/>
                    <a:pt x="1088" y="2949"/>
                    <a:pt x="216" y="1605"/>
                  </a:cubicBezTo>
                  <a:lnTo>
                    <a:pt x="252" y="1525"/>
                  </a:lnTo>
                  <a:lnTo>
                    <a:pt x="252" y="1525"/>
                  </a:lnTo>
                  <a:cubicBezTo>
                    <a:pt x="192" y="1621"/>
                    <a:pt x="104" y="1701"/>
                    <a:pt x="0" y="1757"/>
                  </a:cubicBezTo>
                  <a:cubicBezTo>
                    <a:pt x="136" y="2065"/>
                    <a:pt x="252" y="2389"/>
                    <a:pt x="416" y="2661"/>
                  </a:cubicBezTo>
                  <a:cubicBezTo>
                    <a:pt x="708" y="3157"/>
                    <a:pt x="1092" y="3601"/>
                    <a:pt x="1432" y="4073"/>
                  </a:cubicBezTo>
                  <a:cubicBezTo>
                    <a:pt x="1768" y="4545"/>
                    <a:pt x="2104" y="5017"/>
                    <a:pt x="2484" y="5457"/>
                  </a:cubicBezTo>
                  <a:cubicBezTo>
                    <a:pt x="3268" y="6361"/>
                    <a:pt x="4168" y="7157"/>
                    <a:pt x="5160" y="7825"/>
                  </a:cubicBezTo>
                  <a:cubicBezTo>
                    <a:pt x="6184" y="8513"/>
                    <a:pt x="7337" y="8957"/>
                    <a:pt x="8393" y="9597"/>
                  </a:cubicBezTo>
                  <a:cubicBezTo>
                    <a:pt x="8909" y="9909"/>
                    <a:pt x="9521" y="10105"/>
                    <a:pt x="9989" y="10493"/>
                  </a:cubicBezTo>
                  <a:cubicBezTo>
                    <a:pt x="10441" y="10861"/>
                    <a:pt x="10693" y="11442"/>
                    <a:pt x="11213" y="11734"/>
                  </a:cubicBezTo>
                  <a:cubicBezTo>
                    <a:pt x="11273" y="11766"/>
                    <a:pt x="11301" y="11838"/>
                    <a:pt x="11285" y="11902"/>
                  </a:cubicBezTo>
                  <a:cubicBezTo>
                    <a:pt x="11405" y="11986"/>
                    <a:pt x="11537" y="12058"/>
                    <a:pt x="11673" y="12110"/>
                  </a:cubicBezTo>
                  <a:cubicBezTo>
                    <a:pt x="11889" y="12734"/>
                    <a:pt x="12113" y="13354"/>
                    <a:pt x="12345" y="13970"/>
                  </a:cubicBezTo>
                  <a:cubicBezTo>
                    <a:pt x="12517" y="14430"/>
                    <a:pt x="12701" y="14898"/>
                    <a:pt x="13029" y="15258"/>
                  </a:cubicBezTo>
                  <a:cubicBezTo>
                    <a:pt x="13349" y="15602"/>
                    <a:pt x="13777" y="15822"/>
                    <a:pt x="14197" y="16034"/>
                  </a:cubicBezTo>
                  <a:lnTo>
                    <a:pt x="16077" y="16978"/>
                  </a:lnTo>
                  <a:cubicBezTo>
                    <a:pt x="16565" y="17222"/>
                    <a:pt x="17057" y="17474"/>
                    <a:pt x="17449" y="17850"/>
                  </a:cubicBezTo>
                  <a:cubicBezTo>
                    <a:pt x="18081" y="18454"/>
                    <a:pt x="18385" y="19318"/>
                    <a:pt x="18693" y="20134"/>
                  </a:cubicBezTo>
                  <a:cubicBezTo>
                    <a:pt x="19229" y="21546"/>
                    <a:pt x="19845" y="22922"/>
                    <a:pt x="20545" y="24258"/>
                  </a:cubicBezTo>
                  <a:cubicBezTo>
                    <a:pt x="20989" y="25106"/>
                    <a:pt x="21469" y="25946"/>
                    <a:pt x="22093" y="26674"/>
                  </a:cubicBezTo>
                  <a:cubicBezTo>
                    <a:pt x="22689" y="27370"/>
                    <a:pt x="23405" y="27954"/>
                    <a:pt x="24009" y="28638"/>
                  </a:cubicBezTo>
                  <a:cubicBezTo>
                    <a:pt x="25233" y="30034"/>
                    <a:pt x="25957" y="31802"/>
                    <a:pt x="27154" y="33218"/>
                  </a:cubicBezTo>
                  <a:cubicBezTo>
                    <a:pt x="27694" y="33863"/>
                    <a:pt x="28342" y="34447"/>
                    <a:pt x="28678" y="35219"/>
                  </a:cubicBezTo>
                  <a:cubicBezTo>
                    <a:pt x="28222" y="33778"/>
                    <a:pt x="28058" y="32258"/>
                    <a:pt x="28194" y="30750"/>
                  </a:cubicBezTo>
                  <a:cubicBezTo>
                    <a:pt x="28214" y="30522"/>
                    <a:pt x="28242" y="30286"/>
                    <a:pt x="28170" y="30066"/>
                  </a:cubicBezTo>
                  <a:cubicBezTo>
                    <a:pt x="28110" y="29914"/>
                    <a:pt x="28030" y="29770"/>
                    <a:pt x="27922" y="29646"/>
                  </a:cubicBezTo>
                  <a:cubicBezTo>
                    <a:pt x="27090" y="28542"/>
                    <a:pt x="26037" y="27622"/>
                    <a:pt x="24837" y="26938"/>
                  </a:cubicBezTo>
                  <a:cubicBezTo>
                    <a:pt x="24317" y="26646"/>
                    <a:pt x="23753" y="26378"/>
                    <a:pt x="23417" y="25886"/>
                  </a:cubicBezTo>
                  <a:cubicBezTo>
                    <a:pt x="23105" y="25434"/>
                    <a:pt x="23041" y="24858"/>
                    <a:pt x="22785" y="24374"/>
                  </a:cubicBezTo>
                  <a:cubicBezTo>
                    <a:pt x="22557" y="23934"/>
                    <a:pt x="22185" y="23590"/>
                    <a:pt x="21857" y="23218"/>
                  </a:cubicBezTo>
                  <a:cubicBezTo>
                    <a:pt x="20533" y="21726"/>
                    <a:pt x="19865" y="19782"/>
                    <a:pt x="19141" y="17918"/>
                  </a:cubicBezTo>
                  <a:cubicBezTo>
                    <a:pt x="18977" y="17498"/>
                    <a:pt x="18805" y="17074"/>
                    <a:pt x="18521" y="16722"/>
                  </a:cubicBezTo>
                  <a:cubicBezTo>
                    <a:pt x="18269" y="16410"/>
                    <a:pt x="17953" y="16182"/>
                    <a:pt x="17601" y="15994"/>
                  </a:cubicBezTo>
                  <a:cubicBezTo>
                    <a:pt x="17413" y="15170"/>
                    <a:pt x="17689" y="14270"/>
                    <a:pt x="17969" y="13450"/>
                  </a:cubicBezTo>
                  <a:cubicBezTo>
                    <a:pt x="18549" y="11762"/>
                    <a:pt x="19141" y="10081"/>
                    <a:pt x="19753" y="8409"/>
                  </a:cubicBezTo>
                  <a:cubicBezTo>
                    <a:pt x="19849" y="8145"/>
                    <a:pt x="19945" y="7873"/>
                    <a:pt x="19977" y="7593"/>
                  </a:cubicBezTo>
                  <a:cubicBezTo>
                    <a:pt x="20009" y="7325"/>
                    <a:pt x="19977" y="7049"/>
                    <a:pt x="19945" y="6781"/>
                  </a:cubicBezTo>
                  <a:cubicBezTo>
                    <a:pt x="19853" y="5973"/>
                    <a:pt x="19761" y="5165"/>
                    <a:pt x="19665" y="4357"/>
                  </a:cubicBezTo>
                  <a:cubicBezTo>
                    <a:pt x="19465" y="3933"/>
                    <a:pt x="19401" y="3481"/>
                    <a:pt x="19333" y="3025"/>
                  </a:cubicBezTo>
                  <a:cubicBezTo>
                    <a:pt x="19321" y="2949"/>
                    <a:pt x="19309" y="2873"/>
                    <a:pt x="19293" y="2801"/>
                  </a:cubicBezTo>
                  <a:cubicBezTo>
                    <a:pt x="18845" y="1981"/>
                    <a:pt x="18701" y="1021"/>
                    <a:pt x="18701" y="93"/>
                  </a:cubicBezTo>
                  <a:lnTo>
                    <a:pt x="18561" y="89"/>
                  </a:lnTo>
                  <a:lnTo>
                    <a:pt x="1849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89"/>
            <p:cNvSpPr/>
            <p:nvPr/>
          </p:nvSpPr>
          <p:spPr>
            <a:xfrm flipH="1">
              <a:off x="1377083" y="1363643"/>
              <a:ext cx="615141" cy="740741"/>
            </a:xfrm>
            <a:custGeom>
              <a:avLst/>
              <a:gdLst/>
              <a:ahLst/>
              <a:cxnLst/>
              <a:rect l="l" t="t" r="r" b="b"/>
              <a:pathLst>
                <a:path w="5309" h="6393" extrusionOk="0">
                  <a:moveTo>
                    <a:pt x="1" y="0"/>
                  </a:moveTo>
                  <a:lnTo>
                    <a:pt x="49" y="88"/>
                  </a:lnTo>
                  <a:cubicBezTo>
                    <a:pt x="77" y="144"/>
                    <a:pt x="129" y="224"/>
                    <a:pt x="181" y="332"/>
                  </a:cubicBezTo>
                  <a:cubicBezTo>
                    <a:pt x="205" y="384"/>
                    <a:pt x="233" y="444"/>
                    <a:pt x="265" y="508"/>
                  </a:cubicBezTo>
                  <a:lnTo>
                    <a:pt x="357" y="720"/>
                  </a:lnTo>
                  <a:cubicBezTo>
                    <a:pt x="421" y="876"/>
                    <a:pt x="485" y="1048"/>
                    <a:pt x="553" y="1245"/>
                  </a:cubicBezTo>
                  <a:cubicBezTo>
                    <a:pt x="621" y="1437"/>
                    <a:pt x="689" y="1645"/>
                    <a:pt x="761" y="1869"/>
                  </a:cubicBezTo>
                  <a:cubicBezTo>
                    <a:pt x="833" y="2093"/>
                    <a:pt x="913" y="2329"/>
                    <a:pt x="1005" y="2569"/>
                  </a:cubicBezTo>
                  <a:cubicBezTo>
                    <a:pt x="1097" y="2821"/>
                    <a:pt x="1205" y="3065"/>
                    <a:pt x="1329" y="3301"/>
                  </a:cubicBezTo>
                  <a:cubicBezTo>
                    <a:pt x="1393" y="3421"/>
                    <a:pt x="1469" y="3537"/>
                    <a:pt x="1541" y="3657"/>
                  </a:cubicBezTo>
                  <a:cubicBezTo>
                    <a:pt x="1621" y="3773"/>
                    <a:pt x="1709" y="3881"/>
                    <a:pt x="1801" y="3989"/>
                  </a:cubicBezTo>
                  <a:lnTo>
                    <a:pt x="1869" y="4069"/>
                  </a:lnTo>
                  <a:cubicBezTo>
                    <a:pt x="1881" y="4081"/>
                    <a:pt x="1893" y="4093"/>
                    <a:pt x="1905" y="4109"/>
                  </a:cubicBezTo>
                  <a:lnTo>
                    <a:pt x="1941" y="4145"/>
                  </a:lnTo>
                  <a:cubicBezTo>
                    <a:pt x="1993" y="4193"/>
                    <a:pt x="2041" y="4245"/>
                    <a:pt x="2093" y="4289"/>
                  </a:cubicBezTo>
                  <a:lnTo>
                    <a:pt x="2393" y="4557"/>
                  </a:lnTo>
                  <a:cubicBezTo>
                    <a:pt x="2493" y="4645"/>
                    <a:pt x="2585" y="4733"/>
                    <a:pt x="2673" y="4829"/>
                  </a:cubicBezTo>
                  <a:cubicBezTo>
                    <a:pt x="2713" y="4877"/>
                    <a:pt x="2753" y="4925"/>
                    <a:pt x="2789" y="4977"/>
                  </a:cubicBezTo>
                  <a:cubicBezTo>
                    <a:pt x="2825" y="5025"/>
                    <a:pt x="2861" y="5081"/>
                    <a:pt x="2897" y="5133"/>
                  </a:cubicBezTo>
                  <a:cubicBezTo>
                    <a:pt x="2965" y="5249"/>
                    <a:pt x="3057" y="5353"/>
                    <a:pt x="3157" y="5437"/>
                  </a:cubicBezTo>
                  <a:cubicBezTo>
                    <a:pt x="3173" y="5449"/>
                    <a:pt x="3185" y="5457"/>
                    <a:pt x="3205" y="5469"/>
                  </a:cubicBezTo>
                  <a:lnTo>
                    <a:pt x="3241" y="5493"/>
                  </a:lnTo>
                  <a:cubicBezTo>
                    <a:pt x="3273" y="5509"/>
                    <a:pt x="3305" y="5525"/>
                    <a:pt x="3337" y="5537"/>
                  </a:cubicBezTo>
                  <a:cubicBezTo>
                    <a:pt x="3397" y="5561"/>
                    <a:pt x="3457" y="5577"/>
                    <a:pt x="3517" y="5593"/>
                  </a:cubicBezTo>
                  <a:cubicBezTo>
                    <a:pt x="3757" y="5641"/>
                    <a:pt x="3969" y="5653"/>
                    <a:pt x="4141" y="5757"/>
                  </a:cubicBezTo>
                  <a:cubicBezTo>
                    <a:pt x="4221" y="5801"/>
                    <a:pt x="4301" y="5857"/>
                    <a:pt x="4373" y="5917"/>
                  </a:cubicBezTo>
                  <a:cubicBezTo>
                    <a:pt x="4445" y="5973"/>
                    <a:pt x="4513" y="6033"/>
                    <a:pt x="4577" y="6085"/>
                  </a:cubicBezTo>
                  <a:cubicBezTo>
                    <a:pt x="4685" y="6181"/>
                    <a:pt x="4805" y="6265"/>
                    <a:pt x="4937" y="6329"/>
                  </a:cubicBezTo>
                  <a:cubicBezTo>
                    <a:pt x="5021" y="6369"/>
                    <a:pt x="5117" y="6393"/>
                    <a:pt x="5209" y="6393"/>
                  </a:cubicBezTo>
                  <a:cubicBezTo>
                    <a:pt x="5273" y="6389"/>
                    <a:pt x="5309" y="6385"/>
                    <a:pt x="5309" y="6385"/>
                  </a:cubicBezTo>
                  <a:lnTo>
                    <a:pt x="5209" y="6385"/>
                  </a:lnTo>
                  <a:cubicBezTo>
                    <a:pt x="5121" y="6373"/>
                    <a:pt x="5033" y="6345"/>
                    <a:pt x="4953" y="6297"/>
                  </a:cubicBezTo>
                  <a:cubicBezTo>
                    <a:pt x="4833" y="6221"/>
                    <a:pt x="4725" y="6133"/>
                    <a:pt x="4625" y="6033"/>
                  </a:cubicBezTo>
                  <a:cubicBezTo>
                    <a:pt x="4565" y="5973"/>
                    <a:pt x="4501" y="5913"/>
                    <a:pt x="4433" y="5849"/>
                  </a:cubicBezTo>
                  <a:cubicBezTo>
                    <a:pt x="4357" y="5777"/>
                    <a:pt x="4277" y="5717"/>
                    <a:pt x="4193" y="5661"/>
                  </a:cubicBezTo>
                  <a:lnTo>
                    <a:pt x="4157" y="5637"/>
                  </a:lnTo>
                  <a:lnTo>
                    <a:pt x="4121" y="5621"/>
                  </a:lnTo>
                  <a:lnTo>
                    <a:pt x="4085" y="5601"/>
                  </a:lnTo>
                  <a:lnTo>
                    <a:pt x="4065" y="5593"/>
                  </a:lnTo>
                  <a:lnTo>
                    <a:pt x="4045" y="5585"/>
                  </a:lnTo>
                  <a:cubicBezTo>
                    <a:pt x="3993" y="5561"/>
                    <a:pt x="3941" y="5545"/>
                    <a:pt x="3885" y="5529"/>
                  </a:cubicBezTo>
                  <a:cubicBezTo>
                    <a:pt x="3773" y="5501"/>
                    <a:pt x="3661" y="5481"/>
                    <a:pt x="3549" y="5453"/>
                  </a:cubicBezTo>
                  <a:cubicBezTo>
                    <a:pt x="3497" y="5441"/>
                    <a:pt x="3445" y="5421"/>
                    <a:pt x="3393" y="5401"/>
                  </a:cubicBezTo>
                  <a:cubicBezTo>
                    <a:pt x="3369" y="5389"/>
                    <a:pt x="3345" y="5377"/>
                    <a:pt x="3325" y="5365"/>
                  </a:cubicBezTo>
                  <a:lnTo>
                    <a:pt x="3285" y="5341"/>
                  </a:lnTo>
                  <a:lnTo>
                    <a:pt x="3257" y="5317"/>
                  </a:lnTo>
                  <a:cubicBezTo>
                    <a:pt x="3169" y="5237"/>
                    <a:pt x="3093" y="5145"/>
                    <a:pt x="3037" y="5045"/>
                  </a:cubicBezTo>
                  <a:cubicBezTo>
                    <a:pt x="3005" y="4989"/>
                    <a:pt x="2969" y="4933"/>
                    <a:pt x="2929" y="4877"/>
                  </a:cubicBezTo>
                  <a:cubicBezTo>
                    <a:pt x="2893" y="4825"/>
                    <a:pt x="2849" y="4769"/>
                    <a:pt x="2805" y="4717"/>
                  </a:cubicBezTo>
                  <a:cubicBezTo>
                    <a:pt x="2717" y="4613"/>
                    <a:pt x="2621" y="4513"/>
                    <a:pt x="2517" y="4421"/>
                  </a:cubicBezTo>
                  <a:cubicBezTo>
                    <a:pt x="2317" y="4237"/>
                    <a:pt x="2109" y="4069"/>
                    <a:pt x="1941" y="3865"/>
                  </a:cubicBezTo>
                  <a:cubicBezTo>
                    <a:pt x="1853" y="3765"/>
                    <a:pt x="1769" y="3661"/>
                    <a:pt x="1693" y="3553"/>
                  </a:cubicBezTo>
                  <a:cubicBezTo>
                    <a:pt x="1625" y="3441"/>
                    <a:pt x="1549" y="3333"/>
                    <a:pt x="1489" y="3213"/>
                  </a:cubicBezTo>
                  <a:cubicBezTo>
                    <a:pt x="1361" y="2985"/>
                    <a:pt x="1253" y="2749"/>
                    <a:pt x="1157" y="2509"/>
                  </a:cubicBezTo>
                  <a:cubicBezTo>
                    <a:pt x="1061" y="2273"/>
                    <a:pt x="973" y="2041"/>
                    <a:pt x="893" y="1825"/>
                  </a:cubicBezTo>
                  <a:cubicBezTo>
                    <a:pt x="809" y="1605"/>
                    <a:pt x="729" y="1397"/>
                    <a:pt x="653" y="1204"/>
                  </a:cubicBezTo>
                  <a:cubicBezTo>
                    <a:pt x="573" y="1016"/>
                    <a:pt x="493" y="840"/>
                    <a:pt x="421" y="692"/>
                  </a:cubicBezTo>
                  <a:lnTo>
                    <a:pt x="313" y="484"/>
                  </a:lnTo>
                  <a:lnTo>
                    <a:pt x="209" y="312"/>
                  </a:lnTo>
                  <a:lnTo>
                    <a:pt x="165" y="240"/>
                  </a:lnTo>
                  <a:cubicBezTo>
                    <a:pt x="149" y="216"/>
                    <a:pt x="137" y="196"/>
                    <a:pt x="121" y="176"/>
                  </a:cubicBezTo>
                  <a:lnTo>
                    <a:pt x="53" y="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89"/>
            <p:cNvSpPr/>
            <p:nvPr/>
          </p:nvSpPr>
          <p:spPr>
            <a:xfrm flipH="1">
              <a:off x="1718660" y="1253801"/>
              <a:ext cx="250853" cy="560451"/>
            </a:xfrm>
            <a:custGeom>
              <a:avLst/>
              <a:gdLst/>
              <a:ahLst/>
              <a:cxnLst/>
              <a:rect l="l" t="t" r="r" b="b"/>
              <a:pathLst>
                <a:path w="2165" h="4837" extrusionOk="0">
                  <a:moveTo>
                    <a:pt x="1" y="0"/>
                  </a:moveTo>
                  <a:cubicBezTo>
                    <a:pt x="1" y="0"/>
                    <a:pt x="5" y="20"/>
                    <a:pt x="9" y="56"/>
                  </a:cubicBezTo>
                  <a:cubicBezTo>
                    <a:pt x="13" y="96"/>
                    <a:pt x="21" y="152"/>
                    <a:pt x="37" y="224"/>
                  </a:cubicBezTo>
                  <a:cubicBezTo>
                    <a:pt x="49" y="296"/>
                    <a:pt x="65" y="384"/>
                    <a:pt x="93" y="484"/>
                  </a:cubicBezTo>
                  <a:cubicBezTo>
                    <a:pt x="117" y="580"/>
                    <a:pt x="145" y="692"/>
                    <a:pt x="185" y="812"/>
                  </a:cubicBezTo>
                  <a:cubicBezTo>
                    <a:pt x="221" y="932"/>
                    <a:pt x="265" y="1064"/>
                    <a:pt x="313" y="1196"/>
                  </a:cubicBezTo>
                  <a:cubicBezTo>
                    <a:pt x="365" y="1332"/>
                    <a:pt x="417" y="1472"/>
                    <a:pt x="477" y="1616"/>
                  </a:cubicBezTo>
                  <a:cubicBezTo>
                    <a:pt x="537" y="1764"/>
                    <a:pt x="597" y="1912"/>
                    <a:pt x="661" y="2060"/>
                  </a:cubicBezTo>
                  <a:lnTo>
                    <a:pt x="857" y="2521"/>
                  </a:lnTo>
                  <a:lnTo>
                    <a:pt x="1057" y="2973"/>
                  </a:lnTo>
                  <a:cubicBezTo>
                    <a:pt x="1121" y="3121"/>
                    <a:pt x="1193" y="3269"/>
                    <a:pt x="1261" y="3409"/>
                  </a:cubicBezTo>
                  <a:cubicBezTo>
                    <a:pt x="1385" y="3665"/>
                    <a:pt x="1525" y="3917"/>
                    <a:pt x="1673" y="4161"/>
                  </a:cubicBezTo>
                  <a:cubicBezTo>
                    <a:pt x="1741" y="4265"/>
                    <a:pt x="1805" y="4361"/>
                    <a:pt x="1861" y="4445"/>
                  </a:cubicBezTo>
                  <a:cubicBezTo>
                    <a:pt x="1921" y="4529"/>
                    <a:pt x="1973" y="4601"/>
                    <a:pt x="2021" y="4657"/>
                  </a:cubicBezTo>
                  <a:cubicBezTo>
                    <a:pt x="2065" y="4717"/>
                    <a:pt x="2101" y="4757"/>
                    <a:pt x="2125" y="4789"/>
                  </a:cubicBezTo>
                  <a:lnTo>
                    <a:pt x="2165" y="4837"/>
                  </a:lnTo>
                  <a:cubicBezTo>
                    <a:pt x="2165" y="4837"/>
                    <a:pt x="2125" y="4761"/>
                    <a:pt x="2049" y="4637"/>
                  </a:cubicBezTo>
                  <a:cubicBezTo>
                    <a:pt x="1977" y="4509"/>
                    <a:pt x="1881" y="4325"/>
                    <a:pt x="1769" y="4105"/>
                  </a:cubicBezTo>
                  <a:cubicBezTo>
                    <a:pt x="1713" y="3993"/>
                    <a:pt x="1657" y="3873"/>
                    <a:pt x="1597" y="3745"/>
                  </a:cubicBezTo>
                  <a:cubicBezTo>
                    <a:pt x="1537" y="3617"/>
                    <a:pt x="1477" y="3477"/>
                    <a:pt x="1413" y="3337"/>
                  </a:cubicBezTo>
                  <a:cubicBezTo>
                    <a:pt x="1289" y="3049"/>
                    <a:pt x="1161" y="2745"/>
                    <a:pt x="1029" y="2441"/>
                  </a:cubicBezTo>
                  <a:cubicBezTo>
                    <a:pt x="961" y="2289"/>
                    <a:pt x="893" y="2136"/>
                    <a:pt x="829" y="1984"/>
                  </a:cubicBezTo>
                  <a:cubicBezTo>
                    <a:pt x="765" y="1836"/>
                    <a:pt x="693" y="1692"/>
                    <a:pt x="629" y="1548"/>
                  </a:cubicBezTo>
                  <a:lnTo>
                    <a:pt x="445" y="1140"/>
                  </a:lnTo>
                  <a:cubicBezTo>
                    <a:pt x="385" y="1012"/>
                    <a:pt x="329" y="892"/>
                    <a:pt x="285" y="772"/>
                  </a:cubicBezTo>
                  <a:cubicBezTo>
                    <a:pt x="237" y="656"/>
                    <a:pt x="193" y="552"/>
                    <a:pt x="157" y="460"/>
                  </a:cubicBezTo>
                  <a:cubicBezTo>
                    <a:pt x="125" y="364"/>
                    <a:pt x="93" y="280"/>
                    <a:pt x="69" y="212"/>
                  </a:cubicBezTo>
                  <a:cubicBezTo>
                    <a:pt x="45" y="144"/>
                    <a:pt x="29" y="88"/>
                    <a:pt x="17" y="5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89"/>
            <p:cNvSpPr/>
            <p:nvPr/>
          </p:nvSpPr>
          <p:spPr>
            <a:xfrm flipH="1">
              <a:off x="1711244" y="1675095"/>
              <a:ext cx="172527" cy="269855"/>
            </a:xfrm>
            <a:custGeom>
              <a:avLst/>
              <a:gdLst/>
              <a:ahLst/>
              <a:cxnLst/>
              <a:rect l="l" t="t" r="r" b="b"/>
              <a:pathLst>
                <a:path w="1489" h="2329" extrusionOk="0">
                  <a:moveTo>
                    <a:pt x="1" y="1"/>
                  </a:moveTo>
                  <a:cubicBezTo>
                    <a:pt x="1" y="1"/>
                    <a:pt x="5" y="45"/>
                    <a:pt x="17" y="125"/>
                  </a:cubicBezTo>
                  <a:cubicBezTo>
                    <a:pt x="25" y="201"/>
                    <a:pt x="41" y="313"/>
                    <a:pt x="69" y="445"/>
                  </a:cubicBezTo>
                  <a:cubicBezTo>
                    <a:pt x="101" y="593"/>
                    <a:pt x="141" y="741"/>
                    <a:pt x="189" y="889"/>
                  </a:cubicBezTo>
                  <a:cubicBezTo>
                    <a:pt x="249" y="1057"/>
                    <a:pt x="325" y="1221"/>
                    <a:pt x="417" y="1373"/>
                  </a:cubicBezTo>
                  <a:cubicBezTo>
                    <a:pt x="441" y="1413"/>
                    <a:pt x="469" y="1449"/>
                    <a:pt x="493" y="1489"/>
                  </a:cubicBezTo>
                  <a:cubicBezTo>
                    <a:pt x="517" y="1529"/>
                    <a:pt x="545" y="1565"/>
                    <a:pt x="573" y="1597"/>
                  </a:cubicBezTo>
                  <a:cubicBezTo>
                    <a:pt x="629" y="1669"/>
                    <a:pt x="685" y="1737"/>
                    <a:pt x="749" y="1797"/>
                  </a:cubicBezTo>
                  <a:cubicBezTo>
                    <a:pt x="809" y="1861"/>
                    <a:pt x="869" y="1917"/>
                    <a:pt x="929" y="1965"/>
                  </a:cubicBezTo>
                  <a:cubicBezTo>
                    <a:pt x="989" y="2017"/>
                    <a:pt x="1045" y="2061"/>
                    <a:pt x="1101" y="2101"/>
                  </a:cubicBezTo>
                  <a:cubicBezTo>
                    <a:pt x="1189" y="2165"/>
                    <a:pt x="1281" y="2221"/>
                    <a:pt x="1377" y="2273"/>
                  </a:cubicBezTo>
                  <a:cubicBezTo>
                    <a:pt x="1413" y="2293"/>
                    <a:pt x="1441" y="2305"/>
                    <a:pt x="1461" y="2313"/>
                  </a:cubicBezTo>
                  <a:lnTo>
                    <a:pt x="1489" y="2329"/>
                  </a:lnTo>
                  <a:cubicBezTo>
                    <a:pt x="1489" y="2329"/>
                    <a:pt x="1457" y="2297"/>
                    <a:pt x="1401" y="2241"/>
                  </a:cubicBezTo>
                  <a:cubicBezTo>
                    <a:pt x="1345" y="2189"/>
                    <a:pt x="1265" y="2109"/>
                    <a:pt x="1173" y="2017"/>
                  </a:cubicBezTo>
                  <a:lnTo>
                    <a:pt x="1029" y="1865"/>
                  </a:lnTo>
                  <a:cubicBezTo>
                    <a:pt x="977" y="1809"/>
                    <a:pt x="929" y="1749"/>
                    <a:pt x="873" y="1685"/>
                  </a:cubicBezTo>
                  <a:cubicBezTo>
                    <a:pt x="821" y="1625"/>
                    <a:pt x="769" y="1557"/>
                    <a:pt x="721" y="1489"/>
                  </a:cubicBezTo>
                  <a:cubicBezTo>
                    <a:pt x="697" y="1457"/>
                    <a:pt x="673" y="1421"/>
                    <a:pt x="649" y="1385"/>
                  </a:cubicBezTo>
                  <a:cubicBezTo>
                    <a:pt x="625" y="1349"/>
                    <a:pt x="601" y="1317"/>
                    <a:pt x="581" y="1277"/>
                  </a:cubicBezTo>
                  <a:cubicBezTo>
                    <a:pt x="493" y="1133"/>
                    <a:pt x="413" y="981"/>
                    <a:pt x="345" y="825"/>
                  </a:cubicBezTo>
                  <a:cubicBezTo>
                    <a:pt x="313" y="753"/>
                    <a:pt x="281" y="681"/>
                    <a:pt x="253" y="609"/>
                  </a:cubicBezTo>
                  <a:cubicBezTo>
                    <a:pt x="225" y="541"/>
                    <a:pt x="197" y="473"/>
                    <a:pt x="173" y="409"/>
                  </a:cubicBezTo>
                  <a:cubicBezTo>
                    <a:pt x="125" y="285"/>
                    <a:pt x="81" y="185"/>
                    <a:pt x="53" y="109"/>
                  </a:cubicBezTo>
                  <a:cubicBezTo>
                    <a:pt x="21" y="37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89"/>
            <p:cNvSpPr/>
            <p:nvPr/>
          </p:nvSpPr>
          <p:spPr>
            <a:xfrm flipH="1">
              <a:off x="1113714" y="1841017"/>
              <a:ext cx="559640" cy="490467"/>
            </a:xfrm>
            <a:custGeom>
              <a:avLst/>
              <a:gdLst/>
              <a:ahLst/>
              <a:cxnLst/>
              <a:rect l="l" t="t" r="r" b="b"/>
              <a:pathLst>
                <a:path w="4830" h="4233" extrusionOk="0">
                  <a:moveTo>
                    <a:pt x="1" y="1"/>
                  </a:moveTo>
                  <a:lnTo>
                    <a:pt x="29" y="69"/>
                  </a:lnTo>
                  <a:cubicBezTo>
                    <a:pt x="53" y="137"/>
                    <a:pt x="85" y="201"/>
                    <a:pt x="117" y="265"/>
                  </a:cubicBezTo>
                  <a:cubicBezTo>
                    <a:pt x="169" y="365"/>
                    <a:pt x="225" y="461"/>
                    <a:pt x="293" y="553"/>
                  </a:cubicBezTo>
                  <a:cubicBezTo>
                    <a:pt x="377" y="673"/>
                    <a:pt x="473" y="781"/>
                    <a:pt x="581" y="881"/>
                  </a:cubicBezTo>
                  <a:cubicBezTo>
                    <a:pt x="641" y="937"/>
                    <a:pt x="709" y="993"/>
                    <a:pt x="777" y="1041"/>
                  </a:cubicBezTo>
                  <a:lnTo>
                    <a:pt x="829" y="1081"/>
                  </a:lnTo>
                  <a:lnTo>
                    <a:pt x="885" y="1117"/>
                  </a:lnTo>
                  <a:cubicBezTo>
                    <a:pt x="921" y="1141"/>
                    <a:pt x="961" y="1165"/>
                    <a:pt x="1001" y="1189"/>
                  </a:cubicBezTo>
                  <a:cubicBezTo>
                    <a:pt x="1169" y="1281"/>
                    <a:pt x="1341" y="1365"/>
                    <a:pt x="1521" y="1437"/>
                  </a:cubicBezTo>
                  <a:cubicBezTo>
                    <a:pt x="1701" y="1513"/>
                    <a:pt x="1889" y="1593"/>
                    <a:pt x="2069" y="1685"/>
                  </a:cubicBezTo>
                  <a:cubicBezTo>
                    <a:pt x="2249" y="1769"/>
                    <a:pt x="2413" y="1885"/>
                    <a:pt x="2565" y="2017"/>
                  </a:cubicBezTo>
                  <a:cubicBezTo>
                    <a:pt x="2641" y="2093"/>
                    <a:pt x="2725" y="2165"/>
                    <a:pt x="2813" y="2229"/>
                  </a:cubicBezTo>
                  <a:cubicBezTo>
                    <a:pt x="2861" y="2261"/>
                    <a:pt x="2913" y="2289"/>
                    <a:pt x="2965" y="2313"/>
                  </a:cubicBezTo>
                  <a:cubicBezTo>
                    <a:pt x="3017" y="2333"/>
                    <a:pt x="3073" y="2353"/>
                    <a:pt x="3133" y="2365"/>
                  </a:cubicBezTo>
                  <a:cubicBezTo>
                    <a:pt x="3241" y="2385"/>
                    <a:pt x="3341" y="2397"/>
                    <a:pt x="3433" y="2413"/>
                  </a:cubicBezTo>
                  <a:cubicBezTo>
                    <a:pt x="3453" y="2417"/>
                    <a:pt x="3477" y="2425"/>
                    <a:pt x="3497" y="2429"/>
                  </a:cubicBezTo>
                  <a:lnTo>
                    <a:pt x="3513" y="2433"/>
                  </a:lnTo>
                  <a:lnTo>
                    <a:pt x="3529" y="2441"/>
                  </a:lnTo>
                  <a:lnTo>
                    <a:pt x="3565" y="2453"/>
                  </a:lnTo>
                  <a:cubicBezTo>
                    <a:pt x="3605" y="2469"/>
                    <a:pt x="3645" y="2489"/>
                    <a:pt x="3681" y="2513"/>
                  </a:cubicBezTo>
                  <a:cubicBezTo>
                    <a:pt x="3829" y="2613"/>
                    <a:pt x="3957" y="2741"/>
                    <a:pt x="4057" y="2889"/>
                  </a:cubicBezTo>
                  <a:cubicBezTo>
                    <a:pt x="4157" y="3033"/>
                    <a:pt x="4249" y="3177"/>
                    <a:pt x="4329" y="3313"/>
                  </a:cubicBezTo>
                  <a:cubicBezTo>
                    <a:pt x="4493" y="3581"/>
                    <a:pt x="4617" y="3813"/>
                    <a:pt x="4701" y="3973"/>
                  </a:cubicBezTo>
                  <a:cubicBezTo>
                    <a:pt x="4785" y="4133"/>
                    <a:pt x="4829" y="4233"/>
                    <a:pt x="4829" y="4233"/>
                  </a:cubicBezTo>
                  <a:cubicBezTo>
                    <a:pt x="4829" y="4233"/>
                    <a:pt x="4821" y="4205"/>
                    <a:pt x="4805" y="4161"/>
                  </a:cubicBezTo>
                  <a:cubicBezTo>
                    <a:pt x="4793" y="4113"/>
                    <a:pt x="4769" y="4045"/>
                    <a:pt x="4737" y="3961"/>
                  </a:cubicBezTo>
                  <a:cubicBezTo>
                    <a:pt x="4645" y="3721"/>
                    <a:pt x="4541" y="3485"/>
                    <a:pt x="4425" y="3261"/>
                  </a:cubicBezTo>
                  <a:cubicBezTo>
                    <a:pt x="4349" y="3105"/>
                    <a:pt x="4265" y="2957"/>
                    <a:pt x="4177" y="2809"/>
                  </a:cubicBezTo>
                  <a:cubicBezTo>
                    <a:pt x="4073" y="2637"/>
                    <a:pt x="3937" y="2489"/>
                    <a:pt x="3773" y="2373"/>
                  </a:cubicBezTo>
                  <a:cubicBezTo>
                    <a:pt x="3725" y="2341"/>
                    <a:pt x="3677" y="2313"/>
                    <a:pt x="3629" y="2293"/>
                  </a:cubicBezTo>
                  <a:lnTo>
                    <a:pt x="3593" y="2277"/>
                  </a:lnTo>
                  <a:lnTo>
                    <a:pt x="3577" y="2273"/>
                  </a:lnTo>
                  <a:lnTo>
                    <a:pt x="3553" y="2265"/>
                  </a:lnTo>
                  <a:cubicBezTo>
                    <a:pt x="3525" y="2253"/>
                    <a:pt x="3497" y="2249"/>
                    <a:pt x="3473" y="2241"/>
                  </a:cubicBezTo>
                  <a:cubicBezTo>
                    <a:pt x="3369" y="2213"/>
                    <a:pt x="3265" y="2201"/>
                    <a:pt x="3169" y="2181"/>
                  </a:cubicBezTo>
                  <a:cubicBezTo>
                    <a:pt x="3125" y="2173"/>
                    <a:pt x="3081" y="2161"/>
                    <a:pt x="3041" y="2141"/>
                  </a:cubicBezTo>
                  <a:cubicBezTo>
                    <a:pt x="2997" y="2125"/>
                    <a:pt x="2957" y="2101"/>
                    <a:pt x="2921" y="2073"/>
                  </a:cubicBezTo>
                  <a:cubicBezTo>
                    <a:pt x="2841" y="2013"/>
                    <a:pt x="2765" y="1945"/>
                    <a:pt x="2693" y="1873"/>
                  </a:cubicBezTo>
                  <a:cubicBezTo>
                    <a:pt x="2529" y="1729"/>
                    <a:pt x="2345" y="1609"/>
                    <a:pt x="2149" y="1517"/>
                  </a:cubicBezTo>
                  <a:cubicBezTo>
                    <a:pt x="1961" y="1425"/>
                    <a:pt x="1765" y="1353"/>
                    <a:pt x="1585" y="1281"/>
                  </a:cubicBezTo>
                  <a:cubicBezTo>
                    <a:pt x="1401" y="1209"/>
                    <a:pt x="1225" y="1141"/>
                    <a:pt x="1069" y="1061"/>
                  </a:cubicBezTo>
                  <a:cubicBezTo>
                    <a:pt x="921" y="985"/>
                    <a:pt x="781" y="897"/>
                    <a:pt x="653" y="797"/>
                  </a:cubicBezTo>
                  <a:cubicBezTo>
                    <a:pt x="457" y="641"/>
                    <a:pt x="285" y="453"/>
                    <a:pt x="145" y="245"/>
                  </a:cubicBezTo>
                  <a:cubicBezTo>
                    <a:pt x="97" y="169"/>
                    <a:pt x="61" y="109"/>
                    <a:pt x="37" y="65"/>
                  </a:cubicBezTo>
                  <a:cubicBezTo>
                    <a:pt x="13" y="21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89"/>
            <p:cNvSpPr/>
            <p:nvPr/>
          </p:nvSpPr>
          <p:spPr>
            <a:xfrm flipH="1">
              <a:off x="1209651" y="1581938"/>
              <a:ext cx="105324" cy="424654"/>
            </a:xfrm>
            <a:custGeom>
              <a:avLst/>
              <a:gdLst/>
              <a:ahLst/>
              <a:cxnLst/>
              <a:rect l="l" t="t" r="r" b="b"/>
              <a:pathLst>
                <a:path w="909" h="3665" extrusionOk="0">
                  <a:moveTo>
                    <a:pt x="908" y="1"/>
                  </a:moveTo>
                  <a:cubicBezTo>
                    <a:pt x="908" y="1"/>
                    <a:pt x="876" y="49"/>
                    <a:pt x="828" y="141"/>
                  </a:cubicBezTo>
                  <a:cubicBezTo>
                    <a:pt x="756" y="269"/>
                    <a:pt x="696" y="397"/>
                    <a:pt x="640" y="529"/>
                  </a:cubicBezTo>
                  <a:cubicBezTo>
                    <a:pt x="560" y="717"/>
                    <a:pt x="492" y="913"/>
                    <a:pt x="436" y="1109"/>
                  </a:cubicBezTo>
                  <a:cubicBezTo>
                    <a:pt x="404" y="1217"/>
                    <a:pt x="372" y="1325"/>
                    <a:pt x="344" y="1441"/>
                  </a:cubicBezTo>
                  <a:cubicBezTo>
                    <a:pt x="316" y="1557"/>
                    <a:pt x="292" y="1669"/>
                    <a:pt x="264" y="1785"/>
                  </a:cubicBezTo>
                  <a:cubicBezTo>
                    <a:pt x="240" y="1901"/>
                    <a:pt x="220" y="2021"/>
                    <a:pt x="196" y="2133"/>
                  </a:cubicBezTo>
                  <a:cubicBezTo>
                    <a:pt x="172" y="2249"/>
                    <a:pt x="152" y="2361"/>
                    <a:pt x="132" y="2473"/>
                  </a:cubicBezTo>
                  <a:cubicBezTo>
                    <a:pt x="96" y="2689"/>
                    <a:pt x="60" y="2893"/>
                    <a:pt x="32" y="3073"/>
                  </a:cubicBezTo>
                  <a:cubicBezTo>
                    <a:pt x="8" y="3213"/>
                    <a:pt x="0" y="3361"/>
                    <a:pt x="8" y="3505"/>
                  </a:cubicBezTo>
                  <a:cubicBezTo>
                    <a:pt x="12" y="3545"/>
                    <a:pt x="20" y="3585"/>
                    <a:pt x="28" y="3625"/>
                  </a:cubicBezTo>
                  <a:lnTo>
                    <a:pt x="36" y="3665"/>
                  </a:lnTo>
                  <a:cubicBezTo>
                    <a:pt x="36" y="3665"/>
                    <a:pt x="36" y="3653"/>
                    <a:pt x="32" y="3625"/>
                  </a:cubicBezTo>
                  <a:cubicBezTo>
                    <a:pt x="28" y="3597"/>
                    <a:pt x="32" y="3557"/>
                    <a:pt x="32" y="3505"/>
                  </a:cubicBezTo>
                  <a:cubicBezTo>
                    <a:pt x="44" y="3361"/>
                    <a:pt x="68" y="3221"/>
                    <a:pt x="104" y="3085"/>
                  </a:cubicBezTo>
                  <a:cubicBezTo>
                    <a:pt x="148" y="2913"/>
                    <a:pt x="196" y="2709"/>
                    <a:pt x="244" y="2493"/>
                  </a:cubicBezTo>
                  <a:cubicBezTo>
                    <a:pt x="264" y="2385"/>
                    <a:pt x="292" y="2273"/>
                    <a:pt x="316" y="2157"/>
                  </a:cubicBezTo>
                  <a:lnTo>
                    <a:pt x="388" y="1813"/>
                  </a:lnTo>
                  <a:cubicBezTo>
                    <a:pt x="412" y="1697"/>
                    <a:pt x="440" y="1581"/>
                    <a:pt x="464" y="1469"/>
                  </a:cubicBezTo>
                  <a:cubicBezTo>
                    <a:pt x="488" y="1357"/>
                    <a:pt x="512" y="1245"/>
                    <a:pt x="540" y="1137"/>
                  </a:cubicBezTo>
                  <a:cubicBezTo>
                    <a:pt x="596" y="921"/>
                    <a:pt x="652" y="725"/>
                    <a:pt x="704" y="557"/>
                  </a:cubicBezTo>
                  <a:cubicBezTo>
                    <a:pt x="760" y="389"/>
                    <a:pt x="812" y="249"/>
                    <a:pt x="848" y="153"/>
                  </a:cubicBezTo>
                  <a:cubicBezTo>
                    <a:pt x="888" y="57"/>
                    <a:pt x="908" y="1"/>
                    <a:pt x="9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89"/>
            <p:cNvSpPr/>
            <p:nvPr/>
          </p:nvSpPr>
          <p:spPr>
            <a:xfrm flipH="1">
              <a:off x="1278708" y="1689926"/>
              <a:ext cx="102079" cy="326399"/>
            </a:xfrm>
            <a:custGeom>
              <a:avLst/>
              <a:gdLst/>
              <a:ahLst/>
              <a:cxnLst/>
              <a:rect l="l" t="t" r="r" b="b"/>
              <a:pathLst>
                <a:path w="881" h="2817" extrusionOk="0">
                  <a:moveTo>
                    <a:pt x="880" y="1"/>
                  </a:moveTo>
                  <a:cubicBezTo>
                    <a:pt x="880" y="1"/>
                    <a:pt x="856" y="41"/>
                    <a:pt x="816" y="113"/>
                  </a:cubicBezTo>
                  <a:cubicBezTo>
                    <a:pt x="764" y="213"/>
                    <a:pt x="720" y="321"/>
                    <a:pt x="684" y="425"/>
                  </a:cubicBezTo>
                  <a:cubicBezTo>
                    <a:pt x="628" y="577"/>
                    <a:pt x="584" y="733"/>
                    <a:pt x="552" y="889"/>
                  </a:cubicBezTo>
                  <a:cubicBezTo>
                    <a:pt x="536" y="977"/>
                    <a:pt x="516" y="1065"/>
                    <a:pt x="504" y="1157"/>
                  </a:cubicBezTo>
                  <a:cubicBezTo>
                    <a:pt x="488" y="1245"/>
                    <a:pt x="472" y="1337"/>
                    <a:pt x="456" y="1429"/>
                  </a:cubicBezTo>
                  <a:cubicBezTo>
                    <a:pt x="440" y="1521"/>
                    <a:pt x="424" y="1609"/>
                    <a:pt x="408" y="1701"/>
                  </a:cubicBezTo>
                  <a:cubicBezTo>
                    <a:pt x="388" y="1789"/>
                    <a:pt x="372" y="1873"/>
                    <a:pt x="352" y="1957"/>
                  </a:cubicBezTo>
                  <a:cubicBezTo>
                    <a:pt x="328" y="2041"/>
                    <a:pt x="308" y="2121"/>
                    <a:pt x="284" y="2197"/>
                  </a:cubicBezTo>
                  <a:cubicBezTo>
                    <a:pt x="260" y="2273"/>
                    <a:pt x="236" y="2341"/>
                    <a:pt x="212" y="2405"/>
                  </a:cubicBezTo>
                  <a:cubicBezTo>
                    <a:pt x="188" y="2469"/>
                    <a:pt x="160" y="2529"/>
                    <a:pt x="136" y="2577"/>
                  </a:cubicBezTo>
                  <a:cubicBezTo>
                    <a:pt x="108" y="2629"/>
                    <a:pt x="84" y="2673"/>
                    <a:pt x="68" y="2705"/>
                  </a:cubicBezTo>
                  <a:cubicBezTo>
                    <a:pt x="48" y="2741"/>
                    <a:pt x="28" y="2769"/>
                    <a:pt x="16" y="2785"/>
                  </a:cubicBezTo>
                  <a:lnTo>
                    <a:pt x="0" y="2817"/>
                  </a:lnTo>
                  <a:lnTo>
                    <a:pt x="20" y="2793"/>
                  </a:lnTo>
                  <a:cubicBezTo>
                    <a:pt x="36" y="2777"/>
                    <a:pt x="60" y="2753"/>
                    <a:pt x="84" y="2721"/>
                  </a:cubicBezTo>
                  <a:cubicBezTo>
                    <a:pt x="116" y="2681"/>
                    <a:pt x="148" y="2641"/>
                    <a:pt x="176" y="2601"/>
                  </a:cubicBezTo>
                  <a:cubicBezTo>
                    <a:pt x="212" y="2549"/>
                    <a:pt x="244" y="2493"/>
                    <a:pt x="276" y="2437"/>
                  </a:cubicBezTo>
                  <a:cubicBezTo>
                    <a:pt x="352" y="2293"/>
                    <a:pt x="412" y="2141"/>
                    <a:pt x="456" y="1985"/>
                  </a:cubicBezTo>
                  <a:cubicBezTo>
                    <a:pt x="480" y="1901"/>
                    <a:pt x="508" y="1813"/>
                    <a:pt x="524" y="1725"/>
                  </a:cubicBezTo>
                  <a:cubicBezTo>
                    <a:pt x="544" y="1633"/>
                    <a:pt x="560" y="1541"/>
                    <a:pt x="576" y="1449"/>
                  </a:cubicBezTo>
                  <a:cubicBezTo>
                    <a:pt x="608" y="1265"/>
                    <a:pt x="636" y="1081"/>
                    <a:pt x="660" y="909"/>
                  </a:cubicBezTo>
                  <a:cubicBezTo>
                    <a:pt x="688" y="737"/>
                    <a:pt x="716" y="581"/>
                    <a:pt x="748" y="445"/>
                  </a:cubicBezTo>
                  <a:cubicBezTo>
                    <a:pt x="780" y="309"/>
                    <a:pt x="816" y="201"/>
                    <a:pt x="840" y="121"/>
                  </a:cubicBezTo>
                  <a:lnTo>
                    <a:pt x="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89"/>
            <p:cNvSpPr/>
            <p:nvPr/>
          </p:nvSpPr>
          <p:spPr>
            <a:xfrm flipH="1">
              <a:off x="1111395" y="1289488"/>
              <a:ext cx="127570" cy="325472"/>
            </a:xfrm>
            <a:custGeom>
              <a:avLst/>
              <a:gdLst/>
              <a:ahLst/>
              <a:cxnLst/>
              <a:rect l="l" t="t" r="r" b="b"/>
              <a:pathLst>
                <a:path w="1101" h="2809" extrusionOk="0">
                  <a:moveTo>
                    <a:pt x="1084" y="0"/>
                  </a:moveTo>
                  <a:lnTo>
                    <a:pt x="1084" y="32"/>
                  </a:lnTo>
                  <a:cubicBezTo>
                    <a:pt x="1084" y="64"/>
                    <a:pt x="1080" y="96"/>
                    <a:pt x="1076" y="128"/>
                  </a:cubicBezTo>
                  <a:cubicBezTo>
                    <a:pt x="1052" y="236"/>
                    <a:pt x="1016" y="344"/>
                    <a:pt x="968" y="448"/>
                  </a:cubicBezTo>
                  <a:cubicBezTo>
                    <a:pt x="940" y="512"/>
                    <a:pt x="904" y="580"/>
                    <a:pt x="872" y="656"/>
                  </a:cubicBezTo>
                  <a:cubicBezTo>
                    <a:pt x="840" y="728"/>
                    <a:pt x="800" y="804"/>
                    <a:pt x="764" y="888"/>
                  </a:cubicBezTo>
                  <a:cubicBezTo>
                    <a:pt x="732" y="972"/>
                    <a:pt x="692" y="1052"/>
                    <a:pt x="656" y="1136"/>
                  </a:cubicBezTo>
                  <a:lnTo>
                    <a:pt x="544" y="1396"/>
                  </a:lnTo>
                  <a:cubicBezTo>
                    <a:pt x="528" y="1440"/>
                    <a:pt x="508" y="1484"/>
                    <a:pt x="492" y="1528"/>
                  </a:cubicBezTo>
                  <a:cubicBezTo>
                    <a:pt x="472" y="1572"/>
                    <a:pt x="456" y="1612"/>
                    <a:pt x="436" y="1656"/>
                  </a:cubicBezTo>
                  <a:cubicBezTo>
                    <a:pt x="400" y="1740"/>
                    <a:pt x="364" y="1828"/>
                    <a:pt x="332" y="1909"/>
                  </a:cubicBezTo>
                  <a:cubicBezTo>
                    <a:pt x="264" y="2073"/>
                    <a:pt x="204" y="2229"/>
                    <a:pt x="156" y="2361"/>
                  </a:cubicBezTo>
                  <a:cubicBezTo>
                    <a:pt x="56" y="2625"/>
                    <a:pt x="0" y="2809"/>
                    <a:pt x="0" y="2809"/>
                  </a:cubicBezTo>
                  <a:cubicBezTo>
                    <a:pt x="0" y="2809"/>
                    <a:pt x="96" y="2645"/>
                    <a:pt x="220" y="2393"/>
                  </a:cubicBezTo>
                  <a:cubicBezTo>
                    <a:pt x="288" y="2265"/>
                    <a:pt x="360" y="2117"/>
                    <a:pt x="432" y="1953"/>
                  </a:cubicBezTo>
                  <a:cubicBezTo>
                    <a:pt x="472" y="1872"/>
                    <a:pt x="512" y="1792"/>
                    <a:pt x="548" y="1704"/>
                  </a:cubicBezTo>
                  <a:lnTo>
                    <a:pt x="604" y="1576"/>
                  </a:lnTo>
                  <a:lnTo>
                    <a:pt x="660" y="1444"/>
                  </a:lnTo>
                  <a:lnTo>
                    <a:pt x="768" y="1184"/>
                  </a:lnTo>
                  <a:cubicBezTo>
                    <a:pt x="804" y="1096"/>
                    <a:pt x="836" y="1012"/>
                    <a:pt x="868" y="928"/>
                  </a:cubicBezTo>
                  <a:cubicBezTo>
                    <a:pt x="900" y="844"/>
                    <a:pt x="932" y="764"/>
                    <a:pt x="960" y="688"/>
                  </a:cubicBezTo>
                  <a:cubicBezTo>
                    <a:pt x="988" y="612"/>
                    <a:pt x="1016" y="540"/>
                    <a:pt x="1036" y="472"/>
                  </a:cubicBezTo>
                  <a:cubicBezTo>
                    <a:pt x="1072" y="360"/>
                    <a:pt x="1096" y="244"/>
                    <a:pt x="1100" y="128"/>
                  </a:cubicBezTo>
                  <a:cubicBezTo>
                    <a:pt x="1100" y="96"/>
                    <a:pt x="1096" y="64"/>
                    <a:pt x="1092" y="32"/>
                  </a:cubicBezTo>
                  <a:cubicBezTo>
                    <a:pt x="1088" y="12"/>
                    <a:pt x="1084" y="0"/>
                    <a:pt x="10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89"/>
            <p:cNvSpPr/>
            <p:nvPr/>
          </p:nvSpPr>
          <p:spPr>
            <a:xfrm flipH="1">
              <a:off x="1016383" y="844093"/>
              <a:ext cx="75198" cy="392675"/>
            </a:xfrm>
            <a:custGeom>
              <a:avLst/>
              <a:gdLst/>
              <a:ahLst/>
              <a:cxnLst/>
              <a:rect l="l" t="t" r="r" b="b"/>
              <a:pathLst>
                <a:path w="649" h="3389" extrusionOk="0">
                  <a:moveTo>
                    <a:pt x="344" y="0"/>
                  </a:moveTo>
                  <a:lnTo>
                    <a:pt x="336" y="36"/>
                  </a:lnTo>
                  <a:cubicBezTo>
                    <a:pt x="328" y="64"/>
                    <a:pt x="316" y="100"/>
                    <a:pt x="308" y="148"/>
                  </a:cubicBezTo>
                  <a:cubicBezTo>
                    <a:pt x="300" y="196"/>
                    <a:pt x="284" y="256"/>
                    <a:pt x="276" y="324"/>
                  </a:cubicBezTo>
                  <a:cubicBezTo>
                    <a:pt x="264" y="392"/>
                    <a:pt x="256" y="468"/>
                    <a:pt x="252" y="552"/>
                  </a:cubicBezTo>
                  <a:cubicBezTo>
                    <a:pt x="248" y="644"/>
                    <a:pt x="248" y="732"/>
                    <a:pt x="252" y="824"/>
                  </a:cubicBezTo>
                  <a:cubicBezTo>
                    <a:pt x="256" y="928"/>
                    <a:pt x="264" y="1028"/>
                    <a:pt x="280" y="1128"/>
                  </a:cubicBezTo>
                  <a:cubicBezTo>
                    <a:pt x="296" y="1236"/>
                    <a:pt x="320" y="1344"/>
                    <a:pt x="348" y="1452"/>
                  </a:cubicBezTo>
                  <a:cubicBezTo>
                    <a:pt x="380" y="1560"/>
                    <a:pt x="416" y="1668"/>
                    <a:pt x="456" y="1772"/>
                  </a:cubicBezTo>
                  <a:cubicBezTo>
                    <a:pt x="480" y="1820"/>
                    <a:pt x="500" y="1868"/>
                    <a:pt x="516" y="1920"/>
                  </a:cubicBezTo>
                  <a:cubicBezTo>
                    <a:pt x="520" y="1940"/>
                    <a:pt x="524" y="1960"/>
                    <a:pt x="524" y="1984"/>
                  </a:cubicBezTo>
                  <a:cubicBezTo>
                    <a:pt x="520" y="1992"/>
                    <a:pt x="520" y="2004"/>
                    <a:pt x="520" y="2016"/>
                  </a:cubicBezTo>
                  <a:cubicBezTo>
                    <a:pt x="516" y="2024"/>
                    <a:pt x="512" y="2036"/>
                    <a:pt x="508" y="2048"/>
                  </a:cubicBezTo>
                  <a:cubicBezTo>
                    <a:pt x="492" y="2092"/>
                    <a:pt x="468" y="2136"/>
                    <a:pt x="440" y="2180"/>
                  </a:cubicBezTo>
                  <a:cubicBezTo>
                    <a:pt x="416" y="2228"/>
                    <a:pt x="388" y="2276"/>
                    <a:pt x="364" y="2324"/>
                  </a:cubicBezTo>
                  <a:cubicBezTo>
                    <a:pt x="280" y="2500"/>
                    <a:pt x="216" y="2684"/>
                    <a:pt x="176" y="2876"/>
                  </a:cubicBezTo>
                  <a:cubicBezTo>
                    <a:pt x="160" y="2956"/>
                    <a:pt x="148" y="3032"/>
                    <a:pt x="132" y="3096"/>
                  </a:cubicBezTo>
                  <a:cubicBezTo>
                    <a:pt x="120" y="3152"/>
                    <a:pt x="104" y="3208"/>
                    <a:pt x="84" y="3260"/>
                  </a:cubicBezTo>
                  <a:cubicBezTo>
                    <a:pt x="68" y="3296"/>
                    <a:pt x="48" y="3328"/>
                    <a:pt x="28" y="3356"/>
                  </a:cubicBezTo>
                  <a:lnTo>
                    <a:pt x="0" y="3388"/>
                  </a:lnTo>
                  <a:lnTo>
                    <a:pt x="32" y="3364"/>
                  </a:lnTo>
                  <a:cubicBezTo>
                    <a:pt x="60" y="3336"/>
                    <a:pt x="84" y="3304"/>
                    <a:pt x="104" y="3272"/>
                  </a:cubicBezTo>
                  <a:cubicBezTo>
                    <a:pt x="136" y="3220"/>
                    <a:pt x="160" y="3168"/>
                    <a:pt x="180" y="3112"/>
                  </a:cubicBezTo>
                  <a:cubicBezTo>
                    <a:pt x="204" y="3044"/>
                    <a:pt x="228" y="2972"/>
                    <a:pt x="248" y="2892"/>
                  </a:cubicBezTo>
                  <a:cubicBezTo>
                    <a:pt x="304" y="2712"/>
                    <a:pt x="376" y="2540"/>
                    <a:pt x="464" y="2376"/>
                  </a:cubicBezTo>
                  <a:cubicBezTo>
                    <a:pt x="492" y="2332"/>
                    <a:pt x="516" y="2288"/>
                    <a:pt x="544" y="2240"/>
                  </a:cubicBezTo>
                  <a:cubicBezTo>
                    <a:pt x="576" y="2192"/>
                    <a:pt x="604" y="2140"/>
                    <a:pt x="628" y="2088"/>
                  </a:cubicBezTo>
                  <a:cubicBezTo>
                    <a:pt x="632" y="2072"/>
                    <a:pt x="636" y="2056"/>
                    <a:pt x="640" y="2040"/>
                  </a:cubicBezTo>
                  <a:cubicBezTo>
                    <a:pt x="644" y="2024"/>
                    <a:pt x="648" y="2008"/>
                    <a:pt x="648" y="1992"/>
                  </a:cubicBezTo>
                  <a:cubicBezTo>
                    <a:pt x="648" y="1956"/>
                    <a:pt x="644" y="1924"/>
                    <a:pt x="636" y="1892"/>
                  </a:cubicBezTo>
                  <a:cubicBezTo>
                    <a:pt x="620" y="1836"/>
                    <a:pt x="600" y="1780"/>
                    <a:pt x="576" y="1724"/>
                  </a:cubicBezTo>
                  <a:cubicBezTo>
                    <a:pt x="536" y="1624"/>
                    <a:pt x="500" y="1524"/>
                    <a:pt x="468" y="1420"/>
                  </a:cubicBezTo>
                  <a:cubicBezTo>
                    <a:pt x="440" y="1316"/>
                    <a:pt x="412" y="1212"/>
                    <a:pt x="392" y="1112"/>
                  </a:cubicBezTo>
                  <a:cubicBezTo>
                    <a:pt x="372" y="1012"/>
                    <a:pt x="356" y="912"/>
                    <a:pt x="348" y="820"/>
                  </a:cubicBezTo>
                  <a:cubicBezTo>
                    <a:pt x="336" y="728"/>
                    <a:pt x="332" y="636"/>
                    <a:pt x="328" y="552"/>
                  </a:cubicBezTo>
                  <a:cubicBezTo>
                    <a:pt x="324" y="472"/>
                    <a:pt x="328" y="396"/>
                    <a:pt x="328" y="328"/>
                  </a:cubicBezTo>
                  <a:cubicBezTo>
                    <a:pt x="328" y="260"/>
                    <a:pt x="332" y="200"/>
                    <a:pt x="336" y="152"/>
                  </a:cubicBezTo>
                  <a:cubicBezTo>
                    <a:pt x="340" y="56"/>
                    <a:pt x="344" y="0"/>
                    <a:pt x="3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89"/>
            <p:cNvSpPr/>
            <p:nvPr/>
          </p:nvSpPr>
          <p:spPr>
            <a:xfrm flipH="1">
              <a:off x="1061803" y="1046630"/>
              <a:ext cx="27924" cy="88639"/>
            </a:xfrm>
            <a:custGeom>
              <a:avLst/>
              <a:gdLst/>
              <a:ahLst/>
              <a:cxnLst/>
              <a:rect l="l" t="t" r="r" b="b"/>
              <a:pathLst>
                <a:path w="241" h="765" extrusionOk="0">
                  <a:moveTo>
                    <a:pt x="192" y="0"/>
                  </a:moveTo>
                  <a:cubicBezTo>
                    <a:pt x="192" y="0"/>
                    <a:pt x="188" y="12"/>
                    <a:pt x="180" y="32"/>
                  </a:cubicBezTo>
                  <a:cubicBezTo>
                    <a:pt x="172" y="56"/>
                    <a:pt x="164" y="84"/>
                    <a:pt x="156" y="124"/>
                  </a:cubicBezTo>
                  <a:cubicBezTo>
                    <a:pt x="136" y="196"/>
                    <a:pt x="112" y="288"/>
                    <a:pt x="88" y="380"/>
                  </a:cubicBezTo>
                  <a:cubicBezTo>
                    <a:pt x="64" y="472"/>
                    <a:pt x="40" y="564"/>
                    <a:pt x="24" y="640"/>
                  </a:cubicBezTo>
                  <a:cubicBezTo>
                    <a:pt x="16" y="676"/>
                    <a:pt x="8" y="704"/>
                    <a:pt x="4" y="728"/>
                  </a:cubicBezTo>
                  <a:cubicBezTo>
                    <a:pt x="0" y="752"/>
                    <a:pt x="0" y="764"/>
                    <a:pt x="0" y="764"/>
                  </a:cubicBezTo>
                  <a:cubicBezTo>
                    <a:pt x="0" y="764"/>
                    <a:pt x="12" y="756"/>
                    <a:pt x="28" y="740"/>
                  </a:cubicBezTo>
                  <a:cubicBezTo>
                    <a:pt x="52" y="720"/>
                    <a:pt x="72" y="696"/>
                    <a:pt x="92" y="668"/>
                  </a:cubicBezTo>
                  <a:cubicBezTo>
                    <a:pt x="120" y="636"/>
                    <a:pt x="144" y="596"/>
                    <a:pt x="160" y="556"/>
                  </a:cubicBezTo>
                  <a:cubicBezTo>
                    <a:pt x="184" y="508"/>
                    <a:pt x="200" y="460"/>
                    <a:pt x="212" y="412"/>
                  </a:cubicBezTo>
                  <a:cubicBezTo>
                    <a:pt x="236" y="320"/>
                    <a:pt x="240" y="220"/>
                    <a:pt x="228" y="128"/>
                  </a:cubicBezTo>
                  <a:cubicBezTo>
                    <a:pt x="220" y="84"/>
                    <a:pt x="208" y="40"/>
                    <a:pt x="1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89"/>
            <p:cNvSpPr/>
            <p:nvPr/>
          </p:nvSpPr>
          <p:spPr>
            <a:xfrm flipH="1">
              <a:off x="1286587" y="1997207"/>
              <a:ext cx="53878" cy="82150"/>
            </a:xfrm>
            <a:custGeom>
              <a:avLst/>
              <a:gdLst/>
              <a:ahLst/>
              <a:cxnLst/>
              <a:rect l="l" t="t" r="r" b="b"/>
              <a:pathLst>
                <a:path w="465" h="709" extrusionOk="0">
                  <a:moveTo>
                    <a:pt x="56" y="1"/>
                  </a:moveTo>
                  <a:cubicBezTo>
                    <a:pt x="56" y="1"/>
                    <a:pt x="48" y="13"/>
                    <a:pt x="36" y="37"/>
                  </a:cubicBezTo>
                  <a:cubicBezTo>
                    <a:pt x="28" y="49"/>
                    <a:pt x="24" y="65"/>
                    <a:pt x="20" y="81"/>
                  </a:cubicBezTo>
                  <a:cubicBezTo>
                    <a:pt x="12" y="101"/>
                    <a:pt x="8" y="121"/>
                    <a:pt x="4" y="141"/>
                  </a:cubicBezTo>
                  <a:cubicBezTo>
                    <a:pt x="0" y="165"/>
                    <a:pt x="0" y="189"/>
                    <a:pt x="0" y="213"/>
                  </a:cubicBezTo>
                  <a:cubicBezTo>
                    <a:pt x="0" y="241"/>
                    <a:pt x="4" y="269"/>
                    <a:pt x="8" y="297"/>
                  </a:cubicBezTo>
                  <a:cubicBezTo>
                    <a:pt x="16" y="325"/>
                    <a:pt x="24" y="353"/>
                    <a:pt x="32" y="381"/>
                  </a:cubicBezTo>
                  <a:cubicBezTo>
                    <a:pt x="44" y="409"/>
                    <a:pt x="56" y="437"/>
                    <a:pt x="72" y="465"/>
                  </a:cubicBezTo>
                  <a:cubicBezTo>
                    <a:pt x="88" y="489"/>
                    <a:pt x="104" y="513"/>
                    <a:pt x="124" y="537"/>
                  </a:cubicBezTo>
                  <a:cubicBezTo>
                    <a:pt x="144" y="561"/>
                    <a:pt x="164" y="581"/>
                    <a:pt x="184" y="601"/>
                  </a:cubicBezTo>
                  <a:cubicBezTo>
                    <a:pt x="208" y="621"/>
                    <a:pt x="228" y="637"/>
                    <a:pt x="252" y="653"/>
                  </a:cubicBezTo>
                  <a:cubicBezTo>
                    <a:pt x="272" y="665"/>
                    <a:pt x="296" y="673"/>
                    <a:pt x="320" y="685"/>
                  </a:cubicBezTo>
                  <a:cubicBezTo>
                    <a:pt x="336" y="693"/>
                    <a:pt x="356" y="697"/>
                    <a:pt x="376" y="701"/>
                  </a:cubicBezTo>
                  <a:cubicBezTo>
                    <a:pt x="392" y="705"/>
                    <a:pt x="408" y="709"/>
                    <a:pt x="424" y="709"/>
                  </a:cubicBezTo>
                  <a:lnTo>
                    <a:pt x="464" y="709"/>
                  </a:lnTo>
                  <a:cubicBezTo>
                    <a:pt x="464" y="709"/>
                    <a:pt x="452" y="701"/>
                    <a:pt x="432" y="685"/>
                  </a:cubicBezTo>
                  <a:cubicBezTo>
                    <a:pt x="404" y="665"/>
                    <a:pt x="380" y="641"/>
                    <a:pt x="356" y="621"/>
                  </a:cubicBezTo>
                  <a:cubicBezTo>
                    <a:pt x="340" y="605"/>
                    <a:pt x="324" y="589"/>
                    <a:pt x="312" y="577"/>
                  </a:cubicBezTo>
                  <a:cubicBezTo>
                    <a:pt x="296" y="561"/>
                    <a:pt x="280" y="541"/>
                    <a:pt x="264" y="525"/>
                  </a:cubicBezTo>
                  <a:cubicBezTo>
                    <a:pt x="248" y="509"/>
                    <a:pt x="236" y="489"/>
                    <a:pt x="220" y="465"/>
                  </a:cubicBezTo>
                  <a:cubicBezTo>
                    <a:pt x="208" y="445"/>
                    <a:pt x="196" y="425"/>
                    <a:pt x="180" y="405"/>
                  </a:cubicBezTo>
                  <a:cubicBezTo>
                    <a:pt x="168" y="381"/>
                    <a:pt x="156" y="361"/>
                    <a:pt x="148" y="337"/>
                  </a:cubicBezTo>
                  <a:cubicBezTo>
                    <a:pt x="136" y="313"/>
                    <a:pt x="128" y="293"/>
                    <a:pt x="116" y="269"/>
                  </a:cubicBezTo>
                  <a:cubicBezTo>
                    <a:pt x="108" y="249"/>
                    <a:pt x="100" y="225"/>
                    <a:pt x="96" y="205"/>
                  </a:cubicBezTo>
                  <a:cubicBezTo>
                    <a:pt x="88" y="181"/>
                    <a:pt x="80" y="161"/>
                    <a:pt x="76" y="141"/>
                  </a:cubicBezTo>
                  <a:cubicBezTo>
                    <a:pt x="68" y="109"/>
                    <a:pt x="64" y="77"/>
                    <a:pt x="60" y="45"/>
                  </a:cubicBezTo>
                  <a:cubicBezTo>
                    <a:pt x="60" y="17"/>
                    <a:pt x="56" y="1"/>
                    <a:pt x="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89"/>
            <p:cNvSpPr/>
            <p:nvPr/>
          </p:nvSpPr>
          <p:spPr>
            <a:xfrm flipH="1">
              <a:off x="1356108" y="1898951"/>
              <a:ext cx="59556" cy="94664"/>
            </a:xfrm>
            <a:custGeom>
              <a:avLst/>
              <a:gdLst/>
              <a:ahLst/>
              <a:cxnLst/>
              <a:rect l="l" t="t" r="r" b="b"/>
              <a:pathLst>
                <a:path w="514" h="817" extrusionOk="0">
                  <a:moveTo>
                    <a:pt x="513" y="1"/>
                  </a:moveTo>
                  <a:cubicBezTo>
                    <a:pt x="477" y="41"/>
                    <a:pt x="445" y="85"/>
                    <a:pt x="417" y="129"/>
                  </a:cubicBezTo>
                  <a:cubicBezTo>
                    <a:pt x="393" y="169"/>
                    <a:pt x="369" y="217"/>
                    <a:pt x="337" y="269"/>
                  </a:cubicBezTo>
                  <a:cubicBezTo>
                    <a:pt x="309" y="321"/>
                    <a:pt x="285" y="377"/>
                    <a:pt x="261" y="433"/>
                  </a:cubicBezTo>
                  <a:cubicBezTo>
                    <a:pt x="249" y="461"/>
                    <a:pt x="237" y="489"/>
                    <a:pt x="225" y="517"/>
                  </a:cubicBezTo>
                  <a:cubicBezTo>
                    <a:pt x="213" y="545"/>
                    <a:pt x="201" y="569"/>
                    <a:pt x="189" y="593"/>
                  </a:cubicBezTo>
                  <a:cubicBezTo>
                    <a:pt x="177" y="617"/>
                    <a:pt x="165" y="645"/>
                    <a:pt x="153" y="661"/>
                  </a:cubicBezTo>
                  <a:cubicBezTo>
                    <a:pt x="141" y="681"/>
                    <a:pt x="125" y="701"/>
                    <a:pt x="113" y="717"/>
                  </a:cubicBezTo>
                  <a:cubicBezTo>
                    <a:pt x="93" y="745"/>
                    <a:pt x="65" y="773"/>
                    <a:pt x="37" y="793"/>
                  </a:cubicBezTo>
                  <a:cubicBezTo>
                    <a:pt x="25" y="801"/>
                    <a:pt x="13" y="809"/>
                    <a:pt x="1" y="817"/>
                  </a:cubicBezTo>
                  <a:lnTo>
                    <a:pt x="45" y="817"/>
                  </a:lnTo>
                  <a:cubicBezTo>
                    <a:pt x="65" y="813"/>
                    <a:pt x="81" y="809"/>
                    <a:pt x="97" y="805"/>
                  </a:cubicBezTo>
                  <a:cubicBezTo>
                    <a:pt x="117" y="797"/>
                    <a:pt x="141" y="785"/>
                    <a:pt x="161" y="773"/>
                  </a:cubicBezTo>
                  <a:cubicBezTo>
                    <a:pt x="209" y="741"/>
                    <a:pt x="249" y="701"/>
                    <a:pt x="281" y="653"/>
                  </a:cubicBezTo>
                  <a:cubicBezTo>
                    <a:pt x="317" y="601"/>
                    <a:pt x="349" y="545"/>
                    <a:pt x="373" y="485"/>
                  </a:cubicBezTo>
                  <a:cubicBezTo>
                    <a:pt x="397" y="429"/>
                    <a:pt x="421" y="369"/>
                    <a:pt x="437" y="313"/>
                  </a:cubicBezTo>
                  <a:cubicBezTo>
                    <a:pt x="457" y="257"/>
                    <a:pt x="473" y="205"/>
                    <a:pt x="481" y="161"/>
                  </a:cubicBezTo>
                  <a:cubicBezTo>
                    <a:pt x="497" y="109"/>
                    <a:pt x="505" y="57"/>
                    <a:pt x="5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89"/>
            <p:cNvSpPr/>
            <p:nvPr/>
          </p:nvSpPr>
          <p:spPr>
            <a:xfrm flipH="1">
              <a:off x="962621" y="2136248"/>
              <a:ext cx="326862" cy="532643"/>
            </a:xfrm>
            <a:custGeom>
              <a:avLst/>
              <a:gdLst/>
              <a:ahLst/>
              <a:cxnLst/>
              <a:rect l="l" t="t" r="r" b="b"/>
              <a:pathLst>
                <a:path w="2821" h="4597" extrusionOk="0">
                  <a:moveTo>
                    <a:pt x="0" y="1"/>
                  </a:moveTo>
                  <a:lnTo>
                    <a:pt x="48" y="37"/>
                  </a:lnTo>
                  <a:lnTo>
                    <a:pt x="108" y="85"/>
                  </a:lnTo>
                  <a:cubicBezTo>
                    <a:pt x="132" y="101"/>
                    <a:pt x="152" y="125"/>
                    <a:pt x="180" y="149"/>
                  </a:cubicBezTo>
                  <a:cubicBezTo>
                    <a:pt x="192" y="161"/>
                    <a:pt x="208" y="177"/>
                    <a:pt x="224" y="189"/>
                  </a:cubicBezTo>
                  <a:cubicBezTo>
                    <a:pt x="236" y="201"/>
                    <a:pt x="252" y="221"/>
                    <a:pt x="264" y="241"/>
                  </a:cubicBezTo>
                  <a:cubicBezTo>
                    <a:pt x="296" y="273"/>
                    <a:pt x="328" y="309"/>
                    <a:pt x="356" y="349"/>
                  </a:cubicBezTo>
                  <a:cubicBezTo>
                    <a:pt x="388" y="393"/>
                    <a:pt x="420" y="437"/>
                    <a:pt x="448" y="481"/>
                  </a:cubicBezTo>
                  <a:lnTo>
                    <a:pt x="496" y="557"/>
                  </a:lnTo>
                  <a:lnTo>
                    <a:pt x="540" y="637"/>
                  </a:lnTo>
                  <a:cubicBezTo>
                    <a:pt x="600" y="745"/>
                    <a:pt x="660" y="869"/>
                    <a:pt x="724" y="1001"/>
                  </a:cubicBezTo>
                  <a:cubicBezTo>
                    <a:pt x="788" y="1133"/>
                    <a:pt x="852" y="1273"/>
                    <a:pt x="924" y="1417"/>
                  </a:cubicBezTo>
                  <a:cubicBezTo>
                    <a:pt x="1000" y="1569"/>
                    <a:pt x="1088" y="1713"/>
                    <a:pt x="1188" y="1849"/>
                  </a:cubicBezTo>
                  <a:cubicBezTo>
                    <a:pt x="1240" y="1921"/>
                    <a:pt x="1296" y="1989"/>
                    <a:pt x="1360" y="2053"/>
                  </a:cubicBezTo>
                  <a:cubicBezTo>
                    <a:pt x="1420" y="2117"/>
                    <a:pt x="1484" y="2173"/>
                    <a:pt x="1540" y="2229"/>
                  </a:cubicBezTo>
                  <a:cubicBezTo>
                    <a:pt x="1568" y="2257"/>
                    <a:pt x="1596" y="2289"/>
                    <a:pt x="1620" y="2317"/>
                  </a:cubicBezTo>
                  <a:cubicBezTo>
                    <a:pt x="1632" y="2333"/>
                    <a:pt x="1644" y="2349"/>
                    <a:pt x="1652" y="2361"/>
                  </a:cubicBezTo>
                  <a:cubicBezTo>
                    <a:pt x="1664" y="2373"/>
                    <a:pt x="1672" y="2393"/>
                    <a:pt x="1684" y="2413"/>
                  </a:cubicBezTo>
                  <a:cubicBezTo>
                    <a:pt x="1720" y="2481"/>
                    <a:pt x="1752" y="2557"/>
                    <a:pt x="1780" y="2629"/>
                  </a:cubicBezTo>
                  <a:cubicBezTo>
                    <a:pt x="1840" y="2789"/>
                    <a:pt x="1908" y="2941"/>
                    <a:pt x="1976" y="3089"/>
                  </a:cubicBezTo>
                  <a:cubicBezTo>
                    <a:pt x="2108" y="3381"/>
                    <a:pt x="2244" y="3649"/>
                    <a:pt x="2368" y="3873"/>
                  </a:cubicBezTo>
                  <a:cubicBezTo>
                    <a:pt x="2496" y="4097"/>
                    <a:pt x="2608" y="4277"/>
                    <a:pt x="2688" y="4405"/>
                  </a:cubicBezTo>
                  <a:cubicBezTo>
                    <a:pt x="2732" y="4469"/>
                    <a:pt x="2764" y="4517"/>
                    <a:pt x="2788" y="4549"/>
                  </a:cubicBezTo>
                  <a:cubicBezTo>
                    <a:pt x="2808" y="4581"/>
                    <a:pt x="2820" y="4597"/>
                    <a:pt x="2820" y="4597"/>
                  </a:cubicBezTo>
                  <a:lnTo>
                    <a:pt x="2720" y="4385"/>
                  </a:lnTo>
                  <a:cubicBezTo>
                    <a:pt x="2660" y="4249"/>
                    <a:pt x="2572" y="4057"/>
                    <a:pt x="2464" y="3825"/>
                  </a:cubicBezTo>
                  <a:lnTo>
                    <a:pt x="2300" y="3445"/>
                  </a:lnTo>
                  <a:cubicBezTo>
                    <a:pt x="2244" y="3313"/>
                    <a:pt x="2188" y="3169"/>
                    <a:pt x="2128" y="3021"/>
                  </a:cubicBezTo>
                  <a:cubicBezTo>
                    <a:pt x="2068" y="2873"/>
                    <a:pt x="2012" y="2721"/>
                    <a:pt x="1952" y="2565"/>
                  </a:cubicBezTo>
                  <a:cubicBezTo>
                    <a:pt x="1920" y="2481"/>
                    <a:pt x="1888" y="2401"/>
                    <a:pt x="1844" y="2321"/>
                  </a:cubicBezTo>
                  <a:cubicBezTo>
                    <a:pt x="1836" y="2301"/>
                    <a:pt x="1820" y="2277"/>
                    <a:pt x="1808" y="2261"/>
                  </a:cubicBezTo>
                  <a:cubicBezTo>
                    <a:pt x="1800" y="2245"/>
                    <a:pt x="1780" y="2221"/>
                    <a:pt x="1768" y="2201"/>
                  </a:cubicBezTo>
                  <a:cubicBezTo>
                    <a:pt x="1740" y="2165"/>
                    <a:pt x="1708" y="2129"/>
                    <a:pt x="1676" y="2097"/>
                  </a:cubicBezTo>
                  <a:cubicBezTo>
                    <a:pt x="1612" y="2033"/>
                    <a:pt x="1548" y="1981"/>
                    <a:pt x="1488" y="1921"/>
                  </a:cubicBezTo>
                  <a:cubicBezTo>
                    <a:pt x="1432" y="1865"/>
                    <a:pt x="1380" y="1805"/>
                    <a:pt x="1332" y="1741"/>
                  </a:cubicBezTo>
                  <a:cubicBezTo>
                    <a:pt x="1236" y="1613"/>
                    <a:pt x="1148" y="1481"/>
                    <a:pt x="1068" y="1341"/>
                  </a:cubicBezTo>
                  <a:lnTo>
                    <a:pt x="848" y="941"/>
                  </a:lnTo>
                  <a:cubicBezTo>
                    <a:pt x="812" y="877"/>
                    <a:pt x="776" y="813"/>
                    <a:pt x="740" y="753"/>
                  </a:cubicBezTo>
                  <a:cubicBezTo>
                    <a:pt x="704" y="693"/>
                    <a:pt x="668" y="637"/>
                    <a:pt x="628" y="585"/>
                  </a:cubicBezTo>
                  <a:cubicBezTo>
                    <a:pt x="596" y="533"/>
                    <a:pt x="560" y="481"/>
                    <a:pt x="520" y="433"/>
                  </a:cubicBezTo>
                  <a:cubicBezTo>
                    <a:pt x="484" y="389"/>
                    <a:pt x="448" y="345"/>
                    <a:pt x="408" y="305"/>
                  </a:cubicBezTo>
                  <a:cubicBezTo>
                    <a:pt x="372" y="269"/>
                    <a:pt x="336" y="237"/>
                    <a:pt x="300" y="205"/>
                  </a:cubicBezTo>
                  <a:cubicBezTo>
                    <a:pt x="284" y="193"/>
                    <a:pt x="268" y="177"/>
                    <a:pt x="252" y="165"/>
                  </a:cubicBezTo>
                  <a:lnTo>
                    <a:pt x="200" y="129"/>
                  </a:lnTo>
                  <a:cubicBezTo>
                    <a:pt x="152" y="93"/>
                    <a:pt x="104" y="65"/>
                    <a:pt x="52" y="3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89"/>
            <p:cNvSpPr/>
            <p:nvPr/>
          </p:nvSpPr>
          <p:spPr>
            <a:xfrm flipH="1">
              <a:off x="634947" y="2442602"/>
              <a:ext cx="467757" cy="810377"/>
            </a:xfrm>
            <a:custGeom>
              <a:avLst/>
              <a:gdLst/>
              <a:ahLst/>
              <a:cxnLst/>
              <a:rect l="l" t="t" r="r" b="b"/>
              <a:pathLst>
                <a:path w="4037" h="6994" extrusionOk="0">
                  <a:moveTo>
                    <a:pt x="0" y="1"/>
                  </a:moveTo>
                  <a:cubicBezTo>
                    <a:pt x="0" y="1"/>
                    <a:pt x="176" y="481"/>
                    <a:pt x="468" y="1189"/>
                  </a:cubicBezTo>
                  <a:cubicBezTo>
                    <a:pt x="540" y="1369"/>
                    <a:pt x="620" y="1561"/>
                    <a:pt x="704" y="1761"/>
                  </a:cubicBezTo>
                  <a:cubicBezTo>
                    <a:pt x="792" y="1965"/>
                    <a:pt x="880" y="2177"/>
                    <a:pt x="972" y="2397"/>
                  </a:cubicBezTo>
                  <a:cubicBezTo>
                    <a:pt x="1068" y="2617"/>
                    <a:pt x="1164" y="2849"/>
                    <a:pt x="1268" y="3077"/>
                  </a:cubicBezTo>
                  <a:cubicBezTo>
                    <a:pt x="1368" y="3305"/>
                    <a:pt x="1472" y="3541"/>
                    <a:pt x="1572" y="3777"/>
                  </a:cubicBezTo>
                  <a:cubicBezTo>
                    <a:pt x="1676" y="4013"/>
                    <a:pt x="1780" y="4241"/>
                    <a:pt x="1896" y="4473"/>
                  </a:cubicBezTo>
                  <a:cubicBezTo>
                    <a:pt x="2004" y="4701"/>
                    <a:pt x="2144" y="4913"/>
                    <a:pt x="2312" y="5105"/>
                  </a:cubicBezTo>
                  <a:cubicBezTo>
                    <a:pt x="2476" y="5293"/>
                    <a:pt x="2648" y="5441"/>
                    <a:pt x="2776" y="5605"/>
                  </a:cubicBezTo>
                  <a:cubicBezTo>
                    <a:pt x="2904" y="5773"/>
                    <a:pt x="2992" y="5961"/>
                    <a:pt x="3104" y="6125"/>
                  </a:cubicBezTo>
                  <a:cubicBezTo>
                    <a:pt x="3156" y="6205"/>
                    <a:pt x="3216" y="6281"/>
                    <a:pt x="3280" y="6345"/>
                  </a:cubicBezTo>
                  <a:cubicBezTo>
                    <a:pt x="3344" y="6405"/>
                    <a:pt x="3412" y="6457"/>
                    <a:pt x="3480" y="6505"/>
                  </a:cubicBezTo>
                  <a:cubicBezTo>
                    <a:pt x="3612" y="6593"/>
                    <a:pt x="3728" y="6661"/>
                    <a:pt x="3816" y="6729"/>
                  </a:cubicBezTo>
                  <a:cubicBezTo>
                    <a:pt x="3884" y="6781"/>
                    <a:pt x="3944" y="6841"/>
                    <a:pt x="3992" y="6913"/>
                  </a:cubicBezTo>
                  <a:cubicBezTo>
                    <a:pt x="4004" y="6933"/>
                    <a:pt x="4016" y="6953"/>
                    <a:pt x="4028" y="6973"/>
                  </a:cubicBezTo>
                  <a:lnTo>
                    <a:pt x="4036" y="6993"/>
                  </a:lnTo>
                  <a:lnTo>
                    <a:pt x="4028" y="6969"/>
                  </a:lnTo>
                  <a:cubicBezTo>
                    <a:pt x="4020" y="6949"/>
                    <a:pt x="4012" y="6929"/>
                    <a:pt x="4000" y="6909"/>
                  </a:cubicBezTo>
                  <a:cubicBezTo>
                    <a:pt x="3960" y="6829"/>
                    <a:pt x="3904" y="6761"/>
                    <a:pt x="3840" y="6701"/>
                  </a:cubicBezTo>
                  <a:cubicBezTo>
                    <a:pt x="3756" y="6621"/>
                    <a:pt x="3648" y="6541"/>
                    <a:pt x="3524" y="6445"/>
                  </a:cubicBezTo>
                  <a:cubicBezTo>
                    <a:pt x="3392" y="6345"/>
                    <a:pt x="3280" y="6213"/>
                    <a:pt x="3196" y="6069"/>
                  </a:cubicBezTo>
                  <a:cubicBezTo>
                    <a:pt x="3100" y="5905"/>
                    <a:pt x="3024" y="5713"/>
                    <a:pt x="2892" y="5521"/>
                  </a:cubicBezTo>
                  <a:cubicBezTo>
                    <a:pt x="2760" y="5333"/>
                    <a:pt x="2588" y="5173"/>
                    <a:pt x="2440" y="4997"/>
                  </a:cubicBezTo>
                  <a:cubicBezTo>
                    <a:pt x="2288" y="4809"/>
                    <a:pt x="2160" y="4605"/>
                    <a:pt x="2060" y="4389"/>
                  </a:cubicBezTo>
                  <a:cubicBezTo>
                    <a:pt x="1952" y="4165"/>
                    <a:pt x="1852" y="3929"/>
                    <a:pt x="1748" y="3697"/>
                  </a:cubicBezTo>
                  <a:cubicBezTo>
                    <a:pt x="1644" y="3465"/>
                    <a:pt x="1536" y="3229"/>
                    <a:pt x="1436" y="3001"/>
                  </a:cubicBezTo>
                  <a:cubicBezTo>
                    <a:pt x="1332" y="2773"/>
                    <a:pt x="1228" y="2549"/>
                    <a:pt x="1128" y="2329"/>
                  </a:cubicBezTo>
                  <a:cubicBezTo>
                    <a:pt x="1028" y="2113"/>
                    <a:pt x="928" y="1901"/>
                    <a:pt x="836" y="1705"/>
                  </a:cubicBezTo>
                  <a:cubicBezTo>
                    <a:pt x="740" y="1505"/>
                    <a:pt x="652" y="1317"/>
                    <a:pt x="568" y="1145"/>
                  </a:cubicBezTo>
                  <a:cubicBezTo>
                    <a:pt x="236" y="453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89"/>
            <p:cNvSpPr/>
            <p:nvPr/>
          </p:nvSpPr>
          <p:spPr>
            <a:xfrm flipH="1">
              <a:off x="652558" y="2749419"/>
              <a:ext cx="269855" cy="431722"/>
            </a:xfrm>
            <a:custGeom>
              <a:avLst/>
              <a:gdLst/>
              <a:ahLst/>
              <a:cxnLst/>
              <a:rect l="l" t="t" r="r" b="b"/>
              <a:pathLst>
                <a:path w="2329" h="3726" extrusionOk="0">
                  <a:moveTo>
                    <a:pt x="0" y="1"/>
                  </a:moveTo>
                  <a:lnTo>
                    <a:pt x="96" y="245"/>
                  </a:lnTo>
                  <a:lnTo>
                    <a:pt x="200" y="481"/>
                  </a:lnTo>
                  <a:lnTo>
                    <a:pt x="312" y="717"/>
                  </a:lnTo>
                  <a:lnTo>
                    <a:pt x="424" y="949"/>
                  </a:lnTo>
                  <a:lnTo>
                    <a:pt x="544" y="1181"/>
                  </a:lnTo>
                  <a:lnTo>
                    <a:pt x="672" y="1409"/>
                  </a:lnTo>
                  <a:lnTo>
                    <a:pt x="800" y="1633"/>
                  </a:lnTo>
                  <a:lnTo>
                    <a:pt x="936" y="1857"/>
                  </a:lnTo>
                  <a:lnTo>
                    <a:pt x="1076" y="2077"/>
                  </a:lnTo>
                  <a:lnTo>
                    <a:pt x="1220" y="2293"/>
                  </a:lnTo>
                  <a:lnTo>
                    <a:pt x="1368" y="2509"/>
                  </a:lnTo>
                  <a:lnTo>
                    <a:pt x="1520" y="2721"/>
                  </a:lnTo>
                  <a:cubicBezTo>
                    <a:pt x="1620" y="2861"/>
                    <a:pt x="1728" y="2997"/>
                    <a:pt x="1836" y="3133"/>
                  </a:cubicBezTo>
                  <a:lnTo>
                    <a:pt x="2000" y="3337"/>
                  </a:lnTo>
                  <a:lnTo>
                    <a:pt x="2168" y="3537"/>
                  </a:lnTo>
                  <a:lnTo>
                    <a:pt x="2328" y="3725"/>
                  </a:lnTo>
                  <a:lnTo>
                    <a:pt x="2320" y="3477"/>
                  </a:lnTo>
                  <a:cubicBezTo>
                    <a:pt x="2320" y="3429"/>
                    <a:pt x="2316" y="3385"/>
                    <a:pt x="2308" y="3337"/>
                  </a:cubicBezTo>
                  <a:cubicBezTo>
                    <a:pt x="2300" y="3289"/>
                    <a:pt x="2292" y="3245"/>
                    <a:pt x="2280" y="3197"/>
                  </a:cubicBezTo>
                  <a:cubicBezTo>
                    <a:pt x="2268" y="3153"/>
                    <a:pt x="2252" y="3105"/>
                    <a:pt x="2236" y="3061"/>
                  </a:cubicBezTo>
                  <a:cubicBezTo>
                    <a:pt x="2220" y="3021"/>
                    <a:pt x="2200" y="2977"/>
                    <a:pt x="2184" y="2933"/>
                  </a:cubicBezTo>
                  <a:cubicBezTo>
                    <a:pt x="2144" y="2853"/>
                    <a:pt x="2096" y="2769"/>
                    <a:pt x="2048" y="2693"/>
                  </a:cubicBezTo>
                  <a:cubicBezTo>
                    <a:pt x="1996" y="2617"/>
                    <a:pt x="1940" y="2545"/>
                    <a:pt x="1884" y="2473"/>
                  </a:cubicBezTo>
                  <a:cubicBezTo>
                    <a:pt x="1824" y="2409"/>
                    <a:pt x="1764" y="2337"/>
                    <a:pt x="1704" y="2273"/>
                  </a:cubicBezTo>
                  <a:lnTo>
                    <a:pt x="1516" y="2085"/>
                  </a:lnTo>
                  <a:cubicBezTo>
                    <a:pt x="1388" y="1957"/>
                    <a:pt x="1264" y="1833"/>
                    <a:pt x="1144" y="1701"/>
                  </a:cubicBezTo>
                  <a:lnTo>
                    <a:pt x="1144" y="1701"/>
                  </a:lnTo>
                  <a:cubicBezTo>
                    <a:pt x="1244" y="1849"/>
                    <a:pt x="1352" y="1993"/>
                    <a:pt x="1464" y="2129"/>
                  </a:cubicBezTo>
                  <a:lnTo>
                    <a:pt x="1632" y="2337"/>
                  </a:lnTo>
                  <a:cubicBezTo>
                    <a:pt x="1688" y="2405"/>
                    <a:pt x="1740" y="2473"/>
                    <a:pt x="1792" y="2549"/>
                  </a:cubicBezTo>
                  <a:cubicBezTo>
                    <a:pt x="1844" y="2621"/>
                    <a:pt x="1888" y="2693"/>
                    <a:pt x="1932" y="2765"/>
                  </a:cubicBezTo>
                  <a:cubicBezTo>
                    <a:pt x="1976" y="2841"/>
                    <a:pt x="2012" y="2917"/>
                    <a:pt x="2044" y="2997"/>
                  </a:cubicBezTo>
                  <a:cubicBezTo>
                    <a:pt x="2060" y="3033"/>
                    <a:pt x="2076" y="3073"/>
                    <a:pt x="2088" y="3113"/>
                  </a:cubicBezTo>
                  <a:cubicBezTo>
                    <a:pt x="2095" y="3137"/>
                    <a:pt x="2101" y="3159"/>
                    <a:pt x="2107" y="3181"/>
                  </a:cubicBezTo>
                  <a:lnTo>
                    <a:pt x="2107" y="3181"/>
                  </a:lnTo>
                  <a:lnTo>
                    <a:pt x="1980" y="3021"/>
                  </a:lnTo>
                  <a:lnTo>
                    <a:pt x="1824" y="2817"/>
                  </a:lnTo>
                  <a:lnTo>
                    <a:pt x="1672" y="2609"/>
                  </a:lnTo>
                  <a:lnTo>
                    <a:pt x="1520" y="2405"/>
                  </a:lnTo>
                  <a:lnTo>
                    <a:pt x="1372" y="2193"/>
                  </a:lnTo>
                  <a:lnTo>
                    <a:pt x="1224" y="1981"/>
                  </a:lnTo>
                  <a:lnTo>
                    <a:pt x="1080" y="1769"/>
                  </a:lnTo>
                  <a:lnTo>
                    <a:pt x="796" y="1337"/>
                  </a:lnTo>
                  <a:lnTo>
                    <a:pt x="524" y="897"/>
                  </a:lnTo>
                  <a:lnTo>
                    <a:pt x="260" y="4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89"/>
            <p:cNvSpPr/>
            <p:nvPr/>
          </p:nvSpPr>
          <p:spPr>
            <a:xfrm flipH="1">
              <a:off x="123274" y="3213932"/>
              <a:ext cx="504835" cy="602163"/>
            </a:xfrm>
            <a:custGeom>
              <a:avLst/>
              <a:gdLst/>
              <a:ahLst/>
              <a:cxnLst/>
              <a:rect l="l" t="t" r="r" b="b"/>
              <a:pathLst>
                <a:path w="4357" h="5197" extrusionOk="0">
                  <a:moveTo>
                    <a:pt x="0" y="0"/>
                  </a:moveTo>
                  <a:lnTo>
                    <a:pt x="392" y="556"/>
                  </a:lnTo>
                  <a:lnTo>
                    <a:pt x="836" y="1180"/>
                  </a:lnTo>
                  <a:lnTo>
                    <a:pt x="1284" y="1800"/>
                  </a:lnTo>
                  <a:lnTo>
                    <a:pt x="1512" y="2108"/>
                  </a:lnTo>
                  <a:lnTo>
                    <a:pt x="1744" y="2412"/>
                  </a:lnTo>
                  <a:lnTo>
                    <a:pt x="1980" y="2712"/>
                  </a:lnTo>
                  <a:lnTo>
                    <a:pt x="2220" y="3012"/>
                  </a:lnTo>
                  <a:lnTo>
                    <a:pt x="2464" y="3304"/>
                  </a:lnTo>
                  <a:lnTo>
                    <a:pt x="2716" y="3596"/>
                  </a:lnTo>
                  <a:lnTo>
                    <a:pt x="2972" y="3880"/>
                  </a:lnTo>
                  <a:lnTo>
                    <a:pt x="3236" y="4156"/>
                  </a:lnTo>
                  <a:lnTo>
                    <a:pt x="3505" y="4428"/>
                  </a:lnTo>
                  <a:lnTo>
                    <a:pt x="3781" y="4692"/>
                  </a:lnTo>
                  <a:lnTo>
                    <a:pt x="4065" y="4948"/>
                  </a:lnTo>
                  <a:lnTo>
                    <a:pt x="4357" y="5196"/>
                  </a:lnTo>
                  <a:lnTo>
                    <a:pt x="4089" y="4928"/>
                  </a:lnTo>
                  <a:lnTo>
                    <a:pt x="3821" y="4652"/>
                  </a:lnTo>
                  <a:lnTo>
                    <a:pt x="3561" y="4372"/>
                  </a:lnTo>
                  <a:lnTo>
                    <a:pt x="3308" y="4088"/>
                  </a:lnTo>
                  <a:lnTo>
                    <a:pt x="3060" y="3800"/>
                  </a:lnTo>
                  <a:lnTo>
                    <a:pt x="2816" y="3508"/>
                  </a:lnTo>
                  <a:lnTo>
                    <a:pt x="2576" y="3212"/>
                  </a:lnTo>
                  <a:lnTo>
                    <a:pt x="2340" y="2912"/>
                  </a:lnTo>
                  <a:lnTo>
                    <a:pt x="2108" y="2612"/>
                  </a:lnTo>
                  <a:lnTo>
                    <a:pt x="1880" y="2308"/>
                  </a:lnTo>
                  <a:lnTo>
                    <a:pt x="1432" y="1692"/>
                  </a:lnTo>
                  <a:lnTo>
                    <a:pt x="988" y="1072"/>
                  </a:lnTo>
                  <a:lnTo>
                    <a:pt x="899" y="947"/>
                  </a:lnTo>
                  <a:lnTo>
                    <a:pt x="899" y="947"/>
                  </a:lnTo>
                  <a:cubicBezTo>
                    <a:pt x="899" y="948"/>
                    <a:pt x="900" y="948"/>
                    <a:pt x="900" y="948"/>
                  </a:cubicBezTo>
                  <a:cubicBezTo>
                    <a:pt x="984" y="1004"/>
                    <a:pt x="1076" y="1056"/>
                    <a:pt x="1168" y="1104"/>
                  </a:cubicBezTo>
                  <a:cubicBezTo>
                    <a:pt x="1216" y="1132"/>
                    <a:pt x="1264" y="1152"/>
                    <a:pt x="1308" y="1172"/>
                  </a:cubicBezTo>
                  <a:cubicBezTo>
                    <a:pt x="1356" y="1192"/>
                    <a:pt x="1408" y="1212"/>
                    <a:pt x="1456" y="1228"/>
                  </a:cubicBezTo>
                  <a:lnTo>
                    <a:pt x="1744" y="1328"/>
                  </a:lnTo>
                  <a:cubicBezTo>
                    <a:pt x="1836" y="1360"/>
                    <a:pt x="1924" y="1400"/>
                    <a:pt x="2008" y="1444"/>
                  </a:cubicBezTo>
                  <a:cubicBezTo>
                    <a:pt x="2092" y="1492"/>
                    <a:pt x="2176" y="1540"/>
                    <a:pt x="2252" y="1600"/>
                  </a:cubicBezTo>
                  <a:cubicBezTo>
                    <a:pt x="2332" y="1660"/>
                    <a:pt x="2404" y="1724"/>
                    <a:pt x="2476" y="1792"/>
                  </a:cubicBezTo>
                  <a:lnTo>
                    <a:pt x="2528" y="1844"/>
                  </a:lnTo>
                  <a:lnTo>
                    <a:pt x="2576" y="1896"/>
                  </a:lnTo>
                  <a:cubicBezTo>
                    <a:pt x="2612" y="1936"/>
                    <a:pt x="2644" y="1968"/>
                    <a:pt x="2676" y="2008"/>
                  </a:cubicBezTo>
                  <a:cubicBezTo>
                    <a:pt x="2744" y="2084"/>
                    <a:pt x="2808" y="2160"/>
                    <a:pt x="2868" y="2240"/>
                  </a:cubicBezTo>
                  <a:cubicBezTo>
                    <a:pt x="2928" y="2320"/>
                    <a:pt x="2992" y="2400"/>
                    <a:pt x="3052" y="2476"/>
                  </a:cubicBezTo>
                  <a:cubicBezTo>
                    <a:pt x="3116" y="2556"/>
                    <a:pt x="3176" y="2636"/>
                    <a:pt x="3240" y="2716"/>
                  </a:cubicBezTo>
                  <a:cubicBezTo>
                    <a:pt x="3304" y="2796"/>
                    <a:pt x="3372" y="2872"/>
                    <a:pt x="3440" y="2948"/>
                  </a:cubicBezTo>
                  <a:cubicBezTo>
                    <a:pt x="3476" y="2984"/>
                    <a:pt x="3513" y="3024"/>
                    <a:pt x="3545" y="3060"/>
                  </a:cubicBezTo>
                  <a:lnTo>
                    <a:pt x="3657" y="3164"/>
                  </a:lnTo>
                  <a:cubicBezTo>
                    <a:pt x="3693" y="3200"/>
                    <a:pt x="3733" y="3228"/>
                    <a:pt x="3773" y="3264"/>
                  </a:cubicBezTo>
                  <a:cubicBezTo>
                    <a:pt x="3793" y="3280"/>
                    <a:pt x="3813" y="3296"/>
                    <a:pt x="3833" y="3316"/>
                  </a:cubicBezTo>
                  <a:lnTo>
                    <a:pt x="3897" y="3356"/>
                  </a:lnTo>
                  <a:cubicBezTo>
                    <a:pt x="3981" y="3412"/>
                    <a:pt x="4069" y="3460"/>
                    <a:pt x="4161" y="3500"/>
                  </a:cubicBezTo>
                  <a:cubicBezTo>
                    <a:pt x="4073" y="3452"/>
                    <a:pt x="3989" y="3392"/>
                    <a:pt x="3913" y="3328"/>
                  </a:cubicBezTo>
                  <a:lnTo>
                    <a:pt x="3853" y="3284"/>
                  </a:lnTo>
                  <a:cubicBezTo>
                    <a:pt x="3833" y="3268"/>
                    <a:pt x="3817" y="3248"/>
                    <a:pt x="3797" y="3232"/>
                  </a:cubicBezTo>
                  <a:cubicBezTo>
                    <a:pt x="3761" y="3200"/>
                    <a:pt x="3721" y="3168"/>
                    <a:pt x="3689" y="3128"/>
                  </a:cubicBezTo>
                  <a:lnTo>
                    <a:pt x="3589" y="3020"/>
                  </a:lnTo>
                  <a:cubicBezTo>
                    <a:pt x="3557" y="2980"/>
                    <a:pt x="3525" y="2944"/>
                    <a:pt x="3492" y="2904"/>
                  </a:cubicBezTo>
                  <a:cubicBezTo>
                    <a:pt x="3428" y="2828"/>
                    <a:pt x="3368" y="2744"/>
                    <a:pt x="3312" y="2664"/>
                  </a:cubicBezTo>
                  <a:cubicBezTo>
                    <a:pt x="3196" y="2500"/>
                    <a:pt x="3080" y="2332"/>
                    <a:pt x="2960" y="2168"/>
                  </a:cubicBezTo>
                  <a:cubicBezTo>
                    <a:pt x="2904" y="2088"/>
                    <a:pt x="2840" y="2004"/>
                    <a:pt x="2776" y="1924"/>
                  </a:cubicBezTo>
                  <a:cubicBezTo>
                    <a:pt x="2748" y="1884"/>
                    <a:pt x="2712" y="1848"/>
                    <a:pt x="2676" y="1808"/>
                  </a:cubicBezTo>
                  <a:lnTo>
                    <a:pt x="2628" y="1748"/>
                  </a:lnTo>
                  <a:lnTo>
                    <a:pt x="2572" y="1692"/>
                  </a:lnTo>
                  <a:cubicBezTo>
                    <a:pt x="2500" y="1616"/>
                    <a:pt x="2424" y="1548"/>
                    <a:pt x="2348" y="1480"/>
                  </a:cubicBezTo>
                  <a:cubicBezTo>
                    <a:pt x="2264" y="1416"/>
                    <a:pt x="2176" y="1356"/>
                    <a:pt x="2084" y="1304"/>
                  </a:cubicBezTo>
                  <a:cubicBezTo>
                    <a:pt x="1996" y="1252"/>
                    <a:pt x="1900" y="1208"/>
                    <a:pt x="1800" y="1172"/>
                  </a:cubicBezTo>
                  <a:lnTo>
                    <a:pt x="1516" y="1068"/>
                  </a:lnTo>
                  <a:cubicBezTo>
                    <a:pt x="1472" y="1052"/>
                    <a:pt x="1424" y="1032"/>
                    <a:pt x="1384" y="1012"/>
                  </a:cubicBezTo>
                  <a:cubicBezTo>
                    <a:pt x="1340" y="996"/>
                    <a:pt x="1292" y="972"/>
                    <a:pt x="1252" y="948"/>
                  </a:cubicBezTo>
                  <a:cubicBezTo>
                    <a:pt x="1164" y="900"/>
                    <a:pt x="1080" y="852"/>
                    <a:pt x="1000" y="796"/>
                  </a:cubicBezTo>
                  <a:cubicBezTo>
                    <a:pt x="840" y="684"/>
                    <a:pt x="684" y="560"/>
                    <a:pt x="528" y="4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89"/>
            <p:cNvSpPr/>
            <p:nvPr/>
          </p:nvSpPr>
          <p:spPr>
            <a:xfrm flipH="1">
              <a:off x="108441" y="3413687"/>
              <a:ext cx="288858" cy="361159"/>
            </a:xfrm>
            <a:custGeom>
              <a:avLst/>
              <a:gdLst/>
              <a:ahLst/>
              <a:cxnLst/>
              <a:rect l="l" t="t" r="r" b="b"/>
              <a:pathLst>
                <a:path w="2493" h="3117" extrusionOk="0">
                  <a:moveTo>
                    <a:pt x="0" y="0"/>
                  </a:moveTo>
                  <a:lnTo>
                    <a:pt x="44" y="20"/>
                  </a:lnTo>
                  <a:cubicBezTo>
                    <a:pt x="76" y="44"/>
                    <a:pt x="112" y="68"/>
                    <a:pt x="144" y="96"/>
                  </a:cubicBezTo>
                  <a:cubicBezTo>
                    <a:pt x="188" y="140"/>
                    <a:pt x="232" y="188"/>
                    <a:pt x="268" y="240"/>
                  </a:cubicBezTo>
                  <a:cubicBezTo>
                    <a:pt x="312" y="312"/>
                    <a:pt x="356" y="384"/>
                    <a:pt x="392" y="460"/>
                  </a:cubicBezTo>
                  <a:cubicBezTo>
                    <a:pt x="480" y="628"/>
                    <a:pt x="584" y="824"/>
                    <a:pt x="708" y="1028"/>
                  </a:cubicBezTo>
                  <a:cubicBezTo>
                    <a:pt x="768" y="1128"/>
                    <a:pt x="832" y="1232"/>
                    <a:pt x="900" y="1336"/>
                  </a:cubicBezTo>
                  <a:cubicBezTo>
                    <a:pt x="968" y="1440"/>
                    <a:pt x="1040" y="1548"/>
                    <a:pt x="1112" y="1652"/>
                  </a:cubicBezTo>
                  <a:cubicBezTo>
                    <a:pt x="1184" y="1756"/>
                    <a:pt x="1260" y="1856"/>
                    <a:pt x="1332" y="1956"/>
                  </a:cubicBezTo>
                  <a:cubicBezTo>
                    <a:pt x="1408" y="2056"/>
                    <a:pt x="1488" y="2152"/>
                    <a:pt x="1561" y="2244"/>
                  </a:cubicBezTo>
                  <a:cubicBezTo>
                    <a:pt x="1637" y="2336"/>
                    <a:pt x="1713" y="2420"/>
                    <a:pt x="1785" y="2504"/>
                  </a:cubicBezTo>
                  <a:cubicBezTo>
                    <a:pt x="1853" y="2584"/>
                    <a:pt x="1925" y="2660"/>
                    <a:pt x="1989" y="2732"/>
                  </a:cubicBezTo>
                  <a:cubicBezTo>
                    <a:pt x="2057" y="2800"/>
                    <a:pt x="2117" y="2860"/>
                    <a:pt x="2169" y="2916"/>
                  </a:cubicBezTo>
                  <a:cubicBezTo>
                    <a:pt x="2217" y="2964"/>
                    <a:pt x="2269" y="3008"/>
                    <a:pt x="2325" y="3048"/>
                  </a:cubicBezTo>
                  <a:cubicBezTo>
                    <a:pt x="2361" y="3072"/>
                    <a:pt x="2401" y="3092"/>
                    <a:pt x="2445" y="3104"/>
                  </a:cubicBezTo>
                  <a:cubicBezTo>
                    <a:pt x="2461" y="3108"/>
                    <a:pt x="2477" y="3112"/>
                    <a:pt x="2493" y="3116"/>
                  </a:cubicBezTo>
                  <a:cubicBezTo>
                    <a:pt x="2477" y="3112"/>
                    <a:pt x="2465" y="3104"/>
                    <a:pt x="2453" y="3096"/>
                  </a:cubicBezTo>
                  <a:cubicBezTo>
                    <a:pt x="2413" y="3076"/>
                    <a:pt x="2381" y="3048"/>
                    <a:pt x="2353" y="3020"/>
                  </a:cubicBezTo>
                  <a:cubicBezTo>
                    <a:pt x="2305" y="2972"/>
                    <a:pt x="2265" y="2924"/>
                    <a:pt x="2229" y="2872"/>
                  </a:cubicBezTo>
                  <a:lnTo>
                    <a:pt x="2073" y="2664"/>
                  </a:lnTo>
                  <a:lnTo>
                    <a:pt x="1697" y="2144"/>
                  </a:lnTo>
                  <a:lnTo>
                    <a:pt x="1484" y="1848"/>
                  </a:lnTo>
                  <a:cubicBezTo>
                    <a:pt x="1412" y="1748"/>
                    <a:pt x="1340" y="1648"/>
                    <a:pt x="1268" y="1544"/>
                  </a:cubicBezTo>
                  <a:cubicBezTo>
                    <a:pt x="1196" y="1436"/>
                    <a:pt x="1124" y="1340"/>
                    <a:pt x="1052" y="1236"/>
                  </a:cubicBezTo>
                  <a:cubicBezTo>
                    <a:pt x="984" y="1136"/>
                    <a:pt x="916" y="1036"/>
                    <a:pt x="848" y="936"/>
                  </a:cubicBezTo>
                  <a:cubicBezTo>
                    <a:pt x="716" y="740"/>
                    <a:pt x="596" y="560"/>
                    <a:pt x="488" y="404"/>
                  </a:cubicBezTo>
                  <a:cubicBezTo>
                    <a:pt x="440" y="328"/>
                    <a:pt x="384" y="260"/>
                    <a:pt x="324" y="196"/>
                  </a:cubicBezTo>
                  <a:cubicBezTo>
                    <a:pt x="276" y="144"/>
                    <a:pt x="224" y="100"/>
                    <a:pt x="168" y="64"/>
                  </a:cubicBezTo>
                  <a:cubicBezTo>
                    <a:pt x="128" y="44"/>
                    <a:pt x="88" y="24"/>
                    <a:pt x="48" y="1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89"/>
            <p:cNvSpPr/>
            <p:nvPr/>
          </p:nvSpPr>
          <p:spPr>
            <a:xfrm flipH="1">
              <a:off x="110760" y="3237569"/>
              <a:ext cx="595675" cy="711542"/>
            </a:xfrm>
            <a:custGeom>
              <a:avLst/>
              <a:gdLst/>
              <a:ahLst/>
              <a:cxnLst/>
              <a:rect l="l" t="t" r="r" b="b"/>
              <a:pathLst>
                <a:path w="5141" h="6141" extrusionOk="0">
                  <a:moveTo>
                    <a:pt x="0" y="0"/>
                  </a:moveTo>
                  <a:lnTo>
                    <a:pt x="32" y="84"/>
                  </a:lnTo>
                  <a:cubicBezTo>
                    <a:pt x="64" y="164"/>
                    <a:pt x="96" y="244"/>
                    <a:pt x="136" y="320"/>
                  </a:cubicBezTo>
                  <a:cubicBezTo>
                    <a:pt x="196" y="440"/>
                    <a:pt x="264" y="556"/>
                    <a:pt x="340" y="664"/>
                  </a:cubicBezTo>
                  <a:cubicBezTo>
                    <a:pt x="440" y="808"/>
                    <a:pt x="552" y="940"/>
                    <a:pt x="676" y="1064"/>
                  </a:cubicBezTo>
                  <a:lnTo>
                    <a:pt x="1108" y="1496"/>
                  </a:lnTo>
                  <a:cubicBezTo>
                    <a:pt x="1256" y="1648"/>
                    <a:pt x="1416" y="1812"/>
                    <a:pt x="1576" y="1984"/>
                  </a:cubicBezTo>
                  <a:cubicBezTo>
                    <a:pt x="1736" y="2156"/>
                    <a:pt x="1896" y="2340"/>
                    <a:pt x="2056" y="2524"/>
                  </a:cubicBezTo>
                  <a:cubicBezTo>
                    <a:pt x="2216" y="2712"/>
                    <a:pt x="2376" y="2904"/>
                    <a:pt x="2532" y="3100"/>
                  </a:cubicBezTo>
                  <a:cubicBezTo>
                    <a:pt x="2688" y="3300"/>
                    <a:pt x="2836" y="3508"/>
                    <a:pt x="3032" y="3680"/>
                  </a:cubicBezTo>
                  <a:cubicBezTo>
                    <a:pt x="3228" y="3856"/>
                    <a:pt x="3432" y="3980"/>
                    <a:pt x="3592" y="4140"/>
                  </a:cubicBezTo>
                  <a:cubicBezTo>
                    <a:pt x="3748" y="4292"/>
                    <a:pt x="3884" y="4468"/>
                    <a:pt x="3992" y="4660"/>
                  </a:cubicBezTo>
                  <a:cubicBezTo>
                    <a:pt x="4048" y="4752"/>
                    <a:pt x="4100" y="4848"/>
                    <a:pt x="4156" y="4932"/>
                  </a:cubicBezTo>
                  <a:cubicBezTo>
                    <a:pt x="4213" y="5016"/>
                    <a:pt x="4277" y="5096"/>
                    <a:pt x="4345" y="5172"/>
                  </a:cubicBezTo>
                  <a:cubicBezTo>
                    <a:pt x="4477" y="5312"/>
                    <a:pt x="4597" y="5432"/>
                    <a:pt x="4697" y="5548"/>
                  </a:cubicBezTo>
                  <a:cubicBezTo>
                    <a:pt x="4793" y="5664"/>
                    <a:pt x="4877" y="5768"/>
                    <a:pt x="4945" y="5856"/>
                  </a:cubicBezTo>
                  <a:cubicBezTo>
                    <a:pt x="5077" y="6032"/>
                    <a:pt x="5141" y="6140"/>
                    <a:pt x="5141" y="6140"/>
                  </a:cubicBezTo>
                  <a:cubicBezTo>
                    <a:pt x="5141" y="6140"/>
                    <a:pt x="5129" y="6112"/>
                    <a:pt x="5101" y="6060"/>
                  </a:cubicBezTo>
                  <a:cubicBezTo>
                    <a:pt x="5077" y="6004"/>
                    <a:pt x="5033" y="5928"/>
                    <a:pt x="4977" y="5836"/>
                  </a:cubicBezTo>
                  <a:cubicBezTo>
                    <a:pt x="4921" y="5740"/>
                    <a:pt x="4849" y="5628"/>
                    <a:pt x="4753" y="5500"/>
                  </a:cubicBezTo>
                  <a:cubicBezTo>
                    <a:pt x="4709" y="5440"/>
                    <a:pt x="4657" y="5376"/>
                    <a:pt x="4601" y="5308"/>
                  </a:cubicBezTo>
                  <a:cubicBezTo>
                    <a:pt x="4545" y="5240"/>
                    <a:pt x="4489" y="5172"/>
                    <a:pt x="4429" y="5100"/>
                  </a:cubicBezTo>
                  <a:cubicBezTo>
                    <a:pt x="4369" y="5028"/>
                    <a:pt x="4313" y="4948"/>
                    <a:pt x="4265" y="4868"/>
                  </a:cubicBezTo>
                  <a:cubicBezTo>
                    <a:pt x="4217" y="4780"/>
                    <a:pt x="4168" y="4688"/>
                    <a:pt x="4116" y="4592"/>
                  </a:cubicBezTo>
                  <a:cubicBezTo>
                    <a:pt x="4012" y="4380"/>
                    <a:pt x="3876" y="4188"/>
                    <a:pt x="3712" y="4020"/>
                  </a:cubicBezTo>
                  <a:cubicBezTo>
                    <a:pt x="3540" y="3844"/>
                    <a:pt x="3328" y="3704"/>
                    <a:pt x="3156" y="3548"/>
                  </a:cubicBezTo>
                  <a:cubicBezTo>
                    <a:pt x="2984" y="3388"/>
                    <a:pt x="2840" y="3184"/>
                    <a:pt x="2680" y="2984"/>
                  </a:cubicBezTo>
                  <a:cubicBezTo>
                    <a:pt x="2524" y="2784"/>
                    <a:pt x="2360" y="2592"/>
                    <a:pt x="2196" y="2404"/>
                  </a:cubicBezTo>
                  <a:cubicBezTo>
                    <a:pt x="2032" y="2220"/>
                    <a:pt x="1864" y="2040"/>
                    <a:pt x="1696" y="1868"/>
                  </a:cubicBezTo>
                  <a:cubicBezTo>
                    <a:pt x="1528" y="1700"/>
                    <a:pt x="1364" y="1540"/>
                    <a:pt x="1204" y="1392"/>
                  </a:cubicBezTo>
                  <a:cubicBezTo>
                    <a:pt x="1044" y="1244"/>
                    <a:pt x="888" y="1112"/>
                    <a:pt x="748" y="988"/>
                  </a:cubicBezTo>
                  <a:cubicBezTo>
                    <a:pt x="624" y="872"/>
                    <a:pt x="508" y="752"/>
                    <a:pt x="400" y="620"/>
                  </a:cubicBezTo>
                  <a:cubicBezTo>
                    <a:pt x="316" y="516"/>
                    <a:pt x="240" y="412"/>
                    <a:pt x="168" y="300"/>
                  </a:cubicBezTo>
                  <a:cubicBezTo>
                    <a:pt x="112" y="208"/>
                    <a:pt x="68" y="132"/>
                    <a:pt x="44" y="80"/>
                  </a:cubicBezTo>
                  <a:cubicBezTo>
                    <a:pt x="16" y="24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89"/>
            <p:cNvSpPr/>
            <p:nvPr/>
          </p:nvSpPr>
          <p:spPr>
            <a:xfrm flipH="1">
              <a:off x="1958275" y="839459"/>
              <a:ext cx="182260" cy="509933"/>
            </a:xfrm>
            <a:custGeom>
              <a:avLst/>
              <a:gdLst/>
              <a:ahLst/>
              <a:cxnLst/>
              <a:rect l="l" t="t" r="r" b="b"/>
              <a:pathLst>
                <a:path w="1573" h="4401" extrusionOk="0">
                  <a:moveTo>
                    <a:pt x="1" y="0"/>
                  </a:moveTo>
                  <a:cubicBezTo>
                    <a:pt x="1" y="0"/>
                    <a:pt x="25" y="72"/>
                    <a:pt x="69" y="192"/>
                  </a:cubicBezTo>
                  <a:cubicBezTo>
                    <a:pt x="109" y="312"/>
                    <a:pt x="169" y="488"/>
                    <a:pt x="241" y="696"/>
                  </a:cubicBezTo>
                  <a:lnTo>
                    <a:pt x="357" y="1032"/>
                  </a:lnTo>
                  <a:cubicBezTo>
                    <a:pt x="397" y="1152"/>
                    <a:pt x="437" y="1280"/>
                    <a:pt x="481" y="1408"/>
                  </a:cubicBezTo>
                  <a:cubicBezTo>
                    <a:pt x="525" y="1540"/>
                    <a:pt x="565" y="1676"/>
                    <a:pt x="609" y="1812"/>
                  </a:cubicBezTo>
                  <a:cubicBezTo>
                    <a:pt x="653" y="1952"/>
                    <a:pt x="693" y="2092"/>
                    <a:pt x="737" y="2232"/>
                  </a:cubicBezTo>
                  <a:cubicBezTo>
                    <a:pt x="781" y="2372"/>
                    <a:pt x="821" y="2516"/>
                    <a:pt x="861" y="2652"/>
                  </a:cubicBezTo>
                  <a:lnTo>
                    <a:pt x="973" y="3064"/>
                  </a:lnTo>
                  <a:cubicBezTo>
                    <a:pt x="1009" y="3196"/>
                    <a:pt x="1045" y="3324"/>
                    <a:pt x="1081" y="3448"/>
                  </a:cubicBezTo>
                  <a:cubicBezTo>
                    <a:pt x="1113" y="3564"/>
                    <a:pt x="1157" y="3676"/>
                    <a:pt x="1209" y="3788"/>
                  </a:cubicBezTo>
                  <a:cubicBezTo>
                    <a:pt x="1261" y="3876"/>
                    <a:pt x="1317" y="3960"/>
                    <a:pt x="1385" y="4036"/>
                  </a:cubicBezTo>
                  <a:cubicBezTo>
                    <a:pt x="1437" y="4092"/>
                    <a:pt x="1481" y="4156"/>
                    <a:pt x="1517" y="4224"/>
                  </a:cubicBezTo>
                  <a:cubicBezTo>
                    <a:pt x="1541" y="4264"/>
                    <a:pt x="1561" y="4312"/>
                    <a:pt x="1569" y="4360"/>
                  </a:cubicBezTo>
                  <a:cubicBezTo>
                    <a:pt x="1573" y="4372"/>
                    <a:pt x="1573" y="4384"/>
                    <a:pt x="1573" y="4400"/>
                  </a:cubicBezTo>
                  <a:cubicBezTo>
                    <a:pt x="1573" y="4384"/>
                    <a:pt x="1573" y="4372"/>
                    <a:pt x="1573" y="4360"/>
                  </a:cubicBezTo>
                  <a:cubicBezTo>
                    <a:pt x="1569" y="4308"/>
                    <a:pt x="1557" y="4260"/>
                    <a:pt x="1537" y="4212"/>
                  </a:cubicBezTo>
                  <a:cubicBezTo>
                    <a:pt x="1505" y="4140"/>
                    <a:pt x="1465" y="4072"/>
                    <a:pt x="1421" y="4008"/>
                  </a:cubicBezTo>
                  <a:cubicBezTo>
                    <a:pt x="1365" y="3928"/>
                    <a:pt x="1313" y="3840"/>
                    <a:pt x="1273" y="3752"/>
                  </a:cubicBezTo>
                  <a:cubicBezTo>
                    <a:pt x="1185" y="3556"/>
                    <a:pt x="1145" y="3304"/>
                    <a:pt x="1081" y="3032"/>
                  </a:cubicBezTo>
                  <a:cubicBezTo>
                    <a:pt x="1045" y="2900"/>
                    <a:pt x="1013" y="2760"/>
                    <a:pt x="973" y="2620"/>
                  </a:cubicBezTo>
                  <a:cubicBezTo>
                    <a:pt x="937" y="2480"/>
                    <a:pt x="897" y="2336"/>
                    <a:pt x="853" y="2196"/>
                  </a:cubicBezTo>
                  <a:cubicBezTo>
                    <a:pt x="813" y="2052"/>
                    <a:pt x="769" y="1912"/>
                    <a:pt x="721" y="1776"/>
                  </a:cubicBezTo>
                  <a:cubicBezTo>
                    <a:pt x="677" y="1636"/>
                    <a:pt x="629" y="1504"/>
                    <a:pt x="581" y="1372"/>
                  </a:cubicBezTo>
                  <a:cubicBezTo>
                    <a:pt x="537" y="1240"/>
                    <a:pt x="485" y="1116"/>
                    <a:pt x="441" y="1000"/>
                  </a:cubicBezTo>
                  <a:cubicBezTo>
                    <a:pt x="393" y="880"/>
                    <a:pt x="349" y="768"/>
                    <a:pt x="305" y="668"/>
                  </a:cubicBezTo>
                  <a:cubicBezTo>
                    <a:pt x="221" y="464"/>
                    <a:pt x="141" y="296"/>
                    <a:pt x="85" y="180"/>
                  </a:cubicBezTo>
                  <a:cubicBezTo>
                    <a:pt x="33" y="64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89"/>
            <p:cNvSpPr/>
            <p:nvPr/>
          </p:nvSpPr>
          <p:spPr>
            <a:xfrm flipH="1">
              <a:off x="2879197" y="270202"/>
              <a:ext cx="716640" cy="594864"/>
            </a:xfrm>
            <a:custGeom>
              <a:avLst/>
              <a:gdLst/>
              <a:ahLst/>
              <a:cxnLst/>
              <a:rect l="l" t="t" r="r" b="b"/>
              <a:pathLst>
                <a:path w="6185" h="5134" extrusionOk="0">
                  <a:moveTo>
                    <a:pt x="5684" y="0"/>
                  </a:moveTo>
                  <a:cubicBezTo>
                    <a:pt x="5624" y="0"/>
                    <a:pt x="5564" y="8"/>
                    <a:pt x="5504" y="25"/>
                  </a:cubicBezTo>
                  <a:cubicBezTo>
                    <a:pt x="5372" y="65"/>
                    <a:pt x="5244" y="129"/>
                    <a:pt x="5136" y="217"/>
                  </a:cubicBezTo>
                  <a:cubicBezTo>
                    <a:pt x="5092" y="245"/>
                    <a:pt x="5056" y="281"/>
                    <a:pt x="5016" y="317"/>
                  </a:cubicBezTo>
                  <a:cubicBezTo>
                    <a:pt x="5016" y="313"/>
                    <a:pt x="5016" y="313"/>
                    <a:pt x="5016" y="309"/>
                  </a:cubicBezTo>
                  <a:cubicBezTo>
                    <a:pt x="5024" y="261"/>
                    <a:pt x="5020" y="213"/>
                    <a:pt x="5000" y="169"/>
                  </a:cubicBezTo>
                  <a:cubicBezTo>
                    <a:pt x="4968" y="109"/>
                    <a:pt x="4916" y="61"/>
                    <a:pt x="4856" y="37"/>
                  </a:cubicBezTo>
                  <a:cubicBezTo>
                    <a:pt x="4802" y="13"/>
                    <a:pt x="4743" y="4"/>
                    <a:pt x="4685" y="4"/>
                  </a:cubicBezTo>
                  <a:cubicBezTo>
                    <a:pt x="4674" y="4"/>
                    <a:pt x="4663" y="4"/>
                    <a:pt x="4652" y="5"/>
                  </a:cubicBezTo>
                  <a:lnTo>
                    <a:pt x="4620" y="5"/>
                  </a:lnTo>
                  <a:lnTo>
                    <a:pt x="4596" y="13"/>
                  </a:lnTo>
                  <a:lnTo>
                    <a:pt x="4548" y="25"/>
                  </a:lnTo>
                  <a:cubicBezTo>
                    <a:pt x="4512" y="37"/>
                    <a:pt x="4476" y="53"/>
                    <a:pt x="4444" y="69"/>
                  </a:cubicBezTo>
                  <a:cubicBezTo>
                    <a:pt x="4376" y="101"/>
                    <a:pt x="4312" y="137"/>
                    <a:pt x="4248" y="169"/>
                  </a:cubicBezTo>
                  <a:lnTo>
                    <a:pt x="4148" y="213"/>
                  </a:lnTo>
                  <a:cubicBezTo>
                    <a:pt x="4112" y="225"/>
                    <a:pt x="4076" y="241"/>
                    <a:pt x="4040" y="257"/>
                  </a:cubicBezTo>
                  <a:cubicBezTo>
                    <a:pt x="4004" y="269"/>
                    <a:pt x="3972" y="289"/>
                    <a:pt x="3936" y="305"/>
                  </a:cubicBezTo>
                  <a:cubicBezTo>
                    <a:pt x="3904" y="317"/>
                    <a:pt x="3872" y="341"/>
                    <a:pt x="3840" y="361"/>
                  </a:cubicBezTo>
                  <a:cubicBezTo>
                    <a:pt x="3780" y="401"/>
                    <a:pt x="3720" y="449"/>
                    <a:pt x="3664" y="497"/>
                  </a:cubicBezTo>
                  <a:cubicBezTo>
                    <a:pt x="3608" y="541"/>
                    <a:pt x="3560" y="593"/>
                    <a:pt x="3520" y="653"/>
                  </a:cubicBezTo>
                  <a:cubicBezTo>
                    <a:pt x="3500" y="681"/>
                    <a:pt x="3480" y="713"/>
                    <a:pt x="3464" y="745"/>
                  </a:cubicBezTo>
                  <a:cubicBezTo>
                    <a:pt x="3460" y="761"/>
                    <a:pt x="3452" y="773"/>
                    <a:pt x="3448" y="785"/>
                  </a:cubicBezTo>
                  <a:lnTo>
                    <a:pt x="3432" y="837"/>
                  </a:lnTo>
                  <a:cubicBezTo>
                    <a:pt x="3404" y="929"/>
                    <a:pt x="3404" y="1029"/>
                    <a:pt x="3424" y="1125"/>
                  </a:cubicBezTo>
                  <a:cubicBezTo>
                    <a:pt x="3424" y="1141"/>
                    <a:pt x="3428" y="1157"/>
                    <a:pt x="3432" y="1169"/>
                  </a:cubicBezTo>
                  <a:cubicBezTo>
                    <a:pt x="3408" y="1161"/>
                    <a:pt x="3380" y="1157"/>
                    <a:pt x="3352" y="1153"/>
                  </a:cubicBezTo>
                  <a:lnTo>
                    <a:pt x="3264" y="1133"/>
                  </a:lnTo>
                  <a:lnTo>
                    <a:pt x="3168" y="1125"/>
                  </a:lnTo>
                  <a:cubicBezTo>
                    <a:pt x="3140" y="1121"/>
                    <a:pt x="3108" y="1121"/>
                    <a:pt x="3076" y="1121"/>
                  </a:cubicBezTo>
                  <a:lnTo>
                    <a:pt x="2984" y="1121"/>
                  </a:lnTo>
                  <a:cubicBezTo>
                    <a:pt x="2920" y="1129"/>
                    <a:pt x="2860" y="1129"/>
                    <a:pt x="2796" y="1141"/>
                  </a:cubicBezTo>
                  <a:cubicBezTo>
                    <a:pt x="2680" y="1157"/>
                    <a:pt x="2564" y="1185"/>
                    <a:pt x="2456" y="1221"/>
                  </a:cubicBezTo>
                  <a:cubicBezTo>
                    <a:pt x="2452" y="1209"/>
                    <a:pt x="2444" y="1197"/>
                    <a:pt x="2440" y="1185"/>
                  </a:cubicBezTo>
                  <a:cubicBezTo>
                    <a:pt x="2428" y="1169"/>
                    <a:pt x="2420" y="1157"/>
                    <a:pt x="2408" y="1141"/>
                  </a:cubicBezTo>
                  <a:cubicBezTo>
                    <a:pt x="2376" y="1105"/>
                    <a:pt x="2336" y="1073"/>
                    <a:pt x="2292" y="1049"/>
                  </a:cubicBezTo>
                  <a:cubicBezTo>
                    <a:pt x="2232" y="1021"/>
                    <a:pt x="2168" y="1005"/>
                    <a:pt x="2100" y="1005"/>
                  </a:cubicBezTo>
                  <a:cubicBezTo>
                    <a:pt x="2060" y="1005"/>
                    <a:pt x="2020" y="1009"/>
                    <a:pt x="1984" y="1017"/>
                  </a:cubicBezTo>
                  <a:cubicBezTo>
                    <a:pt x="1940" y="1029"/>
                    <a:pt x="1896" y="1049"/>
                    <a:pt x="1860" y="1073"/>
                  </a:cubicBezTo>
                  <a:lnTo>
                    <a:pt x="1836" y="1089"/>
                  </a:lnTo>
                  <a:lnTo>
                    <a:pt x="1832" y="1093"/>
                  </a:lnTo>
                  <a:lnTo>
                    <a:pt x="1824" y="1101"/>
                  </a:lnTo>
                  <a:lnTo>
                    <a:pt x="1820" y="1101"/>
                  </a:lnTo>
                  <a:cubicBezTo>
                    <a:pt x="1816" y="1101"/>
                    <a:pt x="1812" y="1105"/>
                    <a:pt x="1808" y="1109"/>
                  </a:cubicBezTo>
                  <a:lnTo>
                    <a:pt x="1788" y="1117"/>
                  </a:lnTo>
                  <a:cubicBezTo>
                    <a:pt x="1764" y="1129"/>
                    <a:pt x="1732" y="1145"/>
                    <a:pt x="1696" y="1157"/>
                  </a:cubicBezTo>
                  <a:lnTo>
                    <a:pt x="1480" y="1241"/>
                  </a:lnTo>
                  <a:cubicBezTo>
                    <a:pt x="1400" y="1273"/>
                    <a:pt x="1324" y="1309"/>
                    <a:pt x="1252" y="1353"/>
                  </a:cubicBezTo>
                  <a:cubicBezTo>
                    <a:pt x="1180" y="1397"/>
                    <a:pt x="1108" y="1437"/>
                    <a:pt x="1040" y="1485"/>
                  </a:cubicBezTo>
                  <a:cubicBezTo>
                    <a:pt x="1020" y="1493"/>
                    <a:pt x="1004" y="1505"/>
                    <a:pt x="988" y="1517"/>
                  </a:cubicBezTo>
                  <a:cubicBezTo>
                    <a:pt x="972" y="1529"/>
                    <a:pt x="952" y="1541"/>
                    <a:pt x="940" y="1553"/>
                  </a:cubicBezTo>
                  <a:lnTo>
                    <a:pt x="888" y="1593"/>
                  </a:lnTo>
                  <a:lnTo>
                    <a:pt x="844" y="1633"/>
                  </a:lnTo>
                  <a:cubicBezTo>
                    <a:pt x="784" y="1697"/>
                    <a:pt x="740" y="1773"/>
                    <a:pt x="724" y="1857"/>
                  </a:cubicBezTo>
                  <a:cubicBezTo>
                    <a:pt x="712" y="1933"/>
                    <a:pt x="716" y="2005"/>
                    <a:pt x="732" y="2081"/>
                  </a:cubicBezTo>
                  <a:cubicBezTo>
                    <a:pt x="748" y="2141"/>
                    <a:pt x="768" y="2197"/>
                    <a:pt x="796" y="2253"/>
                  </a:cubicBezTo>
                  <a:cubicBezTo>
                    <a:pt x="786" y="2253"/>
                    <a:pt x="776" y="2252"/>
                    <a:pt x="766" y="2252"/>
                  </a:cubicBezTo>
                  <a:cubicBezTo>
                    <a:pt x="696" y="2252"/>
                    <a:pt x="627" y="2265"/>
                    <a:pt x="560" y="2289"/>
                  </a:cubicBezTo>
                  <a:cubicBezTo>
                    <a:pt x="492" y="2317"/>
                    <a:pt x="424" y="2349"/>
                    <a:pt x="360" y="2389"/>
                  </a:cubicBezTo>
                  <a:cubicBezTo>
                    <a:pt x="300" y="2429"/>
                    <a:pt x="240" y="2477"/>
                    <a:pt x="184" y="2525"/>
                  </a:cubicBezTo>
                  <a:cubicBezTo>
                    <a:pt x="124" y="2577"/>
                    <a:pt x="72" y="2637"/>
                    <a:pt x="32" y="2701"/>
                  </a:cubicBezTo>
                  <a:cubicBezTo>
                    <a:pt x="28" y="2709"/>
                    <a:pt x="24" y="2717"/>
                    <a:pt x="20" y="2725"/>
                  </a:cubicBezTo>
                  <a:lnTo>
                    <a:pt x="16" y="2733"/>
                  </a:lnTo>
                  <a:cubicBezTo>
                    <a:pt x="16" y="2737"/>
                    <a:pt x="16" y="2737"/>
                    <a:pt x="12" y="2741"/>
                  </a:cubicBezTo>
                  <a:lnTo>
                    <a:pt x="8" y="2761"/>
                  </a:lnTo>
                  <a:cubicBezTo>
                    <a:pt x="0" y="2781"/>
                    <a:pt x="0" y="2805"/>
                    <a:pt x="0" y="2829"/>
                  </a:cubicBezTo>
                  <a:cubicBezTo>
                    <a:pt x="8" y="2873"/>
                    <a:pt x="20" y="2913"/>
                    <a:pt x="44" y="2949"/>
                  </a:cubicBezTo>
                  <a:cubicBezTo>
                    <a:pt x="80" y="3013"/>
                    <a:pt x="124" y="3069"/>
                    <a:pt x="180" y="3121"/>
                  </a:cubicBezTo>
                  <a:cubicBezTo>
                    <a:pt x="280" y="3221"/>
                    <a:pt x="396" y="3305"/>
                    <a:pt x="516" y="3381"/>
                  </a:cubicBezTo>
                  <a:cubicBezTo>
                    <a:pt x="752" y="3525"/>
                    <a:pt x="1000" y="3645"/>
                    <a:pt x="1260" y="3741"/>
                  </a:cubicBezTo>
                  <a:cubicBezTo>
                    <a:pt x="1384" y="3789"/>
                    <a:pt x="1512" y="3829"/>
                    <a:pt x="1640" y="3865"/>
                  </a:cubicBezTo>
                  <a:cubicBezTo>
                    <a:pt x="1760" y="3893"/>
                    <a:pt x="1884" y="3917"/>
                    <a:pt x="2012" y="3937"/>
                  </a:cubicBezTo>
                  <a:lnTo>
                    <a:pt x="2004" y="3941"/>
                  </a:lnTo>
                  <a:cubicBezTo>
                    <a:pt x="2036" y="4005"/>
                    <a:pt x="2088" y="4057"/>
                    <a:pt x="2148" y="4101"/>
                  </a:cubicBezTo>
                  <a:cubicBezTo>
                    <a:pt x="2176" y="4121"/>
                    <a:pt x="2208" y="4137"/>
                    <a:pt x="2240" y="4153"/>
                  </a:cubicBezTo>
                  <a:cubicBezTo>
                    <a:pt x="2276" y="4169"/>
                    <a:pt x="2308" y="4185"/>
                    <a:pt x="2340" y="4193"/>
                  </a:cubicBezTo>
                  <a:cubicBezTo>
                    <a:pt x="2376" y="4205"/>
                    <a:pt x="2412" y="4213"/>
                    <a:pt x="2448" y="4221"/>
                  </a:cubicBezTo>
                  <a:cubicBezTo>
                    <a:pt x="2484" y="4225"/>
                    <a:pt x="2520" y="4229"/>
                    <a:pt x="2556" y="4233"/>
                  </a:cubicBezTo>
                  <a:cubicBezTo>
                    <a:pt x="2592" y="4237"/>
                    <a:pt x="2628" y="4237"/>
                    <a:pt x="2664" y="4237"/>
                  </a:cubicBezTo>
                  <a:cubicBezTo>
                    <a:pt x="2700" y="4237"/>
                    <a:pt x="2736" y="4237"/>
                    <a:pt x="2768" y="4233"/>
                  </a:cubicBezTo>
                  <a:cubicBezTo>
                    <a:pt x="2908" y="4229"/>
                    <a:pt x="3044" y="4217"/>
                    <a:pt x="3184" y="4205"/>
                  </a:cubicBezTo>
                  <a:cubicBezTo>
                    <a:pt x="3312" y="4193"/>
                    <a:pt x="3440" y="4173"/>
                    <a:pt x="3564" y="4149"/>
                  </a:cubicBezTo>
                  <a:cubicBezTo>
                    <a:pt x="3584" y="4161"/>
                    <a:pt x="3600" y="4173"/>
                    <a:pt x="3616" y="4189"/>
                  </a:cubicBezTo>
                  <a:lnTo>
                    <a:pt x="3696" y="4249"/>
                  </a:lnTo>
                  <a:cubicBezTo>
                    <a:pt x="3752" y="4293"/>
                    <a:pt x="3804" y="4337"/>
                    <a:pt x="3852" y="4381"/>
                  </a:cubicBezTo>
                  <a:cubicBezTo>
                    <a:pt x="3904" y="4429"/>
                    <a:pt x="3952" y="4477"/>
                    <a:pt x="4000" y="4525"/>
                  </a:cubicBezTo>
                  <a:cubicBezTo>
                    <a:pt x="4024" y="4553"/>
                    <a:pt x="4048" y="4577"/>
                    <a:pt x="4068" y="4601"/>
                  </a:cubicBezTo>
                  <a:cubicBezTo>
                    <a:pt x="4092" y="4629"/>
                    <a:pt x="4116" y="4657"/>
                    <a:pt x="4140" y="4681"/>
                  </a:cubicBezTo>
                  <a:cubicBezTo>
                    <a:pt x="4160" y="4705"/>
                    <a:pt x="4188" y="4729"/>
                    <a:pt x="4216" y="4757"/>
                  </a:cubicBezTo>
                  <a:cubicBezTo>
                    <a:pt x="4240" y="4781"/>
                    <a:pt x="4268" y="4805"/>
                    <a:pt x="4296" y="4825"/>
                  </a:cubicBezTo>
                  <a:cubicBezTo>
                    <a:pt x="4324" y="4845"/>
                    <a:pt x="4352" y="4869"/>
                    <a:pt x="4380" y="4889"/>
                  </a:cubicBezTo>
                  <a:cubicBezTo>
                    <a:pt x="4412" y="4909"/>
                    <a:pt x="4440" y="4925"/>
                    <a:pt x="4472" y="4945"/>
                  </a:cubicBezTo>
                  <a:cubicBezTo>
                    <a:pt x="4532" y="4981"/>
                    <a:pt x="4592" y="5013"/>
                    <a:pt x="4660" y="5045"/>
                  </a:cubicBezTo>
                  <a:cubicBezTo>
                    <a:pt x="4688" y="5061"/>
                    <a:pt x="4724" y="5073"/>
                    <a:pt x="4760" y="5089"/>
                  </a:cubicBezTo>
                  <a:cubicBezTo>
                    <a:pt x="4792" y="5101"/>
                    <a:pt x="4824" y="5113"/>
                    <a:pt x="4860" y="5125"/>
                  </a:cubicBezTo>
                  <a:lnTo>
                    <a:pt x="4884" y="5133"/>
                  </a:lnTo>
                  <a:lnTo>
                    <a:pt x="4908" y="5117"/>
                  </a:lnTo>
                  <a:cubicBezTo>
                    <a:pt x="4940" y="5101"/>
                    <a:pt x="4968" y="5081"/>
                    <a:pt x="4996" y="5065"/>
                  </a:cubicBezTo>
                  <a:cubicBezTo>
                    <a:pt x="5024" y="5045"/>
                    <a:pt x="5052" y="5025"/>
                    <a:pt x="5080" y="5001"/>
                  </a:cubicBezTo>
                  <a:cubicBezTo>
                    <a:pt x="5092" y="4993"/>
                    <a:pt x="5108" y="4977"/>
                    <a:pt x="5120" y="4965"/>
                  </a:cubicBezTo>
                  <a:cubicBezTo>
                    <a:pt x="5136" y="4953"/>
                    <a:pt x="5148" y="4937"/>
                    <a:pt x="5160" y="4925"/>
                  </a:cubicBezTo>
                  <a:cubicBezTo>
                    <a:pt x="5168" y="4913"/>
                    <a:pt x="5176" y="4905"/>
                    <a:pt x="5180" y="4897"/>
                  </a:cubicBezTo>
                  <a:cubicBezTo>
                    <a:pt x="5188" y="4885"/>
                    <a:pt x="5192" y="4873"/>
                    <a:pt x="5196" y="4861"/>
                  </a:cubicBezTo>
                  <a:cubicBezTo>
                    <a:pt x="5204" y="4845"/>
                    <a:pt x="5208" y="4825"/>
                    <a:pt x="5204" y="4809"/>
                  </a:cubicBezTo>
                  <a:cubicBezTo>
                    <a:pt x="5204" y="4785"/>
                    <a:pt x="5200" y="4765"/>
                    <a:pt x="5188" y="4745"/>
                  </a:cubicBezTo>
                  <a:lnTo>
                    <a:pt x="5176" y="4725"/>
                  </a:lnTo>
                  <a:lnTo>
                    <a:pt x="5148" y="4713"/>
                  </a:lnTo>
                  <a:cubicBezTo>
                    <a:pt x="5100" y="4693"/>
                    <a:pt x="5052" y="4669"/>
                    <a:pt x="5004" y="4645"/>
                  </a:cubicBezTo>
                  <a:cubicBezTo>
                    <a:pt x="4956" y="4621"/>
                    <a:pt x="4908" y="4597"/>
                    <a:pt x="4864" y="4569"/>
                  </a:cubicBezTo>
                  <a:cubicBezTo>
                    <a:pt x="4816" y="4545"/>
                    <a:pt x="4772" y="4517"/>
                    <a:pt x="4728" y="4485"/>
                  </a:cubicBezTo>
                  <a:cubicBezTo>
                    <a:pt x="4684" y="4457"/>
                    <a:pt x="4644" y="4429"/>
                    <a:pt x="4608" y="4397"/>
                  </a:cubicBezTo>
                  <a:cubicBezTo>
                    <a:pt x="4572" y="4365"/>
                    <a:pt x="4540" y="4333"/>
                    <a:pt x="4508" y="4297"/>
                  </a:cubicBezTo>
                  <a:cubicBezTo>
                    <a:pt x="4504" y="4285"/>
                    <a:pt x="4500" y="4277"/>
                    <a:pt x="4496" y="4269"/>
                  </a:cubicBezTo>
                  <a:cubicBezTo>
                    <a:pt x="4488" y="4261"/>
                    <a:pt x="4484" y="4253"/>
                    <a:pt x="4484" y="4245"/>
                  </a:cubicBezTo>
                  <a:cubicBezTo>
                    <a:pt x="4480" y="4241"/>
                    <a:pt x="4480" y="4233"/>
                    <a:pt x="4476" y="4225"/>
                  </a:cubicBezTo>
                  <a:lnTo>
                    <a:pt x="4476" y="4217"/>
                  </a:lnTo>
                  <a:lnTo>
                    <a:pt x="4476" y="4209"/>
                  </a:lnTo>
                  <a:lnTo>
                    <a:pt x="4480" y="4197"/>
                  </a:lnTo>
                  <a:cubicBezTo>
                    <a:pt x="4484" y="4185"/>
                    <a:pt x="4484" y="4177"/>
                    <a:pt x="4492" y="4169"/>
                  </a:cubicBezTo>
                  <a:cubicBezTo>
                    <a:pt x="4500" y="4149"/>
                    <a:pt x="4508" y="4125"/>
                    <a:pt x="4524" y="4109"/>
                  </a:cubicBezTo>
                  <a:cubicBezTo>
                    <a:pt x="4548" y="4065"/>
                    <a:pt x="4576" y="4021"/>
                    <a:pt x="4612" y="3981"/>
                  </a:cubicBezTo>
                  <a:cubicBezTo>
                    <a:pt x="4740" y="3813"/>
                    <a:pt x="4888" y="3649"/>
                    <a:pt x="5024" y="3469"/>
                  </a:cubicBezTo>
                  <a:cubicBezTo>
                    <a:pt x="5092" y="3381"/>
                    <a:pt x="5156" y="3289"/>
                    <a:pt x="5212" y="3189"/>
                  </a:cubicBezTo>
                  <a:cubicBezTo>
                    <a:pt x="5240" y="3141"/>
                    <a:pt x="5264" y="3085"/>
                    <a:pt x="5280" y="3029"/>
                  </a:cubicBezTo>
                  <a:cubicBezTo>
                    <a:pt x="5300" y="2973"/>
                    <a:pt x="5296" y="2909"/>
                    <a:pt x="5268" y="2857"/>
                  </a:cubicBezTo>
                  <a:lnTo>
                    <a:pt x="5260" y="2861"/>
                  </a:lnTo>
                  <a:cubicBezTo>
                    <a:pt x="5324" y="2801"/>
                    <a:pt x="5388" y="2741"/>
                    <a:pt x="5448" y="2673"/>
                  </a:cubicBezTo>
                  <a:cubicBezTo>
                    <a:pt x="5540" y="2569"/>
                    <a:pt x="5628" y="2461"/>
                    <a:pt x="5704" y="2349"/>
                  </a:cubicBezTo>
                  <a:cubicBezTo>
                    <a:pt x="5740" y="2297"/>
                    <a:pt x="5772" y="2245"/>
                    <a:pt x="5804" y="2193"/>
                  </a:cubicBezTo>
                  <a:cubicBezTo>
                    <a:pt x="5840" y="2141"/>
                    <a:pt x="5864" y="2081"/>
                    <a:pt x="5892" y="2025"/>
                  </a:cubicBezTo>
                  <a:cubicBezTo>
                    <a:pt x="5924" y="1969"/>
                    <a:pt x="5948" y="1909"/>
                    <a:pt x="5972" y="1849"/>
                  </a:cubicBezTo>
                  <a:lnTo>
                    <a:pt x="6008" y="1757"/>
                  </a:lnTo>
                  <a:cubicBezTo>
                    <a:pt x="6020" y="1725"/>
                    <a:pt x="6028" y="1697"/>
                    <a:pt x="6040" y="1665"/>
                  </a:cubicBezTo>
                  <a:cubicBezTo>
                    <a:pt x="6120" y="1405"/>
                    <a:pt x="6168" y="1133"/>
                    <a:pt x="6180" y="865"/>
                  </a:cubicBezTo>
                  <a:cubicBezTo>
                    <a:pt x="6180" y="793"/>
                    <a:pt x="6184" y="725"/>
                    <a:pt x="6180" y="657"/>
                  </a:cubicBezTo>
                  <a:lnTo>
                    <a:pt x="6180" y="557"/>
                  </a:lnTo>
                  <a:cubicBezTo>
                    <a:pt x="6176" y="517"/>
                    <a:pt x="6172" y="485"/>
                    <a:pt x="6168" y="445"/>
                  </a:cubicBezTo>
                  <a:cubicBezTo>
                    <a:pt x="6156" y="373"/>
                    <a:pt x="6132" y="301"/>
                    <a:pt x="6096" y="233"/>
                  </a:cubicBezTo>
                  <a:cubicBezTo>
                    <a:pt x="6056" y="161"/>
                    <a:pt x="6004" y="105"/>
                    <a:pt x="5936" y="65"/>
                  </a:cubicBezTo>
                  <a:cubicBezTo>
                    <a:pt x="5868" y="25"/>
                    <a:pt x="5796" y="1"/>
                    <a:pt x="5720" y="1"/>
                  </a:cubicBezTo>
                  <a:cubicBezTo>
                    <a:pt x="5708" y="0"/>
                    <a:pt x="5696" y="0"/>
                    <a:pt x="56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89"/>
            <p:cNvSpPr/>
            <p:nvPr/>
          </p:nvSpPr>
          <p:spPr>
            <a:xfrm flipH="1">
              <a:off x="2964937" y="310639"/>
              <a:ext cx="96518" cy="263830"/>
            </a:xfrm>
            <a:custGeom>
              <a:avLst/>
              <a:gdLst/>
              <a:ahLst/>
              <a:cxnLst/>
              <a:rect l="l" t="t" r="r" b="b"/>
              <a:pathLst>
                <a:path w="833" h="2277" extrusionOk="0">
                  <a:moveTo>
                    <a:pt x="591" y="1903"/>
                  </a:moveTo>
                  <a:lnTo>
                    <a:pt x="591" y="1903"/>
                  </a:lnTo>
                  <a:cubicBezTo>
                    <a:pt x="590" y="1905"/>
                    <a:pt x="589" y="1907"/>
                    <a:pt x="588" y="1908"/>
                  </a:cubicBezTo>
                  <a:cubicBezTo>
                    <a:pt x="589" y="1907"/>
                    <a:pt x="590" y="1905"/>
                    <a:pt x="591" y="1903"/>
                  </a:cubicBezTo>
                  <a:close/>
                  <a:moveTo>
                    <a:pt x="648" y="0"/>
                  </a:moveTo>
                  <a:cubicBezTo>
                    <a:pt x="436" y="152"/>
                    <a:pt x="340" y="424"/>
                    <a:pt x="312" y="684"/>
                  </a:cubicBezTo>
                  <a:cubicBezTo>
                    <a:pt x="288" y="944"/>
                    <a:pt x="316" y="1208"/>
                    <a:pt x="292" y="1468"/>
                  </a:cubicBezTo>
                  <a:cubicBezTo>
                    <a:pt x="264" y="1748"/>
                    <a:pt x="172" y="2016"/>
                    <a:pt x="24" y="2256"/>
                  </a:cubicBezTo>
                  <a:lnTo>
                    <a:pt x="0" y="2276"/>
                  </a:lnTo>
                  <a:cubicBezTo>
                    <a:pt x="144" y="2220"/>
                    <a:pt x="248" y="2096"/>
                    <a:pt x="288" y="1948"/>
                  </a:cubicBezTo>
                  <a:cubicBezTo>
                    <a:pt x="332" y="1992"/>
                    <a:pt x="348" y="2060"/>
                    <a:pt x="332" y="2120"/>
                  </a:cubicBezTo>
                  <a:cubicBezTo>
                    <a:pt x="412" y="1940"/>
                    <a:pt x="496" y="1764"/>
                    <a:pt x="580" y="1584"/>
                  </a:cubicBezTo>
                  <a:cubicBezTo>
                    <a:pt x="632" y="1683"/>
                    <a:pt x="636" y="1800"/>
                    <a:pt x="591" y="1903"/>
                  </a:cubicBezTo>
                  <a:lnTo>
                    <a:pt x="591" y="1903"/>
                  </a:lnTo>
                  <a:cubicBezTo>
                    <a:pt x="686" y="1693"/>
                    <a:pt x="781" y="1478"/>
                    <a:pt x="812" y="1248"/>
                  </a:cubicBezTo>
                  <a:cubicBezTo>
                    <a:pt x="828" y="1116"/>
                    <a:pt x="832" y="984"/>
                    <a:pt x="824" y="848"/>
                  </a:cubicBezTo>
                  <a:lnTo>
                    <a:pt x="804" y="120"/>
                  </a:lnTo>
                  <a:cubicBezTo>
                    <a:pt x="804" y="288"/>
                    <a:pt x="788" y="456"/>
                    <a:pt x="760" y="616"/>
                  </a:cubicBezTo>
                  <a:lnTo>
                    <a:pt x="6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89"/>
            <p:cNvSpPr/>
            <p:nvPr/>
          </p:nvSpPr>
          <p:spPr>
            <a:xfrm flipH="1">
              <a:off x="2907002" y="298126"/>
              <a:ext cx="55732" cy="198481"/>
            </a:xfrm>
            <a:custGeom>
              <a:avLst/>
              <a:gdLst/>
              <a:ahLst/>
              <a:cxnLst/>
              <a:rect l="l" t="t" r="r" b="b"/>
              <a:pathLst>
                <a:path w="481" h="1713" extrusionOk="0">
                  <a:moveTo>
                    <a:pt x="24" y="48"/>
                  </a:moveTo>
                  <a:lnTo>
                    <a:pt x="0" y="76"/>
                  </a:lnTo>
                  <a:cubicBezTo>
                    <a:pt x="14" y="80"/>
                    <a:pt x="27" y="85"/>
                    <a:pt x="40" y="91"/>
                  </a:cubicBezTo>
                  <a:lnTo>
                    <a:pt x="40" y="91"/>
                  </a:lnTo>
                  <a:cubicBezTo>
                    <a:pt x="35" y="77"/>
                    <a:pt x="30" y="62"/>
                    <a:pt x="24" y="48"/>
                  </a:cubicBezTo>
                  <a:close/>
                  <a:moveTo>
                    <a:pt x="219" y="0"/>
                  </a:moveTo>
                  <a:cubicBezTo>
                    <a:pt x="206" y="0"/>
                    <a:pt x="193" y="4"/>
                    <a:pt x="180" y="12"/>
                  </a:cubicBezTo>
                  <a:cubicBezTo>
                    <a:pt x="260" y="88"/>
                    <a:pt x="288" y="204"/>
                    <a:pt x="256" y="312"/>
                  </a:cubicBezTo>
                  <a:cubicBezTo>
                    <a:pt x="214" y="210"/>
                    <a:pt x="138" y="132"/>
                    <a:pt x="40" y="91"/>
                  </a:cubicBezTo>
                  <a:lnTo>
                    <a:pt x="40" y="91"/>
                  </a:lnTo>
                  <a:cubicBezTo>
                    <a:pt x="115" y="289"/>
                    <a:pt x="189" y="492"/>
                    <a:pt x="192" y="708"/>
                  </a:cubicBezTo>
                  <a:cubicBezTo>
                    <a:pt x="192" y="776"/>
                    <a:pt x="188" y="844"/>
                    <a:pt x="184" y="912"/>
                  </a:cubicBezTo>
                  <a:cubicBezTo>
                    <a:pt x="160" y="1180"/>
                    <a:pt x="136" y="1444"/>
                    <a:pt x="108" y="1712"/>
                  </a:cubicBezTo>
                  <a:cubicBezTo>
                    <a:pt x="272" y="1464"/>
                    <a:pt x="384" y="1188"/>
                    <a:pt x="436" y="896"/>
                  </a:cubicBezTo>
                  <a:cubicBezTo>
                    <a:pt x="480" y="628"/>
                    <a:pt x="472" y="340"/>
                    <a:pt x="344" y="100"/>
                  </a:cubicBezTo>
                  <a:cubicBezTo>
                    <a:pt x="319" y="53"/>
                    <a:pt x="269" y="0"/>
                    <a:pt x="2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89"/>
            <p:cNvSpPr/>
            <p:nvPr/>
          </p:nvSpPr>
          <p:spPr>
            <a:xfrm flipH="1">
              <a:off x="3137349" y="430099"/>
              <a:ext cx="245755" cy="223624"/>
            </a:xfrm>
            <a:custGeom>
              <a:avLst/>
              <a:gdLst/>
              <a:ahLst/>
              <a:cxnLst/>
              <a:rect l="l" t="t" r="r" b="b"/>
              <a:pathLst>
                <a:path w="2121" h="1930" extrusionOk="0">
                  <a:moveTo>
                    <a:pt x="1155" y="0"/>
                  </a:moveTo>
                  <a:cubicBezTo>
                    <a:pt x="904" y="0"/>
                    <a:pt x="658" y="116"/>
                    <a:pt x="432" y="237"/>
                  </a:cubicBezTo>
                  <a:cubicBezTo>
                    <a:pt x="372" y="261"/>
                    <a:pt x="324" y="305"/>
                    <a:pt x="300" y="365"/>
                  </a:cubicBezTo>
                  <a:cubicBezTo>
                    <a:pt x="288" y="401"/>
                    <a:pt x="288" y="441"/>
                    <a:pt x="300" y="481"/>
                  </a:cubicBezTo>
                  <a:cubicBezTo>
                    <a:pt x="328" y="617"/>
                    <a:pt x="376" y="745"/>
                    <a:pt x="448" y="865"/>
                  </a:cubicBezTo>
                  <a:cubicBezTo>
                    <a:pt x="304" y="841"/>
                    <a:pt x="176" y="765"/>
                    <a:pt x="76" y="661"/>
                  </a:cubicBezTo>
                  <a:lnTo>
                    <a:pt x="76" y="661"/>
                  </a:lnTo>
                  <a:cubicBezTo>
                    <a:pt x="0" y="869"/>
                    <a:pt x="120" y="1097"/>
                    <a:pt x="240" y="1289"/>
                  </a:cubicBezTo>
                  <a:cubicBezTo>
                    <a:pt x="316" y="1429"/>
                    <a:pt x="412" y="1565"/>
                    <a:pt x="520" y="1685"/>
                  </a:cubicBezTo>
                  <a:cubicBezTo>
                    <a:pt x="628" y="1809"/>
                    <a:pt x="772" y="1893"/>
                    <a:pt x="932" y="1929"/>
                  </a:cubicBezTo>
                  <a:cubicBezTo>
                    <a:pt x="808" y="1785"/>
                    <a:pt x="684" y="1645"/>
                    <a:pt x="560" y="1505"/>
                  </a:cubicBezTo>
                  <a:cubicBezTo>
                    <a:pt x="452" y="1385"/>
                    <a:pt x="344" y="1261"/>
                    <a:pt x="288" y="1105"/>
                  </a:cubicBezTo>
                  <a:cubicBezTo>
                    <a:pt x="268" y="1061"/>
                    <a:pt x="272" y="989"/>
                    <a:pt x="320" y="985"/>
                  </a:cubicBezTo>
                  <a:cubicBezTo>
                    <a:pt x="344" y="985"/>
                    <a:pt x="364" y="993"/>
                    <a:pt x="380" y="1009"/>
                  </a:cubicBezTo>
                  <a:cubicBezTo>
                    <a:pt x="684" y="1261"/>
                    <a:pt x="968" y="1581"/>
                    <a:pt x="1360" y="1653"/>
                  </a:cubicBezTo>
                  <a:cubicBezTo>
                    <a:pt x="1292" y="1569"/>
                    <a:pt x="1244" y="1473"/>
                    <a:pt x="1216" y="1373"/>
                  </a:cubicBezTo>
                  <a:lnTo>
                    <a:pt x="1216" y="1373"/>
                  </a:lnTo>
                  <a:lnTo>
                    <a:pt x="1476" y="1609"/>
                  </a:lnTo>
                  <a:cubicBezTo>
                    <a:pt x="1252" y="1293"/>
                    <a:pt x="1200" y="889"/>
                    <a:pt x="1152" y="509"/>
                  </a:cubicBezTo>
                  <a:cubicBezTo>
                    <a:pt x="1140" y="433"/>
                    <a:pt x="1136" y="357"/>
                    <a:pt x="1136" y="281"/>
                  </a:cubicBezTo>
                  <a:lnTo>
                    <a:pt x="1136" y="281"/>
                  </a:lnTo>
                  <a:cubicBezTo>
                    <a:pt x="1340" y="609"/>
                    <a:pt x="1500" y="961"/>
                    <a:pt x="1608" y="1329"/>
                  </a:cubicBezTo>
                  <a:cubicBezTo>
                    <a:pt x="1676" y="1197"/>
                    <a:pt x="1696" y="1045"/>
                    <a:pt x="1660" y="901"/>
                  </a:cubicBezTo>
                  <a:lnTo>
                    <a:pt x="1660" y="901"/>
                  </a:lnTo>
                  <a:cubicBezTo>
                    <a:pt x="1696" y="1005"/>
                    <a:pt x="1752" y="1105"/>
                    <a:pt x="1820" y="1193"/>
                  </a:cubicBezTo>
                  <a:cubicBezTo>
                    <a:pt x="1887" y="1275"/>
                    <a:pt x="1986" y="1326"/>
                    <a:pt x="2090" y="1326"/>
                  </a:cubicBezTo>
                  <a:cubicBezTo>
                    <a:pt x="2097" y="1326"/>
                    <a:pt x="2105" y="1326"/>
                    <a:pt x="2112" y="1325"/>
                  </a:cubicBezTo>
                  <a:lnTo>
                    <a:pt x="2096" y="1297"/>
                  </a:lnTo>
                  <a:cubicBezTo>
                    <a:pt x="2120" y="1157"/>
                    <a:pt x="2108" y="1009"/>
                    <a:pt x="2060" y="869"/>
                  </a:cubicBezTo>
                  <a:cubicBezTo>
                    <a:pt x="2008" y="673"/>
                    <a:pt x="1920" y="493"/>
                    <a:pt x="1796" y="333"/>
                  </a:cubicBezTo>
                  <a:cubicBezTo>
                    <a:pt x="1672" y="173"/>
                    <a:pt x="1492" y="57"/>
                    <a:pt x="1296" y="13"/>
                  </a:cubicBezTo>
                  <a:cubicBezTo>
                    <a:pt x="1249" y="4"/>
                    <a:pt x="1202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89"/>
            <p:cNvSpPr/>
            <p:nvPr/>
          </p:nvSpPr>
          <p:spPr>
            <a:xfrm flipH="1">
              <a:off x="3412188" y="566475"/>
              <a:ext cx="153988" cy="108104"/>
            </a:xfrm>
            <a:custGeom>
              <a:avLst/>
              <a:gdLst/>
              <a:ahLst/>
              <a:cxnLst/>
              <a:rect l="l" t="t" r="r" b="b"/>
              <a:pathLst>
                <a:path w="1329" h="933" extrusionOk="0">
                  <a:moveTo>
                    <a:pt x="444" y="0"/>
                  </a:moveTo>
                  <a:cubicBezTo>
                    <a:pt x="416" y="0"/>
                    <a:pt x="392" y="12"/>
                    <a:pt x="372" y="28"/>
                  </a:cubicBezTo>
                  <a:lnTo>
                    <a:pt x="56" y="220"/>
                  </a:lnTo>
                  <a:cubicBezTo>
                    <a:pt x="32" y="232"/>
                    <a:pt x="12" y="252"/>
                    <a:pt x="4" y="276"/>
                  </a:cubicBezTo>
                  <a:cubicBezTo>
                    <a:pt x="0" y="300"/>
                    <a:pt x="4" y="324"/>
                    <a:pt x="20" y="344"/>
                  </a:cubicBezTo>
                  <a:cubicBezTo>
                    <a:pt x="80" y="480"/>
                    <a:pt x="144" y="616"/>
                    <a:pt x="256" y="712"/>
                  </a:cubicBezTo>
                  <a:cubicBezTo>
                    <a:pt x="352" y="780"/>
                    <a:pt x="460" y="836"/>
                    <a:pt x="572" y="868"/>
                  </a:cubicBezTo>
                  <a:lnTo>
                    <a:pt x="691" y="912"/>
                  </a:lnTo>
                  <a:lnTo>
                    <a:pt x="691" y="912"/>
                  </a:lnTo>
                  <a:cubicBezTo>
                    <a:pt x="479" y="826"/>
                    <a:pt x="304" y="667"/>
                    <a:pt x="200" y="460"/>
                  </a:cubicBezTo>
                  <a:cubicBezTo>
                    <a:pt x="180" y="416"/>
                    <a:pt x="168" y="352"/>
                    <a:pt x="212" y="332"/>
                  </a:cubicBezTo>
                  <a:cubicBezTo>
                    <a:pt x="220" y="330"/>
                    <a:pt x="229" y="329"/>
                    <a:pt x="237" y="329"/>
                  </a:cubicBezTo>
                  <a:cubicBezTo>
                    <a:pt x="260" y="329"/>
                    <a:pt x="282" y="337"/>
                    <a:pt x="300" y="352"/>
                  </a:cubicBezTo>
                  <a:lnTo>
                    <a:pt x="1200" y="928"/>
                  </a:lnTo>
                  <a:cubicBezTo>
                    <a:pt x="1163" y="851"/>
                    <a:pt x="1118" y="779"/>
                    <a:pt x="1059" y="718"/>
                  </a:cubicBezTo>
                  <a:lnTo>
                    <a:pt x="1059" y="718"/>
                  </a:lnTo>
                  <a:cubicBezTo>
                    <a:pt x="1095" y="745"/>
                    <a:pt x="1139" y="759"/>
                    <a:pt x="1183" y="759"/>
                  </a:cubicBezTo>
                  <a:cubicBezTo>
                    <a:pt x="1225" y="759"/>
                    <a:pt x="1267" y="747"/>
                    <a:pt x="1304" y="721"/>
                  </a:cubicBezTo>
                  <a:lnTo>
                    <a:pt x="1304" y="721"/>
                  </a:lnTo>
                  <a:lnTo>
                    <a:pt x="1328" y="744"/>
                  </a:lnTo>
                  <a:lnTo>
                    <a:pt x="1328" y="744"/>
                  </a:lnTo>
                  <a:lnTo>
                    <a:pt x="1304" y="720"/>
                  </a:lnTo>
                  <a:cubicBezTo>
                    <a:pt x="1304" y="720"/>
                    <a:pt x="1304" y="720"/>
                    <a:pt x="1304" y="721"/>
                  </a:cubicBezTo>
                  <a:lnTo>
                    <a:pt x="1304" y="721"/>
                  </a:lnTo>
                  <a:lnTo>
                    <a:pt x="1036" y="464"/>
                  </a:lnTo>
                  <a:cubicBezTo>
                    <a:pt x="872" y="304"/>
                    <a:pt x="700" y="156"/>
                    <a:pt x="508" y="28"/>
                  </a:cubicBezTo>
                  <a:cubicBezTo>
                    <a:pt x="492" y="12"/>
                    <a:pt x="468" y="0"/>
                    <a:pt x="444" y="0"/>
                  </a:cubicBezTo>
                  <a:close/>
                  <a:moveTo>
                    <a:pt x="691" y="912"/>
                  </a:moveTo>
                  <a:lnTo>
                    <a:pt x="691" y="912"/>
                  </a:lnTo>
                  <a:cubicBezTo>
                    <a:pt x="708" y="919"/>
                    <a:pt x="726" y="926"/>
                    <a:pt x="744" y="932"/>
                  </a:cubicBezTo>
                  <a:lnTo>
                    <a:pt x="691" y="9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89"/>
            <p:cNvSpPr/>
            <p:nvPr/>
          </p:nvSpPr>
          <p:spPr>
            <a:xfrm flipH="1">
              <a:off x="2879661" y="269738"/>
              <a:ext cx="717104" cy="595327"/>
            </a:xfrm>
            <a:custGeom>
              <a:avLst/>
              <a:gdLst/>
              <a:ahLst/>
              <a:cxnLst/>
              <a:rect l="l" t="t" r="r" b="b"/>
              <a:pathLst>
                <a:path w="6189" h="5138" extrusionOk="0">
                  <a:moveTo>
                    <a:pt x="4668" y="173"/>
                  </a:moveTo>
                  <a:cubicBezTo>
                    <a:pt x="4720" y="177"/>
                    <a:pt x="4768" y="181"/>
                    <a:pt x="4816" y="189"/>
                  </a:cubicBezTo>
                  <a:cubicBezTo>
                    <a:pt x="4848" y="197"/>
                    <a:pt x="4880" y="213"/>
                    <a:pt x="4904" y="237"/>
                  </a:cubicBezTo>
                  <a:cubicBezTo>
                    <a:pt x="4924" y="257"/>
                    <a:pt x="4940" y="285"/>
                    <a:pt x="4948" y="317"/>
                  </a:cubicBezTo>
                  <a:lnTo>
                    <a:pt x="4948" y="313"/>
                  </a:lnTo>
                  <a:cubicBezTo>
                    <a:pt x="4956" y="337"/>
                    <a:pt x="4960" y="361"/>
                    <a:pt x="4964" y="385"/>
                  </a:cubicBezTo>
                  <a:cubicBezTo>
                    <a:pt x="4836" y="521"/>
                    <a:pt x="4736" y="685"/>
                    <a:pt x="4680" y="865"/>
                  </a:cubicBezTo>
                  <a:cubicBezTo>
                    <a:pt x="4656" y="929"/>
                    <a:pt x="4644" y="993"/>
                    <a:pt x="4632" y="1061"/>
                  </a:cubicBezTo>
                  <a:cubicBezTo>
                    <a:pt x="4624" y="1125"/>
                    <a:pt x="4616" y="1185"/>
                    <a:pt x="4608" y="1249"/>
                  </a:cubicBezTo>
                  <a:cubicBezTo>
                    <a:pt x="4600" y="1309"/>
                    <a:pt x="4592" y="1365"/>
                    <a:pt x="4584" y="1425"/>
                  </a:cubicBezTo>
                  <a:cubicBezTo>
                    <a:pt x="4576" y="1485"/>
                    <a:pt x="4568" y="1541"/>
                    <a:pt x="4556" y="1597"/>
                  </a:cubicBezTo>
                  <a:cubicBezTo>
                    <a:pt x="4540" y="1681"/>
                    <a:pt x="4528" y="1757"/>
                    <a:pt x="4512" y="1837"/>
                  </a:cubicBezTo>
                  <a:cubicBezTo>
                    <a:pt x="4508" y="1825"/>
                    <a:pt x="4500" y="1817"/>
                    <a:pt x="4492" y="1813"/>
                  </a:cubicBezTo>
                  <a:cubicBezTo>
                    <a:pt x="4492" y="1805"/>
                    <a:pt x="4492" y="1801"/>
                    <a:pt x="4492" y="1793"/>
                  </a:cubicBezTo>
                  <a:cubicBezTo>
                    <a:pt x="4496" y="1761"/>
                    <a:pt x="4500" y="1721"/>
                    <a:pt x="4504" y="1685"/>
                  </a:cubicBezTo>
                  <a:cubicBezTo>
                    <a:pt x="4508" y="1645"/>
                    <a:pt x="4508" y="1605"/>
                    <a:pt x="4512" y="1561"/>
                  </a:cubicBezTo>
                  <a:cubicBezTo>
                    <a:pt x="4512" y="1517"/>
                    <a:pt x="4512" y="1473"/>
                    <a:pt x="4512" y="1429"/>
                  </a:cubicBezTo>
                  <a:cubicBezTo>
                    <a:pt x="4512" y="1385"/>
                    <a:pt x="4508" y="1337"/>
                    <a:pt x="4504" y="1293"/>
                  </a:cubicBezTo>
                  <a:cubicBezTo>
                    <a:pt x="4496" y="1249"/>
                    <a:pt x="4492" y="1201"/>
                    <a:pt x="4484" y="1157"/>
                  </a:cubicBezTo>
                  <a:cubicBezTo>
                    <a:pt x="4476" y="1113"/>
                    <a:pt x="4464" y="1069"/>
                    <a:pt x="4456" y="1029"/>
                  </a:cubicBezTo>
                  <a:cubicBezTo>
                    <a:pt x="4444" y="989"/>
                    <a:pt x="4432" y="949"/>
                    <a:pt x="4416" y="909"/>
                  </a:cubicBezTo>
                  <a:cubicBezTo>
                    <a:pt x="4404" y="877"/>
                    <a:pt x="4388" y="841"/>
                    <a:pt x="4372" y="809"/>
                  </a:cubicBezTo>
                  <a:cubicBezTo>
                    <a:pt x="4356" y="781"/>
                    <a:pt x="4344" y="753"/>
                    <a:pt x="4324" y="729"/>
                  </a:cubicBezTo>
                  <a:cubicBezTo>
                    <a:pt x="4312" y="705"/>
                    <a:pt x="4296" y="685"/>
                    <a:pt x="4284" y="669"/>
                  </a:cubicBezTo>
                  <a:cubicBezTo>
                    <a:pt x="4272" y="653"/>
                    <a:pt x="4256" y="637"/>
                    <a:pt x="4240" y="625"/>
                  </a:cubicBezTo>
                  <a:lnTo>
                    <a:pt x="4240" y="625"/>
                  </a:lnTo>
                  <a:cubicBezTo>
                    <a:pt x="4252" y="641"/>
                    <a:pt x="4264" y="657"/>
                    <a:pt x="4272" y="677"/>
                  </a:cubicBezTo>
                  <a:cubicBezTo>
                    <a:pt x="4300" y="725"/>
                    <a:pt x="4320" y="777"/>
                    <a:pt x="4340" y="825"/>
                  </a:cubicBezTo>
                  <a:cubicBezTo>
                    <a:pt x="4352" y="857"/>
                    <a:pt x="4360" y="893"/>
                    <a:pt x="4372" y="925"/>
                  </a:cubicBezTo>
                  <a:cubicBezTo>
                    <a:pt x="4384" y="961"/>
                    <a:pt x="4392" y="1001"/>
                    <a:pt x="4400" y="1045"/>
                  </a:cubicBezTo>
                  <a:cubicBezTo>
                    <a:pt x="4408" y="1085"/>
                    <a:pt x="4416" y="1125"/>
                    <a:pt x="4424" y="1169"/>
                  </a:cubicBezTo>
                  <a:cubicBezTo>
                    <a:pt x="4432" y="1213"/>
                    <a:pt x="4436" y="1257"/>
                    <a:pt x="4440" y="1301"/>
                  </a:cubicBezTo>
                  <a:cubicBezTo>
                    <a:pt x="4444" y="1345"/>
                    <a:pt x="4448" y="1389"/>
                    <a:pt x="4452" y="1433"/>
                  </a:cubicBezTo>
                  <a:cubicBezTo>
                    <a:pt x="4452" y="1477"/>
                    <a:pt x="4456" y="1521"/>
                    <a:pt x="4456" y="1561"/>
                  </a:cubicBezTo>
                  <a:cubicBezTo>
                    <a:pt x="4456" y="1605"/>
                    <a:pt x="4460" y="1645"/>
                    <a:pt x="4456" y="1685"/>
                  </a:cubicBezTo>
                  <a:cubicBezTo>
                    <a:pt x="4452" y="1721"/>
                    <a:pt x="4456" y="1757"/>
                    <a:pt x="4456" y="1793"/>
                  </a:cubicBezTo>
                  <a:lnTo>
                    <a:pt x="4456" y="1805"/>
                  </a:lnTo>
                  <a:lnTo>
                    <a:pt x="4448" y="1805"/>
                  </a:lnTo>
                  <a:cubicBezTo>
                    <a:pt x="4352" y="1817"/>
                    <a:pt x="4248" y="1949"/>
                    <a:pt x="4184" y="2053"/>
                  </a:cubicBezTo>
                  <a:cubicBezTo>
                    <a:pt x="4164" y="1925"/>
                    <a:pt x="4124" y="1801"/>
                    <a:pt x="4072" y="1681"/>
                  </a:cubicBezTo>
                  <a:cubicBezTo>
                    <a:pt x="4024" y="1573"/>
                    <a:pt x="3952" y="1473"/>
                    <a:pt x="3860" y="1393"/>
                  </a:cubicBezTo>
                  <a:cubicBezTo>
                    <a:pt x="3840" y="1373"/>
                    <a:pt x="3816" y="1353"/>
                    <a:pt x="3792" y="1337"/>
                  </a:cubicBezTo>
                  <a:lnTo>
                    <a:pt x="3712" y="1285"/>
                  </a:lnTo>
                  <a:cubicBezTo>
                    <a:pt x="3684" y="1269"/>
                    <a:pt x="3660" y="1253"/>
                    <a:pt x="3628" y="1241"/>
                  </a:cubicBezTo>
                  <a:cubicBezTo>
                    <a:pt x="3600" y="1229"/>
                    <a:pt x="3572" y="1217"/>
                    <a:pt x="3544" y="1205"/>
                  </a:cubicBezTo>
                  <a:cubicBezTo>
                    <a:pt x="3528" y="1201"/>
                    <a:pt x="3512" y="1197"/>
                    <a:pt x="3496" y="1189"/>
                  </a:cubicBezTo>
                  <a:cubicBezTo>
                    <a:pt x="3500" y="1173"/>
                    <a:pt x="3504" y="1157"/>
                    <a:pt x="3508" y="1133"/>
                  </a:cubicBezTo>
                  <a:cubicBezTo>
                    <a:pt x="3532" y="1053"/>
                    <a:pt x="3560" y="973"/>
                    <a:pt x="3600" y="901"/>
                  </a:cubicBezTo>
                  <a:lnTo>
                    <a:pt x="3616" y="873"/>
                  </a:lnTo>
                  <a:lnTo>
                    <a:pt x="3640" y="837"/>
                  </a:lnTo>
                  <a:cubicBezTo>
                    <a:pt x="3652" y="825"/>
                    <a:pt x="3668" y="801"/>
                    <a:pt x="3692" y="781"/>
                  </a:cubicBezTo>
                  <a:lnTo>
                    <a:pt x="3812" y="645"/>
                  </a:lnTo>
                  <a:cubicBezTo>
                    <a:pt x="3856" y="593"/>
                    <a:pt x="3908" y="545"/>
                    <a:pt x="3956" y="497"/>
                  </a:cubicBezTo>
                  <a:cubicBezTo>
                    <a:pt x="4008" y="449"/>
                    <a:pt x="4056" y="397"/>
                    <a:pt x="4112" y="349"/>
                  </a:cubicBezTo>
                  <a:cubicBezTo>
                    <a:pt x="4160" y="297"/>
                    <a:pt x="4220" y="257"/>
                    <a:pt x="4284" y="225"/>
                  </a:cubicBezTo>
                  <a:cubicBezTo>
                    <a:pt x="4348" y="193"/>
                    <a:pt x="4416" y="173"/>
                    <a:pt x="4484" y="173"/>
                  </a:cubicBezTo>
                  <a:close/>
                  <a:moveTo>
                    <a:pt x="2205" y="1169"/>
                  </a:moveTo>
                  <a:cubicBezTo>
                    <a:pt x="2224" y="1169"/>
                    <a:pt x="2242" y="1170"/>
                    <a:pt x="2260" y="1173"/>
                  </a:cubicBezTo>
                  <a:cubicBezTo>
                    <a:pt x="2280" y="1177"/>
                    <a:pt x="2300" y="1181"/>
                    <a:pt x="2320" y="1185"/>
                  </a:cubicBezTo>
                  <a:cubicBezTo>
                    <a:pt x="2336" y="1193"/>
                    <a:pt x="2352" y="1197"/>
                    <a:pt x="2368" y="1205"/>
                  </a:cubicBezTo>
                  <a:cubicBezTo>
                    <a:pt x="2380" y="1213"/>
                    <a:pt x="2396" y="1221"/>
                    <a:pt x="2408" y="1229"/>
                  </a:cubicBezTo>
                  <a:lnTo>
                    <a:pt x="2428" y="1237"/>
                  </a:lnTo>
                  <a:cubicBezTo>
                    <a:pt x="2308" y="1277"/>
                    <a:pt x="2196" y="1337"/>
                    <a:pt x="2092" y="1409"/>
                  </a:cubicBezTo>
                  <a:cubicBezTo>
                    <a:pt x="2080" y="1417"/>
                    <a:pt x="2064" y="1425"/>
                    <a:pt x="2052" y="1437"/>
                  </a:cubicBezTo>
                  <a:lnTo>
                    <a:pt x="2016" y="1469"/>
                  </a:lnTo>
                  <a:cubicBezTo>
                    <a:pt x="1988" y="1489"/>
                    <a:pt x="1964" y="1513"/>
                    <a:pt x="1940" y="1537"/>
                  </a:cubicBezTo>
                  <a:lnTo>
                    <a:pt x="1876" y="1613"/>
                  </a:lnTo>
                  <a:lnTo>
                    <a:pt x="1820" y="1689"/>
                  </a:lnTo>
                  <a:cubicBezTo>
                    <a:pt x="1744" y="1789"/>
                    <a:pt x="1668" y="1889"/>
                    <a:pt x="1600" y="1997"/>
                  </a:cubicBezTo>
                  <a:cubicBezTo>
                    <a:pt x="1560" y="2057"/>
                    <a:pt x="1532" y="2125"/>
                    <a:pt x="1512" y="2193"/>
                  </a:cubicBezTo>
                  <a:cubicBezTo>
                    <a:pt x="1496" y="2269"/>
                    <a:pt x="1504" y="2353"/>
                    <a:pt x="1536" y="2425"/>
                  </a:cubicBezTo>
                  <a:cubicBezTo>
                    <a:pt x="1564" y="2489"/>
                    <a:pt x="1600" y="2545"/>
                    <a:pt x="1640" y="2601"/>
                  </a:cubicBezTo>
                  <a:lnTo>
                    <a:pt x="1700" y="2673"/>
                  </a:lnTo>
                  <a:cubicBezTo>
                    <a:pt x="1720" y="2697"/>
                    <a:pt x="1740" y="2721"/>
                    <a:pt x="1760" y="2745"/>
                  </a:cubicBezTo>
                  <a:cubicBezTo>
                    <a:pt x="1812" y="2797"/>
                    <a:pt x="1860" y="2845"/>
                    <a:pt x="1912" y="2893"/>
                  </a:cubicBezTo>
                  <a:cubicBezTo>
                    <a:pt x="1896" y="2905"/>
                    <a:pt x="1876" y="2917"/>
                    <a:pt x="1856" y="2929"/>
                  </a:cubicBezTo>
                  <a:lnTo>
                    <a:pt x="1824" y="2889"/>
                  </a:lnTo>
                  <a:cubicBezTo>
                    <a:pt x="1800" y="2865"/>
                    <a:pt x="1772" y="2833"/>
                    <a:pt x="1744" y="2801"/>
                  </a:cubicBezTo>
                  <a:cubicBezTo>
                    <a:pt x="1720" y="2769"/>
                    <a:pt x="1692" y="2737"/>
                    <a:pt x="1664" y="2701"/>
                  </a:cubicBezTo>
                  <a:cubicBezTo>
                    <a:pt x="1636" y="2665"/>
                    <a:pt x="1608" y="2629"/>
                    <a:pt x="1580" y="2589"/>
                  </a:cubicBezTo>
                  <a:cubicBezTo>
                    <a:pt x="1556" y="2549"/>
                    <a:pt x="1524" y="2513"/>
                    <a:pt x="1500" y="2469"/>
                  </a:cubicBezTo>
                  <a:cubicBezTo>
                    <a:pt x="1476" y="2429"/>
                    <a:pt x="1452" y="2389"/>
                    <a:pt x="1424" y="2345"/>
                  </a:cubicBezTo>
                  <a:cubicBezTo>
                    <a:pt x="1400" y="2305"/>
                    <a:pt x="1380" y="2265"/>
                    <a:pt x="1356" y="2225"/>
                  </a:cubicBezTo>
                  <a:cubicBezTo>
                    <a:pt x="1316" y="2145"/>
                    <a:pt x="1280" y="2069"/>
                    <a:pt x="1248" y="2001"/>
                  </a:cubicBezTo>
                  <a:cubicBezTo>
                    <a:pt x="1220" y="1933"/>
                    <a:pt x="1200" y="1877"/>
                    <a:pt x="1184" y="1837"/>
                  </a:cubicBezTo>
                  <a:lnTo>
                    <a:pt x="1160" y="1773"/>
                  </a:lnTo>
                  <a:lnTo>
                    <a:pt x="1160" y="1773"/>
                  </a:lnTo>
                  <a:cubicBezTo>
                    <a:pt x="1164" y="1797"/>
                    <a:pt x="1164" y="1817"/>
                    <a:pt x="1172" y="1841"/>
                  </a:cubicBezTo>
                  <a:cubicBezTo>
                    <a:pt x="1184" y="1897"/>
                    <a:pt x="1196" y="1957"/>
                    <a:pt x="1216" y="2013"/>
                  </a:cubicBezTo>
                  <a:cubicBezTo>
                    <a:pt x="1228" y="2049"/>
                    <a:pt x="1240" y="2085"/>
                    <a:pt x="1256" y="2125"/>
                  </a:cubicBezTo>
                  <a:cubicBezTo>
                    <a:pt x="1272" y="2165"/>
                    <a:pt x="1288" y="2209"/>
                    <a:pt x="1304" y="2249"/>
                  </a:cubicBezTo>
                  <a:cubicBezTo>
                    <a:pt x="1324" y="2289"/>
                    <a:pt x="1344" y="2333"/>
                    <a:pt x="1372" y="2377"/>
                  </a:cubicBezTo>
                  <a:cubicBezTo>
                    <a:pt x="1396" y="2417"/>
                    <a:pt x="1420" y="2461"/>
                    <a:pt x="1444" y="2505"/>
                  </a:cubicBezTo>
                  <a:cubicBezTo>
                    <a:pt x="1472" y="2545"/>
                    <a:pt x="1500" y="2585"/>
                    <a:pt x="1528" y="2625"/>
                  </a:cubicBezTo>
                  <a:cubicBezTo>
                    <a:pt x="1556" y="2665"/>
                    <a:pt x="1588" y="2701"/>
                    <a:pt x="1620" y="2737"/>
                  </a:cubicBezTo>
                  <a:cubicBezTo>
                    <a:pt x="1648" y="2773"/>
                    <a:pt x="1680" y="2805"/>
                    <a:pt x="1708" y="2837"/>
                  </a:cubicBezTo>
                  <a:cubicBezTo>
                    <a:pt x="1736" y="2865"/>
                    <a:pt x="1764" y="2893"/>
                    <a:pt x="1796" y="2921"/>
                  </a:cubicBezTo>
                  <a:lnTo>
                    <a:pt x="1832" y="2949"/>
                  </a:lnTo>
                  <a:cubicBezTo>
                    <a:pt x="1816" y="2961"/>
                    <a:pt x="1800" y="2977"/>
                    <a:pt x="1788" y="2993"/>
                  </a:cubicBezTo>
                  <a:cubicBezTo>
                    <a:pt x="1684" y="2925"/>
                    <a:pt x="1584" y="2853"/>
                    <a:pt x="1480" y="2777"/>
                  </a:cubicBezTo>
                  <a:cubicBezTo>
                    <a:pt x="1376" y="2701"/>
                    <a:pt x="1272" y="2617"/>
                    <a:pt x="1172" y="2529"/>
                  </a:cubicBezTo>
                  <a:cubicBezTo>
                    <a:pt x="1124" y="2481"/>
                    <a:pt x="1072" y="2437"/>
                    <a:pt x="1024" y="2389"/>
                  </a:cubicBezTo>
                  <a:lnTo>
                    <a:pt x="988" y="2357"/>
                  </a:lnTo>
                  <a:lnTo>
                    <a:pt x="968" y="2337"/>
                  </a:lnTo>
                  <a:lnTo>
                    <a:pt x="960" y="2329"/>
                  </a:lnTo>
                  <a:lnTo>
                    <a:pt x="944" y="2313"/>
                  </a:lnTo>
                  <a:cubicBezTo>
                    <a:pt x="940" y="2313"/>
                    <a:pt x="940" y="2309"/>
                    <a:pt x="936" y="2309"/>
                  </a:cubicBezTo>
                  <a:cubicBezTo>
                    <a:pt x="928" y="2281"/>
                    <a:pt x="924" y="2249"/>
                    <a:pt x="916" y="2213"/>
                  </a:cubicBezTo>
                  <a:cubicBezTo>
                    <a:pt x="908" y="2165"/>
                    <a:pt x="900" y="2113"/>
                    <a:pt x="892" y="2061"/>
                  </a:cubicBezTo>
                  <a:cubicBezTo>
                    <a:pt x="888" y="2001"/>
                    <a:pt x="884" y="1945"/>
                    <a:pt x="888" y="1885"/>
                  </a:cubicBezTo>
                  <a:cubicBezTo>
                    <a:pt x="892" y="1825"/>
                    <a:pt x="904" y="1761"/>
                    <a:pt x="924" y="1701"/>
                  </a:cubicBezTo>
                  <a:cubicBezTo>
                    <a:pt x="936" y="1685"/>
                    <a:pt x="944" y="1669"/>
                    <a:pt x="952" y="1653"/>
                  </a:cubicBezTo>
                  <a:cubicBezTo>
                    <a:pt x="964" y="1637"/>
                    <a:pt x="976" y="1625"/>
                    <a:pt x="988" y="1613"/>
                  </a:cubicBezTo>
                  <a:cubicBezTo>
                    <a:pt x="1000" y="1597"/>
                    <a:pt x="1012" y="1585"/>
                    <a:pt x="1028" y="1573"/>
                  </a:cubicBezTo>
                  <a:cubicBezTo>
                    <a:pt x="1044" y="1561"/>
                    <a:pt x="1060" y="1549"/>
                    <a:pt x="1076" y="1541"/>
                  </a:cubicBezTo>
                  <a:cubicBezTo>
                    <a:pt x="1144" y="1501"/>
                    <a:pt x="1220" y="1473"/>
                    <a:pt x="1300" y="1457"/>
                  </a:cubicBezTo>
                  <a:cubicBezTo>
                    <a:pt x="1376" y="1441"/>
                    <a:pt x="1456" y="1429"/>
                    <a:pt x="1536" y="1409"/>
                  </a:cubicBezTo>
                  <a:cubicBezTo>
                    <a:pt x="1612" y="1385"/>
                    <a:pt x="1692" y="1373"/>
                    <a:pt x="1768" y="1349"/>
                  </a:cubicBezTo>
                  <a:cubicBezTo>
                    <a:pt x="1808" y="1337"/>
                    <a:pt x="1848" y="1325"/>
                    <a:pt x="1884" y="1305"/>
                  </a:cubicBezTo>
                  <a:lnTo>
                    <a:pt x="1916" y="1289"/>
                  </a:lnTo>
                  <a:cubicBezTo>
                    <a:pt x="1928" y="1281"/>
                    <a:pt x="1936" y="1277"/>
                    <a:pt x="1948" y="1269"/>
                  </a:cubicBezTo>
                  <a:lnTo>
                    <a:pt x="1964" y="1253"/>
                  </a:lnTo>
                  <a:lnTo>
                    <a:pt x="1972" y="1253"/>
                  </a:lnTo>
                  <a:lnTo>
                    <a:pt x="1992" y="1233"/>
                  </a:lnTo>
                  <a:cubicBezTo>
                    <a:pt x="2008" y="1221"/>
                    <a:pt x="2028" y="1209"/>
                    <a:pt x="2048" y="1201"/>
                  </a:cubicBezTo>
                  <a:cubicBezTo>
                    <a:pt x="2072" y="1189"/>
                    <a:pt x="2096" y="1181"/>
                    <a:pt x="2120" y="1177"/>
                  </a:cubicBezTo>
                  <a:cubicBezTo>
                    <a:pt x="2147" y="1172"/>
                    <a:pt x="2176" y="1169"/>
                    <a:pt x="2205" y="1169"/>
                  </a:cubicBezTo>
                  <a:close/>
                  <a:moveTo>
                    <a:pt x="4165" y="3223"/>
                  </a:moveTo>
                  <a:lnTo>
                    <a:pt x="4164" y="3225"/>
                  </a:lnTo>
                  <a:cubicBezTo>
                    <a:pt x="4164" y="3224"/>
                    <a:pt x="4165" y="3223"/>
                    <a:pt x="4165" y="3223"/>
                  </a:cubicBezTo>
                  <a:close/>
                  <a:moveTo>
                    <a:pt x="5652" y="81"/>
                  </a:moveTo>
                  <a:cubicBezTo>
                    <a:pt x="5675" y="81"/>
                    <a:pt x="5698" y="82"/>
                    <a:pt x="5720" y="85"/>
                  </a:cubicBezTo>
                  <a:cubicBezTo>
                    <a:pt x="5780" y="93"/>
                    <a:pt x="5836" y="113"/>
                    <a:pt x="5888" y="149"/>
                  </a:cubicBezTo>
                  <a:cubicBezTo>
                    <a:pt x="5932" y="185"/>
                    <a:pt x="5972" y="233"/>
                    <a:pt x="5992" y="285"/>
                  </a:cubicBezTo>
                  <a:cubicBezTo>
                    <a:pt x="6016" y="341"/>
                    <a:pt x="6028" y="401"/>
                    <a:pt x="6036" y="465"/>
                  </a:cubicBezTo>
                  <a:lnTo>
                    <a:pt x="6036" y="557"/>
                  </a:lnTo>
                  <a:lnTo>
                    <a:pt x="6028" y="657"/>
                  </a:lnTo>
                  <a:cubicBezTo>
                    <a:pt x="6028" y="725"/>
                    <a:pt x="6020" y="789"/>
                    <a:pt x="6016" y="857"/>
                  </a:cubicBezTo>
                  <a:cubicBezTo>
                    <a:pt x="5996" y="1109"/>
                    <a:pt x="5940" y="1361"/>
                    <a:pt x="5856" y="1601"/>
                  </a:cubicBezTo>
                  <a:cubicBezTo>
                    <a:pt x="5776" y="1825"/>
                    <a:pt x="5672" y="2037"/>
                    <a:pt x="5548" y="2241"/>
                  </a:cubicBezTo>
                  <a:cubicBezTo>
                    <a:pt x="5540" y="2249"/>
                    <a:pt x="5536" y="2257"/>
                    <a:pt x="5528" y="2265"/>
                  </a:cubicBezTo>
                  <a:cubicBezTo>
                    <a:pt x="5472" y="2305"/>
                    <a:pt x="5408" y="2341"/>
                    <a:pt x="5344" y="2361"/>
                  </a:cubicBezTo>
                  <a:lnTo>
                    <a:pt x="5344" y="2357"/>
                  </a:lnTo>
                  <a:cubicBezTo>
                    <a:pt x="5360" y="2325"/>
                    <a:pt x="5380" y="2285"/>
                    <a:pt x="5404" y="2245"/>
                  </a:cubicBezTo>
                  <a:cubicBezTo>
                    <a:pt x="5428" y="2201"/>
                    <a:pt x="5448" y="2153"/>
                    <a:pt x="5468" y="2105"/>
                  </a:cubicBezTo>
                  <a:cubicBezTo>
                    <a:pt x="5476" y="2077"/>
                    <a:pt x="5488" y="2053"/>
                    <a:pt x="5496" y="2025"/>
                  </a:cubicBezTo>
                  <a:cubicBezTo>
                    <a:pt x="5508" y="1997"/>
                    <a:pt x="5516" y="1969"/>
                    <a:pt x="5524" y="1941"/>
                  </a:cubicBezTo>
                  <a:cubicBezTo>
                    <a:pt x="5540" y="1885"/>
                    <a:pt x="5556" y="1825"/>
                    <a:pt x="5568" y="1765"/>
                  </a:cubicBezTo>
                  <a:cubicBezTo>
                    <a:pt x="5580" y="1701"/>
                    <a:pt x="5588" y="1637"/>
                    <a:pt x="5596" y="1577"/>
                  </a:cubicBezTo>
                  <a:cubicBezTo>
                    <a:pt x="5604" y="1513"/>
                    <a:pt x="5604" y="1449"/>
                    <a:pt x="5612" y="1385"/>
                  </a:cubicBezTo>
                  <a:cubicBezTo>
                    <a:pt x="5616" y="1325"/>
                    <a:pt x="5612" y="1261"/>
                    <a:pt x="5612" y="1201"/>
                  </a:cubicBezTo>
                  <a:cubicBezTo>
                    <a:pt x="5604" y="1093"/>
                    <a:pt x="5596" y="985"/>
                    <a:pt x="5580" y="881"/>
                  </a:cubicBezTo>
                  <a:cubicBezTo>
                    <a:pt x="5568" y="805"/>
                    <a:pt x="5552" y="729"/>
                    <a:pt x="5532" y="657"/>
                  </a:cubicBezTo>
                  <a:cubicBezTo>
                    <a:pt x="5516" y="601"/>
                    <a:pt x="5508" y="573"/>
                    <a:pt x="5508" y="573"/>
                  </a:cubicBezTo>
                  <a:lnTo>
                    <a:pt x="5508" y="573"/>
                  </a:lnTo>
                  <a:cubicBezTo>
                    <a:pt x="5508" y="573"/>
                    <a:pt x="5512" y="605"/>
                    <a:pt x="5520" y="657"/>
                  </a:cubicBezTo>
                  <a:cubicBezTo>
                    <a:pt x="5528" y="713"/>
                    <a:pt x="5536" y="789"/>
                    <a:pt x="5544" y="885"/>
                  </a:cubicBezTo>
                  <a:cubicBezTo>
                    <a:pt x="5548" y="929"/>
                    <a:pt x="5552" y="981"/>
                    <a:pt x="5552" y="1033"/>
                  </a:cubicBezTo>
                  <a:cubicBezTo>
                    <a:pt x="5552" y="1089"/>
                    <a:pt x="5552" y="1145"/>
                    <a:pt x="5556" y="1201"/>
                  </a:cubicBezTo>
                  <a:cubicBezTo>
                    <a:pt x="5556" y="1261"/>
                    <a:pt x="5552" y="1321"/>
                    <a:pt x="5552" y="1381"/>
                  </a:cubicBezTo>
                  <a:cubicBezTo>
                    <a:pt x="5548" y="1445"/>
                    <a:pt x="5544" y="1505"/>
                    <a:pt x="5536" y="1569"/>
                  </a:cubicBezTo>
                  <a:cubicBezTo>
                    <a:pt x="5524" y="1629"/>
                    <a:pt x="5520" y="1693"/>
                    <a:pt x="5508" y="1749"/>
                  </a:cubicBezTo>
                  <a:lnTo>
                    <a:pt x="5492" y="1841"/>
                  </a:lnTo>
                  <a:cubicBezTo>
                    <a:pt x="5484" y="1869"/>
                    <a:pt x="5476" y="1897"/>
                    <a:pt x="5472" y="1925"/>
                  </a:cubicBezTo>
                  <a:cubicBezTo>
                    <a:pt x="5464" y="1953"/>
                    <a:pt x="5456" y="1981"/>
                    <a:pt x="5448" y="2009"/>
                  </a:cubicBezTo>
                  <a:cubicBezTo>
                    <a:pt x="5444" y="2037"/>
                    <a:pt x="5432" y="2061"/>
                    <a:pt x="5424" y="2089"/>
                  </a:cubicBezTo>
                  <a:cubicBezTo>
                    <a:pt x="5412" y="2137"/>
                    <a:pt x="5392" y="2181"/>
                    <a:pt x="5372" y="2229"/>
                  </a:cubicBezTo>
                  <a:cubicBezTo>
                    <a:pt x="5356" y="2273"/>
                    <a:pt x="5340" y="2313"/>
                    <a:pt x="5324" y="2345"/>
                  </a:cubicBezTo>
                  <a:lnTo>
                    <a:pt x="5312" y="2369"/>
                  </a:lnTo>
                  <a:cubicBezTo>
                    <a:pt x="5300" y="2373"/>
                    <a:pt x="5288" y="2373"/>
                    <a:pt x="5276" y="2377"/>
                  </a:cubicBezTo>
                  <a:cubicBezTo>
                    <a:pt x="5060" y="2405"/>
                    <a:pt x="4572" y="3109"/>
                    <a:pt x="4572" y="3109"/>
                  </a:cubicBezTo>
                  <a:lnTo>
                    <a:pt x="4740" y="2625"/>
                  </a:lnTo>
                  <a:lnTo>
                    <a:pt x="4740" y="2625"/>
                  </a:lnTo>
                  <a:cubicBezTo>
                    <a:pt x="4740" y="2625"/>
                    <a:pt x="4452" y="3225"/>
                    <a:pt x="4204" y="3469"/>
                  </a:cubicBezTo>
                  <a:cubicBezTo>
                    <a:pt x="4188" y="3477"/>
                    <a:pt x="4176" y="3485"/>
                    <a:pt x="4160" y="3493"/>
                  </a:cubicBezTo>
                  <a:lnTo>
                    <a:pt x="4152" y="3501"/>
                  </a:lnTo>
                  <a:lnTo>
                    <a:pt x="4116" y="3509"/>
                  </a:lnTo>
                  <a:cubicBezTo>
                    <a:pt x="4144" y="3453"/>
                    <a:pt x="4192" y="3357"/>
                    <a:pt x="4252" y="3217"/>
                  </a:cubicBezTo>
                  <a:cubicBezTo>
                    <a:pt x="4296" y="3105"/>
                    <a:pt x="4356" y="2973"/>
                    <a:pt x="4408" y="2813"/>
                  </a:cubicBezTo>
                  <a:cubicBezTo>
                    <a:pt x="4464" y="2657"/>
                    <a:pt x="4524" y="2477"/>
                    <a:pt x="4580" y="2277"/>
                  </a:cubicBezTo>
                  <a:cubicBezTo>
                    <a:pt x="4608" y="2177"/>
                    <a:pt x="4632" y="2073"/>
                    <a:pt x="4660" y="1965"/>
                  </a:cubicBezTo>
                  <a:cubicBezTo>
                    <a:pt x="4688" y="1857"/>
                    <a:pt x="4704" y="1741"/>
                    <a:pt x="4720" y="1625"/>
                  </a:cubicBezTo>
                  <a:cubicBezTo>
                    <a:pt x="4728" y="1565"/>
                    <a:pt x="4732" y="1505"/>
                    <a:pt x="4740" y="1445"/>
                  </a:cubicBezTo>
                  <a:cubicBezTo>
                    <a:pt x="4744" y="1381"/>
                    <a:pt x="4748" y="1321"/>
                    <a:pt x="4748" y="1257"/>
                  </a:cubicBezTo>
                  <a:cubicBezTo>
                    <a:pt x="4752" y="1193"/>
                    <a:pt x="4748" y="1133"/>
                    <a:pt x="4752" y="1073"/>
                  </a:cubicBezTo>
                  <a:cubicBezTo>
                    <a:pt x="4756" y="1013"/>
                    <a:pt x="4764" y="953"/>
                    <a:pt x="4776" y="893"/>
                  </a:cubicBezTo>
                  <a:cubicBezTo>
                    <a:pt x="4832" y="641"/>
                    <a:pt x="4972" y="417"/>
                    <a:pt x="5180" y="261"/>
                  </a:cubicBezTo>
                  <a:cubicBezTo>
                    <a:pt x="5284" y="181"/>
                    <a:pt x="5400" y="125"/>
                    <a:pt x="5528" y="93"/>
                  </a:cubicBezTo>
                  <a:cubicBezTo>
                    <a:pt x="5570" y="85"/>
                    <a:pt x="5611" y="81"/>
                    <a:pt x="5652" y="81"/>
                  </a:cubicBezTo>
                  <a:close/>
                  <a:moveTo>
                    <a:pt x="3007" y="1181"/>
                  </a:moveTo>
                  <a:cubicBezTo>
                    <a:pt x="3179" y="1181"/>
                    <a:pt x="3349" y="1220"/>
                    <a:pt x="3504" y="1293"/>
                  </a:cubicBezTo>
                  <a:cubicBezTo>
                    <a:pt x="3532" y="1309"/>
                    <a:pt x="3552" y="1325"/>
                    <a:pt x="3576" y="1341"/>
                  </a:cubicBezTo>
                  <a:lnTo>
                    <a:pt x="3576" y="1337"/>
                  </a:lnTo>
                  <a:cubicBezTo>
                    <a:pt x="3600" y="1349"/>
                    <a:pt x="3624" y="1365"/>
                    <a:pt x="3644" y="1381"/>
                  </a:cubicBezTo>
                  <a:lnTo>
                    <a:pt x="3704" y="1433"/>
                  </a:lnTo>
                  <a:cubicBezTo>
                    <a:pt x="3724" y="1449"/>
                    <a:pt x="3744" y="1469"/>
                    <a:pt x="3760" y="1493"/>
                  </a:cubicBezTo>
                  <a:lnTo>
                    <a:pt x="3792" y="1521"/>
                  </a:lnTo>
                  <a:lnTo>
                    <a:pt x="3804" y="1537"/>
                  </a:lnTo>
                  <a:lnTo>
                    <a:pt x="3808" y="1541"/>
                  </a:lnTo>
                  <a:cubicBezTo>
                    <a:pt x="3808" y="1541"/>
                    <a:pt x="3810" y="1545"/>
                    <a:pt x="3809" y="1545"/>
                  </a:cubicBezTo>
                  <a:cubicBezTo>
                    <a:pt x="3808" y="1545"/>
                    <a:pt x="3807" y="1544"/>
                    <a:pt x="3804" y="1541"/>
                  </a:cubicBezTo>
                  <a:lnTo>
                    <a:pt x="3804" y="1541"/>
                  </a:lnTo>
                  <a:lnTo>
                    <a:pt x="3812" y="1549"/>
                  </a:lnTo>
                  <a:cubicBezTo>
                    <a:pt x="3824" y="1573"/>
                    <a:pt x="3840" y="1589"/>
                    <a:pt x="3852" y="1613"/>
                  </a:cubicBezTo>
                  <a:cubicBezTo>
                    <a:pt x="3868" y="1633"/>
                    <a:pt x="3880" y="1657"/>
                    <a:pt x="3888" y="1681"/>
                  </a:cubicBezTo>
                  <a:cubicBezTo>
                    <a:pt x="3900" y="1701"/>
                    <a:pt x="3912" y="1725"/>
                    <a:pt x="3920" y="1749"/>
                  </a:cubicBezTo>
                  <a:cubicBezTo>
                    <a:pt x="3992" y="1929"/>
                    <a:pt x="4036" y="2117"/>
                    <a:pt x="4056" y="2313"/>
                  </a:cubicBezTo>
                  <a:cubicBezTo>
                    <a:pt x="4076" y="2477"/>
                    <a:pt x="4084" y="2645"/>
                    <a:pt x="4088" y="2813"/>
                  </a:cubicBezTo>
                  <a:cubicBezTo>
                    <a:pt x="4088" y="2965"/>
                    <a:pt x="4088" y="3101"/>
                    <a:pt x="4084" y="3209"/>
                  </a:cubicBezTo>
                  <a:cubicBezTo>
                    <a:pt x="4080" y="3353"/>
                    <a:pt x="4076" y="3453"/>
                    <a:pt x="4072" y="3509"/>
                  </a:cubicBezTo>
                  <a:cubicBezTo>
                    <a:pt x="4048" y="3353"/>
                    <a:pt x="3948" y="2849"/>
                    <a:pt x="3720" y="2769"/>
                  </a:cubicBezTo>
                  <a:cubicBezTo>
                    <a:pt x="3696" y="2761"/>
                    <a:pt x="3675" y="2757"/>
                    <a:pt x="3658" y="2757"/>
                  </a:cubicBezTo>
                  <a:cubicBezTo>
                    <a:pt x="3538" y="2757"/>
                    <a:pt x="3570" y="2934"/>
                    <a:pt x="3584" y="3081"/>
                  </a:cubicBezTo>
                  <a:lnTo>
                    <a:pt x="3528" y="2993"/>
                  </a:lnTo>
                  <a:lnTo>
                    <a:pt x="3452" y="2857"/>
                  </a:lnTo>
                  <a:cubicBezTo>
                    <a:pt x="3428" y="2805"/>
                    <a:pt x="3400" y="2757"/>
                    <a:pt x="3372" y="2705"/>
                  </a:cubicBezTo>
                  <a:cubicBezTo>
                    <a:pt x="3348" y="2657"/>
                    <a:pt x="3324" y="2601"/>
                    <a:pt x="3300" y="2549"/>
                  </a:cubicBezTo>
                  <a:cubicBezTo>
                    <a:pt x="3272" y="2497"/>
                    <a:pt x="3248" y="2445"/>
                    <a:pt x="3228" y="2393"/>
                  </a:cubicBezTo>
                  <a:cubicBezTo>
                    <a:pt x="3208" y="2337"/>
                    <a:pt x="3180" y="2289"/>
                    <a:pt x="3160" y="2237"/>
                  </a:cubicBezTo>
                  <a:cubicBezTo>
                    <a:pt x="3120" y="2137"/>
                    <a:pt x="3080" y="2041"/>
                    <a:pt x="3048" y="1957"/>
                  </a:cubicBezTo>
                  <a:cubicBezTo>
                    <a:pt x="3020" y="1877"/>
                    <a:pt x="2992" y="1809"/>
                    <a:pt x="2976" y="1757"/>
                  </a:cubicBezTo>
                  <a:lnTo>
                    <a:pt x="2948" y="1681"/>
                  </a:lnTo>
                  <a:lnTo>
                    <a:pt x="2948" y="1681"/>
                  </a:lnTo>
                  <a:cubicBezTo>
                    <a:pt x="2948" y="1681"/>
                    <a:pt x="2968" y="1797"/>
                    <a:pt x="3016" y="1969"/>
                  </a:cubicBezTo>
                  <a:cubicBezTo>
                    <a:pt x="3044" y="2053"/>
                    <a:pt x="3072" y="2153"/>
                    <a:pt x="3108" y="2257"/>
                  </a:cubicBezTo>
                  <a:cubicBezTo>
                    <a:pt x="3128" y="2305"/>
                    <a:pt x="3148" y="2361"/>
                    <a:pt x="3172" y="2413"/>
                  </a:cubicBezTo>
                  <a:cubicBezTo>
                    <a:pt x="3192" y="2469"/>
                    <a:pt x="3220" y="2521"/>
                    <a:pt x="3240" y="2573"/>
                  </a:cubicBezTo>
                  <a:cubicBezTo>
                    <a:pt x="3264" y="2629"/>
                    <a:pt x="3296" y="2681"/>
                    <a:pt x="3320" y="2733"/>
                  </a:cubicBezTo>
                  <a:cubicBezTo>
                    <a:pt x="3344" y="2785"/>
                    <a:pt x="3376" y="2833"/>
                    <a:pt x="3404" y="2885"/>
                  </a:cubicBezTo>
                  <a:cubicBezTo>
                    <a:pt x="3432" y="2933"/>
                    <a:pt x="3464" y="2973"/>
                    <a:pt x="3492" y="3017"/>
                  </a:cubicBezTo>
                  <a:cubicBezTo>
                    <a:pt x="3520" y="3061"/>
                    <a:pt x="3548" y="3097"/>
                    <a:pt x="3576" y="3133"/>
                  </a:cubicBezTo>
                  <a:lnTo>
                    <a:pt x="3588" y="3149"/>
                  </a:lnTo>
                  <a:cubicBezTo>
                    <a:pt x="3592" y="3177"/>
                    <a:pt x="3588" y="3209"/>
                    <a:pt x="3572" y="3237"/>
                  </a:cubicBezTo>
                  <a:cubicBezTo>
                    <a:pt x="3559" y="3264"/>
                    <a:pt x="3515" y="3275"/>
                    <a:pt x="3455" y="3275"/>
                  </a:cubicBezTo>
                  <a:cubicBezTo>
                    <a:pt x="3373" y="3275"/>
                    <a:pt x="3262" y="3255"/>
                    <a:pt x="3160" y="3229"/>
                  </a:cubicBezTo>
                  <a:cubicBezTo>
                    <a:pt x="3092" y="3185"/>
                    <a:pt x="3020" y="3141"/>
                    <a:pt x="2952" y="3089"/>
                  </a:cubicBezTo>
                  <a:cubicBezTo>
                    <a:pt x="2872" y="3037"/>
                    <a:pt x="2796" y="2973"/>
                    <a:pt x="2724" y="2917"/>
                  </a:cubicBezTo>
                  <a:cubicBezTo>
                    <a:pt x="2652" y="2861"/>
                    <a:pt x="2584" y="2805"/>
                    <a:pt x="2528" y="2761"/>
                  </a:cubicBezTo>
                  <a:cubicBezTo>
                    <a:pt x="2416" y="2665"/>
                    <a:pt x="2344" y="2601"/>
                    <a:pt x="2344" y="2601"/>
                  </a:cubicBezTo>
                  <a:lnTo>
                    <a:pt x="2344" y="2601"/>
                  </a:lnTo>
                  <a:cubicBezTo>
                    <a:pt x="2344" y="2601"/>
                    <a:pt x="2356" y="2621"/>
                    <a:pt x="2384" y="2653"/>
                  </a:cubicBezTo>
                  <a:cubicBezTo>
                    <a:pt x="2412" y="2685"/>
                    <a:pt x="2452" y="2733"/>
                    <a:pt x="2504" y="2785"/>
                  </a:cubicBezTo>
                  <a:cubicBezTo>
                    <a:pt x="2556" y="2841"/>
                    <a:pt x="2620" y="2901"/>
                    <a:pt x="2688" y="2961"/>
                  </a:cubicBezTo>
                  <a:cubicBezTo>
                    <a:pt x="2724" y="2989"/>
                    <a:pt x="2760" y="3025"/>
                    <a:pt x="2796" y="3053"/>
                  </a:cubicBezTo>
                  <a:cubicBezTo>
                    <a:pt x="2836" y="3081"/>
                    <a:pt x="2876" y="3113"/>
                    <a:pt x="2916" y="3141"/>
                  </a:cubicBezTo>
                  <a:cubicBezTo>
                    <a:pt x="2932" y="3153"/>
                    <a:pt x="2948" y="3165"/>
                    <a:pt x="2964" y="3177"/>
                  </a:cubicBezTo>
                  <a:lnTo>
                    <a:pt x="2884" y="3153"/>
                  </a:lnTo>
                  <a:lnTo>
                    <a:pt x="2884" y="3153"/>
                  </a:lnTo>
                  <a:cubicBezTo>
                    <a:pt x="2884" y="3153"/>
                    <a:pt x="3352" y="3577"/>
                    <a:pt x="3864" y="3577"/>
                  </a:cubicBezTo>
                  <a:lnTo>
                    <a:pt x="3856" y="3577"/>
                  </a:lnTo>
                  <a:lnTo>
                    <a:pt x="3780" y="3589"/>
                  </a:lnTo>
                  <a:lnTo>
                    <a:pt x="3720" y="3593"/>
                  </a:lnTo>
                  <a:cubicBezTo>
                    <a:pt x="3600" y="3589"/>
                    <a:pt x="3480" y="3569"/>
                    <a:pt x="3364" y="3533"/>
                  </a:cubicBezTo>
                  <a:cubicBezTo>
                    <a:pt x="3204" y="3489"/>
                    <a:pt x="3052" y="3425"/>
                    <a:pt x="2904" y="3345"/>
                  </a:cubicBezTo>
                  <a:cubicBezTo>
                    <a:pt x="2732" y="3253"/>
                    <a:pt x="2564" y="3149"/>
                    <a:pt x="2404" y="3029"/>
                  </a:cubicBezTo>
                  <a:cubicBezTo>
                    <a:pt x="2320" y="2969"/>
                    <a:pt x="2236" y="2901"/>
                    <a:pt x="2148" y="2829"/>
                  </a:cubicBezTo>
                  <a:cubicBezTo>
                    <a:pt x="2064" y="2761"/>
                    <a:pt x="1980" y="2685"/>
                    <a:pt x="1904" y="2605"/>
                  </a:cubicBezTo>
                  <a:cubicBezTo>
                    <a:pt x="1884" y="2585"/>
                    <a:pt x="1864" y="2565"/>
                    <a:pt x="1844" y="2541"/>
                  </a:cubicBezTo>
                  <a:lnTo>
                    <a:pt x="1792" y="2477"/>
                  </a:lnTo>
                  <a:cubicBezTo>
                    <a:pt x="1756" y="2437"/>
                    <a:pt x="1728" y="2393"/>
                    <a:pt x="1704" y="2349"/>
                  </a:cubicBezTo>
                  <a:cubicBezTo>
                    <a:pt x="1684" y="2309"/>
                    <a:pt x="1676" y="2265"/>
                    <a:pt x="1684" y="2225"/>
                  </a:cubicBezTo>
                  <a:cubicBezTo>
                    <a:pt x="1696" y="2173"/>
                    <a:pt x="1716" y="2125"/>
                    <a:pt x="1744" y="2081"/>
                  </a:cubicBezTo>
                  <a:cubicBezTo>
                    <a:pt x="1800" y="1981"/>
                    <a:pt x="1868" y="1873"/>
                    <a:pt x="1936" y="1765"/>
                  </a:cubicBezTo>
                  <a:lnTo>
                    <a:pt x="1984" y="1685"/>
                  </a:lnTo>
                  <a:lnTo>
                    <a:pt x="2036" y="1613"/>
                  </a:lnTo>
                  <a:cubicBezTo>
                    <a:pt x="2052" y="1589"/>
                    <a:pt x="2072" y="1569"/>
                    <a:pt x="2092" y="1549"/>
                  </a:cubicBezTo>
                  <a:lnTo>
                    <a:pt x="2124" y="1517"/>
                  </a:lnTo>
                  <a:cubicBezTo>
                    <a:pt x="2136" y="1505"/>
                    <a:pt x="2148" y="1497"/>
                    <a:pt x="2156" y="1485"/>
                  </a:cubicBezTo>
                  <a:cubicBezTo>
                    <a:pt x="2344" y="1329"/>
                    <a:pt x="2572" y="1229"/>
                    <a:pt x="2816" y="1197"/>
                  </a:cubicBezTo>
                  <a:cubicBezTo>
                    <a:pt x="2880" y="1186"/>
                    <a:pt x="2943" y="1181"/>
                    <a:pt x="3007" y="1181"/>
                  </a:cubicBezTo>
                  <a:close/>
                  <a:moveTo>
                    <a:pt x="756" y="2424"/>
                  </a:moveTo>
                  <a:cubicBezTo>
                    <a:pt x="765" y="2424"/>
                    <a:pt x="775" y="2424"/>
                    <a:pt x="784" y="2425"/>
                  </a:cubicBezTo>
                  <a:cubicBezTo>
                    <a:pt x="804" y="2425"/>
                    <a:pt x="820" y="2433"/>
                    <a:pt x="836" y="2445"/>
                  </a:cubicBezTo>
                  <a:lnTo>
                    <a:pt x="900" y="2517"/>
                  </a:lnTo>
                  <a:lnTo>
                    <a:pt x="1052" y="2665"/>
                  </a:lnTo>
                  <a:cubicBezTo>
                    <a:pt x="1152" y="2761"/>
                    <a:pt x="1256" y="2849"/>
                    <a:pt x="1360" y="2937"/>
                  </a:cubicBezTo>
                  <a:cubicBezTo>
                    <a:pt x="1564" y="3097"/>
                    <a:pt x="1784" y="3241"/>
                    <a:pt x="2016" y="3361"/>
                  </a:cubicBezTo>
                  <a:cubicBezTo>
                    <a:pt x="2220" y="3469"/>
                    <a:pt x="2440" y="3557"/>
                    <a:pt x="2664" y="3621"/>
                  </a:cubicBezTo>
                  <a:cubicBezTo>
                    <a:pt x="2724" y="3637"/>
                    <a:pt x="2780" y="3649"/>
                    <a:pt x="2836" y="3661"/>
                  </a:cubicBezTo>
                  <a:cubicBezTo>
                    <a:pt x="2492" y="3649"/>
                    <a:pt x="2148" y="3605"/>
                    <a:pt x="1904" y="3513"/>
                  </a:cubicBezTo>
                  <a:cubicBezTo>
                    <a:pt x="1804" y="3473"/>
                    <a:pt x="1740" y="3456"/>
                    <a:pt x="1705" y="3456"/>
                  </a:cubicBezTo>
                  <a:cubicBezTo>
                    <a:pt x="1606" y="3456"/>
                    <a:pt x="1732" y="3587"/>
                    <a:pt x="1920" y="3705"/>
                  </a:cubicBezTo>
                  <a:lnTo>
                    <a:pt x="1872" y="3689"/>
                  </a:lnTo>
                  <a:cubicBezTo>
                    <a:pt x="1824" y="3673"/>
                    <a:pt x="1776" y="3653"/>
                    <a:pt x="1728" y="3633"/>
                  </a:cubicBezTo>
                  <a:cubicBezTo>
                    <a:pt x="1628" y="3593"/>
                    <a:pt x="1524" y="3545"/>
                    <a:pt x="1420" y="3493"/>
                  </a:cubicBezTo>
                  <a:cubicBezTo>
                    <a:pt x="1320" y="3441"/>
                    <a:pt x="1216" y="3385"/>
                    <a:pt x="1124" y="3333"/>
                  </a:cubicBezTo>
                  <a:cubicBezTo>
                    <a:pt x="1028" y="3281"/>
                    <a:pt x="940" y="3233"/>
                    <a:pt x="868" y="3189"/>
                  </a:cubicBezTo>
                  <a:lnTo>
                    <a:pt x="616" y="3037"/>
                  </a:lnTo>
                  <a:lnTo>
                    <a:pt x="616" y="3037"/>
                  </a:lnTo>
                  <a:cubicBezTo>
                    <a:pt x="616" y="3037"/>
                    <a:pt x="640" y="3057"/>
                    <a:pt x="680" y="3089"/>
                  </a:cubicBezTo>
                  <a:cubicBezTo>
                    <a:pt x="716" y="3117"/>
                    <a:pt x="776" y="3165"/>
                    <a:pt x="848" y="3213"/>
                  </a:cubicBezTo>
                  <a:cubicBezTo>
                    <a:pt x="916" y="3265"/>
                    <a:pt x="1000" y="3321"/>
                    <a:pt x="1092" y="3377"/>
                  </a:cubicBezTo>
                  <a:cubicBezTo>
                    <a:pt x="1184" y="3437"/>
                    <a:pt x="1288" y="3493"/>
                    <a:pt x="1392" y="3545"/>
                  </a:cubicBezTo>
                  <a:cubicBezTo>
                    <a:pt x="1496" y="3597"/>
                    <a:pt x="1600" y="3641"/>
                    <a:pt x="1708" y="3681"/>
                  </a:cubicBezTo>
                  <a:cubicBezTo>
                    <a:pt x="1756" y="3701"/>
                    <a:pt x="1808" y="3717"/>
                    <a:pt x="1856" y="3729"/>
                  </a:cubicBezTo>
                  <a:cubicBezTo>
                    <a:pt x="1904" y="3741"/>
                    <a:pt x="1952" y="3753"/>
                    <a:pt x="1996" y="3761"/>
                  </a:cubicBezTo>
                  <a:lnTo>
                    <a:pt x="2032" y="3765"/>
                  </a:lnTo>
                  <a:lnTo>
                    <a:pt x="2060" y="3777"/>
                  </a:lnTo>
                  <a:lnTo>
                    <a:pt x="2036" y="3777"/>
                  </a:lnTo>
                  <a:cubicBezTo>
                    <a:pt x="1788" y="3757"/>
                    <a:pt x="1540" y="3713"/>
                    <a:pt x="1296" y="3653"/>
                  </a:cubicBezTo>
                  <a:cubicBezTo>
                    <a:pt x="1036" y="3589"/>
                    <a:pt x="784" y="3481"/>
                    <a:pt x="556" y="3341"/>
                  </a:cubicBezTo>
                  <a:cubicBezTo>
                    <a:pt x="440" y="3265"/>
                    <a:pt x="332" y="3181"/>
                    <a:pt x="236" y="3081"/>
                  </a:cubicBezTo>
                  <a:cubicBezTo>
                    <a:pt x="192" y="3029"/>
                    <a:pt x="152" y="2973"/>
                    <a:pt x="124" y="2913"/>
                  </a:cubicBezTo>
                  <a:cubicBezTo>
                    <a:pt x="112" y="2885"/>
                    <a:pt x="104" y="2857"/>
                    <a:pt x="100" y="2829"/>
                  </a:cubicBezTo>
                  <a:cubicBezTo>
                    <a:pt x="100" y="2817"/>
                    <a:pt x="104" y="2805"/>
                    <a:pt x="108" y="2797"/>
                  </a:cubicBezTo>
                  <a:lnTo>
                    <a:pt x="108" y="2789"/>
                  </a:lnTo>
                  <a:lnTo>
                    <a:pt x="112" y="2781"/>
                  </a:lnTo>
                  <a:cubicBezTo>
                    <a:pt x="116" y="2777"/>
                    <a:pt x="124" y="2765"/>
                    <a:pt x="128" y="2761"/>
                  </a:cubicBezTo>
                  <a:cubicBezTo>
                    <a:pt x="208" y="2661"/>
                    <a:pt x="316" y="2577"/>
                    <a:pt x="432" y="2521"/>
                  </a:cubicBezTo>
                  <a:cubicBezTo>
                    <a:pt x="492" y="2489"/>
                    <a:pt x="552" y="2465"/>
                    <a:pt x="616" y="2449"/>
                  </a:cubicBezTo>
                  <a:cubicBezTo>
                    <a:pt x="659" y="2432"/>
                    <a:pt x="708" y="2424"/>
                    <a:pt x="756" y="2424"/>
                  </a:cubicBezTo>
                  <a:close/>
                  <a:moveTo>
                    <a:pt x="5260" y="2869"/>
                  </a:moveTo>
                  <a:lnTo>
                    <a:pt x="5260" y="2869"/>
                  </a:lnTo>
                  <a:cubicBezTo>
                    <a:pt x="5272" y="2917"/>
                    <a:pt x="5264" y="2969"/>
                    <a:pt x="5240" y="3013"/>
                  </a:cubicBezTo>
                  <a:cubicBezTo>
                    <a:pt x="5216" y="3061"/>
                    <a:pt x="5184" y="3105"/>
                    <a:pt x="5152" y="3145"/>
                  </a:cubicBezTo>
                  <a:cubicBezTo>
                    <a:pt x="5084" y="3229"/>
                    <a:pt x="5012" y="3309"/>
                    <a:pt x="4932" y="3381"/>
                  </a:cubicBezTo>
                  <a:lnTo>
                    <a:pt x="4700" y="3617"/>
                  </a:lnTo>
                  <a:cubicBezTo>
                    <a:pt x="4624" y="3693"/>
                    <a:pt x="4544" y="3773"/>
                    <a:pt x="4472" y="3861"/>
                  </a:cubicBezTo>
                  <a:cubicBezTo>
                    <a:pt x="4432" y="3905"/>
                    <a:pt x="4396" y="3953"/>
                    <a:pt x="4364" y="4001"/>
                  </a:cubicBezTo>
                  <a:cubicBezTo>
                    <a:pt x="4348" y="4029"/>
                    <a:pt x="4332" y="4057"/>
                    <a:pt x="4316" y="4085"/>
                  </a:cubicBezTo>
                  <a:cubicBezTo>
                    <a:pt x="4308" y="4101"/>
                    <a:pt x="4304" y="4117"/>
                    <a:pt x="4296" y="4133"/>
                  </a:cubicBezTo>
                  <a:lnTo>
                    <a:pt x="4288" y="4161"/>
                  </a:lnTo>
                  <a:cubicBezTo>
                    <a:pt x="4288" y="4177"/>
                    <a:pt x="4284" y="4189"/>
                    <a:pt x="4284" y="4201"/>
                  </a:cubicBezTo>
                  <a:cubicBezTo>
                    <a:pt x="4284" y="4213"/>
                    <a:pt x="4284" y="4225"/>
                    <a:pt x="4284" y="4233"/>
                  </a:cubicBezTo>
                  <a:lnTo>
                    <a:pt x="4284" y="4245"/>
                  </a:lnTo>
                  <a:lnTo>
                    <a:pt x="4284" y="4253"/>
                  </a:lnTo>
                  <a:cubicBezTo>
                    <a:pt x="4284" y="4253"/>
                    <a:pt x="4287" y="4269"/>
                    <a:pt x="4286" y="4269"/>
                  </a:cubicBezTo>
                  <a:cubicBezTo>
                    <a:pt x="4286" y="4269"/>
                    <a:pt x="4285" y="4268"/>
                    <a:pt x="4284" y="4265"/>
                  </a:cubicBezTo>
                  <a:lnTo>
                    <a:pt x="4284" y="4265"/>
                  </a:lnTo>
                  <a:cubicBezTo>
                    <a:pt x="4288" y="4285"/>
                    <a:pt x="4296" y="4305"/>
                    <a:pt x="4300" y="4325"/>
                  </a:cubicBezTo>
                  <a:cubicBezTo>
                    <a:pt x="4308" y="4341"/>
                    <a:pt x="4316" y="4357"/>
                    <a:pt x="4324" y="4373"/>
                  </a:cubicBezTo>
                  <a:cubicBezTo>
                    <a:pt x="4336" y="4389"/>
                    <a:pt x="4344" y="4405"/>
                    <a:pt x="4356" y="4417"/>
                  </a:cubicBezTo>
                  <a:cubicBezTo>
                    <a:pt x="4392" y="4469"/>
                    <a:pt x="4436" y="4513"/>
                    <a:pt x="4488" y="4553"/>
                  </a:cubicBezTo>
                  <a:cubicBezTo>
                    <a:pt x="4532" y="4589"/>
                    <a:pt x="4584" y="4621"/>
                    <a:pt x="4632" y="4653"/>
                  </a:cubicBezTo>
                  <a:cubicBezTo>
                    <a:pt x="4684" y="4685"/>
                    <a:pt x="4732" y="4709"/>
                    <a:pt x="4784" y="4737"/>
                  </a:cubicBezTo>
                  <a:cubicBezTo>
                    <a:pt x="4832" y="4761"/>
                    <a:pt x="4884" y="4785"/>
                    <a:pt x="4936" y="4809"/>
                  </a:cubicBezTo>
                  <a:cubicBezTo>
                    <a:pt x="4968" y="4821"/>
                    <a:pt x="5000" y="4833"/>
                    <a:pt x="5036" y="4849"/>
                  </a:cubicBezTo>
                  <a:lnTo>
                    <a:pt x="5020" y="4869"/>
                  </a:lnTo>
                  <a:cubicBezTo>
                    <a:pt x="5008" y="4877"/>
                    <a:pt x="5000" y="4889"/>
                    <a:pt x="4988" y="4901"/>
                  </a:cubicBezTo>
                  <a:cubicBezTo>
                    <a:pt x="4948" y="4937"/>
                    <a:pt x="4908" y="4973"/>
                    <a:pt x="4868" y="5009"/>
                  </a:cubicBezTo>
                  <a:cubicBezTo>
                    <a:pt x="4844" y="5001"/>
                    <a:pt x="4820" y="4997"/>
                    <a:pt x="4800" y="4993"/>
                  </a:cubicBezTo>
                  <a:cubicBezTo>
                    <a:pt x="4768" y="4985"/>
                    <a:pt x="4736" y="4973"/>
                    <a:pt x="4704" y="4965"/>
                  </a:cubicBezTo>
                  <a:cubicBezTo>
                    <a:pt x="4640" y="4941"/>
                    <a:pt x="4576" y="4917"/>
                    <a:pt x="4516" y="4885"/>
                  </a:cubicBezTo>
                  <a:cubicBezTo>
                    <a:pt x="4484" y="4873"/>
                    <a:pt x="4456" y="4857"/>
                    <a:pt x="4428" y="4837"/>
                  </a:cubicBezTo>
                  <a:cubicBezTo>
                    <a:pt x="4396" y="4821"/>
                    <a:pt x="4368" y="4801"/>
                    <a:pt x="4344" y="4781"/>
                  </a:cubicBezTo>
                  <a:cubicBezTo>
                    <a:pt x="4316" y="4761"/>
                    <a:pt x="4288" y="4737"/>
                    <a:pt x="4264" y="4717"/>
                  </a:cubicBezTo>
                  <a:cubicBezTo>
                    <a:pt x="4240" y="4697"/>
                    <a:pt x="4216" y="4673"/>
                    <a:pt x="4192" y="4645"/>
                  </a:cubicBezTo>
                  <a:cubicBezTo>
                    <a:pt x="4168" y="4621"/>
                    <a:pt x="4148" y="4597"/>
                    <a:pt x="4128" y="4569"/>
                  </a:cubicBezTo>
                  <a:lnTo>
                    <a:pt x="4064" y="4485"/>
                  </a:lnTo>
                  <a:cubicBezTo>
                    <a:pt x="4020" y="4429"/>
                    <a:pt x="3976" y="4377"/>
                    <a:pt x="3928" y="4321"/>
                  </a:cubicBezTo>
                  <a:cubicBezTo>
                    <a:pt x="3884" y="4269"/>
                    <a:pt x="3840" y="4217"/>
                    <a:pt x="3792" y="4165"/>
                  </a:cubicBezTo>
                  <a:cubicBezTo>
                    <a:pt x="3764" y="4137"/>
                    <a:pt x="3740" y="4113"/>
                    <a:pt x="3716" y="4089"/>
                  </a:cubicBezTo>
                  <a:cubicBezTo>
                    <a:pt x="3692" y="4061"/>
                    <a:pt x="3668" y="4037"/>
                    <a:pt x="3636" y="4013"/>
                  </a:cubicBezTo>
                  <a:lnTo>
                    <a:pt x="3616" y="3997"/>
                  </a:lnTo>
                  <a:lnTo>
                    <a:pt x="3580" y="3997"/>
                  </a:lnTo>
                  <a:lnTo>
                    <a:pt x="3376" y="4017"/>
                  </a:lnTo>
                  <a:lnTo>
                    <a:pt x="3172" y="4041"/>
                  </a:lnTo>
                  <a:lnTo>
                    <a:pt x="2764" y="4089"/>
                  </a:lnTo>
                  <a:cubicBezTo>
                    <a:pt x="2732" y="4093"/>
                    <a:pt x="2696" y="4101"/>
                    <a:pt x="2664" y="4101"/>
                  </a:cubicBezTo>
                  <a:cubicBezTo>
                    <a:pt x="2617" y="4107"/>
                    <a:pt x="2570" y="4111"/>
                    <a:pt x="2524" y="4111"/>
                  </a:cubicBezTo>
                  <a:cubicBezTo>
                    <a:pt x="2506" y="4111"/>
                    <a:pt x="2489" y="4110"/>
                    <a:pt x="2472" y="4109"/>
                  </a:cubicBezTo>
                  <a:cubicBezTo>
                    <a:pt x="2440" y="4105"/>
                    <a:pt x="2404" y="4105"/>
                    <a:pt x="2376" y="4101"/>
                  </a:cubicBezTo>
                  <a:cubicBezTo>
                    <a:pt x="2340" y="4093"/>
                    <a:pt x="2312" y="4089"/>
                    <a:pt x="2280" y="4077"/>
                  </a:cubicBezTo>
                  <a:cubicBezTo>
                    <a:pt x="2248" y="4069"/>
                    <a:pt x="2216" y="4061"/>
                    <a:pt x="2188" y="4045"/>
                  </a:cubicBezTo>
                  <a:cubicBezTo>
                    <a:pt x="2132" y="4021"/>
                    <a:pt x="2080" y="3985"/>
                    <a:pt x="2036" y="3941"/>
                  </a:cubicBezTo>
                  <a:lnTo>
                    <a:pt x="2036" y="3941"/>
                  </a:lnTo>
                  <a:cubicBezTo>
                    <a:pt x="2167" y="3958"/>
                    <a:pt x="2299" y="3966"/>
                    <a:pt x="2431" y="3966"/>
                  </a:cubicBezTo>
                  <a:cubicBezTo>
                    <a:pt x="2526" y="3966"/>
                    <a:pt x="2621" y="3962"/>
                    <a:pt x="2716" y="3953"/>
                  </a:cubicBezTo>
                  <a:cubicBezTo>
                    <a:pt x="2744" y="3953"/>
                    <a:pt x="2772" y="3949"/>
                    <a:pt x="2800" y="3945"/>
                  </a:cubicBezTo>
                  <a:cubicBezTo>
                    <a:pt x="2907" y="3970"/>
                    <a:pt x="3066" y="3978"/>
                    <a:pt x="3224" y="3978"/>
                  </a:cubicBezTo>
                  <a:cubicBezTo>
                    <a:pt x="3504" y="3978"/>
                    <a:pt x="3784" y="3953"/>
                    <a:pt x="3784" y="3953"/>
                  </a:cubicBezTo>
                  <a:cubicBezTo>
                    <a:pt x="3784" y="3953"/>
                    <a:pt x="3744" y="3929"/>
                    <a:pt x="3808" y="3793"/>
                  </a:cubicBezTo>
                  <a:cubicBezTo>
                    <a:pt x="3847" y="3713"/>
                    <a:pt x="3913" y="3678"/>
                    <a:pt x="3990" y="3678"/>
                  </a:cubicBezTo>
                  <a:cubicBezTo>
                    <a:pt x="4040" y="3678"/>
                    <a:pt x="4094" y="3692"/>
                    <a:pt x="4148" y="3717"/>
                  </a:cubicBezTo>
                  <a:cubicBezTo>
                    <a:pt x="4184" y="3734"/>
                    <a:pt x="4214" y="3741"/>
                    <a:pt x="4240" y="3741"/>
                  </a:cubicBezTo>
                  <a:cubicBezTo>
                    <a:pt x="4317" y="3741"/>
                    <a:pt x="4352" y="3685"/>
                    <a:pt x="4352" y="3685"/>
                  </a:cubicBezTo>
                  <a:cubicBezTo>
                    <a:pt x="4492" y="3557"/>
                    <a:pt x="4620" y="3417"/>
                    <a:pt x="4728" y="3261"/>
                  </a:cubicBezTo>
                  <a:lnTo>
                    <a:pt x="4816" y="3205"/>
                  </a:lnTo>
                  <a:lnTo>
                    <a:pt x="4928" y="3137"/>
                  </a:lnTo>
                  <a:cubicBezTo>
                    <a:pt x="4964" y="3113"/>
                    <a:pt x="5000" y="3081"/>
                    <a:pt x="5036" y="3053"/>
                  </a:cubicBezTo>
                  <a:lnTo>
                    <a:pt x="5156" y="2965"/>
                  </a:lnTo>
                  <a:cubicBezTo>
                    <a:pt x="5192" y="2933"/>
                    <a:pt x="5224" y="2901"/>
                    <a:pt x="5260" y="2869"/>
                  </a:cubicBezTo>
                  <a:close/>
                  <a:moveTo>
                    <a:pt x="5695" y="0"/>
                  </a:moveTo>
                  <a:cubicBezTo>
                    <a:pt x="5630" y="0"/>
                    <a:pt x="5568" y="12"/>
                    <a:pt x="5508" y="29"/>
                  </a:cubicBezTo>
                  <a:cubicBezTo>
                    <a:pt x="5372" y="65"/>
                    <a:pt x="5248" y="129"/>
                    <a:pt x="5136" y="217"/>
                  </a:cubicBezTo>
                  <a:cubicBezTo>
                    <a:pt x="5096" y="249"/>
                    <a:pt x="5056" y="281"/>
                    <a:pt x="5020" y="317"/>
                  </a:cubicBezTo>
                  <a:cubicBezTo>
                    <a:pt x="5020" y="317"/>
                    <a:pt x="5020" y="313"/>
                    <a:pt x="5020" y="313"/>
                  </a:cubicBezTo>
                  <a:cubicBezTo>
                    <a:pt x="5028" y="265"/>
                    <a:pt x="5024" y="213"/>
                    <a:pt x="5004" y="169"/>
                  </a:cubicBezTo>
                  <a:cubicBezTo>
                    <a:pt x="4972" y="109"/>
                    <a:pt x="4920" y="61"/>
                    <a:pt x="4860" y="37"/>
                  </a:cubicBezTo>
                  <a:cubicBezTo>
                    <a:pt x="4810" y="18"/>
                    <a:pt x="4754" y="7"/>
                    <a:pt x="4699" y="7"/>
                  </a:cubicBezTo>
                  <a:cubicBezTo>
                    <a:pt x="4685" y="7"/>
                    <a:pt x="4670" y="7"/>
                    <a:pt x="4656" y="9"/>
                  </a:cubicBezTo>
                  <a:lnTo>
                    <a:pt x="4624" y="9"/>
                  </a:lnTo>
                  <a:lnTo>
                    <a:pt x="4600" y="13"/>
                  </a:lnTo>
                  <a:lnTo>
                    <a:pt x="4552" y="25"/>
                  </a:lnTo>
                  <a:cubicBezTo>
                    <a:pt x="4516" y="41"/>
                    <a:pt x="4480" y="53"/>
                    <a:pt x="4448" y="69"/>
                  </a:cubicBezTo>
                  <a:cubicBezTo>
                    <a:pt x="4380" y="105"/>
                    <a:pt x="4316" y="137"/>
                    <a:pt x="4252" y="169"/>
                  </a:cubicBezTo>
                  <a:lnTo>
                    <a:pt x="4152" y="213"/>
                  </a:lnTo>
                  <a:cubicBezTo>
                    <a:pt x="4116" y="229"/>
                    <a:pt x="4080" y="245"/>
                    <a:pt x="4044" y="257"/>
                  </a:cubicBezTo>
                  <a:cubicBezTo>
                    <a:pt x="4008" y="273"/>
                    <a:pt x="3976" y="289"/>
                    <a:pt x="3940" y="305"/>
                  </a:cubicBezTo>
                  <a:cubicBezTo>
                    <a:pt x="3904" y="321"/>
                    <a:pt x="3876" y="341"/>
                    <a:pt x="3844" y="365"/>
                  </a:cubicBezTo>
                  <a:cubicBezTo>
                    <a:pt x="3780" y="405"/>
                    <a:pt x="3724" y="449"/>
                    <a:pt x="3668" y="497"/>
                  </a:cubicBezTo>
                  <a:cubicBezTo>
                    <a:pt x="3612" y="545"/>
                    <a:pt x="3564" y="597"/>
                    <a:pt x="3524" y="653"/>
                  </a:cubicBezTo>
                  <a:cubicBezTo>
                    <a:pt x="3504" y="685"/>
                    <a:pt x="3484" y="713"/>
                    <a:pt x="3468" y="749"/>
                  </a:cubicBezTo>
                  <a:lnTo>
                    <a:pt x="3452" y="789"/>
                  </a:lnTo>
                  <a:lnTo>
                    <a:pt x="3436" y="841"/>
                  </a:lnTo>
                  <a:cubicBezTo>
                    <a:pt x="3408" y="933"/>
                    <a:pt x="3408" y="1033"/>
                    <a:pt x="3428" y="1129"/>
                  </a:cubicBezTo>
                  <a:cubicBezTo>
                    <a:pt x="3428" y="1145"/>
                    <a:pt x="3432" y="1161"/>
                    <a:pt x="3436" y="1173"/>
                  </a:cubicBezTo>
                  <a:cubicBezTo>
                    <a:pt x="3412" y="1165"/>
                    <a:pt x="3384" y="1157"/>
                    <a:pt x="3356" y="1153"/>
                  </a:cubicBezTo>
                  <a:lnTo>
                    <a:pt x="3268" y="1137"/>
                  </a:lnTo>
                  <a:lnTo>
                    <a:pt x="3172" y="1129"/>
                  </a:lnTo>
                  <a:cubicBezTo>
                    <a:pt x="3144" y="1125"/>
                    <a:pt x="3112" y="1125"/>
                    <a:pt x="3080" y="1125"/>
                  </a:cubicBezTo>
                  <a:lnTo>
                    <a:pt x="2988" y="1125"/>
                  </a:lnTo>
                  <a:cubicBezTo>
                    <a:pt x="2924" y="1129"/>
                    <a:pt x="2860" y="1133"/>
                    <a:pt x="2800" y="1141"/>
                  </a:cubicBezTo>
                  <a:cubicBezTo>
                    <a:pt x="2684" y="1157"/>
                    <a:pt x="2568" y="1185"/>
                    <a:pt x="2456" y="1225"/>
                  </a:cubicBezTo>
                  <a:cubicBezTo>
                    <a:pt x="2452" y="1209"/>
                    <a:pt x="2448" y="1197"/>
                    <a:pt x="2440" y="1189"/>
                  </a:cubicBezTo>
                  <a:cubicBezTo>
                    <a:pt x="2432" y="1173"/>
                    <a:pt x="2424" y="1157"/>
                    <a:pt x="2412" y="1145"/>
                  </a:cubicBezTo>
                  <a:cubicBezTo>
                    <a:pt x="2380" y="1105"/>
                    <a:pt x="2340" y="1073"/>
                    <a:pt x="2296" y="1053"/>
                  </a:cubicBezTo>
                  <a:cubicBezTo>
                    <a:pt x="2236" y="1021"/>
                    <a:pt x="2168" y="1005"/>
                    <a:pt x="2104" y="1005"/>
                  </a:cubicBezTo>
                  <a:cubicBezTo>
                    <a:pt x="2064" y="1005"/>
                    <a:pt x="2024" y="1009"/>
                    <a:pt x="1988" y="1021"/>
                  </a:cubicBezTo>
                  <a:cubicBezTo>
                    <a:pt x="1944" y="1029"/>
                    <a:pt x="1900" y="1049"/>
                    <a:pt x="1860" y="1077"/>
                  </a:cubicBezTo>
                  <a:lnTo>
                    <a:pt x="1840" y="1089"/>
                  </a:lnTo>
                  <a:lnTo>
                    <a:pt x="1836" y="1093"/>
                  </a:lnTo>
                  <a:lnTo>
                    <a:pt x="1828" y="1101"/>
                  </a:lnTo>
                  <a:lnTo>
                    <a:pt x="1820" y="1105"/>
                  </a:lnTo>
                  <a:cubicBezTo>
                    <a:pt x="1816" y="1105"/>
                    <a:pt x="1816" y="1109"/>
                    <a:pt x="1808" y="1113"/>
                  </a:cubicBezTo>
                  <a:lnTo>
                    <a:pt x="1792" y="1121"/>
                  </a:lnTo>
                  <a:cubicBezTo>
                    <a:pt x="1764" y="1133"/>
                    <a:pt x="1732" y="1149"/>
                    <a:pt x="1700" y="1161"/>
                  </a:cubicBezTo>
                  <a:lnTo>
                    <a:pt x="1480" y="1245"/>
                  </a:lnTo>
                  <a:cubicBezTo>
                    <a:pt x="1404" y="1277"/>
                    <a:pt x="1328" y="1313"/>
                    <a:pt x="1256" y="1357"/>
                  </a:cubicBezTo>
                  <a:cubicBezTo>
                    <a:pt x="1184" y="1401"/>
                    <a:pt x="1112" y="1441"/>
                    <a:pt x="1040" y="1485"/>
                  </a:cubicBezTo>
                  <a:cubicBezTo>
                    <a:pt x="1024" y="1497"/>
                    <a:pt x="1008" y="1509"/>
                    <a:pt x="992" y="1521"/>
                  </a:cubicBezTo>
                  <a:cubicBezTo>
                    <a:pt x="972" y="1533"/>
                    <a:pt x="956" y="1545"/>
                    <a:pt x="940" y="1557"/>
                  </a:cubicBezTo>
                  <a:lnTo>
                    <a:pt x="892" y="1597"/>
                  </a:lnTo>
                  <a:lnTo>
                    <a:pt x="848" y="1637"/>
                  </a:lnTo>
                  <a:cubicBezTo>
                    <a:pt x="784" y="1701"/>
                    <a:pt x="744" y="1777"/>
                    <a:pt x="724" y="1861"/>
                  </a:cubicBezTo>
                  <a:cubicBezTo>
                    <a:pt x="716" y="1937"/>
                    <a:pt x="716" y="2009"/>
                    <a:pt x="736" y="2085"/>
                  </a:cubicBezTo>
                  <a:cubicBezTo>
                    <a:pt x="748" y="2141"/>
                    <a:pt x="772" y="2201"/>
                    <a:pt x="800" y="2257"/>
                  </a:cubicBezTo>
                  <a:cubicBezTo>
                    <a:pt x="790" y="2257"/>
                    <a:pt x="780" y="2256"/>
                    <a:pt x="770" y="2256"/>
                  </a:cubicBezTo>
                  <a:cubicBezTo>
                    <a:pt x="700" y="2256"/>
                    <a:pt x="631" y="2269"/>
                    <a:pt x="564" y="2293"/>
                  </a:cubicBezTo>
                  <a:cubicBezTo>
                    <a:pt x="492" y="2321"/>
                    <a:pt x="428" y="2353"/>
                    <a:pt x="364" y="2393"/>
                  </a:cubicBezTo>
                  <a:cubicBezTo>
                    <a:pt x="300" y="2433"/>
                    <a:pt x="240" y="2477"/>
                    <a:pt x="184" y="2529"/>
                  </a:cubicBezTo>
                  <a:cubicBezTo>
                    <a:pt x="128" y="2581"/>
                    <a:pt x="76" y="2637"/>
                    <a:pt x="36" y="2705"/>
                  </a:cubicBezTo>
                  <a:cubicBezTo>
                    <a:pt x="32" y="2713"/>
                    <a:pt x="28" y="2721"/>
                    <a:pt x="24" y="2729"/>
                  </a:cubicBezTo>
                  <a:lnTo>
                    <a:pt x="20" y="2737"/>
                  </a:lnTo>
                  <a:cubicBezTo>
                    <a:pt x="16" y="2737"/>
                    <a:pt x="16" y="2741"/>
                    <a:pt x="16" y="2745"/>
                  </a:cubicBezTo>
                  <a:lnTo>
                    <a:pt x="8" y="2765"/>
                  </a:lnTo>
                  <a:cubicBezTo>
                    <a:pt x="4" y="2785"/>
                    <a:pt x="0" y="2809"/>
                    <a:pt x="4" y="2833"/>
                  </a:cubicBezTo>
                  <a:cubicBezTo>
                    <a:pt x="8" y="2877"/>
                    <a:pt x="24" y="2913"/>
                    <a:pt x="44" y="2949"/>
                  </a:cubicBezTo>
                  <a:cubicBezTo>
                    <a:pt x="84" y="3017"/>
                    <a:pt x="132" y="3073"/>
                    <a:pt x="188" y="3125"/>
                  </a:cubicBezTo>
                  <a:cubicBezTo>
                    <a:pt x="288" y="3221"/>
                    <a:pt x="404" y="3309"/>
                    <a:pt x="524" y="3385"/>
                  </a:cubicBezTo>
                  <a:cubicBezTo>
                    <a:pt x="760" y="3529"/>
                    <a:pt x="1008" y="3649"/>
                    <a:pt x="1268" y="3745"/>
                  </a:cubicBezTo>
                  <a:cubicBezTo>
                    <a:pt x="1508" y="3841"/>
                    <a:pt x="1760" y="3905"/>
                    <a:pt x="2016" y="3937"/>
                  </a:cubicBezTo>
                  <a:lnTo>
                    <a:pt x="2008" y="3945"/>
                  </a:lnTo>
                  <a:cubicBezTo>
                    <a:pt x="2044" y="4009"/>
                    <a:pt x="2092" y="4061"/>
                    <a:pt x="2152" y="4105"/>
                  </a:cubicBezTo>
                  <a:cubicBezTo>
                    <a:pt x="2184" y="4125"/>
                    <a:pt x="2216" y="4141"/>
                    <a:pt x="2248" y="4157"/>
                  </a:cubicBezTo>
                  <a:cubicBezTo>
                    <a:pt x="2280" y="4173"/>
                    <a:pt x="2312" y="4189"/>
                    <a:pt x="2348" y="4197"/>
                  </a:cubicBezTo>
                  <a:cubicBezTo>
                    <a:pt x="2384" y="4209"/>
                    <a:pt x="2420" y="4217"/>
                    <a:pt x="2456" y="4225"/>
                  </a:cubicBezTo>
                  <a:cubicBezTo>
                    <a:pt x="2492" y="4229"/>
                    <a:pt x="2528" y="4237"/>
                    <a:pt x="2564" y="4237"/>
                  </a:cubicBezTo>
                  <a:cubicBezTo>
                    <a:pt x="2600" y="4241"/>
                    <a:pt x="2636" y="4241"/>
                    <a:pt x="2672" y="4241"/>
                  </a:cubicBezTo>
                  <a:cubicBezTo>
                    <a:pt x="2708" y="4241"/>
                    <a:pt x="2740" y="4241"/>
                    <a:pt x="2776" y="4237"/>
                  </a:cubicBezTo>
                  <a:cubicBezTo>
                    <a:pt x="2916" y="4233"/>
                    <a:pt x="3052" y="4221"/>
                    <a:pt x="3188" y="4209"/>
                  </a:cubicBezTo>
                  <a:cubicBezTo>
                    <a:pt x="3316" y="4197"/>
                    <a:pt x="3444" y="4177"/>
                    <a:pt x="3572" y="4153"/>
                  </a:cubicBezTo>
                  <a:lnTo>
                    <a:pt x="3624" y="4193"/>
                  </a:lnTo>
                  <a:lnTo>
                    <a:pt x="3704" y="4253"/>
                  </a:lnTo>
                  <a:cubicBezTo>
                    <a:pt x="3756" y="4297"/>
                    <a:pt x="3808" y="4341"/>
                    <a:pt x="3860" y="4385"/>
                  </a:cubicBezTo>
                  <a:cubicBezTo>
                    <a:pt x="3912" y="4433"/>
                    <a:pt x="3960" y="4481"/>
                    <a:pt x="4008" y="4529"/>
                  </a:cubicBezTo>
                  <a:cubicBezTo>
                    <a:pt x="4028" y="4553"/>
                    <a:pt x="4052" y="4581"/>
                    <a:pt x="4076" y="4605"/>
                  </a:cubicBezTo>
                  <a:cubicBezTo>
                    <a:pt x="4096" y="4633"/>
                    <a:pt x="4124" y="4661"/>
                    <a:pt x="4144" y="4685"/>
                  </a:cubicBezTo>
                  <a:cubicBezTo>
                    <a:pt x="4168" y="4709"/>
                    <a:pt x="4196" y="4733"/>
                    <a:pt x="4220" y="4761"/>
                  </a:cubicBezTo>
                  <a:cubicBezTo>
                    <a:pt x="4248" y="4785"/>
                    <a:pt x="4272" y="4809"/>
                    <a:pt x="4304" y="4829"/>
                  </a:cubicBezTo>
                  <a:cubicBezTo>
                    <a:pt x="4332" y="4849"/>
                    <a:pt x="4360" y="4873"/>
                    <a:pt x="4388" y="4893"/>
                  </a:cubicBezTo>
                  <a:cubicBezTo>
                    <a:pt x="4416" y="4913"/>
                    <a:pt x="4448" y="4929"/>
                    <a:pt x="4476" y="4949"/>
                  </a:cubicBezTo>
                  <a:cubicBezTo>
                    <a:pt x="4536" y="4985"/>
                    <a:pt x="4600" y="5017"/>
                    <a:pt x="4664" y="5049"/>
                  </a:cubicBezTo>
                  <a:cubicBezTo>
                    <a:pt x="4696" y="5065"/>
                    <a:pt x="4728" y="5077"/>
                    <a:pt x="4764" y="5093"/>
                  </a:cubicBezTo>
                  <a:cubicBezTo>
                    <a:pt x="4800" y="5105"/>
                    <a:pt x="4832" y="5117"/>
                    <a:pt x="4868" y="5129"/>
                  </a:cubicBezTo>
                  <a:lnTo>
                    <a:pt x="4888" y="5137"/>
                  </a:lnTo>
                  <a:lnTo>
                    <a:pt x="4912" y="5121"/>
                  </a:lnTo>
                  <a:cubicBezTo>
                    <a:pt x="4944" y="5105"/>
                    <a:pt x="4972" y="5085"/>
                    <a:pt x="5000" y="5069"/>
                  </a:cubicBezTo>
                  <a:cubicBezTo>
                    <a:pt x="5032" y="5049"/>
                    <a:pt x="5060" y="5029"/>
                    <a:pt x="5084" y="5005"/>
                  </a:cubicBezTo>
                  <a:cubicBezTo>
                    <a:pt x="5100" y="4997"/>
                    <a:pt x="5112" y="4981"/>
                    <a:pt x="5124" y="4969"/>
                  </a:cubicBezTo>
                  <a:cubicBezTo>
                    <a:pt x="5140" y="4957"/>
                    <a:pt x="5152" y="4941"/>
                    <a:pt x="5164" y="4929"/>
                  </a:cubicBezTo>
                  <a:cubicBezTo>
                    <a:pt x="5172" y="4917"/>
                    <a:pt x="5180" y="4909"/>
                    <a:pt x="5184" y="4901"/>
                  </a:cubicBezTo>
                  <a:cubicBezTo>
                    <a:pt x="5192" y="4889"/>
                    <a:pt x="5200" y="4877"/>
                    <a:pt x="5204" y="4865"/>
                  </a:cubicBezTo>
                  <a:cubicBezTo>
                    <a:pt x="5204" y="4857"/>
                    <a:pt x="5208" y="4849"/>
                    <a:pt x="5208" y="4841"/>
                  </a:cubicBezTo>
                  <a:cubicBezTo>
                    <a:pt x="5208" y="4833"/>
                    <a:pt x="5208" y="4821"/>
                    <a:pt x="5208" y="4813"/>
                  </a:cubicBezTo>
                  <a:cubicBezTo>
                    <a:pt x="5208" y="4789"/>
                    <a:pt x="5200" y="4765"/>
                    <a:pt x="5188" y="4745"/>
                  </a:cubicBezTo>
                  <a:lnTo>
                    <a:pt x="5180" y="4729"/>
                  </a:lnTo>
                  <a:lnTo>
                    <a:pt x="5152" y="4717"/>
                  </a:lnTo>
                  <a:cubicBezTo>
                    <a:pt x="5104" y="4693"/>
                    <a:pt x="5056" y="4673"/>
                    <a:pt x="5008" y="4649"/>
                  </a:cubicBezTo>
                  <a:cubicBezTo>
                    <a:pt x="4960" y="4625"/>
                    <a:pt x="4912" y="4597"/>
                    <a:pt x="4864" y="4573"/>
                  </a:cubicBezTo>
                  <a:cubicBezTo>
                    <a:pt x="4820" y="4549"/>
                    <a:pt x="4776" y="4517"/>
                    <a:pt x="4732" y="4489"/>
                  </a:cubicBezTo>
                  <a:cubicBezTo>
                    <a:pt x="4688" y="4461"/>
                    <a:pt x="4648" y="4429"/>
                    <a:pt x="4608" y="4397"/>
                  </a:cubicBezTo>
                  <a:cubicBezTo>
                    <a:pt x="4572" y="4365"/>
                    <a:pt x="4540" y="4333"/>
                    <a:pt x="4512" y="4297"/>
                  </a:cubicBezTo>
                  <a:cubicBezTo>
                    <a:pt x="4508" y="4289"/>
                    <a:pt x="4500" y="4281"/>
                    <a:pt x="4496" y="4273"/>
                  </a:cubicBezTo>
                  <a:cubicBezTo>
                    <a:pt x="4492" y="4265"/>
                    <a:pt x="4488" y="4257"/>
                    <a:pt x="4484" y="4249"/>
                  </a:cubicBezTo>
                  <a:cubicBezTo>
                    <a:pt x="4484" y="4241"/>
                    <a:pt x="4480" y="4233"/>
                    <a:pt x="4480" y="4229"/>
                  </a:cubicBezTo>
                  <a:lnTo>
                    <a:pt x="4480" y="4217"/>
                  </a:lnTo>
                  <a:lnTo>
                    <a:pt x="4480" y="4209"/>
                  </a:lnTo>
                  <a:lnTo>
                    <a:pt x="4484" y="4197"/>
                  </a:lnTo>
                  <a:cubicBezTo>
                    <a:pt x="4484" y="4189"/>
                    <a:pt x="4488" y="4177"/>
                    <a:pt x="4492" y="4169"/>
                  </a:cubicBezTo>
                  <a:cubicBezTo>
                    <a:pt x="4500" y="4149"/>
                    <a:pt x="4512" y="4129"/>
                    <a:pt x="4524" y="4109"/>
                  </a:cubicBezTo>
                  <a:cubicBezTo>
                    <a:pt x="4552" y="4065"/>
                    <a:pt x="4580" y="4021"/>
                    <a:pt x="4612" y="3981"/>
                  </a:cubicBezTo>
                  <a:cubicBezTo>
                    <a:pt x="4744" y="3813"/>
                    <a:pt x="4892" y="3649"/>
                    <a:pt x="5028" y="3473"/>
                  </a:cubicBezTo>
                  <a:cubicBezTo>
                    <a:pt x="5096" y="3385"/>
                    <a:pt x="5160" y="3289"/>
                    <a:pt x="5216" y="3193"/>
                  </a:cubicBezTo>
                  <a:cubicBezTo>
                    <a:pt x="5244" y="3141"/>
                    <a:pt x="5264" y="3089"/>
                    <a:pt x="5280" y="3033"/>
                  </a:cubicBezTo>
                  <a:cubicBezTo>
                    <a:pt x="5300" y="2977"/>
                    <a:pt x="5296" y="2913"/>
                    <a:pt x="5272" y="2857"/>
                  </a:cubicBezTo>
                  <a:lnTo>
                    <a:pt x="5260" y="2861"/>
                  </a:lnTo>
                  <a:cubicBezTo>
                    <a:pt x="5432" y="2709"/>
                    <a:pt x="5580" y="2537"/>
                    <a:pt x="5708" y="2349"/>
                  </a:cubicBezTo>
                  <a:lnTo>
                    <a:pt x="5808" y="2193"/>
                  </a:lnTo>
                  <a:cubicBezTo>
                    <a:pt x="5840" y="2141"/>
                    <a:pt x="5868" y="2085"/>
                    <a:pt x="5896" y="2029"/>
                  </a:cubicBezTo>
                  <a:cubicBezTo>
                    <a:pt x="5924" y="1969"/>
                    <a:pt x="5952" y="1909"/>
                    <a:pt x="5976" y="1849"/>
                  </a:cubicBezTo>
                  <a:cubicBezTo>
                    <a:pt x="5988" y="1821"/>
                    <a:pt x="6000" y="1789"/>
                    <a:pt x="6012" y="1761"/>
                  </a:cubicBezTo>
                  <a:cubicBezTo>
                    <a:pt x="6024" y="1729"/>
                    <a:pt x="6032" y="1697"/>
                    <a:pt x="6040" y="1665"/>
                  </a:cubicBezTo>
                  <a:cubicBezTo>
                    <a:pt x="6124" y="1405"/>
                    <a:pt x="6172" y="1137"/>
                    <a:pt x="6180" y="865"/>
                  </a:cubicBezTo>
                  <a:cubicBezTo>
                    <a:pt x="6184" y="797"/>
                    <a:pt x="6188" y="725"/>
                    <a:pt x="6184" y="657"/>
                  </a:cubicBezTo>
                  <a:lnTo>
                    <a:pt x="6180" y="557"/>
                  </a:lnTo>
                  <a:cubicBezTo>
                    <a:pt x="6180" y="521"/>
                    <a:pt x="6176" y="485"/>
                    <a:pt x="6172" y="449"/>
                  </a:cubicBezTo>
                  <a:cubicBezTo>
                    <a:pt x="6156" y="373"/>
                    <a:pt x="6132" y="301"/>
                    <a:pt x="6100" y="233"/>
                  </a:cubicBezTo>
                  <a:cubicBezTo>
                    <a:pt x="6024" y="97"/>
                    <a:pt x="5880" y="5"/>
                    <a:pt x="5724" y="1"/>
                  </a:cubicBezTo>
                  <a:cubicBezTo>
                    <a:pt x="5715" y="1"/>
                    <a:pt x="5705" y="0"/>
                    <a:pt x="569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89"/>
            <p:cNvSpPr/>
            <p:nvPr/>
          </p:nvSpPr>
          <p:spPr>
            <a:xfrm flipH="1">
              <a:off x="3368157" y="414457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89"/>
            <p:cNvSpPr/>
            <p:nvPr/>
          </p:nvSpPr>
          <p:spPr>
            <a:xfrm flipH="1">
              <a:off x="3368620" y="414920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8" name="Google Shape;4968;p89"/>
            <p:cNvSpPr/>
            <p:nvPr/>
          </p:nvSpPr>
          <p:spPr>
            <a:xfrm flipH="1">
              <a:off x="3368620" y="414920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9" name="Google Shape;4969;p89"/>
            <p:cNvSpPr/>
            <p:nvPr/>
          </p:nvSpPr>
          <p:spPr>
            <a:xfrm flipH="1">
              <a:off x="3368620" y="414920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0" name="Google Shape;4970;p89"/>
            <p:cNvSpPr/>
            <p:nvPr/>
          </p:nvSpPr>
          <p:spPr>
            <a:xfrm flipH="1">
              <a:off x="2999697" y="623018"/>
              <a:ext cx="91883" cy="87712"/>
            </a:xfrm>
            <a:custGeom>
              <a:avLst/>
              <a:gdLst/>
              <a:ahLst/>
              <a:cxnLst/>
              <a:rect l="l" t="t" r="r" b="b"/>
              <a:pathLst>
                <a:path w="793" h="757" extrusionOk="0">
                  <a:moveTo>
                    <a:pt x="792" y="0"/>
                  </a:moveTo>
                  <a:lnTo>
                    <a:pt x="792" y="0"/>
                  </a:lnTo>
                  <a:cubicBezTo>
                    <a:pt x="786" y="2"/>
                    <a:pt x="781" y="4"/>
                    <a:pt x="775" y="7"/>
                  </a:cubicBezTo>
                  <a:lnTo>
                    <a:pt x="775" y="7"/>
                  </a:lnTo>
                  <a:lnTo>
                    <a:pt x="792" y="0"/>
                  </a:lnTo>
                  <a:close/>
                  <a:moveTo>
                    <a:pt x="775" y="7"/>
                  </a:moveTo>
                  <a:lnTo>
                    <a:pt x="720" y="28"/>
                  </a:lnTo>
                  <a:cubicBezTo>
                    <a:pt x="576" y="72"/>
                    <a:pt x="476" y="192"/>
                    <a:pt x="384" y="304"/>
                  </a:cubicBezTo>
                  <a:lnTo>
                    <a:pt x="152" y="596"/>
                  </a:lnTo>
                  <a:cubicBezTo>
                    <a:pt x="108" y="656"/>
                    <a:pt x="56" y="708"/>
                    <a:pt x="0" y="756"/>
                  </a:cubicBezTo>
                  <a:cubicBezTo>
                    <a:pt x="124" y="680"/>
                    <a:pt x="244" y="596"/>
                    <a:pt x="356" y="508"/>
                  </a:cubicBezTo>
                  <a:cubicBezTo>
                    <a:pt x="424" y="456"/>
                    <a:pt x="488" y="400"/>
                    <a:pt x="544" y="336"/>
                  </a:cubicBezTo>
                  <a:cubicBezTo>
                    <a:pt x="600" y="272"/>
                    <a:pt x="648" y="200"/>
                    <a:pt x="688" y="124"/>
                  </a:cubicBezTo>
                  <a:cubicBezTo>
                    <a:pt x="710" y="81"/>
                    <a:pt x="731" y="29"/>
                    <a:pt x="775" y="7"/>
                  </a:cubicBezTo>
                  <a:close/>
                </a:path>
              </a:pathLst>
            </a:custGeom>
            <a:solidFill>
              <a:srgbClr val="B7A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1" name="Google Shape;4971;p89"/>
            <p:cNvSpPr/>
            <p:nvPr/>
          </p:nvSpPr>
          <p:spPr>
            <a:xfrm flipH="1">
              <a:off x="3191574" y="287466"/>
              <a:ext cx="44609" cy="118301"/>
            </a:xfrm>
            <a:custGeom>
              <a:avLst/>
              <a:gdLst/>
              <a:ahLst/>
              <a:cxnLst/>
              <a:rect l="l" t="t" r="r" b="b"/>
              <a:pathLst>
                <a:path w="385" h="1021" extrusionOk="0">
                  <a:moveTo>
                    <a:pt x="56" y="0"/>
                  </a:moveTo>
                  <a:lnTo>
                    <a:pt x="0" y="24"/>
                  </a:lnTo>
                  <a:lnTo>
                    <a:pt x="208" y="536"/>
                  </a:lnTo>
                  <a:cubicBezTo>
                    <a:pt x="224" y="568"/>
                    <a:pt x="236" y="604"/>
                    <a:pt x="248" y="640"/>
                  </a:cubicBezTo>
                  <a:cubicBezTo>
                    <a:pt x="256" y="672"/>
                    <a:pt x="260" y="704"/>
                    <a:pt x="268" y="740"/>
                  </a:cubicBezTo>
                  <a:lnTo>
                    <a:pt x="324" y="1020"/>
                  </a:lnTo>
                  <a:lnTo>
                    <a:pt x="384" y="1008"/>
                  </a:lnTo>
                  <a:lnTo>
                    <a:pt x="332" y="728"/>
                  </a:lnTo>
                  <a:cubicBezTo>
                    <a:pt x="324" y="692"/>
                    <a:pt x="316" y="656"/>
                    <a:pt x="308" y="624"/>
                  </a:cubicBezTo>
                  <a:cubicBezTo>
                    <a:pt x="296" y="584"/>
                    <a:pt x="284" y="548"/>
                    <a:pt x="268" y="512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2" name="Google Shape;4972;p89"/>
            <p:cNvSpPr/>
            <p:nvPr/>
          </p:nvSpPr>
          <p:spPr>
            <a:xfrm flipH="1">
              <a:off x="3215675" y="316201"/>
              <a:ext cx="75661" cy="90029"/>
            </a:xfrm>
            <a:custGeom>
              <a:avLst/>
              <a:gdLst/>
              <a:ahLst/>
              <a:cxnLst/>
              <a:rect l="l" t="t" r="r" b="b"/>
              <a:pathLst>
                <a:path w="653" h="777" extrusionOk="0">
                  <a:moveTo>
                    <a:pt x="52" y="0"/>
                  </a:moveTo>
                  <a:lnTo>
                    <a:pt x="0" y="36"/>
                  </a:lnTo>
                  <a:lnTo>
                    <a:pt x="164" y="276"/>
                  </a:lnTo>
                  <a:cubicBezTo>
                    <a:pt x="192" y="324"/>
                    <a:pt x="232" y="368"/>
                    <a:pt x="272" y="408"/>
                  </a:cubicBezTo>
                  <a:cubicBezTo>
                    <a:pt x="292" y="424"/>
                    <a:pt x="308" y="440"/>
                    <a:pt x="332" y="452"/>
                  </a:cubicBezTo>
                  <a:lnTo>
                    <a:pt x="352" y="468"/>
                  </a:lnTo>
                  <a:cubicBezTo>
                    <a:pt x="460" y="548"/>
                    <a:pt x="544" y="652"/>
                    <a:pt x="592" y="776"/>
                  </a:cubicBezTo>
                  <a:lnTo>
                    <a:pt x="652" y="752"/>
                  </a:lnTo>
                  <a:cubicBezTo>
                    <a:pt x="596" y="620"/>
                    <a:pt x="504" y="504"/>
                    <a:pt x="388" y="416"/>
                  </a:cubicBezTo>
                  <a:lnTo>
                    <a:pt x="364" y="400"/>
                  </a:lnTo>
                  <a:cubicBezTo>
                    <a:pt x="348" y="388"/>
                    <a:pt x="328" y="376"/>
                    <a:pt x="312" y="360"/>
                  </a:cubicBezTo>
                  <a:cubicBezTo>
                    <a:pt x="276" y="324"/>
                    <a:pt x="240" y="284"/>
                    <a:pt x="212" y="24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3" name="Google Shape;4973;p89"/>
            <p:cNvSpPr/>
            <p:nvPr/>
          </p:nvSpPr>
          <p:spPr>
            <a:xfrm flipH="1">
              <a:off x="3315785" y="329642"/>
              <a:ext cx="20972" cy="90956"/>
            </a:xfrm>
            <a:custGeom>
              <a:avLst/>
              <a:gdLst/>
              <a:ahLst/>
              <a:cxnLst/>
              <a:rect l="l" t="t" r="r" b="b"/>
              <a:pathLst>
                <a:path w="181" h="785" extrusionOk="0">
                  <a:moveTo>
                    <a:pt x="60" y="0"/>
                  </a:moveTo>
                  <a:lnTo>
                    <a:pt x="0" y="28"/>
                  </a:lnTo>
                  <a:cubicBezTo>
                    <a:pt x="64" y="164"/>
                    <a:pt x="88" y="320"/>
                    <a:pt x="80" y="472"/>
                  </a:cubicBezTo>
                  <a:lnTo>
                    <a:pt x="80" y="504"/>
                  </a:lnTo>
                  <a:cubicBezTo>
                    <a:pt x="72" y="600"/>
                    <a:pt x="64" y="708"/>
                    <a:pt x="132" y="784"/>
                  </a:cubicBezTo>
                  <a:lnTo>
                    <a:pt x="180" y="740"/>
                  </a:lnTo>
                  <a:cubicBezTo>
                    <a:pt x="128" y="684"/>
                    <a:pt x="136" y="596"/>
                    <a:pt x="140" y="508"/>
                  </a:cubicBezTo>
                  <a:lnTo>
                    <a:pt x="144" y="476"/>
                  </a:lnTo>
                  <a:cubicBezTo>
                    <a:pt x="152" y="312"/>
                    <a:pt x="124" y="148"/>
                    <a:pt x="6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4" name="Google Shape;4974;p89"/>
            <p:cNvSpPr/>
            <p:nvPr/>
          </p:nvSpPr>
          <p:spPr>
            <a:xfrm flipH="1">
              <a:off x="3335251" y="348644"/>
              <a:ext cx="63148" cy="81687"/>
            </a:xfrm>
            <a:custGeom>
              <a:avLst/>
              <a:gdLst/>
              <a:ahLst/>
              <a:cxnLst/>
              <a:rect l="l" t="t" r="r" b="b"/>
              <a:pathLst>
                <a:path w="545" h="705" extrusionOk="0">
                  <a:moveTo>
                    <a:pt x="36" y="0"/>
                  </a:moveTo>
                  <a:lnTo>
                    <a:pt x="0" y="52"/>
                  </a:lnTo>
                  <a:cubicBezTo>
                    <a:pt x="228" y="208"/>
                    <a:pt x="400" y="436"/>
                    <a:pt x="484" y="704"/>
                  </a:cubicBezTo>
                  <a:lnTo>
                    <a:pt x="544" y="684"/>
                  </a:lnTo>
                  <a:cubicBezTo>
                    <a:pt x="456" y="404"/>
                    <a:pt x="276" y="164"/>
                    <a:pt x="3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5" name="Google Shape;4975;p89"/>
            <p:cNvSpPr/>
            <p:nvPr/>
          </p:nvSpPr>
          <p:spPr>
            <a:xfrm flipH="1">
              <a:off x="3267584" y="282368"/>
              <a:ext cx="46926" cy="126180"/>
            </a:xfrm>
            <a:custGeom>
              <a:avLst/>
              <a:gdLst/>
              <a:ahLst/>
              <a:cxnLst/>
              <a:rect l="l" t="t" r="r" b="b"/>
              <a:pathLst>
                <a:path w="405" h="1089" extrusionOk="0">
                  <a:moveTo>
                    <a:pt x="56" y="0"/>
                  </a:moveTo>
                  <a:lnTo>
                    <a:pt x="0" y="28"/>
                  </a:lnTo>
                  <a:cubicBezTo>
                    <a:pt x="16" y="64"/>
                    <a:pt x="28" y="100"/>
                    <a:pt x="36" y="136"/>
                  </a:cubicBezTo>
                  <a:cubicBezTo>
                    <a:pt x="104" y="388"/>
                    <a:pt x="176" y="636"/>
                    <a:pt x="256" y="884"/>
                  </a:cubicBezTo>
                  <a:cubicBezTo>
                    <a:pt x="272" y="956"/>
                    <a:pt x="308" y="1028"/>
                    <a:pt x="352" y="1088"/>
                  </a:cubicBezTo>
                  <a:lnTo>
                    <a:pt x="404" y="1048"/>
                  </a:lnTo>
                  <a:cubicBezTo>
                    <a:pt x="360" y="992"/>
                    <a:pt x="332" y="928"/>
                    <a:pt x="316" y="864"/>
                  </a:cubicBezTo>
                  <a:cubicBezTo>
                    <a:pt x="236" y="620"/>
                    <a:pt x="164" y="368"/>
                    <a:pt x="100" y="124"/>
                  </a:cubicBezTo>
                  <a:cubicBezTo>
                    <a:pt x="88" y="80"/>
                    <a:pt x="76" y="40"/>
                    <a:pt x="5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6" name="Google Shape;4976;p89"/>
            <p:cNvSpPr/>
            <p:nvPr/>
          </p:nvSpPr>
          <p:spPr>
            <a:xfrm flipH="1">
              <a:off x="3221700" y="267884"/>
              <a:ext cx="21899" cy="30821"/>
            </a:xfrm>
            <a:custGeom>
              <a:avLst/>
              <a:gdLst/>
              <a:ahLst/>
              <a:cxnLst/>
              <a:rect l="l" t="t" r="r" b="b"/>
              <a:pathLst>
                <a:path w="189" h="266" extrusionOk="0">
                  <a:moveTo>
                    <a:pt x="72" y="61"/>
                  </a:moveTo>
                  <a:cubicBezTo>
                    <a:pt x="76" y="61"/>
                    <a:pt x="88" y="65"/>
                    <a:pt x="96" y="77"/>
                  </a:cubicBezTo>
                  <a:cubicBezTo>
                    <a:pt x="112" y="105"/>
                    <a:pt x="116" y="137"/>
                    <a:pt x="116" y="169"/>
                  </a:cubicBezTo>
                  <a:cubicBezTo>
                    <a:pt x="108" y="161"/>
                    <a:pt x="100" y="153"/>
                    <a:pt x="92" y="145"/>
                  </a:cubicBezTo>
                  <a:cubicBezTo>
                    <a:pt x="76" y="129"/>
                    <a:pt x="64" y="105"/>
                    <a:pt x="64" y="81"/>
                  </a:cubicBezTo>
                  <a:cubicBezTo>
                    <a:pt x="64" y="73"/>
                    <a:pt x="68" y="65"/>
                    <a:pt x="72" y="61"/>
                  </a:cubicBezTo>
                  <a:close/>
                  <a:moveTo>
                    <a:pt x="73" y="1"/>
                  </a:moveTo>
                  <a:cubicBezTo>
                    <a:pt x="70" y="1"/>
                    <a:pt x="67" y="1"/>
                    <a:pt x="64" y="1"/>
                  </a:cubicBezTo>
                  <a:cubicBezTo>
                    <a:pt x="28" y="9"/>
                    <a:pt x="4" y="37"/>
                    <a:pt x="4" y="73"/>
                  </a:cubicBezTo>
                  <a:cubicBezTo>
                    <a:pt x="0" y="113"/>
                    <a:pt x="12" y="153"/>
                    <a:pt x="40" y="181"/>
                  </a:cubicBezTo>
                  <a:cubicBezTo>
                    <a:pt x="60" y="205"/>
                    <a:pt x="80" y="229"/>
                    <a:pt x="108" y="245"/>
                  </a:cubicBezTo>
                  <a:lnTo>
                    <a:pt x="116" y="253"/>
                  </a:lnTo>
                  <a:lnTo>
                    <a:pt x="144" y="265"/>
                  </a:lnTo>
                  <a:lnTo>
                    <a:pt x="156" y="241"/>
                  </a:lnTo>
                  <a:cubicBezTo>
                    <a:pt x="188" y="181"/>
                    <a:pt x="184" y="109"/>
                    <a:pt x="152" y="49"/>
                  </a:cubicBezTo>
                  <a:cubicBezTo>
                    <a:pt x="138" y="20"/>
                    <a:pt x="106" y="1"/>
                    <a:pt x="7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7" name="Google Shape;4977;p89"/>
            <p:cNvSpPr/>
            <p:nvPr/>
          </p:nvSpPr>
          <p:spPr>
            <a:xfrm flipH="1">
              <a:off x="3300954" y="266494"/>
              <a:ext cx="21899" cy="28619"/>
            </a:xfrm>
            <a:custGeom>
              <a:avLst/>
              <a:gdLst/>
              <a:ahLst/>
              <a:cxnLst/>
              <a:rect l="l" t="t" r="r" b="b"/>
              <a:pathLst>
                <a:path w="189" h="247" extrusionOk="0">
                  <a:moveTo>
                    <a:pt x="80" y="65"/>
                  </a:moveTo>
                  <a:cubicBezTo>
                    <a:pt x="96" y="85"/>
                    <a:pt x="104" y="109"/>
                    <a:pt x="112" y="133"/>
                  </a:cubicBezTo>
                  <a:cubicBezTo>
                    <a:pt x="120" y="149"/>
                    <a:pt x="120" y="165"/>
                    <a:pt x="112" y="181"/>
                  </a:cubicBezTo>
                  <a:cubicBezTo>
                    <a:pt x="104" y="177"/>
                    <a:pt x="96" y="169"/>
                    <a:pt x="92" y="165"/>
                  </a:cubicBezTo>
                  <a:cubicBezTo>
                    <a:pt x="76" y="145"/>
                    <a:pt x="64" y="125"/>
                    <a:pt x="64" y="101"/>
                  </a:cubicBezTo>
                  <a:lnTo>
                    <a:pt x="68" y="101"/>
                  </a:lnTo>
                  <a:cubicBezTo>
                    <a:pt x="64" y="89"/>
                    <a:pt x="68" y="73"/>
                    <a:pt x="80" y="65"/>
                  </a:cubicBezTo>
                  <a:close/>
                  <a:moveTo>
                    <a:pt x="85" y="0"/>
                  </a:moveTo>
                  <a:cubicBezTo>
                    <a:pt x="82" y="0"/>
                    <a:pt x="79" y="0"/>
                    <a:pt x="76" y="1"/>
                  </a:cubicBezTo>
                  <a:cubicBezTo>
                    <a:pt x="32" y="13"/>
                    <a:pt x="0" y="53"/>
                    <a:pt x="0" y="101"/>
                  </a:cubicBezTo>
                  <a:cubicBezTo>
                    <a:pt x="0" y="141"/>
                    <a:pt x="16" y="177"/>
                    <a:pt x="44" y="205"/>
                  </a:cubicBezTo>
                  <a:cubicBezTo>
                    <a:pt x="70" y="238"/>
                    <a:pt x="96" y="246"/>
                    <a:pt x="116" y="246"/>
                  </a:cubicBezTo>
                  <a:cubicBezTo>
                    <a:pt x="120" y="246"/>
                    <a:pt x="124" y="246"/>
                    <a:pt x="128" y="245"/>
                  </a:cubicBezTo>
                  <a:cubicBezTo>
                    <a:pt x="136" y="241"/>
                    <a:pt x="140" y="237"/>
                    <a:pt x="148" y="233"/>
                  </a:cubicBezTo>
                  <a:cubicBezTo>
                    <a:pt x="156" y="229"/>
                    <a:pt x="164" y="221"/>
                    <a:pt x="168" y="213"/>
                  </a:cubicBezTo>
                  <a:cubicBezTo>
                    <a:pt x="184" y="181"/>
                    <a:pt x="188" y="149"/>
                    <a:pt x="176" y="117"/>
                  </a:cubicBezTo>
                  <a:cubicBezTo>
                    <a:pt x="176" y="117"/>
                    <a:pt x="143" y="0"/>
                    <a:pt x="8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8" name="Google Shape;4978;p89"/>
            <p:cNvSpPr/>
            <p:nvPr/>
          </p:nvSpPr>
          <p:spPr>
            <a:xfrm flipH="1">
              <a:off x="3325518" y="310060"/>
              <a:ext cx="22826" cy="31052"/>
            </a:xfrm>
            <a:custGeom>
              <a:avLst/>
              <a:gdLst/>
              <a:ahLst/>
              <a:cxnLst/>
              <a:rect l="l" t="t" r="r" b="b"/>
              <a:pathLst>
                <a:path w="197" h="268" extrusionOk="0">
                  <a:moveTo>
                    <a:pt x="84" y="65"/>
                  </a:moveTo>
                  <a:cubicBezTo>
                    <a:pt x="96" y="85"/>
                    <a:pt x="108" y="109"/>
                    <a:pt x="116" y="133"/>
                  </a:cubicBezTo>
                  <a:cubicBezTo>
                    <a:pt x="120" y="153"/>
                    <a:pt x="120" y="173"/>
                    <a:pt x="116" y="193"/>
                  </a:cubicBezTo>
                  <a:cubicBezTo>
                    <a:pt x="92" y="161"/>
                    <a:pt x="76" y="129"/>
                    <a:pt x="64" y="97"/>
                  </a:cubicBezTo>
                  <a:cubicBezTo>
                    <a:pt x="64" y="81"/>
                    <a:pt x="72" y="69"/>
                    <a:pt x="84" y="65"/>
                  </a:cubicBezTo>
                  <a:close/>
                  <a:moveTo>
                    <a:pt x="89" y="0"/>
                  </a:moveTo>
                  <a:cubicBezTo>
                    <a:pt x="86" y="0"/>
                    <a:pt x="83" y="1"/>
                    <a:pt x="80" y="1"/>
                  </a:cubicBezTo>
                  <a:cubicBezTo>
                    <a:pt x="32" y="9"/>
                    <a:pt x="0" y="49"/>
                    <a:pt x="0" y="97"/>
                  </a:cubicBezTo>
                  <a:cubicBezTo>
                    <a:pt x="16" y="161"/>
                    <a:pt x="52" y="217"/>
                    <a:pt x="100" y="261"/>
                  </a:cubicBezTo>
                  <a:cubicBezTo>
                    <a:pt x="108" y="265"/>
                    <a:pt x="116" y="267"/>
                    <a:pt x="124" y="267"/>
                  </a:cubicBezTo>
                  <a:cubicBezTo>
                    <a:pt x="131" y="267"/>
                    <a:pt x="138" y="265"/>
                    <a:pt x="144" y="261"/>
                  </a:cubicBezTo>
                  <a:lnTo>
                    <a:pt x="148" y="257"/>
                  </a:lnTo>
                  <a:cubicBezTo>
                    <a:pt x="184" y="221"/>
                    <a:pt x="196" y="169"/>
                    <a:pt x="180" y="121"/>
                  </a:cubicBezTo>
                  <a:cubicBezTo>
                    <a:pt x="180" y="117"/>
                    <a:pt x="147" y="0"/>
                    <a:pt x="89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9" name="Google Shape;4979;p89"/>
            <p:cNvSpPr/>
            <p:nvPr/>
          </p:nvSpPr>
          <p:spPr>
            <a:xfrm flipH="1">
              <a:off x="3386696" y="332307"/>
              <a:ext cx="27461" cy="25143"/>
            </a:xfrm>
            <a:custGeom>
              <a:avLst/>
              <a:gdLst/>
              <a:ahLst/>
              <a:cxnLst/>
              <a:rect l="l" t="t" r="r" b="b"/>
              <a:pathLst>
                <a:path w="237" h="217" extrusionOk="0">
                  <a:moveTo>
                    <a:pt x="76" y="61"/>
                  </a:moveTo>
                  <a:lnTo>
                    <a:pt x="76" y="61"/>
                  </a:lnTo>
                  <a:cubicBezTo>
                    <a:pt x="100" y="69"/>
                    <a:pt x="120" y="81"/>
                    <a:pt x="136" y="97"/>
                  </a:cubicBezTo>
                  <a:cubicBezTo>
                    <a:pt x="152" y="113"/>
                    <a:pt x="164" y="129"/>
                    <a:pt x="172" y="149"/>
                  </a:cubicBezTo>
                  <a:cubicBezTo>
                    <a:pt x="160" y="145"/>
                    <a:pt x="148" y="145"/>
                    <a:pt x="132" y="137"/>
                  </a:cubicBezTo>
                  <a:cubicBezTo>
                    <a:pt x="112" y="133"/>
                    <a:pt x="92" y="121"/>
                    <a:pt x="80" y="101"/>
                  </a:cubicBezTo>
                  <a:cubicBezTo>
                    <a:pt x="72" y="89"/>
                    <a:pt x="68" y="73"/>
                    <a:pt x="76" y="61"/>
                  </a:cubicBezTo>
                  <a:close/>
                  <a:moveTo>
                    <a:pt x="73" y="1"/>
                  </a:moveTo>
                  <a:cubicBezTo>
                    <a:pt x="61" y="1"/>
                    <a:pt x="50" y="4"/>
                    <a:pt x="40" y="13"/>
                  </a:cubicBezTo>
                  <a:cubicBezTo>
                    <a:pt x="4" y="45"/>
                    <a:pt x="0" y="97"/>
                    <a:pt x="24" y="137"/>
                  </a:cubicBezTo>
                  <a:cubicBezTo>
                    <a:pt x="44" y="169"/>
                    <a:pt x="76" y="189"/>
                    <a:pt x="116" y="201"/>
                  </a:cubicBezTo>
                  <a:cubicBezTo>
                    <a:pt x="133" y="211"/>
                    <a:pt x="153" y="216"/>
                    <a:pt x="173" y="216"/>
                  </a:cubicBezTo>
                  <a:cubicBezTo>
                    <a:pt x="186" y="216"/>
                    <a:pt x="200" y="214"/>
                    <a:pt x="212" y="209"/>
                  </a:cubicBezTo>
                  <a:cubicBezTo>
                    <a:pt x="228" y="197"/>
                    <a:pt x="236" y="177"/>
                    <a:pt x="236" y="157"/>
                  </a:cubicBezTo>
                  <a:cubicBezTo>
                    <a:pt x="236" y="113"/>
                    <a:pt x="184" y="57"/>
                    <a:pt x="180" y="57"/>
                  </a:cubicBezTo>
                  <a:cubicBezTo>
                    <a:pt x="180" y="57"/>
                    <a:pt x="121" y="1"/>
                    <a:pt x="7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0" name="Google Shape;4980;p89"/>
            <p:cNvSpPr/>
            <p:nvPr/>
          </p:nvSpPr>
          <p:spPr>
            <a:xfrm flipH="1">
              <a:off x="3275463" y="297894"/>
              <a:ext cx="21899" cy="30010"/>
            </a:xfrm>
            <a:custGeom>
              <a:avLst/>
              <a:gdLst/>
              <a:ahLst/>
              <a:cxnLst/>
              <a:rect l="l" t="t" r="r" b="b"/>
              <a:pathLst>
                <a:path w="189" h="259" extrusionOk="0">
                  <a:moveTo>
                    <a:pt x="84" y="62"/>
                  </a:moveTo>
                  <a:cubicBezTo>
                    <a:pt x="100" y="66"/>
                    <a:pt x="112" y="74"/>
                    <a:pt x="116" y="86"/>
                  </a:cubicBezTo>
                  <a:cubicBezTo>
                    <a:pt x="124" y="110"/>
                    <a:pt x="120" y="134"/>
                    <a:pt x="112" y="154"/>
                  </a:cubicBezTo>
                  <a:cubicBezTo>
                    <a:pt x="108" y="166"/>
                    <a:pt x="104" y="178"/>
                    <a:pt x="96" y="190"/>
                  </a:cubicBezTo>
                  <a:cubicBezTo>
                    <a:pt x="88" y="174"/>
                    <a:pt x="84" y="158"/>
                    <a:pt x="80" y="142"/>
                  </a:cubicBezTo>
                  <a:cubicBezTo>
                    <a:pt x="76" y="114"/>
                    <a:pt x="80" y="86"/>
                    <a:pt x="84" y="62"/>
                  </a:cubicBezTo>
                  <a:close/>
                  <a:moveTo>
                    <a:pt x="85" y="1"/>
                  </a:moveTo>
                  <a:cubicBezTo>
                    <a:pt x="79" y="1"/>
                    <a:pt x="74" y="1"/>
                    <a:pt x="68" y="2"/>
                  </a:cubicBezTo>
                  <a:cubicBezTo>
                    <a:pt x="0" y="14"/>
                    <a:pt x="20" y="150"/>
                    <a:pt x="20" y="150"/>
                  </a:cubicBezTo>
                  <a:cubicBezTo>
                    <a:pt x="20" y="186"/>
                    <a:pt x="36" y="218"/>
                    <a:pt x="60" y="246"/>
                  </a:cubicBezTo>
                  <a:cubicBezTo>
                    <a:pt x="71" y="254"/>
                    <a:pt x="83" y="258"/>
                    <a:pt x="95" y="258"/>
                  </a:cubicBezTo>
                  <a:cubicBezTo>
                    <a:pt x="102" y="258"/>
                    <a:pt x="109" y="257"/>
                    <a:pt x="116" y="254"/>
                  </a:cubicBezTo>
                  <a:cubicBezTo>
                    <a:pt x="120" y="254"/>
                    <a:pt x="128" y="250"/>
                    <a:pt x="132" y="250"/>
                  </a:cubicBezTo>
                  <a:cubicBezTo>
                    <a:pt x="152" y="230"/>
                    <a:pt x="168" y="206"/>
                    <a:pt x="176" y="178"/>
                  </a:cubicBezTo>
                  <a:cubicBezTo>
                    <a:pt x="188" y="142"/>
                    <a:pt x="188" y="98"/>
                    <a:pt x="176" y="62"/>
                  </a:cubicBezTo>
                  <a:cubicBezTo>
                    <a:pt x="162" y="27"/>
                    <a:pt x="126" y="1"/>
                    <a:pt x="8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1" name="Google Shape;4981;p89"/>
            <p:cNvSpPr/>
            <p:nvPr/>
          </p:nvSpPr>
          <p:spPr>
            <a:xfrm flipH="1">
              <a:off x="3225871" y="271360"/>
              <a:ext cx="14020" cy="22710"/>
            </a:xfrm>
            <a:custGeom>
              <a:avLst/>
              <a:gdLst/>
              <a:ahLst/>
              <a:cxnLst/>
              <a:rect l="l" t="t" r="r" b="b"/>
              <a:pathLst>
                <a:path w="121" h="196" extrusionOk="0">
                  <a:moveTo>
                    <a:pt x="43" y="0"/>
                  </a:moveTo>
                  <a:cubicBezTo>
                    <a:pt x="24" y="0"/>
                    <a:pt x="7" y="15"/>
                    <a:pt x="0" y="47"/>
                  </a:cubicBezTo>
                  <a:cubicBezTo>
                    <a:pt x="0" y="79"/>
                    <a:pt x="8" y="107"/>
                    <a:pt x="32" y="131"/>
                  </a:cubicBezTo>
                  <a:cubicBezTo>
                    <a:pt x="48" y="155"/>
                    <a:pt x="68" y="171"/>
                    <a:pt x="92" y="191"/>
                  </a:cubicBezTo>
                  <a:lnTo>
                    <a:pt x="96" y="195"/>
                  </a:lnTo>
                  <a:cubicBezTo>
                    <a:pt x="120" y="143"/>
                    <a:pt x="120" y="83"/>
                    <a:pt x="92" y="35"/>
                  </a:cubicBezTo>
                  <a:cubicBezTo>
                    <a:pt x="79" y="12"/>
                    <a:pt x="60" y="0"/>
                    <a:pt x="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2" name="Google Shape;4982;p89"/>
            <p:cNvSpPr/>
            <p:nvPr/>
          </p:nvSpPr>
          <p:spPr>
            <a:xfrm flipH="1">
              <a:off x="3304661" y="270665"/>
              <a:ext cx="14483" cy="20740"/>
            </a:xfrm>
            <a:custGeom>
              <a:avLst/>
              <a:gdLst/>
              <a:ahLst/>
              <a:cxnLst/>
              <a:rect l="l" t="t" r="r" b="b"/>
              <a:pathLst>
                <a:path w="125" h="179" extrusionOk="0">
                  <a:moveTo>
                    <a:pt x="56" y="0"/>
                  </a:moveTo>
                  <a:cubicBezTo>
                    <a:pt x="54" y="0"/>
                    <a:pt x="53" y="1"/>
                    <a:pt x="52" y="1"/>
                  </a:cubicBezTo>
                  <a:cubicBezTo>
                    <a:pt x="20" y="9"/>
                    <a:pt x="0" y="33"/>
                    <a:pt x="0" y="65"/>
                  </a:cubicBezTo>
                  <a:cubicBezTo>
                    <a:pt x="0" y="97"/>
                    <a:pt x="12" y="125"/>
                    <a:pt x="36" y="149"/>
                  </a:cubicBezTo>
                  <a:cubicBezTo>
                    <a:pt x="53" y="169"/>
                    <a:pt x="70" y="178"/>
                    <a:pt x="82" y="178"/>
                  </a:cubicBezTo>
                  <a:cubicBezTo>
                    <a:pt x="84" y="178"/>
                    <a:pt x="86" y="178"/>
                    <a:pt x="88" y="177"/>
                  </a:cubicBezTo>
                  <a:cubicBezTo>
                    <a:pt x="112" y="173"/>
                    <a:pt x="124" y="133"/>
                    <a:pt x="112" y="89"/>
                  </a:cubicBezTo>
                  <a:cubicBezTo>
                    <a:pt x="108" y="74"/>
                    <a:pt x="79" y="0"/>
                    <a:pt x="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3" name="Google Shape;4983;p89"/>
            <p:cNvSpPr/>
            <p:nvPr/>
          </p:nvSpPr>
          <p:spPr>
            <a:xfrm flipH="1">
              <a:off x="3330152" y="313304"/>
              <a:ext cx="14483" cy="23985"/>
            </a:xfrm>
            <a:custGeom>
              <a:avLst/>
              <a:gdLst/>
              <a:ahLst/>
              <a:cxnLst/>
              <a:rect l="l" t="t" r="r" b="b"/>
              <a:pathLst>
                <a:path w="125" h="207" extrusionOk="0">
                  <a:moveTo>
                    <a:pt x="50" y="1"/>
                  </a:moveTo>
                  <a:cubicBezTo>
                    <a:pt x="49" y="1"/>
                    <a:pt x="49" y="1"/>
                    <a:pt x="48" y="1"/>
                  </a:cubicBezTo>
                  <a:cubicBezTo>
                    <a:pt x="20" y="9"/>
                    <a:pt x="0" y="37"/>
                    <a:pt x="0" y="69"/>
                  </a:cubicBezTo>
                  <a:cubicBezTo>
                    <a:pt x="0" y="92"/>
                    <a:pt x="64" y="206"/>
                    <a:pt x="88" y="206"/>
                  </a:cubicBezTo>
                  <a:cubicBezTo>
                    <a:pt x="90" y="206"/>
                    <a:pt x="91" y="206"/>
                    <a:pt x="92" y="205"/>
                  </a:cubicBezTo>
                  <a:cubicBezTo>
                    <a:pt x="116" y="177"/>
                    <a:pt x="124" y="133"/>
                    <a:pt x="112" y="97"/>
                  </a:cubicBezTo>
                  <a:cubicBezTo>
                    <a:pt x="108" y="81"/>
                    <a:pt x="78" y="1"/>
                    <a:pt x="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4" name="Google Shape;4984;p89"/>
            <p:cNvSpPr/>
            <p:nvPr/>
          </p:nvSpPr>
          <p:spPr>
            <a:xfrm flipH="1">
              <a:off x="3390404" y="336130"/>
              <a:ext cx="19582" cy="17380"/>
            </a:xfrm>
            <a:custGeom>
              <a:avLst/>
              <a:gdLst/>
              <a:ahLst/>
              <a:cxnLst/>
              <a:rect l="l" t="t" r="r" b="b"/>
              <a:pathLst>
                <a:path w="169" h="150" extrusionOk="0">
                  <a:moveTo>
                    <a:pt x="35" y="1"/>
                  </a:moveTo>
                  <a:cubicBezTo>
                    <a:pt x="31" y="1"/>
                    <a:pt x="27" y="2"/>
                    <a:pt x="24" y="4"/>
                  </a:cubicBezTo>
                  <a:cubicBezTo>
                    <a:pt x="4" y="28"/>
                    <a:pt x="0" y="60"/>
                    <a:pt x="16" y="88"/>
                  </a:cubicBezTo>
                  <a:cubicBezTo>
                    <a:pt x="32" y="112"/>
                    <a:pt x="60" y="128"/>
                    <a:pt x="88" y="136"/>
                  </a:cubicBezTo>
                  <a:cubicBezTo>
                    <a:pt x="105" y="142"/>
                    <a:pt x="125" y="149"/>
                    <a:pt x="142" y="149"/>
                  </a:cubicBezTo>
                  <a:cubicBezTo>
                    <a:pt x="149" y="149"/>
                    <a:pt x="155" y="148"/>
                    <a:pt x="160" y="144"/>
                  </a:cubicBezTo>
                  <a:cubicBezTo>
                    <a:pt x="164" y="140"/>
                    <a:pt x="168" y="132"/>
                    <a:pt x="168" y="124"/>
                  </a:cubicBezTo>
                  <a:cubicBezTo>
                    <a:pt x="168" y="100"/>
                    <a:pt x="136" y="60"/>
                    <a:pt x="124" y="48"/>
                  </a:cubicBezTo>
                  <a:cubicBezTo>
                    <a:pt x="114" y="38"/>
                    <a:pt x="62" y="1"/>
                    <a:pt x="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5" name="Google Shape;4985;p89"/>
            <p:cNvSpPr/>
            <p:nvPr/>
          </p:nvSpPr>
          <p:spPr>
            <a:xfrm flipH="1">
              <a:off x="3279634" y="301718"/>
              <a:ext cx="12630" cy="22594"/>
            </a:xfrm>
            <a:custGeom>
              <a:avLst/>
              <a:gdLst/>
              <a:ahLst/>
              <a:cxnLst/>
              <a:rect l="l" t="t" r="r" b="b"/>
              <a:pathLst>
                <a:path w="109" h="195" extrusionOk="0">
                  <a:moveTo>
                    <a:pt x="37" y="0"/>
                  </a:moveTo>
                  <a:cubicBezTo>
                    <a:pt x="34" y="0"/>
                    <a:pt x="31" y="1"/>
                    <a:pt x="28" y="1"/>
                  </a:cubicBezTo>
                  <a:cubicBezTo>
                    <a:pt x="0" y="5"/>
                    <a:pt x="0" y="93"/>
                    <a:pt x="4" y="113"/>
                  </a:cubicBezTo>
                  <a:cubicBezTo>
                    <a:pt x="4" y="141"/>
                    <a:pt x="16" y="165"/>
                    <a:pt x="36" y="185"/>
                  </a:cubicBezTo>
                  <a:cubicBezTo>
                    <a:pt x="39" y="191"/>
                    <a:pt x="46" y="195"/>
                    <a:pt x="53" y="195"/>
                  </a:cubicBezTo>
                  <a:cubicBezTo>
                    <a:pt x="56" y="195"/>
                    <a:pt x="58" y="194"/>
                    <a:pt x="60" y="193"/>
                  </a:cubicBezTo>
                  <a:cubicBezTo>
                    <a:pt x="80" y="185"/>
                    <a:pt x="92" y="149"/>
                    <a:pt x="100" y="133"/>
                  </a:cubicBezTo>
                  <a:cubicBezTo>
                    <a:pt x="108" y="105"/>
                    <a:pt x="108" y="73"/>
                    <a:pt x="100" y="45"/>
                  </a:cubicBezTo>
                  <a:cubicBezTo>
                    <a:pt x="89" y="16"/>
                    <a:pt x="62" y="0"/>
                    <a:pt x="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6" name="Google Shape;4986;p89"/>
            <p:cNvSpPr/>
            <p:nvPr/>
          </p:nvSpPr>
          <p:spPr>
            <a:xfrm flipH="1">
              <a:off x="1237462" y="139503"/>
              <a:ext cx="703316" cy="532179"/>
            </a:xfrm>
            <a:custGeom>
              <a:avLst/>
              <a:gdLst/>
              <a:ahLst/>
              <a:cxnLst/>
              <a:rect l="l" t="t" r="r" b="b"/>
              <a:pathLst>
                <a:path w="6070" h="4593" extrusionOk="0">
                  <a:moveTo>
                    <a:pt x="3601" y="2465"/>
                  </a:moveTo>
                  <a:cubicBezTo>
                    <a:pt x="3601" y="2469"/>
                    <a:pt x="3597" y="2477"/>
                    <a:pt x="3597" y="2481"/>
                  </a:cubicBezTo>
                  <a:lnTo>
                    <a:pt x="3593" y="2493"/>
                  </a:lnTo>
                  <a:lnTo>
                    <a:pt x="3601" y="2465"/>
                  </a:lnTo>
                  <a:close/>
                  <a:moveTo>
                    <a:pt x="4709" y="2445"/>
                  </a:moveTo>
                  <a:lnTo>
                    <a:pt x="4633" y="2497"/>
                  </a:lnTo>
                  <a:cubicBezTo>
                    <a:pt x="4597" y="2525"/>
                    <a:pt x="4557" y="2549"/>
                    <a:pt x="4517" y="2573"/>
                  </a:cubicBezTo>
                  <a:cubicBezTo>
                    <a:pt x="4477" y="2601"/>
                    <a:pt x="4437" y="2625"/>
                    <a:pt x="4397" y="2645"/>
                  </a:cubicBezTo>
                  <a:cubicBezTo>
                    <a:pt x="4241" y="2733"/>
                    <a:pt x="4077" y="2805"/>
                    <a:pt x="3905" y="2853"/>
                  </a:cubicBezTo>
                  <a:cubicBezTo>
                    <a:pt x="3845" y="2845"/>
                    <a:pt x="3809" y="2825"/>
                    <a:pt x="3805" y="2809"/>
                  </a:cubicBezTo>
                  <a:lnTo>
                    <a:pt x="3881" y="2785"/>
                  </a:lnTo>
                  <a:cubicBezTo>
                    <a:pt x="3969" y="2785"/>
                    <a:pt x="4097" y="2729"/>
                    <a:pt x="4213" y="2665"/>
                  </a:cubicBezTo>
                  <a:cubicBezTo>
                    <a:pt x="4345" y="2613"/>
                    <a:pt x="4485" y="2553"/>
                    <a:pt x="4633" y="2481"/>
                  </a:cubicBezTo>
                  <a:lnTo>
                    <a:pt x="4709" y="2445"/>
                  </a:lnTo>
                  <a:close/>
                  <a:moveTo>
                    <a:pt x="1961" y="2609"/>
                  </a:moveTo>
                  <a:lnTo>
                    <a:pt x="1961" y="2609"/>
                  </a:lnTo>
                  <a:cubicBezTo>
                    <a:pt x="1989" y="2613"/>
                    <a:pt x="2017" y="2621"/>
                    <a:pt x="2045" y="2625"/>
                  </a:cubicBezTo>
                  <a:lnTo>
                    <a:pt x="2085" y="2629"/>
                  </a:lnTo>
                  <a:lnTo>
                    <a:pt x="2121" y="2633"/>
                  </a:lnTo>
                  <a:cubicBezTo>
                    <a:pt x="2173" y="2637"/>
                    <a:pt x="2217" y="2645"/>
                    <a:pt x="2261" y="2653"/>
                  </a:cubicBezTo>
                  <a:cubicBezTo>
                    <a:pt x="2353" y="2673"/>
                    <a:pt x="2441" y="2693"/>
                    <a:pt x="2521" y="2713"/>
                  </a:cubicBezTo>
                  <a:cubicBezTo>
                    <a:pt x="2685" y="2753"/>
                    <a:pt x="2829" y="2797"/>
                    <a:pt x="2945" y="2829"/>
                  </a:cubicBezTo>
                  <a:lnTo>
                    <a:pt x="3065" y="2861"/>
                  </a:lnTo>
                  <a:cubicBezTo>
                    <a:pt x="3045" y="2885"/>
                    <a:pt x="3025" y="2901"/>
                    <a:pt x="3001" y="2917"/>
                  </a:cubicBezTo>
                  <a:lnTo>
                    <a:pt x="2977" y="2913"/>
                  </a:lnTo>
                  <a:cubicBezTo>
                    <a:pt x="2849" y="2885"/>
                    <a:pt x="2725" y="2853"/>
                    <a:pt x="2601" y="2817"/>
                  </a:cubicBezTo>
                  <a:cubicBezTo>
                    <a:pt x="2453" y="2773"/>
                    <a:pt x="2289" y="2717"/>
                    <a:pt x="2113" y="2657"/>
                  </a:cubicBezTo>
                  <a:lnTo>
                    <a:pt x="1961" y="2609"/>
                  </a:lnTo>
                  <a:close/>
                  <a:moveTo>
                    <a:pt x="3853" y="3237"/>
                  </a:moveTo>
                  <a:cubicBezTo>
                    <a:pt x="3873" y="3245"/>
                    <a:pt x="3897" y="3257"/>
                    <a:pt x="3925" y="3273"/>
                  </a:cubicBezTo>
                  <a:cubicBezTo>
                    <a:pt x="3901" y="3261"/>
                    <a:pt x="3877" y="3249"/>
                    <a:pt x="3853" y="3237"/>
                  </a:cubicBezTo>
                  <a:close/>
                  <a:moveTo>
                    <a:pt x="2597" y="3721"/>
                  </a:moveTo>
                  <a:cubicBezTo>
                    <a:pt x="2589" y="3733"/>
                    <a:pt x="2577" y="3745"/>
                    <a:pt x="2565" y="3757"/>
                  </a:cubicBezTo>
                  <a:cubicBezTo>
                    <a:pt x="2537" y="3785"/>
                    <a:pt x="2509" y="3813"/>
                    <a:pt x="2481" y="3837"/>
                  </a:cubicBezTo>
                  <a:cubicBezTo>
                    <a:pt x="2449" y="3861"/>
                    <a:pt x="2417" y="3885"/>
                    <a:pt x="2385" y="3909"/>
                  </a:cubicBezTo>
                  <a:cubicBezTo>
                    <a:pt x="2353" y="3929"/>
                    <a:pt x="2321" y="3949"/>
                    <a:pt x="2285" y="3973"/>
                  </a:cubicBezTo>
                  <a:cubicBezTo>
                    <a:pt x="2253" y="3993"/>
                    <a:pt x="2217" y="4009"/>
                    <a:pt x="2181" y="4029"/>
                  </a:cubicBezTo>
                  <a:cubicBezTo>
                    <a:pt x="2149" y="4045"/>
                    <a:pt x="2113" y="4061"/>
                    <a:pt x="2077" y="4077"/>
                  </a:cubicBezTo>
                  <a:cubicBezTo>
                    <a:pt x="2041" y="4093"/>
                    <a:pt x="2005" y="4109"/>
                    <a:pt x="1965" y="4129"/>
                  </a:cubicBezTo>
                  <a:cubicBezTo>
                    <a:pt x="1929" y="4145"/>
                    <a:pt x="1893" y="4157"/>
                    <a:pt x="1857" y="4169"/>
                  </a:cubicBezTo>
                  <a:cubicBezTo>
                    <a:pt x="1821" y="4185"/>
                    <a:pt x="1785" y="4197"/>
                    <a:pt x="1749" y="4205"/>
                  </a:cubicBezTo>
                  <a:cubicBezTo>
                    <a:pt x="1709" y="4213"/>
                    <a:pt x="1673" y="4221"/>
                    <a:pt x="1637" y="4229"/>
                  </a:cubicBezTo>
                  <a:cubicBezTo>
                    <a:pt x="1597" y="4237"/>
                    <a:pt x="1561" y="4241"/>
                    <a:pt x="1521" y="4245"/>
                  </a:cubicBezTo>
                  <a:cubicBezTo>
                    <a:pt x="1485" y="4249"/>
                    <a:pt x="1445" y="4253"/>
                    <a:pt x="1409" y="4253"/>
                  </a:cubicBezTo>
                  <a:lnTo>
                    <a:pt x="1305" y="4253"/>
                  </a:lnTo>
                  <a:lnTo>
                    <a:pt x="1305" y="4249"/>
                  </a:lnTo>
                  <a:cubicBezTo>
                    <a:pt x="1501" y="4221"/>
                    <a:pt x="1693" y="4177"/>
                    <a:pt x="1881" y="4117"/>
                  </a:cubicBezTo>
                  <a:cubicBezTo>
                    <a:pt x="1933" y="4101"/>
                    <a:pt x="1981" y="4081"/>
                    <a:pt x="2033" y="4065"/>
                  </a:cubicBezTo>
                  <a:cubicBezTo>
                    <a:pt x="2081" y="4049"/>
                    <a:pt x="2133" y="4033"/>
                    <a:pt x="2181" y="4009"/>
                  </a:cubicBezTo>
                  <a:cubicBezTo>
                    <a:pt x="2273" y="3965"/>
                    <a:pt x="2365" y="3913"/>
                    <a:pt x="2445" y="3849"/>
                  </a:cubicBezTo>
                  <a:cubicBezTo>
                    <a:pt x="2501" y="3805"/>
                    <a:pt x="2549" y="3765"/>
                    <a:pt x="2597" y="3721"/>
                  </a:cubicBezTo>
                  <a:close/>
                  <a:moveTo>
                    <a:pt x="5055" y="1"/>
                  </a:moveTo>
                  <a:cubicBezTo>
                    <a:pt x="4984" y="1"/>
                    <a:pt x="4913" y="5"/>
                    <a:pt x="4841" y="13"/>
                  </a:cubicBezTo>
                  <a:cubicBezTo>
                    <a:pt x="4705" y="29"/>
                    <a:pt x="4569" y="57"/>
                    <a:pt x="4433" y="93"/>
                  </a:cubicBezTo>
                  <a:cubicBezTo>
                    <a:pt x="4301" y="129"/>
                    <a:pt x="4173" y="181"/>
                    <a:pt x="4049" y="241"/>
                  </a:cubicBezTo>
                  <a:cubicBezTo>
                    <a:pt x="4017" y="257"/>
                    <a:pt x="3985" y="273"/>
                    <a:pt x="3957" y="293"/>
                  </a:cubicBezTo>
                  <a:lnTo>
                    <a:pt x="3933" y="309"/>
                  </a:lnTo>
                  <a:cubicBezTo>
                    <a:pt x="3932" y="310"/>
                    <a:pt x="3932" y="310"/>
                    <a:pt x="3932" y="310"/>
                  </a:cubicBezTo>
                  <a:cubicBezTo>
                    <a:pt x="3933" y="310"/>
                    <a:pt x="3933" y="310"/>
                    <a:pt x="3933" y="310"/>
                  </a:cubicBezTo>
                  <a:lnTo>
                    <a:pt x="3933" y="310"/>
                  </a:lnTo>
                  <a:cubicBezTo>
                    <a:pt x="3934" y="310"/>
                    <a:pt x="3933" y="311"/>
                    <a:pt x="3925" y="317"/>
                  </a:cubicBezTo>
                  <a:lnTo>
                    <a:pt x="3921" y="321"/>
                  </a:lnTo>
                  <a:lnTo>
                    <a:pt x="3913" y="329"/>
                  </a:lnTo>
                  <a:lnTo>
                    <a:pt x="3893" y="345"/>
                  </a:lnTo>
                  <a:cubicBezTo>
                    <a:pt x="3885" y="349"/>
                    <a:pt x="3877" y="361"/>
                    <a:pt x="3873" y="369"/>
                  </a:cubicBezTo>
                  <a:lnTo>
                    <a:pt x="3849" y="397"/>
                  </a:lnTo>
                  <a:cubicBezTo>
                    <a:pt x="3845" y="405"/>
                    <a:pt x="3841" y="413"/>
                    <a:pt x="3837" y="421"/>
                  </a:cubicBezTo>
                  <a:cubicBezTo>
                    <a:pt x="3825" y="437"/>
                    <a:pt x="3817" y="453"/>
                    <a:pt x="3809" y="469"/>
                  </a:cubicBezTo>
                  <a:lnTo>
                    <a:pt x="3785" y="521"/>
                  </a:lnTo>
                  <a:lnTo>
                    <a:pt x="3769" y="569"/>
                  </a:lnTo>
                  <a:cubicBezTo>
                    <a:pt x="3729" y="693"/>
                    <a:pt x="3701" y="817"/>
                    <a:pt x="3685" y="945"/>
                  </a:cubicBezTo>
                  <a:cubicBezTo>
                    <a:pt x="3649" y="1185"/>
                    <a:pt x="3633" y="1409"/>
                    <a:pt x="3621" y="1617"/>
                  </a:cubicBezTo>
                  <a:cubicBezTo>
                    <a:pt x="3605" y="1821"/>
                    <a:pt x="3589" y="2013"/>
                    <a:pt x="3569" y="2177"/>
                  </a:cubicBezTo>
                  <a:cubicBezTo>
                    <a:pt x="3553" y="2321"/>
                    <a:pt x="3525" y="2461"/>
                    <a:pt x="3485" y="2601"/>
                  </a:cubicBezTo>
                  <a:lnTo>
                    <a:pt x="3485" y="2609"/>
                  </a:lnTo>
                  <a:cubicBezTo>
                    <a:pt x="3468" y="2617"/>
                    <a:pt x="3452" y="2621"/>
                    <a:pt x="3437" y="2621"/>
                  </a:cubicBezTo>
                  <a:cubicBezTo>
                    <a:pt x="3404" y="2621"/>
                    <a:pt x="3377" y="2601"/>
                    <a:pt x="3369" y="2549"/>
                  </a:cubicBezTo>
                  <a:cubicBezTo>
                    <a:pt x="3381" y="2429"/>
                    <a:pt x="3397" y="2281"/>
                    <a:pt x="3417" y="2113"/>
                  </a:cubicBezTo>
                  <a:cubicBezTo>
                    <a:pt x="3425" y="2073"/>
                    <a:pt x="3429" y="2029"/>
                    <a:pt x="3437" y="1985"/>
                  </a:cubicBezTo>
                  <a:cubicBezTo>
                    <a:pt x="3445" y="1945"/>
                    <a:pt x="3453" y="1905"/>
                    <a:pt x="3465" y="1857"/>
                  </a:cubicBezTo>
                  <a:cubicBezTo>
                    <a:pt x="3489" y="1761"/>
                    <a:pt x="3513" y="1665"/>
                    <a:pt x="3533" y="1561"/>
                  </a:cubicBezTo>
                  <a:cubicBezTo>
                    <a:pt x="3581" y="1337"/>
                    <a:pt x="3613" y="1109"/>
                    <a:pt x="3629" y="881"/>
                  </a:cubicBezTo>
                  <a:cubicBezTo>
                    <a:pt x="3637" y="757"/>
                    <a:pt x="3629" y="629"/>
                    <a:pt x="3613" y="501"/>
                  </a:cubicBezTo>
                  <a:cubicBezTo>
                    <a:pt x="3605" y="469"/>
                    <a:pt x="3597" y="437"/>
                    <a:pt x="3589" y="401"/>
                  </a:cubicBezTo>
                  <a:cubicBezTo>
                    <a:pt x="3585" y="385"/>
                    <a:pt x="3581" y="369"/>
                    <a:pt x="3573" y="353"/>
                  </a:cubicBezTo>
                  <a:lnTo>
                    <a:pt x="3565" y="325"/>
                  </a:lnTo>
                  <a:lnTo>
                    <a:pt x="3561" y="313"/>
                  </a:lnTo>
                  <a:lnTo>
                    <a:pt x="3561" y="309"/>
                  </a:lnTo>
                  <a:lnTo>
                    <a:pt x="3557" y="301"/>
                  </a:lnTo>
                  <a:cubicBezTo>
                    <a:pt x="3549" y="285"/>
                    <a:pt x="3541" y="269"/>
                    <a:pt x="3529" y="257"/>
                  </a:cubicBezTo>
                  <a:lnTo>
                    <a:pt x="3509" y="233"/>
                  </a:lnTo>
                  <a:lnTo>
                    <a:pt x="3489" y="213"/>
                  </a:lnTo>
                  <a:cubicBezTo>
                    <a:pt x="3461" y="189"/>
                    <a:pt x="3433" y="165"/>
                    <a:pt x="3401" y="149"/>
                  </a:cubicBezTo>
                  <a:cubicBezTo>
                    <a:pt x="3277" y="89"/>
                    <a:pt x="3141" y="57"/>
                    <a:pt x="3001" y="49"/>
                  </a:cubicBezTo>
                  <a:cubicBezTo>
                    <a:pt x="2954" y="46"/>
                    <a:pt x="2908" y="45"/>
                    <a:pt x="2862" y="45"/>
                  </a:cubicBezTo>
                  <a:cubicBezTo>
                    <a:pt x="2770" y="45"/>
                    <a:pt x="2680" y="50"/>
                    <a:pt x="2589" y="61"/>
                  </a:cubicBezTo>
                  <a:cubicBezTo>
                    <a:pt x="2449" y="77"/>
                    <a:pt x="2309" y="105"/>
                    <a:pt x="2177" y="145"/>
                  </a:cubicBezTo>
                  <a:cubicBezTo>
                    <a:pt x="2041" y="185"/>
                    <a:pt x="1909" y="241"/>
                    <a:pt x="1781" y="313"/>
                  </a:cubicBezTo>
                  <a:cubicBezTo>
                    <a:pt x="1721" y="349"/>
                    <a:pt x="1661" y="389"/>
                    <a:pt x="1605" y="433"/>
                  </a:cubicBezTo>
                  <a:cubicBezTo>
                    <a:pt x="1549" y="477"/>
                    <a:pt x="1497" y="525"/>
                    <a:pt x="1445" y="577"/>
                  </a:cubicBezTo>
                  <a:cubicBezTo>
                    <a:pt x="1345" y="677"/>
                    <a:pt x="1249" y="777"/>
                    <a:pt x="1157" y="881"/>
                  </a:cubicBezTo>
                  <a:cubicBezTo>
                    <a:pt x="1061" y="985"/>
                    <a:pt x="977" y="1101"/>
                    <a:pt x="905" y="1225"/>
                  </a:cubicBezTo>
                  <a:cubicBezTo>
                    <a:pt x="869" y="1293"/>
                    <a:pt x="845" y="1365"/>
                    <a:pt x="837" y="1441"/>
                  </a:cubicBezTo>
                  <a:cubicBezTo>
                    <a:pt x="825" y="1517"/>
                    <a:pt x="829" y="1593"/>
                    <a:pt x="849" y="1669"/>
                  </a:cubicBezTo>
                  <a:cubicBezTo>
                    <a:pt x="869" y="1737"/>
                    <a:pt x="897" y="1805"/>
                    <a:pt x="933" y="1865"/>
                  </a:cubicBezTo>
                  <a:cubicBezTo>
                    <a:pt x="953" y="1897"/>
                    <a:pt x="973" y="1925"/>
                    <a:pt x="993" y="1953"/>
                  </a:cubicBezTo>
                  <a:cubicBezTo>
                    <a:pt x="1013" y="1981"/>
                    <a:pt x="1033" y="2009"/>
                    <a:pt x="1057" y="2033"/>
                  </a:cubicBezTo>
                  <a:cubicBezTo>
                    <a:pt x="1141" y="2133"/>
                    <a:pt x="1237" y="2217"/>
                    <a:pt x="1341" y="2293"/>
                  </a:cubicBezTo>
                  <a:cubicBezTo>
                    <a:pt x="1481" y="2401"/>
                    <a:pt x="1637" y="2489"/>
                    <a:pt x="1801" y="2553"/>
                  </a:cubicBezTo>
                  <a:cubicBezTo>
                    <a:pt x="1713" y="2525"/>
                    <a:pt x="1629" y="2501"/>
                    <a:pt x="1537" y="2477"/>
                  </a:cubicBezTo>
                  <a:cubicBezTo>
                    <a:pt x="1429" y="2445"/>
                    <a:pt x="1317" y="2417"/>
                    <a:pt x="1205" y="2401"/>
                  </a:cubicBezTo>
                  <a:cubicBezTo>
                    <a:pt x="1081" y="2377"/>
                    <a:pt x="973" y="2377"/>
                    <a:pt x="861" y="2361"/>
                  </a:cubicBezTo>
                  <a:cubicBezTo>
                    <a:pt x="833" y="2357"/>
                    <a:pt x="805" y="2353"/>
                    <a:pt x="777" y="2345"/>
                  </a:cubicBezTo>
                  <a:cubicBezTo>
                    <a:pt x="761" y="2345"/>
                    <a:pt x="753" y="2341"/>
                    <a:pt x="733" y="2337"/>
                  </a:cubicBezTo>
                  <a:lnTo>
                    <a:pt x="701" y="2337"/>
                  </a:lnTo>
                  <a:cubicBezTo>
                    <a:pt x="696" y="2337"/>
                    <a:pt x="692" y="2336"/>
                    <a:pt x="687" y="2336"/>
                  </a:cubicBezTo>
                  <a:cubicBezTo>
                    <a:pt x="656" y="2336"/>
                    <a:pt x="625" y="2348"/>
                    <a:pt x="601" y="2365"/>
                  </a:cubicBezTo>
                  <a:lnTo>
                    <a:pt x="589" y="2373"/>
                  </a:lnTo>
                  <a:lnTo>
                    <a:pt x="585" y="2381"/>
                  </a:lnTo>
                  <a:lnTo>
                    <a:pt x="573" y="2393"/>
                  </a:lnTo>
                  <a:cubicBezTo>
                    <a:pt x="561" y="2409"/>
                    <a:pt x="553" y="2417"/>
                    <a:pt x="541" y="2433"/>
                  </a:cubicBezTo>
                  <a:cubicBezTo>
                    <a:pt x="525" y="2457"/>
                    <a:pt x="509" y="2481"/>
                    <a:pt x="489" y="2501"/>
                  </a:cubicBezTo>
                  <a:cubicBezTo>
                    <a:pt x="453" y="2549"/>
                    <a:pt x="413" y="2593"/>
                    <a:pt x="377" y="2637"/>
                  </a:cubicBezTo>
                  <a:cubicBezTo>
                    <a:pt x="337" y="2681"/>
                    <a:pt x="293" y="2725"/>
                    <a:pt x="249" y="2773"/>
                  </a:cubicBezTo>
                  <a:cubicBezTo>
                    <a:pt x="157" y="2869"/>
                    <a:pt x="81" y="2981"/>
                    <a:pt x="33" y="3105"/>
                  </a:cubicBezTo>
                  <a:cubicBezTo>
                    <a:pt x="21" y="3137"/>
                    <a:pt x="13" y="3173"/>
                    <a:pt x="9" y="3205"/>
                  </a:cubicBezTo>
                  <a:cubicBezTo>
                    <a:pt x="5" y="3241"/>
                    <a:pt x="1" y="3277"/>
                    <a:pt x="5" y="3313"/>
                  </a:cubicBezTo>
                  <a:cubicBezTo>
                    <a:pt x="9" y="3381"/>
                    <a:pt x="25" y="3445"/>
                    <a:pt x="53" y="3509"/>
                  </a:cubicBezTo>
                  <a:cubicBezTo>
                    <a:pt x="109" y="3621"/>
                    <a:pt x="181" y="3733"/>
                    <a:pt x="257" y="3833"/>
                  </a:cubicBezTo>
                  <a:cubicBezTo>
                    <a:pt x="297" y="3881"/>
                    <a:pt x="329" y="3933"/>
                    <a:pt x="365" y="3985"/>
                  </a:cubicBezTo>
                  <a:cubicBezTo>
                    <a:pt x="397" y="4041"/>
                    <a:pt x="441" y="4093"/>
                    <a:pt x="489" y="4137"/>
                  </a:cubicBezTo>
                  <a:cubicBezTo>
                    <a:pt x="593" y="4213"/>
                    <a:pt x="713" y="4261"/>
                    <a:pt x="841" y="4269"/>
                  </a:cubicBezTo>
                  <a:cubicBezTo>
                    <a:pt x="895" y="4274"/>
                    <a:pt x="948" y="4278"/>
                    <a:pt x="1000" y="4278"/>
                  </a:cubicBezTo>
                  <a:cubicBezTo>
                    <a:pt x="1033" y="4278"/>
                    <a:pt x="1065" y="4276"/>
                    <a:pt x="1097" y="4273"/>
                  </a:cubicBezTo>
                  <a:lnTo>
                    <a:pt x="1097" y="4273"/>
                  </a:lnTo>
                  <a:cubicBezTo>
                    <a:pt x="1093" y="4281"/>
                    <a:pt x="1089" y="4293"/>
                    <a:pt x="1085" y="4301"/>
                  </a:cubicBezTo>
                  <a:cubicBezTo>
                    <a:pt x="1081" y="4313"/>
                    <a:pt x="1081" y="4329"/>
                    <a:pt x="1085" y="4341"/>
                  </a:cubicBezTo>
                  <a:cubicBezTo>
                    <a:pt x="1101" y="4393"/>
                    <a:pt x="1121" y="4441"/>
                    <a:pt x="1157" y="4481"/>
                  </a:cubicBezTo>
                  <a:cubicBezTo>
                    <a:pt x="1193" y="4529"/>
                    <a:pt x="1241" y="4561"/>
                    <a:pt x="1297" y="4577"/>
                  </a:cubicBezTo>
                  <a:cubicBezTo>
                    <a:pt x="1345" y="4588"/>
                    <a:pt x="1395" y="4593"/>
                    <a:pt x="1445" y="4593"/>
                  </a:cubicBezTo>
                  <a:cubicBezTo>
                    <a:pt x="1489" y="4593"/>
                    <a:pt x="1533" y="4589"/>
                    <a:pt x="1577" y="4581"/>
                  </a:cubicBezTo>
                  <a:cubicBezTo>
                    <a:pt x="1745" y="4561"/>
                    <a:pt x="1905" y="4529"/>
                    <a:pt x="2069" y="4517"/>
                  </a:cubicBezTo>
                  <a:cubicBezTo>
                    <a:pt x="2128" y="4514"/>
                    <a:pt x="2188" y="4512"/>
                    <a:pt x="2246" y="4512"/>
                  </a:cubicBezTo>
                  <a:cubicBezTo>
                    <a:pt x="2270" y="4512"/>
                    <a:pt x="2293" y="4512"/>
                    <a:pt x="2317" y="4513"/>
                  </a:cubicBezTo>
                  <a:cubicBezTo>
                    <a:pt x="2401" y="4517"/>
                    <a:pt x="2481" y="4533"/>
                    <a:pt x="2569" y="4541"/>
                  </a:cubicBezTo>
                  <a:cubicBezTo>
                    <a:pt x="2600" y="4543"/>
                    <a:pt x="2630" y="4544"/>
                    <a:pt x="2661" y="4544"/>
                  </a:cubicBezTo>
                  <a:cubicBezTo>
                    <a:pt x="2715" y="4544"/>
                    <a:pt x="2769" y="4541"/>
                    <a:pt x="2825" y="4533"/>
                  </a:cubicBezTo>
                  <a:cubicBezTo>
                    <a:pt x="2909" y="4525"/>
                    <a:pt x="2993" y="4505"/>
                    <a:pt x="3073" y="4481"/>
                  </a:cubicBezTo>
                  <a:cubicBezTo>
                    <a:pt x="3241" y="4429"/>
                    <a:pt x="3393" y="4341"/>
                    <a:pt x="3529" y="4229"/>
                  </a:cubicBezTo>
                  <a:cubicBezTo>
                    <a:pt x="3597" y="4173"/>
                    <a:pt x="3657" y="4109"/>
                    <a:pt x="3709" y="4037"/>
                  </a:cubicBezTo>
                  <a:cubicBezTo>
                    <a:pt x="3765" y="3969"/>
                    <a:pt x="3809" y="3889"/>
                    <a:pt x="3845" y="3805"/>
                  </a:cubicBezTo>
                  <a:cubicBezTo>
                    <a:pt x="3853" y="3781"/>
                    <a:pt x="3861" y="3757"/>
                    <a:pt x="3865" y="3733"/>
                  </a:cubicBezTo>
                  <a:cubicBezTo>
                    <a:pt x="3869" y="3705"/>
                    <a:pt x="3869" y="3677"/>
                    <a:pt x="3865" y="3649"/>
                  </a:cubicBezTo>
                  <a:cubicBezTo>
                    <a:pt x="3857" y="3601"/>
                    <a:pt x="3841" y="3557"/>
                    <a:pt x="3821" y="3513"/>
                  </a:cubicBezTo>
                  <a:cubicBezTo>
                    <a:pt x="3781" y="3433"/>
                    <a:pt x="3733" y="3361"/>
                    <a:pt x="3677" y="3293"/>
                  </a:cubicBezTo>
                  <a:cubicBezTo>
                    <a:pt x="3661" y="3269"/>
                    <a:pt x="3645" y="3249"/>
                    <a:pt x="3629" y="3229"/>
                  </a:cubicBezTo>
                  <a:lnTo>
                    <a:pt x="3629" y="3229"/>
                  </a:lnTo>
                  <a:cubicBezTo>
                    <a:pt x="3745" y="3317"/>
                    <a:pt x="3869" y="3393"/>
                    <a:pt x="4001" y="3453"/>
                  </a:cubicBezTo>
                  <a:cubicBezTo>
                    <a:pt x="4069" y="3485"/>
                    <a:pt x="4137" y="3509"/>
                    <a:pt x="4209" y="3529"/>
                  </a:cubicBezTo>
                  <a:cubicBezTo>
                    <a:pt x="4265" y="3544"/>
                    <a:pt x="4324" y="3552"/>
                    <a:pt x="4381" y="3552"/>
                  </a:cubicBezTo>
                  <a:cubicBezTo>
                    <a:pt x="4401" y="3552"/>
                    <a:pt x="4421" y="3551"/>
                    <a:pt x="4441" y="3549"/>
                  </a:cubicBezTo>
                  <a:cubicBezTo>
                    <a:pt x="4525" y="3541"/>
                    <a:pt x="4601" y="3513"/>
                    <a:pt x="4669" y="3469"/>
                  </a:cubicBezTo>
                  <a:cubicBezTo>
                    <a:pt x="4729" y="3429"/>
                    <a:pt x="4785" y="3389"/>
                    <a:pt x="4845" y="3345"/>
                  </a:cubicBezTo>
                  <a:cubicBezTo>
                    <a:pt x="4901" y="3305"/>
                    <a:pt x="4957" y="3261"/>
                    <a:pt x="5013" y="3217"/>
                  </a:cubicBezTo>
                  <a:cubicBezTo>
                    <a:pt x="5073" y="3173"/>
                    <a:pt x="5129" y="3133"/>
                    <a:pt x="5185" y="3085"/>
                  </a:cubicBezTo>
                  <a:cubicBezTo>
                    <a:pt x="5237" y="3041"/>
                    <a:pt x="5293" y="2997"/>
                    <a:pt x="5349" y="2949"/>
                  </a:cubicBezTo>
                  <a:cubicBezTo>
                    <a:pt x="5373" y="2925"/>
                    <a:pt x="5397" y="2897"/>
                    <a:pt x="5425" y="2873"/>
                  </a:cubicBezTo>
                  <a:lnTo>
                    <a:pt x="5461" y="2833"/>
                  </a:lnTo>
                  <a:lnTo>
                    <a:pt x="5493" y="2789"/>
                  </a:lnTo>
                  <a:cubicBezTo>
                    <a:pt x="5541" y="2725"/>
                    <a:pt x="5573" y="2657"/>
                    <a:pt x="5585" y="2581"/>
                  </a:cubicBezTo>
                  <a:lnTo>
                    <a:pt x="5585" y="2517"/>
                  </a:lnTo>
                  <a:cubicBezTo>
                    <a:pt x="5585" y="2497"/>
                    <a:pt x="5581" y="2481"/>
                    <a:pt x="5581" y="2465"/>
                  </a:cubicBezTo>
                  <a:cubicBezTo>
                    <a:pt x="5577" y="2429"/>
                    <a:pt x="5569" y="2389"/>
                    <a:pt x="5561" y="2353"/>
                  </a:cubicBezTo>
                  <a:cubicBezTo>
                    <a:pt x="5545" y="2281"/>
                    <a:pt x="5521" y="2209"/>
                    <a:pt x="5493" y="2141"/>
                  </a:cubicBezTo>
                  <a:cubicBezTo>
                    <a:pt x="5469" y="2093"/>
                    <a:pt x="5445" y="2045"/>
                    <a:pt x="5417" y="2001"/>
                  </a:cubicBezTo>
                  <a:cubicBezTo>
                    <a:pt x="5449" y="1973"/>
                    <a:pt x="5481" y="1949"/>
                    <a:pt x="5517" y="1917"/>
                  </a:cubicBezTo>
                  <a:cubicBezTo>
                    <a:pt x="5613" y="1829"/>
                    <a:pt x="5705" y="1737"/>
                    <a:pt x="5785" y="1633"/>
                  </a:cubicBezTo>
                  <a:cubicBezTo>
                    <a:pt x="5869" y="1525"/>
                    <a:pt x="5941" y="1409"/>
                    <a:pt x="5993" y="1281"/>
                  </a:cubicBezTo>
                  <a:lnTo>
                    <a:pt x="6013" y="1233"/>
                  </a:lnTo>
                  <a:lnTo>
                    <a:pt x="6025" y="1181"/>
                  </a:lnTo>
                  <a:cubicBezTo>
                    <a:pt x="6037" y="1149"/>
                    <a:pt x="6045" y="1117"/>
                    <a:pt x="6053" y="1081"/>
                  </a:cubicBezTo>
                  <a:cubicBezTo>
                    <a:pt x="6065" y="1013"/>
                    <a:pt x="6069" y="945"/>
                    <a:pt x="6069" y="873"/>
                  </a:cubicBezTo>
                  <a:cubicBezTo>
                    <a:pt x="6065" y="837"/>
                    <a:pt x="6065" y="805"/>
                    <a:pt x="6061" y="769"/>
                  </a:cubicBezTo>
                  <a:cubicBezTo>
                    <a:pt x="6057" y="737"/>
                    <a:pt x="6049" y="701"/>
                    <a:pt x="6045" y="665"/>
                  </a:cubicBezTo>
                  <a:cubicBezTo>
                    <a:pt x="6037" y="633"/>
                    <a:pt x="6029" y="597"/>
                    <a:pt x="6017" y="561"/>
                  </a:cubicBezTo>
                  <a:cubicBezTo>
                    <a:pt x="6005" y="529"/>
                    <a:pt x="5989" y="497"/>
                    <a:pt x="5973" y="461"/>
                  </a:cubicBezTo>
                  <a:lnTo>
                    <a:pt x="5949" y="413"/>
                  </a:lnTo>
                  <a:cubicBezTo>
                    <a:pt x="5941" y="397"/>
                    <a:pt x="5929" y="381"/>
                    <a:pt x="5921" y="369"/>
                  </a:cubicBezTo>
                  <a:cubicBezTo>
                    <a:pt x="5901" y="337"/>
                    <a:pt x="5877" y="309"/>
                    <a:pt x="5853" y="281"/>
                  </a:cubicBezTo>
                  <a:cubicBezTo>
                    <a:pt x="5805" y="229"/>
                    <a:pt x="5745" y="181"/>
                    <a:pt x="5681" y="145"/>
                  </a:cubicBezTo>
                  <a:cubicBezTo>
                    <a:pt x="5553" y="73"/>
                    <a:pt x="5413" y="29"/>
                    <a:pt x="5269" y="13"/>
                  </a:cubicBezTo>
                  <a:cubicBezTo>
                    <a:pt x="5197" y="5"/>
                    <a:pt x="5126" y="1"/>
                    <a:pt x="50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89"/>
            <p:cNvSpPr/>
            <p:nvPr/>
          </p:nvSpPr>
          <p:spPr>
            <a:xfrm flipH="1">
              <a:off x="1412304" y="379696"/>
              <a:ext cx="17728" cy="13093"/>
            </a:xfrm>
            <a:custGeom>
              <a:avLst/>
              <a:gdLst/>
              <a:ahLst/>
              <a:cxnLst/>
              <a:rect l="l" t="t" r="r" b="b"/>
              <a:pathLst>
                <a:path w="153" h="113" extrusionOk="0">
                  <a:moveTo>
                    <a:pt x="153" y="0"/>
                  </a:moveTo>
                  <a:lnTo>
                    <a:pt x="153" y="0"/>
                  </a:lnTo>
                  <a:cubicBezTo>
                    <a:pt x="105" y="40"/>
                    <a:pt x="53" y="80"/>
                    <a:pt x="1" y="112"/>
                  </a:cubicBezTo>
                  <a:cubicBezTo>
                    <a:pt x="61" y="88"/>
                    <a:pt x="113" y="52"/>
                    <a:pt x="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89"/>
            <p:cNvSpPr/>
            <p:nvPr/>
          </p:nvSpPr>
          <p:spPr>
            <a:xfrm flipH="1">
              <a:off x="1276855" y="164646"/>
              <a:ext cx="210184" cy="215629"/>
            </a:xfrm>
            <a:custGeom>
              <a:avLst/>
              <a:gdLst/>
              <a:ahLst/>
              <a:cxnLst/>
              <a:rect l="l" t="t" r="r" b="b"/>
              <a:pathLst>
                <a:path w="1814" h="1861" extrusionOk="0">
                  <a:moveTo>
                    <a:pt x="1396" y="0"/>
                  </a:moveTo>
                  <a:cubicBezTo>
                    <a:pt x="1343" y="0"/>
                    <a:pt x="1288" y="5"/>
                    <a:pt x="1237" y="12"/>
                  </a:cubicBezTo>
                  <a:lnTo>
                    <a:pt x="857" y="56"/>
                  </a:lnTo>
                  <a:cubicBezTo>
                    <a:pt x="789" y="64"/>
                    <a:pt x="721" y="76"/>
                    <a:pt x="653" y="96"/>
                  </a:cubicBezTo>
                  <a:cubicBezTo>
                    <a:pt x="601" y="112"/>
                    <a:pt x="549" y="136"/>
                    <a:pt x="505" y="164"/>
                  </a:cubicBezTo>
                  <a:cubicBezTo>
                    <a:pt x="353" y="244"/>
                    <a:pt x="205" y="348"/>
                    <a:pt x="129" y="496"/>
                  </a:cubicBezTo>
                  <a:cubicBezTo>
                    <a:pt x="81" y="604"/>
                    <a:pt x="57" y="720"/>
                    <a:pt x="53" y="840"/>
                  </a:cubicBezTo>
                  <a:lnTo>
                    <a:pt x="1" y="1328"/>
                  </a:lnTo>
                  <a:lnTo>
                    <a:pt x="25" y="1344"/>
                  </a:lnTo>
                  <a:cubicBezTo>
                    <a:pt x="121" y="1168"/>
                    <a:pt x="169" y="972"/>
                    <a:pt x="161" y="772"/>
                  </a:cubicBezTo>
                  <a:cubicBezTo>
                    <a:pt x="153" y="716"/>
                    <a:pt x="157" y="660"/>
                    <a:pt x="177" y="604"/>
                  </a:cubicBezTo>
                  <a:cubicBezTo>
                    <a:pt x="194" y="567"/>
                    <a:pt x="235" y="541"/>
                    <a:pt x="273" y="541"/>
                  </a:cubicBezTo>
                  <a:cubicBezTo>
                    <a:pt x="289" y="541"/>
                    <a:pt x="304" y="545"/>
                    <a:pt x="317" y="556"/>
                  </a:cubicBezTo>
                  <a:cubicBezTo>
                    <a:pt x="329" y="568"/>
                    <a:pt x="341" y="584"/>
                    <a:pt x="345" y="604"/>
                  </a:cubicBezTo>
                  <a:cubicBezTo>
                    <a:pt x="405" y="740"/>
                    <a:pt x="421" y="892"/>
                    <a:pt x="397" y="1040"/>
                  </a:cubicBezTo>
                  <a:cubicBezTo>
                    <a:pt x="409" y="1004"/>
                    <a:pt x="421" y="968"/>
                    <a:pt x="433" y="932"/>
                  </a:cubicBezTo>
                  <a:lnTo>
                    <a:pt x="433" y="932"/>
                  </a:lnTo>
                  <a:cubicBezTo>
                    <a:pt x="421" y="1220"/>
                    <a:pt x="357" y="1504"/>
                    <a:pt x="249" y="1768"/>
                  </a:cubicBezTo>
                  <a:cubicBezTo>
                    <a:pt x="325" y="1648"/>
                    <a:pt x="429" y="1544"/>
                    <a:pt x="549" y="1468"/>
                  </a:cubicBezTo>
                  <a:lnTo>
                    <a:pt x="549" y="1468"/>
                  </a:lnTo>
                  <a:cubicBezTo>
                    <a:pt x="537" y="1592"/>
                    <a:pt x="521" y="1712"/>
                    <a:pt x="509" y="1832"/>
                  </a:cubicBezTo>
                  <a:lnTo>
                    <a:pt x="737" y="1576"/>
                  </a:lnTo>
                  <a:lnTo>
                    <a:pt x="737" y="1576"/>
                  </a:lnTo>
                  <a:cubicBezTo>
                    <a:pt x="741" y="1676"/>
                    <a:pt x="709" y="1780"/>
                    <a:pt x="645" y="1860"/>
                  </a:cubicBezTo>
                  <a:cubicBezTo>
                    <a:pt x="837" y="1700"/>
                    <a:pt x="993" y="1504"/>
                    <a:pt x="1105" y="1280"/>
                  </a:cubicBezTo>
                  <a:cubicBezTo>
                    <a:pt x="1133" y="1212"/>
                    <a:pt x="1169" y="1144"/>
                    <a:pt x="1213" y="1088"/>
                  </a:cubicBezTo>
                  <a:cubicBezTo>
                    <a:pt x="1257" y="1024"/>
                    <a:pt x="1329" y="992"/>
                    <a:pt x="1405" y="992"/>
                  </a:cubicBezTo>
                  <a:cubicBezTo>
                    <a:pt x="1449" y="1160"/>
                    <a:pt x="1405" y="1336"/>
                    <a:pt x="1289" y="1464"/>
                  </a:cubicBezTo>
                  <a:cubicBezTo>
                    <a:pt x="1533" y="1308"/>
                    <a:pt x="1669" y="1028"/>
                    <a:pt x="1765" y="756"/>
                  </a:cubicBezTo>
                  <a:cubicBezTo>
                    <a:pt x="1789" y="700"/>
                    <a:pt x="1805" y="640"/>
                    <a:pt x="1813" y="580"/>
                  </a:cubicBezTo>
                  <a:cubicBezTo>
                    <a:pt x="1813" y="512"/>
                    <a:pt x="1809" y="440"/>
                    <a:pt x="1793" y="372"/>
                  </a:cubicBezTo>
                  <a:cubicBezTo>
                    <a:pt x="1773" y="276"/>
                    <a:pt x="1753" y="172"/>
                    <a:pt x="1685" y="100"/>
                  </a:cubicBezTo>
                  <a:cubicBezTo>
                    <a:pt x="1613" y="22"/>
                    <a:pt x="1506" y="0"/>
                    <a:pt x="13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89"/>
            <p:cNvSpPr/>
            <p:nvPr/>
          </p:nvSpPr>
          <p:spPr>
            <a:xfrm flipH="1">
              <a:off x="1558299" y="167195"/>
              <a:ext cx="245291" cy="229765"/>
            </a:xfrm>
            <a:custGeom>
              <a:avLst/>
              <a:gdLst/>
              <a:ahLst/>
              <a:cxnLst/>
              <a:rect l="l" t="t" r="r" b="b"/>
              <a:pathLst>
                <a:path w="2117" h="1983" extrusionOk="0">
                  <a:moveTo>
                    <a:pt x="1509" y="0"/>
                  </a:moveTo>
                  <a:cubicBezTo>
                    <a:pt x="1460" y="0"/>
                    <a:pt x="1410" y="5"/>
                    <a:pt x="1361" y="14"/>
                  </a:cubicBezTo>
                  <a:cubicBezTo>
                    <a:pt x="1377" y="50"/>
                    <a:pt x="1385" y="94"/>
                    <a:pt x="1385" y="134"/>
                  </a:cubicBezTo>
                  <a:cubicBezTo>
                    <a:pt x="1293" y="130"/>
                    <a:pt x="1201" y="98"/>
                    <a:pt x="1125" y="50"/>
                  </a:cubicBezTo>
                  <a:lnTo>
                    <a:pt x="1125" y="50"/>
                  </a:lnTo>
                  <a:cubicBezTo>
                    <a:pt x="1169" y="98"/>
                    <a:pt x="1125" y="190"/>
                    <a:pt x="1065" y="214"/>
                  </a:cubicBezTo>
                  <a:cubicBezTo>
                    <a:pt x="1038" y="220"/>
                    <a:pt x="1010" y="224"/>
                    <a:pt x="982" y="224"/>
                  </a:cubicBezTo>
                  <a:cubicBezTo>
                    <a:pt x="941" y="224"/>
                    <a:pt x="901" y="216"/>
                    <a:pt x="865" y="202"/>
                  </a:cubicBezTo>
                  <a:lnTo>
                    <a:pt x="813" y="190"/>
                  </a:lnTo>
                  <a:cubicBezTo>
                    <a:pt x="697" y="314"/>
                    <a:pt x="589" y="450"/>
                    <a:pt x="497" y="594"/>
                  </a:cubicBezTo>
                  <a:cubicBezTo>
                    <a:pt x="503" y="567"/>
                    <a:pt x="476" y="552"/>
                    <a:pt x="450" y="552"/>
                  </a:cubicBezTo>
                  <a:cubicBezTo>
                    <a:pt x="441" y="552"/>
                    <a:pt x="432" y="554"/>
                    <a:pt x="425" y="558"/>
                  </a:cubicBezTo>
                  <a:cubicBezTo>
                    <a:pt x="397" y="582"/>
                    <a:pt x="377" y="610"/>
                    <a:pt x="369" y="642"/>
                  </a:cubicBezTo>
                  <a:cubicBezTo>
                    <a:pt x="305" y="782"/>
                    <a:pt x="169" y="878"/>
                    <a:pt x="101" y="1014"/>
                  </a:cubicBezTo>
                  <a:cubicBezTo>
                    <a:pt x="1" y="1214"/>
                    <a:pt x="73" y="1466"/>
                    <a:pt x="217" y="1634"/>
                  </a:cubicBezTo>
                  <a:cubicBezTo>
                    <a:pt x="361" y="1798"/>
                    <a:pt x="565" y="1902"/>
                    <a:pt x="773" y="1982"/>
                  </a:cubicBezTo>
                  <a:cubicBezTo>
                    <a:pt x="717" y="1906"/>
                    <a:pt x="673" y="1818"/>
                    <a:pt x="657" y="1726"/>
                  </a:cubicBezTo>
                  <a:lnTo>
                    <a:pt x="657" y="1726"/>
                  </a:lnTo>
                  <a:cubicBezTo>
                    <a:pt x="821" y="1834"/>
                    <a:pt x="1009" y="1906"/>
                    <a:pt x="1205" y="1942"/>
                  </a:cubicBezTo>
                  <a:cubicBezTo>
                    <a:pt x="1021" y="1858"/>
                    <a:pt x="889" y="1690"/>
                    <a:pt x="845" y="1494"/>
                  </a:cubicBezTo>
                  <a:cubicBezTo>
                    <a:pt x="805" y="1298"/>
                    <a:pt x="825" y="1094"/>
                    <a:pt x="909" y="910"/>
                  </a:cubicBezTo>
                  <a:cubicBezTo>
                    <a:pt x="929" y="1202"/>
                    <a:pt x="1081" y="1474"/>
                    <a:pt x="1321" y="1646"/>
                  </a:cubicBezTo>
                  <a:cubicBezTo>
                    <a:pt x="1348" y="1670"/>
                    <a:pt x="1383" y="1683"/>
                    <a:pt x="1420" y="1683"/>
                  </a:cubicBezTo>
                  <a:cubicBezTo>
                    <a:pt x="1432" y="1683"/>
                    <a:pt x="1445" y="1681"/>
                    <a:pt x="1457" y="1678"/>
                  </a:cubicBezTo>
                  <a:cubicBezTo>
                    <a:pt x="1425" y="1574"/>
                    <a:pt x="1421" y="1466"/>
                    <a:pt x="1437" y="1358"/>
                  </a:cubicBezTo>
                  <a:lnTo>
                    <a:pt x="1437" y="1358"/>
                  </a:lnTo>
                  <a:cubicBezTo>
                    <a:pt x="1545" y="1382"/>
                    <a:pt x="1621" y="1482"/>
                    <a:pt x="1689" y="1570"/>
                  </a:cubicBezTo>
                  <a:cubicBezTo>
                    <a:pt x="1730" y="1533"/>
                    <a:pt x="1739" y="1472"/>
                    <a:pt x="1713" y="1426"/>
                  </a:cubicBezTo>
                  <a:lnTo>
                    <a:pt x="1713" y="1426"/>
                  </a:lnTo>
                  <a:cubicBezTo>
                    <a:pt x="1728" y="1445"/>
                    <a:pt x="1750" y="1456"/>
                    <a:pt x="1774" y="1456"/>
                  </a:cubicBezTo>
                  <a:cubicBezTo>
                    <a:pt x="1784" y="1456"/>
                    <a:pt x="1794" y="1454"/>
                    <a:pt x="1805" y="1450"/>
                  </a:cubicBezTo>
                  <a:cubicBezTo>
                    <a:pt x="1773" y="1234"/>
                    <a:pt x="1661" y="1034"/>
                    <a:pt x="1497" y="890"/>
                  </a:cubicBezTo>
                  <a:cubicBezTo>
                    <a:pt x="1535" y="873"/>
                    <a:pt x="1576" y="864"/>
                    <a:pt x="1617" y="864"/>
                  </a:cubicBezTo>
                  <a:cubicBezTo>
                    <a:pt x="1699" y="864"/>
                    <a:pt x="1781" y="899"/>
                    <a:pt x="1837" y="966"/>
                  </a:cubicBezTo>
                  <a:cubicBezTo>
                    <a:pt x="1929" y="1078"/>
                    <a:pt x="1917" y="1242"/>
                    <a:pt x="1977" y="1378"/>
                  </a:cubicBezTo>
                  <a:cubicBezTo>
                    <a:pt x="1997" y="1318"/>
                    <a:pt x="2005" y="1258"/>
                    <a:pt x="1997" y="1198"/>
                  </a:cubicBezTo>
                  <a:lnTo>
                    <a:pt x="1997" y="1198"/>
                  </a:lnTo>
                  <a:cubicBezTo>
                    <a:pt x="2029" y="1206"/>
                    <a:pt x="2053" y="1238"/>
                    <a:pt x="2057" y="1270"/>
                  </a:cubicBezTo>
                  <a:cubicBezTo>
                    <a:pt x="2058" y="1270"/>
                    <a:pt x="2060" y="1271"/>
                    <a:pt x="2061" y="1271"/>
                  </a:cubicBezTo>
                  <a:cubicBezTo>
                    <a:pt x="2075" y="1271"/>
                    <a:pt x="2084" y="1253"/>
                    <a:pt x="2073" y="1238"/>
                  </a:cubicBezTo>
                  <a:lnTo>
                    <a:pt x="2073" y="1238"/>
                  </a:lnTo>
                  <a:lnTo>
                    <a:pt x="2089" y="1250"/>
                  </a:lnTo>
                  <a:cubicBezTo>
                    <a:pt x="2097" y="1050"/>
                    <a:pt x="2105" y="854"/>
                    <a:pt x="2113" y="658"/>
                  </a:cubicBezTo>
                  <a:cubicBezTo>
                    <a:pt x="2117" y="494"/>
                    <a:pt x="2117" y="314"/>
                    <a:pt x="2013" y="190"/>
                  </a:cubicBezTo>
                  <a:cubicBezTo>
                    <a:pt x="1969" y="142"/>
                    <a:pt x="1917" y="106"/>
                    <a:pt x="1861" y="78"/>
                  </a:cubicBezTo>
                  <a:cubicBezTo>
                    <a:pt x="1750" y="27"/>
                    <a:pt x="1630" y="0"/>
                    <a:pt x="15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89"/>
            <p:cNvSpPr/>
            <p:nvPr/>
          </p:nvSpPr>
          <p:spPr>
            <a:xfrm flipH="1">
              <a:off x="1701048" y="439136"/>
              <a:ext cx="215166" cy="172063"/>
            </a:xfrm>
            <a:custGeom>
              <a:avLst/>
              <a:gdLst/>
              <a:ahLst/>
              <a:cxnLst/>
              <a:rect l="l" t="t" r="r" b="b"/>
              <a:pathLst>
                <a:path w="1857" h="1485" extrusionOk="0">
                  <a:moveTo>
                    <a:pt x="626" y="0"/>
                  </a:moveTo>
                  <a:cubicBezTo>
                    <a:pt x="580" y="0"/>
                    <a:pt x="535" y="4"/>
                    <a:pt x="489" y="11"/>
                  </a:cubicBezTo>
                  <a:lnTo>
                    <a:pt x="621" y="99"/>
                  </a:lnTo>
                  <a:cubicBezTo>
                    <a:pt x="377" y="143"/>
                    <a:pt x="169" y="307"/>
                    <a:pt x="69" y="539"/>
                  </a:cubicBezTo>
                  <a:cubicBezTo>
                    <a:pt x="57" y="571"/>
                    <a:pt x="45" y="607"/>
                    <a:pt x="37" y="643"/>
                  </a:cubicBezTo>
                  <a:cubicBezTo>
                    <a:pt x="1" y="863"/>
                    <a:pt x="161" y="1059"/>
                    <a:pt x="309" y="1223"/>
                  </a:cubicBezTo>
                  <a:cubicBezTo>
                    <a:pt x="401" y="1323"/>
                    <a:pt x="497" y="1423"/>
                    <a:pt x="625" y="1463"/>
                  </a:cubicBezTo>
                  <a:cubicBezTo>
                    <a:pt x="678" y="1476"/>
                    <a:pt x="731" y="1484"/>
                    <a:pt x="786" y="1484"/>
                  </a:cubicBezTo>
                  <a:cubicBezTo>
                    <a:pt x="798" y="1484"/>
                    <a:pt x="809" y="1484"/>
                    <a:pt x="821" y="1483"/>
                  </a:cubicBezTo>
                  <a:cubicBezTo>
                    <a:pt x="1045" y="1483"/>
                    <a:pt x="1293" y="1463"/>
                    <a:pt x="1457" y="1311"/>
                  </a:cubicBezTo>
                  <a:lnTo>
                    <a:pt x="1457" y="1311"/>
                  </a:lnTo>
                  <a:cubicBezTo>
                    <a:pt x="1330" y="1350"/>
                    <a:pt x="1195" y="1385"/>
                    <a:pt x="1063" y="1385"/>
                  </a:cubicBezTo>
                  <a:cubicBezTo>
                    <a:pt x="1045" y="1385"/>
                    <a:pt x="1027" y="1385"/>
                    <a:pt x="1009" y="1383"/>
                  </a:cubicBezTo>
                  <a:cubicBezTo>
                    <a:pt x="857" y="1371"/>
                    <a:pt x="701" y="1291"/>
                    <a:pt x="637" y="1151"/>
                  </a:cubicBezTo>
                  <a:cubicBezTo>
                    <a:pt x="707" y="1114"/>
                    <a:pt x="785" y="1102"/>
                    <a:pt x="866" y="1102"/>
                  </a:cubicBezTo>
                  <a:cubicBezTo>
                    <a:pt x="960" y="1102"/>
                    <a:pt x="1057" y="1118"/>
                    <a:pt x="1149" y="1131"/>
                  </a:cubicBezTo>
                  <a:cubicBezTo>
                    <a:pt x="1194" y="1136"/>
                    <a:pt x="1241" y="1140"/>
                    <a:pt x="1288" y="1140"/>
                  </a:cubicBezTo>
                  <a:cubicBezTo>
                    <a:pt x="1421" y="1140"/>
                    <a:pt x="1553" y="1111"/>
                    <a:pt x="1633" y="1011"/>
                  </a:cubicBezTo>
                  <a:lnTo>
                    <a:pt x="1633" y="1011"/>
                  </a:lnTo>
                  <a:cubicBezTo>
                    <a:pt x="1560" y="1033"/>
                    <a:pt x="1485" y="1043"/>
                    <a:pt x="1410" y="1043"/>
                  </a:cubicBezTo>
                  <a:cubicBezTo>
                    <a:pt x="1362" y="1043"/>
                    <a:pt x="1313" y="1039"/>
                    <a:pt x="1265" y="1031"/>
                  </a:cubicBezTo>
                  <a:cubicBezTo>
                    <a:pt x="1305" y="983"/>
                    <a:pt x="1357" y="951"/>
                    <a:pt x="1417" y="939"/>
                  </a:cubicBezTo>
                  <a:lnTo>
                    <a:pt x="1325" y="919"/>
                  </a:lnTo>
                  <a:cubicBezTo>
                    <a:pt x="1517" y="847"/>
                    <a:pt x="1697" y="743"/>
                    <a:pt x="1857" y="611"/>
                  </a:cubicBezTo>
                  <a:cubicBezTo>
                    <a:pt x="1734" y="606"/>
                    <a:pt x="1610" y="603"/>
                    <a:pt x="1486" y="603"/>
                  </a:cubicBezTo>
                  <a:cubicBezTo>
                    <a:pt x="1228" y="603"/>
                    <a:pt x="971" y="615"/>
                    <a:pt x="717" y="639"/>
                  </a:cubicBezTo>
                  <a:cubicBezTo>
                    <a:pt x="1025" y="535"/>
                    <a:pt x="1345" y="471"/>
                    <a:pt x="1673" y="451"/>
                  </a:cubicBezTo>
                  <a:cubicBezTo>
                    <a:pt x="1557" y="419"/>
                    <a:pt x="1437" y="395"/>
                    <a:pt x="1317" y="379"/>
                  </a:cubicBezTo>
                  <a:lnTo>
                    <a:pt x="1777" y="335"/>
                  </a:lnTo>
                  <a:lnTo>
                    <a:pt x="1777" y="275"/>
                  </a:lnTo>
                  <a:lnTo>
                    <a:pt x="1797" y="219"/>
                  </a:lnTo>
                  <a:lnTo>
                    <a:pt x="1797" y="219"/>
                  </a:lnTo>
                  <a:cubicBezTo>
                    <a:pt x="1775" y="221"/>
                    <a:pt x="1753" y="221"/>
                    <a:pt x="1732" y="221"/>
                  </a:cubicBezTo>
                  <a:cubicBezTo>
                    <a:pt x="1357" y="221"/>
                    <a:pt x="996" y="0"/>
                    <a:pt x="6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89"/>
            <p:cNvSpPr/>
            <p:nvPr/>
          </p:nvSpPr>
          <p:spPr>
            <a:xfrm flipH="1">
              <a:off x="1527246" y="569719"/>
              <a:ext cx="174381" cy="78674"/>
            </a:xfrm>
            <a:custGeom>
              <a:avLst/>
              <a:gdLst/>
              <a:ahLst/>
              <a:cxnLst/>
              <a:rect l="l" t="t" r="r" b="b"/>
              <a:pathLst>
                <a:path w="1505" h="679" extrusionOk="0">
                  <a:moveTo>
                    <a:pt x="753" y="0"/>
                  </a:moveTo>
                  <a:cubicBezTo>
                    <a:pt x="537" y="248"/>
                    <a:pt x="285" y="456"/>
                    <a:pt x="1" y="624"/>
                  </a:cubicBezTo>
                  <a:cubicBezTo>
                    <a:pt x="57" y="607"/>
                    <a:pt x="115" y="600"/>
                    <a:pt x="173" y="600"/>
                  </a:cubicBezTo>
                  <a:cubicBezTo>
                    <a:pt x="372" y="600"/>
                    <a:pt x="578" y="679"/>
                    <a:pt x="776" y="679"/>
                  </a:cubicBezTo>
                  <a:cubicBezTo>
                    <a:pt x="828" y="679"/>
                    <a:pt x="879" y="674"/>
                    <a:pt x="929" y="660"/>
                  </a:cubicBezTo>
                  <a:cubicBezTo>
                    <a:pt x="1093" y="616"/>
                    <a:pt x="1225" y="496"/>
                    <a:pt x="1345" y="376"/>
                  </a:cubicBezTo>
                  <a:cubicBezTo>
                    <a:pt x="1425" y="300"/>
                    <a:pt x="1505" y="200"/>
                    <a:pt x="1473" y="96"/>
                  </a:cubicBezTo>
                  <a:lnTo>
                    <a:pt x="1473" y="96"/>
                  </a:lnTo>
                  <a:cubicBezTo>
                    <a:pt x="1385" y="216"/>
                    <a:pt x="1285" y="328"/>
                    <a:pt x="1169" y="428"/>
                  </a:cubicBezTo>
                  <a:cubicBezTo>
                    <a:pt x="1053" y="528"/>
                    <a:pt x="909" y="584"/>
                    <a:pt x="757" y="588"/>
                  </a:cubicBezTo>
                  <a:lnTo>
                    <a:pt x="965" y="464"/>
                  </a:lnTo>
                  <a:cubicBezTo>
                    <a:pt x="1021" y="436"/>
                    <a:pt x="1069" y="400"/>
                    <a:pt x="1109" y="352"/>
                  </a:cubicBezTo>
                  <a:cubicBezTo>
                    <a:pt x="1149" y="304"/>
                    <a:pt x="1157" y="236"/>
                    <a:pt x="1133" y="176"/>
                  </a:cubicBezTo>
                  <a:cubicBezTo>
                    <a:pt x="1125" y="168"/>
                    <a:pt x="1121" y="164"/>
                    <a:pt x="1113" y="160"/>
                  </a:cubicBezTo>
                  <a:cubicBezTo>
                    <a:pt x="1109" y="159"/>
                    <a:pt x="1106" y="158"/>
                    <a:pt x="1102" y="158"/>
                  </a:cubicBezTo>
                  <a:cubicBezTo>
                    <a:pt x="1081" y="158"/>
                    <a:pt x="1068" y="188"/>
                    <a:pt x="1061" y="212"/>
                  </a:cubicBezTo>
                  <a:cubicBezTo>
                    <a:pt x="1057" y="239"/>
                    <a:pt x="1046" y="272"/>
                    <a:pt x="1021" y="272"/>
                  </a:cubicBezTo>
                  <a:cubicBezTo>
                    <a:pt x="1020" y="272"/>
                    <a:pt x="1018" y="272"/>
                    <a:pt x="1017" y="272"/>
                  </a:cubicBezTo>
                  <a:lnTo>
                    <a:pt x="1045" y="72"/>
                  </a:lnTo>
                  <a:cubicBezTo>
                    <a:pt x="1041" y="71"/>
                    <a:pt x="1038" y="70"/>
                    <a:pt x="1035" y="70"/>
                  </a:cubicBezTo>
                  <a:cubicBezTo>
                    <a:pt x="1005" y="70"/>
                    <a:pt x="988" y="116"/>
                    <a:pt x="981" y="148"/>
                  </a:cubicBezTo>
                  <a:cubicBezTo>
                    <a:pt x="949" y="276"/>
                    <a:pt x="837" y="364"/>
                    <a:pt x="705" y="372"/>
                  </a:cubicBezTo>
                  <a:cubicBezTo>
                    <a:pt x="757" y="272"/>
                    <a:pt x="797" y="172"/>
                    <a:pt x="837" y="68"/>
                  </a:cubicBezTo>
                  <a:lnTo>
                    <a:pt x="837" y="68"/>
                  </a:lnTo>
                  <a:cubicBezTo>
                    <a:pt x="805" y="84"/>
                    <a:pt x="781" y="112"/>
                    <a:pt x="769" y="144"/>
                  </a:cubicBezTo>
                  <a:cubicBezTo>
                    <a:pt x="777" y="104"/>
                    <a:pt x="781" y="68"/>
                    <a:pt x="773" y="28"/>
                  </a:cubicBezTo>
                  <a:lnTo>
                    <a:pt x="7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89"/>
            <p:cNvSpPr/>
            <p:nvPr/>
          </p:nvSpPr>
          <p:spPr>
            <a:xfrm flipH="1">
              <a:off x="1319957" y="408084"/>
              <a:ext cx="123978" cy="92694"/>
            </a:xfrm>
            <a:custGeom>
              <a:avLst/>
              <a:gdLst/>
              <a:ahLst/>
              <a:cxnLst/>
              <a:rect l="l" t="t" r="r" b="b"/>
              <a:pathLst>
                <a:path w="1070" h="800" extrusionOk="0">
                  <a:moveTo>
                    <a:pt x="972" y="1"/>
                  </a:moveTo>
                  <a:cubicBezTo>
                    <a:pt x="962" y="1"/>
                    <a:pt x="953" y="3"/>
                    <a:pt x="945" y="11"/>
                  </a:cubicBezTo>
                  <a:cubicBezTo>
                    <a:pt x="885" y="43"/>
                    <a:pt x="821" y="83"/>
                    <a:pt x="765" y="127"/>
                  </a:cubicBezTo>
                  <a:cubicBezTo>
                    <a:pt x="701" y="175"/>
                    <a:pt x="649" y="231"/>
                    <a:pt x="589" y="283"/>
                  </a:cubicBezTo>
                  <a:cubicBezTo>
                    <a:pt x="417" y="435"/>
                    <a:pt x="217" y="555"/>
                    <a:pt x="1" y="631"/>
                  </a:cubicBezTo>
                  <a:lnTo>
                    <a:pt x="89" y="631"/>
                  </a:lnTo>
                  <a:cubicBezTo>
                    <a:pt x="98" y="632"/>
                    <a:pt x="107" y="632"/>
                    <a:pt x="116" y="632"/>
                  </a:cubicBezTo>
                  <a:cubicBezTo>
                    <a:pt x="174" y="632"/>
                    <a:pt x="229" y="621"/>
                    <a:pt x="281" y="607"/>
                  </a:cubicBezTo>
                  <a:lnTo>
                    <a:pt x="281" y="607"/>
                  </a:lnTo>
                  <a:cubicBezTo>
                    <a:pt x="277" y="643"/>
                    <a:pt x="253" y="679"/>
                    <a:pt x="225" y="703"/>
                  </a:cubicBezTo>
                  <a:cubicBezTo>
                    <a:pt x="309" y="679"/>
                    <a:pt x="389" y="639"/>
                    <a:pt x="457" y="575"/>
                  </a:cubicBezTo>
                  <a:lnTo>
                    <a:pt x="457" y="575"/>
                  </a:lnTo>
                  <a:cubicBezTo>
                    <a:pt x="425" y="643"/>
                    <a:pt x="377" y="699"/>
                    <a:pt x="313" y="739"/>
                  </a:cubicBezTo>
                  <a:cubicBezTo>
                    <a:pt x="425" y="727"/>
                    <a:pt x="513" y="643"/>
                    <a:pt x="581" y="559"/>
                  </a:cubicBezTo>
                  <a:cubicBezTo>
                    <a:pt x="649" y="471"/>
                    <a:pt x="709" y="371"/>
                    <a:pt x="793" y="299"/>
                  </a:cubicBezTo>
                  <a:cubicBezTo>
                    <a:pt x="801" y="291"/>
                    <a:pt x="813" y="283"/>
                    <a:pt x="829" y="283"/>
                  </a:cubicBezTo>
                  <a:cubicBezTo>
                    <a:pt x="857" y="287"/>
                    <a:pt x="861" y="327"/>
                    <a:pt x="857" y="355"/>
                  </a:cubicBezTo>
                  <a:cubicBezTo>
                    <a:pt x="829" y="531"/>
                    <a:pt x="733" y="691"/>
                    <a:pt x="593" y="799"/>
                  </a:cubicBezTo>
                  <a:cubicBezTo>
                    <a:pt x="677" y="735"/>
                    <a:pt x="765" y="667"/>
                    <a:pt x="849" y="599"/>
                  </a:cubicBezTo>
                  <a:cubicBezTo>
                    <a:pt x="925" y="543"/>
                    <a:pt x="989" y="471"/>
                    <a:pt x="1029" y="387"/>
                  </a:cubicBezTo>
                  <a:cubicBezTo>
                    <a:pt x="1069" y="275"/>
                    <a:pt x="1041" y="151"/>
                    <a:pt x="1009" y="35"/>
                  </a:cubicBezTo>
                  <a:cubicBezTo>
                    <a:pt x="1005" y="23"/>
                    <a:pt x="1001" y="7"/>
                    <a:pt x="989" y="3"/>
                  </a:cubicBezTo>
                  <a:cubicBezTo>
                    <a:pt x="983" y="2"/>
                    <a:pt x="977" y="1"/>
                    <a:pt x="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89"/>
            <p:cNvSpPr/>
            <p:nvPr/>
          </p:nvSpPr>
          <p:spPr>
            <a:xfrm flipH="1">
              <a:off x="1237462" y="139503"/>
              <a:ext cx="703316" cy="532179"/>
            </a:xfrm>
            <a:custGeom>
              <a:avLst/>
              <a:gdLst/>
              <a:ahLst/>
              <a:cxnLst/>
              <a:rect l="l" t="t" r="r" b="b"/>
              <a:pathLst>
                <a:path w="6070" h="4593" extrusionOk="0">
                  <a:moveTo>
                    <a:pt x="3601" y="2465"/>
                  </a:moveTo>
                  <a:cubicBezTo>
                    <a:pt x="3601" y="2469"/>
                    <a:pt x="3597" y="2477"/>
                    <a:pt x="3597" y="2481"/>
                  </a:cubicBezTo>
                  <a:lnTo>
                    <a:pt x="3593" y="2493"/>
                  </a:lnTo>
                  <a:lnTo>
                    <a:pt x="3601" y="2465"/>
                  </a:lnTo>
                  <a:close/>
                  <a:moveTo>
                    <a:pt x="5162" y="130"/>
                  </a:moveTo>
                  <a:cubicBezTo>
                    <a:pt x="5197" y="130"/>
                    <a:pt x="5231" y="131"/>
                    <a:pt x="5265" y="133"/>
                  </a:cubicBezTo>
                  <a:cubicBezTo>
                    <a:pt x="5397" y="137"/>
                    <a:pt x="5525" y="169"/>
                    <a:pt x="5645" y="221"/>
                  </a:cubicBezTo>
                  <a:cubicBezTo>
                    <a:pt x="5705" y="253"/>
                    <a:pt x="5757" y="289"/>
                    <a:pt x="5809" y="333"/>
                  </a:cubicBezTo>
                  <a:cubicBezTo>
                    <a:pt x="5829" y="357"/>
                    <a:pt x="5853" y="381"/>
                    <a:pt x="5873" y="405"/>
                  </a:cubicBezTo>
                  <a:cubicBezTo>
                    <a:pt x="5881" y="417"/>
                    <a:pt x="5893" y="433"/>
                    <a:pt x="5901" y="445"/>
                  </a:cubicBezTo>
                  <a:lnTo>
                    <a:pt x="5929" y="489"/>
                  </a:lnTo>
                  <a:cubicBezTo>
                    <a:pt x="5945" y="517"/>
                    <a:pt x="5957" y="545"/>
                    <a:pt x="5969" y="577"/>
                  </a:cubicBezTo>
                  <a:cubicBezTo>
                    <a:pt x="5981" y="609"/>
                    <a:pt x="5989" y="641"/>
                    <a:pt x="5997" y="673"/>
                  </a:cubicBezTo>
                  <a:cubicBezTo>
                    <a:pt x="6009" y="705"/>
                    <a:pt x="6009" y="737"/>
                    <a:pt x="6017" y="773"/>
                  </a:cubicBezTo>
                  <a:cubicBezTo>
                    <a:pt x="6021" y="809"/>
                    <a:pt x="6021" y="841"/>
                    <a:pt x="6025" y="873"/>
                  </a:cubicBezTo>
                  <a:cubicBezTo>
                    <a:pt x="6029" y="1005"/>
                    <a:pt x="6001" y="1137"/>
                    <a:pt x="5945" y="1253"/>
                  </a:cubicBezTo>
                  <a:cubicBezTo>
                    <a:pt x="5889" y="1369"/>
                    <a:pt x="5817" y="1477"/>
                    <a:pt x="5725" y="1569"/>
                  </a:cubicBezTo>
                  <a:cubicBezTo>
                    <a:pt x="5601" y="1701"/>
                    <a:pt x="5461" y="1817"/>
                    <a:pt x="5309" y="1917"/>
                  </a:cubicBezTo>
                  <a:cubicBezTo>
                    <a:pt x="5301" y="1921"/>
                    <a:pt x="5289" y="1925"/>
                    <a:pt x="5285" y="1929"/>
                  </a:cubicBezTo>
                  <a:cubicBezTo>
                    <a:pt x="5281" y="1933"/>
                    <a:pt x="5277" y="1937"/>
                    <a:pt x="5273" y="1937"/>
                  </a:cubicBezTo>
                  <a:lnTo>
                    <a:pt x="5269" y="1945"/>
                  </a:lnTo>
                  <a:cubicBezTo>
                    <a:pt x="5229" y="1973"/>
                    <a:pt x="5189" y="1997"/>
                    <a:pt x="5149" y="2025"/>
                  </a:cubicBezTo>
                  <a:cubicBezTo>
                    <a:pt x="4953" y="2149"/>
                    <a:pt x="4757" y="2261"/>
                    <a:pt x="4573" y="2357"/>
                  </a:cubicBezTo>
                  <a:cubicBezTo>
                    <a:pt x="4449" y="2421"/>
                    <a:pt x="4329" y="2481"/>
                    <a:pt x="4217" y="2533"/>
                  </a:cubicBezTo>
                  <a:cubicBezTo>
                    <a:pt x="4189" y="2533"/>
                    <a:pt x="4157" y="2533"/>
                    <a:pt x="4125" y="2529"/>
                  </a:cubicBezTo>
                  <a:cubicBezTo>
                    <a:pt x="4153" y="2517"/>
                    <a:pt x="4189" y="2501"/>
                    <a:pt x="4225" y="2481"/>
                  </a:cubicBezTo>
                  <a:cubicBezTo>
                    <a:pt x="4261" y="2457"/>
                    <a:pt x="4301" y="2437"/>
                    <a:pt x="4341" y="2413"/>
                  </a:cubicBezTo>
                  <a:cubicBezTo>
                    <a:pt x="4381" y="2389"/>
                    <a:pt x="4421" y="2365"/>
                    <a:pt x="4465" y="2333"/>
                  </a:cubicBezTo>
                  <a:cubicBezTo>
                    <a:pt x="4505" y="2301"/>
                    <a:pt x="4549" y="2273"/>
                    <a:pt x="4589" y="2237"/>
                  </a:cubicBezTo>
                  <a:cubicBezTo>
                    <a:pt x="4629" y="2201"/>
                    <a:pt x="4673" y="2165"/>
                    <a:pt x="4713" y="2129"/>
                  </a:cubicBezTo>
                  <a:cubicBezTo>
                    <a:pt x="4753" y="2093"/>
                    <a:pt x="4793" y="2053"/>
                    <a:pt x="4825" y="2009"/>
                  </a:cubicBezTo>
                  <a:cubicBezTo>
                    <a:pt x="4861" y="1969"/>
                    <a:pt x="4897" y="1929"/>
                    <a:pt x="4929" y="1889"/>
                  </a:cubicBezTo>
                  <a:cubicBezTo>
                    <a:pt x="4961" y="1849"/>
                    <a:pt x="4993" y="1809"/>
                    <a:pt x="5017" y="1769"/>
                  </a:cubicBezTo>
                  <a:cubicBezTo>
                    <a:pt x="5045" y="1733"/>
                    <a:pt x="5069" y="1693"/>
                    <a:pt x="5089" y="1661"/>
                  </a:cubicBezTo>
                  <a:cubicBezTo>
                    <a:pt x="5109" y="1625"/>
                    <a:pt x="5129" y="1593"/>
                    <a:pt x="5145" y="1561"/>
                  </a:cubicBezTo>
                  <a:cubicBezTo>
                    <a:pt x="5157" y="1529"/>
                    <a:pt x="5173" y="1505"/>
                    <a:pt x="5181" y="1481"/>
                  </a:cubicBezTo>
                  <a:lnTo>
                    <a:pt x="5213" y="1413"/>
                  </a:lnTo>
                  <a:lnTo>
                    <a:pt x="5173" y="1477"/>
                  </a:lnTo>
                  <a:cubicBezTo>
                    <a:pt x="5149" y="1517"/>
                    <a:pt x="5109" y="1573"/>
                    <a:pt x="5065" y="1641"/>
                  </a:cubicBezTo>
                  <a:cubicBezTo>
                    <a:pt x="5041" y="1673"/>
                    <a:pt x="5013" y="1709"/>
                    <a:pt x="4985" y="1745"/>
                  </a:cubicBezTo>
                  <a:cubicBezTo>
                    <a:pt x="4957" y="1781"/>
                    <a:pt x="4925" y="1817"/>
                    <a:pt x="4893" y="1857"/>
                  </a:cubicBezTo>
                  <a:cubicBezTo>
                    <a:pt x="4861" y="1897"/>
                    <a:pt x="4825" y="1933"/>
                    <a:pt x="4789" y="1973"/>
                  </a:cubicBezTo>
                  <a:cubicBezTo>
                    <a:pt x="4753" y="2009"/>
                    <a:pt x="4713" y="2049"/>
                    <a:pt x="4677" y="2085"/>
                  </a:cubicBezTo>
                  <a:cubicBezTo>
                    <a:pt x="4637" y="2125"/>
                    <a:pt x="4597" y="2161"/>
                    <a:pt x="4557" y="2193"/>
                  </a:cubicBezTo>
                  <a:cubicBezTo>
                    <a:pt x="4513" y="2225"/>
                    <a:pt x="4473" y="2261"/>
                    <a:pt x="4437" y="2293"/>
                  </a:cubicBezTo>
                  <a:cubicBezTo>
                    <a:pt x="4397" y="2325"/>
                    <a:pt x="4357" y="2353"/>
                    <a:pt x="4317" y="2381"/>
                  </a:cubicBezTo>
                  <a:cubicBezTo>
                    <a:pt x="4281" y="2405"/>
                    <a:pt x="4245" y="2429"/>
                    <a:pt x="4209" y="2453"/>
                  </a:cubicBezTo>
                  <a:cubicBezTo>
                    <a:pt x="4165" y="2481"/>
                    <a:pt x="4125" y="2501"/>
                    <a:pt x="4093" y="2525"/>
                  </a:cubicBezTo>
                  <a:cubicBezTo>
                    <a:pt x="4069" y="2521"/>
                    <a:pt x="4053" y="2517"/>
                    <a:pt x="4053" y="2517"/>
                  </a:cubicBezTo>
                  <a:cubicBezTo>
                    <a:pt x="4053" y="2517"/>
                    <a:pt x="4333" y="2233"/>
                    <a:pt x="4208" y="2233"/>
                  </a:cubicBezTo>
                  <a:cubicBezTo>
                    <a:pt x="4207" y="2233"/>
                    <a:pt x="4206" y="2233"/>
                    <a:pt x="4205" y="2233"/>
                  </a:cubicBezTo>
                  <a:cubicBezTo>
                    <a:pt x="4069" y="2233"/>
                    <a:pt x="3889" y="2377"/>
                    <a:pt x="3765" y="2397"/>
                  </a:cubicBezTo>
                  <a:cubicBezTo>
                    <a:pt x="3773" y="2377"/>
                    <a:pt x="3785" y="2357"/>
                    <a:pt x="3793" y="2333"/>
                  </a:cubicBezTo>
                  <a:cubicBezTo>
                    <a:pt x="3829" y="2257"/>
                    <a:pt x="3873" y="2165"/>
                    <a:pt x="3913" y="2069"/>
                  </a:cubicBezTo>
                  <a:cubicBezTo>
                    <a:pt x="3957" y="1973"/>
                    <a:pt x="4001" y="1869"/>
                    <a:pt x="4045" y="1765"/>
                  </a:cubicBezTo>
                  <a:cubicBezTo>
                    <a:pt x="4093" y="1661"/>
                    <a:pt x="4125" y="1553"/>
                    <a:pt x="4141" y="1441"/>
                  </a:cubicBezTo>
                  <a:cubicBezTo>
                    <a:pt x="4149" y="1389"/>
                    <a:pt x="4153" y="1337"/>
                    <a:pt x="4153" y="1289"/>
                  </a:cubicBezTo>
                  <a:cubicBezTo>
                    <a:pt x="4157" y="1241"/>
                    <a:pt x="4157" y="1193"/>
                    <a:pt x="4157" y="1153"/>
                  </a:cubicBezTo>
                  <a:cubicBezTo>
                    <a:pt x="4161" y="1065"/>
                    <a:pt x="4161" y="997"/>
                    <a:pt x="4165" y="949"/>
                  </a:cubicBezTo>
                  <a:cubicBezTo>
                    <a:pt x="4165" y="897"/>
                    <a:pt x="4165" y="869"/>
                    <a:pt x="4165" y="869"/>
                  </a:cubicBezTo>
                  <a:lnTo>
                    <a:pt x="4153" y="945"/>
                  </a:lnTo>
                  <a:cubicBezTo>
                    <a:pt x="4149" y="997"/>
                    <a:pt x="4137" y="1065"/>
                    <a:pt x="4129" y="1149"/>
                  </a:cubicBezTo>
                  <a:cubicBezTo>
                    <a:pt x="4121" y="1233"/>
                    <a:pt x="4109" y="1333"/>
                    <a:pt x="4097" y="1437"/>
                  </a:cubicBezTo>
                  <a:cubicBezTo>
                    <a:pt x="4073" y="1541"/>
                    <a:pt x="4041" y="1645"/>
                    <a:pt x="3997" y="1745"/>
                  </a:cubicBezTo>
                  <a:cubicBezTo>
                    <a:pt x="3953" y="1849"/>
                    <a:pt x="3909" y="1953"/>
                    <a:pt x="3869" y="2053"/>
                  </a:cubicBezTo>
                  <a:cubicBezTo>
                    <a:pt x="3829" y="2149"/>
                    <a:pt x="3797" y="2245"/>
                    <a:pt x="3765" y="2321"/>
                  </a:cubicBezTo>
                  <a:cubicBezTo>
                    <a:pt x="3753" y="2349"/>
                    <a:pt x="3745" y="2377"/>
                    <a:pt x="3737" y="2401"/>
                  </a:cubicBezTo>
                  <a:cubicBezTo>
                    <a:pt x="3641" y="2397"/>
                    <a:pt x="3709" y="2265"/>
                    <a:pt x="3757" y="2141"/>
                  </a:cubicBezTo>
                  <a:cubicBezTo>
                    <a:pt x="3803" y="2015"/>
                    <a:pt x="3747" y="1831"/>
                    <a:pt x="3741" y="1814"/>
                  </a:cubicBezTo>
                  <a:lnTo>
                    <a:pt x="3741" y="1814"/>
                  </a:lnTo>
                  <a:cubicBezTo>
                    <a:pt x="3749" y="1755"/>
                    <a:pt x="3761" y="1692"/>
                    <a:pt x="3769" y="1629"/>
                  </a:cubicBezTo>
                  <a:cubicBezTo>
                    <a:pt x="3793" y="1421"/>
                    <a:pt x="3817" y="1197"/>
                    <a:pt x="3857" y="965"/>
                  </a:cubicBezTo>
                  <a:cubicBezTo>
                    <a:pt x="3865" y="909"/>
                    <a:pt x="3877" y="849"/>
                    <a:pt x="3889" y="793"/>
                  </a:cubicBezTo>
                  <a:cubicBezTo>
                    <a:pt x="3901" y="737"/>
                    <a:pt x="3917" y="681"/>
                    <a:pt x="3937" y="625"/>
                  </a:cubicBezTo>
                  <a:lnTo>
                    <a:pt x="3949" y="585"/>
                  </a:lnTo>
                  <a:lnTo>
                    <a:pt x="3969" y="549"/>
                  </a:lnTo>
                  <a:cubicBezTo>
                    <a:pt x="3973" y="533"/>
                    <a:pt x="3981" y="525"/>
                    <a:pt x="3985" y="513"/>
                  </a:cubicBezTo>
                  <a:cubicBezTo>
                    <a:pt x="3993" y="501"/>
                    <a:pt x="3993" y="501"/>
                    <a:pt x="3997" y="497"/>
                  </a:cubicBezTo>
                  <a:lnTo>
                    <a:pt x="4005" y="485"/>
                  </a:lnTo>
                  <a:lnTo>
                    <a:pt x="4013" y="473"/>
                  </a:lnTo>
                  <a:lnTo>
                    <a:pt x="4029" y="457"/>
                  </a:lnTo>
                  <a:lnTo>
                    <a:pt x="4041" y="449"/>
                  </a:lnTo>
                  <a:lnTo>
                    <a:pt x="4045" y="445"/>
                  </a:lnTo>
                  <a:lnTo>
                    <a:pt x="4061" y="437"/>
                  </a:lnTo>
                  <a:cubicBezTo>
                    <a:pt x="4085" y="417"/>
                    <a:pt x="4109" y="401"/>
                    <a:pt x="4133" y="389"/>
                  </a:cubicBezTo>
                  <a:cubicBezTo>
                    <a:pt x="4365" y="269"/>
                    <a:pt x="4613" y="193"/>
                    <a:pt x="4869" y="153"/>
                  </a:cubicBezTo>
                  <a:cubicBezTo>
                    <a:pt x="4964" y="138"/>
                    <a:pt x="5063" y="130"/>
                    <a:pt x="5162" y="130"/>
                  </a:cubicBezTo>
                  <a:close/>
                  <a:moveTo>
                    <a:pt x="2839" y="99"/>
                  </a:moveTo>
                  <a:cubicBezTo>
                    <a:pt x="2889" y="99"/>
                    <a:pt x="2938" y="103"/>
                    <a:pt x="2985" y="109"/>
                  </a:cubicBezTo>
                  <a:cubicBezTo>
                    <a:pt x="3113" y="121"/>
                    <a:pt x="3237" y="161"/>
                    <a:pt x="3349" y="225"/>
                  </a:cubicBezTo>
                  <a:cubicBezTo>
                    <a:pt x="3373" y="241"/>
                    <a:pt x="3393" y="261"/>
                    <a:pt x="3413" y="281"/>
                  </a:cubicBezTo>
                  <a:lnTo>
                    <a:pt x="3425" y="297"/>
                  </a:lnTo>
                  <a:lnTo>
                    <a:pt x="3437" y="309"/>
                  </a:lnTo>
                  <a:cubicBezTo>
                    <a:pt x="3445" y="321"/>
                    <a:pt x="3449" y="337"/>
                    <a:pt x="3457" y="349"/>
                  </a:cubicBezTo>
                  <a:lnTo>
                    <a:pt x="3465" y="389"/>
                  </a:lnTo>
                  <a:cubicBezTo>
                    <a:pt x="3469" y="401"/>
                    <a:pt x="3473" y="417"/>
                    <a:pt x="3477" y="429"/>
                  </a:cubicBezTo>
                  <a:cubicBezTo>
                    <a:pt x="3481" y="461"/>
                    <a:pt x="3485" y="489"/>
                    <a:pt x="3489" y="517"/>
                  </a:cubicBezTo>
                  <a:cubicBezTo>
                    <a:pt x="3493" y="637"/>
                    <a:pt x="3493" y="757"/>
                    <a:pt x="3481" y="873"/>
                  </a:cubicBezTo>
                  <a:cubicBezTo>
                    <a:pt x="3473" y="993"/>
                    <a:pt x="3457" y="1105"/>
                    <a:pt x="3445" y="1217"/>
                  </a:cubicBezTo>
                  <a:cubicBezTo>
                    <a:pt x="3429" y="1325"/>
                    <a:pt x="3413" y="1433"/>
                    <a:pt x="3393" y="1537"/>
                  </a:cubicBezTo>
                  <a:cubicBezTo>
                    <a:pt x="3377" y="1637"/>
                    <a:pt x="3357" y="1737"/>
                    <a:pt x="3341" y="1829"/>
                  </a:cubicBezTo>
                  <a:cubicBezTo>
                    <a:pt x="3333" y="1849"/>
                    <a:pt x="3329" y="1873"/>
                    <a:pt x="3325" y="1897"/>
                  </a:cubicBezTo>
                  <a:cubicBezTo>
                    <a:pt x="3237" y="1925"/>
                    <a:pt x="3185" y="2117"/>
                    <a:pt x="3161" y="2245"/>
                  </a:cubicBezTo>
                  <a:cubicBezTo>
                    <a:pt x="3161" y="2221"/>
                    <a:pt x="3161" y="2193"/>
                    <a:pt x="3153" y="2161"/>
                  </a:cubicBezTo>
                  <a:cubicBezTo>
                    <a:pt x="3149" y="2101"/>
                    <a:pt x="3141" y="2037"/>
                    <a:pt x="3129" y="1965"/>
                  </a:cubicBezTo>
                  <a:cubicBezTo>
                    <a:pt x="3117" y="1893"/>
                    <a:pt x="3101" y="1817"/>
                    <a:pt x="3081" y="1745"/>
                  </a:cubicBezTo>
                  <a:cubicBezTo>
                    <a:pt x="3065" y="1669"/>
                    <a:pt x="3041" y="1593"/>
                    <a:pt x="3017" y="1529"/>
                  </a:cubicBezTo>
                  <a:cubicBezTo>
                    <a:pt x="3005" y="1493"/>
                    <a:pt x="2993" y="1461"/>
                    <a:pt x="2981" y="1429"/>
                  </a:cubicBezTo>
                  <a:cubicBezTo>
                    <a:pt x="2969" y="1401"/>
                    <a:pt x="2957" y="1373"/>
                    <a:pt x="2941" y="1345"/>
                  </a:cubicBezTo>
                  <a:cubicBezTo>
                    <a:pt x="2921" y="1301"/>
                    <a:pt x="2889" y="1265"/>
                    <a:pt x="2845" y="1241"/>
                  </a:cubicBezTo>
                  <a:cubicBezTo>
                    <a:pt x="2829" y="1233"/>
                    <a:pt x="2813" y="1229"/>
                    <a:pt x="2793" y="1229"/>
                  </a:cubicBezTo>
                  <a:lnTo>
                    <a:pt x="2805" y="1233"/>
                  </a:lnTo>
                  <a:cubicBezTo>
                    <a:pt x="2817" y="1237"/>
                    <a:pt x="2829" y="1241"/>
                    <a:pt x="2841" y="1249"/>
                  </a:cubicBezTo>
                  <a:cubicBezTo>
                    <a:pt x="2877" y="1277"/>
                    <a:pt x="2901" y="1317"/>
                    <a:pt x="2913" y="1357"/>
                  </a:cubicBezTo>
                  <a:cubicBezTo>
                    <a:pt x="2933" y="1409"/>
                    <a:pt x="2953" y="1473"/>
                    <a:pt x="2973" y="1541"/>
                  </a:cubicBezTo>
                  <a:cubicBezTo>
                    <a:pt x="2993" y="1609"/>
                    <a:pt x="3013" y="1685"/>
                    <a:pt x="3029" y="1757"/>
                  </a:cubicBezTo>
                  <a:cubicBezTo>
                    <a:pt x="3069" y="1905"/>
                    <a:pt x="3101" y="2053"/>
                    <a:pt x="3125" y="2165"/>
                  </a:cubicBezTo>
                  <a:cubicBezTo>
                    <a:pt x="3133" y="2213"/>
                    <a:pt x="3145" y="2261"/>
                    <a:pt x="3149" y="2293"/>
                  </a:cubicBezTo>
                  <a:cubicBezTo>
                    <a:pt x="3149" y="2317"/>
                    <a:pt x="3141" y="2337"/>
                    <a:pt x="3133" y="2357"/>
                  </a:cubicBezTo>
                  <a:cubicBezTo>
                    <a:pt x="3133" y="2357"/>
                    <a:pt x="3132" y="2357"/>
                    <a:pt x="3132" y="2357"/>
                  </a:cubicBezTo>
                  <a:cubicBezTo>
                    <a:pt x="3112" y="2357"/>
                    <a:pt x="2974" y="2188"/>
                    <a:pt x="2842" y="2188"/>
                  </a:cubicBezTo>
                  <a:cubicBezTo>
                    <a:pt x="2836" y="2188"/>
                    <a:pt x="2831" y="2188"/>
                    <a:pt x="2825" y="2189"/>
                  </a:cubicBezTo>
                  <a:cubicBezTo>
                    <a:pt x="2757" y="2197"/>
                    <a:pt x="2749" y="2261"/>
                    <a:pt x="2749" y="2333"/>
                  </a:cubicBezTo>
                  <a:cubicBezTo>
                    <a:pt x="2705" y="2301"/>
                    <a:pt x="2657" y="2265"/>
                    <a:pt x="2609" y="2225"/>
                  </a:cubicBezTo>
                  <a:cubicBezTo>
                    <a:pt x="2573" y="2197"/>
                    <a:pt x="2537" y="2165"/>
                    <a:pt x="2501" y="2133"/>
                  </a:cubicBezTo>
                  <a:cubicBezTo>
                    <a:pt x="2469" y="2105"/>
                    <a:pt x="2433" y="2073"/>
                    <a:pt x="2397" y="2037"/>
                  </a:cubicBezTo>
                  <a:cubicBezTo>
                    <a:pt x="2361" y="2005"/>
                    <a:pt x="2329" y="1973"/>
                    <a:pt x="2297" y="1937"/>
                  </a:cubicBezTo>
                  <a:cubicBezTo>
                    <a:pt x="2265" y="1905"/>
                    <a:pt x="2233" y="1869"/>
                    <a:pt x="2205" y="1837"/>
                  </a:cubicBezTo>
                  <a:cubicBezTo>
                    <a:pt x="2177" y="1805"/>
                    <a:pt x="2153" y="1773"/>
                    <a:pt x="2133" y="1737"/>
                  </a:cubicBezTo>
                  <a:cubicBezTo>
                    <a:pt x="2113" y="1701"/>
                    <a:pt x="2101" y="1665"/>
                    <a:pt x="2093" y="1629"/>
                  </a:cubicBezTo>
                  <a:cubicBezTo>
                    <a:pt x="2077" y="1573"/>
                    <a:pt x="2069" y="1517"/>
                    <a:pt x="2061" y="1457"/>
                  </a:cubicBezTo>
                  <a:cubicBezTo>
                    <a:pt x="2057" y="1417"/>
                    <a:pt x="2057" y="1393"/>
                    <a:pt x="2057" y="1393"/>
                  </a:cubicBezTo>
                  <a:cubicBezTo>
                    <a:pt x="2057" y="1393"/>
                    <a:pt x="2057" y="1417"/>
                    <a:pt x="2053" y="1457"/>
                  </a:cubicBezTo>
                  <a:cubicBezTo>
                    <a:pt x="2049" y="1517"/>
                    <a:pt x="2053" y="1577"/>
                    <a:pt x="2061" y="1637"/>
                  </a:cubicBezTo>
                  <a:cubicBezTo>
                    <a:pt x="2077" y="1721"/>
                    <a:pt x="2113" y="1801"/>
                    <a:pt x="2165" y="1869"/>
                  </a:cubicBezTo>
                  <a:cubicBezTo>
                    <a:pt x="2225" y="1941"/>
                    <a:pt x="2293" y="2013"/>
                    <a:pt x="2361" y="2081"/>
                  </a:cubicBezTo>
                  <a:cubicBezTo>
                    <a:pt x="2429" y="2145"/>
                    <a:pt x="2505" y="2209"/>
                    <a:pt x="2581" y="2265"/>
                  </a:cubicBezTo>
                  <a:cubicBezTo>
                    <a:pt x="2641" y="2309"/>
                    <a:pt x="2697" y="2345"/>
                    <a:pt x="2749" y="2377"/>
                  </a:cubicBezTo>
                  <a:cubicBezTo>
                    <a:pt x="2749" y="2437"/>
                    <a:pt x="2753" y="2493"/>
                    <a:pt x="2729" y="2525"/>
                  </a:cubicBezTo>
                  <a:cubicBezTo>
                    <a:pt x="2714" y="2546"/>
                    <a:pt x="2602" y="2556"/>
                    <a:pt x="2478" y="2556"/>
                  </a:cubicBezTo>
                  <a:cubicBezTo>
                    <a:pt x="2438" y="2556"/>
                    <a:pt x="2397" y="2555"/>
                    <a:pt x="2357" y="2553"/>
                  </a:cubicBezTo>
                  <a:cubicBezTo>
                    <a:pt x="2333" y="2549"/>
                    <a:pt x="2313" y="2541"/>
                    <a:pt x="2289" y="2537"/>
                  </a:cubicBezTo>
                  <a:cubicBezTo>
                    <a:pt x="2193" y="2509"/>
                    <a:pt x="2089" y="2501"/>
                    <a:pt x="2001" y="2473"/>
                  </a:cubicBezTo>
                  <a:cubicBezTo>
                    <a:pt x="1797" y="2405"/>
                    <a:pt x="1605" y="2301"/>
                    <a:pt x="1437" y="2165"/>
                  </a:cubicBezTo>
                  <a:cubicBezTo>
                    <a:pt x="1345" y="2093"/>
                    <a:pt x="1261" y="2013"/>
                    <a:pt x="1181" y="1925"/>
                  </a:cubicBezTo>
                  <a:cubicBezTo>
                    <a:pt x="1161" y="1901"/>
                    <a:pt x="1145" y="1881"/>
                    <a:pt x="1125" y="1857"/>
                  </a:cubicBezTo>
                  <a:cubicBezTo>
                    <a:pt x="1109" y="1833"/>
                    <a:pt x="1093" y="1809"/>
                    <a:pt x="1077" y="1785"/>
                  </a:cubicBezTo>
                  <a:cubicBezTo>
                    <a:pt x="1065" y="1769"/>
                    <a:pt x="1045" y="1725"/>
                    <a:pt x="1037" y="1709"/>
                  </a:cubicBezTo>
                  <a:cubicBezTo>
                    <a:pt x="1025" y="1681"/>
                    <a:pt x="1013" y="1657"/>
                    <a:pt x="1005" y="1629"/>
                  </a:cubicBezTo>
                  <a:cubicBezTo>
                    <a:pt x="973" y="1517"/>
                    <a:pt x="985" y="1401"/>
                    <a:pt x="1041" y="1301"/>
                  </a:cubicBezTo>
                  <a:cubicBezTo>
                    <a:pt x="1101" y="1185"/>
                    <a:pt x="1173" y="1077"/>
                    <a:pt x="1261" y="977"/>
                  </a:cubicBezTo>
                  <a:cubicBezTo>
                    <a:pt x="1345" y="873"/>
                    <a:pt x="1437" y="769"/>
                    <a:pt x="1529" y="665"/>
                  </a:cubicBezTo>
                  <a:cubicBezTo>
                    <a:pt x="1569" y="613"/>
                    <a:pt x="1617" y="561"/>
                    <a:pt x="1665" y="517"/>
                  </a:cubicBezTo>
                  <a:cubicBezTo>
                    <a:pt x="1717" y="469"/>
                    <a:pt x="1769" y="429"/>
                    <a:pt x="1825" y="389"/>
                  </a:cubicBezTo>
                  <a:cubicBezTo>
                    <a:pt x="2053" y="241"/>
                    <a:pt x="2313" y="145"/>
                    <a:pt x="2585" y="113"/>
                  </a:cubicBezTo>
                  <a:cubicBezTo>
                    <a:pt x="2653" y="105"/>
                    <a:pt x="2721" y="101"/>
                    <a:pt x="2785" y="101"/>
                  </a:cubicBezTo>
                  <a:cubicBezTo>
                    <a:pt x="2803" y="100"/>
                    <a:pt x="2821" y="99"/>
                    <a:pt x="2839" y="99"/>
                  </a:cubicBezTo>
                  <a:close/>
                  <a:moveTo>
                    <a:pt x="4709" y="2445"/>
                  </a:moveTo>
                  <a:lnTo>
                    <a:pt x="4633" y="2497"/>
                  </a:lnTo>
                  <a:cubicBezTo>
                    <a:pt x="4597" y="2525"/>
                    <a:pt x="4557" y="2549"/>
                    <a:pt x="4517" y="2573"/>
                  </a:cubicBezTo>
                  <a:cubicBezTo>
                    <a:pt x="4477" y="2601"/>
                    <a:pt x="4437" y="2625"/>
                    <a:pt x="4397" y="2645"/>
                  </a:cubicBezTo>
                  <a:cubicBezTo>
                    <a:pt x="4241" y="2733"/>
                    <a:pt x="4077" y="2805"/>
                    <a:pt x="3905" y="2853"/>
                  </a:cubicBezTo>
                  <a:cubicBezTo>
                    <a:pt x="3845" y="2845"/>
                    <a:pt x="3809" y="2825"/>
                    <a:pt x="3805" y="2809"/>
                  </a:cubicBezTo>
                  <a:lnTo>
                    <a:pt x="3881" y="2785"/>
                  </a:lnTo>
                  <a:cubicBezTo>
                    <a:pt x="3969" y="2785"/>
                    <a:pt x="4097" y="2729"/>
                    <a:pt x="4213" y="2665"/>
                  </a:cubicBezTo>
                  <a:cubicBezTo>
                    <a:pt x="4345" y="2613"/>
                    <a:pt x="4485" y="2553"/>
                    <a:pt x="4633" y="2481"/>
                  </a:cubicBezTo>
                  <a:lnTo>
                    <a:pt x="4709" y="2445"/>
                  </a:lnTo>
                  <a:close/>
                  <a:moveTo>
                    <a:pt x="1961" y="2609"/>
                  </a:moveTo>
                  <a:lnTo>
                    <a:pt x="1961" y="2609"/>
                  </a:lnTo>
                  <a:cubicBezTo>
                    <a:pt x="1989" y="2613"/>
                    <a:pt x="2017" y="2621"/>
                    <a:pt x="2045" y="2625"/>
                  </a:cubicBezTo>
                  <a:lnTo>
                    <a:pt x="2085" y="2629"/>
                  </a:lnTo>
                  <a:lnTo>
                    <a:pt x="2121" y="2633"/>
                  </a:lnTo>
                  <a:cubicBezTo>
                    <a:pt x="2173" y="2637"/>
                    <a:pt x="2217" y="2645"/>
                    <a:pt x="2261" y="2653"/>
                  </a:cubicBezTo>
                  <a:cubicBezTo>
                    <a:pt x="2353" y="2673"/>
                    <a:pt x="2441" y="2693"/>
                    <a:pt x="2521" y="2713"/>
                  </a:cubicBezTo>
                  <a:cubicBezTo>
                    <a:pt x="2685" y="2753"/>
                    <a:pt x="2829" y="2797"/>
                    <a:pt x="2945" y="2829"/>
                  </a:cubicBezTo>
                  <a:lnTo>
                    <a:pt x="3065" y="2861"/>
                  </a:lnTo>
                  <a:cubicBezTo>
                    <a:pt x="3045" y="2885"/>
                    <a:pt x="3025" y="2901"/>
                    <a:pt x="3001" y="2917"/>
                  </a:cubicBezTo>
                  <a:lnTo>
                    <a:pt x="2977" y="2913"/>
                  </a:lnTo>
                  <a:cubicBezTo>
                    <a:pt x="2849" y="2885"/>
                    <a:pt x="2725" y="2853"/>
                    <a:pt x="2601" y="2817"/>
                  </a:cubicBezTo>
                  <a:cubicBezTo>
                    <a:pt x="2453" y="2773"/>
                    <a:pt x="2289" y="2717"/>
                    <a:pt x="2113" y="2657"/>
                  </a:cubicBezTo>
                  <a:lnTo>
                    <a:pt x="1961" y="2609"/>
                  </a:lnTo>
                  <a:close/>
                  <a:moveTo>
                    <a:pt x="3853" y="3237"/>
                  </a:moveTo>
                  <a:cubicBezTo>
                    <a:pt x="3873" y="3245"/>
                    <a:pt x="3897" y="3257"/>
                    <a:pt x="3925" y="3273"/>
                  </a:cubicBezTo>
                  <a:cubicBezTo>
                    <a:pt x="3901" y="3261"/>
                    <a:pt x="3877" y="3249"/>
                    <a:pt x="3853" y="3237"/>
                  </a:cubicBezTo>
                  <a:close/>
                  <a:moveTo>
                    <a:pt x="5321" y="2113"/>
                  </a:moveTo>
                  <a:cubicBezTo>
                    <a:pt x="5341" y="2141"/>
                    <a:pt x="5361" y="2173"/>
                    <a:pt x="5381" y="2201"/>
                  </a:cubicBezTo>
                  <a:cubicBezTo>
                    <a:pt x="5413" y="2261"/>
                    <a:pt x="5441" y="2321"/>
                    <a:pt x="5465" y="2385"/>
                  </a:cubicBezTo>
                  <a:cubicBezTo>
                    <a:pt x="5473" y="2417"/>
                    <a:pt x="5485" y="2449"/>
                    <a:pt x="5493" y="2481"/>
                  </a:cubicBezTo>
                  <a:cubicBezTo>
                    <a:pt x="5501" y="2513"/>
                    <a:pt x="5505" y="2545"/>
                    <a:pt x="5505" y="2577"/>
                  </a:cubicBezTo>
                  <a:cubicBezTo>
                    <a:pt x="5501" y="2641"/>
                    <a:pt x="5481" y="2705"/>
                    <a:pt x="5445" y="2757"/>
                  </a:cubicBezTo>
                  <a:cubicBezTo>
                    <a:pt x="5409" y="2817"/>
                    <a:pt x="5361" y="2869"/>
                    <a:pt x="5313" y="2917"/>
                  </a:cubicBezTo>
                  <a:cubicBezTo>
                    <a:pt x="5261" y="2961"/>
                    <a:pt x="5209" y="3005"/>
                    <a:pt x="5149" y="3049"/>
                  </a:cubicBezTo>
                  <a:cubicBezTo>
                    <a:pt x="5093" y="3089"/>
                    <a:pt x="5033" y="3125"/>
                    <a:pt x="4973" y="3161"/>
                  </a:cubicBezTo>
                  <a:cubicBezTo>
                    <a:pt x="4913" y="3193"/>
                    <a:pt x="4849" y="3229"/>
                    <a:pt x="4789" y="3261"/>
                  </a:cubicBezTo>
                  <a:lnTo>
                    <a:pt x="4601" y="3361"/>
                  </a:lnTo>
                  <a:cubicBezTo>
                    <a:pt x="4573" y="3373"/>
                    <a:pt x="4545" y="3385"/>
                    <a:pt x="4517" y="3393"/>
                  </a:cubicBezTo>
                  <a:cubicBezTo>
                    <a:pt x="4505" y="3401"/>
                    <a:pt x="4489" y="3401"/>
                    <a:pt x="4473" y="3405"/>
                  </a:cubicBezTo>
                  <a:lnTo>
                    <a:pt x="4429" y="3409"/>
                  </a:lnTo>
                  <a:cubicBezTo>
                    <a:pt x="4418" y="3410"/>
                    <a:pt x="4406" y="3410"/>
                    <a:pt x="4395" y="3410"/>
                  </a:cubicBezTo>
                  <a:cubicBezTo>
                    <a:pt x="4344" y="3410"/>
                    <a:pt x="4294" y="3403"/>
                    <a:pt x="4241" y="3393"/>
                  </a:cubicBezTo>
                  <a:cubicBezTo>
                    <a:pt x="4177" y="3377"/>
                    <a:pt x="4113" y="3357"/>
                    <a:pt x="4053" y="3333"/>
                  </a:cubicBezTo>
                  <a:cubicBezTo>
                    <a:pt x="4029" y="3317"/>
                    <a:pt x="4001" y="3305"/>
                    <a:pt x="3977" y="3297"/>
                  </a:cubicBezTo>
                  <a:lnTo>
                    <a:pt x="3977" y="3297"/>
                  </a:lnTo>
                  <a:cubicBezTo>
                    <a:pt x="4014" y="3308"/>
                    <a:pt x="4053" y="3313"/>
                    <a:pt x="4090" y="3313"/>
                  </a:cubicBezTo>
                  <a:cubicBezTo>
                    <a:pt x="4166" y="3313"/>
                    <a:pt x="4241" y="3292"/>
                    <a:pt x="4305" y="3249"/>
                  </a:cubicBezTo>
                  <a:cubicBezTo>
                    <a:pt x="4329" y="3253"/>
                    <a:pt x="4353" y="3257"/>
                    <a:pt x="4381" y="3261"/>
                  </a:cubicBezTo>
                  <a:cubicBezTo>
                    <a:pt x="4403" y="3263"/>
                    <a:pt x="4425" y="3264"/>
                    <a:pt x="4447" y="3264"/>
                  </a:cubicBezTo>
                  <a:cubicBezTo>
                    <a:pt x="4469" y="3264"/>
                    <a:pt x="4491" y="3263"/>
                    <a:pt x="4513" y="3261"/>
                  </a:cubicBezTo>
                  <a:cubicBezTo>
                    <a:pt x="4537" y="3257"/>
                    <a:pt x="4561" y="3253"/>
                    <a:pt x="4585" y="3245"/>
                  </a:cubicBezTo>
                  <a:cubicBezTo>
                    <a:pt x="4597" y="3241"/>
                    <a:pt x="4609" y="3237"/>
                    <a:pt x="4617" y="3233"/>
                  </a:cubicBezTo>
                  <a:lnTo>
                    <a:pt x="4649" y="3217"/>
                  </a:lnTo>
                  <a:cubicBezTo>
                    <a:pt x="4689" y="3189"/>
                    <a:pt x="4725" y="3157"/>
                    <a:pt x="4753" y="3121"/>
                  </a:cubicBezTo>
                  <a:cubicBezTo>
                    <a:pt x="4785" y="3089"/>
                    <a:pt x="4813" y="3053"/>
                    <a:pt x="4837" y="3021"/>
                  </a:cubicBezTo>
                  <a:cubicBezTo>
                    <a:pt x="4889" y="2957"/>
                    <a:pt x="4937" y="2893"/>
                    <a:pt x="4977" y="2837"/>
                  </a:cubicBezTo>
                  <a:cubicBezTo>
                    <a:pt x="5017" y="2785"/>
                    <a:pt x="5045" y="2737"/>
                    <a:pt x="5069" y="2705"/>
                  </a:cubicBezTo>
                  <a:cubicBezTo>
                    <a:pt x="5089" y="2669"/>
                    <a:pt x="5101" y="2653"/>
                    <a:pt x="5101" y="2653"/>
                  </a:cubicBezTo>
                  <a:lnTo>
                    <a:pt x="5101" y="2653"/>
                  </a:lnTo>
                  <a:lnTo>
                    <a:pt x="5061" y="2701"/>
                  </a:lnTo>
                  <a:lnTo>
                    <a:pt x="4953" y="2821"/>
                  </a:lnTo>
                  <a:cubicBezTo>
                    <a:pt x="4909" y="2873"/>
                    <a:pt x="4857" y="2933"/>
                    <a:pt x="4801" y="2993"/>
                  </a:cubicBezTo>
                  <a:lnTo>
                    <a:pt x="4717" y="3089"/>
                  </a:lnTo>
                  <a:cubicBezTo>
                    <a:pt x="4689" y="3121"/>
                    <a:pt x="4657" y="3149"/>
                    <a:pt x="4625" y="3169"/>
                  </a:cubicBezTo>
                  <a:lnTo>
                    <a:pt x="4593" y="3185"/>
                  </a:lnTo>
                  <a:cubicBezTo>
                    <a:pt x="4585" y="3189"/>
                    <a:pt x="4577" y="3193"/>
                    <a:pt x="4565" y="3197"/>
                  </a:cubicBezTo>
                  <a:cubicBezTo>
                    <a:pt x="4549" y="3205"/>
                    <a:pt x="4529" y="3209"/>
                    <a:pt x="4509" y="3213"/>
                  </a:cubicBezTo>
                  <a:cubicBezTo>
                    <a:pt x="4465" y="3217"/>
                    <a:pt x="4425" y="3217"/>
                    <a:pt x="4385" y="3217"/>
                  </a:cubicBezTo>
                  <a:lnTo>
                    <a:pt x="4361" y="3217"/>
                  </a:lnTo>
                  <a:cubicBezTo>
                    <a:pt x="4424" y="3164"/>
                    <a:pt x="4451" y="3109"/>
                    <a:pt x="4405" y="3109"/>
                  </a:cubicBezTo>
                  <a:cubicBezTo>
                    <a:pt x="4395" y="3109"/>
                    <a:pt x="4382" y="3111"/>
                    <a:pt x="4365" y="3117"/>
                  </a:cubicBezTo>
                  <a:cubicBezTo>
                    <a:pt x="4327" y="3130"/>
                    <a:pt x="4286" y="3135"/>
                    <a:pt x="4245" y="3135"/>
                  </a:cubicBezTo>
                  <a:cubicBezTo>
                    <a:pt x="4067" y="3135"/>
                    <a:pt x="3888" y="3035"/>
                    <a:pt x="3989" y="2993"/>
                  </a:cubicBezTo>
                  <a:cubicBezTo>
                    <a:pt x="4021" y="2977"/>
                    <a:pt x="4057" y="2961"/>
                    <a:pt x="4089" y="2937"/>
                  </a:cubicBezTo>
                  <a:cubicBezTo>
                    <a:pt x="4121" y="2929"/>
                    <a:pt x="4157" y="2921"/>
                    <a:pt x="4193" y="2909"/>
                  </a:cubicBezTo>
                  <a:cubicBezTo>
                    <a:pt x="4245" y="2893"/>
                    <a:pt x="4289" y="2877"/>
                    <a:pt x="4333" y="2857"/>
                  </a:cubicBezTo>
                  <a:cubicBezTo>
                    <a:pt x="4381" y="2841"/>
                    <a:pt x="4425" y="2821"/>
                    <a:pt x="4473" y="2797"/>
                  </a:cubicBezTo>
                  <a:cubicBezTo>
                    <a:pt x="4517" y="2777"/>
                    <a:pt x="4561" y="2753"/>
                    <a:pt x="4601" y="2725"/>
                  </a:cubicBezTo>
                  <a:cubicBezTo>
                    <a:pt x="4645" y="2701"/>
                    <a:pt x="4689" y="2677"/>
                    <a:pt x="4729" y="2649"/>
                  </a:cubicBezTo>
                  <a:cubicBezTo>
                    <a:pt x="4813" y="2593"/>
                    <a:pt x="4893" y="2533"/>
                    <a:pt x="4969" y="2469"/>
                  </a:cubicBezTo>
                  <a:cubicBezTo>
                    <a:pt x="5041" y="2405"/>
                    <a:pt x="5117" y="2337"/>
                    <a:pt x="5185" y="2265"/>
                  </a:cubicBezTo>
                  <a:cubicBezTo>
                    <a:pt x="5217" y="2229"/>
                    <a:pt x="5253" y="2193"/>
                    <a:pt x="5285" y="2157"/>
                  </a:cubicBezTo>
                  <a:lnTo>
                    <a:pt x="5321" y="2113"/>
                  </a:lnTo>
                  <a:close/>
                  <a:moveTo>
                    <a:pt x="693" y="2497"/>
                  </a:moveTo>
                  <a:cubicBezTo>
                    <a:pt x="705" y="2497"/>
                    <a:pt x="721" y="2505"/>
                    <a:pt x="733" y="2509"/>
                  </a:cubicBezTo>
                  <a:cubicBezTo>
                    <a:pt x="765" y="2513"/>
                    <a:pt x="793" y="2521"/>
                    <a:pt x="825" y="2525"/>
                  </a:cubicBezTo>
                  <a:cubicBezTo>
                    <a:pt x="945" y="2549"/>
                    <a:pt x="1073" y="2549"/>
                    <a:pt x="1169" y="2569"/>
                  </a:cubicBezTo>
                  <a:cubicBezTo>
                    <a:pt x="1277" y="2589"/>
                    <a:pt x="1381" y="2613"/>
                    <a:pt x="1485" y="2637"/>
                  </a:cubicBezTo>
                  <a:cubicBezTo>
                    <a:pt x="1693" y="2689"/>
                    <a:pt x="1889" y="2745"/>
                    <a:pt x="2069" y="2797"/>
                  </a:cubicBezTo>
                  <a:cubicBezTo>
                    <a:pt x="2325" y="2869"/>
                    <a:pt x="2581" y="2925"/>
                    <a:pt x="2845" y="2965"/>
                  </a:cubicBezTo>
                  <a:cubicBezTo>
                    <a:pt x="2803" y="2971"/>
                    <a:pt x="2752" y="2973"/>
                    <a:pt x="2699" y="2973"/>
                  </a:cubicBezTo>
                  <a:cubicBezTo>
                    <a:pt x="2486" y="2973"/>
                    <a:pt x="2225" y="2937"/>
                    <a:pt x="2225" y="2937"/>
                  </a:cubicBezTo>
                  <a:lnTo>
                    <a:pt x="2225" y="2937"/>
                  </a:lnTo>
                  <a:cubicBezTo>
                    <a:pt x="2225" y="2937"/>
                    <a:pt x="2565" y="3013"/>
                    <a:pt x="2677" y="3077"/>
                  </a:cubicBezTo>
                  <a:lnTo>
                    <a:pt x="2573" y="3077"/>
                  </a:lnTo>
                  <a:cubicBezTo>
                    <a:pt x="2485" y="3077"/>
                    <a:pt x="2393" y="3077"/>
                    <a:pt x="2301" y="3085"/>
                  </a:cubicBezTo>
                  <a:cubicBezTo>
                    <a:pt x="2209" y="3089"/>
                    <a:pt x="2117" y="3093"/>
                    <a:pt x="2029" y="3097"/>
                  </a:cubicBezTo>
                  <a:cubicBezTo>
                    <a:pt x="1941" y="3101"/>
                    <a:pt x="1861" y="3109"/>
                    <a:pt x="1793" y="3113"/>
                  </a:cubicBezTo>
                  <a:cubicBezTo>
                    <a:pt x="1725" y="3121"/>
                    <a:pt x="1665" y="3129"/>
                    <a:pt x="1625" y="3129"/>
                  </a:cubicBezTo>
                  <a:lnTo>
                    <a:pt x="1561" y="3137"/>
                  </a:lnTo>
                  <a:lnTo>
                    <a:pt x="1625" y="3141"/>
                  </a:lnTo>
                  <a:cubicBezTo>
                    <a:pt x="1665" y="3141"/>
                    <a:pt x="1725" y="3145"/>
                    <a:pt x="1793" y="3145"/>
                  </a:cubicBezTo>
                  <a:lnTo>
                    <a:pt x="2033" y="3145"/>
                  </a:lnTo>
                  <a:cubicBezTo>
                    <a:pt x="2117" y="3145"/>
                    <a:pt x="2209" y="3141"/>
                    <a:pt x="2301" y="3137"/>
                  </a:cubicBezTo>
                  <a:lnTo>
                    <a:pt x="2573" y="3125"/>
                  </a:lnTo>
                  <a:lnTo>
                    <a:pt x="2709" y="3121"/>
                  </a:lnTo>
                  <a:lnTo>
                    <a:pt x="2709" y="3121"/>
                  </a:lnTo>
                  <a:cubicBezTo>
                    <a:pt x="2709" y="3125"/>
                    <a:pt x="2701" y="3133"/>
                    <a:pt x="2689" y="3141"/>
                  </a:cubicBezTo>
                  <a:cubicBezTo>
                    <a:pt x="2557" y="3209"/>
                    <a:pt x="1941" y="3517"/>
                    <a:pt x="2221" y="3569"/>
                  </a:cubicBezTo>
                  <a:lnTo>
                    <a:pt x="2245" y="3569"/>
                  </a:lnTo>
                  <a:lnTo>
                    <a:pt x="2221" y="3585"/>
                  </a:lnTo>
                  <a:cubicBezTo>
                    <a:pt x="2169" y="3613"/>
                    <a:pt x="2121" y="3645"/>
                    <a:pt x="2073" y="3669"/>
                  </a:cubicBezTo>
                  <a:cubicBezTo>
                    <a:pt x="2021" y="3697"/>
                    <a:pt x="1969" y="3713"/>
                    <a:pt x="1913" y="3725"/>
                  </a:cubicBezTo>
                  <a:cubicBezTo>
                    <a:pt x="1857" y="3737"/>
                    <a:pt x="1797" y="3741"/>
                    <a:pt x="1737" y="3753"/>
                  </a:cubicBezTo>
                  <a:lnTo>
                    <a:pt x="1569" y="3777"/>
                  </a:lnTo>
                  <a:cubicBezTo>
                    <a:pt x="1457" y="3797"/>
                    <a:pt x="1357" y="3813"/>
                    <a:pt x="1269" y="3829"/>
                  </a:cubicBezTo>
                  <a:cubicBezTo>
                    <a:pt x="1229" y="3837"/>
                    <a:pt x="1189" y="3841"/>
                    <a:pt x="1153" y="3841"/>
                  </a:cubicBezTo>
                  <a:cubicBezTo>
                    <a:pt x="1121" y="3837"/>
                    <a:pt x="1093" y="3829"/>
                    <a:pt x="1069" y="3809"/>
                  </a:cubicBezTo>
                  <a:cubicBezTo>
                    <a:pt x="1053" y="3797"/>
                    <a:pt x="1041" y="3781"/>
                    <a:pt x="1033" y="3761"/>
                  </a:cubicBezTo>
                  <a:cubicBezTo>
                    <a:pt x="1033" y="3757"/>
                    <a:pt x="1029" y="3749"/>
                    <a:pt x="1029" y="3741"/>
                  </a:cubicBezTo>
                  <a:cubicBezTo>
                    <a:pt x="1029" y="3749"/>
                    <a:pt x="1029" y="3757"/>
                    <a:pt x="1029" y="3761"/>
                  </a:cubicBezTo>
                  <a:cubicBezTo>
                    <a:pt x="1033" y="3781"/>
                    <a:pt x="1045" y="3801"/>
                    <a:pt x="1061" y="3817"/>
                  </a:cubicBezTo>
                  <a:cubicBezTo>
                    <a:pt x="1085" y="3841"/>
                    <a:pt x="1113" y="3853"/>
                    <a:pt x="1145" y="3861"/>
                  </a:cubicBezTo>
                  <a:cubicBezTo>
                    <a:pt x="1167" y="3863"/>
                    <a:pt x="1188" y="3864"/>
                    <a:pt x="1208" y="3864"/>
                  </a:cubicBezTo>
                  <a:cubicBezTo>
                    <a:pt x="1229" y="3864"/>
                    <a:pt x="1249" y="3863"/>
                    <a:pt x="1269" y="3861"/>
                  </a:cubicBezTo>
                  <a:cubicBezTo>
                    <a:pt x="1361" y="3849"/>
                    <a:pt x="1461" y="3837"/>
                    <a:pt x="1573" y="3825"/>
                  </a:cubicBezTo>
                  <a:lnTo>
                    <a:pt x="1745" y="3801"/>
                  </a:lnTo>
                  <a:cubicBezTo>
                    <a:pt x="1801" y="3793"/>
                    <a:pt x="1861" y="3789"/>
                    <a:pt x="1921" y="3777"/>
                  </a:cubicBezTo>
                  <a:cubicBezTo>
                    <a:pt x="1981" y="3765"/>
                    <a:pt x="2041" y="3745"/>
                    <a:pt x="2093" y="3717"/>
                  </a:cubicBezTo>
                  <a:cubicBezTo>
                    <a:pt x="2149" y="3689"/>
                    <a:pt x="2193" y="3657"/>
                    <a:pt x="2245" y="3625"/>
                  </a:cubicBezTo>
                  <a:cubicBezTo>
                    <a:pt x="2277" y="3605"/>
                    <a:pt x="2309" y="3585"/>
                    <a:pt x="2337" y="3565"/>
                  </a:cubicBezTo>
                  <a:cubicBezTo>
                    <a:pt x="2621" y="3513"/>
                    <a:pt x="3009" y="3201"/>
                    <a:pt x="3017" y="3197"/>
                  </a:cubicBezTo>
                  <a:lnTo>
                    <a:pt x="3017" y="3197"/>
                  </a:lnTo>
                  <a:cubicBezTo>
                    <a:pt x="2941" y="3261"/>
                    <a:pt x="2857" y="3337"/>
                    <a:pt x="2761" y="3421"/>
                  </a:cubicBezTo>
                  <a:cubicBezTo>
                    <a:pt x="2645" y="3521"/>
                    <a:pt x="2517" y="3629"/>
                    <a:pt x="2365" y="3737"/>
                  </a:cubicBezTo>
                  <a:cubicBezTo>
                    <a:pt x="2293" y="3793"/>
                    <a:pt x="2213" y="3841"/>
                    <a:pt x="2129" y="3877"/>
                  </a:cubicBezTo>
                  <a:cubicBezTo>
                    <a:pt x="2089" y="3893"/>
                    <a:pt x="2033" y="3909"/>
                    <a:pt x="1985" y="3925"/>
                  </a:cubicBezTo>
                  <a:lnTo>
                    <a:pt x="1837" y="3981"/>
                  </a:lnTo>
                  <a:cubicBezTo>
                    <a:pt x="1629" y="4061"/>
                    <a:pt x="1413" y="4125"/>
                    <a:pt x="1197" y="4177"/>
                  </a:cubicBezTo>
                  <a:cubicBezTo>
                    <a:pt x="1105" y="4196"/>
                    <a:pt x="1013" y="4208"/>
                    <a:pt x="919" y="4208"/>
                  </a:cubicBezTo>
                  <a:cubicBezTo>
                    <a:pt x="895" y="4208"/>
                    <a:pt x="870" y="4207"/>
                    <a:pt x="845" y="4205"/>
                  </a:cubicBezTo>
                  <a:cubicBezTo>
                    <a:pt x="789" y="4205"/>
                    <a:pt x="729" y="4193"/>
                    <a:pt x="673" y="4173"/>
                  </a:cubicBezTo>
                  <a:cubicBezTo>
                    <a:pt x="617" y="4157"/>
                    <a:pt x="565" y="4129"/>
                    <a:pt x="521" y="4093"/>
                  </a:cubicBezTo>
                  <a:cubicBezTo>
                    <a:pt x="477" y="4053"/>
                    <a:pt x="437" y="4005"/>
                    <a:pt x="409" y="3953"/>
                  </a:cubicBezTo>
                  <a:cubicBezTo>
                    <a:pt x="377" y="3901"/>
                    <a:pt x="341" y="3849"/>
                    <a:pt x="309" y="3793"/>
                  </a:cubicBezTo>
                  <a:cubicBezTo>
                    <a:pt x="241" y="3693"/>
                    <a:pt x="181" y="3585"/>
                    <a:pt x="133" y="3473"/>
                  </a:cubicBezTo>
                  <a:cubicBezTo>
                    <a:pt x="93" y="3369"/>
                    <a:pt x="97" y="3249"/>
                    <a:pt x="141" y="3149"/>
                  </a:cubicBezTo>
                  <a:lnTo>
                    <a:pt x="141" y="3145"/>
                  </a:lnTo>
                  <a:cubicBezTo>
                    <a:pt x="193" y="3041"/>
                    <a:pt x="265" y="2949"/>
                    <a:pt x="349" y="2869"/>
                  </a:cubicBezTo>
                  <a:cubicBezTo>
                    <a:pt x="393" y="2825"/>
                    <a:pt x="437" y="2781"/>
                    <a:pt x="481" y="2737"/>
                  </a:cubicBezTo>
                  <a:cubicBezTo>
                    <a:pt x="521" y="2697"/>
                    <a:pt x="565" y="2645"/>
                    <a:pt x="605" y="2597"/>
                  </a:cubicBezTo>
                  <a:cubicBezTo>
                    <a:pt x="625" y="2573"/>
                    <a:pt x="645" y="2549"/>
                    <a:pt x="665" y="2525"/>
                  </a:cubicBezTo>
                  <a:cubicBezTo>
                    <a:pt x="673" y="2517"/>
                    <a:pt x="681" y="2505"/>
                    <a:pt x="689" y="2497"/>
                  </a:cubicBezTo>
                  <a:close/>
                  <a:moveTo>
                    <a:pt x="2597" y="3721"/>
                  </a:moveTo>
                  <a:cubicBezTo>
                    <a:pt x="2589" y="3733"/>
                    <a:pt x="2577" y="3745"/>
                    <a:pt x="2565" y="3757"/>
                  </a:cubicBezTo>
                  <a:cubicBezTo>
                    <a:pt x="2537" y="3785"/>
                    <a:pt x="2509" y="3813"/>
                    <a:pt x="2481" y="3837"/>
                  </a:cubicBezTo>
                  <a:cubicBezTo>
                    <a:pt x="2449" y="3861"/>
                    <a:pt x="2417" y="3885"/>
                    <a:pt x="2385" y="3909"/>
                  </a:cubicBezTo>
                  <a:cubicBezTo>
                    <a:pt x="2353" y="3929"/>
                    <a:pt x="2321" y="3949"/>
                    <a:pt x="2285" y="3973"/>
                  </a:cubicBezTo>
                  <a:cubicBezTo>
                    <a:pt x="2253" y="3993"/>
                    <a:pt x="2217" y="4009"/>
                    <a:pt x="2181" y="4029"/>
                  </a:cubicBezTo>
                  <a:cubicBezTo>
                    <a:pt x="2149" y="4045"/>
                    <a:pt x="2113" y="4061"/>
                    <a:pt x="2077" y="4077"/>
                  </a:cubicBezTo>
                  <a:cubicBezTo>
                    <a:pt x="2041" y="4093"/>
                    <a:pt x="2005" y="4109"/>
                    <a:pt x="1965" y="4129"/>
                  </a:cubicBezTo>
                  <a:cubicBezTo>
                    <a:pt x="1929" y="4145"/>
                    <a:pt x="1893" y="4157"/>
                    <a:pt x="1857" y="4169"/>
                  </a:cubicBezTo>
                  <a:cubicBezTo>
                    <a:pt x="1821" y="4185"/>
                    <a:pt x="1785" y="4197"/>
                    <a:pt x="1749" y="4205"/>
                  </a:cubicBezTo>
                  <a:cubicBezTo>
                    <a:pt x="1709" y="4213"/>
                    <a:pt x="1673" y="4221"/>
                    <a:pt x="1637" y="4229"/>
                  </a:cubicBezTo>
                  <a:cubicBezTo>
                    <a:pt x="1597" y="4237"/>
                    <a:pt x="1561" y="4241"/>
                    <a:pt x="1521" y="4245"/>
                  </a:cubicBezTo>
                  <a:cubicBezTo>
                    <a:pt x="1485" y="4249"/>
                    <a:pt x="1445" y="4253"/>
                    <a:pt x="1409" y="4253"/>
                  </a:cubicBezTo>
                  <a:lnTo>
                    <a:pt x="1305" y="4253"/>
                  </a:lnTo>
                  <a:lnTo>
                    <a:pt x="1305" y="4249"/>
                  </a:lnTo>
                  <a:cubicBezTo>
                    <a:pt x="1501" y="4221"/>
                    <a:pt x="1693" y="4177"/>
                    <a:pt x="1881" y="4117"/>
                  </a:cubicBezTo>
                  <a:cubicBezTo>
                    <a:pt x="1933" y="4101"/>
                    <a:pt x="1981" y="4081"/>
                    <a:pt x="2033" y="4065"/>
                  </a:cubicBezTo>
                  <a:cubicBezTo>
                    <a:pt x="2081" y="4049"/>
                    <a:pt x="2133" y="4033"/>
                    <a:pt x="2181" y="4009"/>
                  </a:cubicBezTo>
                  <a:cubicBezTo>
                    <a:pt x="2273" y="3965"/>
                    <a:pt x="2365" y="3913"/>
                    <a:pt x="2445" y="3849"/>
                  </a:cubicBezTo>
                  <a:cubicBezTo>
                    <a:pt x="2501" y="3805"/>
                    <a:pt x="2549" y="3765"/>
                    <a:pt x="2597" y="3721"/>
                  </a:cubicBezTo>
                  <a:close/>
                  <a:moveTo>
                    <a:pt x="3513" y="3417"/>
                  </a:moveTo>
                  <a:lnTo>
                    <a:pt x="3733" y="3657"/>
                  </a:lnTo>
                  <a:lnTo>
                    <a:pt x="3717" y="3577"/>
                  </a:lnTo>
                  <a:lnTo>
                    <a:pt x="3717" y="3577"/>
                  </a:lnTo>
                  <a:cubicBezTo>
                    <a:pt x="3725" y="3601"/>
                    <a:pt x="3729" y="3629"/>
                    <a:pt x="3733" y="3657"/>
                  </a:cubicBezTo>
                  <a:cubicBezTo>
                    <a:pt x="3737" y="3669"/>
                    <a:pt x="3737" y="3685"/>
                    <a:pt x="3733" y="3697"/>
                  </a:cubicBezTo>
                  <a:cubicBezTo>
                    <a:pt x="3729" y="3713"/>
                    <a:pt x="3725" y="3729"/>
                    <a:pt x="3717" y="3741"/>
                  </a:cubicBezTo>
                  <a:cubicBezTo>
                    <a:pt x="3685" y="3813"/>
                    <a:pt x="3645" y="3881"/>
                    <a:pt x="3597" y="3941"/>
                  </a:cubicBezTo>
                  <a:cubicBezTo>
                    <a:pt x="3549" y="4005"/>
                    <a:pt x="3497" y="4065"/>
                    <a:pt x="3441" y="4125"/>
                  </a:cubicBezTo>
                  <a:cubicBezTo>
                    <a:pt x="3329" y="4241"/>
                    <a:pt x="3197" y="4337"/>
                    <a:pt x="3053" y="4405"/>
                  </a:cubicBezTo>
                  <a:cubicBezTo>
                    <a:pt x="2934" y="4460"/>
                    <a:pt x="2803" y="4486"/>
                    <a:pt x="2673" y="4486"/>
                  </a:cubicBezTo>
                  <a:cubicBezTo>
                    <a:pt x="2641" y="4486"/>
                    <a:pt x="2609" y="4484"/>
                    <a:pt x="2577" y="4481"/>
                  </a:cubicBezTo>
                  <a:cubicBezTo>
                    <a:pt x="2493" y="4473"/>
                    <a:pt x="2413" y="4453"/>
                    <a:pt x="2325" y="4445"/>
                  </a:cubicBezTo>
                  <a:cubicBezTo>
                    <a:pt x="2237" y="4433"/>
                    <a:pt x="2157" y="4425"/>
                    <a:pt x="2073" y="4421"/>
                  </a:cubicBezTo>
                  <a:cubicBezTo>
                    <a:pt x="2029" y="4419"/>
                    <a:pt x="1986" y="4418"/>
                    <a:pt x="1943" y="4418"/>
                  </a:cubicBezTo>
                  <a:cubicBezTo>
                    <a:pt x="1901" y="4418"/>
                    <a:pt x="1859" y="4419"/>
                    <a:pt x="1817" y="4421"/>
                  </a:cubicBezTo>
                  <a:cubicBezTo>
                    <a:pt x="1729" y="4425"/>
                    <a:pt x="1645" y="4429"/>
                    <a:pt x="1565" y="4437"/>
                  </a:cubicBezTo>
                  <a:cubicBezTo>
                    <a:pt x="1542" y="4440"/>
                    <a:pt x="1519" y="4441"/>
                    <a:pt x="1496" y="4441"/>
                  </a:cubicBezTo>
                  <a:cubicBezTo>
                    <a:pt x="1450" y="4441"/>
                    <a:pt x="1405" y="4436"/>
                    <a:pt x="1360" y="4425"/>
                  </a:cubicBezTo>
                  <a:lnTo>
                    <a:pt x="1413" y="4425"/>
                  </a:lnTo>
                  <a:cubicBezTo>
                    <a:pt x="1457" y="4425"/>
                    <a:pt x="1501" y="4421"/>
                    <a:pt x="1541" y="4417"/>
                  </a:cubicBezTo>
                  <a:cubicBezTo>
                    <a:pt x="1585" y="4413"/>
                    <a:pt x="1629" y="4405"/>
                    <a:pt x="1669" y="4397"/>
                  </a:cubicBezTo>
                  <a:cubicBezTo>
                    <a:pt x="1713" y="4385"/>
                    <a:pt x="1757" y="4377"/>
                    <a:pt x="1797" y="4365"/>
                  </a:cubicBezTo>
                  <a:cubicBezTo>
                    <a:pt x="1837" y="4349"/>
                    <a:pt x="1877" y="4337"/>
                    <a:pt x="1917" y="4321"/>
                  </a:cubicBezTo>
                  <a:cubicBezTo>
                    <a:pt x="1957" y="4309"/>
                    <a:pt x="2001" y="4285"/>
                    <a:pt x="2033" y="4269"/>
                  </a:cubicBezTo>
                  <a:cubicBezTo>
                    <a:pt x="2069" y="4249"/>
                    <a:pt x="2109" y="4229"/>
                    <a:pt x="2145" y="4209"/>
                  </a:cubicBezTo>
                  <a:cubicBezTo>
                    <a:pt x="2181" y="4189"/>
                    <a:pt x="2217" y="4169"/>
                    <a:pt x="2253" y="4145"/>
                  </a:cubicBezTo>
                  <a:cubicBezTo>
                    <a:pt x="2289" y="4121"/>
                    <a:pt x="2325" y="4097"/>
                    <a:pt x="2357" y="4073"/>
                  </a:cubicBezTo>
                  <a:cubicBezTo>
                    <a:pt x="2393" y="4049"/>
                    <a:pt x="2425" y="4025"/>
                    <a:pt x="2457" y="3997"/>
                  </a:cubicBezTo>
                  <a:cubicBezTo>
                    <a:pt x="2493" y="3965"/>
                    <a:pt x="2521" y="3937"/>
                    <a:pt x="2549" y="3905"/>
                  </a:cubicBezTo>
                  <a:cubicBezTo>
                    <a:pt x="2577" y="3873"/>
                    <a:pt x="2605" y="3841"/>
                    <a:pt x="2633" y="3805"/>
                  </a:cubicBezTo>
                  <a:cubicBezTo>
                    <a:pt x="2657" y="3773"/>
                    <a:pt x="2681" y="3737"/>
                    <a:pt x="2701" y="3697"/>
                  </a:cubicBezTo>
                  <a:cubicBezTo>
                    <a:pt x="2721" y="3661"/>
                    <a:pt x="2737" y="3625"/>
                    <a:pt x="2753" y="3585"/>
                  </a:cubicBezTo>
                  <a:lnTo>
                    <a:pt x="2761" y="3573"/>
                  </a:lnTo>
                  <a:cubicBezTo>
                    <a:pt x="2785" y="3545"/>
                    <a:pt x="2809" y="3521"/>
                    <a:pt x="2837" y="3497"/>
                  </a:cubicBezTo>
                  <a:cubicBezTo>
                    <a:pt x="2921" y="3473"/>
                    <a:pt x="3013" y="3453"/>
                    <a:pt x="3101" y="3445"/>
                  </a:cubicBezTo>
                  <a:lnTo>
                    <a:pt x="3101" y="3445"/>
                  </a:lnTo>
                  <a:cubicBezTo>
                    <a:pt x="3073" y="3485"/>
                    <a:pt x="3049" y="3533"/>
                    <a:pt x="3029" y="3577"/>
                  </a:cubicBezTo>
                  <a:cubicBezTo>
                    <a:pt x="3017" y="3605"/>
                    <a:pt x="3009" y="3633"/>
                    <a:pt x="2997" y="3661"/>
                  </a:cubicBezTo>
                  <a:cubicBezTo>
                    <a:pt x="2989" y="3685"/>
                    <a:pt x="2981" y="3713"/>
                    <a:pt x="2973" y="3737"/>
                  </a:cubicBezTo>
                  <a:cubicBezTo>
                    <a:pt x="2961" y="3785"/>
                    <a:pt x="2941" y="3829"/>
                    <a:pt x="2925" y="3873"/>
                  </a:cubicBezTo>
                  <a:cubicBezTo>
                    <a:pt x="2909" y="3901"/>
                    <a:pt x="2889" y="3929"/>
                    <a:pt x="2869" y="3957"/>
                  </a:cubicBezTo>
                  <a:cubicBezTo>
                    <a:pt x="2861" y="3965"/>
                    <a:pt x="2853" y="3973"/>
                    <a:pt x="2849" y="3977"/>
                  </a:cubicBezTo>
                  <a:lnTo>
                    <a:pt x="2841" y="3981"/>
                  </a:lnTo>
                  <a:cubicBezTo>
                    <a:pt x="2853" y="3977"/>
                    <a:pt x="2865" y="3969"/>
                    <a:pt x="2873" y="3965"/>
                  </a:cubicBezTo>
                  <a:cubicBezTo>
                    <a:pt x="2889" y="3953"/>
                    <a:pt x="2901" y="3945"/>
                    <a:pt x="2909" y="3933"/>
                  </a:cubicBezTo>
                  <a:cubicBezTo>
                    <a:pt x="2925" y="3921"/>
                    <a:pt x="2937" y="3905"/>
                    <a:pt x="2949" y="3889"/>
                  </a:cubicBezTo>
                  <a:cubicBezTo>
                    <a:pt x="2977" y="3845"/>
                    <a:pt x="3001" y="3801"/>
                    <a:pt x="3017" y="3753"/>
                  </a:cubicBezTo>
                  <a:lnTo>
                    <a:pt x="3049" y="3677"/>
                  </a:lnTo>
                  <a:cubicBezTo>
                    <a:pt x="3057" y="3653"/>
                    <a:pt x="3065" y="3629"/>
                    <a:pt x="3077" y="3601"/>
                  </a:cubicBezTo>
                  <a:cubicBezTo>
                    <a:pt x="3101" y="3545"/>
                    <a:pt x="3129" y="3493"/>
                    <a:pt x="3161" y="3441"/>
                  </a:cubicBezTo>
                  <a:cubicBezTo>
                    <a:pt x="3221" y="3441"/>
                    <a:pt x="3269" y="3449"/>
                    <a:pt x="3289" y="3477"/>
                  </a:cubicBezTo>
                  <a:cubicBezTo>
                    <a:pt x="3350" y="3560"/>
                    <a:pt x="3243" y="3765"/>
                    <a:pt x="3296" y="3765"/>
                  </a:cubicBezTo>
                  <a:cubicBezTo>
                    <a:pt x="3302" y="3765"/>
                    <a:pt x="3310" y="3763"/>
                    <a:pt x="3321" y="3757"/>
                  </a:cubicBezTo>
                  <a:cubicBezTo>
                    <a:pt x="3357" y="3733"/>
                    <a:pt x="3385" y="3701"/>
                    <a:pt x="3405" y="3665"/>
                  </a:cubicBezTo>
                  <a:lnTo>
                    <a:pt x="3405" y="3665"/>
                  </a:lnTo>
                  <a:lnTo>
                    <a:pt x="3389" y="3705"/>
                  </a:lnTo>
                  <a:cubicBezTo>
                    <a:pt x="3365" y="3765"/>
                    <a:pt x="3345" y="3837"/>
                    <a:pt x="3321" y="3897"/>
                  </a:cubicBezTo>
                  <a:cubicBezTo>
                    <a:pt x="3305" y="3929"/>
                    <a:pt x="3289" y="3961"/>
                    <a:pt x="3269" y="3989"/>
                  </a:cubicBezTo>
                  <a:cubicBezTo>
                    <a:pt x="3249" y="4013"/>
                    <a:pt x="3229" y="4041"/>
                    <a:pt x="3205" y="4061"/>
                  </a:cubicBezTo>
                  <a:cubicBezTo>
                    <a:pt x="3161" y="4101"/>
                    <a:pt x="3113" y="4137"/>
                    <a:pt x="3065" y="4169"/>
                  </a:cubicBezTo>
                  <a:cubicBezTo>
                    <a:pt x="3017" y="4193"/>
                    <a:pt x="2981" y="4217"/>
                    <a:pt x="2953" y="4233"/>
                  </a:cubicBezTo>
                  <a:lnTo>
                    <a:pt x="2909" y="4257"/>
                  </a:lnTo>
                  <a:lnTo>
                    <a:pt x="2957" y="4241"/>
                  </a:lnTo>
                  <a:cubicBezTo>
                    <a:pt x="2997" y="4229"/>
                    <a:pt x="3037" y="4213"/>
                    <a:pt x="3077" y="4197"/>
                  </a:cubicBezTo>
                  <a:cubicBezTo>
                    <a:pt x="3137" y="4169"/>
                    <a:pt x="3189" y="4137"/>
                    <a:pt x="3237" y="4097"/>
                  </a:cubicBezTo>
                  <a:cubicBezTo>
                    <a:pt x="3265" y="4073"/>
                    <a:pt x="3293" y="4045"/>
                    <a:pt x="3313" y="4017"/>
                  </a:cubicBezTo>
                  <a:cubicBezTo>
                    <a:pt x="3333" y="3985"/>
                    <a:pt x="3353" y="3949"/>
                    <a:pt x="3365" y="3917"/>
                  </a:cubicBezTo>
                  <a:cubicBezTo>
                    <a:pt x="3393" y="3849"/>
                    <a:pt x="3413" y="3781"/>
                    <a:pt x="3433" y="3717"/>
                  </a:cubicBezTo>
                  <a:cubicBezTo>
                    <a:pt x="3453" y="3649"/>
                    <a:pt x="3469" y="3589"/>
                    <a:pt x="3485" y="3537"/>
                  </a:cubicBezTo>
                  <a:cubicBezTo>
                    <a:pt x="3497" y="3485"/>
                    <a:pt x="3505" y="3445"/>
                    <a:pt x="3513" y="3417"/>
                  </a:cubicBezTo>
                  <a:close/>
                  <a:moveTo>
                    <a:pt x="5055" y="1"/>
                  </a:moveTo>
                  <a:cubicBezTo>
                    <a:pt x="4984" y="1"/>
                    <a:pt x="4913" y="5"/>
                    <a:pt x="4841" y="13"/>
                  </a:cubicBezTo>
                  <a:cubicBezTo>
                    <a:pt x="4705" y="29"/>
                    <a:pt x="4569" y="57"/>
                    <a:pt x="4433" y="93"/>
                  </a:cubicBezTo>
                  <a:cubicBezTo>
                    <a:pt x="4301" y="129"/>
                    <a:pt x="4173" y="181"/>
                    <a:pt x="4049" y="241"/>
                  </a:cubicBezTo>
                  <a:cubicBezTo>
                    <a:pt x="4017" y="257"/>
                    <a:pt x="3985" y="273"/>
                    <a:pt x="3957" y="293"/>
                  </a:cubicBezTo>
                  <a:lnTo>
                    <a:pt x="3933" y="309"/>
                  </a:lnTo>
                  <a:cubicBezTo>
                    <a:pt x="3932" y="310"/>
                    <a:pt x="3932" y="310"/>
                    <a:pt x="3932" y="310"/>
                  </a:cubicBezTo>
                  <a:cubicBezTo>
                    <a:pt x="3933" y="310"/>
                    <a:pt x="3933" y="310"/>
                    <a:pt x="3933" y="310"/>
                  </a:cubicBezTo>
                  <a:lnTo>
                    <a:pt x="3933" y="310"/>
                  </a:lnTo>
                  <a:cubicBezTo>
                    <a:pt x="3934" y="310"/>
                    <a:pt x="3933" y="311"/>
                    <a:pt x="3925" y="317"/>
                  </a:cubicBezTo>
                  <a:lnTo>
                    <a:pt x="3921" y="321"/>
                  </a:lnTo>
                  <a:lnTo>
                    <a:pt x="3913" y="329"/>
                  </a:lnTo>
                  <a:lnTo>
                    <a:pt x="3893" y="345"/>
                  </a:lnTo>
                  <a:cubicBezTo>
                    <a:pt x="3885" y="349"/>
                    <a:pt x="3877" y="361"/>
                    <a:pt x="3873" y="369"/>
                  </a:cubicBezTo>
                  <a:lnTo>
                    <a:pt x="3849" y="397"/>
                  </a:lnTo>
                  <a:cubicBezTo>
                    <a:pt x="3845" y="405"/>
                    <a:pt x="3841" y="413"/>
                    <a:pt x="3837" y="421"/>
                  </a:cubicBezTo>
                  <a:cubicBezTo>
                    <a:pt x="3825" y="437"/>
                    <a:pt x="3817" y="453"/>
                    <a:pt x="3809" y="469"/>
                  </a:cubicBezTo>
                  <a:lnTo>
                    <a:pt x="3785" y="521"/>
                  </a:lnTo>
                  <a:lnTo>
                    <a:pt x="3769" y="569"/>
                  </a:lnTo>
                  <a:cubicBezTo>
                    <a:pt x="3729" y="693"/>
                    <a:pt x="3701" y="817"/>
                    <a:pt x="3685" y="945"/>
                  </a:cubicBezTo>
                  <a:cubicBezTo>
                    <a:pt x="3649" y="1185"/>
                    <a:pt x="3633" y="1409"/>
                    <a:pt x="3621" y="1617"/>
                  </a:cubicBezTo>
                  <a:cubicBezTo>
                    <a:pt x="3605" y="1821"/>
                    <a:pt x="3589" y="2013"/>
                    <a:pt x="3569" y="2177"/>
                  </a:cubicBezTo>
                  <a:cubicBezTo>
                    <a:pt x="3553" y="2321"/>
                    <a:pt x="3525" y="2461"/>
                    <a:pt x="3485" y="2601"/>
                  </a:cubicBezTo>
                  <a:lnTo>
                    <a:pt x="3485" y="2609"/>
                  </a:lnTo>
                  <a:cubicBezTo>
                    <a:pt x="3468" y="2617"/>
                    <a:pt x="3452" y="2621"/>
                    <a:pt x="3437" y="2621"/>
                  </a:cubicBezTo>
                  <a:cubicBezTo>
                    <a:pt x="3404" y="2621"/>
                    <a:pt x="3377" y="2601"/>
                    <a:pt x="3369" y="2549"/>
                  </a:cubicBezTo>
                  <a:cubicBezTo>
                    <a:pt x="3381" y="2429"/>
                    <a:pt x="3397" y="2281"/>
                    <a:pt x="3417" y="2113"/>
                  </a:cubicBezTo>
                  <a:cubicBezTo>
                    <a:pt x="3425" y="2073"/>
                    <a:pt x="3429" y="2029"/>
                    <a:pt x="3437" y="1985"/>
                  </a:cubicBezTo>
                  <a:cubicBezTo>
                    <a:pt x="3445" y="1945"/>
                    <a:pt x="3453" y="1905"/>
                    <a:pt x="3465" y="1857"/>
                  </a:cubicBezTo>
                  <a:cubicBezTo>
                    <a:pt x="3489" y="1761"/>
                    <a:pt x="3513" y="1665"/>
                    <a:pt x="3533" y="1561"/>
                  </a:cubicBezTo>
                  <a:cubicBezTo>
                    <a:pt x="3581" y="1337"/>
                    <a:pt x="3613" y="1109"/>
                    <a:pt x="3629" y="881"/>
                  </a:cubicBezTo>
                  <a:cubicBezTo>
                    <a:pt x="3637" y="757"/>
                    <a:pt x="3629" y="629"/>
                    <a:pt x="3613" y="501"/>
                  </a:cubicBezTo>
                  <a:cubicBezTo>
                    <a:pt x="3605" y="469"/>
                    <a:pt x="3597" y="437"/>
                    <a:pt x="3589" y="401"/>
                  </a:cubicBezTo>
                  <a:cubicBezTo>
                    <a:pt x="3585" y="385"/>
                    <a:pt x="3581" y="369"/>
                    <a:pt x="3573" y="353"/>
                  </a:cubicBezTo>
                  <a:lnTo>
                    <a:pt x="3565" y="325"/>
                  </a:lnTo>
                  <a:lnTo>
                    <a:pt x="3561" y="313"/>
                  </a:lnTo>
                  <a:lnTo>
                    <a:pt x="3561" y="309"/>
                  </a:lnTo>
                  <a:lnTo>
                    <a:pt x="3557" y="301"/>
                  </a:lnTo>
                  <a:cubicBezTo>
                    <a:pt x="3549" y="285"/>
                    <a:pt x="3541" y="269"/>
                    <a:pt x="3529" y="257"/>
                  </a:cubicBezTo>
                  <a:lnTo>
                    <a:pt x="3509" y="233"/>
                  </a:lnTo>
                  <a:lnTo>
                    <a:pt x="3489" y="213"/>
                  </a:lnTo>
                  <a:cubicBezTo>
                    <a:pt x="3461" y="189"/>
                    <a:pt x="3433" y="165"/>
                    <a:pt x="3401" y="149"/>
                  </a:cubicBezTo>
                  <a:cubicBezTo>
                    <a:pt x="3277" y="89"/>
                    <a:pt x="3141" y="57"/>
                    <a:pt x="3001" y="49"/>
                  </a:cubicBezTo>
                  <a:cubicBezTo>
                    <a:pt x="2954" y="46"/>
                    <a:pt x="2908" y="45"/>
                    <a:pt x="2862" y="45"/>
                  </a:cubicBezTo>
                  <a:cubicBezTo>
                    <a:pt x="2770" y="45"/>
                    <a:pt x="2680" y="50"/>
                    <a:pt x="2589" y="61"/>
                  </a:cubicBezTo>
                  <a:cubicBezTo>
                    <a:pt x="2449" y="77"/>
                    <a:pt x="2309" y="105"/>
                    <a:pt x="2177" y="145"/>
                  </a:cubicBezTo>
                  <a:cubicBezTo>
                    <a:pt x="2041" y="185"/>
                    <a:pt x="1909" y="241"/>
                    <a:pt x="1781" y="313"/>
                  </a:cubicBezTo>
                  <a:cubicBezTo>
                    <a:pt x="1721" y="349"/>
                    <a:pt x="1661" y="389"/>
                    <a:pt x="1605" y="433"/>
                  </a:cubicBezTo>
                  <a:cubicBezTo>
                    <a:pt x="1549" y="477"/>
                    <a:pt x="1497" y="525"/>
                    <a:pt x="1445" y="577"/>
                  </a:cubicBezTo>
                  <a:cubicBezTo>
                    <a:pt x="1345" y="677"/>
                    <a:pt x="1249" y="777"/>
                    <a:pt x="1157" y="881"/>
                  </a:cubicBezTo>
                  <a:cubicBezTo>
                    <a:pt x="1061" y="985"/>
                    <a:pt x="977" y="1101"/>
                    <a:pt x="905" y="1225"/>
                  </a:cubicBezTo>
                  <a:cubicBezTo>
                    <a:pt x="869" y="1293"/>
                    <a:pt x="845" y="1365"/>
                    <a:pt x="837" y="1441"/>
                  </a:cubicBezTo>
                  <a:cubicBezTo>
                    <a:pt x="825" y="1517"/>
                    <a:pt x="829" y="1593"/>
                    <a:pt x="849" y="1669"/>
                  </a:cubicBezTo>
                  <a:cubicBezTo>
                    <a:pt x="869" y="1737"/>
                    <a:pt x="897" y="1805"/>
                    <a:pt x="933" y="1865"/>
                  </a:cubicBezTo>
                  <a:cubicBezTo>
                    <a:pt x="953" y="1897"/>
                    <a:pt x="973" y="1925"/>
                    <a:pt x="993" y="1953"/>
                  </a:cubicBezTo>
                  <a:cubicBezTo>
                    <a:pt x="1013" y="1981"/>
                    <a:pt x="1033" y="2009"/>
                    <a:pt x="1057" y="2033"/>
                  </a:cubicBezTo>
                  <a:cubicBezTo>
                    <a:pt x="1141" y="2133"/>
                    <a:pt x="1237" y="2217"/>
                    <a:pt x="1341" y="2293"/>
                  </a:cubicBezTo>
                  <a:cubicBezTo>
                    <a:pt x="1481" y="2401"/>
                    <a:pt x="1637" y="2489"/>
                    <a:pt x="1801" y="2553"/>
                  </a:cubicBezTo>
                  <a:cubicBezTo>
                    <a:pt x="1713" y="2525"/>
                    <a:pt x="1629" y="2501"/>
                    <a:pt x="1537" y="2477"/>
                  </a:cubicBezTo>
                  <a:cubicBezTo>
                    <a:pt x="1429" y="2445"/>
                    <a:pt x="1317" y="2417"/>
                    <a:pt x="1205" y="2401"/>
                  </a:cubicBezTo>
                  <a:cubicBezTo>
                    <a:pt x="1081" y="2377"/>
                    <a:pt x="973" y="2377"/>
                    <a:pt x="861" y="2361"/>
                  </a:cubicBezTo>
                  <a:cubicBezTo>
                    <a:pt x="833" y="2357"/>
                    <a:pt x="805" y="2353"/>
                    <a:pt x="777" y="2345"/>
                  </a:cubicBezTo>
                  <a:cubicBezTo>
                    <a:pt x="761" y="2345"/>
                    <a:pt x="753" y="2341"/>
                    <a:pt x="733" y="2337"/>
                  </a:cubicBezTo>
                  <a:lnTo>
                    <a:pt x="701" y="2337"/>
                  </a:lnTo>
                  <a:cubicBezTo>
                    <a:pt x="696" y="2337"/>
                    <a:pt x="692" y="2336"/>
                    <a:pt x="687" y="2336"/>
                  </a:cubicBezTo>
                  <a:cubicBezTo>
                    <a:pt x="656" y="2336"/>
                    <a:pt x="625" y="2348"/>
                    <a:pt x="601" y="2365"/>
                  </a:cubicBezTo>
                  <a:lnTo>
                    <a:pt x="589" y="2373"/>
                  </a:lnTo>
                  <a:lnTo>
                    <a:pt x="585" y="2381"/>
                  </a:lnTo>
                  <a:lnTo>
                    <a:pt x="573" y="2393"/>
                  </a:lnTo>
                  <a:cubicBezTo>
                    <a:pt x="561" y="2409"/>
                    <a:pt x="553" y="2417"/>
                    <a:pt x="541" y="2433"/>
                  </a:cubicBezTo>
                  <a:cubicBezTo>
                    <a:pt x="525" y="2457"/>
                    <a:pt x="509" y="2481"/>
                    <a:pt x="489" y="2501"/>
                  </a:cubicBezTo>
                  <a:cubicBezTo>
                    <a:pt x="453" y="2549"/>
                    <a:pt x="413" y="2593"/>
                    <a:pt x="377" y="2637"/>
                  </a:cubicBezTo>
                  <a:cubicBezTo>
                    <a:pt x="337" y="2681"/>
                    <a:pt x="293" y="2725"/>
                    <a:pt x="249" y="2773"/>
                  </a:cubicBezTo>
                  <a:cubicBezTo>
                    <a:pt x="157" y="2869"/>
                    <a:pt x="81" y="2981"/>
                    <a:pt x="33" y="3105"/>
                  </a:cubicBezTo>
                  <a:cubicBezTo>
                    <a:pt x="21" y="3137"/>
                    <a:pt x="13" y="3173"/>
                    <a:pt x="9" y="3205"/>
                  </a:cubicBezTo>
                  <a:cubicBezTo>
                    <a:pt x="5" y="3241"/>
                    <a:pt x="1" y="3277"/>
                    <a:pt x="5" y="3313"/>
                  </a:cubicBezTo>
                  <a:cubicBezTo>
                    <a:pt x="9" y="3381"/>
                    <a:pt x="25" y="3445"/>
                    <a:pt x="53" y="3509"/>
                  </a:cubicBezTo>
                  <a:cubicBezTo>
                    <a:pt x="109" y="3621"/>
                    <a:pt x="181" y="3733"/>
                    <a:pt x="257" y="3833"/>
                  </a:cubicBezTo>
                  <a:cubicBezTo>
                    <a:pt x="297" y="3881"/>
                    <a:pt x="329" y="3933"/>
                    <a:pt x="365" y="3985"/>
                  </a:cubicBezTo>
                  <a:cubicBezTo>
                    <a:pt x="397" y="4041"/>
                    <a:pt x="441" y="4093"/>
                    <a:pt x="489" y="4137"/>
                  </a:cubicBezTo>
                  <a:cubicBezTo>
                    <a:pt x="593" y="4213"/>
                    <a:pt x="713" y="4261"/>
                    <a:pt x="841" y="4269"/>
                  </a:cubicBezTo>
                  <a:cubicBezTo>
                    <a:pt x="895" y="4274"/>
                    <a:pt x="948" y="4278"/>
                    <a:pt x="1000" y="4278"/>
                  </a:cubicBezTo>
                  <a:cubicBezTo>
                    <a:pt x="1033" y="4278"/>
                    <a:pt x="1065" y="4276"/>
                    <a:pt x="1097" y="4273"/>
                  </a:cubicBezTo>
                  <a:lnTo>
                    <a:pt x="1097" y="4273"/>
                  </a:lnTo>
                  <a:cubicBezTo>
                    <a:pt x="1093" y="4281"/>
                    <a:pt x="1089" y="4293"/>
                    <a:pt x="1085" y="4301"/>
                  </a:cubicBezTo>
                  <a:cubicBezTo>
                    <a:pt x="1081" y="4313"/>
                    <a:pt x="1081" y="4329"/>
                    <a:pt x="1085" y="4341"/>
                  </a:cubicBezTo>
                  <a:cubicBezTo>
                    <a:pt x="1101" y="4393"/>
                    <a:pt x="1121" y="4441"/>
                    <a:pt x="1157" y="4481"/>
                  </a:cubicBezTo>
                  <a:cubicBezTo>
                    <a:pt x="1193" y="4529"/>
                    <a:pt x="1241" y="4561"/>
                    <a:pt x="1297" y="4577"/>
                  </a:cubicBezTo>
                  <a:cubicBezTo>
                    <a:pt x="1345" y="4588"/>
                    <a:pt x="1395" y="4593"/>
                    <a:pt x="1445" y="4593"/>
                  </a:cubicBezTo>
                  <a:cubicBezTo>
                    <a:pt x="1489" y="4593"/>
                    <a:pt x="1533" y="4589"/>
                    <a:pt x="1577" y="4581"/>
                  </a:cubicBezTo>
                  <a:cubicBezTo>
                    <a:pt x="1745" y="4561"/>
                    <a:pt x="1905" y="4529"/>
                    <a:pt x="2069" y="4517"/>
                  </a:cubicBezTo>
                  <a:cubicBezTo>
                    <a:pt x="2128" y="4514"/>
                    <a:pt x="2188" y="4512"/>
                    <a:pt x="2246" y="4512"/>
                  </a:cubicBezTo>
                  <a:cubicBezTo>
                    <a:pt x="2270" y="4512"/>
                    <a:pt x="2293" y="4512"/>
                    <a:pt x="2317" y="4513"/>
                  </a:cubicBezTo>
                  <a:cubicBezTo>
                    <a:pt x="2401" y="4517"/>
                    <a:pt x="2481" y="4533"/>
                    <a:pt x="2569" y="4541"/>
                  </a:cubicBezTo>
                  <a:cubicBezTo>
                    <a:pt x="2600" y="4543"/>
                    <a:pt x="2630" y="4544"/>
                    <a:pt x="2661" y="4544"/>
                  </a:cubicBezTo>
                  <a:cubicBezTo>
                    <a:pt x="2715" y="4544"/>
                    <a:pt x="2769" y="4541"/>
                    <a:pt x="2825" y="4533"/>
                  </a:cubicBezTo>
                  <a:cubicBezTo>
                    <a:pt x="2909" y="4525"/>
                    <a:pt x="2993" y="4505"/>
                    <a:pt x="3073" y="4481"/>
                  </a:cubicBezTo>
                  <a:cubicBezTo>
                    <a:pt x="3241" y="4429"/>
                    <a:pt x="3393" y="4341"/>
                    <a:pt x="3529" y="4229"/>
                  </a:cubicBezTo>
                  <a:cubicBezTo>
                    <a:pt x="3597" y="4173"/>
                    <a:pt x="3657" y="4109"/>
                    <a:pt x="3709" y="4037"/>
                  </a:cubicBezTo>
                  <a:cubicBezTo>
                    <a:pt x="3765" y="3969"/>
                    <a:pt x="3809" y="3889"/>
                    <a:pt x="3845" y="3805"/>
                  </a:cubicBezTo>
                  <a:cubicBezTo>
                    <a:pt x="3853" y="3781"/>
                    <a:pt x="3861" y="3757"/>
                    <a:pt x="3865" y="3733"/>
                  </a:cubicBezTo>
                  <a:cubicBezTo>
                    <a:pt x="3869" y="3705"/>
                    <a:pt x="3869" y="3677"/>
                    <a:pt x="3865" y="3649"/>
                  </a:cubicBezTo>
                  <a:cubicBezTo>
                    <a:pt x="3857" y="3601"/>
                    <a:pt x="3841" y="3557"/>
                    <a:pt x="3821" y="3513"/>
                  </a:cubicBezTo>
                  <a:cubicBezTo>
                    <a:pt x="3781" y="3433"/>
                    <a:pt x="3733" y="3361"/>
                    <a:pt x="3677" y="3293"/>
                  </a:cubicBezTo>
                  <a:cubicBezTo>
                    <a:pt x="3661" y="3269"/>
                    <a:pt x="3645" y="3249"/>
                    <a:pt x="3629" y="3229"/>
                  </a:cubicBezTo>
                  <a:lnTo>
                    <a:pt x="3629" y="3229"/>
                  </a:lnTo>
                  <a:cubicBezTo>
                    <a:pt x="3745" y="3317"/>
                    <a:pt x="3869" y="3393"/>
                    <a:pt x="4001" y="3453"/>
                  </a:cubicBezTo>
                  <a:cubicBezTo>
                    <a:pt x="4069" y="3485"/>
                    <a:pt x="4137" y="3509"/>
                    <a:pt x="4209" y="3529"/>
                  </a:cubicBezTo>
                  <a:cubicBezTo>
                    <a:pt x="4265" y="3544"/>
                    <a:pt x="4324" y="3552"/>
                    <a:pt x="4381" y="3552"/>
                  </a:cubicBezTo>
                  <a:cubicBezTo>
                    <a:pt x="4401" y="3552"/>
                    <a:pt x="4421" y="3551"/>
                    <a:pt x="4441" y="3549"/>
                  </a:cubicBezTo>
                  <a:cubicBezTo>
                    <a:pt x="4525" y="3541"/>
                    <a:pt x="4601" y="3513"/>
                    <a:pt x="4669" y="3469"/>
                  </a:cubicBezTo>
                  <a:cubicBezTo>
                    <a:pt x="4729" y="3429"/>
                    <a:pt x="4785" y="3389"/>
                    <a:pt x="4845" y="3345"/>
                  </a:cubicBezTo>
                  <a:cubicBezTo>
                    <a:pt x="4901" y="3305"/>
                    <a:pt x="4957" y="3261"/>
                    <a:pt x="5013" y="3217"/>
                  </a:cubicBezTo>
                  <a:cubicBezTo>
                    <a:pt x="5073" y="3173"/>
                    <a:pt x="5129" y="3133"/>
                    <a:pt x="5185" y="3085"/>
                  </a:cubicBezTo>
                  <a:cubicBezTo>
                    <a:pt x="5237" y="3041"/>
                    <a:pt x="5293" y="2997"/>
                    <a:pt x="5349" y="2949"/>
                  </a:cubicBezTo>
                  <a:cubicBezTo>
                    <a:pt x="5373" y="2925"/>
                    <a:pt x="5397" y="2897"/>
                    <a:pt x="5425" y="2873"/>
                  </a:cubicBezTo>
                  <a:lnTo>
                    <a:pt x="5461" y="2833"/>
                  </a:lnTo>
                  <a:lnTo>
                    <a:pt x="5493" y="2789"/>
                  </a:lnTo>
                  <a:cubicBezTo>
                    <a:pt x="5541" y="2725"/>
                    <a:pt x="5573" y="2657"/>
                    <a:pt x="5585" y="2581"/>
                  </a:cubicBezTo>
                  <a:lnTo>
                    <a:pt x="5585" y="2517"/>
                  </a:lnTo>
                  <a:cubicBezTo>
                    <a:pt x="5585" y="2497"/>
                    <a:pt x="5581" y="2481"/>
                    <a:pt x="5581" y="2465"/>
                  </a:cubicBezTo>
                  <a:cubicBezTo>
                    <a:pt x="5577" y="2429"/>
                    <a:pt x="5569" y="2389"/>
                    <a:pt x="5561" y="2353"/>
                  </a:cubicBezTo>
                  <a:cubicBezTo>
                    <a:pt x="5545" y="2281"/>
                    <a:pt x="5521" y="2209"/>
                    <a:pt x="5493" y="2141"/>
                  </a:cubicBezTo>
                  <a:cubicBezTo>
                    <a:pt x="5469" y="2093"/>
                    <a:pt x="5445" y="2045"/>
                    <a:pt x="5417" y="2001"/>
                  </a:cubicBezTo>
                  <a:cubicBezTo>
                    <a:pt x="5449" y="1973"/>
                    <a:pt x="5481" y="1949"/>
                    <a:pt x="5517" y="1917"/>
                  </a:cubicBezTo>
                  <a:cubicBezTo>
                    <a:pt x="5613" y="1829"/>
                    <a:pt x="5705" y="1737"/>
                    <a:pt x="5785" y="1633"/>
                  </a:cubicBezTo>
                  <a:cubicBezTo>
                    <a:pt x="5869" y="1525"/>
                    <a:pt x="5941" y="1409"/>
                    <a:pt x="5993" y="1281"/>
                  </a:cubicBezTo>
                  <a:lnTo>
                    <a:pt x="6013" y="1233"/>
                  </a:lnTo>
                  <a:lnTo>
                    <a:pt x="6025" y="1181"/>
                  </a:lnTo>
                  <a:cubicBezTo>
                    <a:pt x="6037" y="1149"/>
                    <a:pt x="6045" y="1117"/>
                    <a:pt x="6053" y="1081"/>
                  </a:cubicBezTo>
                  <a:cubicBezTo>
                    <a:pt x="6065" y="1013"/>
                    <a:pt x="6069" y="945"/>
                    <a:pt x="6069" y="873"/>
                  </a:cubicBezTo>
                  <a:cubicBezTo>
                    <a:pt x="6065" y="837"/>
                    <a:pt x="6065" y="805"/>
                    <a:pt x="6061" y="769"/>
                  </a:cubicBezTo>
                  <a:cubicBezTo>
                    <a:pt x="6057" y="737"/>
                    <a:pt x="6049" y="701"/>
                    <a:pt x="6045" y="665"/>
                  </a:cubicBezTo>
                  <a:cubicBezTo>
                    <a:pt x="6037" y="633"/>
                    <a:pt x="6029" y="597"/>
                    <a:pt x="6017" y="561"/>
                  </a:cubicBezTo>
                  <a:cubicBezTo>
                    <a:pt x="6005" y="529"/>
                    <a:pt x="5989" y="497"/>
                    <a:pt x="5973" y="461"/>
                  </a:cubicBezTo>
                  <a:lnTo>
                    <a:pt x="5949" y="413"/>
                  </a:lnTo>
                  <a:cubicBezTo>
                    <a:pt x="5941" y="397"/>
                    <a:pt x="5929" y="381"/>
                    <a:pt x="5921" y="369"/>
                  </a:cubicBezTo>
                  <a:cubicBezTo>
                    <a:pt x="5901" y="337"/>
                    <a:pt x="5877" y="309"/>
                    <a:pt x="5853" y="281"/>
                  </a:cubicBezTo>
                  <a:cubicBezTo>
                    <a:pt x="5805" y="229"/>
                    <a:pt x="5745" y="181"/>
                    <a:pt x="5681" y="145"/>
                  </a:cubicBezTo>
                  <a:cubicBezTo>
                    <a:pt x="5553" y="73"/>
                    <a:pt x="5413" y="29"/>
                    <a:pt x="5269" y="13"/>
                  </a:cubicBezTo>
                  <a:cubicBezTo>
                    <a:pt x="5197" y="5"/>
                    <a:pt x="5126" y="1"/>
                    <a:pt x="505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89"/>
            <p:cNvSpPr/>
            <p:nvPr/>
          </p:nvSpPr>
          <p:spPr>
            <a:xfrm flipH="1">
              <a:off x="1534660" y="362084"/>
              <a:ext cx="20509" cy="104860"/>
            </a:xfrm>
            <a:custGeom>
              <a:avLst/>
              <a:gdLst/>
              <a:ahLst/>
              <a:cxnLst/>
              <a:rect l="l" t="t" r="r" b="b"/>
              <a:pathLst>
                <a:path w="177" h="905" extrusionOk="0">
                  <a:moveTo>
                    <a:pt x="125" y="0"/>
                  </a:moveTo>
                  <a:lnTo>
                    <a:pt x="93" y="472"/>
                  </a:lnTo>
                  <a:cubicBezTo>
                    <a:pt x="93" y="504"/>
                    <a:pt x="89" y="536"/>
                    <a:pt x="85" y="564"/>
                  </a:cubicBezTo>
                  <a:cubicBezTo>
                    <a:pt x="81" y="596"/>
                    <a:pt x="73" y="624"/>
                    <a:pt x="65" y="652"/>
                  </a:cubicBezTo>
                  <a:lnTo>
                    <a:pt x="1" y="888"/>
                  </a:lnTo>
                  <a:lnTo>
                    <a:pt x="53" y="904"/>
                  </a:lnTo>
                  <a:lnTo>
                    <a:pt x="117" y="668"/>
                  </a:lnTo>
                  <a:cubicBezTo>
                    <a:pt x="125" y="636"/>
                    <a:pt x="133" y="608"/>
                    <a:pt x="137" y="576"/>
                  </a:cubicBezTo>
                  <a:cubicBezTo>
                    <a:pt x="145" y="544"/>
                    <a:pt x="145" y="508"/>
                    <a:pt x="149" y="476"/>
                  </a:cubicBezTo>
                  <a:lnTo>
                    <a:pt x="177" y="4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89"/>
            <p:cNvSpPr/>
            <p:nvPr/>
          </p:nvSpPr>
          <p:spPr>
            <a:xfrm flipH="1">
              <a:off x="1566640" y="363475"/>
              <a:ext cx="27924" cy="93273"/>
            </a:xfrm>
            <a:custGeom>
              <a:avLst/>
              <a:gdLst/>
              <a:ahLst/>
              <a:cxnLst/>
              <a:rect l="l" t="t" r="r" b="b"/>
              <a:pathLst>
                <a:path w="241" h="805" extrusionOk="0">
                  <a:moveTo>
                    <a:pt x="57" y="0"/>
                  </a:moveTo>
                  <a:lnTo>
                    <a:pt x="1" y="8"/>
                  </a:lnTo>
                  <a:lnTo>
                    <a:pt x="37" y="252"/>
                  </a:lnTo>
                  <a:cubicBezTo>
                    <a:pt x="41" y="304"/>
                    <a:pt x="53" y="352"/>
                    <a:pt x="73" y="396"/>
                  </a:cubicBezTo>
                  <a:cubicBezTo>
                    <a:pt x="81" y="416"/>
                    <a:pt x="89" y="436"/>
                    <a:pt x="101" y="452"/>
                  </a:cubicBezTo>
                  <a:lnTo>
                    <a:pt x="113" y="476"/>
                  </a:lnTo>
                  <a:cubicBezTo>
                    <a:pt x="165" y="576"/>
                    <a:pt x="189" y="688"/>
                    <a:pt x="181" y="800"/>
                  </a:cubicBezTo>
                  <a:lnTo>
                    <a:pt x="233" y="804"/>
                  </a:lnTo>
                  <a:cubicBezTo>
                    <a:pt x="241" y="680"/>
                    <a:pt x="217" y="560"/>
                    <a:pt x="161" y="448"/>
                  </a:cubicBezTo>
                  <a:lnTo>
                    <a:pt x="145" y="428"/>
                  </a:lnTo>
                  <a:cubicBezTo>
                    <a:pt x="137" y="412"/>
                    <a:pt x="129" y="396"/>
                    <a:pt x="121" y="376"/>
                  </a:cubicBezTo>
                  <a:cubicBezTo>
                    <a:pt x="105" y="336"/>
                    <a:pt x="97" y="292"/>
                    <a:pt x="93" y="248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89"/>
            <p:cNvSpPr/>
            <p:nvPr/>
          </p:nvSpPr>
          <p:spPr>
            <a:xfrm flipH="1">
              <a:off x="1581935" y="401479"/>
              <a:ext cx="32095" cy="74735"/>
            </a:xfrm>
            <a:custGeom>
              <a:avLst/>
              <a:gdLst/>
              <a:ahLst/>
              <a:cxnLst/>
              <a:rect l="l" t="t" r="r" b="b"/>
              <a:pathLst>
                <a:path w="277" h="645" extrusionOk="0">
                  <a:moveTo>
                    <a:pt x="45" y="0"/>
                  </a:moveTo>
                  <a:lnTo>
                    <a:pt x="1" y="32"/>
                  </a:lnTo>
                  <a:cubicBezTo>
                    <a:pt x="77" y="136"/>
                    <a:pt x="129" y="260"/>
                    <a:pt x="145" y="392"/>
                  </a:cubicBezTo>
                  <a:lnTo>
                    <a:pt x="149" y="420"/>
                  </a:lnTo>
                  <a:cubicBezTo>
                    <a:pt x="161" y="500"/>
                    <a:pt x="173" y="592"/>
                    <a:pt x="245" y="644"/>
                  </a:cubicBezTo>
                  <a:lnTo>
                    <a:pt x="277" y="600"/>
                  </a:lnTo>
                  <a:cubicBezTo>
                    <a:pt x="225" y="560"/>
                    <a:pt x="213" y="484"/>
                    <a:pt x="205" y="412"/>
                  </a:cubicBezTo>
                  <a:lnTo>
                    <a:pt x="201" y="384"/>
                  </a:lnTo>
                  <a:cubicBezTo>
                    <a:pt x="181" y="244"/>
                    <a:pt x="129" y="112"/>
                    <a:pt x="4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89"/>
            <p:cNvSpPr/>
            <p:nvPr/>
          </p:nvSpPr>
          <p:spPr>
            <a:xfrm flipH="1">
              <a:off x="1595839" y="428824"/>
              <a:ext cx="65929" cy="58977"/>
            </a:xfrm>
            <a:custGeom>
              <a:avLst/>
              <a:gdLst/>
              <a:ahLst/>
              <a:cxnLst/>
              <a:rect l="l" t="t" r="r" b="b"/>
              <a:pathLst>
                <a:path w="569" h="509" extrusionOk="0">
                  <a:moveTo>
                    <a:pt x="21" y="0"/>
                  </a:moveTo>
                  <a:lnTo>
                    <a:pt x="1" y="48"/>
                  </a:lnTo>
                  <a:cubicBezTo>
                    <a:pt x="221" y="136"/>
                    <a:pt x="405" y="300"/>
                    <a:pt x="517" y="508"/>
                  </a:cubicBezTo>
                  <a:lnTo>
                    <a:pt x="569" y="484"/>
                  </a:lnTo>
                  <a:cubicBezTo>
                    <a:pt x="449" y="264"/>
                    <a:pt x="253" y="92"/>
                    <a:pt x="2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89"/>
            <p:cNvSpPr/>
            <p:nvPr/>
          </p:nvSpPr>
          <p:spPr>
            <a:xfrm flipH="1">
              <a:off x="1495729" y="352352"/>
              <a:ext cx="22362" cy="110422"/>
            </a:xfrm>
            <a:custGeom>
              <a:avLst/>
              <a:gdLst/>
              <a:ahLst/>
              <a:cxnLst/>
              <a:rect l="l" t="t" r="r" b="b"/>
              <a:pathLst>
                <a:path w="193" h="953" extrusionOk="0">
                  <a:moveTo>
                    <a:pt x="141" y="0"/>
                  </a:moveTo>
                  <a:cubicBezTo>
                    <a:pt x="141" y="36"/>
                    <a:pt x="137" y="68"/>
                    <a:pt x="129" y="100"/>
                  </a:cubicBezTo>
                  <a:cubicBezTo>
                    <a:pt x="85" y="320"/>
                    <a:pt x="45" y="540"/>
                    <a:pt x="13" y="756"/>
                  </a:cubicBezTo>
                  <a:cubicBezTo>
                    <a:pt x="1" y="820"/>
                    <a:pt x="1" y="884"/>
                    <a:pt x="17" y="952"/>
                  </a:cubicBezTo>
                  <a:lnTo>
                    <a:pt x="65" y="936"/>
                  </a:lnTo>
                  <a:cubicBezTo>
                    <a:pt x="53" y="880"/>
                    <a:pt x="53" y="820"/>
                    <a:pt x="65" y="764"/>
                  </a:cubicBezTo>
                  <a:cubicBezTo>
                    <a:pt x="97" y="544"/>
                    <a:pt x="137" y="328"/>
                    <a:pt x="181" y="112"/>
                  </a:cubicBezTo>
                  <a:cubicBezTo>
                    <a:pt x="189" y="76"/>
                    <a:pt x="193" y="40"/>
                    <a:pt x="193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89"/>
            <p:cNvSpPr/>
            <p:nvPr/>
          </p:nvSpPr>
          <p:spPr>
            <a:xfrm flipH="1">
              <a:off x="1525854" y="344589"/>
              <a:ext cx="17728" cy="27345"/>
            </a:xfrm>
            <a:custGeom>
              <a:avLst/>
              <a:gdLst/>
              <a:ahLst/>
              <a:cxnLst/>
              <a:rect l="l" t="t" r="r" b="b"/>
              <a:pathLst>
                <a:path w="153" h="236" extrusionOk="0">
                  <a:moveTo>
                    <a:pt x="81" y="55"/>
                  </a:moveTo>
                  <a:cubicBezTo>
                    <a:pt x="85" y="55"/>
                    <a:pt x="93" y="63"/>
                    <a:pt x="93" y="75"/>
                  </a:cubicBezTo>
                  <a:cubicBezTo>
                    <a:pt x="93" y="103"/>
                    <a:pt x="89" y="131"/>
                    <a:pt x="73" y="155"/>
                  </a:cubicBezTo>
                  <a:cubicBezTo>
                    <a:pt x="73" y="143"/>
                    <a:pt x="69" y="135"/>
                    <a:pt x="65" y="127"/>
                  </a:cubicBezTo>
                  <a:cubicBezTo>
                    <a:pt x="57" y="107"/>
                    <a:pt x="61" y="87"/>
                    <a:pt x="69" y="67"/>
                  </a:cubicBezTo>
                  <a:cubicBezTo>
                    <a:pt x="73" y="59"/>
                    <a:pt x="81" y="55"/>
                    <a:pt x="81" y="55"/>
                  </a:cubicBezTo>
                  <a:close/>
                  <a:moveTo>
                    <a:pt x="80" y="1"/>
                  </a:moveTo>
                  <a:cubicBezTo>
                    <a:pt x="58" y="1"/>
                    <a:pt x="38" y="13"/>
                    <a:pt x="25" y="35"/>
                  </a:cubicBezTo>
                  <a:cubicBezTo>
                    <a:pt x="5" y="63"/>
                    <a:pt x="1" y="99"/>
                    <a:pt x="13" y="135"/>
                  </a:cubicBezTo>
                  <a:cubicBezTo>
                    <a:pt x="17" y="159"/>
                    <a:pt x="25" y="187"/>
                    <a:pt x="41" y="207"/>
                  </a:cubicBezTo>
                  <a:cubicBezTo>
                    <a:pt x="41" y="211"/>
                    <a:pt x="41" y="215"/>
                    <a:pt x="45" y="215"/>
                  </a:cubicBezTo>
                  <a:lnTo>
                    <a:pt x="61" y="235"/>
                  </a:lnTo>
                  <a:lnTo>
                    <a:pt x="81" y="223"/>
                  </a:lnTo>
                  <a:cubicBezTo>
                    <a:pt x="129" y="187"/>
                    <a:pt x="153" y="131"/>
                    <a:pt x="149" y="71"/>
                  </a:cubicBezTo>
                  <a:cubicBezTo>
                    <a:pt x="149" y="39"/>
                    <a:pt x="129" y="11"/>
                    <a:pt x="97" y="3"/>
                  </a:cubicBezTo>
                  <a:cubicBezTo>
                    <a:pt x="91" y="1"/>
                    <a:pt x="86" y="1"/>
                    <a:pt x="8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89"/>
            <p:cNvSpPr/>
            <p:nvPr/>
          </p:nvSpPr>
          <p:spPr>
            <a:xfrm flipH="1">
              <a:off x="1487850" y="338216"/>
              <a:ext cx="19118" cy="24100"/>
            </a:xfrm>
            <a:custGeom>
              <a:avLst/>
              <a:gdLst/>
              <a:ahLst/>
              <a:cxnLst/>
              <a:rect l="l" t="t" r="r" b="b"/>
              <a:pathLst>
                <a:path w="165" h="208" extrusionOk="0">
                  <a:moveTo>
                    <a:pt x="93" y="54"/>
                  </a:moveTo>
                  <a:cubicBezTo>
                    <a:pt x="97" y="74"/>
                    <a:pt x="97" y="98"/>
                    <a:pt x="93" y="118"/>
                  </a:cubicBezTo>
                  <a:cubicBezTo>
                    <a:pt x="93" y="130"/>
                    <a:pt x="85" y="142"/>
                    <a:pt x="77" y="154"/>
                  </a:cubicBezTo>
                  <a:cubicBezTo>
                    <a:pt x="69" y="146"/>
                    <a:pt x="69" y="138"/>
                    <a:pt x="65" y="130"/>
                  </a:cubicBezTo>
                  <a:cubicBezTo>
                    <a:pt x="57" y="114"/>
                    <a:pt x="57" y="90"/>
                    <a:pt x="65" y="74"/>
                  </a:cubicBezTo>
                  <a:cubicBezTo>
                    <a:pt x="73" y="62"/>
                    <a:pt x="81" y="54"/>
                    <a:pt x="93" y="54"/>
                  </a:cubicBezTo>
                  <a:close/>
                  <a:moveTo>
                    <a:pt x="97" y="0"/>
                  </a:moveTo>
                  <a:cubicBezTo>
                    <a:pt x="66" y="0"/>
                    <a:pt x="34" y="19"/>
                    <a:pt x="17" y="50"/>
                  </a:cubicBezTo>
                  <a:cubicBezTo>
                    <a:pt x="5" y="78"/>
                    <a:pt x="1" y="114"/>
                    <a:pt x="13" y="146"/>
                  </a:cubicBezTo>
                  <a:cubicBezTo>
                    <a:pt x="21" y="190"/>
                    <a:pt x="45" y="202"/>
                    <a:pt x="61" y="206"/>
                  </a:cubicBezTo>
                  <a:cubicBezTo>
                    <a:pt x="66" y="206"/>
                    <a:pt x="70" y="208"/>
                    <a:pt x="74" y="208"/>
                  </a:cubicBezTo>
                  <a:cubicBezTo>
                    <a:pt x="76" y="208"/>
                    <a:pt x="78" y="207"/>
                    <a:pt x="81" y="206"/>
                  </a:cubicBezTo>
                  <a:cubicBezTo>
                    <a:pt x="89" y="206"/>
                    <a:pt x="97" y="202"/>
                    <a:pt x="105" y="198"/>
                  </a:cubicBezTo>
                  <a:cubicBezTo>
                    <a:pt x="125" y="182"/>
                    <a:pt x="141" y="158"/>
                    <a:pt x="145" y="130"/>
                  </a:cubicBezTo>
                  <a:cubicBezTo>
                    <a:pt x="145" y="126"/>
                    <a:pt x="165" y="18"/>
                    <a:pt x="113" y="2"/>
                  </a:cubicBezTo>
                  <a:cubicBezTo>
                    <a:pt x="108" y="1"/>
                    <a:pt x="102" y="0"/>
                    <a:pt x="9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89"/>
            <p:cNvSpPr/>
            <p:nvPr/>
          </p:nvSpPr>
          <p:spPr>
            <a:xfrm flipH="1">
              <a:off x="1605572" y="386185"/>
              <a:ext cx="20972" cy="25607"/>
            </a:xfrm>
            <a:custGeom>
              <a:avLst/>
              <a:gdLst/>
              <a:ahLst/>
              <a:cxnLst/>
              <a:rect l="l" t="t" r="r" b="b"/>
              <a:pathLst>
                <a:path w="181" h="221" extrusionOk="0">
                  <a:moveTo>
                    <a:pt x="69" y="56"/>
                  </a:moveTo>
                  <a:cubicBezTo>
                    <a:pt x="85" y="72"/>
                    <a:pt x="101" y="88"/>
                    <a:pt x="109" y="108"/>
                  </a:cubicBezTo>
                  <a:cubicBezTo>
                    <a:pt x="117" y="124"/>
                    <a:pt x="121" y="140"/>
                    <a:pt x="121" y="156"/>
                  </a:cubicBezTo>
                  <a:cubicBezTo>
                    <a:pt x="97" y="136"/>
                    <a:pt x="77" y="112"/>
                    <a:pt x="61" y="88"/>
                  </a:cubicBezTo>
                  <a:cubicBezTo>
                    <a:pt x="61" y="76"/>
                    <a:pt x="65" y="64"/>
                    <a:pt x="69" y="56"/>
                  </a:cubicBezTo>
                  <a:close/>
                  <a:moveTo>
                    <a:pt x="72" y="0"/>
                  </a:moveTo>
                  <a:cubicBezTo>
                    <a:pt x="67" y="0"/>
                    <a:pt x="62" y="2"/>
                    <a:pt x="57" y="4"/>
                  </a:cubicBezTo>
                  <a:cubicBezTo>
                    <a:pt x="21" y="20"/>
                    <a:pt x="1" y="60"/>
                    <a:pt x="9" y="100"/>
                  </a:cubicBezTo>
                  <a:cubicBezTo>
                    <a:pt x="33" y="148"/>
                    <a:pt x="73" y="192"/>
                    <a:pt x="121" y="220"/>
                  </a:cubicBezTo>
                  <a:lnTo>
                    <a:pt x="137" y="220"/>
                  </a:lnTo>
                  <a:cubicBezTo>
                    <a:pt x="145" y="220"/>
                    <a:pt x="153" y="216"/>
                    <a:pt x="161" y="208"/>
                  </a:cubicBezTo>
                  <a:cubicBezTo>
                    <a:pt x="181" y="172"/>
                    <a:pt x="181" y="124"/>
                    <a:pt x="161" y="88"/>
                  </a:cubicBezTo>
                  <a:cubicBezTo>
                    <a:pt x="161" y="84"/>
                    <a:pt x="116" y="0"/>
                    <a:pt x="7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89"/>
            <p:cNvSpPr/>
            <p:nvPr/>
          </p:nvSpPr>
          <p:spPr>
            <a:xfrm flipH="1">
              <a:off x="1652382" y="416658"/>
              <a:ext cx="25143" cy="19234"/>
            </a:xfrm>
            <a:custGeom>
              <a:avLst/>
              <a:gdLst/>
              <a:ahLst/>
              <a:cxnLst/>
              <a:rect l="l" t="t" r="r" b="b"/>
              <a:pathLst>
                <a:path w="217" h="166" extrusionOk="0">
                  <a:moveTo>
                    <a:pt x="65" y="53"/>
                  </a:moveTo>
                  <a:cubicBezTo>
                    <a:pt x="85" y="57"/>
                    <a:pt x="105" y="65"/>
                    <a:pt x="121" y="77"/>
                  </a:cubicBezTo>
                  <a:cubicBezTo>
                    <a:pt x="137" y="85"/>
                    <a:pt x="149" y="97"/>
                    <a:pt x="157" y="109"/>
                  </a:cubicBezTo>
                  <a:lnTo>
                    <a:pt x="125" y="109"/>
                  </a:lnTo>
                  <a:cubicBezTo>
                    <a:pt x="105" y="105"/>
                    <a:pt x="85" y="97"/>
                    <a:pt x="73" y="85"/>
                  </a:cubicBezTo>
                  <a:cubicBezTo>
                    <a:pt x="65" y="77"/>
                    <a:pt x="61" y="65"/>
                    <a:pt x="65" y="53"/>
                  </a:cubicBezTo>
                  <a:close/>
                  <a:moveTo>
                    <a:pt x="63" y="0"/>
                  </a:moveTo>
                  <a:cubicBezTo>
                    <a:pt x="48" y="0"/>
                    <a:pt x="34" y="5"/>
                    <a:pt x="25" y="17"/>
                  </a:cubicBezTo>
                  <a:cubicBezTo>
                    <a:pt x="1" y="49"/>
                    <a:pt x="5" y="93"/>
                    <a:pt x="33" y="121"/>
                  </a:cubicBezTo>
                  <a:cubicBezTo>
                    <a:pt x="57" y="145"/>
                    <a:pt x="85" y="161"/>
                    <a:pt x="121" y="161"/>
                  </a:cubicBezTo>
                  <a:cubicBezTo>
                    <a:pt x="133" y="165"/>
                    <a:pt x="149" y="165"/>
                    <a:pt x="165" y="165"/>
                  </a:cubicBezTo>
                  <a:cubicBezTo>
                    <a:pt x="177" y="161"/>
                    <a:pt x="193" y="157"/>
                    <a:pt x="201" y="149"/>
                  </a:cubicBezTo>
                  <a:cubicBezTo>
                    <a:pt x="213" y="137"/>
                    <a:pt x="217" y="117"/>
                    <a:pt x="213" y="101"/>
                  </a:cubicBezTo>
                  <a:cubicBezTo>
                    <a:pt x="209" y="69"/>
                    <a:pt x="161" y="37"/>
                    <a:pt x="153" y="29"/>
                  </a:cubicBezTo>
                  <a:cubicBezTo>
                    <a:pt x="150" y="29"/>
                    <a:pt x="102" y="0"/>
                    <a:pt x="63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89"/>
            <p:cNvSpPr/>
            <p:nvPr/>
          </p:nvSpPr>
          <p:spPr>
            <a:xfrm flipH="1">
              <a:off x="1577300" y="347949"/>
              <a:ext cx="19582" cy="25375"/>
            </a:xfrm>
            <a:custGeom>
              <a:avLst/>
              <a:gdLst/>
              <a:ahLst/>
              <a:cxnLst/>
              <a:rect l="l" t="t" r="r" b="b"/>
              <a:pathLst>
                <a:path w="169" h="219" extrusionOk="0">
                  <a:moveTo>
                    <a:pt x="97" y="58"/>
                  </a:moveTo>
                  <a:cubicBezTo>
                    <a:pt x="109" y="66"/>
                    <a:pt x="113" y="78"/>
                    <a:pt x="113" y="90"/>
                  </a:cubicBezTo>
                  <a:cubicBezTo>
                    <a:pt x="109" y="110"/>
                    <a:pt x="101" y="126"/>
                    <a:pt x="85" y="138"/>
                  </a:cubicBezTo>
                  <a:cubicBezTo>
                    <a:pt x="77" y="146"/>
                    <a:pt x="69" y="154"/>
                    <a:pt x="57" y="162"/>
                  </a:cubicBezTo>
                  <a:cubicBezTo>
                    <a:pt x="57" y="146"/>
                    <a:pt x="61" y="130"/>
                    <a:pt x="65" y="118"/>
                  </a:cubicBezTo>
                  <a:lnTo>
                    <a:pt x="65" y="114"/>
                  </a:lnTo>
                  <a:cubicBezTo>
                    <a:pt x="73" y="94"/>
                    <a:pt x="85" y="74"/>
                    <a:pt x="97" y="58"/>
                  </a:cubicBezTo>
                  <a:close/>
                  <a:moveTo>
                    <a:pt x="95" y="0"/>
                  </a:moveTo>
                  <a:cubicBezTo>
                    <a:pt x="48" y="0"/>
                    <a:pt x="13" y="98"/>
                    <a:pt x="13" y="98"/>
                  </a:cubicBezTo>
                  <a:cubicBezTo>
                    <a:pt x="1" y="126"/>
                    <a:pt x="1" y="158"/>
                    <a:pt x="9" y="186"/>
                  </a:cubicBezTo>
                  <a:cubicBezTo>
                    <a:pt x="17" y="202"/>
                    <a:pt x="33" y="214"/>
                    <a:pt x="49" y="218"/>
                  </a:cubicBezTo>
                  <a:lnTo>
                    <a:pt x="61" y="218"/>
                  </a:lnTo>
                  <a:cubicBezTo>
                    <a:pt x="85" y="210"/>
                    <a:pt x="105" y="198"/>
                    <a:pt x="121" y="178"/>
                  </a:cubicBezTo>
                  <a:cubicBezTo>
                    <a:pt x="145" y="154"/>
                    <a:pt x="161" y="126"/>
                    <a:pt x="165" y="90"/>
                  </a:cubicBezTo>
                  <a:cubicBezTo>
                    <a:pt x="169" y="50"/>
                    <a:pt x="145" y="14"/>
                    <a:pt x="105" y="2"/>
                  </a:cubicBezTo>
                  <a:cubicBezTo>
                    <a:pt x="101" y="1"/>
                    <a:pt x="98" y="0"/>
                    <a:pt x="9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89"/>
            <p:cNvSpPr/>
            <p:nvPr/>
          </p:nvSpPr>
          <p:spPr>
            <a:xfrm flipH="1">
              <a:off x="1529562" y="347717"/>
              <a:ext cx="10776" cy="20045"/>
            </a:xfrm>
            <a:custGeom>
              <a:avLst/>
              <a:gdLst/>
              <a:ahLst/>
              <a:cxnLst/>
              <a:rect l="l" t="t" r="r" b="b"/>
              <a:pathLst>
                <a:path w="93" h="173" extrusionOk="0">
                  <a:moveTo>
                    <a:pt x="54" y="1"/>
                  </a:moveTo>
                  <a:cubicBezTo>
                    <a:pt x="42" y="1"/>
                    <a:pt x="29" y="8"/>
                    <a:pt x="17" y="24"/>
                  </a:cubicBezTo>
                  <a:cubicBezTo>
                    <a:pt x="5" y="48"/>
                    <a:pt x="1" y="76"/>
                    <a:pt x="9" y="100"/>
                  </a:cubicBezTo>
                  <a:cubicBezTo>
                    <a:pt x="13" y="124"/>
                    <a:pt x="21" y="148"/>
                    <a:pt x="33" y="168"/>
                  </a:cubicBezTo>
                  <a:cubicBezTo>
                    <a:pt x="33" y="168"/>
                    <a:pt x="37" y="172"/>
                    <a:pt x="37" y="172"/>
                  </a:cubicBezTo>
                  <a:cubicBezTo>
                    <a:pt x="73" y="144"/>
                    <a:pt x="93" y="96"/>
                    <a:pt x="93" y="48"/>
                  </a:cubicBezTo>
                  <a:cubicBezTo>
                    <a:pt x="90" y="20"/>
                    <a:pt x="74" y="1"/>
                    <a:pt x="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89"/>
            <p:cNvSpPr/>
            <p:nvPr/>
          </p:nvSpPr>
          <p:spPr>
            <a:xfrm flipH="1">
              <a:off x="1492021" y="341344"/>
              <a:ext cx="11703" cy="18075"/>
            </a:xfrm>
            <a:custGeom>
              <a:avLst/>
              <a:gdLst/>
              <a:ahLst/>
              <a:cxnLst/>
              <a:rect l="l" t="t" r="r" b="b"/>
              <a:pathLst>
                <a:path w="101" h="156" extrusionOk="0">
                  <a:moveTo>
                    <a:pt x="64" y="1"/>
                  </a:moveTo>
                  <a:cubicBezTo>
                    <a:pt x="44" y="1"/>
                    <a:pt x="23" y="15"/>
                    <a:pt x="13" y="35"/>
                  </a:cubicBezTo>
                  <a:cubicBezTo>
                    <a:pt x="1" y="59"/>
                    <a:pt x="1" y="87"/>
                    <a:pt x="9" y="111"/>
                  </a:cubicBezTo>
                  <a:cubicBezTo>
                    <a:pt x="17" y="139"/>
                    <a:pt x="29" y="151"/>
                    <a:pt x="41" y="155"/>
                  </a:cubicBezTo>
                  <a:cubicBezTo>
                    <a:pt x="42" y="155"/>
                    <a:pt x="44" y="155"/>
                    <a:pt x="45" y="155"/>
                  </a:cubicBezTo>
                  <a:cubicBezTo>
                    <a:pt x="64" y="155"/>
                    <a:pt x="82" y="132"/>
                    <a:pt x="89" y="95"/>
                  </a:cubicBezTo>
                  <a:cubicBezTo>
                    <a:pt x="93" y="79"/>
                    <a:pt x="101" y="7"/>
                    <a:pt x="77" y="3"/>
                  </a:cubicBezTo>
                  <a:cubicBezTo>
                    <a:pt x="73" y="2"/>
                    <a:pt x="68" y="1"/>
                    <a:pt x="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89"/>
            <p:cNvSpPr/>
            <p:nvPr/>
          </p:nvSpPr>
          <p:spPr>
            <a:xfrm flipH="1">
              <a:off x="1608816" y="389197"/>
              <a:ext cx="14483" cy="19466"/>
            </a:xfrm>
            <a:custGeom>
              <a:avLst/>
              <a:gdLst/>
              <a:ahLst/>
              <a:cxnLst/>
              <a:rect l="l" t="t" r="r" b="b"/>
              <a:pathLst>
                <a:path w="125" h="168" extrusionOk="0">
                  <a:moveTo>
                    <a:pt x="43" y="1"/>
                  </a:moveTo>
                  <a:cubicBezTo>
                    <a:pt x="41" y="1"/>
                    <a:pt x="39" y="1"/>
                    <a:pt x="37" y="2"/>
                  </a:cubicBezTo>
                  <a:cubicBezTo>
                    <a:pt x="13" y="14"/>
                    <a:pt x="1" y="38"/>
                    <a:pt x="9" y="66"/>
                  </a:cubicBezTo>
                  <a:cubicBezTo>
                    <a:pt x="9" y="88"/>
                    <a:pt x="84" y="168"/>
                    <a:pt x="105" y="168"/>
                  </a:cubicBezTo>
                  <a:cubicBezTo>
                    <a:pt x="107" y="168"/>
                    <a:pt x="108" y="167"/>
                    <a:pt x="109" y="166"/>
                  </a:cubicBezTo>
                  <a:cubicBezTo>
                    <a:pt x="125" y="134"/>
                    <a:pt x="125" y="98"/>
                    <a:pt x="109" y="70"/>
                  </a:cubicBezTo>
                  <a:cubicBezTo>
                    <a:pt x="102" y="55"/>
                    <a:pt x="67" y="1"/>
                    <a:pt x="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89"/>
            <p:cNvSpPr/>
            <p:nvPr/>
          </p:nvSpPr>
          <p:spPr>
            <a:xfrm flipH="1">
              <a:off x="1655627" y="419902"/>
              <a:ext cx="18191" cy="12745"/>
            </a:xfrm>
            <a:custGeom>
              <a:avLst/>
              <a:gdLst/>
              <a:ahLst/>
              <a:cxnLst/>
              <a:rect l="l" t="t" r="r" b="b"/>
              <a:pathLst>
                <a:path w="157" h="110" extrusionOk="0">
                  <a:moveTo>
                    <a:pt x="27" y="0"/>
                  </a:moveTo>
                  <a:cubicBezTo>
                    <a:pt x="21" y="0"/>
                    <a:pt x="15" y="2"/>
                    <a:pt x="13" y="5"/>
                  </a:cubicBezTo>
                  <a:cubicBezTo>
                    <a:pt x="1" y="29"/>
                    <a:pt x="1" y="57"/>
                    <a:pt x="21" y="77"/>
                  </a:cubicBezTo>
                  <a:cubicBezTo>
                    <a:pt x="41" y="93"/>
                    <a:pt x="65" y="105"/>
                    <a:pt x="89" y="109"/>
                  </a:cubicBezTo>
                  <a:cubicBezTo>
                    <a:pt x="98" y="109"/>
                    <a:pt x="109" y="110"/>
                    <a:pt x="118" y="110"/>
                  </a:cubicBezTo>
                  <a:cubicBezTo>
                    <a:pt x="132" y="110"/>
                    <a:pt x="144" y="108"/>
                    <a:pt x="149" y="101"/>
                  </a:cubicBezTo>
                  <a:cubicBezTo>
                    <a:pt x="157" y="93"/>
                    <a:pt x="157" y="85"/>
                    <a:pt x="153" y="81"/>
                  </a:cubicBezTo>
                  <a:cubicBezTo>
                    <a:pt x="153" y="61"/>
                    <a:pt x="117" y="33"/>
                    <a:pt x="105" y="25"/>
                  </a:cubicBezTo>
                  <a:cubicBezTo>
                    <a:pt x="95" y="19"/>
                    <a:pt x="52" y="0"/>
                    <a:pt x="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89"/>
            <p:cNvSpPr/>
            <p:nvPr/>
          </p:nvSpPr>
          <p:spPr>
            <a:xfrm flipH="1">
              <a:off x="1581008" y="350845"/>
              <a:ext cx="12630" cy="18771"/>
            </a:xfrm>
            <a:custGeom>
              <a:avLst/>
              <a:gdLst/>
              <a:ahLst/>
              <a:cxnLst/>
              <a:rect l="l" t="t" r="r" b="b"/>
              <a:pathLst>
                <a:path w="109" h="162" extrusionOk="0">
                  <a:moveTo>
                    <a:pt x="67" y="1"/>
                  </a:moveTo>
                  <a:cubicBezTo>
                    <a:pt x="43" y="1"/>
                    <a:pt x="13" y="66"/>
                    <a:pt x="9" y="81"/>
                  </a:cubicBezTo>
                  <a:cubicBezTo>
                    <a:pt x="1" y="101"/>
                    <a:pt x="1" y="125"/>
                    <a:pt x="5" y="149"/>
                  </a:cubicBezTo>
                  <a:cubicBezTo>
                    <a:pt x="9" y="157"/>
                    <a:pt x="17" y="161"/>
                    <a:pt x="25" y="161"/>
                  </a:cubicBezTo>
                  <a:cubicBezTo>
                    <a:pt x="41" y="161"/>
                    <a:pt x="65" y="141"/>
                    <a:pt x="73" y="129"/>
                  </a:cubicBezTo>
                  <a:cubicBezTo>
                    <a:pt x="93" y="113"/>
                    <a:pt x="105" y="89"/>
                    <a:pt x="109" y="61"/>
                  </a:cubicBezTo>
                  <a:cubicBezTo>
                    <a:pt x="109" y="37"/>
                    <a:pt x="93" y="13"/>
                    <a:pt x="69" y="1"/>
                  </a:cubicBezTo>
                  <a:cubicBezTo>
                    <a:pt x="68" y="1"/>
                    <a:pt x="68" y="1"/>
                    <a:pt x="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89"/>
            <p:cNvSpPr/>
            <p:nvPr/>
          </p:nvSpPr>
          <p:spPr>
            <a:xfrm flipH="1">
              <a:off x="1530489" y="418628"/>
              <a:ext cx="15410" cy="77979"/>
            </a:xfrm>
            <a:custGeom>
              <a:avLst/>
              <a:gdLst/>
              <a:ahLst/>
              <a:cxnLst/>
              <a:rect l="l" t="t" r="r" b="b"/>
              <a:pathLst>
                <a:path w="133" h="673" extrusionOk="0">
                  <a:moveTo>
                    <a:pt x="97" y="0"/>
                  </a:moveTo>
                  <a:lnTo>
                    <a:pt x="45" y="12"/>
                  </a:lnTo>
                  <a:cubicBezTo>
                    <a:pt x="81" y="140"/>
                    <a:pt x="81" y="272"/>
                    <a:pt x="53" y="400"/>
                  </a:cubicBezTo>
                  <a:lnTo>
                    <a:pt x="45" y="428"/>
                  </a:lnTo>
                  <a:cubicBezTo>
                    <a:pt x="25" y="508"/>
                    <a:pt x="1" y="596"/>
                    <a:pt x="49" y="672"/>
                  </a:cubicBezTo>
                  <a:lnTo>
                    <a:pt x="97" y="640"/>
                  </a:lnTo>
                  <a:cubicBezTo>
                    <a:pt x="61" y="588"/>
                    <a:pt x="77" y="512"/>
                    <a:pt x="97" y="440"/>
                  </a:cubicBezTo>
                  <a:lnTo>
                    <a:pt x="101" y="412"/>
                  </a:lnTo>
                  <a:cubicBezTo>
                    <a:pt x="133" y="276"/>
                    <a:pt x="133" y="136"/>
                    <a:pt x="9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89"/>
            <p:cNvSpPr/>
            <p:nvPr/>
          </p:nvSpPr>
          <p:spPr>
            <a:xfrm flipH="1">
              <a:off x="1531416" y="400553"/>
              <a:ext cx="17728" cy="26997"/>
            </a:xfrm>
            <a:custGeom>
              <a:avLst/>
              <a:gdLst/>
              <a:ahLst/>
              <a:cxnLst/>
              <a:rect l="l" t="t" r="r" b="b"/>
              <a:pathLst>
                <a:path w="153" h="233" extrusionOk="0">
                  <a:moveTo>
                    <a:pt x="73" y="56"/>
                  </a:moveTo>
                  <a:cubicBezTo>
                    <a:pt x="85" y="76"/>
                    <a:pt x="89" y="96"/>
                    <a:pt x="93" y="116"/>
                  </a:cubicBezTo>
                  <a:cubicBezTo>
                    <a:pt x="93" y="136"/>
                    <a:pt x="93" y="152"/>
                    <a:pt x="85" y="168"/>
                  </a:cubicBezTo>
                  <a:cubicBezTo>
                    <a:pt x="69" y="140"/>
                    <a:pt x="61" y="112"/>
                    <a:pt x="53" y="80"/>
                  </a:cubicBezTo>
                  <a:cubicBezTo>
                    <a:pt x="57" y="68"/>
                    <a:pt x="65" y="60"/>
                    <a:pt x="73" y="56"/>
                  </a:cubicBezTo>
                  <a:close/>
                  <a:moveTo>
                    <a:pt x="81" y="0"/>
                  </a:moveTo>
                  <a:cubicBezTo>
                    <a:pt x="41" y="4"/>
                    <a:pt x="9" y="32"/>
                    <a:pt x="1" y="72"/>
                  </a:cubicBezTo>
                  <a:cubicBezTo>
                    <a:pt x="5" y="128"/>
                    <a:pt x="25" y="184"/>
                    <a:pt x="65" y="228"/>
                  </a:cubicBezTo>
                  <a:cubicBezTo>
                    <a:pt x="73" y="232"/>
                    <a:pt x="81" y="232"/>
                    <a:pt x="89" y="232"/>
                  </a:cubicBezTo>
                  <a:cubicBezTo>
                    <a:pt x="93" y="232"/>
                    <a:pt x="97" y="232"/>
                    <a:pt x="101" y="228"/>
                  </a:cubicBezTo>
                  <a:cubicBezTo>
                    <a:pt x="137" y="200"/>
                    <a:pt x="153" y="156"/>
                    <a:pt x="145" y="116"/>
                  </a:cubicBezTo>
                  <a:cubicBezTo>
                    <a:pt x="145" y="112"/>
                    <a:pt x="137" y="0"/>
                    <a:pt x="8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89"/>
            <p:cNvSpPr/>
            <p:nvPr/>
          </p:nvSpPr>
          <p:spPr>
            <a:xfrm flipH="1">
              <a:off x="1534660" y="403797"/>
              <a:ext cx="11587" cy="20509"/>
            </a:xfrm>
            <a:custGeom>
              <a:avLst/>
              <a:gdLst/>
              <a:ahLst/>
              <a:cxnLst/>
              <a:rect l="l" t="t" r="r" b="b"/>
              <a:pathLst>
                <a:path w="100" h="177" extrusionOk="0">
                  <a:moveTo>
                    <a:pt x="52" y="0"/>
                  </a:moveTo>
                  <a:cubicBezTo>
                    <a:pt x="28" y="0"/>
                    <a:pt x="4" y="24"/>
                    <a:pt x="4" y="48"/>
                  </a:cubicBezTo>
                  <a:cubicBezTo>
                    <a:pt x="0" y="67"/>
                    <a:pt x="40" y="177"/>
                    <a:pt x="61" y="177"/>
                  </a:cubicBezTo>
                  <a:cubicBezTo>
                    <a:pt x="62" y="177"/>
                    <a:pt x="63" y="177"/>
                    <a:pt x="64" y="176"/>
                  </a:cubicBezTo>
                  <a:cubicBezTo>
                    <a:pt x="88" y="152"/>
                    <a:pt x="100" y="120"/>
                    <a:pt x="92" y="88"/>
                  </a:cubicBezTo>
                  <a:cubicBezTo>
                    <a:pt x="92" y="72"/>
                    <a:pt x="76" y="0"/>
                    <a:pt x="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89"/>
            <p:cNvSpPr/>
            <p:nvPr/>
          </p:nvSpPr>
          <p:spPr>
            <a:xfrm flipH="1">
              <a:off x="1555980" y="439484"/>
              <a:ext cx="46926" cy="74271"/>
            </a:xfrm>
            <a:custGeom>
              <a:avLst/>
              <a:gdLst/>
              <a:ahLst/>
              <a:cxnLst/>
              <a:rect l="l" t="t" r="r" b="b"/>
              <a:pathLst>
                <a:path w="405" h="641" extrusionOk="0">
                  <a:moveTo>
                    <a:pt x="37" y="0"/>
                  </a:moveTo>
                  <a:lnTo>
                    <a:pt x="1" y="40"/>
                  </a:lnTo>
                  <a:cubicBezTo>
                    <a:pt x="185" y="192"/>
                    <a:pt x="309" y="404"/>
                    <a:pt x="353" y="640"/>
                  </a:cubicBezTo>
                  <a:lnTo>
                    <a:pt x="405" y="628"/>
                  </a:lnTo>
                  <a:cubicBezTo>
                    <a:pt x="357" y="384"/>
                    <a:pt x="229" y="160"/>
                    <a:pt x="3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89"/>
            <p:cNvSpPr/>
            <p:nvPr/>
          </p:nvSpPr>
          <p:spPr>
            <a:xfrm flipH="1">
              <a:off x="1592131" y="424189"/>
              <a:ext cx="22826" cy="22362"/>
            </a:xfrm>
            <a:custGeom>
              <a:avLst/>
              <a:gdLst/>
              <a:ahLst/>
              <a:cxnLst/>
              <a:rect l="l" t="t" r="r" b="b"/>
              <a:pathLst>
                <a:path w="197" h="193" extrusionOk="0">
                  <a:moveTo>
                    <a:pt x="65" y="56"/>
                  </a:moveTo>
                  <a:cubicBezTo>
                    <a:pt x="85" y="68"/>
                    <a:pt x="101" y="80"/>
                    <a:pt x="117" y="96"/>
                  </a:cubicBezTo>
                  <a:cubicBezTo>
                    <a:pt x="129" y="108"/>
                    <a:pt x="137" y="124"/>
                    <a:pt x="141" y="140"/>
                  </a:cubicBezTo>
                  <a:cubicBezTo>
                    <a:pt x="129" y="136"/>
                    <a:pt x="121" y="132"/>
                    <a:pt x="109" y="128"/>
                  </a:cubicBezTo>
                  <a:cubicBezTo>
                    <a:pt x="89" y="120"/>
                    <a:pt x="77" y="108"/>
                    <a:pt x="65" y="88"/>
                  </a:cubicBezTo>
                  <a:cubicBezTo>
                    <a:pt x="61" y="80"/>
                    <a:pt x="61" y="68"/>
                    <a:pt x="65" y="56"/>
                  </a:cubicBezTo>
                  <a:close/>
                  <a:moveTo>
                    <a:pt x="64" y="1"/>
                  </a:moveTo>
                  <a:cubicBezTo>
                    <a:pt x="56" y="1"/>
                    <a:pt x="48" y="3"/>
                    <a:pt x="41" y="8"/>
                  </a:cubicBezTo>
                  <a:cubicBezTo>
                    <a:pt x="9" y="32"/>
                    <a:pt x="1" y="76"/>
                    <a:pt x="17" y="112"/>
                  </a:cubicBezTo>
                  <a:cubicBezTo>
                    <a:pt x="33" y="140"/>
                    <a:pt x="57" y="164"/>
                    <a:pt x="89" y="176"/>
                  </a:cubicBezTo>
                  <a:cubicBezTo>
                    <a:pt x="109" y="188"/>
                    <a:pt x="129" y="192"/>
                    <a:pt x="153" y="192"/>
                  </a:cubicBezTo>
                  <a:cubicBezTo>
                    <a:pt x="157" y="188"/>
                    <a:pt x="165" y="188"/>
                    <a:pt x="169" y="184"/>
                  </a:cubicBezTo>
                  <a:cubicBezTo>
                    <a:pt x="185" y="176"/>
                    <a:pt x="193" y="164"/>
                    <a:pt x="197" y="148"/>
                  </a:cubicBezTo>
                  <a:cubicBezTo>
                    <a:pt x="193" y="112"/>
                    <a:pt x="181" y="84"/>
                    <a:pt x="157" y="60"/>
                  </a:cubicBezTo>
                  <a:cubicBezTo>
                    <a:pt x="157" y="60"/>
                    <a:pt x="106" y="1"/>
                    <a:pt x="6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89"/>
            <p:cNvSpPr/>
            <p:nvPr/>
          </p:nvSpPr>
          <p:spPr>
            <a:xfrm flipH="1">
              <a:off x="1595375" y="427666"/>
              <a:ext cx="16337" cy="15874"/>
            </a:xfrm>
            <a:custGeom>
              <a:avLst/>
              <a:gdLst/>
              <a:ahLst/>
              <a:cxnLst/>
              <a:rect l="l" t="t" r="r" b="b"/>
              <a:pathLst>
                <a:path w="141" h="137" extrusionOk="0">
                  <a:moveTo>
                    <a:pt x="36" y="0"/>
                  </a:moveTo>
                  <a:cubicBezTo>
                    <a:pt x="33" y="0"/>
                    <a:pt x="31" y="1"/>
                    <a:pt x="29" y="2"/>
                  </a:cubicBezTo>
                  <a:cubicBezTo>
                    <a:pt x="9" y="18"/>
                    <a:pt x="1" y="46"/>
                    <a:pt x="13" y="70"/>
                  </a:cubicBezTo>
                  <a:cubicBezTo>
                    <a:pt x="25" y="94"/>
                    <a:pt x="45" y="114"/>
                    <a:pt x="69" y="122"/>
                  </a:cubicBezTo>
                  <a:cubicBezTo>
                    <a:pt x="84" y="128"/>
                    <a:pt x="104" y="137"/>
                    <a:pt x="118" y="137"/>
                  </a:cubicBezTo>
                  <a:cubicBezTo>
                    <a:pt x="122" y="137"/>
                    <a:pt x="126" y="136"/>
                    <a:pt x="129" y="134"/>
                  </a:cubicBezTo>
                  <a:cubicBezTo>
                    <a:pt x="137" y="130"/>
                    <a:pt x="141" y="122"/>
                    <a:pt x="141" y="114"/>
                  </a:cubicBezTo>
                  <a:cubicBezTo>
                    <a:pt x="137" y="90"/>
                    <a:pt x="125" y="66"/>
                    <a:pt x="109" y="50"/>
                  </a:cubicBezTo>
                  <a:cubicBezTo>
                    <a:pt x="102" y="39"/>
                    <a:pt x="57" y="0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89"/>
            <p:cNvSpPr/>
            <p:nvPr/>
          </p:nvSpPr>
          <p:spPr>
            <a:xfrm flipH="1">
              <a:off x="1543930" y="460456"/>
              <a:ext cx="17728" cy="27345"/>
            </a:xfrm>
            <a:custGeom>
              <a:avLst/>
              <a:gdLst/>
              <a:ahLst/>
              <a:cxnLst/>
              <a:rect l="l" t="t" r="r" b="b"/>
              <a:pathLst>
                <a:path w="153" h="236" extrusionOk="0">
                  <a:moveTo>
                    <a:pt x="85" y="55"/>
                  </a:moveTo>
                  <a:cubicBezTo>
                    <a:pt x="85" y="55"/>
                    <a:pt x="93" y="63"/>
                    <a:pt x="93" y="75"/>
                  </a:cubicBezTo>
                  <a:cubicBezTo>
                    <a:pt x="93" y="103"/>
                    <a:pt x="89" y="131"/>
                    <a:pt x="73" y="151"/>
                  </a:cubicBezTo>
                  <a:cubicBezTo>
                    <a:pt x="73" y="143"/>
                    <a:pt x="69" y="135"/>
                    <a:pt x="65" y="127"/>
                  </a:cubicBezTo>
                  <a:cubicBezTo>
                    <a:pt x="57" y="107"/>
                    <a:pt x="61" y="83"/>
                    <a:pt x="69" y="67"/>
                  </a:cubicBezTo>
                  <a:cubicBezTo>
                    <a:pt x="69" y="59"/>
                    <a:pt x="77" y="55"/>
                    <a:pt x="85" y="55"/>
                  </a:cubicBezTo>
                  <a:close/>
                  <a:moveTo>
                    <a:pt x="79" y="1"/>
                  </a:moveTo>
                  <a:cubicBezTo>
                    <a:pt x="57" y="1"/>
                    <a:pt x="34" y="13"/>
                    <a:pt x="25" y="35"/>
                  </a:cubicBezTo>
                  <a:cubicBezTo>
                    <a:pt x="5" y="63"/>
                    <a:pt x="1" y="99"/>
                    <a:pt x="13" y="135"/>
                  </a:cubicBezTo>
                  <a:cubicBezTo>
                    <a:pt x="17" y="159"/>
                    <a:pt x="25" y="183"/>
                    <a:pt x="41" y="207"/>
                  </a:cubicBezTo>
                  <a:cubicBezTo>
                    <a:pt x="41" y="211"/>
                    <a:pt x="41" y="215"/>
                    <a:pt x="45" y="215"/>
                  </a:cubicBezTo>
                  <a:lnTo>
                    <a:pt x="61" y="235"/>
                  </a:lnTo>
                  <a:lnTo>
                    <a:pt x="81" y="223"/>
                  </a:lnTo>
                  <a:cubicBezTo>
                    <a:pt x="129" y="187"/>
                    <a:pt x="153" y="131"/>
                    <a:pt x="149" y="71"/>
                  </a:cubicBezTo>
                  <a:cubicBezTo>
                    <a:pt x="149" y="39"/>
                    <a:pt x="129" y="11"/>
                    <a:pt x="97" y="3"/>
                  </a:cubicBezTo>
                  <a:cubicBezTo>
                    <a:pt x="91" y="1"/>
                    <a:pt x="85" y="1"/>
                    <a:pt x="7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89"/>
            <p:cNvSpPr/>
            <p:nvPr/>
          </p:nvSpPr>
          <p:spPr>
            <a:xfrm flipH="1">
              <a:off x="1547174" y="463584"/>
              <a:ext cx="11239" cy="20045"/>
            </a:xfrm>
            <a:custGeom>
              <a:avLst/>
              <a:gdLst/>
              <a:ahLst/>
              <a:cxnLst/>
              <a:rect l="l" t="t" r="r" b="b"/>
              <a:pathLst>
                <a:path w="97" h="173" extrusionOk="0">
                  <a:moveTo>
                    <a:pt x="54" y="1"/>
                  </a:moveTo>
                  <a:cubicBezTo>
                    <a:pt x="42" y="1"/>
                    <a:pt x="29" y="8"/>
                    <a:pt x="17" y="24"/>
                  </a:cubicBezTo>
                  <a:cubicBezTo>
                    <a:pt x="5" y="48"/>
                    <a:pt x="1" y="76"/>
                    <a:pt x="13" y="100"/>
                  </a:cubicBezTo>
                  <a:cubicBezTo>
                    <a:pt x="17" y="124"/>
                    <a:pt x="25" y="148"/>
                    <a:pt x="33" y="168"/>
                  </a:cubicBezTo>
                  <a:lnTo>
                    <a:pt x="37" y="172"/>
                  </a:lnTo>
                  <a:cubicBezTo>
                    <a:pt x="77" y="144"/>
                    <a:pt x="97" y="96"/>
                    <a:pt x="93" y="48"/>
                  </a:cubicBezTo>
                  <a:cubicBezTo>
                    <a:pt x="90" y="20"/>
                    <a:pt x="74" y="1"/>
                    <a:pt x="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89"/>
            <p:cNvSpPr/>
            <p:nvPr/>
          </p:nvSpPr>
          <p:spPr>
            <a:xfrm flipH="1">
              <a:off x="1142450" y="2090248"/>
              <a:ext cx="595327" cy="728343"/>
            </a:xfrm>
            <a:custGeom>
              <a:avLst/>
              <a:gdLst/>
              <a:ahLst/>
              <a:cxnLst/>
              <a:rect l="l" t="t" r="r" b="b"/>
              <a:pathLst>
                <a:path w="5138" h="6286" extrusionOk="0">
                  <a:moveTo>
                    <a:pt x="2570" y="0"/>
                  </a:moveTo>
                  <a:cubicBezTo>
                    <a:pt x="2552" y="0"/>
                    <a:pt x="2535" y="4"/>
                    <a:pt x="2517" y="10"/>
                  </a:cubicBezTo>
                  <a:lnTo>
                    <a:pt x="2501" y="18"/>
                  </a:lnTo>
                  <a:cubicBezTo>
                    <a:pt x="2497" y="18"/>
                    <a:pt x="2493" y="18"/>
                    <a:pt x="2493" y="22"/>
                  </a:cubicBezTo>
                  <a:lnTo>
                    <a:pt x="2485" y="26"/>
                  </a:lnTo>
                  <a:cubicBezTo>
                    <a:pt x="2477" y="30"/>
                    <a:pt x="2469" y="34"/>
                    <a:pt x="2461" y="38"/>
                  </a:cubicBezTo>
                  <a:cubicBezTo>
                    <a:pt x="2397" y="82"/>
                    <a:pt x="2341" y="134"/>
                    <a:pt x="2293" y="198"/>
                  </a:cubicBezTo>
                  <a:cubicBezTo>
                    <a:pt x="2245" y="254"/>
                    <a:pt x="2205" y="318"/>
                    <a:pt x="2169" y="382"/>
                  </a:cubicBezTo>
                  <a:cubicBezTo>
                    <a:pt x="2133" y="446"/>
                    <a:pt x="2101" y="518"/>
                    <a:pt x="2077" y="590"/>
                  </a:cubicBezTo>
                  <a:cubicBezTo>
                    <a:pt x="2053" y="662"/>
                    <a:pt x="2045" y="746"/>
                    <a:pt x="2053" y="826"/>
                  </a:cubicBezTo>
                  <a:cubicBezTo>
                    <a:pt x="1997" y="798"/>
                    <a:pt x="1937" y="782"/>
                    <a:pt x="1877" y="770"/>
                  </a:cubicBezTo>
                  <a:cubicBezTo>
                    <a:pt x="1841" y="762"/>
                    <a:pt x="1804" y="758"/>
                    <a:pt x="1766" y="758"/>
                  </a:cubicBezTo>
                  <a:cubicBezTo>
                    <a:pt x="1729" y="758"/>
                    <a:pt x="1691" y="762"/>
                    <a:pt x="1653" y="770"/>
                  </a:cubicBezTo>
                  <a:cubicBezTo>
                    <a:pt x="1569" y="794"/>
                    <a:pt x="1497" y="838"/>
                    <a:pt x="1437" y="902"/>
                  </a:cubicBezTo>
                  <a:lnTo>
                    <a:pt x="1401" y="950"/>
                  </a:lnTo>
                  <a:lnTo>
                    <a:pt x="1361" y="1002"/>
                  </a:lnTo>
                  <a:cubicBezTo>
                    <a:pt x="1349" y="1018"/>
                    <a:pt x="1341" y="1038"/>
                    <a:pt x="1329" y="1054"/>
                  </a:cubicBezTo>
                  <a:cubicBezTo>
                    <a:pt x="1317" y="1074"/>
                    <a:pt x="1305" y="1090"/>
                    <a:pt x="1297" y="1110"/>
                  </a:cubicBezTo>
                  <a:cubicBezTo>
                    <a:pt x="1257" y="1182"/>
                    <a:pt x="1217" y="1258"/>
                    <a:pt x="1177" y="1330"/>
                  </a:cubicBezTo>
                  <a:cubicBezTo>
                    <a:pt x="1137" y="1406"/>
                    <a:pt x="1105" y="1482"/>
                    <a:pt x="1077" y="1562"/>
                  </a:cubicBezTo>
                  <a:cubicBezTo>
                    <a:pt x="1053" y="1638"/>
                    <a:pt x="1029" y="1710"/>
                    <a:pt x="1005" y="1782"/>
                  </a:cubicBezTo>
                  <a:cubicBezTo>
                    <a:pt x="993" y="1818"/>
                    <a:pt x="981" y="1850"/>
                    <a:pt x="969" y="1878"/>
                  </a:cubicBezTo>
                  <a:lnTo>
                    <a:pt x="961" y="1898"/>
                  </a:lnTo>
                  <a:cubicBezTo>
                    <a:pt x="961" y="1902"/>
                    <a:pt x="957" y="1906"/>
                    <a:pt x="953" y="1910"/>
                  </a:cubicBezTo>
                  <a:lnTo>
                    <a:pt x="953" y="1914"/>
                  </a:lnTo>
                  <a:lnTo>
                    <a:pt x="945" y="1922"/>
                  </a:lnTo>
                  <a:lnTo>
                    <a:pt x="941" y="1926"/>
                  </a:lnTo>
                  <a:lnTo>
                    <a:pt x="929" y="1950"/>
                  </a:lnTo>
                  <a:cubicBezTo>
                    <a:pt x="905" y="1990"/>
                    <a:pt x="885" y="2034"/>
                    <a:pt x="877" y="2078"/>
                  </a:cubicBezTo>
                  <a:cubicBezTo>
                    <a:pt x="869" y="2118"/>
                    <a:pt x="865" y="2154"/>
                    <a:pt x="869" y="2194"/>
                  </a:cubicBezTo>
                  <a:cubicBezTo>
                    <a:pt x="873" y="2262"/>
                    <a:pt x="893" y="2326"/>
                    <a:pt x="925" y="2382"/>
                  </a:cubicBezTo>
                  <a:cubicBezTo>
                    <a:pt x="949" y="2426"/>
                    <a:pt x="985" y="2466"/>
                    <a:pt x="1025" y="2494"/>
                  </a:cubicBezTo>
                  <a:cubicBezTo>
                    <a:pt x="1037" y="2506"/>
                    <a:pt x="1053" y="2514"/>
                    <a:pt x="1069" y="2522"/>
                  </a:cubicBezTo>
                  <a:cubicBezTo>
                    <a:pt x="1081" y="2530"/>
                    <a:pt x="1093" y="2534"/>
                    <a:pt x="1105" y="2538"/>
                  </a:cubicBezTo>
                  <a:cubicBezTo>
                    <a:pt x="1073" y="2650"/>
                    <a:pt x="1053" y="2766"/>
                    <a:pt x="1041" y="2882"/>
                  </a:cubicBezTo>
                  <a:cubicBezTo>
                    <a:pt x="1033" y="2946"/>
                    <a:pt x="1033" y="3006"/>
                    <a:pt x="1033" y="3070"/>
                  </a:cubicBezTo>
                  <a:lnTo>
                    <a:pt x="1041" y="3166"/>
                  </a:lnTo>
                  <a:cubicBezTo>
                    <a:pt x="1041" y="3194"/>
                    <a:pt x="1045" y="3226"/>
                    <a:pt x="1049" y="3258"/>
                  </a:cubicBezTo>
                  <a:lnTo>
                    <a:pt x="1061" y="3350"/>
                  </a:lnTo>
                  <a:lnTo>
                    <a:pt x="1085" y="3438"/>
                  </a:lnTo>
                  <a:cubicBezTo>
                    <a:pt x="1089" y="3466"/>
                    <a:pt x="1097" y="3494"/>
                    <a:pt x="1105" y="3518"/>
                  </a:cubicBezTo>
                  <a:cubicBezTo>
                    <a:pt x="1093" y="3514"/>
                    <a:pt x="1077" y="3510"/>
                    <a:pt x="1061" y="3510"/>
                  </a:cubicBezTo>
                  <a:cubicBezTo>
                    <a:pt x="1029" y="3505"/>
                    <a:pt x="996" y="3502"/>
                    <a:pt x="964" y="3502"/>
                  </a:cubicBezTo>
                  <a:cubicBezTo>
                    <a:pt x="899" y="3502"/>
                    <a:pt x="834" y="3513"/>
                    <a:pt x="773" y="3534"/>
                  </a:cubicBezTo>
                  <a:lnTo>
                    <a:pt x="725" y="3554"/>
                  </a:lnTo>
                  <a:lnTo>
                    <a:pt x="685" y="3570"/>
                  </a:lnTo>
                  <a:cubicBezTo>
                    <a:pt x="653" y="3590"/>
                    <a:pt x="621" y="3610"/>
                    <a:pt x="593" y="3630"/>
                  </a:cubicBezTo>
                  <a:cubicBezTo>
                    <a:pt x="537" y="3674"/>
                    <a:pt x="485" y="3726"/>
                    <a:pt x="441" y="3782"/>
                  </a:cubicBezTo>
                  <a:cubicBezTo>
                    <a:pt x="397" y="3838"/>
                    <a:pt x="353" y="3902"/>
                    <a:pt x="317" y="3962"/>
                  </a:cubicBezTo>
                  <a:cubicBezTo>
                    <a:pt x="297" y="3994"/>
                    <a:pt x="277" y="4030"/>
                    <a:pt x="265" y="4062"/>
                  </a:cubicBezTo>
                  <a:cubicBezTo>
                    <a:pt x="249" y="4098"/>
                    <a:pt x="237" y="4134"/>
                    <a:pt x="221" y="4170"/>
                  </a:cubicBezTo>
                  <a:cubicBezTo>
                    <a:pt x="209" y="4206"/>
                    <a:pt x="197" y="4242"/>
                    <a:pt x="185" y="4278"/>
                  </a:cubicBezTo>
                  <a:cubicBezTo>
                    <a:pt x="173" y="4314"/>
                    <a:pt x="157" y="4346"/>
                    <a:pt x="145" y="4382"/>
                  </a:cubicBezTo>
                  <a:cubicBezTo>
                    <a:pt x="117" y="4450"/>
                    <a:pt x="89" y="4514"/>
                    <a:pt x="57" y="4582"/>
                  </a:cubicBezTo>
                  <a:cubicBezTo>
                    <a:pt x="41" y="4614"/>
                    <a:pt x="29" y="4654"/>
                    <a:pt x="17" y="4690"/>
                  </a:cubicBezTo>
                  <a:lnTo>
                    <a:pt x="9" y="4738"/>
                  </a:lnTo>
                  <a:lnTo>
                    <a:pt x="5" y="4762"/>
                  </a:lnTo>
                  <a:lnTo>
                    <a:pt x="5" y="4794"/>
                  </a:lnTo>
                  <a:cubicBezTo>
                    <a:pt x="1" y="4862"/>
                    <a:pt x="17" y="4930"/>
                    <a:pt x="45" y="4994"/>
                  </a:cubicBezTo>
                  <a:cubicBezTo>
                    <a:pt x="73" y="5054"/>
                    <a:pt x="121" y="5102"/>
                    <a:pt x="185" y="5130"/>
                  </a:cubicBezTo>
                  <a:cubicBezTo>
                    <a:pt x="214" y="5141"/>
                    <a:pt x="245" y="5146"/>
                    <a:pt x="277" y="5146"/>
                  </a:cubicBezTo>
                  <a:cubicBezTo>
                    <a:pt x="293" y="5146"/>
                    <a:pt x="309" y="5145"/>
                    <a:pt x="325" y="5142"/>
                  </a:cubicBezTo>
                  <a:lnTo>
                    <a:pt x="333" y="5142"/>
                  </a:lnTo>
                  <a:cubicBezTo>
                    <a:pt x="297" y="5178"/>
                    <a:pt x="265" y="5222"/>
                    <a:pt x="237" y="5262"/>
                  </a:cubicBezTo>
                  <a:cubicBezTo>
                    <a:pt x="157" y="5378"/>
                    <a:pt x="97" y="5506"/>
                    <a:pt x="65" y="5642"/>
                  </a:cubicBezTo>
                  <a:cubicBezTo>
                    <a:pt x="49" y="5714"/>
                    <a:pt x="45" y="5786"/>
                    <a:pt x="49" y="5858"/>
                  </a:cubicBezTo>
                  <a:cubicBezTo>
                    <a:pt x="57" y="5934"/>
                    <a:pt x="85" y="6006"/>
                    <a:pt x="125" y="6070"/>
                  </a:cubicBezTo>
                  <a:cubicBezTo>
                    <a:pt x="169" y="6134"/>
                    <a:pt x="233" y="6186"/>
                    <a:pt x="301" y="6222"/>
                  </a:cubicBezTo>
                  <a:cubicBezTo>
                    <a:pt x="369" y="6254"/>
                    <a:pt x="445" y="6274"/>
                    <a:pt x="521" y="6282"/>
                  </a:cubicBezTo>
                  <a:cubicBezTo>
                    <a:pt x="557" y="6286"/>
                    <a:pt x="593" y="6286"/>
                    <a:pt x="633" y="6286"/>
                  </a:cubicBezTo>
                  <a:lnTo>
                    <a:pt x="733" y="6286"/>
                  </a:lnTo>
                  <a:cubicBezTo>
                    <a:pt x="797" y="6286"/>
                    <a:pt x="869" y="6278"/>
                    <a:pt x="937" y="6274"/>
                  </a:cubicBezTo>
                  <a:cubicBezTo>
                    <a:pt x="1209" y="6250"/>
                    <a:pt x="1473" y="6186"/>
                    <a:pt x="1725" y="6090"/>
                  </a:cubicBezTo>
                  <a:cubicBezTo>
                    <a:pt x="1757" y="6082"/>
                    <a:pt x="1789" y="6070"/>
                    <a:pt x="1821" y="6058"/>
                  </a:cubicBezTo>
                  <a:lnTo>
                    <a:pt x="1909" y="6014"/>
                  </a:lnTo>
                  <a:cubicBezTo>
                    <a:pt x="1969" y="5990"/>
                    <a:pt x="2025" y="5962"/>
                    <a:pt x="2081" y="5930"/>
                  </a:cubicBezTo>
                  <a:cubicBezTo>
                    <a:pt x="2137" y="5898"/>
                    <a:pt x="2193" y="5866"/>
                    <a:pt x="2245" y="5834"/>
                  </a:cubicBezTo>
                  <a:lnTo>
                    <a:pt x="2393" y="5726"/>
                  </a:lnTo>
                  <a:cubicBezTo>
                    <a:pt x="2501" y="5642"/>
                    <a:pt x="2605" y="5550"/>
                    <a:pt x="2705" y="5450"/>
                  </a:cubicBezTo>
                  <a:cubicBezTo>
                    <a:pt x="2769" y="5386"/>
                    <a:pt x="2825" y="5322"/>
                    <a:pt x="2881" y="5250"/>
                  </a:cubicBezTo>
                  <a:lnTo>
                    <a:pt x="2881" y="5250"/>
                  </a:lnTo>
                  <a:lnTo>
                    <a:pt x="2877" y="5258"/>
                  </a:lnTo>
                  <a:cubicBezTo>
                    <a:pt x="2906" y="5273"/>
                    <a:pt x="2937" y="5279"/>
                    <a:pt x="2968" y="5279"/>
                  </a:cubicBezTo>
                  <a:cubicBezTo>
                    <a:pt x="2997" y="5279"/>
                    <a:pt x="3026" y="5273"/>
                    <a:pt x="3053" y="5262"/>
                  </a:cubicBezTo>
                  <a:cubicBezTo>
                    <a:pt x="3109" y="5242"/>
                    <a:pt x="3161" y="5218"/>
                    <a:pt x="3209" y="5186"/>
                  </a:cubicBezTo>
                  <a:cubicBezTo>
                    <a:pt x="3305" y="5126"/>
                    <a:pt x="3393" y="5058"/>
                    <a:pt x="3477" y="4986"/>
                  </a:cubicBezTo>
                  <a:cubicBezTo>
                    <a:pt x="3649" y="4842"/>
                    <a:pt x="3805" y="4682"/>
                    <a:pt x="3969" y="4546"/>
                  </a:cubicBezTo>
                  <a:cubicBezTo>
                    <a:pt x="4005" y="4510"/>
                    <a:pt x="4045" y="4478"/>
                    <a:pt x="4089" y="4450"/>
                  </a:cubicBezTo>
                  <a:cubicBezTo>
                    <a:pt x="4109" y="4438"/>
                    <a:pt x="4129" y="4426"/>
                    <a:pt x="4149" y="4414"/>
                  </a:cubicBezTo>
                  <a:cubicBezTo>
                    <a:pt x="4157" y="4410"/>
                    <a:pt x="4165" y="4406"/>
                    <a:pt x="4173" y="4402"/>
                  </a:cubicBezTo>
                  <a:lnTo>
                    <a:pt x="4185" y="4398"/>
                  </a:lnTo>
                  <a:lnTo>
                    <a:pt x="4205" y="4398"/>
                  </a:lnTo>
                  <a:lnTo>
                    <a:pt x="4225" y="4402"/>
                  </a:lnTo>
                  <a:cubicBezTo>
                    <a:pt x="4233" y="4406"/>
                    <a:pt x="4241" y="4410"/>
                    <a:pt x="4249" y="4414"/>
                  </a:cubicBezTo>
                  <a:cubicBezTo>
                    <a:pt x="4257" y="4418"/>
                    <a:pt x="4269" y="4422"/>
                    <a:pt x="4277" y="4426"/>
                  </a:cubicBezTo>
                  <a:cubicBezTo>
                    <a:pt x="4313" y="4454"/>
                    <a:pt x="4349" y="4486"/>
                    <a:pt x="4381" y="4518"/>
                  </a:cubicBezTo>
                  <a:cubicBezTo>
                    <a:pt x="4417" y="4554"/>
                    <a:pt x="4453" y="4594"/>
                    <a:pt x="4481" y="4634"/>
                  </a:cubicBezTo>
                  <a:cubicBezTo>
                    <a:pt x="4513" y="4678"/>
                    <a:pt x="4545" y="4722"/>
                    <a:pt x="4573" y="4766"/>
                  </a:cubicBezTo>
                  <a:cubicBezTo>
                    <a:pt x="4601" y="4810"/>
                    <a:pt x="4629" y="4858"/>
                    <a:pt x="4653" y="4902"/>
                  </a:cubicBezTo>
                  <a:cubicBezTo>
                    <a:pt x="4681" y="4950"/>
                    <a:pt x="4705" y="4998"/>
                    <a:pt x="4729" y="5042"/>
                  </a:cubicBezTo>
                  <a:lnTo>
                    <a:pt x="4745" y="5070"/>
                  </a:lnTo>
                  <a:lnTo>
                    <a:pt x="4761" y="5078"/>
                  </a:lnTo>
                  <a:cubicBezTo>
                    <a:pt x="4781" y="5090"/>
                    <a:pt x="4805" y="5094"/>
                    <a:pt x="4829" y="5094"/>
                  </a:cubicBezTo>
                  <a:lnTo>
                    <a:pt x="4857" y="5094"/>
                  </a:lnTo>
                  <a:cubicBezTo>
                    <a:pt x="4865" y="5090"/>
                    <a:pt x="4873" y="5086"/>
                    <a:pt x="4881" y="5086"/>
                  </a:cubicBezTo>
                  <a:cubicBezTo>
                    <a:pt x="4893" y="5078"/>
                    <a:pt x="4905" y="5074"/>
                    <a:pt x="4917" y="5066"/>
                  </a:cubicBezTo>
                  <a:cubicBezTo>
                    <a:pt x="4925" y="5058"/>
                    <a:pt x="4933" y="5054"/>
                    <a:pt x="4941" y="5046"/>
                  </a:cubicBezTo>
                  <a:cubicBezTo>
                    <a:pt x="4957" y="5030"/>
                    <a:pt x="4969" y="5018"/>
                    <a:pt x="4981" y="5002"/>
                  </a:cubicBezTo>
                  <a:cubicBezTo>
                    <a:pt x="4993" y="4990"/>
                    <a:pt x="5005" y="4974"/>
                    <a:pt x="5017" y="4958"/>
                  </a:cubicBezTo>
                  <a:cubicBezTo>
                    <a:pt x="5037" y="4930"/>
                    <a:pt x="5057" y="4902"/>
                    <a:pt x="5073" y="4874"/>
                  </a:cubicBezTo>
                  <a:cubicBezTo>
                    <a:pt x="5093" y="4842"/>
                    <a:pt x="5109" y="4814"/>
                    <a:pt x="5121" y="4782"/>
                  </a:cubicBezTo>
                  <a:lnTo>
                    <a:pt x="5137" y="4754"/>
                  </a:lnTo>
                  <a:lnTo>
                    <a:pt x="5129" y="4734"/>
                  </a:lnTo>
                  <a:cubicBezTo>
                    <a:pt x="5117" y="4702"/>
                    <a:pt x="5105" y="4666"/>
                    <a:pt x="5085" y="4634"/>
                  </a:cubicBezTo>
                  <a:cubicBezTo>
                    <a:pt x="5069" y="4602"/>
                    <a:pt x="5053" y="4570"/>
                    <a:pt x="5037" y="4538"/>
                  </a:cubicBezTo>
                  <a:cubicBezTo>
                    <a:pt x="5005" y="4478"/>
                    <a:pt x="4965" y="4418"/>
                    <a:pt x="4925" y="4358"/>
                  </a:cubicBezTo>
                  <a:cubicBezTo>
                    <a:pt x="4905" y="4330"/>
                    <a:pt x="4885" y="4302"/>
                    <a:pt x="4865" y="4270"/>
                  </a:cubicBezTo>
                  <a:cubicBezTo>
                    <a:pt x="4845" y="4242"/>
                    <a:pt x="4821" y="4218"/>
                    <a:pt x="4797" y="4190"/>
                  </a:cubicBezTo>
                  <a:cubicBezTo>
                    <a:pt x="4773" y="4162"/>
                    <a:pt x="4749" y="4134"/>
                    <a:pt x="4725" y="4110"/>
                  </a:cubicBezTo>
                  <a:cubicBezTo>
                    <a:pt x="4697" y="4090"/>
                    <a:pt x="4669" y="4062"/>
                    <a:pt x="4645" y="4042"/>
                  </a:cubicBezTo>
                  <a:cubicBezTo>
                    <a:pt x="4621" y="4018"/>
                    <a:pt x="4593" y="3994"/>
                    <a:pt x="4565" y="3974"/>
                  </a:cubicBezTo>
                  <a:cubicBezTo>
                    <a:pt x="4537" y="3954"/>
                    <a:pt x="4509" y="3934"/>
                    <a:pt x="4485" y="3910"/>
                  </a:cubicBezTo>
                  <a:cubicBezTo>
                    <a:pt x="4433" y="3866"/>
                    <a:pt x="4381" y="3822"/>
                    <a:pt x="4333" y="3770"/>
                  </a:cubicBezTo>
                  <a:cubicBezTo>
                    <a:pt x="4285" y="3722"/>
                    <a:pt x="4237" y="3670"/>
                    <a:pt x="4193" y="3622"/>
                  </a:cubicBezTo>
                  <a:lnTo>
                    <a:pt x="4125" y="3542"/>
                  </a:lnTo>
                  <a:lnTo>
                    <a:pt x="4085" y="3494"/>
                  </a:lnTo>
                  <a:cubicBezTo>
                    <a:pt x="4105" y="3366"/>
                    <a:pt x="4117" y="3238"/>
                    <a:pt x="4121" y="3110"/>
                  </a:cubicBezTo>
                  <a:cubicBezTo>
                    <a:pt x="4129" y="2970"/>
                    <a:pt x="4133" y="2834"/>
                    <a:pt x="4129" y="2694"/>
                  </a:cubicBezTo>
                  <a:cubicBezTo>
                    <a:pt x="4129" y="2658"/>
                    <a:pt x="4133" y="2626"/>
                    <a:pt x="4129" y="2590"/>
                  </a:cubicBezTo>
                  <a:cubicBezTo>
                    <a:pt x="4125" y="2554"/>
                    <a:pt x="4125" y="2514"/>
                    <a:pt x="4121" y="2482"/>
                  </a:cubicBezTo>
                  <a:cubicBezTo>
                    <a:pt x="4113" y="2446"/>
                    <a:pt x="4109" y="2410"/>
                    <a:pt x="4101" y="2374"/>
                  </a:cubicBezTo>
                  <a:cubicBezTo>
                    <a:pt x="4093" y="2338"/>
                    <a:pt x="4081" y="2302"/>
                    <a:pt x="4069" y="2270"/>
                  </a:cubicBezTo>
                  <a:cubicBezTo>
                    <a:pt x="4057" y="2234"/>
                    <a:pt x="4041" y="2202"/>
                    <a:pt x="4025" y="2170"/>
                  </a:cubicBezTo>
                  <a:cubicBezTo>
                    <a:pt x="4005" y="2138"/>
                    <a:pt x="3985" y="2106"/>
                    <a:pt x="3965" y="2078"/>
                  </a:cubicBezTo>
                  <a:cubicBezTo>
                    <a:pt x="3921" y="2018"/>
                    <a:pt x="3865" y="1970"/>
                    <a:pt x="3797" y="1942"/>
                  </a:cubicBezTo>
                  <a:lnTo>
                    <a:pt x="3793" y="1950"/>
                  </a:lnTo>
                  <a:cubicBezTo>
                    <a:pt x="3769" y="1826"/>
                    <a:pt x="3741" y="1702"/>
                    <a:pt x="3701" y="1582"/>
                  </a:cubicBezTo>
                  <a:cubicBezTo>
                    <a:pt x="3661" y="1454"/>
                    <a:pt x="3613" y="1330"/>
                    <a:pt x="3561" y="1210"/>
                  </a:cubicBezTo>
                  <a:cubicBezTo>
                    <a:pt x="3453" y="954"/>
                    <a:pt x="3317" y="714"/>
                    <a:pt x="3161" y="486"/>
                  </a:cubicBezTo>
                  <a:cubicBezTo>
                    <a:pt x="3081" y="370"/>
                    <a:pt x="2989" y="258"/>
                    <a:pt x="2885" y="162"/>
                  </a:cubicBezTo>
                  <a:cubicBezTo>
                    <a:pt x="2829" y="110"/>
                    <a:pt x="2773" y="70"/>
                    <a:pt x="2709" y="34"/>
                  </a:cubicBezTo>
                  <a:cubicBezTo>
                    <a:pt x="2669" y="18"/>
                    <a:pt x="2629" y="6"/>
                    <a:pt x="2589" y="2"/>
                  </a:cubicBezTo>
                  <a:cubicBezTo>
                    <a:pt x="2583" y="1"/>
                    <a:pt x="2576" y="0"/>
                    <a:pt x="25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89"/>
            <p:cNvSpPr/>
            <p:nvPr/>
          </p:nvSpPr>
          <p:spPr>
            <a:xfrm flipH="1">
              <a:off x="1434088" y="2624745"/>
              <a:ext cx="259659" cy="106250"/>
            </a:xfrm>
            <a:custGeom>
              <a:avLst/>
              <a:gdLst/>
              <a:ahLst/>
              <a:cxnLst/>
              <a:rect l="l" t="t" r="r" b="b"/>
              <a:pathLst>
                <a:path w="2241" h="917" extrusionOk="0">
                  <a:moveTo>
                    <a:pt x="1901" y="609"/>
                  </a:moveTo>
                  <a:cubicBezTo>
                    <a:pt x="1901" y="609"/>
                    <a:pt x="1901" y="609"/>
                    <a:pt x="1901" y="609"/>
                  </a:cubicBezTo>
                  <a:lnTo>
                    <a:pt x="1901" y="609"/>
                  </a:lnTo>
                  <a:cubicBezTo>
                    <a:pt x="1901" y="609"/>
                    <a:pt x="1901" y="609"/>
                    <a:pt x="1901" y="609"/>
                  </a:cubicBezTo>
                  <a:close/>
                  <a:moveTo>
                    <a:pt x="2241" y="1"/>
                  </a:moveTo>
                  <a:lnTo>
                    <a:pt x="2217" y="25"/>
                  </a:lnTo>
                  <a:cubicBezTo>
                    <a:pt x="1989" y="189"/>
                    <a:pt x="1725" y="293"/>
                    <a:pt x="1445" y="333"/>
                  </a:cubicBezTo>
                  <a:cubicBezTo>
                    <a:pt x="1189" y="373"/>
                    <a:pt x="921" y="357"/>
                    <a:pt x="665" y="397"/>
                  </a:cubicBezTo>
                  <a:cubicBezTo>
                    <a:pt x="405" y="437"/>
                    <a:pt x="141" y="545"/>
                    <a:pt x="1" y="769"/>
                  </a:cubicBezTo>
                  <a:lnTo>
                    <a:pt x="621" y="845"/>
                  </a:lnTo>
                  <a:cubicBezTo>
                    <a:pt x="461" y="885"/>
                    <a:pt x="293" y="909"/>
                    <a:pt x="129" y="917"/>
                  </a:cubicBezTo>
                  <a:lnTo>
                    <a:pt x="857" y="897"/>
                  </a:lnTo>
                  <a:cubicBezTo>
                    <a:pt x="989" y="897"/>
                    <a:pt x="1125" y="889"/>
                    <a:pt x="1257" y="865"/>
                  </a:cubicBezTo>
                  <a:cubicBezTo>
                    <a:pt x="1485" y="821"/>
                    <a:pt x="1693" y="717"/>
                    <a:pt x="1901" y="609"/>
                  </a:cubicBezTo>
                  <a:lnTo>
                    <a:pt x="1901" y="609"/>
                  </a:lnTo>
                  <a:cubicBezTo>
                    <a:pt x="1848" y="637"/>
                    <a:pt x="1789" y="651"/>
                    <a:pt x="1730" y="651"/>
                  </a:cubicBezTo>
                  <a:cubicBezTo>
                    <a:pt x="1678" y="651"/>
                    <a:pt x="1626" y="640"/>
                    <a:pt x="1577" y="617"/>
                  </a:cubicBezTo>
                  <a:lnTo>
                    <a:pt x="2101" y="337"/>
                  </a:lnTo>
                  <a:lnTo>
                    <a:pt x="2101" y="337"/>
                  </a:lnTo>
                  <a:cubicBezTo>
                    <a:pt x="2081" y="345"/>
                    <a:pt x="2059" y="349"/>
                    <a:pt x="2038" y="349"/>
                  </a:cubicBezTo>
                  <a:cubicBezTo>
                    <a:pt x="1997" y="349"/>
                    <a:pt x="1957" y="334"/>
                    <a:pt x="1925" y="305"/>
                  </a:cubicBezTo>
                  <a:cubicBezTo>
                    <a:pt x="2073" y="257"/>
                    <a:pt x="2189" y="145"/>
                    <a:pt x="2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89"/>
            <p:cNvSpPr/>
            <p:nvPr/>
          </p:nvSpPr>
          <p:spPr>
            <a:xfrm flipH="1">
              <a:off x="1506853" y="2737369"/>
              <a:ext cx="200335" cy="50402"/>
            </a:xfrm>
            <a:custGeom>
              <a:avLst/>
              <a:gdLst/>
              <a:ahLst/>
              <a:cxnLst/>
              <a:rect l="l" t="t" r="r" b="b"/>
              <a:pathLst>
                <a:path w="1729" h="435" extrusionOk="0">
                  <a:moveTo>
                    <a:pt x="93" y="1"/>
                  </a:moveTo>
                  <a:lnTo>
                    <a:pt x="65" y="25"/>
                  </a:lnTo>
                  <a:cubicBezTo>
                    <a:pt x="80" y="30"/>
                    <a:pt x="95" y="34"/>
                    <a:pt x="110" y="39"/>
                  </a:cubicBezTo>
                  <a:lnTo>
                    <a:pt x="110" y="39"/>
                  </a:lnTo>
                  <a:cubicBezTo>
                    <a:pt x="104" y="27"/>
                    <a:pt x="98" y="14"/>
                    <a:pt x="93" y="1"/>
                  </a:cubicBezTo>
                  <a:close/>
                  <a:moveTo>
                    <a:pt x="1729" y="21"/>
                  </a:moveTo>
                  <a:lnTo>
                    <a:pt x="1729" y="21"/>
                  </a:lnTo>
                  <a:cubicBezTo>
                    <a:pt x="1465" y="65"/>
                    <a:pt x="1201" y="101"/>
                    <a:pt x="937" y="137"/>
                  </a:cubicBezTo>
                  <a:cubicBezTo>
                    <a:pt x="869" y="149"/>
                    <a:pt x="801" y="157"/>
                    <a:pt x="733" y="161"/>
                  </a:cubicBezTo>
                  <a:cubicBezTo>
                    <a:pt x="727" y="161"/>
                    <a:pt x="721" y="161"/>
                    <a:pt x="715" y="161"/>
                  </a:cubicBezTo>
                  <a:cubicBezTo>
                    <a:pt x="509" y="161"/>
                    <a:pt x="306" y="101"/>
                    <a:pt x="110" y="39"/>
                  </a:cubicBezTo>
                  <a:lnTo>
                    <a:pt x="110" y="39"/>
                  </a:lnTo>
                  <a:cubicBezTo>
                    <a:pt x="158" y="134"/>
                    <a:pt x="238" y="210"/>
                    <a:pt x="341" y="245"/>
                  </a:cubicBezTo>
                  <a:cubicBezTo>
                    <a:pt x="308" y="258"/>
                    <a:pt x="273" y="264"/>
                    <a:pt x="238" y="264"/>
                  </a:cubicBezTo>
                  <a:cubicBezTo>
                    <a:pt x="164" y="264"/>
                    <a:pt x="91" y="235"/>
                    <a:pt x="37" y="181"/>
                  </a:cubicBezTo>
                  <a:lnTo>
                    <a:pt x="37" y="181"/>
                  </a:lnTo>
                  <a:cubicBezTo>
                    <a:pt x="1" y="245"/>
                    <a:pt x="73" y="313"/>
                    <a:pt x="137" y="345"/>
                  </a:cubicBezTo>
                  <a:cubicBezTo>
                    <a:pt x="277" y="408"/>
                    <a:pt x="429" y="435"/>
                    <a:pt x="582" y="435"/>
                  </a:cubicBezTo>
                  <a:cubicBezTo>
                    <a:pt x="700" y="435"/>
                    <a:pt x="818" y="419"/>
                    <a:pt x="933" y="393"/>
                  </a:cubicBezTo>
                  <a:cubicBezTo>
                    <a:pt x="1221" y="329"/>
                    <a:pt x="1493" y="201"/>
                    <a:pt x="1729" y="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89"/>
            <p:cNvSpPr/>
            <p:nvPr/>
          </p:nvSpPr>
          <p:spPr>
            <a:xfrm flipH="1">
              <a:off x="1366305" y="2312019"/>
              <a:ext cx="227796" cy="236601"/>
            </a:xfrm>
            <a:custGeom>
              <a:avLst/>
              <a:gdLst/>
              <a:ahLst/>
              <a:cxnLst/>
              <a:rect l="l" t="t" r="r" b="b"/>
              <a:pathLst>
                <a:path w="1966" h="2042" extrusionOk="0">
                  <a:moveTo>
                    <a:pt x="817" y="0"/>
                  </a:moveTo>
                  <a:cubicBezTo>
                    <a:pt x="762" y="0"/>
                    <a:pt x="709" y="10"/>
                    <a:pt x="657" y="32"/>
                  </a:cubicBezTo>
                  <a:cubicBezTo>
                    <a:pt x="765" y="128"/>
                    <a:pt x="845" y="252"/>
                    <a:pt x="881" y="392"/>
                  </a:cubicBezTo>
                  <a:cubicBezTo>
                    <a:pt x="757" y="328"/>
                    <a:pt x="625" y="284"/>
                    <a:pt x="489" y="264"/>
                  </a:cubicBezTo>
                  <a:cubicBezTo>
                    <a:pt x="471" y="260"/>
                    <a:pt x="453" y="258"/>
                    <a:pt x="435" y="258"/>
                  </a:cubicBezTo>
                  <a:cubicBezTo>
                    <a:pt x="413" y="258"/>
                    <a:pt x="391" y="261"/>
                    <a:pt x="369" y="268"/>
                  </a:cubicBezTo>
                  <a:cubicBezTo>
                    <a:pt x="313" y="300"/>
                    <a:pt x="273" y="348"/>
                    <a:pt x="249" y="408"/>
                  </a:cubicBezTo>
                  <a:cubicBezTo>
                    <a:pt x="121" y="684"/>
                    <a:pt x="1" y="988"/>
                    <a:pt x="73" y="1284"/>
                  </a:cubicBezTo>
                  <a:cubicBezTo>
                    <a:pt x="129" y="1480"/>
                    <a:pt x="249" y="1652"/>
                    <a:pt x="417" y="1768"/>
                  </a:cubicBezTo>
                  <a:cubicBezTo>
                    <a:pt x="581" y="1884"/>
                    <a:pt x="769" y="1964"/>
                    <a:pt x="969" y="2004"/>
                  </a:cubicBezTo>
                  <a:cubicBezTo>
                    <a:pt x="1052" y="2025"/>
                    <a:pt x="1138" y="2041"/>
                    <a:pt x="1224" y="2041"/>
                  </a:cubicBezTo>
                  <a:cubicBezTo>
                    <a:pt x="1282" y="2041"/>
                    <a:pt x="1340" y="2034"/>
                    <a:pt x="1397" y="2016"/>
                  </a:cubicBezTo>
                  <a:lnTo>
                    <a:pt x="1425" y="2032"/>
                  </a:lnTo>
                  <a:cubicBezTo>
                    <a:pt x="1425" y="1920"/>
                    <a:pt x="1369" y="1812"/>
                    <a:pt x="1277" y="1748"/>
                  </a:cubicBezTo>
                  <a:cubicBezTo>
                    <a:pt x="1185" y="1684"/>
                    <a:pt x="1085" y="1636"/>
                    <a:pt x="977" y="1604"/>
                  </a:cubicBezTo>
                  <a:lnTo>
                    <a:pt x="977" y="1604"/>
                  </a:lnTo>
                  <a:cubicBezTo>
                    <a:pt x="1016" y="1611"/>
                    <a:pt x="1055" y="1615"/>
                    <a:pt x="1094" y="1615"/>
                  </a:cubicBezTo>
                  <a:cubicBezTo>
                    <a:pt x="1201" y="1615"/>
                    <a:pt x="1307" y="1587"/>
                    <a:pt x="1401" y="1532"/>
                  </a:cubicBezTo>
                  <a:cubicBezTo>
                    <a:pt x="1029" y="1440"/>
                    <a:pt x="669" y="1300"/>
                    <a:pt x="333" y="1116"/>
                  </a:cubicBezTo>
                  <a:cubicBezTo>
                    <a:pt x="371" y="1112"/>
                    <a:pt x="409" y="1110"/>
                    <a:pt x="447" y="1110"/>
                  </a:cubicBezTo>
                  <a:cubicBezTo>
                    <a:pt x="485" y="1110"/>
                    <a:pt x="523" y="1112"/>
                    <a:pt x="561" y="1116"/>
                  </a:cubicBezTo>
                  <a:cubicBezTo>
                    <a:pt x="945" y="1144"/>
                    <a:pt x="1349" y="1176"/>
                    <a:pt x="1677" y="1380"/>
                  </a:cubicBezTo>
                  <a:lnTo>
                    <a:pt x="1425" y="1136"/>
                  </a:lnTo>
                  <a:lnTo>
                    <a:pt x="1425" y="1136"/>
                  </a:lnTo>
                  <a:cubicBezTo>
                    <a:pt x="1529" y="1160"/>
                    <a:pt x="1629" y="1204"/>
                    <a:pt x="1713" y="1264"/>
                  </a:cubicBezTo>
                  <a:cubicBezTo>
                    <a:pt x="1621" y="880"/>
                    <a:pt x="1289" y="612"/>
                    <a:pt x="1021" y="320"/>
                  </a:cubicBezTo>
                  <a:cubicBezTo>
                    <a:pt x="1005" y="304"/>
                    <a:pt x="997" y="284"/>
                    <a:pt x="993" y="264"/>
                  </a:cubicBezTo>
                  <a:cubicBezTo>
                    <a:pt x="993" y="227"/>
                    <a:pt x="1029" y="214"/>
                    <a:pt x="1067" y="214"/>
                  </a:cubicBezTo>
                  <a:cubicBezTo>
                    <a:pt x="1083" y="214"/>
                    <a:pt x="1099" y="216"/>
                    <a:pt x="1113" y="220"/>
                  </a:cubicBezTo>
                  <a:cubicBezTo>
                    <a:pt x="1269" y="268"/>
                    <a:pt x="1397" y="372"/>
                    <a:pt x="1525" y="472"/>
                  </a:cubicBezTo>
                  <a:lnTo>
                    <a:pt x="1965" y="820"/>
                  </a:lnTo>
                  <a:cubicBezTo>
                    <a:pt x="1921" y="664"/>
                    <a:pt x="1829" y="524"/>
                    <a:pt x="1701" y="420"/>
                  </a:cubicBezTo>
                  <a:cubicBezTo>
                    <a:pt x="1573" y="320"/>
                    <a:pt x="1437" y="232"/>
                    <a:pt x="1293" y="160"/>
                  </a:cubicBezTo>
                  <a:cubicBezTo>
                    <a:pt x="1147" y="82"/>
                    <a:pt x="978" y="0"/>
                    <a:pt x="8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89"/>
            <p:cNvSpPr/>
            <p:nvPr/>
          </p:nvSpPr>
          <p:spPr>
            <a:xfrm flipH="1">
              <a:off x="1353791" y="2119795"/>
              <a:ext cx="111928" cy="150512"/>
            </a:xfrm>
            <a:custGeom>
              <a:avLst/>
              <a:gdLst/>
              <a:ahLst/>
              <a:cxnLst/>
              <a:rect l="l" t="t" r="r" b="b"/>
              <a:pathLst>
                <a:path w="966" h="1299" extrusionOk="0">
                  <a:moveTo>
                    <a:pt x="278" y="0"/>
                  </a:moveTo>
                  <a:cubicBezTo>
                    <a:pt x="242" y="0"/>
                    <a:pt x="209" y="23"/>
                    <a:pt x="201" y="59"/>
                  </a:cubicBezTo>
                  <a:lnTo>
                    <a:pt x="25" y="387"/>
                  </a:lnTo>
                  <a:cubicBezTo>
                    <a:pt x="9" y="407"/>
                    <a:pt x="1" y="431"/>
                    <a:pt x="1" y="455"/>
                  </a:cubicBezTo>
                  <a:cubicBezTo>
                    <a:pt x="5" y="479"/>
                    <a:pt x="13" y="503"/>
                    <a:pt x="29" y="523"/>
                  </a:cubicBezTo>
                  <a:cubicBezTo>
                    <a:pt x="169" y="703"/>
                    <a:pt x="325" y="871"/>
                    <a:pt x="497" y="1023"/>
                  </a:cubicBezTo>
                  <a:lnTo>
                    <a:pt x="766" y="1277"/>
                  </a:lnTo>
                  <a:lnTo>
                    <a:pt x="766" y="1277"/>
                  </a:lnTo>
                  <a:cubicBezTo>
                    <a:pt x="812" y="1200"/>
                    <a:pt x="805" y="1104"/>
                    <a:pt x="750" y="1037"/>
                  </a:cubicBezTo>
                  <a:lnTo>
                    <a:pt x="750" y="1037"/>
                  </a:lnTo>
                  <a:cubicBezTo>
                    <a:pt x="813" y="1093"/>
                    <a:pt x="885" y="1137"/>
                    <a:pt x="965" y="1167"/>
                  </a:cubicBezTo>
                  <a:lnTo>
                    <a:pt x="345" y="295"/>
                  </a:lnTo>
                  <a:cubicBezTo>
                    <a:pt x="321" y="271"/>
                    <a:pt x="313" y="239"/>
                    <a:pt x="317" y="211"/>
                  </a:cubicBezTo>
                  <a:cubicBezTo>
                    <a:pt x="328" y="185"/>
                    <a:pt x="352" y="175"/>
                    <a:pt x="379" y="175"/>
                  </a:cubicBezTo>
                  <a:cubicBezTo>
                    <a:pt x="401" y="175"/>
                    <a:pt x="425" y="182"/>
                    <a:pt x="445" y="191"/>
                  </a:cubicBezTo>
                  <a:cubicBezTo>
                    <a:pt x="677" y="291"/>
                    <a:pt x="857" y="479"/>
                    <a:pt x="945" y="711"/>
                  </a:cubicBezTo>
                  <a:cubicBezTo>
                    <a:pt x="925" y="655"/>
                    <a:pt x="897" y="599"/>
                    <a:pt x="873" y="539"/>
                  </a:cubicBezTo>
                  <a:cubicBezTo>
                    <a:pt x="837" y="431"/>
                    <a:pt x="777" y="327"/>
                    <a:pt x="701" y="235"/>
                  </a:cubicBezTo>
                  <a:cubicBezTo>
                    <a:pt x="601" y="127"/>
                    <a:pt x="461" y="71"/>
                    <a:pt x="325" y="15"/>
                  </a:cubicBezTo>
                  <a:cubicBezTo>
                    <a:pt x="310" y="5"/>
                    <a:pt x="294" y="0"/>
                    <a:pt x="278" y="0"/>
                  </a:cubicBezTo>
                  <a:close/>
                  <a:moveTo>
                    <a:pt x="766" y="1277"/>
                  </a:moveTo>
                  <a:cubicBezTo>
                    <a:pt x="766" y="1278"/>
                    <a:pt x="765" y="1278"/>
                    <a:pt x="765" y="1279"/>
                  </a:cubicBezTo>
                  <a:lnTo>
                    <a:pt x="789" y="1299"/>
                  </a:lnTo>
                  <a:lnTo>
                    <a:pt x="789" y="1299"/>
                  </a:lnTo>
                  <a:lnTo>
                    <a:pt x="766" y="127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89"/>
            <p:cNvSpPr/>
            <p:nvPr/>
          </p:nvSpPr>
          <p:spPr>
            <a:xfrm flipH="1">
              <a:off x="1142913" y="2089785"/>
              <a:ext cx="594864" cy="728343"/>
            </a:xfrm>
            <a:custGeom>
              <a:avLst/>
              <a:gdLst/>
              <a:ahLst/>
              <a:cxnLst/>
              <a:rect l="l" t="t" r="r" b="b"/>
              <a:pathLst>
                <a:path w="5134" h="6286" extrusionOk="0">
                  <a:moveTo>
                    <a:pt x="1805" y="924"/>
                  </a:moveTo>
                  <a:cubicBezTo>
                    <a:pt x="1821" y="924"/>
                    <a:pt x="1837" y="925"/>
                    <a:pt x="1853" y="926"/>
                  </a:cubicBezTo>
                  <a:cubicBezTo>
                    <a:pt x="1905" y="930"/>
                    <a:pt x="1957" y="934"/>
                    <a:pt x="2005" y="942"/>
                  </a:cubicBezTo>
                  <a:lnTo>
                    <a:pt x="2101" y="958"/>
                  </a:lnTo>
                  <a:cubicBezTo>
                    <a:pt x="2105" y="958"/>
                    <a:pt x="2105" y="962"/>
                    <a:pt x="2109" y="966"/>
                  </a:cubicBezTo>
                  <a:lnTo>
                    <a:pt x="2121" y="978"/>
                  </a:lnTo>
                  <a:lnTo>
                    <a:pt x="2133" y="990"/>
                  </a:lnTo>
                  <a:lnTo>
                    <a:pt x="2153" y="1006"/>
                  </a:lnTo>
                  <a:lnTo>
                    <a:pt x="2189" y="1038"/>
                  </a:lnTo>
                  <a:cubicBezTo>
                    <a:pt x="2237" y="1086"/>
                    <a:pt x="2285" y="1134"/>
                    <a:pt x="2333" y="1182"/>
                  </a:cubicBezTo>
                  <a:cubicBezTo>
                    <a:pt x="2425" y="1278"/>
                    <a:pt x="2513" y="1374"/>
                    <a:pt x="2597" y="1474"/>
                  </a:cubicBezTo>
                  <a:cubicBezTo>
                    <a:pt x="2681" y="1574"/>
                    <a:pt x="2757" y="1670"/>
                    <a:pt x="2829" y="1770"/>
                  </a:cubicBezTo>
                  <a:cubicBezTo>
                    <a:pt x="2813" y="1782"/>
                    <a:pt x="2801" y="1798"/>
                    <a:pt x="2789" y="1814"/>
                  </a:cubicBezTo>
                  <a:lnTo>
                    <a:pt x="2757" y="1782"/>
                  </a:lnTo>
                  <a:cubicBezTo>
                    <a:pt x="2729" y="1754"/>
                    <a:pt x="2701" y="1726"/>
                    <a:pt x="2669" y="1698"/>
                  </a:cubicBezTo>
                  <a:cubicBezTo>
                    <a:pt x="2637" y="1674"/>
                    <a:pt x="2605" y="1642"/>
                    <a:pt x="2565" y="1614"/>
                  </a:cubicBezTo>
                  <a:cubicBezTo>
                    <a:pt x="2529" y="1590"/>
                    <a:pt x="2493" y="1558"/>
                    <a:pt x="2449" y="1530"/>
                  </a:cubicBezTo>
                  <a:cubicBezTo>
                    <a:pt x="2409" y="1506"/>
                    <a:pt x="2369" y="1478"/>
                    <a:pt x="2325" y="1454"/>
                  </a:cubicBezTo>
                  <a:cubicBezTo>
                    <a:pt x="2281" y="1430"/>
                    <a:pt x="2237" y="1406"/>
                    <a:pt x="2193" y="1386"/>
                  </a:cubicBezTo>
                  <a:cubicBezTo>
                    <a:pt x="2149" y="1366"/>
                    <a:pt x="2105" y="1346"/>
                    <a:pt x="2065" y="1326"/>
                  </a:cubicBezTo>
                  <a:cubicBezTo>
                    <a:pt x="2021" y="1310"/>
                    <a:pt x="1977" y="1294"/>
                    <a:pt x="1937" y="1282"/>
                  </a:cubicBezTo>
                  <a:cubicBezTo>
                    <a:pt x="1897" y="1266"/>
                    <a:pt x="1857" y="1258"/>
                    <a:pt x="1825" y="1246"/>
                  </a:cubicBezTo>
                  <a:cubicBezTo>
                    <a:pt x="1765" y="1234"/>
                    <a:pt x="1705" y="1222"/>
                    <a:pt x="1649" y="1210"/>
                  </a:cubicBezTo>
                  <a:cubicBezTo>
                    <a:pt x="1625" y="1210"/>
                    <a:pt x="1605" y="1206"/>
                    <a:pt x="1581" y="1206"/>
                  </a:cubicBezTo>
                  <a:lnTo>
                    <a:pt x="1645" y="1222"/>
                  </a:lnTo>
                  <a:cubicBezTo>
                    <a:pt x="1685" y="1238"/>
                    <a:pt x="1745" y="1258"/>
                    <a:pt x="1813" y="1282"/>
                  </a:cubicBezTo>
                  <a:cubicBezTo>
                    <a:pt x="1877" y="1310"/>
                    <a:pt x="1957" y="1342"/>
                    <a:pt x="2041" y="1378"/>
                  </a:cubicBezTo>
                  <a:cubicBezTo>
                    <a:pt x="2081" y="1398"/>
                    <a:pt x="2125" y="1418"/>
                    <a:pt x="2165" y="1442"/>
                  </a:cubicBezTo>
                  <a:cubicBezTo>
                    <a:pt x="2209" y="1462"/>
                    <a:pt x="2253" y="1486"/>
                    <a:pt x="2293" y="1510"/>
                  </a:cubicBezTo>
                  <a:cubicBezTo>
                    <a:pt x="2333" y="1534"/>
                    <a:pt x="2377" y="1558"/>
                    <a:pt x="2417" y="1582"/>
                  </a:cubicBezTo>
                  <a:cubicBezTo>
                    <a:pt x="2457" y="1606"/>
                    <a:pt x="2497" y="1634"/>
                    <a:pt x="2533" y="1658"/>
                  </a:cubicBezTo>
                  <a:cubicBezTo>
                    <a:pt x="2573" y="1686"/>
                    <a:pt x="2605" y="1714"/>
                    <a:pt x="2641" y="1738"/>
                  </a:cubicBezTo>
                  <a:cubicBezTo>
                    <a:pt x="2673" y="1762"/>
                    <a:pt x="2705" y="1786"/>
                    <a:pt x="2733" y="1810"/>
                  </a:cubicBezTo>
                  <a:cubicBezTo>
                    <a:pt x="2745" y="1822"/>
                    <a:pt x="2761" y="1830"/>
                    <a:pt x="2773" y="1842"/>
                  </a:cubicBezTo>
                  <a:cubicBezTo>
                    <a:pt x="2761" y="1862"/>
                    <a:pt x="2749" y="1882"/>
                    <a:pt x="2741" y="1898"/>
                  </a:cubicBezTo>
                  <a:cubicBezTo>
                    <a:pt x="2689" y="1850"/>
                    <a:pt x="2641" y="1798"/>
                    <a:pt x="2581" y="1754"/>
                  </a:cubicBezTo>
                  <a:cubicBezTo>
                    <a:pt x="2557" y="1734"/>
                    <a:pt x="2533" y="1714"/>
                    <a:pt x="2509" y="1698"/>
                  </a:cubicBezTo>
                  <a:lnTo>
                    <a:pt x="2433" y="1642"/>
                  </a:lnTo>
                  <a:cubicBezTo>
                    <a:pt x="2377" y="1602"/>
                    <a:pt x="2317" y="1570"/>
                    <a:pt x="2253" y="1546"/>
                  </a:cubicBezTo>
                  <a:cubicBezTo>
                    <a:pt x="2211" y="1530"/>
                    <a:pt x="2167" y="1522"/>
                    <a:pt x="2123" y="1522"/>
                  </a:cubicBezTo>
                  <a:cubicBezTo>
                    <a:pt x="2088" y="1522"/>
                    <a:pt x="2052" y="1527"/>
                    <a:pt x="2017" y="1538"/>
                  </a:cubicBezTo>
                  <a:cubicBezTo>
                    <a:pt x="1949" y="1558"/>
                    <a:pt x="1889" y="1590"/>
                    <a:pt x="1829" y="1630"/>
                  </a:cubicBezTo>
                  <a:cubicBezTo>
                    <a:pt x="1721" y="1706"/>
                    <a:pt x="1629" y="1786"/>
                    <a:pt x="1533" y="1866"/>
                  </a:cubicBezTo>
                  <a:lnTo>
                    <a:pt x="1461" y="1926"/>
                  </a:lnTo>
                  <a:lnTo>
                    <a:pt x="1385" y="1998"/>
                  </a:lnTo>
                  <a:cubicBezTo>
                    <a:pt x="1365" y="2022"/>
                    <a:pt x="1341" y="2046"/>
                    <a:pt x="1321" y="2074"/>
                  </a:cubicBezTo>
                  <a:lnTo>
                    <a:pt x="1293" y="2114"/>
                  </a:lnTo>
                  <a:cubicBezTo>
                    <a:pt x="1281" y="2126"/>
                    <a:pt x="1273" y="2142"/>
                    <a:pt x="1265" y="2154"/>
                  </a:cubicBezTo>
                  <a:cubicBezTo>
                    <a:pt x="1201" y="2262"/>
                    <a:pt x="1149" y="2378"/>
                    <a:pt x="1113" y="2498"/>
                  </a:cubicBezTo>
                  <a:cubicBezTo>
                    <a:pt x="1109" y="2494"/>
                    <a:pt x="1105" y="2490"/>
                    <a:pt x="1101" y="2486"/>
                  </a:cubicBezTo>
                  <a:cubicBezTo>
                    <a:pt x="1093" y="2474"/>
                    <a:pt x="1085" y="2458"/>
                    <a:pt x="1077" y="2446"/>
                  </a:cubicBezTo>
                  <a:cubicBezTo>
                    <a:pt x="1069" y="2430"/>
                    <a:pt x="1061" y="2414"/>
                    <a:pt x="1053" y="2398"/>
                  </a:cubicBezTo>
                  <a:cubicBezTo>
                    <a:pt x="1049" y="2378"/>
                    <a:pt x="1041" y="2358"/>
                    <a:pt x="1037" y="2338"/>
                  </a:cubicBezTo>
                  <a:cubicBezTo>
                    <a:pt x="1029" y="2294"/>
                    <a:pt x="1029" y="2246"/>
                    <a:pt x="1037" y="2202"/>
                  </a:cubicBezTo>
                  <a:cubicBezTo>
                    <a:pt x="1037" y="2174"/>
                    <a:pt x="1045" y="2150"/>
                    <a:pt x="1053" y="2126"/>
                  </a:cubicBezTo>
                  <a:cubicBezTo>
                    <a:pt x="1061" y="2106"/>
                    <a:pt x="1073" y="2086"/>
                    <a:pt x="1085" y="2066"/>
                  </a:cubicBezTo>
                  <a:lnTo>
                    <a:pt x="1101" y="2046"/>
                  </a:lnTo>
                  <a:lnTo>
                    <a:pt x="1105" y="2042"/>
                  </a:lnTo>
                  <a:lnTo>
                    <a:pt x="1105" y="2038"/>
                  </a:lnTo>
                  <a:lnTo>
                    <a:pt x="1117" y="2022"/>
                  </a:lnTo>
                  <a:cubicBezTo>
                    <a:pt x="1125" y="2014"/>
                    <a:pt x="1129" y="2002"/>
                    <a:pt x="1137" y="1990"/>
                  </a:cubicBezTo>
                  <a:lnTo>
                    <a:pt x="1153" y="1958"/>
                  </a:lnTo>
                  <a:cubicBezTo>
                    <a:pt x="1169" y="1918"/>
                    <a:pt x="1181" y="1878"/>
                    <a:pt x="1189" y="1838"/>
                  </a:cubicBezTo>
                  <a:cubicBezTo>
                    <a:pt x="1205" y="1758"/>
                    <a:pt x="1221" y="1682"/>
                    <a:pt x="1233" y="1602"/>
                  </a:cubicBezTo>
                  <a:cubicBezTo>
                    <a:pt x="1249" y="1526"/>
                    <a:pt x="1257" y="1442"/>
                    <a:pt x="1269" y="1362"/>
                  </a:cubicBezTo>
                  <a:cubicBezTo>
                    <a:pt x="1281" y="1286"/>
                    <a:pt x="1305" y="1206"/>
                    <a:pt x="1341" y="1138"/>
                  </a:cubicBezTo>
                  <a:cubicBezTo>
                    <a:pt x="1349" y="1118"/>
                    <a:pt x="1361" y="1102"/>
                    <a:pt x="1373" y="1086"/>
                  </a:cubicBezTo>
                  <a:cubicBezTo>
                    <a:pt x="1381" y="1070"/>
                    <a:pt x="1393" y="1058"/>
                    <a:pt x="1405" y="1042"/>
                  </a:cubicBezTo>
                  <a:cubicBezTo>
                    <a:pt x="1421" y="1030"/>
                    <a:pt x="1433" y="1018"/>
                    <a:pt x="1445" y="1010"/>
                  </a:cubicBezTo>
                  <a:cubicBezTo>
                    <a:pt x="1461" y="998"/>
                    <a:pt x="1481" y="986"/>
                    <a:pt x="1497" y="978"/>
                  </a:cubicBezTo>
                  <a:cubicBezTo>
                    <a:pt x="1553" y="954"/>
                    <a:pt x="1617" y="938"/>
                    <a:pt x="1677" y="934"/>
                  </a:cubicBezTo>
                  <a:cubicBezTo>
                    <a:pt x="1721" y="928"/>
                    <a:pt x="1763" y="924"/>
                    <a:pt x="1805" y="924"/>
                  </a:cubicBezTo>
                  <a:close/>
                  <a:moveTo>
                    <a:pt x="2577" y="90"/>
                  </a:moveTo>
                  <a:cubicBezTo>
                    <a:pt x="2605" y="90"/>
                    <a:pt x="2637" y="98"/>
                    <a:pt x="2665" y="110"/>
                  </a:cubicBezTo>
                  <a:cubicBezTo>
                    <a:pt x="2725" y="138"/>
                    <a:pt x="2785" y="174"/>
                    <a:pt x="2837" y="218"/>
                  </a:cubicBezTo>
                  <a:cubicBezTo>
                    <a:pt x="2941" y="306"/>
                    <a:pt x="3033" y="410"/>
                    <a:pt x="3113" y="522"/>
                  </a:cubicBezTo>
                  <a:cubicBezTo>
                    <a:pt x="3265" y="746"/>
                    <a:pt x="3385" y="990"/>
                    <a:pt x="3461" y="1246"/>
                  </a:cubicBezTo>
                  <a:cubicBezTo>
                    <a:pt x="3537" y="1486"/>
                    <a:pt x="3589" y="1734"/>
                    <a:pt x="3625" y="1982"/>
                  </a:cubicBezTo>
                  <a:lnTo>
                    <a:pt x="3629" y="2002"/>
                  </a:lnTo>
                  <a:lnTo>
                    <a:pt x="3629" y="2002"/>
                  </a:lnTo>
                  <a:lnTo>
                    <a:pt x="3613" y="1978"/>
                  </a:lnTo>
                  <a:cubicBezTo>
                    <a:pt x="3613" y="1966"/>
                    <a:pt x="3609" y="1954"/>
                    <a:pt x="3605" y="1938"/>
                  </a:cubicBezTo>
                  <a:cubicBezTo>
                    <a:pt x="3597" y="1898"/>
                    <a:pt x="3585" y="1850"/>
                    <a:pt x="3569" y="1802"/>
                  </a:cubicBezTo>
                  <a:cubicBezTo>
                    <a:pt x="3553" y="1754"/>
                    <a:pt x="3537" y="1702"/>
                    <a:pt x="3513" y="1654"/>
                  </a:cubicBezTo>
                  <a:cubicBezTo>
                    <a:pt x="3469" y="1546"/>
                    <a:pt x="3417" y="1446"/>
                    <a:pt x="3361" y="1346"/>
                  </a:cubicBezTo>
                  <a:cubicBezTo>
                    <a:pt x="3301" y="1246"/>
                    <a:pt x="3241" y="1146"/>
                    <a:pt x="3177" y="1058"/>
                  </a:cubicBezTo>
                  <a:cubicBezTo>
                    <a:pt x="3117" y="970"/>
                    <a:pt x="3053" y="886"/>
                    <a:pt x="3001" y="818"/>
                  </a:cubicBezTo>
                  <a:cubicBezTo>
                    <a:pt x="2949" y="750"/>
                    <a:pt x="2901" y="694"/>
                    <a:pt x="2865" y="658"/>
                  </a:cubicBezTo>
                  <a:cubicBezTo>
                    <a:pt x="2833" y="618"/>
                    <a:pt x="2813" y="598"/>
                    <a:pt x="2813" y="598"/>
                  </a:cubicBezTo>
                  <a:lnTo>
                    <a:pt x="2813" y="598"/>
                  </a:lnTo>
                  <a:lnTo>
                    <a:pt x="2973" y="838"/>
                  </a:lnTo>
                  <a:cubicBezTo>
                    <a:pt x="3021" y="910"/>
                    <a:pt x="3073" y="998"/>
                    <a:pt x="3133" y="1090"/>
                  </a:cubicBezTo>
                  <a:cubicBezTo>
                    <a:pt x="3193" y="1182"/>
                    <a:pt x="3249" y="1278"/>
                    <a:pt x="3305" y="1378"/>
                  </a:cubicBezTo>
                  <a:cubicBezTo>
                    <a:pt x="3361" y="1478"/>
                    <a:pt x="3417" y="1578"/>
                    <a:pt x="3461" y="1678"/>
                  </a:cubicBezTo>
                  <a:cubicBezTo>
                    <a:pt x="3485" y="1726"/>
                    <a:pt x="3505" y="1774"/>
                    <a:pt x="3525" y="1818"/>
                  </a:cubicBezTo>
                  <a:cubicBezTo>
                    <a:pt x="3533" y="1834"/>
                    <a:pt x="3537" y="1850"/>
                    <a:pt x="3545" y="1866"/>
                  </a:cubicBezTo>
                  <a:cubicBezTo>
                    <a:pt x="3450" y="1729"/>
                    <a:pt x="3349" y="1629"/>
                    <a:pt x="3306" y="1629"/>
                  </a:cubicBezTo>
                  <a:cubicBezTo>
                    <a:pt x="3271" y="1629"/>
                    <a:pt x="3274" y="1695"/>
                    <a:pt x="3349" y="1862"/>
                  </a:cubicBezTo>
                  <a:cubicBezTo>
                    <a:pt x="3457" y="2098"/>
                    <a:pt x="3521" y="2438"/>
                    <a:pt x="3549" y="2786"/>
                  </a:cubicBezTo>
                  <a:cubicBezTo>
                    <a:pt x="3537" y="2730"/>
                    <a:pt x="3521" y="2670"/>
                    <a:pt x="3501" y="2614"/>
                  </a:cubicBezTo>
                  <a:cubicBezTo>
                    <a:pt x="3425" y="2390"/>
                    <a:pt x="3325" y="2178"/>
                    <a:pt x="3209" y="1974"/>
                  </a:cubicBezTo>
                  <a:cubicBezTo>
                    <a:pt x="3073" y="1750"/>
                    <a:pt x="2921" y="1542"/>
                    <a:pt x="2745" y="1346"/>
                  </a:cubicBezTo>
                  <a:cubicBezTo>
                    <a:pt x="2657" y="1246"/>
                    <a:pt x="2561" y="1146"/>
                    <a:pt x="2461" y="1050"/>
                  </a:cubicBezTo>
                  <a:cubicBezTo>
                    <a:pt x="2413" y="1002"/>
                    <a:pt x="2361" y="954"/>
                    <a:pt x="2305" y="910"/>
                  </a:cubicBezTo>
                  <a:lnTo>
                    <a:pt x="2233" y="846"/>
                  </a:lnTo>
                  <a:cubicBezTo>
                    <a:pt x="2221" y="834"/>
                    <a:pt x="2213" y="814"/>
                    <a:pt x="2209" y="798"/>
                  </a:cubicBezTo>
                  <a:cubicBezTo>
                    <a:pt x="2201" y="738"/>
                    <a:pt x="2205" y="682"/>
                    <a:pt x="2221" y="626"/>
                  </a:cubicBezTo>
                  <a:cubicBezTo>
                    <a:pt x="2237" y="562"/>
                    <a:pt x="2261" y="498"/>
                    <a:pt x="2289" y="438"/>
                  </a:cubicBezTo>
                  <a:cubicBezTo>
                    <a:pt x="2337" y="318"/>
                    <a:pt x="2413" y="210"/>
                    <a:pt x="2513" y="122"/>
                  </a:cubicBezTo>
                  <a:cubicBezTo>
                    <a:pt x="2517" y="114"/>
                    <a:pt x="2525" y="110"/>
                    <a:pt x="2533" y="106"/>
                  </a:cubicBezTo>
                  <a:lnTo>
                    <a:pt x="2537" y="102"/>
                  </a:lnTo>
                  <a:lnTo>
                    <a:pt x="2545" y="98"/>
                  </a:lnTo>
                  <a:cubicBezTo>
                    <a:pt x="2553" y="94"/>
                    <a:pt x="2565" y="90"/>
                    <a:pt x="2577" y="90"/>
                  </a:cubicBezTo>
                  <a:close/>
                  <a:moveTo>
                    <a:pt x="2106" y="1706"/>
                  </a:moveTo>
                  <a:cubicBezTo>
                    <a:pt x="2134" y="1706"/>
                    <a:pt x="2162" y="1711"/>
                    <a:pt x="2189" y="1722"/>
                  </a:cubicBezTo>
                  <a:cubicBezTo>
                    <a:pt x="2237" y="1746"/>
                    <a:pt x="2281" y="1774"/>
                    <a:pt x="2325" y="1806"/>
                  </a:cubicBezTo>
                  <a:lnTo>
                    <a:pt x="2393" y="1854"/>
                  </a:lnTo>
                  <a:cubicBezTo>
                    <a:pt x="2417" y="1874"/>
                    <a:pt x="2437" y="1890"/>
                    <a:pt x="2457" y="1910"/>
                  </a:cubicBezTo>
                  <a:cubicBezTo>
                    <a:pt x="2541" y="1986"/>
                    <a:pt x="2621" y="2066"/>
                    <a:pt x="2697" y="2146"/>
                  </a:cubicBezTo>
                  <a:cubicBezTo>
                    <a:pt x="2769" y="2226"/>
                    <a:pt x="2841" y="2306"/>
                    <a:pt x="2909" y="2390"/>
                  </a:cubicBezTo>
                  <a:cubicBezTo>
                    <a:pt x="3033" y="2542"/>
                    <a:pt x="3149" y="2702"/>
                    <a:pt x="3249" y="2874"/>
                  </a:cubicBezTo>
                  <a:cubicBezTo>
                    <a:pt x="3337" y="3014"/>
                    <a:pt x="3409" y="3166"/>
                    <a:pt x="3461" y="3322"/>
                  </a:cubicBezTo>
                  <a:cubicBezTo>
                    <a:pt x="3501" y="3438"/>
                    <a:pt x="3525" y="3554"/>
                    <a:pt x="3537" y="3674"/>
                  </a:cubicBezTo>
                  <a:lnTo>
                    <a:pt x="3537" y="3734"/>
                  </a:lnTo>
                  <a:cubicBezTo>
                    <a:pt x="3537" y="3754"/>
                    <a:pt x="3533" y="3786"/>
                    <a:pt x="3533" y="3810"/>
                  </a:cubicBezTo>
                  <a:lnTo>
                    <a:pt x="3533" y="3818"/>
                  </a:lnTo>
                  <a:cubicBezTo>
                    <a:pt x="3505" y="3310"/>
                    <a:pt x="3057" y="2862"/>
                    <a:pt x="3057" y="2862"/>
                  </a:cubicBezTo>
                  <a:lnTo>
                    <a:pt x="3057" y="2862"/>
                  </a:lnTo>
                  <a:cubicBezTo>
                    <a:pt x="3057" y="2862"/>
                    <a:pt x="3069" y="2894"/>
                    <a:pt x="3085" y="2942"/>
                  </a:cubicBezTo>
                  <a:cubicBezTo>
                    <a:pt x="3073" y="2926"/>
                    <a:pt x="3061" y="2910"/>
                    <a:pt x="3049" y="2890"/>
                  </a:cubicBezTo>
                  <a:cubicBezTo>
                    <a:pt x="3017" y="2854"/>
                    <a:pt x="2985" y="2814"/>
                    <a:pt x="2953" y="2778"/>
                  </a:cubicBezTo>
                  <a:cubicBezTo>
                    <a:pt x="2921" y="2742"/>
                    <a:pt x="2885" y="2710"/>
                    <a:pt x="2853" y="2674"/>
                  </a:cubicBezTo>
                  <a:cubicBezTo>
                    <a:pt x="2789" y="2606"/>
                    <a:pt x="2725" y="2550"/>
                    <a:pt x="2669" y="2502"/>
                  </a:cubicBezTo>
                  <a:cubicBezTo>
                    <a:pt x="2613" y="2450"/>
                    <a:pt x="2565" y="2414"/>
                    <a:pt x="2529" y="2386"/>
                  </a:cubicBezTo>
                  <a:cubicBezTo>
                    <a:pt x="2497" y="2362"/>
                    <a:pt x="2477" y="2346"/>
                    <a:pt x="2477" y="2346"/>
                  </a:cubicBezTo>
                  <a:lnTo>
                    <a:pt x="2477" y="2346"/>
                  </a:lnTo>
                  <a:cubicBezTo>
                    <a:pt x="2477" y="2346"/>
                    <a:pt x="2545" y="2418"/>
                    <a:pt x="2645" y="2526"/>
                  </a:cubicBezTo>
                  <a:cubicBezTo>
                    <a:pt x="2693" y="2582"/>
                    <a:pt x="2753" y="2642"/>
                    <a:pt x="2813" y="2710"/>
                  </a:cubicBezTo>
                  <a:cubicBezTo>
                    <a:pt x="2873" y="2782"/>
                    <a:pt x="2937" y="2854"/>
                    <a:pt x="2997" y="2930"/>
                  </a:cubicBezTo>
                  <a:cubicBezTo>
                    <a:pt x="3053" y="2998"/>
                    <a:pt x="3101" y="3066"/>
                    <a:pt x="3149" y="3130"/>
                  </a:cubicBezTo>
                  <a:cubicBezTo>
                    <a:pt x="3197" y="3306"/>
                    <a:pt x="3241" y="3506"/>
                    <a:pt x="3177" y="3542"/>
                  </a:cubicBezTo>
                  <a:cubicBezTo>
                    <a:pt x="3149" y="3558"/>
                    <a:pt x="3121" y="3562"/>
                    <a:pt x="3089" y="3562"/>
                  </a:cubicBezTo>
                  <a:lnTo>
                    <a:pt x="3073" y="3550"/>
                  </a:lnTo>
                  <a:lnTo>
                    <a:pt x="2953" y="3470"/>
                  </a:lnTo>
                  <a:cubicBezTo>
                    <a:pt x="2909" y="3446"/>
                    <a:pt x="2861" y="3418"/>
                    <a:pt x="2813" y="3390"/>
                  </a:cubicBezTo>
                  <a:cubicBezTo>
                    <a:pt x="2765" y="3366"/>
                    <a:pt x="2713" y="3342"/>
                    <a:pt x="2665" y="3314"/>
                  </a:cubicBezTo>
                  <a:cubicBezTo>
                    <a:pt x="2613" y="3290"/>
                    <a:pt x="2557" y="3266"/>
                    <a:pt x="2501" y="3246"/>
                  </a:cubicBezTo>
                  <a:cubicBezTo>
                    <a:pt x="2449" y="3226"/>
                    <a:pt x="2393" y="3202"/>
                    <a:pt x="2337" y="3182"/>
                  </a:cubicBezTo>
                  <a:cubicBezTo>
                    <a:pt x="2281" y="3166"/>
                    <a:pt x="2229" y="3146"/>
                    <a:pt x="2177" y="3130"/>
                  </a:cubicBezTo>
                  <a:cubicBezTo>
                    <a:pt x="2069" y="3098"/>
                    <a:pt x="1969" y="3074"/>
                    <a:pt x="1885" y="3054"/>
                  </a:cubicBezTo>
                  <a:cubicBezTo>
                    <a:pt x="1713" y="3014"/>
                    <a:pt x="1597" y="2998"/>
                    <a:pt x="1597" y="2998"/>
                  </a:cubicBezTo>
                  <a:lnTo>
                    <a:pt x="1597" y="2998"/>
                  </a:lnTo>
                  <a:lnTo>
                    <a:pt x="1673" y="3022"/>
                  </a:lnTo>
                  <a:lnTo>
                    <a:pt x="1873" y="3086"/>
                  </a:lnTo>
                  <a:cubicBezTo>
                    <a:pt x="1957" y="3114"/>
                    <a:pt x="2053" y="3146"/>
                    <a:pt x="2157" y="3182"/>
                  </a:cubicBezTo>
                  <a:cubicBezTo>
                    <a:pt x="2205" y="3202"/>
                    <a:pt x="2261" y="3222"/>
                    <a:pt x="2313" y="3242"/>
                  </a:cubicBezTo>
                  <a:cubicBezTo>
                    <a:pt x="2369" y="3262"/>
                    <a:pt x="2421" y="3282"/>
                    <a:pt x="2477" y="3306"/>
                  </a:cubicBezTo>
                  <a:cubicBezTo>
                    <a:pt x="2529" y="3326"/>
                    <a:pt x="2585" y="3350"/>
                    <a:pt x="2637" y="3370"/>
                  </a:cubicBezTo>
                  <a:lnTo>
                    <a:pt x="2785" y="3442"/>
                  </a:lnTo>
                  <a:lnTo>
                    <a:pt x="2929" y="3510"/>
                  </a:lnTo>
                  <a:lnTo>
                    <a:pt x="3017" y="3562"/>
                  </a:lnTo>
                  <a:cubicBezTo>
                    <a:pt x="2968" y="3560"/>
                    <a:pt x="2916" y="3556"/>
                    <a:pt x="2868" y="3556"/>
                  </a:cubicBezTo>
                  <a:cubicBezTo>
                    <a:pt x="2752" y="3556"/>
                    <a:pt x="2662" y="3579"/>
                    <a:pt x="2713" y="3710"/>
                  </a:cubicBezTo>
                  <a:cubicBezTo>
                    <a:pt x="2801" y="3934"/>
                    <a:pt x="3313" y="4010"/>
                    <a:pt x="3469" y="4026"/>
                  </a:cubicBezTo>
                  <a:cubicBezTo>
                    <a:pt x="3417" y="4034"/>
                    <a:pt x="3313" y="4042"/>
                    <a:pt x="3169" y="4054"/>
                  </a:cubicBezTo>
                  <a:cubicBezTo>
                    <a:pt x="3061" y="4062"/>
                    <a:pt x="2929" y="4070"/>
                    <a:pt x="2777" y="4078"/>
                  </a:cubicBezTo>
                  <a:cubicBezTo>
                    <a:pt x="2715" y="4079"/>
                    <a:pt x="2654" y="4080"/>
                    <a:pt x="2593" y="4080"/>
                  </a:cubicBezTo>
                  <a:cubicBezTo>
                    <a:pt x="2486" y="4080"/>
                    <a:pt x="2379" y="4078"/>
                    <a:pt x="2273" y="4070"/>
                  </a:cubicBezTo>
                  <a:cubicBezTo>
                    <a:pt x="2077" y="4062"/>
                    <a:pt x="1885" y="4026"/>
                    <a:pt x="1701" y="3966"/>
                  </a:cubicBezTo>
                  <a:cubicBezTo>
                    <a:pt x="1657" y="3950"/>
                    <a:pt x="1609" y="3930"/>
                    <a:pt x="1565" y="3906"/>
                  </a:cubicBezTo>
                  <a:cubicBezTo>
                    <a:pt x="1541" y="3894"/>
                    <a:pt x="1521" y="3878"/>
                    <a:pt x="1501" y="3866"/>
                  </a:cubicBezTo>
                  <a:lnTo>
                    <a:pt x="1493" y="3862"/>
                  </a:lnTo>
                  <a:lnTo>
                    <a:pt x="1489" y="3858"/>
                  </a:lnTo>
                  <a:lnTo>
                    <a:pt x="1473" y="3846"/>
                  </a:lnTo>
                  <a:lnTo>
                    <a:pt x="1441" y="3818"/>
                  </a:lnTo>
                  <a:cubicBezTo>
                    <a:pt x="1417" y="3802"/>
                    <a:pt x="1397" y="3782"/>
                    <a:pt x="1377" y="3762"/>
                  </a:cubicBezTo>
                  <a:lnTo>
                    <a:pt x="1329" y="3706"/>
                  </a:lnTo>
                  <a:cubicBezTo>
                    <a:pt x="1309" y="3686"/>
                    <a:pt x="1293" y="3662"/>
                    <a:pt x="1277" y="3642"/>
                  </a:cubicBezTo>
                  <a:cubicBezTo>
                    <a:pt x="1261" y="3622"/>
                    <a:pt x="1245" y="3598"/>
                    <a:pt x="1229" y="3574"/>
                  </a:cubicBezTo>
                  <a:cubicBezTo>
                    <a:pt x="1117" y="3366"/>
                    <a:pt x="1073" y="3126"/>
                    <a:pt x="1097" y="2890"/>
                  </a:cubicBezTo>
                  <a:cubicBezTo>
                    <a:pt x="1117" y="2646"/>
                    <a:pt x="1205" y="2414"/>
                    <a:pt x="1353" y="2218"/>
                  </a:cubicBezTo>
                  <a:cubicBezTo>
                    <a:pt x="1361" y="2206"/>
                    <a:pt x="1369" y="2194"/>
                    <a:pt x="1381" y="2182"/>
                  </a:cubicBezTo>
                  <a:lnTo>
                    <a:pt x="1409" y="2150"/>
                  </a:lnTo>
                  <a:cubicBezTo>
                    <a:pt x="1429" y="2130"/>
                    <a:pt x="1453" y="2110"/>
                    <a:pt x="1473" y="2090"/>
                  </a:cubicBezTo>
                  <a:lnTo>
                    <a:pt x="1541" y="2034"/>
                  </a:lnTo>
                  <a:lnTo>
                    <a:pt x="1621" y="1986"/>
                  </a:lnTo>
                  <a:cubicBezTo>
                    <a:pt x="1725" y="1914"/>
                    <a:pt x="1825" y="1838"/>
                    <a:pt x="1925" y="1778"/>
                  </a:cubicBezTo>
                  <a:cubicBezTo>
                    <a:pt x="1969" y="1750"/>
                    <a:pt x="2013" y="1726"/>
                    <a:pt x="2065" y="1710"/>
                  </a:cubicBezTo>
                  <a:cubicBezTo>
                    <a:pt x="2078" y="1707"/>
                    <a:pt x="2092" y="1706"/>
                    <a:pt x="2106" y="1706"/>
                  </a:cubicBezTo>
                  <a:close/>
                  <a:moveTo>
                    <a:pt x="3193" y="4134"/>
                  </a:moveTo>
                  <a:lnTo>
                    <a:pt x="3177" y="4138"/>
                  </a:lnTo>
                  <a:lnTo>
                    <a:pt x="3165" y="4138"/>
                  </a:lnTo>
                  <a:lnTo>
                    <a:pt x="3181" y="4134"/>
                  </a:lnTo>
                  <a:close/>
                  <a:moveTo>
                    <a:pt x="1125" y="3574"/>
                  </a:moveTo>
                  <a:cubicBezTo>
                    <a:pt x="1133" y="3590"/>
                    <a:pt x="1137" y="3606"/>
                    <a:pt x="1145" y="3622"/>
                  </a:cubicBezTo>
                  <a:cubicBezTo>
                    <a:pt x="1157" y="3650"/>
                    <a:pt x="1173" y="3678"/>
                    <a:pt x="1185" y="3706"/>
                  </a:cubicBezTo>
                  <a:cubicBezTo>
                    <a:pt x="1197" y="3734"/>
                    <a:pt x="1213" y="3762"/>
                    <a:pt x="1233" y="3786"/>
                  </a:cubicBezTo>
                  <a:lnTo>
                    <a:pt x="1289" y="3866"/>
                  </a:lnTo>
                  <a:cubicBezTo>
                    <a:pt x="1305" y="3886"/>
                    <a:pt x="1325" y="3910"/>
                    <a:pt x="1349" y="3930"/>
                  </a:cubicBezTo>
                  <a:cubicBezTo>
                    <a:pt x="1433" y="4018"/>
                    <a:pt x="1533" y="4086"/>
                    <a:pt x="1649" y="4130"/>
                  </a:cubicBezTo>
                  <a:cubicBezTo>
                    <a:pt x="1769" y="4174"/>
                    <a:pt x="1893" y="4206"/>
                    <a:pt x="2025" y="4222"/>
                  </a:cubicBezTo>
                  <a:cubicBezTo>
                    <a:pt x="1925" y="4290"/>
                    <a:pt x="1797" y="4402"/>
                    <a:pt x="1789" y="4498"/>
                  </a:cubicBezTo>
                  <a:lnTo>
                    <a:pt x="1789" y="4506"/>
                  </a:lnTo>
                  <a:lnTo>
                    <a:pt x="1777" y="4506"/>
                  </a:lnTo>
                  <a:lnTo>
                    <a:pt x="1669" y="4510"/>
                  </a:lnTo>
                  <a:cubicBezTo>
                    <a:pt x="1651" y="4512"/>
                    <a:pt x="1631" y="4512"/>
                    <a:pt x="1610" y="4512"/>
                  </a:cubicBezTo>
                  <a:cubicBezTo>
                    <a:pt x="1590" y="4512"/>
                    <a:pt x="1569" y="4512"/>
                    <a:pt x="1549" y="4514"/>
                  </a:cubicBezTo>
                  <a:cubicBezTo>
                    <a:pt x="1534" y="4515"/>
                    <a:pt x="1520" y="4516"/>
                    <a:pt x="1506" y="4516"/>
                  </a:cubicBezTo>
                  <a:cubicBezTo>
                    <a:pt x="1478" y="4516"/>
                    <a:pt x="1450" y="4514"/>
                    <a:pt x="1421" y="4514"/>
                  </a:cubicBezTo>
                  <a:cubicBezTo>
                    <a:pt x="1377" y="4514"/>
                    <a:pt x="1333" y="4514"/>
                    <a:pt x="1289" y="4510"/>
                  </a:cubicBezTo>
                  <a:cubicBezTo>
                    <a:pt x="1245" y="4506"/>
                    <a:pt x="1197" y="4506"/>
                    <a:pt x="1153" y="4502"/>
                  </a:cubicBezTo>
                  <a:cubicBezTo>
                    <a:pt x="1113" y="4498"/>
                    <a:pt x="1069" y="4490"/>
                    <a:pt x="1029" y="4486"/>
                  </a:cubicBezTo>
                  <a:cubicBezTo>
                    <a:pt x="985" y="4482"/>
                    <a:pt x="949" y="4470"/>
                    <a:pt x="909" y="4462"/>
                  </a:cubicBezTo>
                  <a:cubicBezTo>
                    <a:pt x="873" y="4454"/>
                    <a:pt x="837" y="4446"/>
                    <a:pt x="805" y="4434"/>
                  </a:cubicBezTo>
                  <a:cubicBezTo>
                    <a:pt x="753" y="4422"/>
                    <a:pt x="705" y="4402"/>
                    <a:pt x="657" y="4378"/>
                  </a:cubicBezTo>
                  <a:cubicBezTo>
                    <a:pt x="637" y="4370"/>
                    <a:pt x="617" y="4358"/>
                    <a:pt x="601" y="4350"/>
                  </a:cubicBezTo>
                  <a:lnTo>
                    <a:pt x="601" y="4350"/>
                  </a:lnTo>
                  <a:cubicBezTo>
                    <a:pt x="617" y="4362"/>
                    <a:pt x="633" y="4378"/>
                    <a:pt x="653" y="4390"/>
                  </a:cubicBezTo>
                  <a:cubicBezTo>
                    <a:pt x="669" y="4402"/>
                    <a:pt x="689" y="4414"/>
                    <a:pt x="713" y="4430"/>
                  </a:cubicBezTo>
                  <a:cubicBezTo>
                    <a:pt x="741" y="4442"/>
                    <a:pt x="769" y="4458"/>
                    <a:pt x="797" y="4470"/>
                  </a:cubicBezTo>
                  <a:cubicBezTo>
                    <a:pt x="829" y="4486"/>
                    <a:pt x="865" y="4498"/>
                    <a:pt x="901" y="4510"/>
                  </a:cubicBezTo>
                  <a:cubicBezTo>
                    <a:pt x="937" y="4522"/>
                    <a:pt x="977" y="4534"/>
                    <a:pt x="1021" y="4542"/>
                  </a:cubicBezTo>
                  <a:cubicBezTo>
                    <a:pt x="1061" y="4550"/>
                    <a:pt x="1105" y="4558"/>
                    <a:pt x="1149" y="4562"/>
                  </a:cubicBezTo>
                  <a:cubicBezTo>
                    <a:pt x="1197" y="4570"/>
                    <a:pt x="1241" y="4574"/>
                    <a:pt x="1285" y="4574"/>
                  </a:cubicBezTo>
                  <a:cubicBezTo>
                    <a:pt x="1309" y="4576"/>
                    <a:pt x="1332" y="4577"/>
                    <a:pt x="1355" y="4577"/>
                  </a:cubicBezTo>
                  <a:cubicBezTo>
                    <a:pt x="1378" y="4577"/>
                    <a:pt x="1401" y="4576"/>
                    <a:pt x="1425" y="4574"/>
                  </a:cubicBezTo>
                  <a:cubicBezTo>
                    <a:pt x="1465" y="4574"/>
                    <a:pt x="1509" y="4574"/>
                    <a:pt x="1553" y="4570"/>
                  </a:cubicBezTo>
                  <a:cubicBezTo>
                    <a:pt x="1597" y="4566"/>
                    <a:pt x="1637" y="4562"/>
                    <a:pt x="1677" y="4554"/>
                  </a:cubicBezTo>
                  <a:lnTo>
                    <a:pt x="1785" y="4538"/>
                  </a:lnTo>
                  <a:lnTo>
                    <a:pt x="1805" y="4534"/>
                  </a:lnTo>
                  <a:cubicBezTo>
                    <a:pt x="1813" y="4542"/>
                    <a:pt x="1821" y="4550"/>
                    <a:pt x="1829" y="4554"/>
                  </a:cubicBezTo>
                  <a:cubicBezTo>
                    <a:pt x="1753" y="4574"/>
                    <a:pt x="1673" y="4594"/>
                    <a:pt x="1593" y="4610"/>
                  </a:cubicBezTo>
                  <a:cubicBezTo>
                    <a:pt x="1537" y="4626"/>
                    <a:pt x="1481" y="4638"/>
                    <a:pt x="1421" y="4646"/>
                  </a:cubicBezTo>
                  <a:cubicBezTo>
                    <a:pt x="1365" y="4658"/>
                    <a:pt x="1305" y="4674"/>
                    <a:pt x="1245" y="4682"/>
                  </a:cubicBezTo>
                  <a:lnTo>
                    <a:pt x="1061" y="4714"/>
                  </a:lnTo>
                  <a:cubicBezTo>
                    <a:pt x="997" y="4730"/>
                    <a:pt x="933" y="4746"/>
                    <a:pt x="869" y="4770"/>
                  </a:cubicBezTo>
                  <a:cubicBezTo>
                    <a:pt x="693" y="4842"/>
                    <a:pt x="533" y="4946"/>
                    <a:pt x="401" y="5082"/>
                  </a:cubicBezTo>
                  <a:cubicBezTo>
                    <a:pt x="377" y="5078"/>
                    <a:pt x="357" y="5074"/>
                    <a:pt x="333" y="5070"/>
                  </a:cubicBezTo>
                  <a:cubicBezTo>
                    <a:pt x="301" y="5062"/>
                    <a:pt x="269" y="5046"/>
                    <a:pt x="245" y="5026"/>
                  </a:cubicBezTo>
                  <a:lnTo>
                    <a:pt x="241" y="5026"/>
                  </a:lnTo>
                  <a:cubicBezTo>
                    <a:pt x="217" y="5002"/>
                    <a:pt x="201" y="4970"/>
                    <a:pt x="193" y="4938"/>
                  </a:cubicBezTo>
                  <a:cubicBezTo>
                    <a:pt x="181" y="4890"/>
                    <a:pt x="173" y="4842"/>
                    <a:pt x="169" y="4794"/>
                  </a:cubicBezTo>
                  <a:lnTo>
                    <a:pt x="169" y="4782"/>
                  </a:lnTo>
                  <a:lnTo>
                    <a:pt x="169" y="4778"/>
                  </a:lnTo>
                  <a:lnTo>
                    <a:pt x="169" y="4754"/>
                  </a:lnTo>
                  <a:cubicBezTo>
                    <a:pt x="169" y="4738"/>
                    <a:pt x="165" y="4718"/>
                    <a:pt x="165" y="4702"/>
                  </a:cubicBezTo>
                  <a:cubicBezTo>
                    <a:pt x="165" y="4674"/>
                    <a:pt x="161" y="4642"/>
                    <a:pt x="161" y="4610"/>
                  </a:cubicBezTo>
                  <a:cubicBezTo>
                    <a:pt x="161" y="4542"/>
                    <a:pt x="173" y="4474"/>
                    <a:pt x="201" y="4410"/>
                  </a:cubicBezTo>
                  <a:cubicBezTo>
                    <a:pt x="233" y="4342"/>
                    <a:pt x="269" y="4282"/>
                    <a:pt x="317" y="4230"/>
                  </a:cubicBezTo>
                  <a:cubicBezTo>
                    <a:pt x="365" y="4174"/>
                    <a:pt x="417" y="4122"/>
                    <a:pt x="457" y="4066"/>
                  </a:cubicBezTo>
                  <a:cubicBezTo>
                    <a:pt x="501" y="4014"/>
                    <a:pt x="549" y="3962"/>
                    <a:pt x="597" y="3918"/>
                  </a:cubicBezTo>
                  <a:lnTo>
                    <a:pt x="725" y="3786"/>
                  </a:lnTo>
                  <a:cubicBezTo>
                    <a:pt x="745" y="3766"/>
                    <a:pt x="769" y="3750"/>
                    <a:pt x="781" y="3738"/>
                  </a:cubicBezTo>
                  <a:lnTo>
                    <a:pt x="817" y="3714"/>
                  </a:lnTo>
                  <a:lnTo>
                    <a:pt x="845" y="3694"/>
                  </a:lnTo>
                  <a:cubicBezTo>
                    <a:pt x="913" y="3650"/>
                    <a:pt x="989" y="3618"/>
                    <a:pt x="1069" y="3590"/>
                  </a:cubicBezTo>
                  <a:lnTo>
                    <a:pt x="1125" y="3574"/>
                  </a:lnTo>
                  <a:close/>
                  <a:moveTo>
                    <a:pt x="3793" y="1966"/>
                  </a:moveTo>
                  <a:cubicBezTo>
                    <a:pt x="3841" y="2006"/>
                    <a:pt x="3877" y="2058"/>
                    <a:pt x="3905" y="2118"/>
                  </a:cubicBezTo>
                  <a:cubicBezTo>
                    <a:pt x="3921" y="2146"/>
                    <a:pt x="3933" y="2178"/>
                    <a:pt x="3941" y="2206"/>
                  </a:cubicBezTo>
                  <a:cubicBezTo>
                    <a:pt x="3953" y="2238"/>
                    <a:pt x="3961" y="2270"/>
                    <a:pt x="3969" y="2302"/>
                  </a:cubicBezTo>
                  <a:cubicBezTo>
                    <a:pt x="3973" y="2334"/>
                    <a:pt x="3977" y="2366"/>
                    <a:pt x="3981" y="2398"/>
                  </a:cubicBezTo>
                  <a:cubicBezTo>
                    <a:pt x="3985" y="2430"/>
                    <a:pt x="3989" y="2462"/>
                    <a:pt x="3989" y="2494"/>
                  </a:cubicBezTo>
                  <a:cubicBezTo>
                    <a:pt x="3989" y="2526"/>
                    <a:pt x="3989" y="2562"/>
                    <a:pt x="3985" y="2594"/>
                  </a:cubicBezTo>
                  <a:cubicBezTo>
                    <a:pt x="3985" y="2626"/>
                    <a:pt x="3981" y="2662"/>
                    <a:pt x="3981" y="2694"/>
                  </a:cubicBezTo>
                  <a:lnTo>
                    <a:pt x="3953" y="3106"/>
                  </a:lnTo>
                  <a:lnTo>
                    <a:pt x="3937" y="3310"/>
                  </a:lnTo>
                  <a:lnTo>
                    <a:pt x="3929" y="3514"/>
                  </a:lnTo>
                  <a:lnTo>
                    <a:pt x="3929" y="3550"/>
                  </a:lnTo>
                  <a:lnTo>
                    <a:pt x="3949" y="3570"/>
                  </a:lnTo>
                  <a:cubicBezTo>
                    <a:pt x="3977" y="3598"/>
                    <a:pt x="4001" y="3618"/>
                    <a:pt x="4029" y="3646"/>
                  </a:cubicBezTo>
                  <a:cubicBezTo>
                    <a:pt x="4057" y="3670"/>
                    <a:pt x="4081" y="3690"/>
                    <a:pt x="4109" y="3714"/>
                  </a:cubicBezTo>
                  <a:cubicBezTo>
                    <a:pt x="4161" y="3762"/>
                    <a:pt x="4217" y="3802"/>
                    <a:pt x="4273" y="3846"/>
                  </a:cubicBezTo>
                  <a:cubicBezTo>
                    <a:pt x="4329" y="3886"/>
                    <a:pt x="4385" y="3930"/>
                    <a:pt x="4441" y="3970"/>
                  </a:cubicBezTo>
                  <a:lnTo>
                    <a:pt x="4529" y="4030"/>
                  </a:lnTo>
                  <a:cubicBezTo>
                    <a:pt x="4557" y="4050"/>
                    <a:pt x="4581" y="4070"/>
                    <a:pt x="4609" y="4090"/>
                  </a:cubicBezTo>
                  <a:cubicBezTo>
                    <a:pt x="4637" y="4110"/>
                    <a:pt x="4661" y="4134"/>
                    <a:pt x="4685" y="4158"/>
                  </a:cubicBezTo>
                  <a:cubicBezTo>
                    <a:pt x="4709" y="4182"/>
                    <a:pt x="4733" y="4206"/>
                    <a:pt x="4753" y="4234"/>
                  </a:cubicBezTo>
                  <a:cubicBezTo>
                    <a:pt x="4773" y="4258"/>
                    <a:pt x="4793" y="4286"/>
                    <a:pt x="4813" y="4314"/>
                  </a:cubicBezTo>
                  <a:cubicBezTo>
                    <a:pt x="4833" y="4342"/>
                    <a:pt x="4849" y="4374"/>
                    <a:pt x="4865" y="4402"/>
                  </a:cubicBezTo>
                  <a:cubicBezTo>
                    <a:pt x="4901" y="4462"/>
                    <a:pt x="4929" y="4522"/>
                    <a:pt x="4953" y="4586"/>
                  </a:cubicBezTo>
                  <a:cubicBezTo>
                    <a:pt x="4965" y="4618"/>
                    <a:pt x="4977" y="4650"/>
                    <a:pt x="4985" y="4678"/>
                  </a:cubicBezTo>
                  <a:cubicBezTo>
                    <a:pt x="4993" y="4702"/>
                    <a:pt x="5001" y="4726"/>
                    <a:pt x="5005" y="4746"/>
                  </a:cubicBezTo>
                  <a:cubicBezTo>
                    <a:pt x="4973" y="4790"/>
                    <a:pt x="4941" y="4834"/>
                    <a:pt x="4905" y="4874"/>
                  </a:cubicBezTo>
                  <a:cubicBezTo>
                    <a:pt x="4893" y="4886"/>
                    <a:pt x="4885" y="4894"/>
                    <a:pt x="4873" y="4906"/>
                  </a:cubicBezTo>
                  <a:lnTo>
                    <a:pt x="4853" y="4922"/>
                  </a:lnTo>
                  <a:cubicBezTo>
                    <a:pt x="4841" y="4890"/>
                    <a:pt x="4825" y="4858"/>
                    <a:pt x="4809" y="4826"/>
                  </a:cubicBezTo>
                  <a:cubicBezTo>
                    <a:pt x="4785" y="4778"/>
                    <a:pt x="4761" y="4726"/>
                    <a:pt x="4729" y="4678"/>
                  </a:cubicBezTo>
                  <a:cubicBezTo>
                    <a:pt x="4701" y="4626"/>
                    <a:pt x="4673" y="4578"/>
                    <a:pt x="4641" y="4530"/>
                  </a:cubicBezTo>
                  <a:cubicBezTo>
                    <a:pt x="4605" y="4482"/>
                    <a:pt x="4569" y="4434"/>
                    <a:pt x="4533" y="4390"/>
                  </a:cubicBezTo>
                  <a:cubicBezTo>
                    <a:pt x="4489" y="4342"/>
                    <a:pt x="4441" y="4298"/>
                    <a:pt x="4389" y="4266"/>
                  </a:cubicBezTo>
                  <a:cubicBezTo>
                    <a:pt x="4373" y="4254"/>
                    <a:pt x="4361" y="4246"/>
                    <a:pt x="4345" y="4238"/>
                  </a:cubicBezTo>
                  <a:cubicBezTo>
                    <a:pt x="4329" y="4230"/>
                    <a:pt x="4313" y="4222"/>
                    <a:pt x="4293" y="4218"/>
                  </a:cubicBezTo>
                  <a:lnTo>
                    <a:pt x="4237" y="4202"/>
                  </a:lnTo>
                  <a:lnTo>
                    <a:pt x="4173" y="4202"/>
                  </a:lnTo>
                  <a:cubicBezTo>
                    <a:pt x="4157" y="4202"/>
                    <a:pt x="4145" y="4206"/>
                    <a:pt x="4133" y="4210"/>
                  </a:cubicBezTo>
                  <a:lnTo>
                    <a:pt x="4105" y="4218"/>
                  </a:lnTo>
                  <a:cubicBezTo>
                    <a:pt x="4089" y="4226"/>
                    <a:pt x="4073" y="4234"/>
                    <a:pt x="4057" y="4242"/>
                  </a:cubicBezTo>
                  <a:cubicBezTo>
                    <a:pt x="4029" y="4258"/>
                    <a:pt x="4001" y="4274"/>
                    <a:pt x="3977" y="4290"/>
                  </a:cubicBezTo>
                  <a:cubicBezTo>
                    <a:pt x="3929" y="4326"/>
                    <a:pt x="3885" y="4366"/>
                    <a:pt x="3841" y="4406"/>
                  </a:cubicBezTo>
                  <a:cubicBezTo>
                    <a:pt x="3757" y="4482"/>
                    <a:pt x="3681" y="4566"/>
                    <a:pt x="3609" y="4646"/>
                  </a:cubicBezTo>
                  <a:lnTo>
                    <a:pt x="3389" y="4890"/>
                  </a:lnTo>
                  <a:cubicBezTo>
                    <a:pt x="3317" y="4970"/>
                    <a:pt x="3237" y="5050"/>
                    <a:pt x="3161" y="5122"/>
                  </a:cubicBezTo>
                  <a:cubicBezTo>
                    <a:pt x="3121" y="5158"/>
                    <a:pt x="3077" y="5190"/>
                    <a:pt x="3033" y="5214"/>
                  </a:cubicBezTo>
                  <a:cubicBezTo>
                    <a:pt x="2998" y="5236"/>
                    <a:pt x="2960" y="5248"/>
                    <a:pt x="2920" y="5248"/>
                  </a:cubicBezTo>
                  <a:cubicBezTo>
                    <a:pt x="2910" y="5248"/>
                    <a:pt x="2900" y="5248"/>
                    <a:pt x="2889" y="5246"/>
                  </a:cubicBezTo>
                  <a:cubicBezTo>
                    <a:pt x="2921" y="5206"/>
                    <a:pt x="2953" y="5170"/>
                    <a:pt x="2981" y="5134"/>
                  </a:cubicBezTo>
                  <a:lnTo>
                    <a:pt x="3061" y="5014"/>
                  </a:lnTo>
                  <a:cubicBezTo>
                    <a:pt x="3089" y="4974"/>
                    <a:pt x="3117" y="4938"/>
                    <a:pt x="3141" y="4898"/>
                  </a:cubicBezTo>
                  <a:lnTo>
                    <a:pt x="3205" y="4782"/>
                  </a:lnTo>
                  <a:lnTo>
                    <a:pt x="3253" y="4694"/>
                  </a:lnTo>
                  <a:cubicBezTo>
                    <a:pt x="3405" y="4574"/>
                    <a:pt x="3537" y="4442"/>
                    <a:pt x="3657" y="4294"/>
                  </a:cubicBezTo>
                  <a:cubicBezTo>
                    <a:pt x="3657" y="4294"/>
                    <a:pt x="3757" y="4226"/>
                    <a:pt x="3681" y="4090"/>
                  </a:cubicBezTo>
                  <a:cubicBezTo>
                    <a:pt x="3605" y="3950"/>
                    <a:pt x="3609" y="3818"/>
                    <a:pt x="3741" y="3746"/>
                  </a:cubicBezTo>
                  <a:cubicBezTo>
                    <a:pt x="3802" y="3712"/>
                    <a:pt x="3839" y="3703"/>
                    <a:pt x="3861" y="3703"/>
                  </a:cubicBezTo>
                  <a:cubicBezTo>
                    <a:pt x="3886" y="3703"/>
                    <a:pt x="3893" y="3714"/>
                    <a:pt x="3893" y="3714"/>
                  </a:cubicBezTo>
                  <a:cubicBezTo>
                    <a:pt x="3893" y="3714"/>
                    <a:pt x="3921" y="3022"/>
                    <a:pt x="3837" y="2730"/>
                  </a:cubicBezTo>
                  <a:cubicBezTo>
                    <a:pt x="3837" y="2702"/>
                    <a:pt x="3841" y="2674"/>
                    <a:pt x="3841" y="2646"/>
                  </a:cubicBezTo>
                  <a:cubicBezTo>
                    <a:pt x="3849" y="2418"/>
                    <a:pt x="3833" y="2190"/>
                    <a:pt x="3793" y="1966"/>
                  </a:cubicBezTo>
                  <a:close/>
                  <a:moveTo>
                    <a:pt x="3473" y="4070"/>
                  </a:moveTo>
                  <a:cubicBezTo>
                    <a:pt x="3473" y="4082"/>
                    <a:pt x="3469" y="4094"/>
                    <a:pt x="3469" y="4106"/>
                  </a:cubicBezTo>
                  <a:lnTo>
                    <a:pt x="3461" y="4118"/>
                  </a:lnTo>
                  <a:lnTo>
                    <a:pt x="3437" y="4162"/>
                  </a:lnTo>
                  <a:cubicBezTo>
                    <a:pt x="3213" y="4422"/>
                    <a:pt x="2625" y="4738"/>
                    <a:pt x="2625" y="4738"/>
                  </a:cubicBezTo>
                  <a:lnTo>
                    <a:pt x="3097" y="4546"/>
                  </a:lnTo>
                  <a:lnTo>
                    <a:pt x="3097" y="4546"/>
                  </a:lnTo>
                  <a:cubicBezTo>
                    <a:pt x="3097" y="4546"/>
                    <a:pt x="2417" y="5070"/>
                    <a:pt x="2401" y="5294"/>
                  </a:cubicBezTo>
                  <a:cubicBezTo>
                    <a:pt x="2397" y="5306"/>
                    <a:pt x="2397" y="5318"/>
                    <a:pt x="2393" y="5330"/>
                  </a:cubicBezTo>
                  <a:lnTo>
                    <a:pt x="2373" y="5342"/>
                  </a:lnTo>
                  <a:cubicBezTo>
                    <a:pt x="2337" y="5358"/>
                    <a:pt x="2301" y="5374"/>
                    <a:pt x="2257" y="5398"/>
                  </a:cubicBezTo>
                  <a:cubicBezTo>
                    <a:pt x="2213" y="5418"/>
                    <a:pt x="2165" y="5438"/>
                    <a:pt x="2121" y="5454"/>
                  </a:cubicBezTo>
                  <a:cubicBezTo>
                    <a:pt x="2093" y="5466"/>
                    <a:pt x="2069" y="5478"/>
                    <a:pt x="2041" y="5486"/>
                  </a:cubicBezTo>
                  <a:lnTo>
                    <a:pt x="1961" y="5510"/>
                  </a:lnTo>
                  <a:cubicBezTo>
                    <a:pt x="1933" y="5518"/>
                    <a:pt x="1905" y="5530"/>
                    <a:pt x="1877" y="5534"/>
                  </a:cubicBezTo>
                  <a:lnTo>
                    <a:pt x="1789" y="5558"/>
                  </a:lnTo>
                  <a:cubicBezTo>
                    <a:pt x="1729" y="5574"/>
                    <a:pt x="1665" y="5582"/>
                    <a:pt x="1605" y="5594"/>
                  </a:cubicBezTo>
                  <a:cubicBezTo>
                    <a:pt x="1545" y="5606"/>
                    <a:pt x="1481" y="5610"/>
                    <a:pt x="1421" y="5618"/>
                  </a:cubicBezTo>
                  <a:cubicBezTo>
                    <a:pt x="1361" y="5626"/>
                    <a:pt x="1301" y="5630"/>
                    <a:pt x="1241" y="5634"/>
                  </a:cubicBezTo>
                  <a:cubicBezTo>
                    <a:pt x="1185" y="5634"/>
                    <a:pt x="1129" y="5638"/>
                    <a:pt x="1073" y="5638"/>
                  </a:cubicBezTo>
                  <a:lnTo>
                    <a:pt x="925" y="5638"/>
                  </a:lnTo>
                  <a:cubicBezTo>
                    <a:pt x="829" y="5634"/>
                    <a:pt x="753" y="5630"/>
                    <a:pt x="697" y="5626"/>
                  </a:cubicBezTo>
                  <a:cubicBezTo>
                    <a:pt x="641" y="5622"/>
                    <a:pt x="609" y="5618"/>
                    <a:pt x="609" y="5618"/>
                  </a:cubicBezTo>
                  <a:lnTo>
                    <a:pt x="609" y="5618"/>
                  </a:lnTo>
                  <a:cubicBezTo>
                    <a:pt x="609" y="5618"/>
                    <a:pt x="641" y="5626"/>
                    <a:pt x="693" y="5638"/>
                  </a:cubicBezTo>
                  <a:cubicBezTo>
                    <a:pt x="769" y="5654"/>
                    <a:pt x="845" y="5666"/>
                    <a:pt x="921" y="5674"/>
                  </a:cubicBezTo>
                  <a:cubicBezTo>
                    <a:pt x="1029" y="5686"/>
                    <a:pt x="1137" y="5690"/>
                    <a:pt x="1245" y="5690"/>
                  </a:cubicBezTo>
                  <a:cubicBezTo>
                    <a:pt x="1305" y="5690"/>
                    <a:pt x="1365" y="5682"/>
                    <a:pt x="1429" y="5682"/>
                  </a:cubicBezTo>
                  <a:cubicBezTo>
                    <a:pt x="1493" y="5678"/>
                    <a:pt x="1553" y="5666"/>
                    <a:pt x="1617" y="5658"/>
                  </a:cubicBezTo>
                  <a:cubicBezTo>
                    <a:pt x="1681" y="5646"/>
                    <a:pt x="1741" y="5634"/>
                    <a:pt x="1801" y="5618"/>
                  </a:cubicBezTo>
                  <a:cubicBezTo>
                    <a:pt x="1861" y="5602"/>
                    <a:pt x="1921" y="5586"/>
                    <a:pt x="1977" y="5562"/>
                  </a:cubicBezTo>
                  <a:lnTo>
                    <a:pt x="2061" y="5534"/>
                  </a:lnTo>
                  <a:cubicBezTo>
                    <a:pt x="2089" y="5522"/>
                    <a:pt x="2113" y="5510"/>
                    <a:pt x="2137" y="5498"/>
                  </a:cubicBezTo>
                  <a:cubicBezTo>
                    <a:pt x="2185" y="5478"/>
                    <a:pt x="2229" y="5454"/>
                    <a:pt x="2277" y="5430"/>
                  </a:cubicBezTo>
                  <a:cubicBezTo>
                    <a:pt x="2317" y="5406"/>
                    <a:pt x="2353" y="5382"/>
                    <a:pt x="2385" y="5362"/>
                  </a:cubicBezTo>
                  <a:lnTo>
                    <a:pt x="2389" y="5362"/>
                  </a:lnTo>
                  <a:cubicBezTo>
                    <a:pt x="2369" y="5430"/>
                    <a:pt x="2341" y="5494"/>
                    <a:pt x="2305" y="5554"/>
                  </a:cubicBezTo>
                  <a:lnTo>
                    <a:pt x="2277" y="5574"/>
                  </a:lnTo>
                  <a:cubicBezTo>
                    <a:pt x="2085" y="5710"/>
                    <a:pt x="1877" y="5826"/>
                    <a:pt x="1657" y="5914"/>
                  </a:cubicBezTo>
                  <a:cubicBezTo>
                    <a:pt x="1421" y="6010"/>
                    <a:pt x="1173" y="6078"/>
                    <a:pt x="917" y="6114"/>
                  </a:cubicBezTo>
                  <a:cubicBezTo>
                    <a:pt x="853" y="6122"/>
                    <a:pt x="789" y="6134"/>
                    <a:pt x="721" y="6138"/>
                  </a:cubicBezTo>
                  <a:lnTo>
                    <a:pt x="621" y="6146"/>
                  </a:lnTo>
                  <a:cubicBezTo>
                    <a:pt x="602" y="6146"/>
                    <a:pt x="582" y="6148"/>
                    <a:pt x="561" y="6148"/>
                  </a:cubicBezTo>
                  <a:cubicBezTo>
                    <a:pt x="550" y="6148"/>
                    <a:pt x="540" y="6147"/>
                    <a:pt x="529" y="6146"/>
                  </a:cubicBezTo>
                  <a:cubicBezTo>
                    <a:pt x="469" y="6146"/>
                    <a:pt x="409" y="6138"/>
                    <a:pt x="353" y="6118"/>
                  </a:cubicBezTo>
                  <a:cubicBezTo>
                    <a:pt x="297" y="6094"/>
                    <a:pt x="249" y="6062"/>
                    <a:pt x="209" y="6018"/>
                  </a:cubicBezTo>
                  <a:cubicBezTo>
                    <a:pt x="173" y="5970"/>
                    <a:pt x="145" y="5914"/>
                    <a:pt x="137" y="5854"/>
                  </a:cubicBezTo>
                  <a:cubicBezTo>
                    <a:pt x="125" y="5790"/>
                    <a:pt x="125" y="5726"/>
                    <a:pt x="137" y="5662"/>
                  </a:cubicBezTo>
                  <a:cubicBezTo>
                    <a:pt x="157" y="5534"/>
                    <a:pt x="209" y="5410"/>
                    <a:pt x="285" y="5302"/>
                  </a:cubicBezTo>
                  <a:cubicBezTo>
                    <a:pt x="465" y="5038"/>
                    <a:pt x="753" y="4866"/>
                    <a:pt x="1073" y="4834"/>
                  </a:cubicBezTo>
                  <a:lnTo>
                    <a:pt x="1257" y="4822"/>
                  </a:lnTo>
                  <a:cubicBezTo>
                    <a:pt x="1321" y="4818"/>
                    <a:pt x="1385" y="4810"/>
                    <a:pt x="1445" y="4802"/>
                  </a:cubicBezTo>
                  <a:cubicBezTo>
                    <a:pt x="1505" y="4794"/>
                    <a:pt x="1565" y="4782"/>
                    <a:pt x="1621" y="4774"/>
                  </a:cubicBezTo>
                  <a:cubicBezTo>
                    <a:pt x="1741" y="4750"/>
                    <a:pt x="1853" y="4722"/>
                    <a:pt x="1961" y="4694"/>
                  </a:cubicBezTo>
                  <a:cubicBezTo>
                    <a:pt x="2069" y="4666"/>
                    <a:pt x="2169" y="4634"/>
                    <a:pt x="2269" y="4598"/>
                  </a:cubicBezTo>
                  <a:cubicBezTo>
                    <a:pt x="2465" y="4534"/>
                    <a:pt x="2641" y="4466"/>
                    <a:pt x="2797" y="4398"/>
                  </a:cubicBezTo>
                  <a:cubicBezTo>
                    <a:pt x="2949" y="4334"/>
                    <a:pt x="3081" y="4274"/>
                    <a:pt x="3189" y="4222"/>
                  </a:cubicBezTo>
                  <a:cubicBezTo>
                    <a:pt x="3325" y="4154"/>
                    <a:pt x="3421" y="4102"/>
                    <a:pt x="3473" y="4070"/>
                  </a:cubicBezTo>
                  <a:close/>
                  <a:moveTo>
                    <a:pt x="2566" y="0"/>
                  </a:moveTo>
                  <a:cubicBezTo>
                    <a:pt x="2548" y="0"/>
                    <a:pt x="2531" y="4"/>
                    <a:pt x="2513" y="10"/>
                  </a:cubicBezTo>
                  <a:lnTo>
                    <a:pt x="2497" y="14"/>
                  </a:lnTo>
                  <a:cubicBezTo>
                    <a:pt x="2493" y="18"/>
                    <a:pt x="2489" y="18"/>
                    <a:pt x="2489" y="22"/>
                  </a:cubicBezTo>
                  <a:lnTo>
                    <a:pt x="2481" y="22"/>
                  </a:lnTo>
                  <a:cubicBezTo>
                    <a:pt x="2473" y="26"/>
                    <a:pt x="2465" y="34"/>
                    <a:pt x="2457" y="38"/>
                  </a:cubicBezTo>
                  <a:cubicBezTo>
                    <a:pt x="2393" y="82"/>
                    <a:pt x="2337" y="134"/>
                    <a:pt x="2289" y="194"/>
                  </a:cubicBezTo>
                  <a:cubicBezTo>
                    <a:pt x="2241" y="254"/>
                    <a:pt x="2201" y="314"/>
                    <a:pt x="2165" y="378"/>
                  </a:cubicBezTo>
                  <a:cubicBezTo>
                    <a:pt x="2129" y="446"/>
                    <a:pt x="2097" y="514"/>
                    <a:pt x="2073" y="586"/>
                  </a:cubicBezTo>
                  <a:cubicBezTo>
                    <a:pt x="2049" y="662"/>
                    <a:pt x="2041" y="742"/>
                    <a:pt x="2049" y="822"/>
                  </a:cubicBezTo>
                  <a:cubicBezTo>
                    <a:pt x="1993" y="798"/>
                    <a:pt x="1933" y="778"/>
                    <a:pt x="1873" y="770"/>
                  </a:cubicBezTo>
                  <a:cubicBezTo>
                    <a:pt x="1837" y="762"/>
                    <a:pt x="1800" y="758"/>
                    <a:pt x="1762" y="758"/>
                  </a:cubicBezTo>
                  <a:cubicBezTo>
                    <a:pt x="1725" y="758"/>
                    <a:pt x="1687" y="762"/>
                    <a:pt x="1649" y="770"/>
                  </a:cubicBezTo>
                  <a:cubicBezTo>
                    <a:pt x="1565" y="790"/>
                    <a:pt x="1493" y="838"/>
                    <a:pt x="1433" y="902"/>
                  </a:cubicBezTo>
                  <a:lnTo>
                    <a:pt x="1397" y="946"/>
                  </a:lnTo>
                  <a:lnTo>
                    <a:pt x="1357" y="1002"/>
                  </a:lnTo>
                  <a:cubicBezTo>
                    <a:pt x="1345" y="1018"/>
                    <a:pt x="1337" y="1038"/>
                    <a:pt x="1325" y="1054"/>
                  </a:cubicBezTo>
                  <a:cubicBezTo>
                    <a:pt x="1313" y="1070"/>
                    <a:pt x="1305" y="1090"/>
                    <a:pt x="1293" y="1110"/>
                  </a:cubicBezTo>
                  <a:cubicBezTo>
                    <a:pt x="1253" y="1182"/>
                    <a:pt x="1213" y="1254"/>
                    <a:pt x="1173" y="1330"/>
                  </a:cubicBezTo>
                  <a:cubicBezTo>
                    <a:pt x="1133" y="1402"/>
                    <a:pt x="1101" y="1482"/>
                    <a:pt x="1073" y="1562"/>
                  </a:cubicBezTo>
                  <a:lnTo>
                    <a:pt x="1001" y="1782"/>
                  </a:lnTo>
                  <a:cubicBezTo>
                    <a:pt x="989" y="1818"/>
                    <a:pt x="977" y="1850"/>
                    <a:pt x="965" y="1874"/>
                  </a:cubicBezTo>
                  <a:lnTo>
                    <a:pt x="957" y="1894"/>
                  </a:lnTo>
                  <a:cubicBezTo>
                    <a:pt x="953" y="1902"/>
                    <a:pt x="953" y="1902"/>
                    <a:pt x="949" y="1906"/>
                  </a:cubicBezTo>
                  <a:lnTo>
                    <a:pt x="949" y="1914"/>
                  </a:lnTo>
                  <a:lnTo>
                    <a:pt x="941" y="1922"/>
                  </a:lnTo>
                  <a:lnTo>
                    <a:pt x="937" y="1926"/>
                  </a:lnTo>
                  <a:lnTo>
                    <a:pt x="925" y="1950"/>
                  </a:lnTo>
                  <a:cubicBezTo>
                    <a:pt x="897" y="1990"/>
                    <a:pt x="881" y="2030"/>
                    <a:pt x="873" y="2078"/>
                  </a:cubicBezTo>
                  <a:cubicBezTo>
                    <a:pt x="865" y="2114"/>
                    <a:pt x="861" y="2154"/>
                    <a:pt x="865" y="2194"/>
                  </a:cubicBezTo>
                  <a:cubicBezTo>
                    <a:pt x="869" y="2258"/>
                    <a:pt x="889" y="2326"/>
                    <a:pt x="921" y="2382"/>
                  </a:cubicBezTo>
                  <a:cubicBezTo>
                    <a:pt x="945" y="2426"/>
                    <a:pt x="981" y="2466"/>
                    <a:pt x="1021" y="2494"/>
                  </a:cubicBezTo>
                  <a:cubicBezTo>
                    <a:pt x="1037" y="2506"/>
                    <a:pt x="1049" y="2514"/>
                    <a:pt x="1065" y="2522"/>
                  </a:cubicBezTo>
                  <a:cubicBezTo>
                    <a:pt x="1077" y="2526"/>
                    <a:pt x="1089" y="2534"/>
                    <a:pt x="1101" y="2538"/>
                  </a:cubicBezTo>
                  <a:cubicBezTo>
                    <a:pt x="1069" y="2650"/>
                    <a:pt x="1049" y="2766"/>
                    <a:pt x="1041" y="2882"/>
                  </a:cubicBezTo>
                  <a:cubicBezTo>
                    <a:pt x="1033" y="2946"/>
                    <a:pt x="1033" y="3006"/>
                    <a:pt x="1033" y="3070"/>
                  </a:cubicBezTo>
                  <a:lnTo>
                    <a:pt x="1037" y="3162"/>
                  </a:lnTo>
                  <a:cubicBezTo>
                    <a:pt x="1037" y="3194"/>
                    <a:pt x="1041" y="3226"/>
                    <a:pt x="1045" y="3254"/>
                  </a:cubicBezTo>
                  <a:lnTo>
                    <a:pt x="1061" y="3346"/>
                  </a:lnTo>
                  <a:lnTo>
                    <a:pt x="1081" y="3438"/>
                  </a:lnTo>
                  <a:cubicBezTo>
                    <a:pt x="1085" y="3466"/>
                    <a:pt x="1093" y="3490"/>
                    <a:pt x="1105" y="3518"/>
                  </a:cubicBezTo>
                  <a:cubicBezTo>
                    <a:pt x="1089" y="3514"/>
                    <a:pt x="1077" y="3510"/>
                    <a:pt x="1057" y="3510"/>
                  </a:cubicBezTo>
                  <a:cubicBezTo>
                    <a:pt x="1025" y="3505"/>
                    <a:pt x="992" y="3502"/>
                    <a:pt x="960" y="3502"/>
                  </a:cubicBezTo>
                  <a:cubicBezTo>
                    <a:pt x="895" y="3502"/>
                    <a:pt x="830" y="3513"/>
                    <a:pt x="769" y="3534"/>
                  </a:cubicBezTo>
                  <a:lnTo>
                    <a:pt x="725" y="3550"/>
                  </a:lnTo>
                  <a:lnTo>
                    <a:pt x="681" y="3570"/>
                  </a:lnTo>
                  <a:cubicBezTo>
                    <a:pt x="649" y="3586"/>
                    <a:pt x="621" y="3606"/>
                    <a:pt x="593" y="3630"/>
                  </a:cubicBezTo>
                  <a:cubicBezTo>
                    <a:pt x="537" y="3674"/>
                    <a:pt x="485" y="3726"/>
                    <a:pt x="441" y="3782"/>
                  </a:cubicBezTo>
                  <a:cubicBezTo>
                    <a:pt x="397" y="3838"/>
                    <a:pt x="353" y="3898"/>
                    <a:pt x="317" y="3962"/>
                  </a:cubicBezTo>
                  <a:cubicBezTo>
                    <a:pt x="297" y="3994"/>
                    <a:pt x="281" y="4030"/>
                    <a:pt x="265" y="4062"/>
                  </a:cubicBezTo>
                  <a:cubicBezTo>
                    <a:pt x="249" y="4098"/>
                    <a:pt x="233" y="4134"/>
                    <a:pt x="221" y="4170"/>
                  </a:cubicBezTo>
                  <a:cubicBezTo>
                    <a:pt x="209" y="4206"/>
                    <a:pt x="193" y="4242"/>
                    <a:pt x="185" y="4278"/>
                  </a:cubicBezTo>
                  <a:cubicBezTo>
                    <a:pt x="173" y="4314"/>
                    <a:pt x="157" y="4346"/>
                    <a:pt x="145" y="4382"/>
                  </a:cubicBezTo>
                  <a:cubicBezTo>
                    <a:pt x="117" y="4450"/>
                    <a:pt x="85" y="4514"/>
                    <a:pt x="57" y="4582"/>
                  </a:cubicBezTo>
                  <a:cubicBezTo>
                    <a:pt x="41" y="4614"/>
                    <a:pt x="29" y="4650"/>
                    <a:pt x="17" y="4686"/>
                  </a:cubicBezTo>
                  <a:lnTo>
                    <a:pt x="5" y="4738"/>
                  </a:lnTo>
                  <a:lnTo>
                    <a:pt x="1" y="4762"/>
                  </a:lnTo>
                  <a:lnTo>
                    <a:pt x="1" y="4794"/>
                  </a:lnTo>
                  <a:cubicBezTo>
                    <a:pt x="1" y="4862"/>
                    <a:pt x="17" y="4930"/>
                    <a:pt x="45" y="4994"/>
                  </a:cubicBezTo>
                  <a:cubicBezTo>
                    <a:pt x="73" y="5054"/>
                    <a:pt x="121" y="5102"/>
                    <a:pt x="185" y="5130"/>
                  </a:cubicBezTo>
                  <a:cubicBezTo>
                    <a:pt x="212" y="5140"/>
                    <a:pt x="240" y="5145"/>
                    <a:pt x="268" y="5145"/>
                  </a:cubicBezTo>
                  <a:cubicBezTo>
                    <a:pt x="287" y="5145"/>
                    <a:pt x="306" y="5143"/>
                    <a:pt x="325" y="5138"/>
                  </a:cubicBezTo>
                  <a:lnTo>
                    <a:pt x="329" y="5138"/>
                  </a:lnTo>
                  <a:cubicBezTo>
                    <a:pt x="297" y="5178"/>
                    <a:pt x="265" y="5218"/>
                    <a:pt x="233" y="5262"/>
                  </a:cubicBezTo>
                  <a:cubicBezTo>
                    <a:pt x="153" y="5374"/>
                    <a:pt x="97" y="5506"/>
                    <a:pt x="65" y="5642"/>
                  </a:cubicBezTo>
                  <a:cubicBezTo>
                    <a:pt x="49" y="5710"/>
                    <a:pt x="45" y="5782"/>
                    <a:pt x="49" y="5854"/>
                  </a:cubicBezTo>
                  <a:cubicBezTo>
                    <a:pt x="57" y="5934"/>
                    <a:pt x="81" y="6006"/>
                    <a:pt x="125" y="6070"/>
                  </a:cubicBezTo>
                  <a:cubicBezTo>
                    <a:pt x="169" y="6134"/>
                    <a:pt x="229" y="6186"/>
                    <a:pt x="301" y="6218"/>
                  </a:cubicBezTo>
                  <a:cubicBezTo>
                    <a:pt x="369" y="6250"/>
                    <a:pt x="445" y="6270"/>
                    <a:pt x="517" y="6278"/>
                  </a:cubicBezTo>
                  <a:cubicBezTo>
                    <a:pt x="557" y="6282"/>
                    <a:pt x="589" y="6282"/>
                    <a:pt x="629" y="6286"/>
                  </a:cubicBezTo>
                  <a:lnTo>
                    <a:pt x="729" y="6286"/>
                  </a:lnTo>
                  <a:cubicBezTo>
                    <a:pt x="797" y="6286"/>
                    <a:pt x="865" y="6278"/>
                    <a:pt x="937" y="6270"/>
                  </a:cubicBezTo>
                  <a:cubicBezTo>
                    <a:pt x="1205" y="6246"/>
                    <a:pt x="1473" y="6186"/>
                    <a:pt x="1725" y="6090"/>
                  </a:cubicBezTo>
                  <a:cubicBezTo>
                    <a:pt x="1757" y="6078"/>
                    <a:pt x="1789" y="6066"/>
                    <a:pt x="1817" y="6054"/>
                  </a:cubicBezTo>
                  <a:lnTo>
                    <a:pt x="1905" y="6014"/>
                  </a:lnTo>
                  <a:cubicBezTo>
                    <a:pt x="1965" y="5986"/>
                    <a:pt x="2025" y="5958"/>
                    <a:pt x="2077" y="5926"/>
                  </a:cubicBezTo>
                  <a:cubicBezTo>
                    <a:pt x="2133" y="5894"/>
                    <a:pt x="2189" y="5866"/>
                    <a:pt x="2241" y="5830"/>
                  </a:cubicBezTo>
                  <a:lnTo>
                    <a:pt x="2393" y="5722"/>
                  </a:lnTo>
                  <a:cubicBezTo>
                    <a:pt x="2573" y="5586"/>
                    <a:pt x="2737" y="5426"/>
                    <a:pt x="2881" y="5250"/>
                  </a:cubicBezTo>
                  <a:lnTo>
                    <a:pt x="2881" y="5250"/>
                  </a:lnTo>
                  <a:lnTo>
                    <a:pt x="2877" y="5258"/>
                  </a:lnTo>
                  <a:cubicBezTo>
                    <a:pt x="2907" y="5271"/>
                    <a:pt x="2939" y="5278"/>
                    <a:pt x="2971" y="5278"/>
                  </a:cubicBezTo>
                  <a:cubicBezTo>
                    <a:pt x="2998" y="5278"/>
                    <a:pt x="3025" y="5273"/>
                    <a:pt x="3053" y="5262"/>
                  </a:cubicBezTo>
                  <a:cubicBezTo>
                    <a:pt x="3105" y="5242"/>
                    <a:pt x="3157" y="5218"/>
                    <a:pt x="3209" y="5186"/>
                  </a:cubicBezTo>
                  <a:cubicBezTo>
                    <a:pt x="3301" y="5126"/>
                    <a:pt x="3393" y="5058"/>
                    <a:pt x="3477" y="4982"/>
                  </a:cubicBezTo>
                  <a:cubicBezTo>
                    <a:pt x="3649" y="4838"/>
                    <a:pt x="3805" y="4682"/>
                    <a:pt x="3965" y="4546"/>
                  </a:cubicBezTo>
                  <a:cubicBezTo>
                    <a:pt x="4005" y="4510"/>
                    <a:pt x="4045" y="4478"/>
                    <a:pt x="4089" y="4450"/>
                  </a:cubicBezTo>
                  <a:cubicBezTo>
                    <a:pt x="4105" y="4438"/>
                    <a:pt x="4125" y="4426"/>
                    <a:pt x="4145" y="4414"/>
                  </a:cubicBezTo>
                  <a:cubicBezTo>
                    <a:pt x="4153" y="4410"/>
                    <a:pt x="4165" y="4406"/>
                    <a:pt x="4173" y="4402"/>
                  </a:cubicBezTo>
                  <a:lnTo>
                    <a:pt x="4185" y="4398"/>
                  </a:lnTo>
                  <a:cubicBezTo>
                    <a:pt x="4185" y="4398"/>
                    <a:pt x="4185" y="4396"/>
                    <a:pt x="4187" y="4396"/>
                  </a:cubicBezTo>
                  <a:cubicBezTo>
                    <a:pt x="4189" y="4396"/>
                    <a:pt x="4190" y="4397"/>
                    <a:pt x="4193" y="4398"/>
                  </a:cubicBezTo>
                  <a:lnTo>
                    <a:pt x="4205" y="4398"/>
                  </a:lnTo>
                  <a:cubicBezTo>
                    <a:pt x="4209" y="4402"/>
                    <a:pt x="4217" y="4402"/>
                    <a:pt x="4225" y="4406"/>
                  </a:cubicBezTo>
                  <a:cubicBezTo>
                    <a:pt x="4233" y="4406"/>
                    <a:pt x="4241" y="4410"/>
                    <a:pt x="4249" y="4414"/>
                  </a:cubicBezTo>
                  <a:cubicBezTo>
                    <a:pt x="4257" y="4418"/>
                    <a:pt x="4265" y="4422"/>
                    <a:pt x="4273" y="4430"/>
                  </a:cubicBezTo>
                  <a:cubicBezTo>
                    <a:pt x="4313" y="4454"/>
                    <a:pt x="4349" y="4486"/>
                    <a:pt x="4381" y="4522"/>
                  </a:cubicBezTo>
                  <a:cubicBezTo>
                    <a:pt x="4417" y="4558"/>
                    <a:pt x="4449" y="4598"/>
                    <a:pt x="4481" y="4638"/>
                  </a:cubicBezTo>
                  <a:cubicBezTo>
                    <a:pt x="4509" y="4678"/>
                    <a:pt x="4541" y="4722"/>
                    <a:pt x="4569" y="4766"/>
                  </a:cubicBezTo>
                  <a:cubicBezTo>
                    <a:pt x="4597" y="4810"/>
                    <a:pt x="4625" y="4858"/>
                    <a:pt x="4653" y="4902"/>
                  </a:cubicBezTo>
                  <a:cubicBezTo>
                    <a:pt x="4677" y="4950"/>
                    <a:pt x="4701" y="4998"/>
                    <a:pt x="4729" y="5046"/>
                  </a:cubicBezTo>
                  <a:lnTo>
                    <a:pt x="4741" y="5074"/>
                  </a:lnTo>
                  <a:lnTo>
                    <a:pt x="4761" y="5082"/>
                  </a:lnTo>
                  <a:cubicBezTo>
                    <a:pt x="4781" y="5094"/>
                    <a:pt x="4805" y="5098"/>
                    <a:pt x="4825" y="5098"/>
                  </a:cubicBezTo>
                  <a:cubicBezTo>
                    <a:pt x="4837" y="5098"/>
                    <a:pt x="4845" y="5094"/>
                    <a:pt x="4857" y="5094"/>
                  </a:cubicBezTo>
                  <a:cubicBezTo>
                    <a:pt x="4865" y="5090"/>
                    <a:pt x="4873" y="5090"/>
                    <a:pt x="4877" y="5086"/>
                  </a:cubicBezTo>
                  <a:cubicBezTo>
                    <a:pt x="4889" y="5082"/>
                    <a:pt x="4901" y="5074"/>
                    <a:pt x="4913" y="5066"/>
                  </a:cubicBezTo>
                  <a:cubicBezTo>
                    <a:pt x="4921" y="5062"/>
                    <a:pt x="4933" y="5054"/>
                    <a:pt x="4941" y="5046"/>
                  </a:cubicBezTo>
                  <a:cubicBezTo>
                    <a:pt x="4953" y="5034"/>
                    <a:pt x="4969" y="5018"/>
                    <a:pt x="4981" y="5002"/>
                  </a:cubicBezTo>
                  <a:cubicBezTo>
                    <a:pt x="4993" y="4990"/>
                    <a:pt x="5005" y="4974"/>
                    <a:pt x="5013" y="4962"/>
                  </a:cubicBezTo>
                  <a:cubicBezTo>
                    <a:pt x="5037" y="4934"/>
                    <a:pt x="5053" y="4906"/>
                    <a:pt x="5073" y="4874"/>
                  </a:cubicBezTo>
                  <a:cubicBezTo>
                    <a:pt x="5089" y="4846"/>
                    <a:pt x="5105" y="4814"/>
                    <a:pt x="5121" y="4782"/>
                  </a:cubicBezTo>
                  <a:lnTo>
                    <a:pt x="5133" y="4758"/>
                  </a:lnTo>
                  <a:lnTo>
                    <a:pt x="5125" y="4738"/>
                  </a:lnTo>
                  <a:cubicBezTo>
                    <a:pt x="5113" y="4702"/>
                    <a:pt x="5101" y="4670"/>
                    <a:pt x="5085" y="4638"/>
                  </a:cubicBezTo>
                  <a:cubicBezTo>
                    <a:pt x="5069" y="4606"/>
                    <a:pt x="5053" y="4574"/>
                    <a:pt x="5033" y="4542"/>
                  </a:cubicBezTo>
                  <a:cubicBezTo>
                    <a:pt x="5001" y="4478"/>
                    <a:pt x="4965" y="4418"/>
                    <a:pt x="4925" y="4358"/>
                  </a:cubicBezTo>
                  <a:cubicBezTo>
                    <a:pt x="4905" y="4330"/>
                    <a:pt x="4885" y="4302"/>
                    <a:pt x="4861" y="4274"/>
                  </a:cubicBezTo>
                  <a:cubicBezTo>
                    <a:pt x="4841" y="4246"/>
                    <a:pt x="4817" y="4218"/>
                    <a:pt x="4793" y="4190"/>
                  </a:cubicBezTo>
                  <a:cubicBezTo>
                    <a:pt x="4773" y="4166"/>
                    <a:pt x="4745" y="4142"/>
                    <a:pt x="4721" y="4114"/>
                  </a:cubicBezTo>
                  <a:cubicBezTo>
                    <a:pt x="4701" y="4086"/>
                    <a:pt x="4669" y="4062"/>
                    <a:pt x="4641" y="4042"/>
                  </a:cubicBezTo>
                  <a:cubicBezTo>
                    <a:pt x="4617" y="4018"/>
                    <a:pt x="4589" y="3998"/>
                    <a:pt x="4561" y="3978"/>
                  </a:cubicBezTo>
                  <a:cubicBezTo>
                    <a:pt x="4533" y="3958"/>
                    <a:pt x="4509" y="3934"/>
                    <a:pt x="4481" y="3910"/>
                  </a:cubicBezTo>
                  <a:cubicBezTo>
                    <a:pt x="4429" y="3866"/>
                    <a:pt x="4377" y="3822"/>
                    <a:pt x="4329" y="3774"/>
                  </a:cubicBezTo>
                  <a:cubicBezTo>
                    <a:pt x="4285" y="3722"/>
                    <a:pt x="4237" y="3674"/>
                    <a:pt x="4189" y="3622"/>
                  </a:cubicBezTo>
                  <a:lnTo>
                    <a:pt x="4125" y="3546"/>
                  </a:lnTo>
                  <a:cubicBezTo>
                    <a:pt x="4109" y="3530"/>
                    <a:pt x="4097" y="3510"/>
                    <a:pt x="4085" y="3494"/>
                  </a:cubicBezTo>
                  <a:cubicBezTo>
                    <a:pt x="4101" y="3366"/>
                    <a:pt x="4113" y="3238"/>
                    <a:pt x="4117" y="3110"/>
                  </a:cubicBezTo>
                  <a:cubicBezTo>
                    <a:pt x="4125" y="2974"/>
                    <a:pt x="4129" y="2834"/>
                    <a:pt x="4125" y="2694"/>
                  </a:cubicBezTo>
                  <a:lnTo>
                    <a:pt x="4125" y="2590"/>
                  </a:lnTo>
                  <a:cubicBezTo>
                    <a:pt x="4125" y="2554"/>
                    <a:pt x="4125" y="2518"/>
                    <a:pt x="4117" y="2482"/>
                  </a:cubicBezTo>
                  <a:cubicBezTo>
                    <a:pt x="4109" y="2410"/>
                    <a:pt x="4093" y="2338"/>
                    <a:pt x="4069" y="2270"/>
                  </a:cubicBezTo>
                  <a:cubicBezTo>
                    <a:pt x="4053" y="2238"/>
                    <a:pt x="4041" y="2202"/>
                    <a:pt x="4021" y="2170"/>
                  </a:cubicBezTo>
                  <a:cubicBezTo>
                    <a:pt x="4005" y="2138"/>
                    <a:pt x="3985" y="2106"/>
                    <a:pt x="3961" y="2078"/>
                  </a:cubicBezTo>
                  <a:cubicBezTo>
                    <a:pt x="3921" y="2022"/>
                    <a:pt x="3861" y="1974"/>
                    <a:pt x="3797" y="1942"/>
                  </a:cubicBezTo>
                  <a:lnTo>
                    <a:pt x="3789" y="1950"/>
                  </a:lnTo>
                  <a:cubicBezTo>
                    <a:pt x="3745" y="1698"/>
                    <a:pt x="3665" y="1446"/>
                    <a:pt x="3557" y="1210"/>
                  </a:cubicBezTo>
                  <a:cubicBezTo>
                    <a:pt x="3449" y="958"/>
                    <a:pt x="3317" y="714"/>
                    <a:pt x="3157" y="490"/>
                  </a:cubicBezTo>
                  <a:cubicBezTo>
                    <a:pt x="3077" y="370"/>
                    <a:pt x="2985" y="262"/>
                    <a:pt x="2881" y="162"/>
                  </a:cubicBezTo>
                  <a:cubicBezTo>
                    <a:pt x="2829" y="110"/>
                    <a:pt x="2769" y="70"/>
                    <a:pt x="2705" y="34"/>
                  </a:cubicBezTo>
                  <a:cubicBezTo>
                    <a:pt x="2665" y="14"/>
                    <a:pt x="2625" y="2"/>
                    <a:pt x="2585" y="2"/>
                  </a:cubicBezTo>
                  <a:cubicBezTo>
                    <a:pt x="2579" y="1"/>
                    <a:pt x="2572" y="0"/>
                    <a:pt x="256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89"/>
            <p:cNvSpPr/>
            <p:nvPr/>
          </p:nvSpPr>
          <p:spPr>
            <a:xfrm flipH="1">
              <a:off x="1609743" y="2326734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89"/>
            <p:cNvSpPr/>
            <p:nvPr/>
          </p:nvSpPr>
          <p:spPr>
            <a:xfrm flipH="1">
              <a:off x="1609743" y="2326271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89"/>
            <p:cNvSpPr/>
            <p:nvPr/>
          </p:nvSpPr>
          <p:spPr>
            <a:xfrm flipH="1">
              <a:off x="1609743" y="2326271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89"/>
            <p:cNvSpPr/>
            <p:nvPr/>
          </p:nvSpPr>
          <p:spPr>
            <a:xfrm flipH="1">
              <a:off x="1609279" y="2326155"/>
              <a:ext cx="579" cy="232"/>
            </a:xfrm>
            <a:custGeom>
              <a:avLst/>
              <a:gdLst/>
              <a:ahLst/>
              <a:cxnLst/>
              <a:rect l="l" t="t" r="r" b="b"/>
              <a:pathLst>
                <a:path w="5" h="2" extrusionOk="0">
                  <a:moveTo>
                    <a:pt x="4" y="0"/>
                  </a:moveTo>
                  <a:cubicBezTo>
                    <a:pt x="3" y="0"/>
                    <a:pt x="2" y="0"/>
                    <a:pt x="1" y="2"/>
                  </a:cubicBezTo>
                  <a:cubicBezTo>
                    <a:pt x="4" y="2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89"/>
            <p:cNvSpPr/>
            <p:nvPr/>
          </p:nvSpPr>
          <p:spPr>
            <a:xfrm flipH="1">
              <a:off x="1166085" y="2532862"/>
              <a:ext cx="146572" cy="105903"/>
            </a:xfrm>
            <a:custGeom>
              <a:avLst/>
              <a:gdLst/>
              <a:ahLst/>
              <a:cxnLst/>
              <a:rect l="l" t="t" r="r" b="b"/>
              <a:pathLst>
                <a:path w="1265" h="914" extrusionOk="0">
                  <a:moveTo>
                    <a:pt x="166" y="0"/>
                  </a:moveTo>
                  <a:cubicBezTo>
                    <a:pt x="101" y="0"/>
                    <a:pt x="36" y="27"/>
                    <a:pt x="12" y="86"/>
                  </a:cubicBezTo>
                  <a:cubicBezTo>
                    <a:pt x="0" y="134"/>
                    <a:pt x="4" y="182"/>
                    <a:pt x="28" y="226"/>
                  </a:cubicBezTo>
                  <a:cubicBezTo>
                    <a:pt x="44" y="290"/>
                    <a:pt x="92" y="342"/>
                    <a:pt x="156" y="366"/>
                  </a:cubicBezTo>
                  <a:cubicBezTo>
                    <a:pt x="168" y="369"/>
                    <a:pt x="179" y="370"/>
                    <a:pt x="191" y="370"/>
                  </a:cubicBezTo>
                  <a:cubicBezTo>
                    <a:pt x="273" y="370"/>
                    <a:pt x="358" y="303"/>
                    <a:pt x="441" y="303"/>
                  </a:cubicBezTo>
                  <a:cubicBezTo>
                    <a:pt x="455" y="303"/>
                    <a:pt x="470" y="305"/>
                    <a:pt x="484" y="310"/>
                  </a:cubicBezTo>
                  <a:lnTo>
                    <a:pt x="508" y="318"/>
                  </a:lnTo>
                  <a:lnTo>
                    <a:pt x="640" y="302"/>
                  </a:lnTo>
                  <a:cubicBezTo>
                    <a:pt x="649" y="301"/>
                    <a:pt x="659" y="300"/>
                    <a:pt x="668" y="300"/>
                  </a:cubicBezTo>
                  <a:cubicBezTo>
                    <a:pt x="691" y="300"/>
                    <a:pt x="713" y="305"/>
                    <a:pt x="724" y="322"/>
                  </a:cubicBezTo>
                  <a:cubicBezTo>
                    <a:pt x="732" y="338"/>
                    <a:pt x="736" y="358"/>
                    <a:pt x="740" y="378"/>
                  </a:cubicBezTo>
                  <a:cubicBezTo>
                    <a:pt x="756" y="402"/>
                    <a:pt x="776" y="422"/>
                    <a:pt x="800" y="434"/>
                  </a:cubicBezTo>
                  <a:cubicBezTo>
                    <a:pt x="992" y="554"/>
                    <a:pt x="1152" y="722"/>
                    <a:pt x="1264" y="914"/>
                  </a:cubicBezTo>
                  <a:cubicBezTo>
                    <a:pt x="1208" y="786"/>
                    <a:pt x="1132" y="662"/>
                    <a:pt x="1044" y="550"/>
                  </a:cubicBezTo>
                  <a:cubicBezTo>
                    <a:pt x="1004" y="502"/>
                    <a:pt x="960" y="458"/>
                    <a:pt x="912" y="418"/>
                  </a:cubicBezTo>
                  <a:cubicBezTo>
                    <a:pt x="760" y="290"/>
                    <a:pt x="600" y="178"/>
                    <a:pt x="428" y="82"/>
                  </a:cubicBezTo>
                  <a:lnTo>
                    <a:pt x="428" y="82"/>
                  </a:lnTo>
                  <a:lnTo>
                    <a:pt x="544" y="202"/>
                  </a:lnTo>
                  <a:lnTo>
                    <a:pt x="292" y="154"/>
                  </a:lnTo>
                  <a:cubicBezTo>
                    <a:pt x="320" y="134"/>
                    <a:pt x="328" y="94"/>
                    <a:pt x="312" y="66"/>
                  </a:cubicBezTo>
                  <a:cubicBezTo>
                    <a:pt x="292" y="38"/>
                    <a:pt x="264" y="18"/>
                    <a:pt x="232" y="10"/>
                  </a:cubicBezTo>
                  <a:cubicBezTo>
                    <a:pt x="211" y="4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B7A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89"/>
            <p:cNvSpPr/>
            <p:nvPr/>
          </p:nvSpPr>
          <p:spPr>
            <a:xfrm flipH="1">
              <a:off x="1609743" y="2464848"/>
              <a:ext cx="119691" cy="39047"/>
            </a:xfrm>
            <a:custGeom>
              <a:avLst/>
              <a:gdLst/>
              <a:ahLst/>
              <a:cxnLst/>
              <a:rect l="l" t="t" r="r" b="b"/>
              <a:pathLst>
                <a:path w="1033" h="337" extrusionOk="0">
                  <a:moveTo>
                    <a:pt x="21" y="1"/>
                  </a:moveTo>
                  <a:lnTo>
                    <a:pt x="1" y="61"/>
                  </a:lnTo>
                  <a:lnTo>
                    <a:pt x="521" y="245"/>
                  </a:lnTo>
                  <a:cubicBezTo>
                    <a:pt x="557" y="257"/>
                    <a:pt x="593" y="269"/>
                    <a:pt x="633" y="277"/>
                  </a:cubicBezTo>
                  <a:cubicBezTo>
                    <a:pt x="669" y="285"/>
                    <a:pt x="705" y="293"/>
                    <a:pt x="741" y="297"/>
                  </a:cubicBezTo>
                  <a:lnTo>
                    <a:pt x="1021" y="337"/>
                  </a:lnTo>
                  <a:lnTo>
                    <a:pt x="1033" y="273"/>
                  </a:lnTo>
                  <a:lnTo>
                    <a:pt x="749" y="233"/>
                  </a:lnTo>
                  <a:cubicBezTo>
                    <a:pt x="713" y="229"/>
                    <a:pt x="681" y="225"/>
                    <a:pt x="649" y="217"/>
                  </a:cubicBezTo>
                  <a:cubicBezTo>
                    <a:pt x="613" y="209"/>
                    <a:pt x="577" y="197"/>
                    <a:pt x="541" y="185"/>
                  </a:cubicBezTo>
                  <a:lnTo>
                    <a:pt x="21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89"/>
            <p:cNvSpPr/>
            <p:nvPr/>
          </p:nvSpPr>
          <p:spPr>
            <a:xfrm flipH="1">
              <a:off x="1611134" y="2408305"/>
              <a:ext cx="92810" cy="71027"/>
            </a:xfrm>
            <a:custGeom>
              <a:avLst/>
              <a:gdLst/>
              <a:ahLst/>
              <a:cxnLst/>
              <a:rect l="l" t="t" r="r" b="b"/>
              <a:pathLst>
                <a:path w="801" h="613" extrusionOk="0">
                  <a:moveTo>
                    <a:pt x="33" y="1"/>
                  </a:moveTo>
                  <a:lnTo>
                    <a:pt x="1" y="57"/>
                  </a:lnTo>
                  <a:lnTo>
                    <a:pt x="245" y="205"/>
                  </a:lnTo>
                  <a:cubicBezTo>
                    <a:pt x="293" y="229"/>
                    <a:pt x="333" y="261"/>
                    <a:pt x="373" y="297"/>
                  </a:cubicBezTo>
                  <a:cubicBezTo>
                    <a:pt x="389" y="313"/>
                    <a:pt x="401" y="329"/>
                    <a:pt x="413" y="349"/>
                  </a:cubicBezTo>
                  <a:lnTo>
                    <a:pt x="433" y="373"/>
                  </a:lnTo>
                  <a:cubicBezTo>
                    <a:pt x="525" y="485"/>
                    <a:pt x="645" y="569"/>
                    <a:pt x="785" y="613"/>
                  </a:cubicBezTo>
                  <a:lnTo>
                    <a:pt x="801" y="553"/>
                  </a:lnTo>
                  <a:cubicBezTo>
                    <a:pt x="677" y="509"/>
                    <a:pt x="565" y="433"/>
                    <a:pt x="481" y="329"/>
                  </a:cubicBezTo>
                  <a:lnTo>
                    <a:pt x="465" y="305"/>
                  </a:lnTo>
                  <a:cubicBezTo>
                    <a:pt x="449" y="285"/>
                    <a:pt x="433" y="269"/>
                    <a:pt x="417" y="253"/>
                  </a:cubicBezTo>
                  <a:cubicBezTo>
                    <a:pt x="377" y="213"/>
                    <a:pt x="329" y="177"/>
                    <a:pt x="277" y="153"/>
                  </a:cubicBezTo>
                  <a:lnTo>
                    <a:pt x="33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89"/>
            <p:cNvSpPr/>
            <p:nvPr/>
          </p:nvSpPr>
          <p:spPr>
            <a:xfrm flipH="1">
              <a:off x="1601864" y="2362421"/>
              <a:ext cx="90956" cy="16801"/>
            </a:xfrm>
            <a:custGeom>
              <a:avLst/>
              <a:gdLst/>
              <a:ahLst/>
              <a:cxnLst/>
              <a:rect l="l" t="t" r="r" b="b"/>
              <a:pathLst>
                <a:path w="785" h="145" extrusionOk="0">
                  <a:moveTo>
                    <a:pt x="25" y="1"/>
                  </a:moveTo>
                  <a:lnTo>
                    <a:pt x="1" y="61"/>
                  </a:lnTo>
                  <a:cubicBezTo>
                    <a:pt x="115" y="106"/>
                    <a:pt x="236" y="128"/>
                    <a:pt x="358" y="128"/>
                  </a:cubicBezTo>
                  <a:cubicBezTo>
                    <a:pt x="399" y="128"/>
                    <a:pt x="440" y="126"/>
                    <a:pt x="481" y="121"/>
                  </a:cubicBezTo>
                  <a:lnTo>
                    <a:pt x="513" y="117"/>
                  </a:lnTo>
                  <a:cubicBezTo>
                    <a:pt x="549" y="112"/>
                    <a:pt x="587" y="106"/>
                    <a:pt x="623" y="106"/>
                  </a:cubicBezTo>
                  <a:cubicBezTo>
                    <a:pt x="670" y="106"/>
                    <a:pt x="713" y="115"/>
                    <a:pt x="745" y="145"/>
                  </a:cubicBezTo>
                  <a:lnTo>
                    <a:pt x="785" y="93"/>
                  </a:lnTo>
                  <a:cubicBezTo>
                    <a:pt x="738" y="56"/>
                    <a:pt x="684" y="44"/>
                    <a:pt x="627" y="44"/>
                  </a:cubicBezTo>
                  <a:cubicBezTo>
                    <a:pt x="587" y="44"/>
                    <a:pt x="545" y="50"/>
                    <a:pt x="505" y="57"/>
                  </a:cubicBezTo>
                  <a:lnTo>
                    <a:pt x="473" y="61"/>
                  </a:lnTo>
                  <a:cubicBezTo>
                    <a:pt x="439" y="64"/>
                    <a:pt x="405" y="66"/>
                    <a:pt x="371" y="66"/>
                  </a:cubicBezTo>
                  <a:cubicBezTo>
                    <a:pt x="252" y="66"/>
                    <a:pt x="134" y="44"/>
                    <a:pt x="2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89"/>
            <p:cNvSpPr/>
            <p:nvPr/>
          </p:nvSpPr>
          <p:spPr>
            <a:xfrm flipH="1">
              <a:off x="1593058" y="2299389"/>
              <a:ext cx="84004" cy="59440"/>
            </a:xfrm>
            <a:custGeom>
              <a:avLst/>
              <a:gdLst/>
              <a:ahLst/>
              <a:cxnLst/>
              <a:rect l="l" t="t" r="r" b="b"/>
              <a:pathLst>
                <a:path w="725" h="513" extrusionOk="0">
                  <a:moveTo>
                    <a:pt x="49" y="1"/>
                  </a:moveTo>
                  <a:lnTo>
                    <a:pt x="1" y="41"/>
                  </a:lnTo>
                  <a:cubicBezTo>
                    <a:pt x="173" y="273"/>
                    <a:pt x="425" y="441"/>
                    <a:pt x="709" y="513"/>
                  </a:cubicBezTo>
                  <a:lnTo>
                    <a:pt x="725" y="453"/>
                  </a:lnTo>
                  <a:cubicBezTo>
                    <a:pt x="453" y="385"/>
                    <a:pt x="217" y="225"/>
                    <a:pt x="4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89"/>
            <p:cNvSpPr/>
            <p:nvPr/>
          </p:nvSpPr>
          <p:spPr>
            <a:xfrm flipH="1">
              <a:off x="1611134" y="2386985"/>
              <a:ext cx="128034" cy="40438"/>
            </a:xfrm>
            <a:custGeom>
              <a:avLst/>
              <a:gdLst/>
              <a:ahLst/>
              <a:cxnLst/>
              <a:rect l="l" t="t" r="r" b="b"/>
              <a:pathLst>
                <a:path w="1105" h="349" extrusionOk="0">
                  <a:moveTo>
                    <a:pt x="25" y="1"/>
                  </a:moveTo>
                  <a:lnTo>
                    <a:pt x="1" y="57"/>
                  </a:lnTo>
                  <a:cubicBezTo>
                    <a:pt x="41" y="73"/>
                    <a:pt x="85" y="85"/>
                    <a:pt x="129" y="93"/>
                  </a:cubicBezTo>
                  <a:cubicBezTo>
                    <a:pt x="377" y="145"/>
                    <a:pt x="629" y="205"/>
                    <a:pt x="877" y="269"/>
                  </a:cubicBezTo>
                  <a:cubicBezTo>
                    <a:pt x="945" y="285"/>
                    <a:pt x="1009" y="309"/>
                    <a:pt x="1065" y="349"/>
                  </a:cubicBezTo>
                  <a:lnTo>
                    <a:pt x="1105" y="297"/>
                  </a:lnTo>
                  <a:cubicBezTo>
                    <a:pt x="1041" y="253"/>
                    <a:pt x="969" y="225"/>
                    <a:pt x="893" y="209"/>
                  </a:cubicBezTo>
                  <a:cubicBezTo>
                    <a:pt x="645" y="141"/>
                    <a:pt x="389" y="81"/>
                    <a:pt x="137" y="29"/>
                  </a:cubicBezTo>
                  <a:cubicBezTo>
                    <a:pt x="101" y="25"/>
                    <a:pt x="61" y="13"/>
                    <a:pt x="2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89"/>
            <p:cNvSpPr/>
            <p:nvPr/>
          </p:nvSpPr>
          <p:spPr>
            <a:xfrm flipH="1">
              <a:off x="1718195" y="2458128"/>
              <a:ext cx="31632" cy="20277"/>
            </a:xfrm>
            <a:custGeom>
              <a:avLst/>
              <a:gdLst/>
              <a:ahLst/>
              <a:cxnLst/>
              <a:rect l="l" t="t" r="r" b="b"/>
              <a:pathLst>
                <a:path w="273" h="175" extrusionOk="0">
                  <a:moveTo>
                    <a:pt x="97" y="66"/>
                  </a:moveTo>
                  <a:cubicBezTo>
                    <a:pt x="117" y="66"/>
                    <a:pt x="136" y="74"/>
                    <a:pt x="149" y="91"/>
                  </a:cubicBezTo>
                  <a:cubicBezTo>
                    <a:pt x="157" y="95"/>
                    <a:pt x="165" y="103"/>
                    <a:pt x="177" y="111"/>
                  </a:cubicBezTo>
                  <a:cubicBezTo>
                    <a:pt x="169" y="112"/>
                    <a:pt x="162" y="112"/>
                    <a:pt x="154" y="112"/>
                  </a:cubicBezTo>
                  <a:cubicBezTo>
                    <a:pt x="130" y="112"/>
                    <a:pt x="106" y="107"/>
                    <a:pt x="85" y="95"/>
                  </a:cubicBezTo>
                  <a:cubicBezTo>
                    <a:pt x="69" y="91"/>
                    <a:pt x="65" y="79"/>
                    <a:pt x="65" y="75"/>
                  </a:cubicBezTo>
                  <a:cubicBezTo>
                    <a:pt x="69" y="71"/>
                    <a:pt x="77" y="67"/>
                    <a:pt x="85" y="67"/>
                  </a:cubicBezTo>
                  <a:cubicBezTo>
                    <a:pt x="89" y="66"/>
                    <a:pt x="93" y="66"/>
                    <a:pt x="97" y="66"/>
                  </a:cubicBezTo>
                  <a:close/>
                  <a:moveTo>
                    <a:pt x="94" y="0"/>
                  </a:moveTo>
                  <a:cubicBezTo>
                    <a:pt x="85" y="0"/>
                    <a:pt x="77" y="1"/>
                    <a:pt x="69" y="3"/>
                  </a:cubicBezTo>
                  <a:cubicBezTo>
                    <a:pt x="37" y="7"/>
                    <a:pt x="9" y="31"/>
                    <a:pt x="1" y="67"/>
                  </a:cubicBezTo>
                  <a:cubicBezTo>
                    <a:pt x="1" y="103"/>
                    <a:pt x="21" y="135"/>
                    <a:pt x="53" y="151"/>
                  </a:cubicBezTo>
                  <a:cubicBezTo>
                    <a:pt x="83" y="167"/>
                    <a:pt x="116" y="175"/>
                    <a:pt x="149" y="175"/>
                  </a:cubicBezTo>
                  <a:cubicBezTo>
                    <a:pt x="182" y="175"/>
                    <a:pt x="215" y="167"/>
                    <a:pt x="245" y="151"/>
                  </a:cubicBezTo>
                  <a:lnTo>
                    <a:pt x="273" y="135"/>
                  </a:lnTo>
                  <a:lnTo>
                    <a:pt x="257" y="107"/>
                  </a:lnTo>
                  <a:cubicBezTo>
                    <a:pt x="253" y="103"/>
                    <a:pt x="253" y="99"/>
                    <a:pt x="249" y="99"/>
                  </a:cubicBezTo>
                  <a:cubicBezTo>
                    <a:pt x="233" y="75"/>
                    <a:pt x="209" y="51"/>
                    <a:pt x="181" y="35"/>
                  </a:cubicBezTo>
                  <a:cubicBezTo>
                    <a:pt x="159" y="13"/>
                    <a:pt x="126" y="0"/>
                    <a:pt x="9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89"/>
            <p:cNvSpPr/>
            <p:nvPr/>
          </p:nvSpPr>
          <p:spPr>
            <a:xfrm flipH="1">
              <a:off x="1725611" y="2379106"/>
              <a:ext cx="29778" cy="20740"/>
            </a:xfrm>
            <a:custGeom>
              <a:avLst/>
              <a:gdLst/>
              <a:ahLst/>
              <a:cxnLst/>
              <a:rect l="l" t="t" r="r" b="b"/>
              <a:pathLst>
                <a:path w="257" h="179" extrusionOk="0">
                  <a:moveTo>
                    <a:pt x="105" y="65"/>
                  </a:moveTo>
                  <a:cubicBezTo>
                    <a:pt x="129" y="65"/>
                    <a:pt x="149" y="73"/>
                    <a:pt x="169" y="89"/>
                  </a:cubicBezTo>
                  <a:cubicBezTo>
                    <a:pt x="177" y="93"/>
                    <a:pt x="181" y="101"/>
                    <a:pt x="185" y="109"/>
                  </a:cubicBezTo>
                  <a:cubicBezTo>
                    <a:pt x="178" y="114"/>
                    <a:pt x="169" y="115"/>
                    <a:pt x="160" y="115"/>
                  </a:cubicBezTo>
                  <a:cubicBezTo>
                    <a:pt x="154" y="115"/>
                    <a:pt x="147" y="114"/>
                    <a:pt x="141" y="113"/>
                  </a:cubicBezTo>
                  <a:cubicBezTo>
                    <a:pt x="117" y="109"/>
                    <a:pt x="94" y="97"/>
                    <a:pt x="74" y="85"/>
                  </a:cubicBezTo>
                  <a:lnTo>
                    <a:pt x="74" y="85"/>
                  </a:lnTo>
                  <a:cubicBezTo>
                    <a:pt x="79" y="72"/>
                    <a:pt x="90" y="65"/>
                    <a:pt x="105" y="65"/>
                  </a:cubicBezTo>
                  <a:close/>
                  <a:moveTo>
                    <a:pt x="101" y="1"/>
                  </a:moveTo>
                  <a:cubicBezTo>
                    <a:pt x="53" y="5"/>
                    <a:pt x="17" y="37"/>
                    <a:pt x="9" y="85"/>
                  </a:cubicBezTo>
                  <a:cubicBezTo>
                    <a:pt x="1" y="149"/>
                    <a:pt x="129" y="177"/>
                    <a:pt x="129" y="177"/>
                  </a:cubicBezTo>
                  <a:cubicBezTo>
                    <a:pt x="136" y="178"/>
                    <a:pt x="144" y="178"/>
                    <a:pt x="151" y="178"/>
                  </a:cubicBezTo>
                  <a:cubicBezTo>
                    <a:pt x="176" y="178"/>
                    <a:pt x="199" y="173"/>
                    <a:pt x="221" y="161"/>
                  </a:cubicBezTo>
                  <a:cubicBezTo>
                    <a:pt x="229" y="157"/>
                    <a:pt x="237" y="149"/>
                    <a:pt x="241" y="141"/>
                  </a:cubicBezTo>
                  <a:cubicBezTo>
                    <a:pt x="245" y="133"/>
                    <a:pt x="249" y="129"/>
                    <a:pt x="249" y="121"/>
                  </a:cubicBezTo>
                  <a:cubicBezTo>
                    <a:pt x="257" y="101"/>
                    <a:pt x="249" y="69"/>
                    <a:pt x="205" y="37"/>
                  </a:cubicBezTo>
                  <a:cubicBezTo>
                    <a:pt x="177" y="13"/>
                    <a:pt x="137" y="1"/>
                    <a:pt x="101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89"/>
            <p:cNvSpPr/>
            <p:nvPr/>
          </p:nvSpPr>
          <p:spPr>
            <a:xfrm flipH="1">
              <a:off x="1681118" y="2351298"/>
              <a:ext cx="32559" cy="21088"/>
            </a:xfrm>
            <a:custGeom>
              <a:avLst/>
              <a:gdLst/>
              <a:ahLst/>
              <a:cxnLst/>
              <a:rect l="l" t="t" r="r" b="b"/>
              <a:pathLst>
                <a:path w="281" h="182" extrusionOk="0">
                  <a:moveTo>
                    <a:pt x="101" y="65"/>
                  </a:moveTo>
                  <a:cubicBezTo>
                    <a:pt x="137" y="77"/>
                    <a:pt x="169" y="93"/>
                    <a:pt x="201" y="113"/>
                  </a:cubicBezTo>
                  <a:cubicBezTo>
                    <a:pt x="191" y="115"/>
                    <a:pt x="181" y="116"/>
                    <a:pt x="171" y="116"/>
                  </a:cubicBezTo>
                  <a:cubicBezTo>
                    <a:pt x="161" y="116"/>
                    <a:pt x="151" y="115"/>
                    <a:pt x="141" y="113"/>
                  </a:cubicBezTo>
                  <a:cubicBezTo>
                    <a:pt x="117" y="109"/>
                    <a:pt x="93" y="97"/>
                    <a:pt x="73" y="85"/>
                  </a:cubicBezTo>
                  <a:cubicBezTo>
                    <a:pt x="77" y="73"/>
                    <a:pt x="89" y="65"/>
                    <a:pt x="101" y="65"/>
                  </a:cubicBezTo>
                  <a:close/>
                  <a:moveTo>
                    <a:pt x="105" y="1"/>
                  </a:moveTo>
                  <a:cubicBezTo>
                    <a:pt x="57" y="5"/>
                    <a:pt x="17" y="37"/>
                    <a:pt x="9" y="81"/>
                  </a:cubicBezTo>
                  <a:cubicBezTo>
                    <a:pt x="1" y="149"/>
                    <a:pt x="133" y="177"/>
                    <a:pt x="133" y="177"/>
                  </a:cubicBezTo>
                  <a:cubicBezTo>
                    <a:pt x="146" y="180"/>
                    <a:pt x="159" y="181"/>
                    <a:pt x="172" y="181"/>
                  </a:cubicBezTo>
                  <a:cubicBezTo>
                    <a:pt x="210" y="181"/>
                    <a:pt x="246" y="168"/>
                    <a:pt x="273" y="141"/>
                  </a:cubicBezTo>
                  <a:cubicBezTo>
                    <a:pt x="273" y="137"/>
                    <a:pt x="273" y="137"/>
                    <a:pt x="273" y="137"/>
                  </a:cubicBezTo>
                  <a:cubicBezTo>
                    <a:pt x="281" y="121"/>
                    <a:pt x="281" y="109"/>
                    <a:pt x="273" y="93"/>
                  </a:cubicBezTo>
                  <a:cubicBezTo>
                    <a:pt x="229" y="45"/>
                    <a:pt x="169" y="13"/>
                    <a:pt x="10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89"/>
            <p:cNvSpPr/>
            <p:nvPr/>
          </p:nvSpPr>
          <p:spPr>
            <a:xfrm flipH="1">
              <a:off x="1668604" y="2285833"/>
              <a:ext cx="29314" cy="25723"/>
            </a:xfrm>
            <a:custGeom>
              <a:avLst/>
              <a:gdLst/>
              <a:ahLst/>
              <a:cxnLst/>
              <a:rect l="l" t="t" r="r" b="b"/>
              <a:pathLst>
                <a:path w="253" h="222" extrusionOk="0">
                  <a:moveTo>
                    <a:pt x="118" y="64"/>
                  </a:moveTo>
                  <a:cubicBezTo>
                    <a:pt x="125" y="64"/>
                    <a:pt x="131" y="66"/>
                    <a:pt x="137" y="70"/>
                  </a:cubicBezTo>
                  <a:cubicBezTo>
                    <a:pt x="157" y="82"/>
                    <a:pt x="169" y="102"/>
                    <a:pt x="177" y="122"/>
                  </a:cubicBezTo>
                  <a:cubicBezTo>
                    <a:pt x="181" y="134"/>
                    <a:pt x="185" y="146"/>
                    <a:pt x="189" y="158"/>
                  </a:cubicBezTo>
                  <a:cubicBezTo>
                    <a:pt x="169" y="150"/>
                    <a:pt x="153" y="142"/>
                    <a:pt x="137" y="126"/>
                  </a:cubicBezTo>
                  <a:cubicBezTo>
                    <a:pt x="121" y="110"/>
                    <a:pt x="109" y="90"/>
                    <a:pt x="97" y="70"/>
                  </a:cubicBezTo>
                  <a:cubicBezTo>
                    <a:pt x="105" y="66"/>
                    <a:pt x="112" y="64"/>
                    <a:pt x="118" y="64"/>
                  </a:cubicBezTo>
                  <a:close/>
                  <a:moveTo>
                    <a:pt x="116" y="0"/>
                  </a:moveTo>
                  <a:cubicBezTo>
                    <a:pt x="88" y="0"/>
                    <a:pt x="62" y="12"/>
                    <a:pt x="45" y="34"/>
                  </a:cubicBezTo>
                  <a:cubicBezTo>
                    <a:pt x="1" y="82"/>
                    <a:pt x="97" y="174"/>
                    <a:pt x="97" y="174"/>
                  </a:cubicBezTo>
                  <a:cubicBezTo>
                    <a:pt x="121" y="202"/>
                    <a:pt x="157" y="218"/>
                    <a:pt x="197" y="222"/>
                  </a:cubicBezTo>
                  <a:cubicBezTo>
                    <a:pt x="213" y="222"/>
                    <a:pt x="233" y="214"/>
                    <a:pt x="245" y="194"/>
                  </a:cubicBezTo>
                  <a:cubicBezTo>
                    <a:pt x="253" y="162"/>
                    <a:pt x="253" y="130"/>
                    <a:pt x="237" y="98"/>
                  </a:cubicBezTo>
                  <a:cubicBezTo>
                    <a:pt x="225" y="62"/>
                    <a:pt x="197" y="30"/>
                    <a:pt x="165" y="14"/>
                  </a:cubicBezTo>
                  <a:cubicBezTo>
                    <a:pt x="150" y="5"/>
                    <a:pt x="132" y="0"/>
                    <a:pt x="11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89"/>
            <p:cNvSpPr/>
            <p:nvPr/>
          </p:nvSpPr>
          <p:spPr>
            <a:xfrm flipH="1">
              <a:off x="1691778" y="2405060"/>
              <a:ext cx="30705" cy="19466"/>
            </a:xfrm>
            <a:custGeom>
              <a:avLst/>
              <a:gdLst/>
              <a:ahLst/>
              <a:cxnLst/>
              <a:rect l="l" t="t" r="r" b="b"/>
              <a:pathLst>
                <a:path w="265" h="168" extrusionOk="0">
                  <a:moveTo>
                    <a:pt x="145" y="61"/>
                  </a:moveTo>
                  <a:cubicBezTo>
                    <a:pt x="165" y="61"/>
                    <a:pt x="181" y="69"/>
                    <a:pt x="197" y="77"/>
                  </a:cubicBezTo>
                  <a:cubicBezTo>
                    <a:pt x="185" y="81"/>
                    <a:pt x="173" y="89"/>
                    <a:pt x="161" y="93"/>
                  </a:cubicBezTo>
                  <a:cubicBezTo>
                    <a:pt x="146" y="98"/>
                    <a:pt x="133" y="101"/>
                    <a:pt x="119" y="101"/>
                  </a:cubicBezTo>
                  <a:cubicBezTo>
                    <a:pt x="111" y="101"/>
                    <a:pt x="102" y="100"/>
                    <a:pt x="93" y="97"/>
                  </a:cubicBezTo>
                  <a:cubicBezTo>
                    <a:pt x="81" y="93"/>
                    <a:pt x="69" y="85"/>
                    <a:pt x="69" y="69"/>
                  </a:cubicBezTo>
                  <a:lnTo>
                    <a:pt x="65" y="69"/>
                  </a:lnTo>
                  <a:cubicBezTo>
                    <a:pt x="93" y="61"/>
                    <a:pt x="117" y="61"/>
                    <a:pt x="145" y="61"/>
                  </a:cubicBezTo>
                  <a:close/>
                  <a:moveTo>
                    <a:pt x="126" y="0"/>
                  </a:moveTo>
                  <a:cubicBezTo>
                    <a:pt x="87" y="0"/>
                    <a:pt x="11" y="7"/>
                    <a:pt x="5" y="57"/>
                  </a:cubicBezTo>
                  <a:cubicBezTo>
                    <a:pt x="1" y="101"/>
                    <a:pt x="29" y="145"/>
                    <a:pt x="73" y="161"/>
                  </a:cubicBezTo>
                  <a:cubicBezTo>
                    <a:pt x="87" y="166"/>
                    <a:pt x="102" y="168"/>
                    <a:pt x="117" y="168"/>
                  </a:cubicBezTo>
                  <a:cubicBezTo>
                    <a:pt x="140" y="168"/>
                    <a:pt x="163" y="163"/>
                    <a:pt x="185" y="153"/>
                  </a:cubicBezTo>
                  <a:cubicBezTo>
                    <a:pt x="213" y="145"/>
                    <a:pt x="237" y="125"/>
                    <a:pt x="257" y="101"/>
                  </a:cubicBezTo>
                  <a:cubicBezTo>
                    <a:pt x="257" y="101"/>
                    <a:pt x="261" y="97"/>
                    <a:pt x="261" y="93"/>
                  </a:cubicBezTo>
                  <a:cubicBezTo>
                    <a:pt x="265" y="73"/>
                    <a:pt x="261" y="53"/>
                    <a:pt x="245" y="37"/>
                  </a:cubicBezTo>
                  <a:cubicBezTo>
                    <a:pt x="221" y="13"/>
                    <a:pt x="185" y="1"/>
                    <a:pt x="149" y="1"/>
                  </a:cubicBezTo>
                  <a:cubicBezTo>
                    <a:pt x="149" y="1"/>
                    <a:pt x="140" y="0"/>
                    <a:pt x="12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89"/>
            <p:cNvSpPr/>
            <p:nvPr/>
          </p:nvSpPr>
          <p:spPr>
            <a:xfrm flipH="1">
              <a:off x="1723294" y="2462067"/>
              <a:ext cx="24680" cy="12861"/>
            </a:xfrm>
            <a:custGeom>
              <a:avLst/>
              <a:gdLst/>
              <a:ahLst/>
              <a:cxnLst/>
              <a:rect l="l" t="t" r="r" b="b"/>
              <a:pathLst>
                <a:path w="213" h="111" extrusionOk="0">
                  <a:moveTo>
                    <a:pt x="73" y="0"/>
                  </a:moveTo>
                  <a:cubicBezTo>
                    <a:pt x="69" y="0"/>
                    <a:pt x="65" y="0"/>
                    <a:pt x="61" y="1"/>
                  </a:cubicBezTo>
                  <a:cubicBezTo>
                    <a:pt x="1" y="13"/>
                    <a:pt x="9" y="69"/>
                    <a:pt x="53" y="93"/>
                  </a:cubicBezTo>
                  <a:cubicBezTo>
                    <a:pt x="77" y="105"/>
                    <a:pt x="104" y="111"/>
                    <a:pt x="131" y="111"/>
                  </a:cubicBezTo>
                  <a:cubicBezTo>
                    <a:pt x="159" y="111"/>
                    <a:pt x="187" y="105"/>
                    <a:pt x="213" y="93"/>
                  </a:cubicBezTo>
                  <a:cubicBezTo>
                    <a:pt x="213" y="89"/>
                    <a:pt x="209" y="85"/>
                    <a:pt x="209" y="85"/>
                  </a:cubicBezTo>
                  <a:cubicBezTo>
                    <a:pt x="193" y="65"/>
                    <a:pt x="169" y="45"/>
                    <a:pt x="149" y="29"/>
                  </a:cubicBezTo>
                  <a:cubicBezTo>
                    <a:pt x="128" y="11"/>
                    <a:pt x="101" y="0"/>
                    <a:pt x="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89"/>
            <p:cNvSpPr/>
            <p:nvPr/>
          </p:nvSpPr>
          <p:spPr>
            <a:xfrm flipH="1">
              <a:off x="1730246" y="2383277"/>
              <a:ext cx="20972" cy="12977"/>
            </a:xfrm>
            <a:custGeom>
              <a:avLst/>
              <a:gdLst/>
              <a:ahLst/>
              <a:cxnLst/>
              <a:rect l="l" t="t" r="r" b="b"/>
              <a:pathLst>
                <a:path w="181" h="112" extrusionOk="0">
                  <a:moveTo>
                    <a:pt x="80" y="0"/>
                  </a:moveTo>
                  <a:cubicBezTo>
                    <a:pt x="76" y="0"/>
                    <a:pt x="72" y="0"/>
                    <a:pt x="69" y="1"/>
                  </a:cubicBezTo>
                  <a:cubicBezTo>
                    <a:pt x="37" y="1"/>
                    <a:pt x="9" y="21"/>
                    <a:pt x="5" y="53"/>
                  </a:cubicBezTo>
                  <a:cubicBezTo>
                    <a:pt x="1" y="77"/>
                    <a:pt x="81" y="105"/>
                    <a:pt x="97" y="109"/>
                  </a:cubicBezTo>
                  <a:cubicBezTo>
                    <a:pt x="106" y="111"/>
                    <a:pt x="115" y="111"/>
                    <a:pt x="123" y="111"/>
                  </a:cubicBezTo>
                  <a:cubicBezTo>
                    <a:pt x="154" y="111"/>
                    <a:pt x="178" y="100"/>
                    <a:pt x="181" y="81"/>
                  </a:cubicBezTo>
                  <a:cubicBezTo>
                    <a:pt x="181" y="65"/>
                    <a:pt x="177" y="45"/>
                    <a:pt x="149" y="29"/>
                  </a:cubicBezTo>
                  <a:cubicBezTo>
                    <a:pt x="131" y="11"/>
                    <a:pt x="105" y="0"/>
                    <a:pt x="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89"/>
            <p:cNvSpPr/>
            <p:nvPr/>
          </p:nvSpPr>
          <p:spPr>
            <a:xfrm flipH="1">
              <a:off x="1683435" y="2355006"/>
              <a:ext cx="26534" cy="13672"/>
            </a:xfrm>
            <a:custGeom>
              <a:avLst/>
              <a:gdLst/>
              <a:ahLst/>
              <a:cxnLst/>
              <a:rect l="l" t="t" r="r" b="b"/>
              <a:pathLst>
                <a:path w="229" h="118" extrusionOk="0">
                  <a:moveTo>
                    <a:pt x="69" y="1"/>
                  </a:moveTo>
                  <a:cubicBezTo>
                    <a:pt x="41" y="1"/>
                    <a:pt x="13" y="25"/>
                    <a:pt x="5" y="57"/>
                  </a:cubicBezTo>
                  <a:cubicBezTo>
                    <a:pt x="1" y="81"/>
                    <a:pt x="85" y="109"/>
                    <a:pt x="105" y="113"/>
                  </a:cubicBezTo>
                  <a:cubicBezTo>
                    <a:pt x="116" y="116"/>
                    <a:pt x="126" y="118"/>
                    <a:pt x="137" y="118"/>
                  </a:cubicBezTo>
                  <a:cubicBezTo>
                    <a:pt x="165" y="118"/>
                    <a:pt x="192" y="106"/>
                    <a:pt x="213" y="89"/>
                  </a:cubicBezTo>
                  <a:cubicBezTo>
                    <a:pt x="229" y="65"/>
                    <a:pt x="97" y="1"/>
                    <a:pt x="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89"/>
            <p:cNvSpPr/>
            <p:nvPr/>
          </p:nvSpPr>
          <p:spPr>
            <a:xfrm flipH="1">
              <a:off x="1671848" y="2289541"/>
              <a:ext cx="20045" cy="18307"/>
            </a:xfrm>
            <a:custGeom>
              <a:avLst/>
              <a:gdLst/>
              <a:ahLst/>
              <a:cxnLst/>
              <a:rect l="l" t="t" r="r" b="b"/>
              <a:pathLst>
                <a:path w="173" h="158" extrusionOk="0">
                  <a:moveTo>
                    <a:pt x="65" y="0"/>
                  </a:moveTo>
                  <a:cubicBezTo>
                    <a:pt x="47" y="0"/>
                    <a:pt x="29" y="7"/>
                    <a:pt x="17" y="22"/>
                  </a:cubicBezTo>
                  <a:cubicBezTo>
                    <a:pt x="1" y="42"/>
                    <a:pt x="53" y="106"/>
                    <a:pt x="65" y="118"/>
                  </a:cubicBezTo>
                  <a:cubicBezTo>
                    <a:pt x="89" y="138"/>
                    <a:pt x="113" y="154"/>
                    <a:pt x="145" y="158"/>
                  </a:cubicBezTo>
                  <a:cubicBezTo>
                    <a:pt x="153" y="158"/>
                    <a:pt x="161" y="154"/>
                    <a:pt x="165" y="150"/>
                  </a:cubicBezTo>
                  <a:cubicBezTo>
                    <a:pt x="173" y="130"/>
                    <a:pt x="165" y="98"/>
                    <a:pt x="153" y="78"/>
                  </a:cubicBezTo>
                  <a:cubicBezTo>
                    <a:pt x="145" y="50"/>
                    <a:pt x="125" y="26"/>
                    <a:pt x="101" y="10"/>
                  </a:cubicBezTo>
                  <a:cubicBezTo>
                    <a:pt x="90" y="3"/>
                    <a:pt x="77" y="0"/>
                    <a:pt x="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89"/>
            <p:cNvSpPr/>
            <p:nvPr/>
          </p:nvSpPr>
          <p:spPr>
            <a:xfrm flipH="1">
              <a:off x="1695949" y="2408305"/>
              <a:ext cx="23289" cy="12166"/>
            </a:xfrm>
            <a:custGeom>
              <a:avLst/>
              <a:gdLst/>
              <a:ahLst/>
              <a:cxnLst/>
              <a:rect l="l" t="t" r="r" b="b"/>
              <a:pathLst>
                <a:path w="201" h="105" extrusionOk="0">
                  <a:moveTo>
                    <a:pt x="117" y="1"/>
                  </a:moveTo>
                  <a:cubicBezTo>
                    <a:pt x="97" y="1"/>
                    <a:pt x="9" y="5"/>
                    <a:pt x="5" y="29"/>
                  </a:cubicBezTo>
                  <a:cubicBezTo>
                    <a:pt x="1" y="61"/>
                    <a:pt x="21" y="93"/>
                    <a:pt x="53" y="101"/>
                  </a:cubicBezTo>
                  <a:cubicBezTo>
                    <a:pt x="63" y="104"/>
                    <a:pt x="73" y="105"/>
                    <a:pt x="84" y="105"/>
                  </a:cubicBezTo>
                  <a:cubicBezTo>
                    <a:pt x="103" y="105"/>
                    <a:pt x="123" y="101"/>
                    <a:pt x="141" y="93"/>
                  </a:cubicBezTo>
                  <a:cubicBezTo>
                    <a:pt x="157" y="89"/>
                    <a:pt x="193" y="73"/>
                    <a:pt x="201" y="53"/>
                  </a:cubicBezTo>
                  <a:cubicBezTo>
                    <a:pt x="201" y="45"/>
                    <a:pt x="197" y="33"/>
                    <a:pt x="189" y="29"/>
                  </a:cubicBezTo>
                  <a:cubicBezTo>
                    <a:pt x="169" y="13"/>
                    <a:pt x="141" y="1"/>
                    <a:pt x="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89"/>
            <p:cNvSpPr/>
            <p:nvPr/>
          </p:nvSpPr>
          <p:spPr>
            <a:xfrm flipH="1">
              <a:off x="501932" y="655229"/>
              <a:ext cx="769476" cy="577831"/>
            </a:xfrm>
            <a:custGeom>
              <a:avLst/>
              <a:gdLst/>
              <a:ahLst/>
              <a:cxnLst/>
              <a:rect l="l" t="t" r="r" b="b"/>
              <a:pathLst>
                <a:path w="6641" h="4987" extrusionOk="0">
                  <a:moveTo>
                    <a:pt x="4718" y="0"/>
                  </a:moveTo>
                  <a:cubicBezTo>
                    <a:pt x="4676" y="0"/>
                    <a:pt x="4634" y="2"/>
                    <a:pt x="4592" y="6"/>
                  </a:cubicBezTo>
                  <a:lnTo>
                    <a:pt x="4360" y="26"/>
                  </a:lnTo>
                  <a:cubicBezTo>
                    <a:pt x="4324" y="30"/>
                    <a:pt x="4288" y="30"/>
                    <a:pt x="4260" y="30"/>
                  </a:cubicBezTo>
                  <a:lnTo>
                    <a:pt x="4200" y="30"/>
                  </a:lnTo>
                  <a:lnTo>
                    <a:pt x="4176" y="22"/>
                  </a:lnTo>
                  <a:cubicBezTo>
                    <a:pt x="4159" y="21"/>
                    <a:pt x="4142" y="20"/>
                    <a:pt x="4125" y="20"/>
                  </a:cubicBezTo>
                  <a:cubicBezTo>
                    <a:pt x="4096" y="20"/>
                    <a:pt x="4067" y="23"/>
                    <a:pt x="4036" y="30"/>
                  </a:cubicBezTo>
                  <a:cubicBezTo>
                    <a:pt x="4000" y="38"/>
                    <a:pt x="3964" y="50"/>
                    <a:pt x="3928" y="66"/>
                  </a:cubicBezTo>
                  <a:cubicBezTo>
                    <a:pt x="3868" y="98"/>
                    <a:pt x="3816" y="142"/>
                    <a:pt x="3776" y="194"/>
                  </a:cubicBezTo>
                  <a:cubicBezTo>
                    <a:pt x="3748" y="234"/>
                    <a:pt x="3724" y="278"/>
                    <a:pt x="3712" y="326"/>
                  </a:cubicBezTo>
                  <a:cubicBezTo>
                    <a:pt x="3708" y="342"/>
                    <a:pt x="3708" y="362"/>
                    <a:pt x="3704" y="378"/>
                  </a:cubicBezTo>
                  <a:cubicBezTo>
                    <a:pt x="3704" y="390"/>
                    <a:pt x="3704" y="402"/>
                    <a:pt x="3704" y="414"/>
                  </a:cubicBezTo>
                  <a:cubicBezTo>
                    <a:pt x="3588" y="430"/>
                    <a:pt x="3476" y="454"/>
                    <a:pt x="3364" y="490"/>
                  </a:cubicBezTo>
                  <a:cubicBezTo>
                    <a:pt x="3304" y="510"/>
                    <a:pt x="3244" y="534"/>
                    <a:pt x="3188" y="558"/>
                  </a:cubicBezTo>
                  <a:lnTo>
                    <a:pt x="3104" y="602"/>
                  </a:lnTo>
                  <a:cubicBezTo>
                    <a:pt x="3076" y="614"/>
                    <a:pt x="3048" y="630"/>
                    <a:pt x="3020" y="646"/>
                  </a:cubicBezTo>
                  <a:lnTo>
                    <a:pt x="2944" y="694"/>
                  </a:lnTo>
                  <a:lnTo>
                    <a:pt x="2868" y="750"/>
                  </a:lnTo>
                  <a:cubicBezTo>
                    <a:pt x="2844" y="766"/>
                    <a:pt x="2824" y="782"/>
                    <a:pt x="2804" y="802"/>
                  </a:cubicBezTo>
                  <a:cubicBezTo>
                    <a:pt x="2800" y="786"/>
                    <a:pt x="2800" y="770"/>
                    <a:pt x="2796" y="758"/>
                  </a:cubicBezTo>
                  <a:cubicBezTo>
                    <a:pt x="2768" y="662"/>
                    <a:pt x="2724" y="574"/>
                    <a:pt x="2660" y="502"/>
                  </a:cubicBezTo>
                  <a:lnTo>
                    <a:pt x="2624" y="462"/>
                  </a:lnTo>
                  <a:lnTo>
                    <a:pt x="2592" y="434"/>
                  </a:lnTo>
                  <a:cubicBezTo>
                    <a:pt x="2560" y="410"/>
                    <a:pt x="2532" y="390"/>
                    <a:pt x="2500" y="374"/>
                  </a:cubicBezTo>
                  <a:cubicBezTo>
                    <a:pt x="2436" y="338"/>
                    <a:pt x="2372" y="314"/>
                    <a:pt x="2300" y="298"/>
                  </a:cubicBezTo>
                  <a:cubicBezTo>
                    <a:pt x="2232" y="278"/>
                    <a:pt x="2156" y="262"/>
                    <a:pt x="2084" y="254"/>
                  </a:cubicBezTo>
                  <a:cubicBezTo>
                    <a:pt x="2048" y="250"/>
                    <a:pt x="2012" y="242"/>
                    <a:pt x="1972" y="242"/>
                  </a:cubicBezTo>
                  <a:cubicBezTo>
                    <a:pt x="1952" y="244"/>
                    <a:pt x="1933" y="244"/>
                    <a:pt x="1914" y="244"/>
                  </a:cubicBezTo>
                  <a:cubicBezTo>
                    <a:pt x="1895" y="244"/>
                    <a:pt x="1876" y="244"/>
                    <a:pt x="1856" y="246"/>
                  </a:cubicBezTo>
                  <a:cubicBezTo>
                    <a:pt x="1820" y="250"/>
                    <a:pt x="1780" y="250"/>
                    <a:pt x="1744" y="254"/>
                  </a:cubicBezTo>
                  <a:lnTo>
                    <a:pt x="1632" y="258"/>
                  </a:lnTo>
                  <a:cubicBezTo>
                    <a:pt x="1618" y="259"/>
                    <a:pt x="1603" y="259"/>
                    <a:pt x="1589" y="259"/>
                  </a:cubicBezTo>
                  <a:cubicBezTo>
                    <a:pt x="1531" y="259"/>
                    <a:pt x="1473" y="254"/>
                    <a:pt x="1412" y="254"/>
                  </a:cubicBezTo>
                  <a:cubicBezTo>
                    <a:pt x="1376" y="254"/>
                    <a:pt x="1336" y="258"/>
                    <a:pt x="1300" y="262"/>
                  </a:cubicBezTo>
                  <a:lnTo>
                    <a:pt x="1248" y="274"/>
                  </a:lnTo>
                  <a:lnTo>
                    <a:pt x="1224" y="278"/>
                  </a:lnTo>
                  <a:lnTo>
                    <a:pt x="1220" y="278"/>
                  </a:lnTo>
                  <a:lnTo>
                    <a:pt x="1208" y="282"/>
                  </a:lnTo>
                  <a:lnTo>
                    <a:pt x="1196" y="286"/>
                  </a:lnTo>
                  <a:cubicBezTo>
                    <a:pt x="1132" y="314"/>
                    <a:pt x="1076" y="354"/>
                    <a:pt x="1028" y="402"/>
                  </a:cubicBezTo>
                  <a:cubicBezTo>
                    <a:pt x="980" y="454"/>
                    <a:pt x="956" y="518"/>
                    <a:pt x="956" y="586"/>
                  </a:cubicBezTo>
                  <a:cubicBezTo>
                    <a:pt x="956" y="634"/>
                    <a:pt x="972" y="682"/>
                    <a:pt x="1004" y="722"/>
                  </a:cubicBezTo>
                  <a:lnTo>
                    <a:pt x="1008" y="726"/>
                  </a:lnTo>
                  <a:cubicBezTo>
                    <a:pt x="956" y="706"/>
                    <a:pt x="908" y="694"/>
                    <a:pt x="856" y="682"/>
                  </a:cubicBezTo>
                  <a:cubicBezTo>
                    <a:pt x="780" y="667"/>
                    <a:pt x="703" y="658"/>
                    <a:pt x="626" y="658"/>
                  </a:cubicBezTo>
                  <a:cubicBezTo>
                    <a:pt x="564" y="658"/>
                    <a:pt x="502" y="664"/>
                    <a:pt x="440" y="674"/>
                  </a:cubicBezTo>
                  <a:cubicBezTo>
                    <a:pt x="368" y="690"/>
                    <a:pt x="300" y="714"/>
                    <a:pt x="236" y="746"/>
                  </a:cubicBezTo>
                  <a:cubicBezTo>
                    <a:pt x="168" y="782"/>
                    <a:pt x="112" y="834"/>
                    <a:pt x="72" y="898"/>
                  </a:cubicBezTo>
                  <a:cubicBezTo>
                    <a:pt x="28" y="962"/>
                    <a:pt x="4" y="1038"/>
                    <a:pt x="0" y="1118"/>
                  </a:cubicBezTo>
                  <a:cubicBezTo>
                    <a:pt x="0" y="1194"/>
                    <a:pt x="8" y="1270"/>
                    <a:pt x="28" y="1342"/>
                  </a:cubicBezTo>
                  <a:cubicBezTo>
                    <a:pt x="40" y="1378"/>
                    <a:pt x="52" y="1410"/>
                    <a:pt x="68" y="1446"/>
                  </a:cubicBezTo>
                  <a:lnTo>
                    <a:pt x="112" y="1538"/>
                  </a:lnTo>
                  <a:cubicBezTo>
                    <a:pt x="136" y="1602"/>
                    <a:pt x="172" y="1662"/>
                    <a:pt x="204" y="1722"/>
                  </a:cubicBezTo>
                  <a:cubicBezTo>
                    <a:pt x="332" y="1962"/>
                    <a:pt x="492" y="2182"/>
                    <a:pt x="680" y="2378"/>
                  </a:cubicBezTo>
                  <a:cubicBezTo>
                    <a:pt x="704" y="2402"/>
                    <a:pt x="724" y="2426"/>
                    <a:pt x="748" y="2450"/>
                  </a:cubicBezTo>
                  <a:lnTo>
                    <a:pt x="820" y="2518"/>
                  </a:lnTo>
                  <a:cubicBezTo>
                    <a:pt x="868" y="2562"/>
                    <a:pt x="920" y="2602"/>
                    <a:pt x="972" y="2642"/>
                  </a:cubicBezTo>
                  <a:cubicBezTo>
                    <a:pt x="1020" y="2678"/>
                    <a:pt x="1072" y="2718"/>
                    <a:pt x="1120" y="2754"/>
                  </a:cubicBezTo>
                  <a:lnTo>
                    <a:pt x="1280" y="2850"/>
                  </a:lnTo>
                  <a:cubicBezTo>
                    <a:pt x="1400" y="2918"/>
                    <a:pt x="1524" y="2978"/>
                    <a:pt x="1652" y="3030"/>
                  </a:cubicBezTo>
                  <a:cubicBezTo>
                    <a:pt x="1736" y="3062"/>
                    <a:pt x="1816" y="3090"/>
                    <a:pt x="1904" y="3114"/>
                  </a:cubicBezTo>
                  <a:lnTo>
                    <a:pt x="1892" y="3114"/>
                  </a:lnTo>
                  <a:cubicBezTo>
                    <a:pt x="1892" y="3174"/>
                    <a:pt x="1916" y="3230"/>
                    <a:pt x="1960" y="3274"/>
                  </a:cubicBezTo>
                  <a:cubicBezTo>
                    <a:pt x="1996" y="3318"/>
                    <a:pt x="2040" y="3354"/>
                    <a:pt x="2088" y="3390"/>
                  </a:cubicBezTo>
                  <a:cubicBezTo>
                    <a:pt x="2184" y="3454"/>
                    <a:pt x="2280" y="3510"/>
                    <a:pt x="2380" y="3558"/>
                  </a:cubicBezTo>
                  <a:cubicBezTo>
                    <a:pt x="2580" y="3658"/>
                    <a:pt x="2788" y="3738"/>
                    <a:pt x="2976" y="3834"/>
                  </a:cubicBezTo>
                  <a:cubicBezTo>
                    <a:pt x="3024" y="3858"/>
                    <a:pt x="3068" y="3882"/>
                    <a:pt x="3112" y="3910"/>
                  </a:cubicBezTo>
                  <a:cubicBezTo>
                    <a:pt x="3132" y="3922"/>
                    <a:pt x="3152" y="3934"/>
                    <a:pt x="3168" y="3950"/>
                  </a:cubicBezTo>
                  <a:cubicBezTo>
                    <a:pt x="3176" y="3958"/>
                    <a:pt x="3184" y="3962"/>
                    <a:pt x="3188" y="3970"/>
                  </a:cubicBezTo>
                  <a:lnTo>
                    <a:pt x="3196" y="3978"/>
                  </a:lnTo>
                  <a:cubicBezTo>
                    <a:pt x="3200" y="3978"/>
                    <a:pt x="3200" y="3978"/>
                    <a:pt x="3204" y="3986"/>
                  </a:cubicBezTo>
                  <a:lnTo>
                    <a:pt x="3208" y="3994"/>
                  </a:lnTo>
                  <a:cubicBezTo>
                    <a:pt x="3204" y="4002"/>
                    <a:pt x="3204" y="4010"/>
                    <a:pt x="3208" y="4014"/>
                  </a:cubicBezTo>
                  <a:cubicBezTo>
                    <a:pt x="3208" y="4026"/>
                    <a:pt x="3208" y="4034"/>
                    <a:pt x="3208" y="4042"/>
                  </a:cubicBezTo>
                  <a:cubicBezTo>
                    <a:pt x="3204" y="4050"/>
                    <a:pt x="3208" y="4062"/>
                    <a:pt x="3204" y="4074"/>
                  </a:cubicBezTo>
                  <a:cubicBezTo>
                    <a:pt x="3192" y="4118"/>
                    <a:pt x="3180" y="4162"/>
                    <a:pt x="3160" y="4206"/>
                  </a:cubicBezTo>
                  <a:cubicBezTo>
                    <a:pt x="3140" y="4250"/>
                    <a:pt x="3116" y="4298"/>
                    <a:pt x="3092" y="4342"/>
                  </a:cubicBezTo>
                  <a:cubicBezTo>
                    <a:pt x="3064" y="4386"/>
                    <a:pt x="3036" y="4430"/>
                    <a:pt x="3008" y="4474"/>
                  </a:cubicBezTo>
                  <a:cubicBezTo>
                    <a:pt x="2976" y="4518"/>
                    <a:pt x="2948" y="4562"/>
                    <a:pt x="2912" y="4606"/>
                  </a:cubicBezTo>
                  <a:cubicBezTo>
                    <a:pt x="2880" y="4646"/>
                    <a:pt x="2848" y="4690"/>
                    <a:pt x="2812" y="4730"/>
                  </a:cubicBezTo>
                  <a:lnTo>
                    <a:pt x="2792" y="4754"/>
                  </a:lnTo>
                  <a:lnTo>
                    <a:pt x="2792" y="4774"/>
                  </a:lnTo>
                  <a:cubicBezTo>
                    <a:pt x="2792" y="4794"/>
                    <a:pt x="2796" y="4818"/>
                    <a:pt x="2804" y="4842"/>
                  </a:cubicBezTo>
                  <a:cubicBezTo>
                    <a:pt x="2808" y="4850"/>
                    <a:pt x="2812" y="4858"/>
                    <a:pt x="2820" y="4866"/>
                  </a:cubicBezTo>
                  <a:cubicBezTo>
                    <a:pt x="2824" y="4874"/>
                    <a:pt x="2828" y="4878"/>
                    <a:pt x="2836" y="4882"/>
                  </a:cubicBezTo>
                  <a:cubicBezTo>
                    <a:pt x="2844" y="4894"/>
                    <a:pt x="2856" y="4902"/>
                    <a:pt x="2868" y="4910"/>
                  </a:cubicBezTo>
                  <a:cubicBezTo>
                    <a:pt x="2876" y="4914"/>
                    <a:pt x="2884" y="4922"/>
                    <a:pt x="2896" y="4926"/>
                  </a:cubicBezTo>
                  <a:cubicBezTo>
                    <a:pt x="2916" y="4934"/>
                    <a:pt x="2932" y="4938"/>
                    <a:pt x="2952" y="4946"/>
                  </a:cubicBezTo>
                  <a:cubicBezTo>
                    <a:pt x="2968" y="4950"/>
                    <a:pt x="2984" y="4958"/>
                    <a:pt x="3000" y="4958"/>
                  </a:cubicBezTo>
                  <a:cubicBezTo>
                    <a:pt x="3036" y="4966"/>
                    <a:pt x="3068" y="4974"/>
                    <a:pt x="3104" y="4978"/>
                  </a:cubicBezTo>
                  <a:cubicBezTo>
                    <a:pt x="3136" y="4982"/>
                    <a:pt x="3168" y="4986"/>
                    <a:pt x="3204" y="4986"/>
                  </a:cubicBezTo>
                  <a:lnTo>
                    <a:pt x="3236" y="4986"/>
                  </a:lnTo>
                  <a:lnTo>
                    <a:pt x="3248" y="4974"/>
                  </a:lnTo>
                  <a:cubicBezTo>
                    <a:pt x="3276" y="4942"/>
                    <a:pt x="3304" y="4922"/>
                    <a:pt x="3328" y="4894"/>
                  </a:cubicBezTo>
                  <a:cubicBezTo>
                    <a:pt x="3352" y="4866"/>
                    <a:pt x="3372" y="4838"/>
                    <a:pt x="3396" y="4810"/>
                  </a:cubicBezTo>
                  <a:cubicBezTo>
                    <a:pt x="3440" y="4758"/>
                    <a:pt x="3480" y="4698"/>
                    <a:pt x="3520" y="4638"/>
                  </a:cubicBezTo>
                  <a:cubicBezTo>
                    <a:pt x="3540" y="4610"/>
                    <a:pt x="3556" y="4578"/>
                    <a:pt x="3576" y="4550"/>
                  </a:cubicBezTo>
                  <a:cubicBezTo>
                    <a:pt x="3592" y="4518"/>
                    <a:pt x="3608" y="4486"/>
                    <a:pt x="3624" y="4454"/>
                  </a:cubicBezTo>
                  <a:cubicBezTo>
                    <a:pt x="3640" y="4422"/>
                    <a:pt x="3656" y="4386"/>
                    <a:pt x="3668" y="4354"/>
                  </a:cubicBezTo>
                  <a:cubicBezTo>
                    <a:pt x="3680" y="4322"/>
                    <a:pt x="3692" y="4286"/>
                    <a:pt x="3704" y="4254"/>
                  </a:cubicBezTo>
                  <a:cubicBezTo>
                    <a:pt x="3712" y="4222"/>
                    <a:pt x="3724" y="4190"/>
                    <a:pt x="3732" y="4154"/>
                  </a:cubicBezTo>
                  <a:cubicBezTo>
                    <a:pt x="3740" y="4118"/>
                    <a:pt x="3748" y="4086"/>
                    <a:pt x="3760" y="4054"/>
                  </a:cubicBezTo>
                  <a:cubicBezTo>
                    <a:pt x="3780" y="3986"/>
                    <a:pt x="3804" y="3926"/>
                    <a:pt x="3828" y="3862"/>
                  </a:cubicBezTo>
                  <a:cubicBezTo>
                    <a:pt x="3856" y="3798"/>
                    <a:pt x="3880" y="3734"/>
                    <a:pt x="3912" y="3674"/>
                  </a:cubicBezTo>
                  <a:lnTo>
                    <a:pt x="3956" y="3582"/>
                  </a:lnTo>
                  <a:lnTo>
                    <a:pt x="3988" y="3522"/>
                  </a:lnTo>
                  <a:cubicBezTo>
                    <a:pt x="4112" y="3490"/>
                    <a:pt x="4232" y="3450"/>
                    <a:pt x="4356" y="3406"/>
                  </a:cubicBezTo>
                  <a:cubicBezTo>
                    <a:pt x="4484" y="3358"/>
                    <a:pt x="4612" y="3306"/>
                    <a:pt x="4740" y="3250"/>
                  </a:cubicBezTo>
                  <a:cubicBezTo>
                    <a:pt x="4772" y="3238"/>
                    <a:pt x="4804" y="3222"/>
                    <a:pt x="4836" y="3210"/>
                  </a:cubicBezTo>
                  <a:cubicBezTo>
                    <a:pt x="4868" y="3194"/>
                    <a:pt x="4900" y="3178"/>
                    <a:pt x="4932" y="3158"/>
                  </a:cubicBezTo>
                  <a:cubicBezTo>
                    <a:pt x="4964" y="3138"/>
                    <a:pt x="4992" y="3118"/>
                    <a:pt x="5024" y="3098"/>
                  </a:cubicBezTo>
                  <a:cubicBezTo>
                    <a:pt x="5052" y="3078"/>
                    <a:pt x="5080" y="3054"/>
                    <a:pt x="5108" y="3030"/>
                  </a:cubicBezTo>
                  <a:cubicBezTo>
                    <a:pt x="5132" y="3002"/>
                    <a:pt x="5156" y="2978"/>
                    <a:pt x="5180" y="2950"/>
                  </a:cubicBezTo>
                  <a:cubicBezTo>
                    <a:pt x="5204" y="2918"/>
                    <a:pt x="5224" y="2890"/>
                    <a:pt x="5240" y="2858"/>
                  </a:cubicBezTo>
                  <a:cubicBezTo>
                    <a:pt x="5280" y="2794"/>
                    <a:pt x="5300" y="2722"/>
                    <a:pt x="5300" y="2650"/>
                  </a:cubicBezTo>
                  <a:lnTo>
                    <a:pt x="5292" y="2650"/>
                  </a:lnTo>
                  <a:cubicBezTo>
                    <a:pt x="5396" y="2582"/>
                    <a:pt x="5500" y="2506"/>
                    <a:pt x="5596" y="2422"/>
                  </a:cubicBezTo>
                  <a:cubicBezTo>
                    <a:pt x="5696" y="2334"/>
                    <a:pt x="5792" y="2242"/>
                    <a:pt x="5884" y="2146"/>
                  </a:cubicBezTo>
                  <a:cubicBezTo>
                    <a:pt x="6072" y="1946"/>
                    <a:pt x="6244" y="1730"/>
                    <a:pt x="6392" y="1498"/>
                  </a:cubicBezTo>
                  <a:cubicBezTo>
                    <a:pt x="6468" y="1374"/>
                    <a:pt x="6532" y="1246"/>
                    <a:pt x="6580" y="1114"/>
                  </a:cubicBezTo>
                  <a:cubicBezTo>
                    <a:pt x="6608" y="1046"/>
                    <a:pt x="6628" y="978"/>
                    <a:pt x="6636" y="906"/>
                  </a:cubicBezTo>
                  <a:cubicBezTo>
                    <a:pt x="6640" y="862"/>
                    <a:pt x="6632" y="822"/>
                    <a:pt x="6620" y="782"/>
                  </a:cubicBezTo>
                  <a:cubicBezTo>
                    <a:pt x="6612" y="758"/>
                    <a:pt x="6600" y="738"/>
                    <a:pt x="6584" y="722"/>
                  </a:cubicBezTo>
                  <a:lnTo>
                    <a:pt x="6572" y="706"/>
                  </a:lnTo>
                  <a:cubicBezTo>
                    <a:pt x="6568" y="706"/>
                    <a:pt x="6568" y="702"/>
                    <a:pt x="6564" y="698"/>
                  </a:cubicBezTo>
                  <a:lnTo>
                    <a:pt x="6560" y="698"/>
                  </a:lnTo>
                  <a:cubicBezTo>
                    <a:pt x="6552" y="690"/>
                    <a:pt x="6544" y="686"/>
                    <a:pt x="6536" y="678"/>
                  </a:cubicBezTo>
                  <a:cubicBezTo>
                    <a:pt x="6472" y="638"/>
                    <a:pt x="6400" y="606"/>
                    <a:pt x="6324" y="586"/>
                  </a:cubicBezTo>
                  <a:cubicBezTo>
                    <a:pt x="6252" y="566"/>
                    <a:pt x="6180" y="550"/>
                    <a:pt x="6108" y="542"/>
                  </a:cubicBezTo>
                  <a:cubicBezTo>
                    <a:pt x="6070" y="538"/>
                    <a:pt x="6032" y="536"/>
                    <a:pt x="5994" y="536"/>
                  </a:cubicBezTo>
                  <a:cubicBezTo>
                    <a:pt x="5956" y="536"/>
                    <a:pt x="5918" y="538"/>
                    <a:pt x="5880" y="542"/>
                  </a:cubicBezTo>
                  <a:cubicBezTo>
                    <a:pt x="5800" y="550"/>
                    <a:pt x="5724" y="570"/>
                    <a:pt x="5652" y="610"/>
                  </a:cubicBezTo>
                  <a:cubicBezTo>
                    <a:pt x="5652" y="550"/>
                    <a:pt x="5648" y="486"/>
                    <a:pt x="5636" y="430"/>
                  </a:cubicBezTo>
                  <a:cubicBezTo>
                    <a:pt x="5620" y="354"/>
                    <a:pt x="5588" y="286"/>
                    <a:pt x="5548" y="226"/>
                  </a:cubicBezTo>
                  <a:cubicBezTo>
                    <a:pt x="5492" y="158"/>
                    <a:pt x="5420" y="106"/>
                    <a:pt x="5340" y="74"/>
                  </a:cubicBezTo>
                  <a:lnTo>
                    <a:pt x="5280" y="58"/>
                  </a:lnTo>
                  <a:lnTo>
                    <a:pt x="5216" y="46"/>
                  </a:lnTo>
                  <a:cubicBezTo>
                    <a:pt x="5196" y="38"/>
                    <a:pt x="5176" y="38"/>
                    <a:pt x="5156" y="34"/>
                  </a:cubicBezTo>
                  <a:cubicBezTo>
                    <a:pt x="5136" y="30"/>
                    <a:pt x="5112" y="30"/>
                    <a:pt x="5092" y="26"/>
                  </a:cubicBezTo>
                  <a:cubicBezTo>
                    <a:pt x="5012" y="18"/>
                    <a:pt x="4928" y="10"/>
                    <a:pt x="4844" y="6"/>
                  </a:cubicBezTo>
                  <a:cubicBezTo>
                    <a:pt x="4802" y="2"/>
                    <a:pt x="4760" y="0"/>
                    <a:pt x="47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89"/>
            <p:cNvSpPr/>
            <p:nvPr/>
          </p:nvSpPr>
          <p:spPr>
            <a:xfrm flipH="1">
              <a:off x="995527" y="754180"/>
              <a:ext cx="193383" cy="204043"/>
            </a:xfrm>
            <a:custGeom>
              <a:avLst/>
              <a:gdLst/>
              <a:ahLst/>
              <a:cxnLst/>
              <a:rect l="l" t="t" r="r" b="b"/>
              <a:pathLst>
                <a:path w="1669" h="1761" extrusionOk="0">
                  <a:moveTo>
                    <a:pt x="969" y="1678"/>
                  </a:moveTo>
                  <a:cubicBezTo>
                    <a:pt x="971" y="1680"/>
                    <a:pt x="974" y="1682"/>
                    <a:pt x="976" y="1684"/>
                  </a:cubicBezTo>
                  <a:cubicBezTo>
                    <a:pt x="974" y="1682"/>
                    <a:pt x="971" y="1680"/>
                    <a:pt x="969" y="1678"/>
                  </a:cubicBezTo>
                  <a:close/>
                  <a:moveTo>
                    <a:pt x="88" y="0"/>
                  </a:moveTo>
                  <a:lnTo>
                    <a:pt x="88" y="0"/>
                  </a:lnTo>
                  <a:cubicBezTo>
                    <a:pt x="144" y="200"/>
                    <a:pt x="200" y="400"/>
                    <a:pt x="260" y="600"/>
                  </a:cubicBezTo>
                  <a:cubicBezTo>
                    <a:pt x="160" y="468"/>
                    <a:pt x="72" y="324"/>
                    <a:pt x="0" y="176"/>
                  </a:cubicBezTo>
                  <a:lnTo>
                    <a:pt x="0" y="176"/>
                  </a:lnTo>
                  <a:lnTo>
                    <a:pt x="304" y="836"/>
                  </a:lnTo>
                  <a:cubicBezTo>
                    <a:pt x="356" y="960"/>
                    <a:pt x="416" y="1080"/>
                    <a:pt x="488" y="1192"/>
                  </a:cubicBezTo>
                  <a:cubicBezTo>
                    <a:pt x="614" y="1382"/>
                    <a:pt x="795" y="1532"/>
                    <a:pt x="969" y="1678"/>
                  </a:cubicBezTo>
                  <a:lnTo>
                    <a:pt x="969" y="1678"/>
                  </a:lnTo>
                  <a:cubicBezTo>
                    <a:pt x="885" y="1606"/>
                    <a:pt x="840" y="1501"/>
                    <a:pt x="844" y="1388"/>
                  </a:cubicBezTo>
                  <a:lnTo>
                    <a:pt x="844" y="1388"/>
                  </a:lnTo>
                  <a:lnTo>
                    <a:pt x="1304" y="1760"/>
                  </a:lnTo>
                  <a:cubicBezTo>
                    <a:pt x="1260" y="1716"/>
                    <a:pt x="1248" y="1648"/>
                    <a:pt x="1268" y="1588"/>
                  </a:cubicBezTo>
                  <a:lnTo>
                    <a:pt x="1268" y="1588"/>
                  </a:lnTo>
                  <a:cubicBezTo>
                    <a:pt x="1363" y="1698"/>
                    <a:pt x="1500" y="1761"/>
                    <a:pt x="1643" y="1761"/>
                  </a:cubicBezTo>
                  <a:cubicBezTo>
                    <a:pt x="1651" y="1761"/>
                    <a:pt x="1660" y="1761"/>
                    <a:pt x="1668" y="1760"/>
                  </a:cubicBezTo>
                  <a:lnTo>
                    <a:pt x="1636" y="1752"/>
                  </a:lnTo>
                  <a:cubicBezTo>
                    <a:pt x="1400" y="1600"/>
                    <a:pt x="1196" y="1400"/>
                    <a:pt x="1052" y="1160"/>
                  </a:cubicBezTo>
                  <a:cubicBezTo>
                    <a:pt x="912" y="936"/>
                    <a:pt x="824" y="688"/>
                    <a:pt x="688" y="464"/>
                  </a:cubicBezTo>
                  <a:cubicBezTo>
                    <a:pt x="552" y="244"/>
                    <a:pt x="344" y="40"/>
                    <a:pt x="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89"/>
            <p:cNvSpPr/>
            <p:nvPr/>
          </p:nvSpPr>
          <p:spPr>
            <a:xfrm flipH="1">
              <a:off x="1129470" y="758815"/>
              <a:ext cx="107641" cy="177625"/>
            </a:xfrm>
            <a:custGeom>
              <a:avLst/>
              <a:gdLst/>
              <a:ahLst/>
              <a:cxnLst/>
              <a:rect l="l" t="t" r="r" b="b"/>
              <a:pathLst>
                <a:path w="929" h="1533" extrusionOk="0">
                  <a:moveTo>
                    <a:pt x="272" y="0"/>
                  </a:moveTo>
                  <a:lnTo>
                    <a:pt x="272" y="0"/>
                  </a:lnTo>
                  <a:cubicBezTo>
                    <a:pt x="274" y="18"/>
                    <a:pt x="275" y="35"/>
                    <a:pt x="277" y="52"/>
                  </a:cubicBezTo>
                  <a:lnTo>
                    <a:pt x="277" y="52"/>
                  </a:lnTo>
                  <a:cubicBezTo>
                    <a:pt x="286" y="41"/>
                    <a:pt x="297" y="30"/>
                    <a:pt x="308" y="20"/>
                  </a:cubicBezTo>
                  <a:lnTo>
                    <a:pt x="272" y="0"/>
                  </a:lnTo>
                  <a:close/>
                  <a:moveTo>
                    <a:pt x="107" y="36"/>
                  </a:moveTo>
                  <a:cubicBezTo>
                    <a:pt x="41" y="36"/>
                    <a:pt x="12" y="123"/>
                    <a:pt x="8" y="192"/>
                  </a:cubicBezTo>
                  <a:cubicBezTo>
                    <a:pt x="0" y="464"/>
                    <a:pt x="116" y="724"/>
                    <a:pt x="272" y="944"/>
                  </a:cubicBezTo>
                  <a:cubicBezTo>
                    <a:pt x="448" y="1188"/>
                    <a:pt x="668" y="1388"/>
                    <a:pt x="928" y="1532"/>
                  </a:cubicBezTo>
                  <a:cubicBezTo>
                    <a:pt x="784" y="1308"/>
                    <a:pt x="648" y="1080"/>
                    <a:pt x="508" y="852"/>
                  </a:cubicBezTo>
                  <a:cubicBezTo>
                    <a:pt x="472" y="792"/>
                    <a:pt x="440" y="732"/>
                    <a:pt x="408" y="668"/>
                  </a:cubicBezTo>
                  <a:cubicBezTo>
                    <a:pt x="323" y="476"/>
                    <a:pt x="296" y="263"/>
                    <a:pt x="277" y="52"/>
                  </a:cubicBezTo>
                  <a:lnTo>
                    <a:pt x="277" y="52"/>
                  </a:lnTo>
                  <a:cubicBezTo>
                    <a:pt x="206" y="132"/>
                    <a:pt x="173" y="235"/>
                    <a:pt x="180" y="344"/>
                  </a:cubicBezTo>
                  <a:cubicBezTo>
                    <a:pt x="100" y="260"/>
                    <a:pt x="76" y="144"/>
                    <a:pt x="116" y="36"/>
                  </a:cubicBezTo>
                  <a:cubicBezTo>
                    <a:pt x="113" y="36"/>
                    <a:pt x="110" y="36"/>
                    <a:pt x="10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89"/>
            <p:cNvSpPr/>
            <p:nvPr/>
          </p:nvSpPr>
          <p:spPr>
            <a:xfrm flipH="1">
              <a:off x="725323" y="733208"/>
              <a:ext cx="219337" cy="201841"/>
            </a:xfrm>
            <a:custGeom>
              <a:avLst/>
              <a:gdLst/>
              <a:ahLst/>
              <a:cxnLst/>
              <a:rect l="l" t="t" r="r" b="b"/>
              <a:pathLst>
                <a:path w="1893" h="1742" extrusionOk="0">
                  <a:moveTo>
                    <a:pt x="1048" y="0"/>
                  </a:moveTo>
                  <a:cubicBezTo>
                    <a:pt x="799" y="0"/>
                    <a:pt x="550" y="36"/>
                    <a:pt x="352" y="185"/>
                  </a:cubicBezTo>
                  <a:cubicBezTo>
                    <a:pt x="192" y="309"/>
                    <a:pt x="84" y="489"/>
                    <a:pt x="40" y="689"/>
                  </a:cubicBezTo>
                  <a:cubicBezTo>
                    <a:pt x="0" y="885"/>
                    <a:pt x="0" y="1089"/>
                    <a:pt x="36" y="1289"/>
                  </a:cubicBezTo>
                  <a:cubicBezTo>
                    <a:pt x="60" y="1433"/>
                    <a:pt x="104" y="1577"/>
                    <a:pt x="196" y="1689"/>
                  </a:cubicBezTo>
                  <a:lnTo>
                    <a:pt x="196" y="1725"/>
                  </a:lnTo>
                  <a:cubicBezTo>
                    <a:pt x="300" y="1677"/>
                    <a:pt x="376" y="1585"/>
                    <a:pt x="400" y="1473"/>
                  </a:cubicBezTo>
                  <a:cubicBezTo>
                    <a:pt x="424" y="1365"/>
                    <a:pt x="428" y="1253"/>
                    <a:pt x="416" y="1141"/>
                  </a:cubicBezTo>
                  <a:lnTo>
                    <a:pt x="416" y="1141"/>
                  </a:lnTo>
                  <a:cubicBezTo>
                    <a:pt x="448" y="1285"/>
                    <a:pt x="528" y="1417"/>
                    <a:pt x="648" y="1505"/>
                  </a:cubicBezTo>
                  <a:cubicBezTo>
                    <a:pt x="584" y="1125"/>
                    <a:pt x="572" y="737"/>
                    <a:pt x="612" y="357"/>
                  </a:cubicBezTo>
                  <a:lnTo>
                    <a:pt x="612" y="357"/>
                  </a:lnTo>
                  <a:cubicBezTo>
                    <a:pt x="648" y="421"/>
                    <a:pt x="676" y="493"/>
                    <a:pt x="700" y="565"/>
                  </a:cubicBezTo>
                  <a:cubicBezTo>
                    <a:pt x="824" y="933"/>
                    <a:pt x="952" y="1317"/>
                    <a:pt x="892" y="1697"/>
                  </a:cubicBezTo>
                  <a:cubicBezTo>
                    <a:pt x="936" y="1589"/>
                    <a:pt x="976" y="1481"/>
                    <a:pt x="1020" y="1373"/>
                  </a:cubicBezTo>
                  <a:lnTo>
                    <a:pt x="1020" y="1373"/>
                  </a:lnTo>
                  <a:cubicBezTo>
                    <a:pt x="1040" y="1477"/>
                    <a:pt x="1036" y="1581"/>
                    <a:pt x="1016" y="1685"/>
                  </a:cubicBezTo>
                  <a:cubicBezTo>
                    <a:pt x="1336" y="1453"/>
                    <a:pt x="1448" y="1037"/>
                    <a:pt x="1616" y="681"/>
                  </a:cubicBezTo>
                  <a:cubicBezTo>
                    <a:pt x="1620" y="657"/>
                    <a:pt x="1636" y="641"/>
                    <a:pt x="1656" y="629"/>
                  </a:cubicBezTo>
                  <a:cubicBezTo>
                    <a:pt x="1662" y="627"/>
                    <a:pt x="1667" y="625"/>
                    <a:pt x="1673" y="625"/>
                  </a:cubicBezTo>
                  <a:cubicBezTo>
                    <a:pt x="1709" y="625"/>
                    <a:pt x="1737" y="680"/>
                    <a:pt x="1740" y="725"/>
                  </a:cubicBezTo>
                  <a:cubicBezTo>
                    <a:pt x="1756" y="885"/>
                    <a:pt x="1712" y="1045"/>
                    <a:pt x="1668" y="1201"/>
                  </a:cubicBezTo>
                  <a:lnTo>
                    <a:pt x="1520" y="1741"/>
                  </a:lnTo>
                  <a:cubicBezTo>
                    <a:pt x="1648" y="1641"/>
                    <a:pt x="1740" y="1501"/>
                    <a:pt x="1784" y="1341"/>
                  </a:cubicBezTo>
                  <a:cubicBezTo>
                    <a:pt x="1824" y="1185"/>
                    <a:pt x="1852" y="1025"/>
                    <a:pt x="1860" y="865"/>
                  </a:cubicBezTo>
                  <a:cubicBezTo>
                    <a:pt x="1884" y="641"/>
                    <a:pt x="1892" y="385"/>
                    <a:pt x="1728" y="229"/>
                  </a:cubicBezTo>
                  <a:cubicBezTo>
                    <a:pt x="1688" y="369"/>
                    <a:pt x="1604" y="489"/>
                    <a:pt x="1488" y="577"/>
                  </a:cubicBezTo>
                  <a:cubicBezTo>
                    <a:pt x="1496" y="437"/>
                    <a:pt x="1484" y="301"/>
                    <a:pt x="1452" y="165"/>
                  </a:cubicBezTo>
                  <a:cubicBezTo>
                    <a:pt x="1444" y="125"/>
                    <a:pt x="1424" y="89"/>
                    <a:pt x="1400" y="61"/>
                  </a:cubicBezTo>
                  <a:cubicBezTo>
                    <a:pt x="1356" y="25"/>
                    <a:pt x="1299" y="5"/>
                    <a:pt x="1240" y="5"/>
                  </a:cubicBezTo>
                  <a:cubicBezTo>
                    <a:pt x="1235" y="5"/>
                    <a:pt x="1230" y="5"/>
                    <a:pt x="1224" y="5"/>
                  </a:cubicBezTo>
                  <a:cubicBezTo>
                    <a:pt x="1166" y="2"/>
                    <a:pt x="1107" y="0"/>
                    <a:pt x="10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89"/>
            <p:cNvSpPr/>
            <p:nvPr/>
          </p:nvSpPr>
          <p:spPr>
            <a:xfrm flipH="1">
              <a:off x="528462" y="750704"/>
              <a:ext cx="117258" cy="136608"/>
            </a:xfrm>
            <a:custGeom>
              <a:avLst/>
              <a:gdLst/>
              <a:ahLst/>
              <a:cxnLst/>
              <a:rect l="l" t="t" r="r" b="b"/>
              <a:pathLst>
                <a:path w="1012" h="1179" extrusionOk="0">
                  <a:moveTo>
                    <a:pt x="652" y="929"/>
                  </a:moveTo>
                  <a:lnTo>
                    <a:pt x="604" y="978"/>
                  </a:lnTo>
                  <a:cubicBezTo>
                    <a:pt x="621" y="963"/>
                    <a:pt x="637" y="946"/>
                    <a:pt x="652" y="929"/>
                  </a:cubicBezTo>
                  <a:close/>
                  <a:moveTo>
                    <a:pt x="521" y="1"/>
                  </a:moveTo>
                  <a:cubicBezTo>
                    <a:pt x="503" y="1"/>
                    <a:pt x="486" y="4"/>
                    <a:pt x="468" y="10"/>
                  </a:cubicBezTo>
                  <a:cubicBezTo>
                    <a:pt x="448" y="22"/>
                    <a:pt x="428" y="42"/>
                    <a:pt x="416" y="62"/>
                  </a:cubicBezTo>
                  <a:cubicBezTo>
                    <a:pt x="304" y="262"/>
                    <a:pt x="212" y="470"/>
                    <a:pt x="140" y="690"/>
                  </a:cubicBezTo>
                  <a:lnTo>
                    <a:pt x="0" y="1066"/>
                  </a:lnTo>
                  <a:lnTo>
                    <a:pt x="12" y="1034"/>
                  </a:lnTo>
                  <a:cubicBezTo>
                    <a:pt x="25" y="1037"/>
                    <a:pt x="37" y="1038"/>
                    <a:pt x="49" y="1038"/>
                  </a:cubicBezTo>
                  <a:cubicBezTo>
                    <a:pt x="124" y="1038"/>
                    <a:pt x="195" y="994"/>
                    <a:pt x="229" y="926"/>
                  </a:cubicBezTo>
                  <a:lnTo>
                    <a:pt x="229" y="926"/>
                  </a:lnTo>
                  <a:cubicBezTo>
                    <a:pt x="203" y="1006"/>
                    <a:pt x="189" y="1090"/>
                    <a:pt x="192" y="1178"/>
                  </a:cubicBezTo>
                  <a:lnTo>
                    <a:pt x="752" y="266"/>
                  </a:lnTo>
                  <a:cubicBezTo>
                    <a:pt x="768" y="238"/>
                    <a:pt x="788" y="210"/>
                    <a:pt x="820" y="210"/>
                  </a:cubicBezTo>
                  <a:cubicBezTo>
                    <a:pt x="822" y="210"/>
                    <a:pt x="823" y="210"/>
                    <a:pt x="825" y="210"/>
                  </a:cubicBezTo>
                  <a:cubicBezTo>
                    <a:pt x="870" y="210"/>
                    <a:pt x="888" y="272"/>
                    <a:pt x="888" y="318"/>
                  </a:cubicBezTo>
                  <a:cubicBezTo>
                    <a:pt x="885" y="544"/>
                    <a:pt x="802" y="762"/>
                    <a:pt x="652" y="929"/>
                  </a:cubicBezTo>
                  <a:lnTo>
                    <a:pt x="652" y="929"/>
                  </a:lnTo>
                  <a:lnTo>
                    <a:pt x="732" y="846"/>
                  </a:lnTo>
                  <a:cubicBezTo>
                    <a:pt x="820" y="766"/>
                    <a:pt x="892" y="674"/>
                    <a:pt x="944" y="570"/>
                  </a:cubicBezTo>
                  <a:cubicBezTo>
                    <a:pt x="1004" y="434"/>
                    <a:pt x="1004" y="282"/>
                    <a:pt x="1000" y="134"/>
                  </a:cubicBezTo>
                  <a:cubicBezTo>
                    <a:pt x="1011" y="82"/>
                    <a:pt x="971" y="37"/>
                    <a:pt x="924" y="37"/>
                  </a:cubicBezTo>
                  <a:cubicBezTo>
                    <a:pt x="920" y="37"/>
                    <a:pt x="916" y="38"/>
                    <a:pt x="912" y="38"/>
                  </a:cubicBezTo>
                  <a:lnTo>
                    <a:pt x="540" y="2"/>
                  </a:lnTo>
                  <a:cubicBezTo>
                    <a:pt x="534" y="1"/>
                    <a:pt x="527" y="1"/>
                    <a:pt x="5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89"/>
            <p:cNvSpPr/>
            <p:nvPr/>
          </p:nvSpPr>
          <p:spPr>
            <a:xfrm flipH="1">
              <a:off x="502859" y="654186"/>
              <a:ext cx="769476" cy="579338"/>
            </a:xfrm>
            <a:custGeom>
              <a:avLst/>
              <a:gdLst/>
              <a:ahLst/>
              <a:cxnLst/>
              <a:rect l="l" t="t" r="r" b="b"/>
              <a:pathLst>
                <a:path w="6641" h="5000" extrusionOk="0">
                  <a:moveTo>
                    <a:pt x="5032" y="80"/>
                  </a:moveTo>
                  <a:cubicBezTo>
                    <a:pt x="5052" y="80"/>
                    <a:pt x="5072" y="81"/>
                    <a:pt x="5092" y="83"/>
                  </a:cubicBezTo>
                  <a:cubicBezTo>
                    <a:pt x="5108" y="83"/>
                    <a:pt x="5128" y="87"/>
                    <a:pt x="5148" y="91"/>
                  </a:cubicBezTo>
                  <a:cubicBezTo>
                    <a:pt x="5164" y="95"/>
                    <a:pt x="5184" y="99"/>
                    <a:pt x="5200" y="107"/>
                  </a:cubicBezTo>
                  <a:lnTo>
                    <a:pt x="5248" y="131"/>
                  </a:lnTo>
                  <a:cubicBezTo>
                    <a:pt x="5264" y="139"/>
                    <a:pt x="5280" y="151"/>
                    <a:pt x="5296" y="163"/>
                  </a:cubicBezTo>
                  <a:cubicBezTo>
                    <a:pt x="5344" y="207"/>
                    <a:pt x="5380" y="259"/>
                    <a:pt x="5412" y="315"/>
                  </a:cubicBezTo>
                  <a:cubicBezTo>
                    <a:pt x="5440" y="363"/>
                    <a:pt x="5464" y="415"/>
                    <a:pt x="5484" y="471"/>
                  </a:cubicBezTo>
                  <a:cubicBezTo>
                    <a:pt x="5500" y="519"/>
                    <a:pt x="5516" y="571"/>
                    <a:pt x="5532" y="619"/>
                  </a:cubicBezTo>
                  <a:cubicBezTo>
                    <a:pt x="5540" y="655"/>
                    <a:pt x="5548" y="687"/>
                    <a:pt x="5552" y="715"/>
                  </a:cubicBezTo>
                  <a:lnTo>
                    <a:pt x="5548" y="723"/>
                  </a:lnTo>
                  <a:lnTo>
                    <a:pt x="5540" y="743"/>
                  </a:lnTo>
                  <a:lnTo>
                    <a:pt x="5536" y="755"/>
                  </a:lnTo>
                  <a:lnTo>
                    <a:pt x="5528" y="779"/>
                  </a:lnTo>
                  <a:lnTo>
                    <a:pt x="5512" y="827"/>
                  </a:lnTo>
                  <a:cubicBezTo>
                    <a:pt x="5488" y="891"/>
                    <a:pt x="5464" y="951"/>
                    <a:pt x="5436" y="1015"/>
                  </a:cubicBezTo>
                  <a:cubicBezTo>
                    <a:pt x="5384" y="1139"/>
                    <a:pt x="5332" y="1259"/>
                    <a:pt x="5272" y="1375"/>
                  </a:cubicBezTo>
                  <a:cubicBezTo>
                    <a:pt x="5212" y="1487"/>
                    <a:pt x="5152" y="1599"/>
                    <a:pt x="5088" y="1703"/>
                  </a:cubicBezTo>
                  <a:cubicBezTo>
                    <a:pt x="5072" y="1695"/>
                    <a:pt x="5052" y="1687"/>
                    <a:pt x="5032" y="1683"/>
                  </a:cubicBezTo>
                  <a:lnTo>
                    <a:pt x="5048" y="1639"/>
                  </a:lnTo>
                  <a:cubicBezTo>
                    <a:pt x="5068" y="1603"/>
                    <a:pt x="5080" y="1567"/>
                    <a:pt x="5092" y="1527"/>
                  </a:cubicBezTo>
                  <a:cubicBezTo>
                    <a:pt x="5104" y="1487"/>
                    <a:pt x="5120" y="1447"/>
                    <a:pt x="5128" y="1399"/>
                  </a:cubicBezTo>
                  <a:cubicBezTo>
                    <a:pt x="5140" y="1355"/>
                    <a:pt x="5152" y="1307"/>
                    <a:pt x="5160" y="1259"/>
                  </a:cubicBezTo>
                  <a:cubicBezTo>
                    <a:pt x="5168" y="1211"/>
                    <a:pt x="5180" y="1163"/>
                    <a:pt x="5184" y="1115"/>
                  </a:cubicBezTo>
                  <a:cubicBezTo>
                    <a:pt x="5188" y="1063"/>
                    <a:pt x="5192" y="1015"/>
                    <a:pt x="5196" y="967"/>
                  </a:cubicBezTo>
                  <a:cubicBezTo>
                    <a:pt x="5196" y="919"/>
                    <a:pt x="5196" y="871"/>
                    <a:pt x="5196" y="823"/>
                  </a:cubicBezTo>
                  <a:cubicBezTo>
                    <a:pt x="5196" y="779"/>
                    <a:pt x="5192" y="735"/>
                    <a:pt x="5188" y="691"/>
                  </a:cubicBezTo>
                  <a:cubicBezTo>
                    <a:pt x="5184" y="647"/>
                    <a:pt x="5180" y="607"/>
                    <a:pt x="5172" y="571"/>
                  </a:cubicBezTo>
                  <a:cubicBezTo>
                    <a:pt x="5164" y="515"/>
                    <a:pt x="5152" y="455"/>
                    <a:pt x="5140" y="399"/>
                  </a:cubicBezTo>
                  <a:cubicBezTo>
                    <a:pt x="5128" y="355"/>
                    <a:pt x="5120" y="331"/>
                    <a:pt x="5120" y="331"/>
                  </a:cubicBezTo>
                  <a:lnTo>
                    <a:pt x="5120" y="331"/>
                  </a:lnTo>
                  <a:cubicBezTo>
                    <a:pt x="5120" y="331"/>
                    <a:pt x="5120" y="355"/>
                    <a:pt x="5128" y="399"/>
                  </a:cubicBezTo>
                  <a:cubicBezTo>
                    <a:pt x="5132" y="443"/>
                    <a:pt x="5136" y="503"/>
                    <a:pt x="5136" y="575"/>
                  </a:cubicBezTo>
                  <a:cubicBezTo>
                    <a:pt x="5140" y="647"/>
                    <a:pt x="5140" y="735"/>
                    <a:pt x="5136" y="827"/>
                  </a:cubicBezTo>
                  <a:cubicBezTo>
                    <a:pt x="5136" y="871"/>
                    <a:pt x="5132" y="919"/>
                    <a:pt x="5128" y="963"/>
                  </a:cubicBezTo>
                  <a:cubicBezTo>
                    <a:pt x="5124" y="1011"/>
                    <a:pt x="5124" y="1059"/>
                    <a:pt x="5116" y="1107"/>
                  </a:cubicBezTo>
                  <a:cubicBezTo>
                    <a:pt x="5112" y="1155"/>
                    <a:pt x="5104" y="1203"/>
                    <a:pt x="5096" y="1251"/>
                  </a:cubicBezTo>
                  <a:cubicBezTo>
                    <a:pt x="5088" y="1299"/>
                    <a:pt x="5080" y="1343"/>
                    <a:pt x="5072" y="1387"/>
                  </a:cubicBezTo>
                  <a:cubicBezTo>
                    <a:pt x="5064" y="1435"/>
                    <a:pt x="5052" y="1475"/>
                    <a:pt x="5044" y="1515"/>
                  </a:cubicBezTo>
                  <a:cubicBezTo>
                    <a:pt x="5036" y="1555"/>
                    <a:pt x="5024" y="1595"/>
                    <a:pt x="5012" y="1631"/>
                  </a:cubicBezTo>
                  <a:cubicBezTo>
                    <a:pt x="5008" y="1647"/>
                    <a:pt x="5004" y="1663"/>
                    <a:pt x="5000" y="1679"/>
                  </a:cubicBezTo>
                  <a:cubicBezTo>
                    <a:pt x="4976" y="1675"/>
                    <a:pt x="4956" y="1675"/>
                    <a:pt x="4932" y="1675"/>
                  </a:cubicBezTo>
                  <a:cubicBezTo>
                    <a:pt x="4956" y="1607"/>
                    <a:pt x="4984" y="1543"/>
                    <a:pt x="5004" y="1475"/>
                  </a:cubicBezTo>
                  <a:cubicBezTo>
                    <a:pt x="5012" y="1443"/>
                    <a:pt x="5020" y="1411"/>
                    <a:pt x="5028" y="1383"/>
                  </a:cubicBezTo>
                  <a:cubicBezTo>
                    <a:pt x="5036" y="1355"/>
                    <a:pt x="5040" y="1323"/>
                    <a:pt x="5048" y="1291"/>
                  </a:cubicBezTo>
                  <a:cubicBezTo>
                    <a:pt x="5064" y="1223"/>
                    <a:pt x="5068" y="1159"/>
                    <a:pt x="5064" y="1091"/>
                  </a:cubicBezTo>
                  <a:cubicBezTo>
                    <a:pt x="5064" y="1011"/>
                    <a:pt x="5032" y="935"/>
                    <a:pt x="4984" y="871"/>
                  </a:cubicBezTo>
                  <a:cubicBezTo>
                    <a:pt x="4936" y="819"/>
                    <a:pt x="4884" y="771"/>
                    <a:pt x="4824" y="735"/>
                  </a:cubicBezTo>
                  <a:cubicBezTo>
                    <a:pt x="4712" y="667"/>
                    <a:pt x="4600" y="611"/>
                    <a:pt x="4488" y="555"/>
                  </a:cubicBezTo>
                  <a:lnTo>
                    <a:pt x="4404" y="511"/>
                  </a:lnTo>
                  <a:lnTo>
                    <a:pt x="4312" y="471"/>
                  </a:lnTo>
                  <a:cubicBezTo>
                    <a:pt x="4280" y="459"/>
                    <a:pt x="4248" y="447"/>
                    <a:pt x="4216" y="443"/>
                  </a:cubicBezTo>
                  <a:lnTo>
                    <a:pt x="4164" y="427"/>
                  </a:lnTo>
                  <a:lnTo>
                    <a:pt x="4116" y="419"/>
                  </a:lnTo>
                  <a:cubicBezTo>
                    <a:pt x="4047" y="410"/>
                    <a:pt x="3976" y="405"/>
                    <a:pt x="3905" y="405"/>
                  </a:cubicBezTo>
                  <a:cubicBezTo>
                    <a:pt x="3850" y="405"/>
                    <a:pt x="3795" y="408"/>
                    <a:pt x="3740" y="415"/>
                  </a:cubicBezTo>
                  <a:cubicBezTo>
                    <a:pt x="3744" y="403"/>
                    <a:pt x="3752" y="395"/>
                    <a:pt x="3756" y="391"/>
                  </a:cubicBezTo>
                  <a:cubicBezTo>
                    <a:pt x="3764" y="375"/>
                    <a:pt x="3772" y="363"/>
                    <a:pt x="3784" y="351"/>
                  </a:cubicBezTo>
                  <a:cubicBezTo>
                    <a:pt x="3792" y="339"/>
                    <a:pt x="3804" y="327"/>
                    <a:pt x="3820" y="315"/>
                  </a:cubicBezTo>
                  <a:cubicBezTo>
                    <a:pt x="3832" y="299"/>
                    <a:pt x="3848" y="287"/>
                    <a:pt x="3864" y="275"/>
                  </a:cubicBezTo>
                  <a:cubicBezTo>
                    <a:pt x="3904" y="251"/>
                    <a:pt x="3948" y="231"/>
                    <a:pt x="3992" y="219"/>
                  </a:cubicBezTo>
                  <a:cubicBezTo>
                    <a:pt x="4016" y="211"/>
                    <a:pt x="4040" y="207"/>
                    <a:pt x="4064" y="207"/>
                  </a:cubicBezTo>
                  <a:cubicBezTo>
                    <a:pt x="4088" y="207"/>
                    <a:pt x="4112" y="207"/>
                    <a:pt x="4132" y="215"/>
                  </a:cubicBezTo>
                  <a:lnTo>
                    <a:pt x="4160" y="219"/>
                  </a:lnTo>
                  <a:lnTo>
                    <a:pt x="4168" y="219"/>
                  </a:lnTo>
                  <a:lnTo>
                    <a:pt x="4188" y="223"/>
                  </a:lnTo>
                  <a:cubicBezTo>
                    <a:pt x="4200" y="223"/>
                    <a:pt x="4216" y="231"/>
                    <a:pt x="4228" y="231"/>
                  </a:cubicBezTo>
                  <a:lnTo>
                    <a:pt x="4260" y="231"/>
                  </a:lnTo>
                  <a:cubicBezTo>
                    <a:pt x="4304" y="231"/>
                    <a:pt x="4344" y="227"/>
                    <a:pt x="4384" y="219"/>
                  </a:cubicBezTo>
                  <a:cubicBezTo>
                    <a:pt x="4464" y="203"/>
                    <a:pt x="4544" y="183"/>
                    <a:pt x="4620" y="167"/>
                  </a:cubicBezTo>
                  <a:cubicBezTo>
                    <a:pt x="4700" y="151"/>
                    <a:pt x="4776" y="123"/>
                    <a:pt x="4856" y="107"/>
                  </a:cubicBezTo>
                  <a:cubicBezTo>
                    <a:pt x="4913" y="89"/>
                    <a:pt x="4973" y="80"/>
                    <a:pt x="5032" y="80"/>
                  </a:cubicBezTo>
                  <a:close/>
                  <a:moveTo>
                    <a:pt x="1628" y="315"/>
                  </a:moveTo>
                  <a:cubicBezTo>
                    <a:pt x="1700" y="315"/>
                    <a:pt x="1772" y="327"/>
                    <a:pt x="1840" y="347"/>
                  </a:cubicBezTo>
                  <a:cubicBezTo>
                    <a:pt x="1908" y="371"/>
                    <a:pt x="1976" y="399"/>
                    <a:pt x="2044" y="415"/>
                  </a:cubicBezTo>
                  <a:cubicBezTo>
                    <a:pt x="2108" y="431"/>
                    <a:pt x="2172" y="459"/>
                    <a:pt x="2236" y="483"/>
                  </a:cubicBezTo>
                  <a:lnTo>
                    <a:pt x="2404" y="551"/>
                  </a:lnTo>
                  <a:cubicBezTo>
                    <a:pt x="2432" y="563"/>
                    <a:pt x="2456" y="575"/>
                    <a:pt x="2472" y="583"/>
                  </a:cubicBezTo>
                  <a:lnTo>
                    <a:pt x="2512" y="603"/>
                  </a:lnTo>
                  <a:lnTo>
                    <a:pt x="2536" y="623"/>
                  </a:lnTo>
                  <a:cubicBezTo>
                    <a:pt x="2604" y="671"/>
                    <a:pt x="2668" y="727"/>
                    <a:pt x="2720" y="791"/>
                  </a:cubicBezTo>
                  <a:cubicBezTo>
                    <a:pt x="2736" y="807"/>
                    <a:pt x="2748" y="823"/>
                    <a:pt x="2760" y="835"/>
                  </a:cubicBezTo>
                  <a:lnTo>
                    <a:pt x="2720" y="871"/>
                  </a:lnTo>
                  <a:cubicBezTo>
                    <a:pt x="2700" y="891"/>
                    <a:pt x="2680" y="919"/>
                    <a:pt x="2660" y="939"/>
                  </a:cubicBezTo>
                  <a:cubicBezTo>
                    <a:pt x="2640" y="963"/>
                    <a:pt x="2624" y="987"/>
                    <a:pt x="2604" y="1015"/>
                  </a:cubicBezTo>
                  <a:lnTo>
                    <a:pt x="2556" y="1099"/>
                  </a:lnTo>
                  <a:cubicBezTo>
                    <a:pt x="2540" y="1123"/>
                    <a:pt x="2528" y="1151"/>
                    <a:pt x="2520" y="1179"/>
                  </a:cubicBezTo>
                  <a:cubicBezTo>
                    <a:pt x="2472" y="1287"/>
                    <a:pt x="2452" y="1407"/>
                    <a:pt x="2456" y="1527"/>
                  </a:cubicBezTo>
                  <a:cubicBezTo>
                    <a:pt x="2460" y="1659"/>
                    <a:pt x="2480" y="1787"/>
                    <a:pt x="2516" y="1911"/>
                  </a:cubicBezTo>
                  <a:cubicBezTo>
                    <a:pt x="2432" y="1858"/>
                    <a:pt x="2312" y="1796"/>
                    <a:pt x="2221" y="1796"/>
                  </a:cubicBezTo>
                  <a:cubicBezTo>
                    <a:pt x="2204" y="1796"/>
                    <a:pt x="2187" y="1798"/>
                    <a:pt x="2172" y="1803"/>
                  </a:cubicBezTo>
                  <a:cubicBezTo>
                    <a:pt x="2168" y="1803"/>
                    <a:pt x="2168" y="1807"/>
                    <a:pt x="2164" y="1807"/>
                  </a:cubicBezTo>
                  <a:cubicBezTo>
                    <a:pt x="2164" y="1803"/>
                    <a:pt x="2160" y="1799"/>
                    <a:pt x="2160" y="1795"/>
                  </a:cubicBezTo>
                  <a:cubicBezTo>
                    <a:pt x="2144" y="1767"/>
                    <a:pt x="2128" y="1735"/>
                    <a:pt x="2108" y="1695"/>
                  </a:cubicBezTo>
                  <a:cubicBezTo>
                    <a:pt x="2088" y="1659"/>
                    <a:pt x="2076" y="1623"/>
                    <a:pt x="2060" y="1587"/>
                  </a:cubicBezTo>
                  <a:cubicBezTo>
                    <a:pt x="2040" y="1551"/>
                    <a:pt x="2024" y="1507"/>
                    <a:pt x="2008" y="1467"/>
                  </a:cubicBezTo>
                  <a:cubicBezTo>
                    <a:pt x="1992" y="1427"/>
                    <a:pt x="1972" y="1387"/>
                    <a:pt x="1960" y="1343"/>
                  </a:cubicBezTo>
                  <a:cubicBezTo>
                    <a:pt x="1944" y="1303"/>
                    <a:pt x="1928" y="1263"/>
                    <a:pt x="1916" y="1219"/>
                  </a:cubicBezTo>
                  <a:cubicBezTo>
                    <a:pt x="1904" y="1179"/>
                    <a:pt x="1892" y="1135"/>
                    <a:pt x="1880" y="1095"/>
                  </a:cubicBezTo>
                  <a:cubicBezTo>
                    <a:pt x="1872" y="1055"/>
                    <a:pt x="1864" y="1015"/>
                    <a:pt x="1856" y="979"/>
                  </a:cubicBezTo>
                  <a:cubicBezTo>
                    <a:pt x="1848" y="943"/>
                    <a:pt x="1844" y="907"/>
                    <a:pt x="1840" y="871"/>
                  </a:cubicBezTo>
                  <a:cubicBezTo>
                    <a:pt x="1832" y="819"/>
                    <a:pt x="1832" y="763"/>
                    <a:pt x="1832" y="711"/>
                  </a:cubicBezTo>
                  <a:cubicBezTo>
                    <a:pt x="1836" y="691"/>
                    <a:pt x="1836" y="671"/>
                    <a:pt x="1840" y="651"/>
                  </a:cubicBezTo>
                  <a:lnTo>
                    <a:pt x="1840" y="651"/>
                  </a:lnTo>
                  <a:cubicBezTo>
                    <a:pt x="1832" y="667"/>
                    <a:pt x="1824" y="687"/>
                    <a:pt x="1820" y="707"/>
                  </a:cubicBezTo>
                  <a:cubicBezTo>
                    <a:pt x="1816" y="727"/>
                    <a:pt x="1812" y="751"/>
                    <a:pt x="1808" y="779"/>
                  </a:cubicBezTo>
                  <a:cubicBezTo>
                    <a:pt x="1804" y="811"/>
                    <a:pt x="1804" y="843"/>
                    <a:pt x="1804" y="875"/>
                  </a:cubicBezTo>
                  <a:cubicBezTo>
                    <a:pt x="1804" y="911"/>
                    <a:pt x="1804" y="947"/>
                    <a:pt x="1808" y="983"/>
                  </a:cubicBezTo>
                  <a:cubicBezTo>
                    <a:pt x="1812" y="1023"/>
                    <a:pt x="1816" y="1067"/>
                    <a:pt x="1828" y="1107"/>
                  </a:cubicBezTo>
                  <a:cubicBezTo>
                    <a:pt x="1836" y="1151"/>
                    <a:pt x="1844" y="1195"/>
                    <a:pt x="1856" y="1235"/>
                  </a:cubicBezTo>
                  <a:cubicBezTo>
                    <a:pt x="1872" y="1279"/>
                    <a:pt x="1884" y="1323"/>
                    <a:pt x="1900" y="1367"/>
                  </a:cubicBezTo>
                  <a:cubicBezTo>
                    <a:pt x="1916" y="1407"/>
                    <a:pt x="1932" y="1451"/>
                    <a:pt x="1948" y="1491"/>
                  </a:cubicBezTo>
                  <a:cubicBezTo>
                    <a:pt x="1968" y="1531"/>
                    <a:pt x="1984" y="1571"/>
                    <a:pt x="2008" y="1611"/>
                  </a:cubicBezTo>
                  <a:cubicBezTo>
                    <a:pt x="2028" y="1647"/>
                    <a:pt x="2044" y="1687"/>
                    <a:pt x="2068" y="1719"/>
                  </a:cubicBezTo>
                  <a:lnTo>
                    <a:pt x="2124" y="1811"/>
                  </a:lnTo>
                  <a:lnTo>
                    <a:pt x="2136" y="1827"/>
                  </a:lnTo>
                  <a:cubicBezTo>
                    <a:pt x="2132" y="1839"/>
                    <a:pt x="2128" y="1847"/>
                    <a:pt x="2128" y="1859"/>
                  </a:cubicBezTo>
                  <a:cubicBezTo>
                    <a:pt x="2080" y="1795"/>
                    <a:pt x="2032" y="1731"/>
                    <a:pt x="1984" y="1663"/>
                  </a:cubicBezTo>
                  <a:cubicBezTo>
                    <a:pt x="1948" y="1619"/>
                    <a:pt x="1916" y="1571"/>
                    <a:pt x="1884" y="1519"/>
                  </a:cubicBezTo>
                  <a:cubicBezTo>
                    <a:pt x="1852" y="1471"/>
                    <a:pt x="1816" y="1423"/>
                    <a:pt x="1784" y="1371"/>
                  </a:cubicBezTo>
                  <a:lnTo>
                    <a:pt x="1680" y="1215"/>
                  </a:lnTo>
                  <a:cubicBezTo>
                    <a:pt x="1644" y="1159"/>
                    <a:pt x="1600" y="1107"/>
                    <a:pt x="1552" y="1059"/>
                  </a:cubicBezTo>
                  <a:cubicBezTo>
                    <a:pt x="1420" y="923"/>
                    <a:pt x="1264" y="819"/>
                    <a:pt x="1084" y="751"/>
                  </a:cubicBezTo>
                  <a:cubicBezTo>
                    <a:pt x="1080" y="727"/>
                    <a:pt x="1072" y="703"/>
                    <a:pt x="1068" y="683"/>
                  </a:cubicBezTo>
                  <a:cubicBezTo>
                    <a:pt x="1068" y="651"/>
                    <a:pt x="1072" y="623"/>
                    <a:pt x="1084" y="595"/>
                  </a:cubicBezTo>
                  <a:cubicBezTo>
                    <a:pt x="1096" y="563"/>
                    <a:pt x="1116" y="535"/>
                    <a:pt x="1144" y="515"/>
                  </a:cubicBezTo>
                  <a:cubicBezTo>
                    <a:pt x="1184" y="487"/>
                    <a:pt x="1224" y="459"/>
                    <a:pt x="1268" y="439"/>
                  </a:cubicBezTo>
                  <a:lnTo>
                    <a:pt x="1276" y="431"/>
                  </a:lnTo>
                  <a:lnTo>
                    <a:pt x="1280" y="431"/>
                  </a:lnTo>
                  <a:lnTo>
                    <a:pt x="1300" y="419"/>
                  </a:lnTo>
                  <a:lnTo>
                    <a:pt x="1344" y="395"/>
                  </a:lnTo>
                  <a:cubicBezTo>
                    <a:pt x="1372" y="383"/>
                    <a:pt x="1392" y="367"/>
                    <a:pt x="1428" y="355"/>
                  </a:cubicBezTo>
                  <a:cubicBezTo>
                    <a:pt x="1492" y="327"/>
                    <a:pt x="1560" y="315"/>
                    <a:pt x="1628" y="315"/>
                  </a:cubicBezTo>
                  <a:close/>
                  <a:moveTo>
                    <a:pt x="6100" y="683"/>
                  </a:moveTo>
                  <a:cubicBezTo>
                    <a:pt x="6232" y="683"/>
                    <a:pt x="6364" y="711"/>
                    <a:pt x="6484" y="767"/>
                  </a:cubicBezTo>
                  <a:cubicBezTo>
                    <a:pt x="6488" y="767"/>
                    <a:pt x="6496" y="775"/>
                    <a:pt x="6504" y="779"/>
                  </a:cubicBezTo>
                  <a:lnTo>
                    <a:pt x="6508" y="783"/>
                  </a:lnTo>
                  <a:lnTo>
                    <a:pt x="6516" y="787"/>
                  </a:lnTo>
                  <a:cubicBezTo>
                    <a:pt x="6524" y="795"/>
                    <a:pt x="6532" y="803"/>
                    <a:pt x="6536" y="815"/>
                  </a:cubicBezTo>
                  <a:cubicBezTo>
                    <a:pt x="6548" y="843"/>
                    <a:pt x="6552" y="871"/>
                    <a:pt x="6552" y="899"/>
                  </a:cubicBezTo>
                  <a:cubicBezTo>
                    <a:pt x="6552" y="967"/>
                    <a:pt x="6540" y="1035"/>
                    <a:pt x="6520" y="1099"/>
                  </a:cubicBezTo>
                  <a:lnTo>
                    <a:pt x="6524" y="1099"/>
                  </a:lnTo>
                  <a:cubicBezTo>
                    <a:pt x="6480" y="1231"/>
                    <a:pt x="6424" y="1355"/>
                    <a:pt x="6352" y="1475"/>
                  </a:cubicBezTo>
                  <a:cubicBezTo>
                    <a:pt x="6208" y="1703"/>
                    <a:pt x="6028" y="1907"/>
                    <a:pt x="5820" y="2079"/>
                  </a:cubicBezTo>
                  <a:cubicBezTo>
                    <a:pt x="5632" y="2243"/>
                    <a:pt x="5428" y="2387"/>
                    <a:pt x="5212" y="2519"/>
                  </a:cubicBezTo>
                  <a:lnTo>
                    <a:pt x="5192" y="2527"/>
                  </a:lnTo>
                  <a:lnTo>
                    <a:pt x="5208" y="2503"/>
                  </a:lnTo>
                  <a:cubicBezTo>
                    <a:pt x="5220" y="2499"/>
                    <a:pt x="5232" y="2491"/>
                    <a:pt x="5240" y="2483"/>
                  </a:cubicBezTo>
                  <a:cubicBezTo>
                    <a:pt x="5276" y="2459"/>
                    <a:pt x="5316" y="2427"/>
                    <a:pt x="5352" y="2395"/>
                  </a:cubicBezTo>
                  <a:cubicBezTo>
                    <a:pt x="5392" y="2363"/>
                    <a:pt x="5428" y="2327"/>
                    <a:pt x="5468" y="2287"/>
                  </a:cubicBezTo>
                  <a:cubicBezTo>
                    <a:pt x="5548" y="2203"/>
                    <a:pt x="5620" y="2119"/>
                    <a:pt x="5688" y="2027"/>
                  </a:cubicBezTo>
                  <a:cubicBezTo>
                    <a:pt x="5760" y="1935"/>
                    <a:pt x="5828" y="1839"/>
                    <a:pt x="5884" y="1747"/>
                  </a:cubicBezTo>
                  <a:cubicBezTo>
                    <a:pt x="5940" y="1655"/>
                    <a:pt x="5992" y="1567"/>
                    <a:pt x="6032" y="1491"/>
                  </a:cubicBezTo>
                  <a:cubicBezTo>
                    <a:pt x="6076" y="1415"/>
                    <a:pt x="6108" y="1347"/>
                    <a:pt x="6128" y="1303"/>
                  </a:cubicBezTo>
                  <a:cubicBezTo>
                    <a:pt x="6152" y="1255"/>
                    <a:pt x="6160" y="1231"/>
                    <a:pt x="6160" y="1231"/>
                  </a:cubicBezTo>
                  <a:lnTo>
                    <a:pt x="6160" y="1231"/>
                  </a:lnTo>
                  <a:lnTo>
                    <a:pt x="6004" y="1471"/>
                  </a:lnTo>
                  <a:cubicBezTo>
                    <a:pt x="5956" y="1543"/>
                    <a:pt x="5900" y="1627"/>
                    <a:pt x="5836" y="1715"/>
                  </a:cubicBezTo>
                  <a:cubicBezTo>
                    <a:pt x="5776" y="1803"/>
                    <a:pt x="5708" y="1899"/>
                    <a:pt x="5636" y="1987"/>
                  </a:cubicBezTo>
                  <a:cubicBezTo>
                    <a:pt x="5568" y="2079"/>
                    <a:pt x="5496" y="2167"/>
                    <a:pt x="5424" y="2247"/>
                  </a:cubicBezTo>
                  <a:cubicBezTo>
                    <a:pt x="5388" y="2287"/>
                    <a:pt x="5356" y="2327"/>
                    <a:pt x="5320" y="2363"/>
                  </a:cubicBezTo>
                  <a:lnTo>
                    <a:pt x="5280" y="2399"/>
                  </a:lnTo>
                  <a:cubicBezTo>
                    <a:pt x="5386" y="2231"/>
                    <a:pt x="5441" y="2076"/>
                    <a:pt x="5387" y="2076"/>
                  </a:cubicBezTo>
                  <a:cubicBezTo>
                    <a:pt x="5359" y="2076"/>
                    <a:pt x="5302" y="2117"/>
                    <a:pt x="5208" y="2219"/>
                  </a:cubicBezTo>
                  <a:cubicBezTo>
                    <a:pt x="5036" y="2411"/>
                    <a:pt x="4744" y="2599"/>
                    <a:pt x="4436" y="2763"/>
                  </a:cubicBezTo>
                  <a:cubicBezTo>
                    <a:pt x="4484" y="2727"/>
                    <a:pt x="4532" y="2691"/>
                    <a:pt x="4576" y="2651"/>
                  </a:cubicBezTo>
                  <a:cubicBezTo>
                    <a:pt x="4752" y="2495"/>
                    <a:pt x="4908" y="2323"/>
                    <a:pt x="5048" y="2131"/>
                  </a:cubicBezTo>
                  <a:cubicBezTo>
                    <a:pt x="5204" y="1923"/>
                    <a:pt x="5336" y="1699"/>
                    <a:pt x="5448" y="1463"/>
                  </a:cubicBezTo>
                  <a:cubicBezTo>
                    <a:pt x="5508" y="1339"/>
                    <a:pt x="5560" y="1211"/>
                    <a:pt x="5608" y="1083"/>
                  </a:cubicBezTo>
                  <a:cubicBezTo>
                    <a:pt x="5632" y="1019"/>
                    <a:pt x="5656" y="951"/>
                    <a:pt x="5680" y="883"/>
                  </a:cubicBezTo>
                  <a:lnTo>
                    <a:pt x="5708" y="791"/>
                  </a:lnTo>
                  <a:cubicBezTo>
                    <a:pt x="5716" y="775"/>
                    <a:pt x="5728" y="763"/>
                    <a:pt x="5744" y="751"/>
                  </a:cubicBezTo>
                  <a:cubicBezTo>
                    <a:pt x="5792" y="723"/>
                    <a:pt x="5848" y="703"/>
                    <a:pt x="5904" y="695"/>
                  </a:cubicBezTo>
                  <a:cubicBezTo>
                    <a:pt x="5972" y="687"/>
                    <a:pt x="6036" y="683"/>
                    <a:pt x="6100" y="683"/>
                  </a:cubicBezTo>
                  <a:close/>
                  <a:moveTo>
                    <a:pt x="3040" y="2935"/>
                  </a:moveTo>
                  <a:lnTo>
                    <a:pt x="3052" y="2951"/>
                  </a:lnTo>
                  <a:lnTo>
                    <a:pt x="3052" y="2951"/>
                  </a:lnTo>
                  <a:lnTo>
                    <a:pt x="3048" y="2947"/>
                  </a:lnTo>
                  <a:lnTo>
                    <a:pt x="3040" y="2935"/>
                  </a:lnTo>
                  <a:close/>
                  <a:moveTo>
                    <a:pt x="3782" y="479"/>
                  </a:moveTo>
                  <a:cubicBezTo>
                    <a:pt x="3889" y="479"/>
                    <a:pt x="3996" y="493"/>
                    <a:pt x="4100" y="519"/>
                  </a:cubicBezTo>
                  <a:cubicBezTo>
                    <a:pt x="4116" y="519"/>
                    <a:pt x="4132" y="523"/>
                    <a:pt x="4144" y="527"/>
                  </a:cubicBezTo>
                  <a:lnTo>
                    <a:pt x="4184" y="543"/>
                  </a:lnTo>
                  <a:cubicBezTo>
                    <a:pt x="4212" y="555"/>
                    <a:pt x="4240" y="563"/>
                    <a:pt x="4268" y="579"/>
                  </a:cubicBezTo>
                  <a:lnTo>
                    <a:pt x="4344" y="619"/>
                  </a:lnTo>
                  <a:lnTo>
                    <a:pt x="4424" y="671"/>
                  </a:lnTo>
                  <a:cubicBezTo>
                    <a:pt x="4528" y="739"/>
                    <a:pt x="4636" y="803"/>
                    <a:pt x="4732" y="871"/>
                  </a:cubicBezTo>
                  <a:cubicBezTo>
                    <a:pt x="4776" y="899"/>
                    <a:pt x="4816" y="935"/>
                    <a:pt x="4848" y="975"/>
                  </a:cubicBezTo>
                  <a:cubicBezTo>
                    <a:pt x="4872" y="1011"/>
                    <a:pt x="4888" y="1051"/>
                    <a:pt x="4884" y="1095"/>
                  </a:cubicBezTo>
                  <a:cubicBezTo>
                    <a:pt x="4884" y="1147"/>
                    <a:pt x="4876" y="1199"/>
                    <a:pt x="4864" y="1251"/>
                  </a:cubicBezTo>
                  <a:lnTo>
                    <a:pt x="4844" y="1331"/>
                  </a:lnTo>
                  <a:cubicBezTo>
                    <a:pt x="4836" y="1359"/>
                    <a:pt x="4828" y="1387"/>
                    <a:pt x="4820" y="1411"/>
                  </a:cubicBezTo>
                  <a:cubicBezTo>
                    <a:pt x="4784" y="1519"/>
                    <a:pt x="4740" y="1623"/>
                    <a:pt x="4696" y="1723"/>
                  </a:cubicBezTo>
                  <a:cubicBezTo>
                    <a:pt x="4652" y="1827"/>
                    <a:pt x="4604" y="1923"/>
                    <a:pt x="4556" y="2015"/>
                  </a:cubicBezTo>
                  <a:cubicBezTo>
                    <a:pt x="4464" y="2191"/>
                    <a:pt x="4360" y="2359"/>
                    <a:pt x="4244" y="2519"/>
                  </a:cubicBezTo>
                  <a:cubicBezTo>
                    <a:pt x="4148" y="2655"/>
                    <a:pt x="4036" y="2779"/>
                    <a:pt x="3912" y="2891"/>
                  </a:cubicBezTo>
                  <a:cubicBezTo>
                    <a:pt x="3824" y="2971"/>
                    <a:pt x="3724" y="3039"/>
                    <a:pt x="3620" y="3099"/>
                  </a:cubicBezTo>
                  <a:lnTo>
                    <a:pt x="3560" y="3123"/>
                  </a:lnTo>
                  <a:lnTo>
                    <a:pt x="3488" y="3147"/>
                  </a:lnTo>
                  <a:lnTo>
                    <a:pt x="3484" y="3147"/>
                  </a:lnTo>
                  <a:cubicBezTo>
                    <a:pt x="3940" y="2919"/>
                    <a:pt x="4176" y="2335"/>
                    <a:pt x="4176" y="2335"/>
                  </a:cubicBezTo>
                  <a:lnTo>
                    <a:pt x="4176" y="2335"/>
                  </a:lnTo>
                  <a:lnTo>
                    <a:pt x="4116" y="2391"/>
                  </a:lnTo>
                  <a:cubicBezTo>
                    <a:pt x="4124" y="2375"/>
                    <a:pt x="4136" y="2355"/>
                    <a:pt x="4144" y="2339"/>
                  </a:cubicBezTo>
                  <a:cubicBezTo>
                    <a:pt x="4168" y="2295"/>
                    <a:pt x="4192" y="2251"/>
                    <a:pt x="4212" y="2207"/>
                  </a:cubicBezTo>
                  <a:cubicBezTo>
                    <a:pt x="4232" y="2163"/>
                    <a:pt x="4252" y="2119"/>
                    <a:pt x="4272" y="2075"/>
                  </a:cubicBezTo>
                  <a:cubicBezTo>
                    <a:pt x="4308" y="1991"/>
                    <a:pt x="4336" y="1907"/>
                    <a:pt x="4360" y="1839"/>
                  </a:cubicBezTo>
                  <a:cubicBezTo>
                    <a:pt x="4380" y="1767"/>
                    <a:pt x="4396" y="1707"/>
                    <a:pt x="4408" y="1667"/>
                  </a:cubicBezTo>
                  <a:cubicBezTo>
                    <a:pt x="4420" y="1623"/>
                    <a:pt x="4424" y="1599"/>
                    <a:pt x="4424" y="1599"/>
                  </a:cubicBezTo>
                  <a:lnTo>
                    <a:pt x="4424" y="1599"/>
                  </a:lnTo>
                  <a:cubicBezTo>
                    <a:pt x="4424" y="1599"/>
                    <a:pt x="4384" y="1691"/>
                    <a:pt x="4324" y="1823"/>
                  </a:cubicBezTo>
                  <a:cubicBezTo>
                    <a:pt x="4292" y="1891"/>
                    <a:pt x="4260" y="1971"/>
                    <a:pt x="4220" y="2051"/>
                  </a:cubicBezTo>
                  <a:cubicBezTo>
                    <a:pt x="4180" y="2135"/>
                    <a:pt x="4136" y="2223"/>
                    <a:pt x="4088" y="2307"/>
                  </a:cubicBezTo>
                  <a:cubicBezTo>
                    <a:pt x="4048" y="2383"/>
                    <a:pt x="4004" y="2459"/>
                    <a:pt x="3964" y="2523"/>
                  </a:cubicBezTo>
                  <a:cubicBezTo>
                    <a:pt x="3845" y="2622"/>
                    <a:pt x="3706" y="2721"/>
                    <a:pt x="3630" y="2721"/>
                  </a:cubicBezTo>
                  <a:cubicBezTo>
                    <a:pt x="3616" y="2721"/>
                    <a:pt x="3605" y="2718"/>
                    <a:pt x="3596" y="2711"/>
                  </a:cubicBezTo>
                  <a:cubicBezTo>
                    <a:pt x="3572" y="2691"/>
                    <a:pt x="3552" y="2667"/>
                    <a:pt x="3544" y="2639"/>
                  </a:cubicBezTo>
                  <a:cubicBezTo>
                    <a:pt x="3544" y="2631"/>
                    <a:pt x="3544" y="2623"/>
                    <a:pt x="3548" y="2619"/>
                  </a:cubicBezTo>
                  <a:cubicBezTo>
                    <a:pt x="3556" y="2575"/>
                    <a:pt x="3564" y="2527"/>
                    <a:pt x="3572" y="2475"/>
                  </a:cubicBezTo>
                  <a:cubicBezTo>
                    <a:pt x="3580" y="2427"/>
                    <a:pt x="3588" y="2375"/>
                    <a:pt x="3592" y="2319"/>
                  </a:cubicBezTo>
                  <a:cubicBezTo>
                    <a:pt x="3596" y="2263"/>
                    <a:pt x="3600" y="2207"/>
                    <a:pt x="3604" y="2147"/>
                  </a:cubicBezTo>
                  <a:cubicBezTo>
                    <a:pt x="3604" y="2091"/>
                    <a:pt x="3604" y="2031"/>
                    <a:pt x="3604" y="1971"/>
                  </a:cubicBezTo>
                  <a:cubicBezTo>
                    <a:pt x="3604" y="1911"/>
                    <a:pt x="3600" y="1855"/>
                    <a:pt x="3596" y="1795"/>
                  </a:cubicBezTo>
                  <a:cubicBezTo>
                    <a:pt x="3592" y="1739"/>
                    <a:pt x="3588" y="1683"/>
                    <a:pt x="3580" y="1627"/>
                  </a:cubicBezTo>
                  <a:cubicBezTo>
                    <a:pt x="3572" y="1515"/>
                    <a:pt x="3552" y="1415"/>
                    <a:pt x="3540" y="1327"/>
                  </a:cubicBezTo>
                  <a:cubicBezTo>
                    <a:pt x="3508" y="1151"/>
                    <a:pt x="3476" y="1039"/>
                    <a:pt x="3476" y="1039"/>
                  </a:cubicBezTo>
                  <a:lnTo>
                    <a:pt x="3476" y="1039"/>
                  </a:lnTo>
                  <a:cubicBezTo>
                    <a:pt x="3476" y="1039"/>
                    <a:pt x="3480" y="1067"/>
                    <a:pt x="3484" y="1119"/>
                  </a:cubicBezTo>
                  <a:cubicBezTo>
                    <a:pt x="3488" y="1171"/>
                    <a:pt x="3496" y="1243"/>
                    <a:pt x="3504" y="1331"/>
                  </a:cubicBezTo>
                  <a:cubicBezTo>
                    <a:pt x="3512" y="1419"/>
                    <a:pt x="3520" y="1519"/>
                    <a:pt x="3524" y="1631"/>
                  </a:cubicBezTo>
                  <a:cubicBezTo>
                    <a:pt x="3528" y="1687"/>
                    <a:pt x="3532" y="1743"/>
                    <a:pt x="3536" y="1799"/>
                  </a:cubicBezTo>
                  <a:cubicBezTo>
                    <a:pt x="3536" y="1855"/>
                    <a:pt x="3536" y="1915"/>
                    <a:pt x="3540" y="1975"/>
                  </a:cubicBezTo>
                  <a:cubicBezTo>
                    <a:pt x="3540" y="2031"/>
                    <a:pt x="3540" y="2091"/>
                    <a:pt x="3540" y="2147"/>
                  </a:cubicBezTo>
                  <a:cubicBezTo>
                    <a:pt x="3540" y="2203"/>
                    <a:pt x="3536" y="2259"/>
                    <a:pt x="3536" y="2315"/>
                  </a:cubicBezTo>
                  <a:cubicBezTo>
                    <a:pt x="3532" y="2371"/>
                    <a:pt x="3528" y="2423"/>
                    <a:pt x="3524" y="2471"/>
                  </a:cubicBezTo>
                  <a:cubicBezTo>
                    <a:pt x="3520" y="2507"/>
                    <a:pt x="3516" y="2543"/>
                    <a:pt x="3516" y="2575"/>
                  </a:cubicBezTo>
                  <a:cubicBezTo>
                    <a:pt x="3470" y="2456"/>
                    <a:pt x="3427" y="2307"/>
                    <a:pt x="3345" y="2307"/>
                  </a:cubicBezTo>
                  <a:cubicBezTo>
                    <a:pt x="3319" y="2307"/>
                    <a:pt x="3290" y="2321"/>
                    <a:pt x="3256" y="2355"/>
                  </a:cubicBezTo>
                  <a:cubicBezTo>
                    <a:pt x="3088" y="2523"/>
                    <a:pt x="3216" y="3023"/>
                    <a:pt x="3264" y="3171"/>
                  </a:cubicBezTo>
                  <a:cubicBezTo>
                    <a:pt x="3236" y="3123"/>
                    <a:pt x="3188" y="3035"/>
                    <a:pt x="3120" y="2907"/>
                  </a:cubicBezTo>
                  <a:cubicBezTo>
                    <a:pt x="3068" y="2811"/>
                    <a:pt x="3008" y="2691"/>
                    <a:pt x="2944" y="2559"/>
                  </a:cubicBezTo>
                  <a:cubicBezTo>
                    <a:pt x="2872" y="2407"/>
                    <a:pt x="2808" y="2251"/>
                    <a:pt x="2752" y="2091"/>
                  </a:cubicBezTo>
                  <a:cubicBezTo>
                    <a:pt x="2684" y="1907"/>
                    <a:pt x="2644" y="1719"/>
                    <a:pt x="2628" y="1523"/>
                  </a:cubicBezTo>
                  <a:cubicBezTo>
                    <a:pt x="2624" y="1475"/>
                    <a:pt x="2624" y="1423"/>
                    <a:pt x="2628" y="1375"/>
                  </a:cubicBezTo>
                  <a:cubicBezTo>
                    <a:pt x="2628" y="1351"/>
                    <a:pt x="2632" y="1323"/>
                    <a:pt x="2636" y="1299"/>
                  </a:cubicBezTo>
                  <a:lnTo>
                    <a:pt x="2636" y="1295"/>
                  </a:lnTo>
                  <a:lnTo>
                    <a:pt x="2636" y="1287"/>
                  </a:lnTo>
                  <a:lnTo>
                    <a:pt x="2644" y="1267"/>
                  </a:lnTo>
                  <a:lnTo>
                    <a:pt x="2656" y="1227"/>
                  </a:lnTo>
                  <a:cubicBezTo>
                    <a:pt x="2660" y="1203"/>
                    <a:pt x="2672" y="1175"/>
                    <a:pt x="2680" y="1147"/>
                  </a:cubicBezTo>
                  <a:lnTo>
                    <a:pt x="2712" y="1079"/>
                  </a:lnTo>
                  <a:cubicBezTo>
                    <a:pt x="2724" y="1055"/>
                    <a:pt x="2736" y="1031"/>
                    <a:pt x="2752" y="1007"/>
                  </a:cubicBezTo>
                  <a:cubicBezTo>
                    <a:pt x="2776" y="983"/>
                    <a:pt x="2788" y="959"/>
                    <a:pt x="2804" y="935"/>
                  </a:cubicBezTo>
                  <a:cubicBezTo>
                    <a:pt x="2952" y="751"/>
                    <a:pt x="3156" y="615"/>
                    <a:pt x="3380" y="543"/>
                  </a:cubicBezTo>
                  <a:cubicBezTo>
                    <a:pt x="3510" y="501"/>
                    <a:pt x="3646" y="479"/>
                    <a:pt x="3782" y="479"/>
                  </a:cubicBezTo>
                  <a:close/>
                  <a:moveTo>
                    <a:pt x="664" y="720"/>
                  </a:moveTo>
                  <a:cubicBezTo>
                    <a:pt x="724" y="720"/>
                    <a:pt x="785" y="726"/>
                    <a:pt x="844" y="739"/>
                  </a:cubicBezTo>
                  <a:cubicBezTo>
                    <a:pt x="1096" y="787"/>
                    <a:pt x="1324" y="927"/>
                    <a:pt x="1484" y="1131"/>
                  </a:cubicBezTo>
                  <a:cubicBezTo>
                    <a:pt x="1520" y="1175"/>
                    <a:pt x="1556" y="1227"/>
                    <a:pt x="1584" y="1279"/>
                  </a:cubicBezTo>
                  <a:cubicBezTo>
                    <a:pt x="1612" y="1335"/>
                    <a:pt x="1640" y="1391"/>
                    <a:pt x="1668" y="1447"/>
                  </a:cubicBezTo>
                  <a:cubicBezTo>
                    <a:pt x="1696" y="1499"/>
                    <a:pt x="1728" y="1555"/>
                    <a:pt x="1760" y="1607"/>
                  </a:cubicBezTo>
                  <a:cubicBezTo>
                    <a:pt x="1792" y="1659"/>
                    <a:pt x="1824" y="1711"/>
                    <a:pt x="1856" y="1759"/>
                  </a:cubicBezTo>
                  <a:cubicBezTo>
                    <a:pt x="1924" y="1859"/>
                    <a:pt x="1992" y="1951"/>
                    <a:pt x="2060" y="2039"/>
                  </a:cubicBezTo>
                  <a:cubicBezTo>
                    <a:pt x="2128" y="2127"/>
                    <a:pt x="2200" y="2211"/>
                    <a:pt x="2268" y="2287"/>
                  </a:cubicBezTo>
                  <a:cubicBezTo>
                    <a:pt x="2404" y="2443"/>
                    <a:pt x="2536" y="2579"/>
                    <a:pt x="2656" y="2695"/>
                  </a:cubicBezTo>
                  <a:cubicBezTo>
                    <a:pt x="2776" y="2811"/>
                    <a:pt x="2884" y="2907"/>
                    <a:pt x="2976" y="2987"/>
                  </a:cubicBezTo>
                  <a:cubicBezTo>
                    <a:pt x="3088" y="3087"/>
                    <a:pt x="3176" y="3155"/>
                    <a:pt x="3228" y="3191"/>
                  </a:cubicBezTo>
                  <a:lnTo>
                    <a:pt x="3192" y="3199"/>
                  </a:lnTo>
                  <a:lnTo>
                    <a:pt x="3180" y="3199"/>
                  </a:lnTo>
                  <a:lnTo>
                    <a:pt x="3128" y="3195"/>
                  </a:lnTo>
                  <a:cubicBezTo>
                    <a:pt x="2800" y="3087"/>
                    <a:pt x="2280" y="2672"/>
                    <a:pt x="2280" y="2671"/>
                  </a:cubicBezTo>
                  <a:lnTo>
                    <a:pt x="2280" y="2671"/>
                  </a:lnTo>
                  <a:lnTo>
                    <a:pt x="2640" y="3031"/>
                  </a:lnTo>
                  <a:cubicBezTo>
                    <a:pt x="2640" y="3031"/>
                    <a:pt x="2011" y="2678"/>
                    <a:pt x="1746" y="2678"/>
                  </a:cubicBezTo>
                  <a:cubicBezTo>
                    <a:pt x="1722" y="2678"/>
                    <a:pt x="1701" y="2681"/>
                    <a:pt x="1684" y="2687"/>
                  </a:cubicBezTo>
                  <a:cubicBezTo>
                    <a:pt x="1672" y="2687"/>
                    <a:pt x="1660" y="2691"/>
                    <a:pt x="1648" y="2695"/>
                  </a:cubicBezTo>
                  <a:lnTo>
                    <a:pt x="1628" y="2679"/>
                  </a:lnTo>
                  <a:cubicBezTo>
                    <a:pt x="1600" y="2655"/>
                    <a:pt x="1568" y="2627"/>
                    <a:pt x="1532" y="2595"/>
                  </a:cubicBezTo>
                  <a:cubicBezTo>
                    <a:pt x="1492" y="2563"/>
                    <a:pt x="1456" y="2527"/>
                    <a:pt x="1424" y="2491"/>
                  </a:cubicBezTo>
                  <a:cubicBezTo>
                    <a:pt x="1404" y="2471"/>
                    <a:pt x="1384" y="2455"/>
                    <a:pt x="1368" y="2431"/>
                  </a:cubicBezTo>
                  <a:lnTo>
                    <a:pt x="1312" y="2367"/>
                  </a:lnTo>
                  <a:cubicBezTo>
                    <a:pt x="1292" y="2343"/>
                    <a:pt x="1272" y="2323"/>
                    <a:pt x="1256" y="2299"/>
                  </a:cubicBezTo>
                  <a:lnTo>
                    <a:pt x="1200" y="2227"/>
                  </a:lnTo>
                  <a:cubicBezTo>
                    <a:pt x="1160" y="2175"/>
                    <a:pt x="1132" y="2127"/>
                    <a:pt x="1096" y="2071"/>
                  </a:cubicBezTo>
                  <a:cubicBezTo>
                    <a:pt x="1060" y="2019"/>
                    <a:pt x="1032" y="1967"/>
                    <a:pt x="1000" y="1915"/>
                  </a:cubicBezTo>
                  <a:cubicBezTo>
                    <a:pt x="968" y="1859"/>
                    <a:pt x="944" y="1807"/>
                    <a:pt x="916" y="1755"/>
                  </a:cubicBezTo>
                  <a:cubicBezTo>
                    <a:pt x="892" y="1699"/>
                    <a:pt x="868" y="1651"/>
                    <a:pt x="844" y="1599"/>
                  </a:cubicBezTo>
                  <a:cubicBezTo>
                    <a:pt x="824" y="1551"/>
                    <a:pt x="804" y="1503"/>
                    <a:pt x="788" y="1463"/>
                  </a:cubicBezTo>
                  <a:cubicBezTo>
                    <a:pt x="756" y="1375"/>
                    <a:pt x="728" y="1299"/>
                    <a:pt x="708" y="1247"/>
                  </a:cubicBezTo>
                  <a:cubicBezTo>
                    <a:pt x="692" y="1195"/>
                    <a:pt x="684" y="1167"/>
                    <a:pt x="684" y="1167"/>
                  </a:cubicBezTo>
                  <a:lnTo>
                    <a:pt x="684" y="1167"/>
                  </a:lnTo>
                  <a:cubicBezTo>
                    <a:pt x="688" y="1195"/>
                    <a:pt x="692" y="1223"/>
                    <a:pt x="700" y="1251"/>
                  </a:cubicBezTo>
                  <a:cubicBezTo>
                    <a:pt x="712" y="1327"/>
                    <a:pt x="732" y="1399"/>
                    <a:pt x="756" y="1471"/>
                  </a:cubicBezTo>
                  <a:cubicBezTo>
                    <a:pt x="788" y="1575"/>
                    <a:pt x="824" y="1679"/>
                    <a:pt x="868" y="1779"/>
                  </a:cubicBezTo>
                  <a:cubicBezTo>
                    <a:pt x="892" y="1831"/>
                    <a:pt x="916" y="1887"/>
                    <a:pt x="948" y="1943"/>
                  </a:cubicBezTo>
                  <a:cubicBezTo>
                    <a:pt x="976" y="1999"/>
                    <a:pt x="1008" y="2055"/>
                    <a:pt x="1044" y="2107"/>
                  </a:cubicBezTo>
                  <a:cubicBezTo>
                    <a:pt x="1076" y="2159"/>
                    <a:pt x="1112" y="2215"/>
                    <a:pt x="1152" y="2263"/>
                  </a:cubicBezTo>
                  <a:cubicBezTo>
                    <a:pt x="1188" y="2311"/>
                    <a:pt x="1228" y="2359"/>
                    <a:pt x="1268" y="2403"/>
                  </a:cubicBezTo>
                  <a:lnTo>
                    <a:pt x="1328" y="2467"/>
                  </a:lnTo>
                  <a:cubicBezTo>
                    <a:pt x="1348" y="2487"/>
                    <a:pt x="1372" y="2507"/>
                    <a:pt x="1392" y="2523"/>
                  </a:cubicBezTo>
                  <a:cubicBezTo>
                    <a:pt x="1428" y="2559"/>
                    <a:pt x="1468" y="2595"/>
                    <a:pt x="1508" y="2623"/>
                  </a:cubicBezTo>
                  <a:cubicBezTo>
                    <a:pt x="1548" y="2651"/>
                    <a:pt x="1584" y="2679"/>
                    <a:pt x="1616" y="2699"/>
                  </a:cubicBezTo>
                  <a:lnTo>
                    <a:pt x="1620" y="2699"/>
                  </a:lnTo>
                  <a:cubicBezTo>
                    <a:pt x="1588" y="2703"/>
                    <a:pt x="1555" y="2705"/>
                    <a:pt x="1523" y="2705"/>
                  </a:cubicBezTo>
                  <a:cubicBezTo>
                    <a:pt x="1484" y="2705"/>
                    <a:pt x="1446" y="2702"/>
                    <a:pt x="1408" y="2695"/>
                  </a:cubicBezTo>
                  <a:cubicBezTo>
                    <a:pt x="1400" y="2691"/>
                    <a:pt x="1388" y="2687"/>
                    <a:pt x="1380" y="2679"/>
                  </a:cubicBezTo>
                  <a:cubicBezTo>
                    <a:pt x="1180" y="2555"/>
                    <a:pt x="992" y="2407"/>
                    <a:pt x="820" y="2243"/>
                  </a:cubicBezTo>
                  <a:cubicBezTo>
                    <a:pt x="640" y="2063"/>
                    <a:pt x="484" y="1859"/>
                    <a:pt x="352" y="1643"/>
                  </a:cubicBezTo>
                  <a:cubicBezTo>
                    <a:pt x="316" y="1587"/>
                    <a:pt x="284" y="1531"/>
                    <a:pt x="252" y="1471"/>
                  </a:cubicBezTo>
                  <a:lnTo>
                    <a:pt x="200" y="1379"/>
                  </a:lnTo>
                  <a:cubicBezTo>
                    <a:pt x="188" y="1355"/>
                    <a:pt x="176" y="1323"/>
                    <a:pt x="164" y="1295"/>
                  </a:cubicBezTo>
                  <a:cubicBezTo>
                    <a:pt x="140" y="1239"/>
                    <a:pt x="128" y="1179"/>
                    <a:pt x="120" y="1119"/>
                  </a:cubicBezTo>
                  <a:cubicBezTo>
                    <a:pt x="120" y="1059"/>
                    <a:pt x="132" y="1003"/>
                    <a:pt x="156" y="951"/>
                  </a:cubicBezTo>
                  <a:cubicBezTo>
                    <a:pt x="188" y="895"/>
                    <a:pt x="228" y="851"/>
                    <a:pt x="280" y="819"/>
                  </a:cubicBezTo>
                  <a:cubicBezTo>
                    <a:pt x="332" y="783"/>
                    <a:pt x="392" y="759"/>
                    <a:pt x="456" y="743"/>
                  </a:cubicBezTo>
                  <a:cubicBezTo>
                    <a:pt x="525" y="728"/>
                    <a:pt x="594" y="720"/>
                    <a:pt x="664" y="720"/>
                  </a:cubicBezTo>
                  <a:close/>
                  <a:moveTo>
                    <a:pt x="5292" y="2667"/>
                  </a:moveTo>
                  <a:lnTo>
                    <a:pt x="5292" y="2667"/>
                  </a:lnTo>
                  <a:cubicBezTo>
                    <a:pt x="5268" y="2727"/>
                    <a:pt x="5236" y="2779"/>
                    <a:pt x="5192" y="2827"/>
                  </a:cubicBezTo>
                  <a:cubicBezTo>
                    <a:pt x="5172" y="2851"/>
                    <a:pt x="5152" y="2875"/>
                    <a:pt x="5128" y="2895"/>
                  </a:cubicBezTo>
                  <a:cubicBezTo>
                    <a:pt x="5100" y="2919"/>
                    <a:pt x="5076" y="2939"/>
                    <a:pt x="5048" y="2955"/>
                  </a:cubicBezTo>
                  <a:cubicBezTo>
                    <a:pt x="5024" y="2975"/>
                    <a:pt x="4996" y="2991"/>
                    <a:pt x="4968" y="3007"/>
                  </a:cubicBezTo>
                  <a:cubicBezTo>
                    <a:pt x="4940" y="3023"/>
                    <a:pt x="4908" y="3039"/>
                    <a:pt x="4880" y="3051"/>
                  </a:cubicBezTo>
                  <a:cubicBezTo>
                    <a:pt x="4852" y="3063"/>
                    <a:pt x="4820" y="3075"/>
                    <a:pt x="4788" y="3087"/>
                  </a:cubicBezTo>
                  <a:cubicBezTo>
                    <a:pt x="4760" y="3095"/>
                    <a:pt x="4724" y="3107"/>
                    <a:pt x="4692" y="3119"/>
                  </a:cubicBezTo>
                  <a:lnTo>
                    <a:pt x="4308" y="3255"/>
                  </a:lnTo>
                  <a:lnTo>
                    <a:pt x="4112" y="3323"/>
                  </a:lnTo>
                  <a:lnTo>
                    <a:pt x="3924" y="3395"/>
                  </a:lnTo>
                  <a:lnTo>
                    <a:pt x="3888" y="3411"/>
                  </a:lnTo>
                  <a:lnTo>
                    <a:pt x="3876" y="3435"/>
                  </a:lnTo>
                  <a:cubicBezTo>
                    <a:pt x="3864" y="3471"/>
                    <a:pt x="3852" y="3503"/>
                    <a:pt x="3840" y="3535"/>
                  </a:cubicBezTo>
                  <a:cubicBezTo>
                    <a:pt x="3828" y="3567"/>
                    <a:pt x="3816" y="3603"/>
                    <a:pt x="3804" y="3635"/>
                  </a:cubicBezTo>
                  <a:cubicBezTo>
                    <a:pt x="3784" y="3703"/>
                    <a:pt x="3768" y="3771"/>
                    <a:pt x="3748" y="3839"/>
                  </a:cubicBezTo>
                  <a:cubicBezTo>
                    <a:pt x="3732" y="3907"/>
                    <a:pt x="3716" y="3975"/>
                    <a:pt x="3700" y="4043"/>
                  </a:cubicBezTo>
                  <a:lnTo>
                    <a:pt x="3676" y="4143"/>
                  </a:lnTo>
                  <a:cubicBezTo>
                    <a:pt x="3672" y="4175"/>
                    <a:pt x="3664" y="4207"/>
                    <a:pt x="3652" y="4243"/>
                  </a:cubicBezTo>
                  <a:cubicBezTo>
                    <a:pt x="3644" y="4275"/>
                    <a:pt x="3632" y="4307"/>
                    <a:pt x="3620" y="4339"/>
                  </a:cubicBezTo>
                  <a:cubicBezTo>
                    <a:pt x="3608" y="4367"/>
                    <a:pt x="3596" y="4399"/>
                    <a:pt x="3580" y="4427"/>
                  </a:cubicBezTo>
                  <a:cubicBezTo>
                    <a:pt x="3564" y="4459"/>
                    <a:pt x="3548" y="4487"/>
                    <a:pt x="3528" y="4515"/>
                  </a:cubicBezTo>
                  <a:cubicBezTo>
                    <a:pt x="3512" y="4543"/>
                    <a:pt x="3492" y="4571"/>
                    <a:pt x="3468" y="4599"/>
                  </a:cubicBezTo>
                  <a:cubicBezTo>
                    <a:pt x="3428" y="4651"/>
                    <a:pt x="3384" y="4703"/>
                    <a:pt x="3336" y="4751"/>
                  </a:cubicBezTo>
                  <a:cubicBezTo>
                    <a:pt x="3312" y="4771"/>
                    <a:pt x="3284" y="4795"/>
                    <a:pt x="3260" y="4819"/>
                  </a:cubicBezTo>
                  <a:cubicBezTo>
                    <a:pt x="3244" y="4831"/>
                    <a:pt x="3224" y="4847"/>
                    <a:pt x="3208" y="4859"/>
                  </a:cubicBezTo>
                  <a:cubicBezTo>
                    <a:pt x="3152" y="4851"/>
                    <a:pt x="3100" y="4835"/>
                    <a:pt x="3052" y="4819"/>
                  </a:cubicBezTo>
                  <a:cubicBezTo>
                    <a:pt x="3036" y="4815"/>
                    <a:pt x="3024" y="4807"/>
                    <a:pt x="3008" y="4803"/>
                  </a:cubicBezTo>
                  <a:lnTo>
                    <a:pt x="2988" y="4791"/>
                  </a:lnTo>
                  <a:cubicBezTo>
                    <a:pt x="3008" y="4767"/>
                    <a:pt x="3032" y="4739"/>
                    <a:pt x="3056" y="4711"/>
                  </a:cubicBezTo>
                  <a:cubicBezTo>
                    <a:pt x="3092" y="4671"/>
                    <a:pt x="3128" y="4627"/>
                    <a:pt x="3164" y="4579"/>
                  </a:cubicBezTo>
                  <a:cubicBezTo>
                    <a:pt x="3196" y="4535"/>
                    <a:pt x="3232" y="4487"/>
                    <a:pt x="3264" y="4439"/>
                  </a:cubicBezTo>
                  <a:cubicBezTo>
                    <a:pt x="3296" y="4391"/>
                    <a:pt x="3324" y="4339"/>
                    <a:pt x="3348" y="4287"/>
                  </a:cubicBezTo>
                  <a:cubicBezTo>
                    <a:pt x="3376" y="4227"/>
                    <a:pt x="3400" y="4167"/>
                    <a:pt x="3412" y="4107"/>
                  </a:cubicBezTo>
                  <a:cubicBezTo>
                    <a:pt x="3412" y="4087"/>
                    <a:pt x="3416" y="4071"/>
                    <a:pt x="3416" y="4055"/>
                  </a:cubicBezTo>
                  <a:cubicBezTo>
                    <a:pt x="3420" y="4035"/>
                    <a:pt x="3420" y="4019"/>
                    <a:pt x="3416" y="3999"/>
                  </a:cubicBezTo>
                  <a:cubicBezTo>
                    <a:pt x="3416" y="3979"/>
                    <a:pt x="3412" y="3959"/>
                    <a:pt x="3408" y="3943"/>
                  </a:cubicBezTo>
                  <a:lnTo>
                    <a:pt x="3408" y="3943"/>
                  </a:lnTo>
                  <a:cubicBezTo>
                    <a:pt x="3409" y="3945"/>
                    <a:pt x="3409" y="3945"/>
                    <a:pt x="3409" y="3945"/>
                  </a:cubicBezTo>
                  <a:cubicBezTo>
                    <a:pt x="3410" y="3945"/>
                    <a:pt x="3405" y="3931"/>
                    <a:pt x="3404" y="3931"/>
                  </a:cubicBezTo>
                  <a:cubicBezTo>
                    <a:pt x="3404" y="3931"/>
                    <a:pt x="3404" y="3931"/>
                    <a:pt x="3404" y="3931"/>
                  </a:cubicBezTo>
                  <a:lnTo>
                    <a:pt x="3404" y="3923"/>
                  </a:lnTo>
                  <a:lnTo>
                    <a:pt x="3400" y="3915"/>
                  </a:lnTo>
                  <a:cubicBezTo>
                    <a:pt x="3396" y="3903"/>
                    <a:pt x="3392" y="3895"/>
                    <a:pt x="3384" y="3887"/>
                  </a:cubicBezTo>
                  <a:cubicBezTo>
                    <a:pt x="3376" y="3875"/>
                    <a:pt x="3372" y="3863"/>
                    <a:pt x="3364" y="3855"/>
                  </a:cubicBezTo>
                  <a:lnTo>
                    <a:pt x="3344" y="3831"/>
                  </a:lnTo>
                  <a:cubicBezTo>
                    <a:pt x="3332" y="3819"/>
                    <a:pt x="3316" y="3807"/>
                    <a:pt x="3304" y="3795"/>
                  </a:cubicBezTo>
                  <a:cubicBezTo>
                    <a:pt x="3276" y="3775"/>
                    <a:pt x="3252" y="3759"/>
                    <a:pt x="3224" y="3743"/>
                  </a:cubicBezTo>
                  <a:cubicBezTo>
                    <a:pt x="3172" y="3715"/>
                    <a:pt x="3120" y="3687"/>
                    <a:pt x="3068" y="3663"/>
                  </a:cubicBezTo>
                  <a:cubicBezTo>
                    <a:pt x="2964" y="3619"/>
                    <a:pt x="2856" y="3583"/>
                    <a:pt x="2752" y="3543"/>
                  </a:cubicBezTo>
                  <a:lnTo>
                    <a:pt x="2440" y="3435"/>
                  </a:lnTo>
                  <a:cubicBezTo>
                    <a:pt x="2340" y="3399"/>
                    <a:pt x="2236" y="3363"/>
                    <a:pt x="2140" y="3319"/>
                  </a:cubicBezTo>
                  <a:cubicBezTo>
                    <a:pt x="2092" y="3295"/>
                    <a:pt x="2048" y="3267"/>
                    <a:pt x="2004" y="3239"/>
                  </a:cubicBezTo>
                  <a:cubicBezTo>
                    <a:pt x="1964" y="3207"/>
                    <a:pt x="1936" y="3167"/>
                    <a:pt x="1920" y="3119"/>
                  </a:cubicBezTo>
                  <a:lnTo>
                    <a:pt x="1920" y="3119"/>
                  </a:lnTo>
                  <a:cubicBezTo>
                    <a:pt x="1968" y="3131"/>
                    <a:pt x="2016" y="3147"/>
                    <a:pt x="2060" y="3155"/>
                  </a:cubicBezTo>
                  <a:lnTo>
                    <a:pt x="2204" y="3187"/>
                  </a:lnTo>
                  <a:cubicBezTo>
                    <a:pt x="2252" y="3195"/>
                    <a:pt x="2296" y="3207"/>
                    <a:pt x="2340" y="3211"/>
                  </a:cubicBezTo>
                  <a:lnTo>
                    <a:pt x="2472" y="3227"/>
                  </a:lnTo>
                  <a:lnTo>
                    <a:pt x="2572" y="3239"/>
                  </a:lnTo>
                  <a:cubicBezTo>
                    <a:pt x="2736" y="3327"/>
                    <a:pt x="2912" y="3399"/>
                    <a:pt x="3096" y="3451"/>
                  </a:cubicBezTo>
                  <a:cubicBezTo>
                    <a:pt x="3096" y="3451"/>
                    <a:pt x="3123" y="3468"/>
                    <a:pt x="3162" y="3468"/>
                  </a:cubicBezTo>
                  <a:cubicBezTo>
                    <a:pt x="3199" y="3468"/>
                    <a:pt x="3248" y="3453"/>
                    <a:pt x="3296" y="3395"/>
                  </a:cubicBezTo>
                  <a:cubicBezTo>
                    <a:pt x="3361" y="3315"/>
                    <a:pt x="3435" y="3265"/>
                    <a:pt x="3510" y="3265"/>
                  </a:cubicBezTo>
                  <a:cubicBezTo>
                    <a:pt x="3551" y="3265"/>
                    <a:pt x="3592" y="3279"/>
                    <a:pt x="3632" y="3311"/>
                  </a:cubicBezTo>
                  <a:cubicBezTo>
                    <a:pt x="3748" y="3403"/>
                    <a:pt x="3724" y="3443"/>
                    <a:pt x="3724" y="3443"/>
                  </a:cubicBezTo>
                  <a:cubicBezTo>
                    <a:pt x="3724" y="3443"/>
                    <a:pt x="4372" y="3195"/>
                    <a:pt x="4604" y="3007"/>
                  </a:cubicBezTo>
                  <a:lnTo>
                    <a:pt x="4684" y="2979"/>
                  </a:lnTo>
                  <a:cubicBezTo>
                    <a:pt x="4896" y="2895"/>
                    <a:pt x="5100" y="2791"/>
                    <a:pt x="5292" y="2667"/>
                  </a:cubicBezTo>
                  <a:close/>
                  <a:moveTo>
                    <a:pt x="4722" y="0"/>
                  </a:moveTo>
                  <a:cubicBezTo>
                    <a:pt x="4680" y="0"/>
                    <a:pt x="4638" y="1"/>
                    <a:pt x="4596" y="3"/>
                  </a:cubicBezTo>
                  <a:lnTo>
                    <a:pt x="4364" y="27"/>
                  </a:lnTo>
                  <a:cubicBezTo>
                    <a:pt x="4328" y="27"/>
                    <a:pt x="4292" y="31"/>
                    <a:pt x="4264" y="31"/>
                  </a:cubicBezTo>
                  <a:lnTo>
                    <a:pt x="4204" y="31"/>
                  </a:lnTo>
                  <a:lnTo>
                    <a:pt x="4180" y="23"/>
                  </a:lnTo>
                  <a:cubicBezTo>
                    <a:pt x="4163" y="22"/>
                    <a:pt x="4146" y="21"/>
                    <a:pt x="4129" y="21"/>
                  </a:cubicBezTo>
                  <a:cubicBezTo>
                    <a:pt x="4100" y="21"/>
                    <a:pt x="4071" y="24"/>
                    <a:pt x="4040" y="31"/>
                  </a:cubicBezTo>
                  <a:cubicBezTo>
                    <a:pt x="4004" y="39"/>
                    <a:pt x="3968" y="51"/>
                    <a:pt x="3932" y="67"/>
                  </a:cubicBezTo>
                  <a:cubicBezTo>
                    <a:pt x="3872" y="99"/>
                    <a:pt x="3820" y="139"/>
                    <a:pt x="3780" y="195"/>
                  </a:cubicBezTo>
                  <a:cubicBezTo>
                    <a:pt x="3752" y="231"/>
                    <a:pt x="3728" y="279"/>
                    <a:pt x="3716" y="327"/>
                  </a:cubicBezTo>
                  <a:cubicBezTo>
                    <a:pt x="3712" y="343"/>
                    <a:pt x="3712" y="363"/>
                    <a:pt x="3708" y="379"/>
                  </a:cubicBezTo>
                  <a:cubicBezTo>
                    <a:pt x="3708" y="391"/>
                    <a:pt x="3708" y="407"/>
                    <a:pt x="3708" y="419"/>
                  </a:cubicBezTo>
                  <a:cubicBezTo>
                    <a:pt x="3592" y="435"/>
                    <a:pt x="3480" y="459"/>
                    <a:pt x="3368" y="495"/>
                  </a:cubicBezTo>
                  <a:cubicBezTo>
                    <a:pt x="3308" y="515"/>
                    <a:pt x="3248" y="539"/>
                    <a:pt x="3192" y="563"/>
                  </a:cubicBezTo>
                  <a:lnTo>
                    <a:pt x="3108" y="603"/>
                  </a:lnTo>
                  <a:cubicBezTo>
                    <a:pt x="3080" y="619"/>
                    <a:pt x="3052" y="631"/>
                    <a:pt x="3024" y="651"/>
                  </a:cubicBezTo>
                  <a:lnTo>
                    <a:pt x="2944" y="699"/>
                  </a:lnTo>
                  <a:lnTo>
                    <a:pt x="2872" y="755"/>
                  </a:lnTo>
                  <a:cubicBezTo>
                    <a:pt x="2848" y="771"/>
                    <a:pt x="2828" y="787"/>
                    <a:pt x="2808" y="803"/>
                  </a:cubicBezTo>
                  <a:cubicBezTo>
                    <a:pt x="2804" y="791"/>
                    <a:pt x="2804" y="775"/>
                    <a:pt x="2800" y="759"/>
                  </a:cubicBezTo>
                  <a:cubicBezTo>
                    <a:pt x="2772" y="667"/>
                    <a:pt x="2728" y="579"/>
                    <a:pt x="2664" y="503"/>
                  </a:cubicBezTo>
                  <a:lnTo>
                    <a:pt x="2628" y="467"/>
                  </a:lnTo>
                  <a:lnTo>
                    <a:pt x="2592" y="439"/>
                  </a:lnTo>
                  <a:cubicBezTo>
                    <a:pt x="2564" y="415"/>
                    <a:pt x="2536" y="395"/>
                    <a:pt x="2504" y="379"/>
                  </a:cubicBezTo>
                  <a:cubicBezTo>
                    <a:pt x="2440" y="343"/>
                    <a:pt x="2376" y="319"/>
                    <a:pt x="2304" y="299"/>
                  </a:cubicBezTo>
                  <a:cubicBezTo>
                    <a:pt x="2236" y="283"/>
                    <a:pt x="2160" y="267"/>
                    <a:pt x="2088" y="259"/>
                  </a:cubicBezTo>
                  <a:cubicBezTo>
                    <a:pt x="2052" y="251"/>
                    <a:pt x="2012" y="247"/>
                    <a:pt x="1976" y="247"/>
                  </a:cubicBezTo>
                  <a:cubicBezTo>
                    <a:pt x="1936" y="247"/>
                    <a:pt x="1900" y="247"/>
                    <a:pt x="1860" y="251"/>
                  </a:cubicBezTo>
                  <a:cubicBezTo>
                    <a:pt x="1824" y="255"/>
                    <a:pt x="1784" y="255"/>
                    <a:pt x="1748" y="259"/>
                  </a:cubicBezTo>
                  <a:lnTo>
                    <a:pt x="1636" y="263"/>
                  </a:lnTo>
                  <a:lnTo>
                    <a:pt x="1416" y="263"/>
                  </a:lnTo>
                  <a:cubicBezTo>
                    <a:pt x="1380" y="263"/>
                    <a:pt x="1340" y="263"/>
                    <a:pt x="1304" y="271"/>
                  </a:cubicBezTo>
                  <a:lnTo>
                    <a:pt x="1252" y="279"/>
                  </a:lnTo>
                  <a:lnTo>
                    <a:pt x="1228" y="283"/>
                  </a:lnTo>
                  <a:lnTo>
                    <a:pt x="1224" y="283"/>
                  </a:lnTo>
                  <a:lnTo>
                    <a:pt x="1212" y="287"/>
                  </a:lnTo>
                  <a:lnTo>
                    <a:pt x="1200" y="295"/>
                  </a:lnTo>
                  <a:cubicBezTo>
                    <a:pt x="1136" y="319"/>
                    <a:pt x="1076" y="359"/>
                    <a:pt x="1032" y="407"/>
                  </a:cubicBezTo>
                  <a:cubicBezTo>
                    <a:pt x="984" y="459"/>
                    <a:pt x="960" y="523"/>
                    <a:pt x="960" y="591"/>
                  </a:cubicBezTo>
                  <a:cubicBezTo>
                    <a:pt x="960" y="639"/>
                    <a:pt x="976" y="687"/>
                    <a:pt x="1008" y="727"/>
                  </a:cubicBezTo>
                  <a:lnTo>
                    <a:pt x="1008" y="731"/>
                  </a:lnTo>
                  <a:cubicBezTo>
                    <a:pt x="960" y="715"/>
                    <a:pt x="912" y="699"/>
                    <a:pt x="860" y="691"/>
                  </a:cubicBezTo>
                  <a:cubicBezTo>
                    <a:pt x="787" y="674"/>
                    <a:pt x="712" y="666"/>
                    <a:pt x="637" y="666"/>
                  </a:cubicBezTo>
                  <a:cubicBezTo>
                    <a:pt x="572" y="666"/>
                    <a:pt x="507" y="672"/>
                    <a:pt x="444" y="683"/>
                  </a:cubicBezTo>
                  <a:cubicBezTo>
                    <a:pt x="372" y="695"/>
                    <a:pt x="304" y="719"/>
                    <a:pt x="240" y="751"/>
                  </a:cubicBezTo>
                  <a:cubicBezTo>
                    <a:pt x="100" y="827"/>
                    <a:pt x="12" y="967"/>
                    <a:pt x="4" y="1127"/>
                  </a:cubicBezTo>
                  <a:cubicBezTo>
                    <a:pt x="0" y="1203"/>
                    <a:pt x="12" y="1279"/>
                    <a:pt x="32" y="1351"/>
                  </a:cubicBezTo>
                  <a:cubicBezTo>
                    <a:pt x="44" y="1387"/>
                    <a:pt x="56" y="1419"/>
                    <a:pt x="72" y="1455"/>
                  </a:cubicBezTo>
                  <a:lnTo>
                    <a:pt x="112" y="1547"/>
                  </a:lnTo>
                  <a:cubicBezTo>
                    <a:pt x="140" y="1607"/>
                    <a:pt x="172" y="1671"/>
                    <a:pt x="208" y="1731"/>
                  </a:cubicBezTo>
                  <a:cubicBezTo>
                    <a:pt x="336" y="1971"/>
                    <a:pt x="496" y="2191"/>
                    <a:pt x="684" y="2387"/>
                  </a:cubicBezTo>
                  <a:cubicBezTo>
                    <a:pt x="704" y="2411"/>
                    <a:pt x="728" y="2439"/>
                    <a:pt x="752" y="2459"/>
                  </a:cubicBezTo>
                  <a:lnTo>
                    <a:pt x="824" y="2523"/>
                  </a:lnTo>
                  <a:cubicBezTo>
                    <a:pt x="872" y="2567"/>
                    <a:pt x="924" y="2611"/>
                    <a:pt x="976" y="2647"/>
                  </a:cubicBezTo>
                  <a:cubicBezTo>
                    <a:pt x="1024" y="2687"/>
                    <a:pt x="1076" y="2727"/>
                    <a:pt x="1124" y="2759"/>
                  </a:cubicBezTo>
                  <a:lnTo>
                    <a:pt x="1280" y="2859"/>
                  </a:lnTo>
                  <a:cubicBezTo>
                    <a:pt x="1480" y="2971"/>
                    <a:pt x="1688" y="3059"/>
                    <a:pt x="1908" y="3123"/>
                  </a:cubicBezTo>
                  <a:lnTo>
                    <a:pt x="1900" y="3123"/>
                  </a:lnTo>
                  <a:cubicBezTo>
                    <a:pt x="1896" y="3183"/>
                    <a:pt x="1920" y="3243"/>
                    <a:pt x="1964" y="3283"/>
                  </a:cubicBezTo>
                  <a:cubicBezTo>
                    <a:pt x="2004" y="3327"/>
                    <a:pt x="2048" y="3363"/>
                    <a:pt x="2096" y="3399"/>
                  </a:cubicBezTo>
                  <a:cubicBezTo>
                    <a:pt x="2188" y="3463"/>
                    <a:pt x="2284" y="3519"/>
                    <a:pt x="2388" y="3567"/>
                  </a:cubicBezTo>
                  <a:cubicBezTo>
                    <a:pt x="2588" y="3667"/>
                    <a:pt x="2792" y="3747"/>
                    <a:pt x="2984" y="3843"/>
                  </a:cubicBezTo>
                  <a:cubicBezTo>
                    <a:pt x="3028" y="3867"/>
                    <a:pt x="3072" y="3891"/>
                    <a:pt x="3116" y="3919"/>
                  </a:cubicBezTo>
                  <a:cubicBezTo>
                    <a:pt x="3136" y="3931"/>
                    <a:pt x="3156" y="3943"/>
                    <a:pt x="3172" y="3959"/>
                  </a:cubicBezTo>
                  <a:cubicBezTo>
                    <a:pt x="3180" y="3967"/>
                    <a:pt x="3188" y="3971"/>
                    <a:pt x="3192" y="3979"/>
                  </a:cubicBezTo>
                  <a:lnTo>
                    <a:pt x="3204" y="3987"/>
                  </a:lnTo>
                  <a:lnTo>
                    <a:pt x="3208" y="3995"/>
                  </a:lnTo>
                  <a:lnTo>
                    <a:pt x="3212" y="4007"/>
                  </a:lnTo>
                  <a:cubicBezTo>
                    <a:pt x="3212" y="4011"/>
                    <a:pt x="3212" y="4019"/>
                    <a:pt x="3212" y="4027"/>
                  </a:cubicBezTo>
                  <a:cubicBezTo>
                    <a:pt x="3212" y="4035"/>
                    <a:pt x="3212" y="4043"/>
                    <a:pt x="3212" y="4051"/>
                  </a:cubicBezTo>
                  <a:cubicBezTo>
                    <a:pt x="3212" y="4063"/>
                    <a:pt x="3212" y="4071"/>
                    <a:pt x="3208" y="4083"/>
                  </a:cubicBezTo>
                  <a:cubicBezTo>
                    <a:pt x="3200" y="4127"/>
                    <a:pt x="3184" y="4171"/>
                    <a:pt x="3164" y="4215"/>
                  </a:cubicBezTo>
                  <a:cubicBezTo>
                    <a:pt x="3148" y="4263"/>
                    <a:pt x="3124" y="4307"/>
                    <a:pt x="3096" y="4351"/>
                  </a:cubicBezTo>
                  <a:cubicBezTo>
                    <a:pt x="3072" y="4395"/>
                    <a:pt x="3044" y="4439"/>
                    <a:pt x="3012" y="4483"/>
                  </a:cubicBezTo>
                  <a:cubicBezTo>
                    <a:pt x="2984" y="4527"/>
                    <a:pt x="2952" y="4571"/>
                    <a:pt x="2920" y="4615"/>
                  </a:cubicBezTo>
                  <a:cubicBezTo>
                    <a:pt x="2888" y="4655"/>
                    <a:pt x="2852" y="4699"/>
                    <a:pt x="2820" y="4739"/>
                  </a:cubicBezTo>
                  <a:lnTo>
                    <a:pt x="2796" y="4763"/>
                  </a:lnTo>
                  <a:lnTo>
                    <a:pt x="2796" y="4783"/>
                  </a:lnTo>
                  <a:cubicBezTo>
                    <a:pt x="2796" y="4807"/>
                    <a:pt x="2800" y="4831"/>
                    <a:pt x="2808" y="4851"/>
                  </a:cubicBezTo>
                  <a:cubicBezTo>
                    <a:pt x="2812" y="4859"/>
                    <a:pt x="2820" y="4867"/>
                    <a:pt x="2824" y="4875"/>
                  </a:cubicBezTo>
                  <a:cubicBezTo>
                    <a:pt x="2828" y="4883"/>
                    <a:pt x="2836" y="4887"/>
                    <a:pt x="2840" y="4895"/>
                  </a:cubicBezTo>
                  <a:cubicBezTo>
                    <a:pt x="2848" y="4903"/>
                    <a:pt x="2860" y="4911"/>
                    <a:pt x="2872" y="4919"/>
                  </a:cubicBezTo>
                  <a:cubicBezTo>
                    <a:pt x="2880" y="4923"/>
                    <a:pt x="2892" y="4931"/>
                    <a:pt x="2900" y="4935"/>
                  </a:cubicBezTo>
                  <a:cubicBezTo>
                    <a:pt x="2920" y="4943"/>
                    <a:pt x="2936" y="4951"/>
                    <a:pt x="2956" y="4955"/>
                  </a:cubicBezTo>
                  <a:cubicBezTo>
                    <a:pt x="2972" y="4959"/>
                    <a:pt x="2992" y="4967"/>
                    <a:pt x="3008" y="4971"/>
                  </a:cubicBezTo>
                  <a:cubicBezTo>
                    <a:pt x="3044" y="4979"/>
                    <a:pt x="3076" y="4983"/>
                    <a:pt x="3108" y="4987"/>
                  </a:cubicBezTo>
                  <a:cubicBezTo>
                    <a:pt x="3140" y="4991"/>
                    <a:pt x="3176" y="4995"/>
                    <a:pt x="3212" y="4999"/>
                  </a:cubicBezTo>
                  <a:lnTo>
                    <a:pt x="3240" y="4999"/>
                  </a:lnTo>
                  <a:lnTo>
                    <a:pt x="3256" y="4983"/>
                  </a:lnTo>
                  <a:cubicBezTo>
                    <a:pt x="3284" y="4955"/>
                    <a:pt x="3308" y="4935"/>
                    <a:pt x="3332" y="4903"/>
                  </a:cubicBezTo>
                  <a:cubicBezTo>
                    <a:pt x="3360" y="4875"/>
                    <a:pt x="3380" y="4851"/>
                    <a:pt x="3400" y="4823"/>
                  </a:cubicBezTo>
                  <a:cubicBezTo>
                    <a:pt x="3444" y="4767"/>
                    <a:pt x="3488" y="4711"/>
                    <a:pt x="3524" y="4651"/>
                  </a:cubicBezTo>
                  <a:cubicBezTo>
                    <a:pt x="3544" y="4619"/>
                    <a:pt x="3564" y="4591"/>
                    <a:pt x="3580" y="4559"/>
                  </a:cubicBezTo>
                  <a:cubicBezTo>
                    <a:pt x="3596" y="4527"/>
                    <a:pt x="3616" y="4495"/>
                    <a:pt x="3632" y="4463"/>
                  </a:cubicBezTo>
                  <a:cubicBezTo>
                    <a:pt x="3648" y="4431"/>
                    <a:pt x="3660" y="4399"/>
                    <a:pt x="3672" y="4367"/>
                  </a:cubicBezTo>
                  <a:cubicBezTo>
                    <a:pt x="3688" y="4335"/>
                    <a:pt x="3700" y="4299"/>
                    <a:pt x="3708" y="4267"/>
                  </a:cubicBezTo>
                  <a:cubicBezTo>
                    <a:pt x="3720" y="4235"/>
                    <a:pt x="3728" y="4199"/>
                    <a:pt x="3736" y="4167"/>
                  </a:cubicBezTo>
                  <a:cubicBezTo>
                    <a:pt x="3744" y="4135"/>
                    <a:pt x="3756" y="4103"/>
                    <a:pt x="3764" y="4067"/>
                  </a:cubicBezTo>
                  <a:cubicBezTo>
                    <a:pt x="3784" y="4003"/>
                    <a:pt x="3808" y="3939"/>
                    <a:pt x="3836" y="3875"/>
                  </a:cubicBezTo>
                  <a:cubicBezTo>
                    <a:pt x="3860" y="3811"/>
                    <a:pt x="3888" y="3747"/>
                    <a:pt x="3916" y="3687"/>
                  </a:cubicBezTo>
                  <a:lnTo>
                    <a:pt x="3964" y="3595"/>
                  </a:lnTo>
                  <a:cubicBezTo>
                    <a:pt x="3972" y="3575"/>
                    <a:pt x="3984" y="3555"/>
                    <a:pt x="3992" y="3539"/>
                  </a:cubicBezTo>
                  <a:cubicBezTo>
                    <a:pt x="4120" y="3503"/>
                    <a:pt x="4240" y="3463"/>
                    <a:pt x="4360" y="3419"/>
                  </a:cubicBezTo>
                  <a:cubicBezTo>
                    <a:pt x="4488" y="3371"/>
                    <a:pt x="4620" y="3319"/>
                    <a:pt x="4744" y="3263"/>
                  </a:cubicBezTo>
                  <a:cubicBezTo>
                    <a:pt x="4776" y="3251"/>
                    <a:pt x="4808" y="3239"/>
                    <a:pt x="4840" y="3223"/>
                  </a:cubicBezTo>
                  <a:cubicBezTo>
                    <a:pt x="4872" y="3207"/>
                    <a:pt x="4904" y="3191"/>
                    <a:pt x="4936" y="3171"/>
                  </a:cubicBezTo>
                  <a:cubicBezTo>
                    <a:pt x="4968" y="3155"/>
                    <a:pt x="5000" y="3135"/>
                    <a:pt x="5028" y="3111"/>
                  </a:cubicBezTo>
                  <a:cubicBezTo>
                    <a:pt x="5056" y="3091"/>
                    <a:pt x="5084" y="3067"/>
                    <a:pt x="5112" y="3043"/>
                  </a:cubicBezTo>
                  <a:cubicBezTo>
                    <a:pt x="5140" y="3019"/>
                    <a:pt x="5164" y="2991"/>
                    <a:pt x="5188" y="2963"/>
                  </a:cubicBezTo>
                  <a:cubicBezTo>
                    <a:pt x="5208" y="2935"/>
                    <a:pt x="5228" y="2903"/>
                    <a:pt x="5248" y="2871"/>
                  </a:cubicBezTo>
                  <a:cubicBezTo>
                    <a:pt x="5284" y="2807"/>
                    <a:pt x="5304" y="2735"/>
                    <a:pt x="5308" y="2663"/>
                  </a:cubicBezTo>
                  <a:lnTo>
                    <a:pt x="5296" y="2663"/>
                  </a:lnTo>
                  <a:cubicBezTo>
                    <a:pt x="5512" y="2519"/>
                    <a:pt x="5712" y="2351"/>
                    <a:pt x="5888" y="2159"/>
                  </a:cubicBezTo>
                  <a:cubicBezTo>
                    <a:pt x="6080" y="1959"/>
                    <a:pt x="6248" y="1743"/>
                    <a:pt x="6396" y="1511"/>
                  </a:cubicBezTo>
                  <a:cubicBezTo>
                    <a:pt x="6472" y="1391"/>
                    <a:pt x="6536" y="1263"/>
                    <a:pt x="6588" y="1127"/>
                  </a:cubicBezTo>
                  <a:cubicBezTo>
                    <a:pt x="6616" y="1055"/>
                    <a:pt x="6632" y="983"/>
                    <a:pt x="6640" y="903"/>
                  </a:cubicBezTo>
                  <a:cubicBezTo>
                    <a:pt x="6640" y="863"/>
                    <a:pt x="6636" y="823"/>
                    <a:pt x="6624" y="783"/>
                  </a:cubicBezTo>
                  <a:cubicBezTo>
                    <a:pt x="6616" y="759"/>
                    <a:pt x="6604" y="739"/>
                    <a:pt x="6588" y="723"/>
                  </a:cubicBezTo>
                  <a:lnTo>
                    <a:pt x="6576" y="707"/>
                  </a:lnTo>
                  <a:cubicBezTo>
                    <a:pt x="6572" y="703"/>
                    <a:pt x="6568" y="703"/>
                    <a:pt x="6568" y="699"/>
                  </a:cubicBezTo>
                  <a:lnTo>
                    <a:pt x="6560" y="695"/>
                  </a:lnTo>
                  <a:cubicBezTo>
                    <a:pt x="6556" y="691"/>
                    <a:pt x="6548" y="683"/>
                    <a:pt x="6540" y="679"/>
                  </a:cubicBezTo>
                  <a:cubicBezTo>
                    <a:pt x="6472" y="639"/>
                    <a:pt x="6404" y="607"/>
                    <a:pt x="6328" y="587"/>
                  </a:cubicBezTo>
                  <a:cubicBezTo>
                    <a:pt x="6256" y="567"/>
                    <a:pt x="6184" y="551"/>
                    <a:pt x="6108" y="543"/>
                  </a:cubicBezTo>
                  <a:cubicBezTo>
                    <a:pt x="6072" y="539"/>
                    <a:pt x="6035" y="537"/>
                    <a:pt x="5998" y="537"/>
                  </a:cubicBezTo>
                  <a:cubicBezTo>
                    <a:pt x="5960" y="537"/>
                    <a:pt x="5922" y="539"/>
                    <a:pt x="5884" y="543"/>
                  </a:cubicBezTo>
                  <a:cubicBezTo>
                    <a:pt x="5804" y="551"/>
                    <a:pt x="5728" y="571"/>
                    <a:pt x="5656" y="611"/>
                  </a:cubicBezTo>
                  <a:cubicBezTo>
                    <a:pt x="5656" y="551"/>
                    <a:pt x="5652" y="487"/>
                    <a:pt x="5640" y="431"/>
                  </a:cubicBezTo>
                  <a:cubicBezTo>
                    <a:pt x="5624" y="355"/>
                    <a:pt x="5592" y="287"/>
                    <a:pt x="5548" y="227"/>
                  </a:cubicBezTo>
                  <a:cubicBezTo>
                    <a:pt x="5496" y="155"/>
                    <a:pt x="5424" y="103"/>
                    <a:pt x="5340" y="75"/>
                  </a:cubicBezTo>
                  <a:lnTo>
                    <a:pt x="5284" y="59"/>
                  </a:lnTo>
                  <a:lnTo>
                    <a:pt x="5220" y="47"/>
                  </a:lnTo>
                  <a:cubicBezTo>
                    <a:pt x="5200" y="39"/>
                    <a:pt x="5180" y="39"/>
                    <a:pt x="5160" y="35"/>
                  </a:cubicBezTo>
                  <a:cubicBezTo>
                    <a:pt x="5136" y="31"/>
                    <a:pt x="5116" y="31"/>
                    <a:pt x="5096" y="27"/>
                  </a:cubicBezTo>
                  <a:cubicBezTo>
                    <a:pt x="5016" y="19"/>
                    <a:pt x="4932" y="11"/>
                    <a:pt x="4848" y="3"/>
                  </a:cubicBezTo>
                  <a:cubicBezTo>
                    <a:pt x="4806" y="1"/>
                    <a:pt x="4764" y="0"/>
                    <a:pt x="472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89"/>
            <p:cNvSpPr/>
            <p:nvPr/>
          </p:nvSpPr>
          <p:spPr>
            <a:xfrm flipH="1">
              <a:off x="789744" y="679561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89"/>
            <p:cNvSpPr/>
            <p:nvPr/>
          </p:nvSpPr>
          <p:spPr>
            <a:xfrm flipH="1">
              <a:off x="789281" y="680025"/>
              <a:ext cx="579" cy="116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89"/>
            <p:cNvSpPr/>
            <p:nvPr/>
          </p:nvSpPr>
          <p:spPr>
            <a:xfrm flipH="1">
              <a:off x="789281" y="680025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89"/>
            <p:cNvSpPr/>
            <p:nvPr/>
          </p:nvSpPr>
          <p:spPr>
            <a:xfrm flipH="1">
              <a:off x="788817" y="680025"/>
              <a:ext cx="579" cy="116"/>
            </a:xfrm>
            <a:custGeom>
              <a:avLst/>
              <a:gdLst/>
              <a:ahLst/>
              <a:cxnLst/>
              <a:rect l="l" t="t" r="r" b="b"/>
              <a:pathLst>
                <a:path w="5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89"/>
            <p:cNvSpPr/>
            <p:nvPr/>
          </p:nvSpPr>
          <p:spPr>
            <a:xfrm flipH="1">
              <a:off x="945935" y="626262"/>
              <a:ext cx="24216" cy="122008"/>
            </a:xfrm>
            <a:custGeom>
              <a:avLst/>
              <a:gdLst/>
              <a:ahLst/>
              <a:cxnLst/>
              <a:rect l="l" t="t" r="r" b="b"/>
              <a:pathLst>
                <a:path w="209" h="1053" extrusionOk="0">
                  <a:moveTo>
                    <a:pt x="60" y="0"/>
                  </a:moveTo>
                  <a:lnTo>
                    <a:pt x="0" y="4"/>
                  </a:lnTo>
                  <a:lnTo>
                    <a:pt x="32" y="552"/>
                  </a:lnTo>
                  <a:cubicBezTo>
                    <a:pt x="36" y="592"/>
                    <a:pt x="40" y="632"/>
                    <a:pt x="44" y="668"/>
                  </a:cubicBezTo>
                  <a:cubicBezTo>
                    <a:pt x="52" y="704"/>
                    <a:pt x="60" y="740"/>
                    <a:pt x="72" y="776"/>
                  </a:cubicBezTo>
                  <a:lnTo>
                    <a:pt x="144" y="1052"/>
                  </a:lnTo>
                  <a:lnTo>
                    <a:pt x="208" y="1036"/>
                  </a:lnTo>
                  <a:lnTo>
                    <a:pt x="132" y="760"/>
                  </a:lnTo>
                  <a:cubicBezTo>
                    <a:pt x="120" y="724"/>
                    <a:pt x="112" y="696"/>
                    <a:pt x="108" y="660"/>
                  </a:cubicBezTo>
                  <a:cubicBezTo>
                    <a:pt x="100" y="624"/>
                    <a:pt x="100" y="584"/>
                    <a:pt x="96" y="548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89"/>
            <p:cNvSpPr/>
            <p:nvPr/>
          </p:nvSpPr>
          <p:spPr>
            <a:xfrm flipH="1">
              <a:off x="900514" y="628116"/>
              <a:ext cx="32559" cy="108568"/>
            </a:xfrm>
            <a:custGeom>
              <a:avLst/>
              <a:gdLst/>
              <a:ahLst/>
              <a:cxnLst/>
              <a:rect l="l" t="t" r="r" b="b"/>
              <a:pathLst>
                <a:path w="281" h="937" extrusionOk="0">
                  <a:moveTo>
                    <a:pt x="220" y="0"/>
                  </a:moveTo>
                  <a:lnTo>
                    <a:pt x="176" y="284"/>
                  </a:lnTo>
                  <a:cubicBezTo>
                    <a:pt x="172" y="336"/>
                    <a:pt x="160" y="388"/>
                    <a:pt x="144" y="436"/>
                  </a:cubicBezTo>
                  <a:cubicBezTo>
                    <a:pt x="132" y="456"/>
                    <a:pt x="124" y="476"/>
                    <a:pt x="112" y="492"/>
                  </a:cubicBezTo>
                  <a:lnTo>
                    <a:pt x="100" y="520"/>
                  </a:lnTo>
                  <a:cubicBezTo>
                    <a:pt x="32" y="648"/>
                    <a:pt x="0" y="792"/>
                    <a:pt x="12" y="936"/>
                  </a:cubicBezTo>
                  <a:lnTo>
                    <a:pt x="76" y="932"/>
                  </a:lnTo>
                  <a:cubicBezTo>
                    <a:pt x="64" y="800"/>
                    <a:pt x="92" y="668"/>
                    <a:pt x="156" y="552"/>
                  </a:cubicBezTo>
                  <a:lnTo>
                    <a:pt x="168" y="528"/>
                  </a:lnTo>
                  <a:cubicBezTo>
                    <a:pt x="180" y="508"/>
                    <a:pt x="192" y="484"/>
                    <a:pt x="200" y="464"/>
                  </a:cubicBezTo>
                  <a:cubicBezTo>
                    <a:pt x="220" y="408"/>
                    <a:pt x="236" y="352"/>
                    <a:pt x="240" y="296"/>
                  </a:cubicBezTo>
                  <a:lnTo>
                    <a:pt x="280" y="8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89"/>
            <p:cNvSpPr/>
            <p:nvPr/>
          </p:nvSpPr>
          <p:spPr>
            <a:xfrm flipH="1">
              <a:off x="825895" y="620237"/>
              <a:ext cx="35803" cy="85394"/>
            </a:xfrm>
            <a:custGeom>
              <a:avLst/>
              <a:gdLst/>
              <a:ahLst/>
              <a:cxnLst/>
              <a:rect l="l" t="t" r="r" b="b"/>
              <a:pathLst>
                <a:path w="309" h="737" extrusionOk="0">
                  <a:moveTo>
                    <a:pt x="0" y="0"/>
                  </a:moveTo>
                  <a:cubicBezTo>
                    <a:pt x="4" y="164"/>
                    <a:pt x="52" y="324"/>
                    <a:pt x="132" y="464"/>
                  </a:cubicBezTo>
                  <a:lnTo>
                    <a:pt x="148" y="492"/>
                  </a:lnTo>
                  <a:cubicBezTo>
                    <a:pt x="192" y="568"/>
                    <a:pt x="236" y="644"/>
                    <a:pt x="216" y="716"/>
                  </a:cubicBezTo>
                  <a:lnTo>
                    <a:pt x="276" y="736"/>
                  </a:lnTo>
                  <a:cubicBezTo>
                    <a:pt x="308" y="636"/>
                    <a:pt x="252" y="544"/>
                    <a:pt x="204" y="464"/>
                  </a:cubicBezTo>
                  <a:lnTo>
                    <a:pt x="188" y="436"/>
                  </a:lnTo>
                  <a:cubicBezTo>
                    <a:pt x="112" y="300"/>
                    <a:pt x="68" y="152"/>
                    <a:pt x="6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89"/>
            <p:cNvSpPr/>
            <p:nvPr/>
          </p:nvSpPr>
          <p:spPr>
            <a:xfrm flipH="1">
              <a:off x="788817" y="609114"/>
              <a:ext cx="30241" cy="96981"/>
            </a:xfrm>
            <a:custGeom>
              <a:avLst/>
              <a:gdLst/>
              <a:ahLst/>
              <a:cxnLst/>
              <a:rect l="l" t="t" r="r" b="b"/>
              <a:pathLst>
                <a:path w="261" h="837" extrusionOk="0">
                  <a:moveTo>
                    <a:pt x="204" y="0"/>
                  </a:moveTo>
                  <a:cubicBezTo>
                    <a:pt x="56" y="252"/>
                    <a:pt x="0" y="548"/>
                    <a:pt x="44" y="836"/>
                  </a:cubicBezTo>
                  <a:lnTo>
                    <a:pt x="108" y="828"/>
                  </a:lnTo>
                  <a:cubicBezTo>
                    <a:pt x="68" y="552"/>
                    <a:pt x="120" y="272"/>
                    <a:pt x="260" y="32"/>
                  </a:cubicBezTo>
                  <a:lnTo>
                    <a:pt x="204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89"/>
            <p:cNvSpPr/>
            <p:nvPr/>
          </p:nvSpPr>
          <p:spPr>
            <a:xfrm flipH="1">
              <a:off x="875950" y="587331"/>
              <a:ext cx="26070" cy="128497"/>
            </a:xfrm>
            <a:custGeom>
              <a:avLst/>
              <a:gdLst/>
              <a:ahLst/>
              <a:cxnLst/>
              <a:rect l="l" t="t" r="r" b="b"/>
              <a:pathLst>
                <a:path w="225" h="1109" extrusionOk="0">
                  <a:moveTo>
                    <a:pt x="0" y="0"/>
                  </a:moveTo>
                  <a:cubicBezTo>
                    <a:pt x="0" y="40"/>
                    <a:pt x="8" y="84"/>
                    <a:pt x="16" y="128"/>
                  </a:cubicBezTo>
                  <a:cubicBezTo>
                    <a:pt x="68" y="380"/>
                    <a:pt x="112" y="632"/>
                    <a:pt x="148" y="888"/>
                  </a:cubicBezTo>
                  <a:cubicBezTo>
                    <a:pt x="160" y="956"/>
                    <a:pt x="160" y="1024"/>
                    <a:pt x="148" y="1092"/>
                  </a:cubicBezTo>
                  <a:lnTo>
                    <a:pt x="208" y="1108"/>
                  </a:lnTo>
                  <a:cubicBezTo>
                    <a:pt x="224" y="1032"/>
                    <a:pt x="224" y="952"/>
                    <a:pt x="212" y="880"/>
                  </a:cubicBezTo>
                  <a:cubicBezTo>
                    <a:pt x="176" y="624"/>
                    <a:pt x="128" y="368"/>
                    <a:pt x="80" y="112"/>
                  </a:cubicBezTo>
                  <a:cubicBezTo>
                    <a:pt x="68" y="76"/>
                    <a:pt x="64" y="36"/>
                    <a:pt x="6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89"/>
            <p:cNvSpPr/>
            <p:nvPr/>
          </p:nvSpPr>
          <p:spPr>
            <a:xfrm flipH="1">
              <a:off x="959839" y="605638"/>
              <a:ext cx="20509" cy="31864"/>
            </a:xfrm>
            <a:custGeom>
              <a:avLst/>
              <a:gdLst/>
              <a:ahLst/>
              <a:cxnLst/>
              <a:rect l="l" t="t" r="r" b="b"/>
              <a:pathLst>
                <a:path w="177" h="275" extrusionOk="0">
                  <a:moveTo>
                    <a:pt x="84" y="62"/>
                  </a:moveTo>
                  <a:cubicBezTo>
                    <a:pt x="88" y="62"/>
                    <a:pt x="92" y="66"/>
                    <a:pt x="100" y="74"/>
                  </a:cubicBezTo>
                  <a:cubicBezTo>
                    <a:pt x="108" y="94"/>
                    <a:pt x="112" y="122"/>
                    <a:pt x="104" y="142"/>
                  </a:cubicBezTo>
                  <a:cubicBezTo>
                    <a:pt x="100" y="154"/>
                    <a:pt x="96" y="166"/>
                    <a:pt x="92" y="174"/>
                  </a:cubicBezTo>
                  <a:cubicBezTo>
                    <a:pt x="76" y="150"/>
                    <a:pt x="68" y="118"/>
                    <a:pt x="72" y="86"/>
                  </a:cubicBezTo>
                  <a:cubicBezTo>
                    <a:pt x="72" y="70"/>
                    <a:pt x="76" y="62"/>
                    <a:pt x="84" y="62"/>
                  </a:cubicBezTo>
                  <a:close/>
                  <a:moveTo>
                    <a:pt x="81" y="0"/>
                  </a:moveTo>
                  <a:cubicBezTo>
                    <a:pt x="75" y="0"/>
                    <a:pt x="70" y="1"/>
                    <a:pt x="64" y="2"/>
                  </a:cubicBezTo>
                  <a:cubicBezTo>
                    <a:pt x="28" y="14"/>
                    <a:pt x="4" y="46"/>
                    <a:pt x="4" y="82"/>
                  </a:cubicBezTo>
                  <a:cubicBezTo>
                    <a:pt x="0" y="150"/>
                    <a:pt x="28" y="214"/>
                    <a:pt x="84" y="258"/>
                  </a:cubicBezTo>
                  <a:lnTo>
                    <a:pt x="108" y="274"/>
                  </a:lnTo>
                  <a:lnTo>
                    <a:pt x="124" y="250"/>
                  </a:lnTo>
                  <a:lnTo>
                    <a:pt x="132" y="242"/>
                  </a:lnTo>
                  <a:cubicBezTo>
                    <a:pt x="148" y="214"/>
                    <a:pt x="156" y="186"/>
                    <a:pt x="164" y="154"/>
                  </a:cubicBezTo>
                  <a:cubicBezTo>
                    <a:pt x="176" y="114"/>
                    <a:pt x="172" y="74"/>
                    <a:pt x="148" y="38"/>
                  </a:cubicBezTo>
                  <a:cubicBezTo>
                    <a:pt x="135" y="15"/>
                    <a:pt x="108" y="0"/>
                    <a:pt x="8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89"/>
            <p:cNvSpPr/>
            <p:nvPr/>
          </p:nvSpPr>
          <p:spPr>
            <a:xfrm flipH="1">
              <a:off x="888927" y="570762"/>
              <a:ext cx="22362" cy="27808"/>
            </a:xfrm>
            <a:custGeom>
              <a:avLst/>
              <a:gdLst/>
              <a:ahLst/>
              <a:cxnLst/>
              <a:rect l="l" t="t" r="r" b="b"/>
              <a:pathLst>
                <a:path w="193" h="240" extrusionOk="0">
                  <a:moveTo>
                    <a:pt x="88" y="63"/>
                  </a:moveTo>
                  <a:cubicBezTo>
                    <a:pt x="104" y="63"/>
                    <a:pt x="112" y="71"/>
                    <a:pt x="120" y="83"/>
                  </a:cubicBezTo>
                  <a:cubicBezTo>
                    <a:pt x="128" y="107"/>
                    <a:pt x="128" y="127"/>
                    <a:pt x="120" y="151"/>
                  </a:cubicBezTo>
                  <a:cubicBezTo>
                    <a:pt x="120" y="159"/>
                    <a:pt x="116" y="167"/>
                    <a:pt x="112" y="175"/>
                  </a:cubicBezTo>
                  <a:cubicBezTo>
                    <a:pt x="96" y="167"/>
                    <a:pt x="92" y="151"/>
                    <a:pt x="88" y="135"/>
                  </a:cubicBezTo>
                  <a:cubicBezTo>
                    <a:pt x="84" y="111"/>
                    <a:pt x="84" y="87"/>
                    <a:pt x="88" y="63"/>
                  </a:cubicBezTo>
                  <a:close/>
                  <a:moveTo>
                    <a:pt x="88" y="0"/>
                  </a:moveTo>
                  <a:cubicBezTo>
                    <a:pt x="80" y="0"/>
                    <a:pt x="72" y="1"/>
                    <a:pt x="64" y="3"/>
                  </a:cubicBezTo>
                  <a:cubicBezTo>
                    <a:pt x="0" y="19"/>
                    <a:pt x="24" y="147"/>
                    <a:pt x="24" y="147"/>
                  </a:cubicBezTo>
                  <a:cubicBezTo>
                    <a:pt x="32" y="179"/>
                    <a:pt x="48" y="211"/>
                    <a:pt x="76" y="231"/>
                  </a:cubicBezTo>
                  <a:cubicBezTo>
                    <a:pt x="84" y="235"/>
                    <a:pt x="96" y="239"/>
                    <a:pt x="104" y="239"/>
                  </a:cubicBezTo>
                  <a:lnTo>
                    <a:pt x="124" y="239"/>
                  </a:lnTo>
                  <a:cubicBezTo>
                    <a:pt x="144" y="235"/>
                    <a:pt x="168" y="215"/>
                    <a:pt x="184" y="167"/>
                  </a:cubicBezTo>
                  <a:cubicBezTo>
                    <a:pt x="192" y="131"/>
                    <a:pt x="192" y="91"/>
                    <a:pt x="176" y="55"/>
                  </a:cubicBezTo>
                  <a:cubicBezTo>
                    <a:pt x="160" y="22"/>
                    <a:pt x="124" y="0"/>
                    <a:pt x="8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89"/>
            <p:cNvSpPr/>
            <p:nvPr/>
          </p:nvSpPr>
          <p:spPr>
            <a:xfrm flipH="1">
              <a:off x="847215" y="598222"/>
              <a:ext cx="21899" cy="30937"/>
            </a:xfrm>
            <a:custGeom>
              <a:avLst/>
              <a:gdLst/>
              <a:ahLst/>
              <a:cxnLst/>
              <a:rect l="l" t="t" r="r" b="b"/>
              <a:pathLst>
                <a:path w="189" h="267" extrusionOk="0">
                  <a:moveTo>
                    <a:pt x="88" y="62"/>
                  </a:moveTo>
                  <a:cubicBezTo>
                    <a:pt x="100" y="62"/>
                    <a:pt x="112" y="70"/>
                    <a:pt x="116" y="82"/>
                  </a:cubicBezTo>
                  <a:cubicBezTo>
                    <a:pt x="120" y="118"/>
                    <a:pt x="116" y="154"/>
                    <a:pt x="112" y="190"/>
                  </a:cubicBezTo>
                  <a:cubicBezTo>
                    <a:pt x="100" y="174"/>
                    <a:pt x="92" y="158"/>
                    <a:pt x="88" y="138"/>
                  </a:cubicBezTo>
                  <a:cubicBezTo>
                    <a:pt x="84" y="114"/>
                    <a:pt x="84" y="86"/>
                    <a:pt x="88" y="62"/>
                  </a:cubicBezTo>
                  <a:close/>
                  <a:moveTo>
                    <a:pt x="83" y="0"/>
                  </a:moveTo>
                  <a:cubicBezTo>
                    <a:pt x="77" y="0"/>
                    <a:pt x="71" y="1"/>
                    <a:pt x="64" y="2"/>
                  </a:cubicBezTo>
                  <a:cubicBezTo>
                    <a:pt x="0" y="22"/>
                    <a:pt x="28" y="154"/>
                    <a:pt x="28" y="154"/>
                  </a:cubicBezTo>
                  <a:cubicBezTo>
                    <a:pt x="32" y="202"/>
                    <a:pt x="68" y="246"/>
                    <a:pt x="112" y="266"/>
                  </a:cubicBezTo>
                  <a:lnTo>
                    <a:pt x="120" y="266"/>
                  </a:lnTo>
                  <a:cubicBezTo>
                    <a:pt x="132" y="266"/>
                    <a:pt x="148" y="262"/>
                    <a:pt x="156" y="250"/>
                  </a:cubicBezTo>
                  <a:cubicBezTo>
                    <a:pt x="184" y="190"/>
                    <a:pt x="188" y="122"/>
                    <a:pt x="176" y="58"/>
                  </a:cubicBezTo>
                  <a:cubicBezTo>
                    <a:pt x="159" y="21"/>
                    <a:pt x="122" y="0"/>
                    <a:pt x="83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89"/>
            <p:cNvSpPr/>
            <p:nvPr/>
          </p:nvSpPr>
          <p:spPr>
            <a:xfrm flipH="1">
              <a:off x="780011" y="588490"/>
              <a:ext cx="22826" cy="29083"/>
            </a:xfrm>
            <a:custGeom>
              <a:avLst/>
              <a:gdLst/>
              <a:ahLst/>
              <a:cxnLst/>
              <a:rect l="l" t="t" r="r" b="b"/>
              <a:pathLst>
                <a:path w="197" h="251" extrusionOk="0">
                  <a:moveTo>
                    <a:pt x="116" y="66"/>
                  </a:moveTo>
                  <a:cubicBezTo>
                    <a:pt x="124" y="74"/>
                    <a:pt x="128" y="90"/>
                    <a:pt x="128" y="102"/>
                  </a:cubicBezTo>
                  <a:cubicBezTo>
                    <a:pt x="124" y="126"/>
                    <a:pt x="112" y="146"/>
                    <a:pt x="96" y="162"/>
                  </a:cubicBezTo>
                  <a:cubicBezTo>
                    <a:pt x="88" y="170"/>
                    <a:pt x="76" y="178"/>
                    <a:pt x="64" y="186"/>
                  </a:cubicBezTo>
                  <a:cubicBezTo>
                    <a:pt x="64" y="166"/>
                    <a:pt x="68" y="146"/>
                    <a:pt x="76" y="130"/>
                  </a:cubicBezTo>
                  <a:cubicBezTo>
                    <a:pt x="84" y="106"/>
                    <a:pt x="100" y="86"/>
                    <a:pt x="116" y="66"/>
                  </a:cubicBezTo>
                  <a:close/>
                  <a:moveTo>
                    <a:pt x="116" y="1"/>
                  </a:moveTo>
                  <a:cubicBezTo>
                    <a:pt x="58" y="1"/>
                    <a:pt x="16" y="106"/>
                    <a:pt x="16" y="106"/>
                  </a:cubicBezTo>
                  <a:cubicBezTo>
                    <a:pt x="4" y="142"/>
                    <a:pt x="0" y="182"/>
                    <a:pt x="12" y="218"/>
                  </a:cubicBezTo>
                  <a:cubicBezTo>
                    <a:pt x="20" y="238"/>
                    <a:pt x="36" y="250"/>
                    <a:pt x="56" y="250"/>
                  </a:cubicBezTo>
                  <a:cubicBezTo>
                    <a:pt x="58" y="250"/>
                    <a:pt x="60" y="251"/>
                    <a:pt x="63" y="251"/>
                  </a:cubicBezTo>
                  <a:cubicBezTo>
                    <a:pt x="92" y="251"/>
                    <a:pt x="122" y="225"/>
                    <a:pt x="144" y="206"/>
                  </a:cubicBezTo>
                  <a:cubicBezTo>
                    <a:pt x="172" y="182"/>
                    <a:pt x="188" y="146"/>
                    <a:pt x="192" y="106"/>
                  </a:cubicBezTo>
                  <a:cubicBezTo>
                    <a:pt x="196" y="62"/>
                    <a:pt x="168" y="18"/>
                    <a:pt x="128" y="2"/>
                  </a:cubicBezTo>
                  <a:cubicBezTo>
                    <a:pt x="124" y="1"/>
                    <a:pt x="120" y="1"/>
                    <a:pt x="116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89"/>
            <p:cNvSpPr/>
            <p:nvPr/>
          </p:nvSpPr>
          <p:spPr>
            <a:xfrm flipH="1">
              <a:off x="897270" y="609346"/>
              <a:ext cx="22826" cy="29546"/>
            </a:xfrm>
            <a:custGeom>
              <a:avLst/>
              <a:gdLst/>
              <a:ahLst/>
              <a:cxnLst/>
              <a:rect l="l" t="t" r="r" b="b"/>
              <a:pathLst>
                <a:path w="197" h="255" extrusionOk="0">
                  <a:moveTo>
                    <a:pt x="80" y="66"/>
                  </a:moveTo>
                  <a:cubicBezTo>
                    <a:pt x="96" y="86"/>
                    <a:pt x="112" y="110"/>
                    <a:pt x="120" y="134"/>
                  </a:cubicBezTo>
                  <a:cubicBezTo>
                    <a:pt x="124" y="150"/>
                    <a:pt x="128" y="166"/>
                    <a:pt x="128" y="186"/>
                  </a:cubicBezTo>
                  <a:cubicBezTo>
                    <a:pt x="116" y="178"/>
                    <a:pt x="108" y="170"/>
                    <a:pt x="96" y="158"/>
                  </a:cubicBezTo>
                  <a:cubicBezTo>
                    <a:pt x="80" y="146"/>
                    <a:pt x="68" y="122"/>
                    <a:pt x="64" y="102"/>
                  </a:cubicBezTo>
                  <a:cubicBezTo>
                    <a:pt x="64" y="86"/>
                    <a:pt x="72" y="74"/>
                    <a:pt x="80" y="66"/>
                  </a:cubicBezTo>
                  <a:close/>
                  <a:moveTo>
                    <a:pt x="83" y="1"/>
                  </a:moveTo>
                  <a:cubicBezTo>
                    <a:pt x="80" y="1"/>
                    <a:pt x="76" y="1"/>
                    <a:pt x="72" y="2"/>
                  </a:cubicBezTo>
                  <a:cubicBezTo>
                    <a:pt x="28" y="18"/>
                    <a:pt x="0" y="62"/>
                    <a:pt x="4" y="106"/>
                  </a:cubicBezTo>
                  <a:cubicBezTo>
                    <a:pt x="8" y="146"/>
                    <a:pt x="24" y="182"/>
                    <a:pt x="52" y="206"/>
                  </a:cubicBezTo>
                  <a:cubicBezTo>
                    <a:pt x="72" y="230"/>
                    <a:pt x="96" y="246"/>
                    <a:pt x="124" y="250"/>
                  </a:cubicBezTo>
                  <a:lnTo>
                    <a:pt x="128" y="254"/>
                  </a:lnTo>
                  <a:lnTo>
                    <a:pt x="140" y="254"/>
                  </a:lnTo>
                  <a:cubicBezTo>
                    <a:pt x="160" y="250"/>
                    <a:pt x="176" y="238"/>
                    <a:pt x="184" y="218"/>
                  </a:cubicBezTo>
                  <a:cubicBezTo>
                    <a:pt x="196" y="186"/>
                    <a:pt x="196" y="150"/>
                    <a:pt x="180" y="118"/>
                  </a:cubicBezTo>
                  <a:cubicBezTo>
                    <a:pt x="180" y="114"/>
                    <a:pt x="141" y="1"/>
                    <a:pt x="8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89"/>
            <p:cNvSpPr/>
            <p:nvPr/>
          </p:nvSpPr>
          <p:spPr>
            <a:xfrm flipH="1">
              <a:off x="963546" y="609114"/>
              <a:ext cx="13093" cy="23753"/>
            </a:xfrm>
            <a:custGeom>
              <a:avLst/>
              <a:gdLst/>
              <a:ahLst/>
              <a:cxnLst/>
              <a:rect l="l" t="t" r="r" b="b"/>
              <a:pathLst>
                <a:path w="113" h="205" extrusionOk="0">
                  <a:moveTo>
                    <a:pt x="50" y="0"/>
                  </a:moveTo>
                  <a:cubicBezTo>
                    <a:pt x="26" y="0"/>
                    <a:pt x="7" y="24"/>
                    <a:pt x="4" y="56"/>
                  </a:cubicBezTo>
                  <a:cubicBezTo>
                    <a:pt x="0" y="112"/>
                    <a:pt x="24" y="168"/>
                    <a:pt x="68" y="204"/>
                  </a:cubicBezTo>
                  <a:lnTo>
                    <a:pt x="72" y="196"/>
                  </a:lnTo>
                  <a:cubicBezTo>
                    <a:pt x="84" y="172"/>
                    <a:pt x="96" y="144"/>
                    <a:pt x="100" y="116"/>
                  </a:cubicBezTo>
                  <a:cubicBezTo>
                    <a:pt x="112" y="88"/>
                    <a:pt x="108" y="52"/>
                    <a:pt x="92" y="28"/>
                  </a:cubicBezTo>
                  <a:cubicBezTo>
                    <a:pt x="79" y="9"/>
                    <a:pt x="64" y="0"/>
                    <a:pt x="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89"/>
            <p:cNvSpPr/>
            <p:nvPr/>
          </p:nvSpPr>
          <p:spPr>
            <a:xfrm flipH="1">
              <a:off x="892172" y="574238"/>
              <a:ext cx="13556" cy="20740"/>
            </a:xfrm>
            <a:custGeom>
              <a:avLst/>
              <a:gdLst/>
              <a:ahLst/>
              <a:cxnLst/>
              <a:rect l="l" t="t" r="r" b="b"/>
              <a:pathLst>
                <a:path w="117" h="179" extrusionOk="0">
                  <a:moveTo>
                    <a:pt x="34" y="1"/>
                  </a:moveTo>
                  <a:cubicBezTo>
                    <a:pt x="31" y="1"/>
                    <a:pt x="27" y="1"/>
                    <a:pt x="24" y="1"/>
                  </a:cubicBezTo>
                  <a:cubicBezTo>
                    <a:pt x="0" y="9"/>
                    <a:pt x="8" y="93"/>
                    <a:pt x="12" y="113"/>
                  </a:cubicBezTo>
                  <a:cubicBezTo>
                    <a:pt x="19" y="152"/>
                    <a:pt x="42" y="179"/>
                    <a:pt x="64" y="179"/>
                  </a:cubicBezTo>
                  <a:cubicBezTo>
                    <a:pt x="67" y="179"/>
                    <a:pt x="69" y="178"/>
                    <a:pt x="72" y="177"/>
                  </a:cubicBezTo>
                  <a:cubicBezTo>
                    <a:pt x="84" y="173"/>
                    <a:pt x="100" y="157"/>
                    <a:pt x="108" y="129"/>
                  </a:cubicBezTo>
                  <a:cubicBezTo>
                    <a:pt x="116" y="97"/>
                    <a:pt x="112" y="69"/>
                    <a:pt x="100" y="41"/>
                  </a:cubicBezTo>
                  <a:cubicBezTo>
                    <a:pt x="89" y="16"/>
                    <a:pt x="63" y="1"/>
                    <a:pt x="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89"/>
            <p:cNvSpPr/>
            <p:nvPr/>
          </p:nvSpPr>
          <p:spPr>
            <a:xfrm flipH="1">
              <a:off x="850923" y="601930"/>
              <a:ext cx="13093" cy="23521"/>
            </a:xfrm>
            <a:custGeom>
              <a:avLst/>
              <a:gdLst/>
              <a:ahLst/>
              <a:cxnLst/>
              <a:rect l="l" t="t" r="r" b="b"/>
              <a:pathLst>
                <a:path w="113" h="203" extrusionOk="0">
                  <a:moveTo>
                    <a:pt x="45" y="0"/>
                  </a:moveTo>
                  <a:cubicBezTo>
                    <a:pt x="39" y="0"/>
                    <a:pt x="34" y="1"/>
                    <a:pt x="28" y="2"/>
                  </a:cubicBezTo>
                  <a:cubicBezTo>
                    <a:pt x="0" y="6"/>
                    <a:pt x="8" y="94"/>
                    <a:pt x="12" y="114"/>
                  </a:cubicBezTo>
                  <a:cubicBezTo>
                    <a:pt x="20" y="146"/>
                    <a:pt x="40" y="190"/>
                    <a:pt x="76" y="202"/>
                  </a:cubicBezTo>
                  <a:cubicBezTo>
                    <a:pt x="77" y="202"/>
                    <a:pt x="77" y="202"/>
                    <a:pt x="77" y="202"/>
                  </a:cubicBezTo>
                  <a:cubicBezTo>
                    <a:pt x="104" y="202"/>
                    <a:pt x="112" y="58"/>
                    <a:pt x="104" y="38"/>
                  </a:cubicBezTo>
                  <a:cubicBezTo>
                    <a:pt x="91" y="15"/>
                    <a:pt x="70" y="0"/>
                    <a:pt x="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89"/>
            <p:cNvSpPr/>
            <p:nvPr/>
          </p:nvSpPr>
          <p:spPr>
            <a:xfrm flipH="1">
              <a:off x="783719" y="592313"/>
              <a:ext cx="15410" cy="22015"/>
            </a:xfrm>
            <a:custGeom>
              <a:avLst/>
              <a:gdLst/>
              <a:ahLst/>
              <a:cxnLst/>
              <a:rect l="l" t="t" r="r" b="b"/>
              <a:pathLst>
                <a:path w="133" h="190" extrusionOk="0">
                  <a:moveTo>
                    <a:pt x="81" y="1"/>
                  </a:moveTo>
                  <a:cubicBezTo>
                    <a:pt x="56" y="1"/>
                    <a:pt x="20" y="70"/>
                    <a:pt x="16" y="85"/>
                  </a:cubicBezTo>
                  <a:cubicBezTo>
                    <a:pt x="4" y="113"/>
                    <a:pt x="0" y="141"/>
                    <a:pt x="4" y="173"/>
                  </a:cubicBezTo>
                  <a:cubicBezTo>
                    <a:pt x="8" y="181"/>
                    <a:pt x="16" y="185"/>
                    <a:pt x="24" y="189"/>
                  </a:cubicBezTo>
                  <a:cubicBezTo>
                    <a:pt x="44" y="189"/>
                    <a:pt x="68" y="165"/>
                    <a:pt x="88" y="149"/>
                  </a:cubicBezTo>
                  <a:cubicBezTo>
                    <a:pt x="108" y="129"/>
                    <a:pt x="124" y="101"/>
                    <a:pt x="128" y="73"/>
                  </a:cubicBezTo>
                  <a:cubicBezTo>
                    <a:pt x="132" y="41"/>
                    <a:pt x="112" y="13"/>
                    <a:pt x="84" y="1"/>
                  </a:cubicBezTo>
                  <a:cubicBezTo>
                    <a:pt x="83" y="1"/>
                    <a:pt x="82" y="1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89"/>
            <p:cNvSpPr/>
            <p:nvPr/>
          </p:nvSpPr>
          <p:spPr>
            <a:xfrm flipH="1">
              <a:off x="901441" y="613169"/>
              <a:ext cx="14947" cy="22015"/>
            </a:xfrm>
            <a:custGeom>
              <a:avLst/>
              <a:gdLst/>
              <a:ahLst/>
              <a:cxnLst/>
              <a:rect l="l" t="t" r="r" b="b"/>
              <a:pathLst>
                <a:path w="129" h="190" extrusionOk="0">
                  <a:moveTo>
                    <a:pt x="52" y="1"/>
                  </a:moveTo>
                  <a:cubicBezTo>
                    <a:pt x="51" y="1"/>
                    <a:pt x="50" y="1"/>
                    <a:pt x="48" y="1"/>
                  </a:cubicBezTo>
                  <a:cubicBezTo>
                    <a:pt x="16" y="9"/>
                    <a:pt x="0" y="41"/>
                    <a:pt x="4" y="69"/>
                  </a:cubicBezTo>
                  <a:cubicBezTo>
                    <a:pt x="4" y="101"/>
                    <a:pt x="20" y="129"/>
                    <a:pt x="44" y="149"/>
                  </a:cubicBezTo>
                  <a:cubicBezTo>
                    <a:pt x="52" y="161"/>
                    <a:pt x="84" y="189"/>
                    <a:pt x="104" y="189"/>
                  </a:cubicBezTo>
                  <a:cubicBezTo>
                    <a:pt x="112" y="185"/>
                    <a:pt x="120" y="177"/>
                    <a:pt x="124" y="169"/>
                  </a:cubicBezTo>
                  <a:cubicBezTo>
                    <a:pt x="128" y="145"/>
                    <a:pt x="128" y="117"/>
                    <a:pt x="116" y="89"/>
                  </a:cubicBezTo>
                  <a:cubicBezTo>
                    <a:pt x="112" y="74"/>
                    <a:pt x="80" y="1"/>
                    <a:pt x="5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89"/>
            <p:cNvSpPr/>
            <p:nvPr/>
          </p:nvSpPr>
          <p:spPr>
            <a:xfrm flipH="1">
              <a:off x="459757" y="2139724"/>
              <a:ext cx="997619" cy="960426"/>
            </a:xfrm>
            <a:custGeom>
              <a:avLst/>
              <a:gdLst/>
              <a:ahLst/>
              <a:cxnLst/>
              <a:rect l="l" t="t" r="r" b="b"/>
              <a:pathLst>
                <a:path w="8610" h="8289" extrusionOk="0">
                  <a:moveTo>
                    <a:pt x="5425" y="2915"/>
                  </a:moveTo>
                  <a:lnTo>
                    <a:pt x="5425" y="2915"/>
                  </a:lnTo>
                  <a:cubicBezTo>
                    <a:pt x="5397" y="2951"/>
                    <a:pt x="5369" y="2987"/>
                    <a:pt x="5341" y="3023"/>
                  </a:cubicBezTo>
                  <a:cubicBezTo>
                    <a:pt x="5245" y="3155"/>
                    <a:pt x="5157" y="3287"/>
                    <a:pt x="5077" y="3423"/>
                  </a:cubicBezTo>
                  <a:cubicBezTo>
                    <a:pt x="5041" y="3491"/>
                    <a:pt x="5005" y="3555"/>
                    <a:pt x="4969" y="3619"/>
                  </a:cubicBezTo>
                  <a:lnTo>
                    <a:pt x="4945" y="3671"/>
                  </a:lnTo>
                  <a:lnTo>
                    <a:pt x="4941" y="3675"/>
                  </a:lnTo>
                  <a:lnTo>
                    <a:pt x="4933" y="3687"/>
                  </a:lnTo>
                  <a:lnTo>
                    <a:pt x="4921" y="3707"/>
                  </a:lnTo>
                  <a:cubicBezTo>
                    <a:pt x="4901" y="3735"/>
                    <a:pt x="4885" y="3771"/>
                    <a:pt x="4865" y="3795"/>
                  </a:cubicBezTo>
                  <a:cubicBezTo>
                    <a:pt x="4793" y="3895"/>
                    <a:pt x="4709" y="3979"/>
                    <a:pt x="4609" y="4055"/>
                  </a:cubicBezTo>
                  <a:cubicBezTo>
                    <a:pt x="4505" y="4131"/>
                    <a:pt x="4389" y="4199"/>
                    <a:pt x="4269" y="4259"/>
                  </a:cubicBezTo>
                  <a:cubicBezTo>
                    <a:pt x="4229" y="4275"/>
                    <a:pt x="4191" y="4287"/>
                    <a:pt x="4163" y="4287"/>
                  </a:cubicBezTo>
                  <a:cubicBezTo>
                    <a:pt x="4129" y="4287"/>
                    <a:pt x="4108" y="4269"/>
                    <a:pt x="4117" y="4219"/>
                  </a:cubicBezTo>
                  <a:cubicBezTo>
                    <a:pt x="4269" y="4107"/>
                    <a:pt x="4401" y="3975"/>
                    <a:pt x="4509" y="3823"/>
                  </a:cubicBezTo>
                  <a:cubicBezTo>
                    <a:pt x="4581" y="3727"/>
                    <a:pt x="4649" y="3623"/>
                    <a:pt x="4721" y="3515"/>
                  </a:cubicBezTo>
                  <a:cubicBezTo>
                    <a:pt x="4757" y="3459"/>
                    <a:pt x="4793" y="3407"/>
                    <a:pt x="4837" y="3355"/>
                  </a:cubicBezTo>
                  <a:cubicBezTo>
                    <a:pt x="4857" y="3331"/>
                    <a:pt x="4877" y="3307"/>
                    <a:pt x="4901" y="3287"/>
                  </a:cubicBezTo>
                  <a:lnTo>
                    <a:pt x="4937" y="3255"/>
                  </a:lnTo>
                  <a:lnTo>
                    <a:pt x="4977" y="3223"/>
                  </a:lnTo>
                  <a:cubicBezTo>
                    <a:pt x="5085" y="3135"/>
                    <a:pt x="5209" y="3059"/>
                    <a:pt x="5341" y="2971"/>
                  </a:cubicBezTo>
                  <a:cubicBezTo>
                    <a:pt x="5369" y="2955"/>
                    <a:pt x="5397" y="2935"/>
                    <a:pt x="5425" y="2915"/>
                  </a:cubicBezTo>
                  <a:close/>
                  <a:moveTo>
                    <a:pt x="4147" y="0"/>
                  </a:moveTo>
                  <a:cubicBezTo>
                    <a:pt x="4090" y="0"/>
                    <a:pt x="4033" y="2"/>
                    <a:pt x="3977" y="7"/>
                  </a:cubicBezTo>
                  <a:cubicBezTo>
                    <a:pt x="3929" y="11"/>
                    <a:pt x="3881" y="19"/>
                    <a:pt x="3833" y="27"/>
                  </a:cubicBezTo>
                  <a:cubicBezTo>
                    <a:pt x="3809" y="27"/>
                    <a:pt x="3785" y="35"/>
                    <a:pt x="3765" y="39"/>
                  </a:cubicBezTo>
                  <a:cubicBezTo>
                    <a:pt x="3741" y="43"/>
                    <a:pt x="3717" y="51"/>
                    <a:pt x="3693" y="55"/>
                  </a:cubicBezTo>
                  <a:cubicBezTo>
                    <a:pt x="3649" y="71"/>
                    <a:pt x="3601" y="83"/>
                    <a:pt x="3557" y="99"/>
                  </a:cubicBezTo>
                  <a:cubicBezTo>
                    <a:pt x="3513" y="115"/>
                    <a:pt x="3465" y="135"/>
                    <a:pt x="3425" y="159"/>
                  </a:cubicBezTo>
                  <a:cubicBezTo>
                    <a:pt x="3337" y="203"/>
                    <a:pt x="3261" y="259"/>
                    <a:pt x="3193" y="327"/>
                  </a:cubicBezTo>
                  <a:cubicBezTo>
                    <a:pt x="3125" y="395"/>
                    <a:pt x="3069" y="471"/>
                    <a:pt x="3025" y="559"/>
                  </a:cubicBezTo>
                  <a:cubicBezTo>
                    <a:pt x="2985" y="643"/>
                    <a:pt x="2953" y="735"/>
                    <a:pt x="2937" y="827"/>
                  </a:cubicBezTo>
                  <a:cubicBezTo>
                    <a:pt x="2905" y="1007"/>
                    <a:pt x="2905" y="1191"/>
                    <a:pt x="2933" y="1371"/>
                  </a:cubicBezTo>
                  <a:cubicBezTo>
                    <a:pt x="2973" y="1543"/>
                    <a:pt x="3025" y="1707"/>
                    <a:pt x="3101" y="1867"/>
                  </a:cubicBezTo>
                  <a:cubicBezTo>
                    <a:pt x="3229" y="2171"/>
                    <a:pt x="3373" y="2451"/>
                    <a:pt x="3493" y="2711"/>
                  </a:cubicBezTo>
                  <a:cubicBezTo>
                    <a:pt x="3557" y="2839"/>
                    <a:pt x="3617" y="2959"/>
                    <a:pt x="3669" y="3079"/>
                  </a:cubicBezTo>
                  <a:cubicBezTo>
                    <a:pt x="3693" y="3139"/>
                    <a:pt x="3717" y="3191"/>
                    <a:pt x="3741" y="3255"/>
                  </a:cubicBezTo>
                  <a:lnTo>
                    <a:pt x="3749" y="3275"/>
                  </a:lnTo>
                  <a:lnTo>
                    <a:pt x="3749" y="3279"/>
                  </a:lnTo>
                  <a:lnTo>
                    <a:pt x="3749" y="3283"/>
                  </a:lnTo>
                  <a:lnTo>
                    <a:pt x="3749" y="3295"/>
                  </a:lnTo>
                  <a:cubicBezTo>
                    <a:pt x="3753" y="3307"/>
                    <a:pt x="3757" y="3319"/>
                    <a:pt x="3761" y="3331"/>
                  </a:cubicBezTo>
                  <a:cubicBezTo>
                    <a:pt x="3765" y="3359"/>
                    <a:pt x="3765" y="3387"/>
                    <a:pt x="3769" y="3415"/>
                  </a:cubicBezTo>
                  <a:cubicBezTo>
                    <a:pt x="3773" y="3611"/>
                    <a:pt x="3757" y="3811"/>
                    <a:pt x="3717" y="4003"/>
                  </a:cubicBezTo>
                  <a:cubicBezTo>
                    <a:pt x="3701" y="4099"/>
                    <a:pt x="3681" y="4179"/>
                    <a:pt x="3665" y="4251"/>
                  </a:cubicBezTo>
                  <a:cubicBezTo>
                    <a:pt x="3649" y="4251"/>
                    <a:pt x="3637" y="4247"/>
                    <a:pt x="3629" y="4235"/>
                  </a:cubicBezTo>
                  <a:lnTo>
                    <a:pt x="3629" y="4059"/>
                  </a:lnTo>
                  <a:cubicBezTo>
                    <a:pt x="3625" y="3879"/>
                    <a:pt x="3613" y="3703"/>
                    <a:pt x="3589" y="3527"/>
                  </a:cubicBezTo>
                  <a:cubicBezTo>
                    <a:pt x="3561" y="3299"/>
                    <a:pt x="3505" y="3071"/>
                    <a:pt x="3429" y="2851"/>
                  </a:cubicBezTo>
                  <a:cubicBezTo>
                    <a:pt x="3385" y="2723"/>
                    <a:pt x="3329" y="2603"/>
                    <a:pt x="3257" y="2487"/>
                  </a:cubicBezTo>
                  <a:cubicBezTo>
                    <a:pt x="3185" y="2359"/>
                    <a:pt x="3085" y="2247"/>
                    <a:pt x="2969" y="2155"/>
                  </a:cubicBezTo>
                  <a:cubicBezTo>
                    <a:pt x="2937" y="2131"/>
                    <a:pt x="2905" y="2107"/>
                    <a:pt x="2873" y="2087"/>
                  </a:cubicBezTo>
                  <a:cubicBezTo>
                    <a:pt x="2837" y="2067"/>
                    <a:pt x="2805" y="2051"/>
                    <a:pt x="2773" y="2035"/>
                  </a:cubicBezTo>
                  <a:cubicBezTo>
                    <a:pt x="2705" y="1999"/>
                    <a:pt x="2641" y="1967"/>
                    <a:pt x="2569" y="1935"/>
                  </a:cubicBezTo>
                  <a:cubicBezTo>
                    <a:pt x="2433" y="1871"/>
                    <a:pt x="2289" y="1807"/>
                    <a:pt x="2141" y="1755"/>
                  </a:cubicBezTo>
                  <a:cubicBezTo>
                    <a:pt x="1989" y="1703"/>
                    <a:pt x="1837" y="1655"/>
                    <a:pt x="1677" y="1623"/>
                  </a:cubicBezTo>
                  <a:cubicBezTo>
                    <a:pt x="1530" y="1586"/>
                    <a:pt x="1381" y="1566"/>
                    <a:pt x="1230" y="1566"/>
                  </a:cubicBezTo>
                  <a:cubicBezTo>
                    <a:pt x="1217" y="1566"/>
                    <a:pt x="1203" y="1566"/>
                    <a:pt x="1189" y="1567"/>
                  </a:cubicBezTo>
                  <a:cubicBezTo>
                    <a:pt x="1017" y="1567"/>
                    <a:pt x="849" y="1615"/>
                    <a:pt x="701" y="1703"/>
                  </a:cubicBezTo>
                  <a:cubicBezTo>
                    <a:pt x="629" y="1751"/>
                    <a:pt x="565" y="1815"/>
                    <a:pt x="513" y="1883"/>
                  </a:cubicBezTo>
                  <a:cubicBezTo>
                    <a:pt x="465" y="1955"/>
                    <a:pt x="425" y="2031"/>
                    <a:pt x="389" y="2111"/>
                  </a:cubicBezTo>
                  <a:cubicBezTo>
                    <a:pt x="249" y="2411"/>
                    <a:pt x="85" y="2711"/>
                    <a:pt x="21" y="3051"/>
                  </a:cubicBezTo>
                  <a:cubicBezTo>
                    <a:pt x="13" y="3095"/>
                    <a:pt x="9" y="3135"/>
                    <a:pt x="5" y="3179"/>
                  </a:cubicBezTo>
                  <a:cubicBezTo>
                    <a:pt x="1" y="3223"/>
                    <a:pt x="5" y="3271"/>
                    <a:pt x="5" y="3315"/>
                  </a:cubicBezTo>
                  <a:cubicBezTo>
                    <a:pt x="5" y="3359"/>
                    <a:pt x="13" y="3403"/>
                    <a:pt x="25" y="3447"/>
                  </a:cubicBezTo>
                  <a:cubicBezTo>
                    <a:pt x="33" y="3487"/>
                    <a:pt x="49" y="3531"/>
                    <a:pt x="61" y="3571"/>
                  </a:cubicBezTo>
                  <a:cubicBezTo>
                    <a:pt x="129" y="3731"/>
                    <a:pt x="229" y="3875"/>
                    <a:pt x="357" y="3987"/>
                  </a:cubicBezTo>
                  <a:cubicBezTo>
                    <a:pt x="365" y="3995"/>
                    <a:pt x="369" y="3999"/>
                    <a:pt x="381" y="4011"/>
                  </a:cubicBezTo>
                  <a:lnTo>
                    <a:pt x="405" y="4031"/>
                  </a:lnTo>
                  <a:lnTo>
                    <a:pt x="449" y="4067"/>
                  </a:lnTo>
                  <a:cubicBezTo>
                    <a:pt x="477" y="4095"/>
                    <a:pt x="509" y="4119"/>
                    <a:pt x="541" y="4143"/>
                  </a:cubicBezTo>
                  <a:lnTo>
                    <a:pt x="641" y="4211"/>
                  </a:lnTo>
                  <a:lnTo>
                    <a:pt x="741" y="4275"/>
                  </a:lnTo>
                  <a:cubicBezTo>
                    <a:pt x="805" y="4319"/>
                    <a:pt x="877" y="4351"/>
                    <a:pt x="941" y="4387"/>
                  </a:cubicBezTo>
                  <a:cubicBezTo>
                    <a:pt x="1009" y="4423"/>
                    <a:pt x="1077" y="4451"/>
                    <a:pt x="1145" y="4479"/>
                  </a:cubicBezTo>
                  <a:cubicBezTo>
                    <a:pt x="1401" y="4583"/>
                    <a:pt x="1669" y="4655"/>
                    <a:pt x="1941" y="4695"/>
                  </a:cubicBezTo>
                  <a:cubicBezTo>
                    <a:pt x="2103" y="4715"/>
                    <a:pt x="2266" y="4724"/>
                    <a:pt x="2428" y="4724"/>
                  </a:cubicBezTo>
                  <a:cubicBezTo>
                    <a:pt x="2498" y="4724"/>
                    <a:pt x="2568" y="4723"/>
                    <a:pt x="2637" y="4719"/>
                  </a:cubicBezTo>
                  <a:cubicBezTo>
                    <a:pt x="2813" y="4707"/>
                    <a:pt x="2989" y="4683"/>
                    <a:pt x="3165" y="4647"/>
                  </a:cubicBezTo>
                  <a:lnTo>
                    <a:pt x="3229" y="4631"/>
                  </a:lnTo>
                  <a:lnTo>
                    <a:pt x="3229" y="4631"/>
                  </a:lnTo>
                  <a:lnTo>
                    <a:pt x="3213" y="4651"/>
                  </a:lnTo>
                  <a:lnTo>
                    <a:pt x="3149" y="4675"/>
                  </a:lnTo>
                  <a:cubicBezTo>
                    <a:pt x="3001" y="4723"/>
                    <a:pt x="2825" y="4775"/>
                    <a:pt x="2621" y="4827"/>
                  </a:cubicBezTo>
                  <a:cubicBezTo>
                    <a:pt x="2517" y="4855"/>
                    <a:pt x="2409" y="4879"/>
                    <a:pt x="2293" y="4899"/>
                  </a:cubicBezTo>
                  <a:cubicBezTo>
                    <a:pt x="2233" y="4907"/>
                    <a:pt x="2173" y="4919"/>
                    <a:pt x="2113" y="4923"/>
                  </a:cubicBezTo>
                  <a:lnTo>
                    <a:pt x="2017" y="4935"/>
                  </a:lnTo>
                  <a:lnTo>
                    <a:pt x="1921" y="4947"/>
                  </a:lnTo>
                  <a:cubicBezTo>
                    <a:pt x="1781" y="4971"/>
                    <a:pt x="1641" y="5007"/>
                    <a:pt x="1509" y="5059"/>
                  </a:cubicBezTo>
                  <a:cubicBezTo>
                    <a:pt x="1365" y="5115"/>
                    <a:pt x="1229" y="5179"/>
                    <a:pt x="1101" y="5259"/>
                  </a:cubicBezTo>
                  <a:cubicBezTo>
                    <a:pt x="817" y="5427"/>
                    <a:pt x="585" y="5663"/>
                    <a:pt x="417" y="5947"/>
                  </a:cubicBezTo>
                  <a:cubicBezTo>
                    <a:pt x="245" y="6247"/>
                    <a:pt x="241" y="6623"/>
                    <a:pt x="345" y="6959"/>
                  </a:cubicBezTo>
                  <a:cubicBezTo>
                    <a:pt x="397" y="7127"/>
                    <a:pt x="477" y="7287"/>
                    <a:pt x="581" y="7431"/>
                  </a:cubicBezTo>
                  <a:cubicBezTo>
                    <a:pt x="689" y="7575"/>
                    <a:pt x="821" y="7703"/>
                    <a:pt x="973" y="7803"/>
                  </a:cubicBezTo>
                  <a:cubicBezTo>
                    <a:pt x="1009" y="7827"/>
                    <a:pt x="1049" y="7851"/>
                    <a:pt x="1089" y="7871"/>
                  </a:cubicBezTo>
                  <a:lnTo>
                    <a:pt x="1213" y="7931"/>
                  </a:lnTo>
                  <a:cubicBezTo>
                    <a:pt x="1253" y="7951"/>
                    <a:pt x="1297" y="7963"/>
                    <a:pt x="1341" y="7983"/>
                  </a:cubicBezTo>
                  <a:cubicBezTo>
                    <a:pt x="1361" y="7991"/>
                    <a:pt x="1381" y="7999"/>
                    <a:pt x="1405" y="8003"/>
                  </a:cubicBezTo>
                  <a:lnTo>
                    <a:pt x="1469" y="8019"/>
                  </a:lnTo>
                  <a:cubicBezTo>
                    <a:pt x="1513" y="8031"/>
                    <a:pt x="1557" y="8043"/>
                    <a:pt x="1601" y="8051"/>
                  </a:cubicBezTo>
                  <a:lnTo>
                    <a:pt x="1733" y="8071"/>
                  </a:lnTo>
                  <a:cubicBezTo>
                    <a:pt x="1817" y="8087"/>
                    <a:pt x="1905" y="8099"/>
                    <a:pt x="1993" y="8107"/>
                  </a:cubicBezTo>
                  <a:cubicBezTo>
                    <a:pt x="2106" y="8122"/>
                    <a:pt x="2219" y="8130"/>
                    <a:pt x="2332" y="8130"/>
                  </a:cubicBezTo>
                  <a:cubicBezTo>
                    <a:pt x="2395" y="8130"/>
                    <a:pt x="2458" y="8127"/>
                    <a:pt x="2521" y="8123"/>
                  </a:cubicBezTo>
                  <a:cubicBezTo>
                    <a:pt x="2705" y="8111"/>
                    <a:pt x="2881" y="8059"/>
                    <a:pt x="3037" y="7967"/>
                  </a:cubicBezTo>
                  <a:cubicBezTo>
                    <a:pt x="3189" y="7871"/>
                    <a:pt x="3309" y="7739"/>
                    <a:pt x="3389" y="7579"/>
                  </a:cubicBezTo>
                  <a:cubicBezTo>
                    <a:pt x="3429" y="7503"/>
                    <a:pt x="3461" y="7427"/>
                    <a:pt x="3489" y="7347"/>
                  </a:cubicBezTo>
                  <a:cubicBezTo>
                    <a:pt x="3501" y="7311"/>
                    <a:pt x="3513" y="7271"/>
                    <a:pt x="3521" y="7235"/>
                  </a:cubicBezTo>
                  <a:lnTo>
                    <a:pt x="3529" y="7203"/>
                  </a:lnTo>
                  <a:lnTo>
                    <a:pt x="3533" y="7191"/>
                  </a:lnTo>
                  <a:lnTo>
                    <a:pt x="3533" y="7183"/>
                  </a:lnTo>
                  <a:lnTo>
                    <a:pt x="3533" y="7175"/>
                  </a:lnTo>
                  <a:lnTo>
                    <a:pt x="3533" y="7171"/>
                  </a:lnTo>
                  <a:lnTo>
                    <a:pt x="3545" y="7115"/>
                  </a:lnTo>
                  <a:cubicBezTo>
                    <a:pt x="3553" y="7079"/>
                    <a:pt x="3561" y="7043"/>
                    <a:pt x="3569" y="7007"/>
                  </a:cubicBezTo>
                  <a:cubicBezTo>
                    <a:pt x="3573" y="6971"/>
                    <a:pt x="3577" y="6927"/>
                    <a:pt x="3581" y="6891"/>
                  </a:cubicBezTo>
                  <a:cubicBezTo>
                    <a:pt x="3593" y="6815"/>
                    <a:pt x="3597" y="6739"/>
                    <a:pt x="3597" y="6667"/>
                  </a:cubicBezTo>
                  <a:cubicBezTo>
                    <a:pt x="3601" y="6591"/>
                    <a:pt x="3597" y="6523"/>
                    <a:pt x="3597" y="6451"/>
                  </a:cubicBezTo>
                  <a:cubicBezTo>
                    <a:pt x="3597" y="6379"/>
                    <a:pt x="3589" y="6315"/>
                    <a:pt x="3589" y="6247"/>
                  </a:cubicBezTo>
                  <a:cubicBezTo>
                    <a:pt x="3569" y="5979"/>
                    <a:pt x="3537" y="5743"/>
                    <a:pt x="3517" y="5531"/>
                  </a:cubicBezTo>
                  <a:cubicBezTo>
                    <a:pt x="3501" y="5391"/>
                    <a:pt x="3493" y="5247"/>
                    <a:pt x="3497" y="5107"/>
                  </a:cubicBezTo>
                  <a:cubicBezTo>
                    <a:pt x="3508" y="5105"/>
                    <a:pt x="3519" y="5103"/>
                    <a:pt x="3531" y="5103"/>
                  </a:cubicBezTo>
                  <a:cubicBezTo>
                    <a:pt x="3557" y="5103"/>
                    <a:pt x="3583" y="5110"/>
                    <a:pt x="3605" y="5127"/>
                  </a:cubicBezTo>
                  <a:cubicBezTo>
                    <a:pt x="3629" y="5179"/>
                    <a:pt x="3657" y="5239"/>
                    <a:pt x="3685" y="5307"/>
                  </a:cubicBezTo>
                  <a:cubicBezTo>
                    <a:pt x="3745" y="5459"/>
                    <a:pt x="3821" y="5643"/>
                    <a:pt x="3901" y="5855"/>
                  </a:cubicBezTo>
                  <a:cubicBezTo>
                    <a:pt x="3941" y="5959"/>
                    <a:pt x="3977" y="6071"/>
                    <a:pt x="4009" y="6191"/>
                  </a:cubicBezTo>
                  <a:cubicBezTo>
                    <a:pt x="4025" y="6251"/>
                    <a:pt x="4037" y="6311"/>
                    <a:pt x="4045" y="6375"/>
                  </a:cubicBezTo>
                  <a:cubicBezTo>
                    <a:pt x="4053" y="6443"/>
                    <a:pt x="4057" y="6511"/>
                    <a:pt x="4065" y="6579"/>
                  </a:cubicBezTo>
                  <a:cubicBezTo>
                    <a:pt x="4093" y="6883"/>
                    <a:pt x="4145" y="7183"/>
                    <a:pt x="4217" y="7479"/>
                  </a:cubicBezTo>
                  <a:cubicBezTo>
                    <a:pt x="4261" y="7643"/>
                    <a:pt x="4329" y="7803"/>
                    <a:pt x="4413" y="7951"/>
                  </a:cubicBezTo>
                  <a:cubicBezTo>
                    <a:pt x="4461" y="8027"/>
                    <a:pt x="4521" y="8099"/>
                    <a:pt x="4593" y="8159"/>
                  </a:cubicBezTo>
                  <a:cubicBezTo>
                    <a:pt x="4629" y="8191"/>
                    <a:pt x="4669" y="8215"/>
                    <a:pt x="4717" y="8235"/>
                  </a:cubicBezTo>
                  <a:cubicBezTo>
                    <a:pt x="4741" y="8243"/>
                    <a:pt x="4757" y="8247"/>
                    <a:pt x="4781" y="8255"/>
                  </a:cubicBezTo>
                  <a:cubicBezTo>
                    <a:pt x="4805" y="8263"/>
                    <a:pt x="4833" y="8267"/>
                    <a:pt x="4853" y="8271"/>
                  </a:cubicBezTo>
                  <a:cubicBezTo>
                    <a:pt x="4940" y="8283"/>
                    <a:pt x="5027" y="8289"/>
                    <a:pt x="5115" y="8289"/>
                  </a:cubicBezTo>
                  <a:cubicBezTo>
                    <a:pt x="5209" y="8289"/>
                    <a:pt x="5304" y="8282"/>
                    <a:pt x="5397" y="8267"/>
                  </a:cubicBezTo>
                  <a:cubicBezTo>
                    <a:pt x="5577" y="8243"/>
                    <a:pt x="5757" y="8203"/>
                    <a:pt x="5933" y="8151"/>
                  </a:cubicBezTo>
                  <a:cubicBezTo>
                    <a:pt x="6113" y="8095"/>
                    <a:pt x="6285" y="8027"/>
                    <a:pt x="6453" y="7943"/>
                  </a:cubicBezTo>
                  <a:cubicBezTo>
                    <a:pt x="6625" y="7855"/>
                    <a:pt x="6781" y="7751"/>
                    <a:pt x="6925" y="7623"/>
                  </a:cubicBezTo>
                  <a:cubicBezTo>
                    <a:pt x="7069" y="7491"/>
                    <a:pt x="7189" y="7335"/>
                    <a:pt x="7273" y="7163"/>
                  </a:cubicBezTo>
                  <a:cubicBezTo>
                    <a:pt x="7313" y="7075"/>
                    <a:pt x="7345" y="6983"/>
                    <a:pt x="7369" y="6887"/>
                  </a:cubicBezTo>
                  <a:cubicBezTo>
                    <a:pt x="7373" y="6863"/>
                    <a:pt x="7381" y="6843"/>
                    <a:pt x="7385" y="6819"/>
                  </a:cubicBezTo>
                  <a:lnTo>
                    <a:pt x="7397" y="6747"/>
                  </a:lnTo>
                  <a:cubicBezTo>
                    <a:pt x="7409" y="6695"/>
                    <a:pt x="7409" y="6651"/>
                    <a:pt x="7417" y="6603"/>
                  </a:cubicBezTo>
                  <a:cubicBezTo>
                    <a:pt x="7445" y="6219"/>
                    <a:pt x="7333" y="5839"/>
                    <a:pt x="7097" y="5535"/>
                  </a:cubicBezTo>
                  <a:cubicBezTo>
                    <a:pt x="7037" y="5463"/>
                    <a:pt x="6973" y="5395"/>
                    <a:pt x="6905" y="5335"/>
                  </a:cubicBezTo>
                  <a:cubicBezTo>
                    <a:pt x="6837" y="5275"/>
                    <a:pt x="6761" y="5223"/>
                    <a:pt x="6685" y="5179"/>
                  </a:cubicBezTo>
                  <a:cubicBezTo>
                    <a:pt x="6533" y="5087"/>
                    <a:pt x="6361" y="5027"/>
                    <a:pt x="6185" y="5011"/>
                  </a:cubicBezTo>
                  <a:cubicBezTo>
                    <a:pt x="6149" y="5008"/>
                    <a:pt x="6112" y="5006"/>
                    <a:pt x="6076" y="5006"/>
                  </a:cubicBezTo>
                  <a:cubicBezTo>
                    <a:pt x="6025" y="5006"/>
                    <a:pt x="5974" y="5010"/>
                    <a:pt x="5925" y="5019"/>
                  </a:cubicBezTo>
                  <a:lnTo>
                    <a:pt x="5809" y="5039"/>
                  </a:lnTo>
                  <a:cubicBezTo>
                    <a:pt x="5777" y="5039"/>
                    <a:pt x="5745" y="5047"/>
                    <a:pt x="5709" y="5047"/>
                  </a:cubicBezTo>
                  <a:cubicBezTo>
                    <a:pt x="5695" y="5047"/>
                    <a:pt x="5681" y="5048"/>
                    <a:pt x="5666" y="5048"/>
                  </a:cubicBezTo>
                  <a:cubicBezTo>
                    <a:pt x="5541" y="5048"/>
                    <a:pt x="5415" y="5032"/>
                    <a:pt x="5293" y="5007"/>
                  </a:cubicBezTo>
                  <a:cubicBezTo>
                    <a:pt x="5025" y="4959"/>
                    <a:pt x="4777" y="4887"/>
                    <a:pt x="4557" y="4831"/>
                  </a:cubicBezTo>
                  <a:cubicBezTo>
                    <a:pt x="4365" y="4775"/>
                    <a:pt x="4169" y="4735"/>
                    <a:pt x="3973" y="4707"/>
                  </a:cubicBezTo>
                  <a:cubicBezTo>
                    <a:pt x="3933" y="4703"/>
                    <a:pt x="3889" y="4699"/>
                    <a:pt x="3853" y="4699"/>
                  </a:cubicBezTo>
                  <a:lnTo>
                    <a:pt x="3881" y="4687"/>
                  </a:lnTo>
                  <a:cubicBezTo>
                    <a:pt x="3965" y="4667"/>
                    <a:pt x="4073" y="4647"/>
                    <a:pt x="4197" y="4623"/>
                  </a:cubicBezTo>
                  <a:cubicBezTo>
                    <a:pt x="4369" y="4595"/>
                    <a:pt x="4581" y="4559"/>
                    <a:pt x="4817" y="4535"/>
                  </a:cubicBezTo>
                  <a:cubicBezTo>
                    <a:pt x="4993" y="4517"/>
                    <a:pt x="5169" y="4507"/>
                    <a:pt x="5345" y="4507"/>
                  </a:cubicBezTo>
                  <a:cubicBezTo>
                    <a:pt x="5437" y="4507"/>
                    <a:pt x="5529" y="4509"/>
                    <a:pt x="5621" y="4515"/>
                  </a:cubicBezTo>
                  <a:cubicBezTo>
                    <a:pt x="5697" y="4523"/>
                    <a:pt x="5769" y="4531"/>
                    <a:pt x="5845" y="4539"/>
                  </a:cubicBezTo>
                  <a:cubicBezTo>
                    <a:pt x="5921" y="4547"/>
                    <a:pt x="5997" y="4563"/>
                    <a:pt x="6073" y="4583"/>
                  </a:cubicBezTo>
                  <a:lnTo>
                    <a:pt x="6561" y="4695"/>
                  </a:lnTo>
                  <a:cubicBezTo>
                    <a:pt x="6729" y="4731"/>
                    <a:pt x="6901" y="4767"/>
                    <a:pt x="7081" y="4799"/>
                  </a:cubicBezTo>
                  <a:cubicBezTo>
                    <a:pt x="7261" y="4831"/>
                    <a:pt x="7445" y="4855"/>
                    <a:pt x="7633" y="4871"/>
                  </a:cubicBezTo>
                  <a:cubicBezTo>
                    <a:pt x="7685" y="4875"/>
                    <a:pt x="7737" y="4878"/>
                    <a:pt x="7790" y="4878"/>
                  </a:cubicBezTo>
                  <a:cubicBezTo>
                    <a:pt x="7931" y="4878"/>
                    <a:pt x="8073" y="4861"/>
                    <a:pt x="8213" y="4823"/>
                  </a:cubicBezTo>
                  <a:cubicBezTo>
                    <a:pt x="8309" y="4795"/>
                    <a:pt x="8401" y="4739"/>
                    <a:pt x="8469" y="4667"/>
                  </a:cubicBezTo>
                  <a:cubicBezTo>
                    <a:pt x="8533" y="4583"/>
                    <a:pt x="8573" y="4487"/>
                    <a:pt x="8585" y="4383"/>
                  </a:cubicBezTo>
                  <a:cubicBezTo>
                    <a:pt x="8609" y="4183"/>
                    <a:pt x="8609" y="3983"/>
                    <a:pt x="8589" y="3783"/>
                  </a:cubicBezTo>
                  <a:cubicBezTo>
                    <a:pt x="8573" y="3579"/>
                    <a:pt x="8537" y="3383"/>
                    <a:pt x="8485" y="3187"/>
                  </a:cubicBezTo>
                  <a:cubicBezTo>
                    <a:pt x="8429" y="2991"/>
                    <a:pt x="8349" y="2799"/>
                    <a:pt x="8249" y="2623"/>
                  </a:cubicBezTo>
                  <a:cubicBezTo>
                    <a:pt x="8141" y="2443"/>
                    <a:pt x="7997" y="2287"/>
                    <a:pt x="7825" y="2167"/>
                  </a:cubicBezTo>
                  <a:cubicBezTo>
                    <a:pt x="7737" y="2111"/>
                    <a:pt x="7641" y="2067"/>
                    <a:pt x="7541" y="2035"/>
                  </a:cubicBezTo>
                  <a:cubicBezTo>
                    <a:pt x="7437" y="2007"/>
                    <a:pt x="7333" y="1995"/>
                    <a:pt x="7229" y="1995"/>
                  </a:cubicBezTo>
                  <a:cubicBezTo>
                    <a:pt x="7201" y="1995"/>
                    <a:pt x="7177" y="1995"/>
                    <a:pt x="7153" y="1999"/>
                  </a:cubicBezTo>
                  <a:cubicBezTo>
                    <a:pt x="7125" y="1999"/>
                    <a:pt x="7097" y="2003"/>
                    <a:pt x="7073" y="2007"/>
                  </a:cubicBezTo>
                  <a:lnTo>
                    <a:pt x="6933" y="2027"/>
                  </a:lnTo>
                  <a:cubicBezTo>
                    <a:pt x="6909" y="2031"/>
                    <a:pt x="6885" y="2035"/>
                    <a:pt x="6861" y="2039"/>
                  </a:cubicBezTo>
                  <a:lnTo>
                    <a:pt x="6789" y="2055"/>
                  </a:lnTo>
                  <a:cubicBezTo>
                    <a:pt x="6737" y="2067"/>
                    <a:pt x="6693" y="2079"/>
                    <a:pt x="6645" y="2091"/>
                  </a:cubicBezTo>
                  <a:cubicBezTo>
                    <a:pt x="6461" y="2147"/>
                    <a:pt x="6285" y="2223"/>
                    <a:pt x="6117" y="2319"/>
                  </a:cubicBezTo>
                  <a:cubicBezTo>
                    <a:pt x="6069" y="2347"/>
                    <a:pt x="6017" y="2379"/>
                    <a:pt x="5969" y="2415"/>
                  </a:cubicBezTo>
                  <a:cubicBezTo>
                    <a:pt x="6005" y="2363"/>
                    <a:pt x="6037" y="2311"/>
                    <a:pt x="6065" y="2259"/>
                  </a:cubicBezTo>
                  <a:cubicBezTo>
                    <a:pt x="6109" y="2175"/>
                    <a:pt x="6145" y="2091"/>
                    <a:pt x="6173" y="1999"/>
                  </a:cubicBezTo>
                  <a:cubicBezTo>
                    <a:pt x="6185" y="1955"/>
                    <a:pt x="6193" y="1907"/>
                    <a:pt x="6205" y="1859"/>
                  </a:cubicBezTo>
                  <a:lnTo>
                    <a:pt x="6217" y="1791"/>
                  </a:lnTo>
                  <a:lnTo>
                    <a:pt x="6225" y="1723"/>
                  </a:lnTo>
                  <a:cubicBezTo>
                    <a:pt x="6229" y="1679"/>
                    <a:pt x="6233" y="1631"/>
                    <a:pt x="6237" y="1587"/>
                  </a:cubicBezTo>
                  <a:cubicBezTo>
                    <a:pt x="6237" y="1583"/>
                    <a:pt x="6237" y="1579"/>
                    <a:pt x="6237" y="1579"/>
                  </a:cubicBezTo>
                  <a:lnTo>
                    <a:pt x="6237" y="1511"/>
                  </a:lnTo>
                  <a:cubicBezTo>
                    <a:pt x="6237" y="1483"/>
                    <a:pt x="6237" y="1459"/>
                    <a:pt x="6233" y="1435"/>
                  </a:cubicBezTo>
                  <a:cubicBezTo>
                    <a:pt x="6229" y="1339"/>
                    <a:pt x="6209" y="1239"/>
                    <a:pt x="6177" y="1147"/>
                  </a:cubicBezTo>
                  <a:cubicBezTo>
                    <a:pt x="6113" y="955"/>
                    <a:pt x="6005" y="783"/>
                    <a:pt x="5865" y="643"/>
                  </a:cubicBezTo>
                  <a:cubicBezTo>
                    <a:pt x="5725" y="503"/>
                    <a:pt x="5565" y="383"/>
                    <a:pt x="5389" y="291"/>
                  </a:cubicBezTo>
                  <a:cubicBezTo>
                    <a:pt x="5217" y="203"/>
                    <a:pt x="5029" y="135"/>
                    <a:pt x="4841" y="87"/>
                  </a:cubicBezTo>
                  <a:cubicBezTo>
                    <a:pt x="4653" y="39"/>
                    <a:pt x="4461" y="11"/>
                    <a:pt x="4269" y="3"/>
                  </a:cubicBezTo>
                  <a:cubicBezTo>
                    <a:pt x="4228" y="1"/>
                    <a:pt x="4187" y="0"/>
                    <a:pt x="4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89"/>
            <p:cNvSpPr/>
            <p:nvPr/>
          </p:nvSpPr>
          <p:spPr>
            <a:xfrm flipH="1">
              <a:off x="766572" y="2158031"/>
              <a:ext cx="326399" cy="312031"/>
            </a:xfrm>
            <a:custGeom>
              <a:avLst/>
              <a:gdLst/>
              <a:ahLst/>
              <a:cxnLst/>
              <a:rect l="l" t="t" r="r" b="b"/>
              <a:pathLst>
                <a:path w="2817" h="2693" extrusionOk="0">
                  <a:moveTo>
                    <a:pt x="1226" y="0"/>
                  </a:moveTo>
                  <a:cubicBezTo>
                    <a:pt x="1212" y="0"/>
                    <a:pt x="1198" y="0"/>
                    <a:pt x="1184" y="1"/>
                  </a:cubicBezTo>
                  <a:cubicBezTo>
                    <a:pt x="1120" y="1"/>
                    <a:pt x="1060" y="13"/>
                    <a:pt x="1000" y="29"/>
                  </a:cubicBezTo>
                  <a:cubicBezTo>
                    <a:pt x="940" y="49"/>
                    <a:pt x="884" y="81"/>
                    <a:pt x="836" y="121"/>
                  </a:cubicBezTo>
                  <a:cubicBezTo>
                    <a:pt x="700" y="225"/>
                    <a:pt x="596" y="361"/>
                    <a:pt x="532" y="521"/>
                  </a:cubicBezTo>
                  <a:cubicBezTo>
                    <a:pt x="476" y="393"/>
                    <a:pt x="480" y="245"/>
                    <a:pt x="536" y="117"/>
                  </a:cubicBezTo>
                  <a:lnTo>
                    <a:pt x="536" y="117"/>
                  </a:lnTo>
                  <a:cubicBezTo>
                    <a:pt x="440" y="185"/>
                    <a:pt x="352" y="261"/>
                    <a:pt x="268" y="337"/>
                  </a:cubicBezTo>
                  <a:cubicBezTo>
                    <a:pt x="220" y="381"/>
                    <a:pt x="176" y="433"/>
                    <a:pt x="144" y="489"/>
                  </a:cubicBezTo>
                  <a:cubicBezTo>
                    <a:pt x="120" y="541"/>
                    <a:pt x="100" y="597"/>
                    <a:pt x="96" y="653"/>
                  </a:cubicBezTo>
                  <a:cubicBezTo>
                    <a:pt x="0" y="1193"/>
                    <a:pt x="208" y="1737"/>
                    <a:pt x="456" y="2225"/>
                  </a:cubicBezTo>
                  <a:cubicBezTo>
                    <a:pt x="412" y="2073"/>
                    <a:pt x="368" y="1913"/>
                    <a:pt x="376" y="1753"/>
                  </a:cubicBezTo>
                  <a:cubicBezTo>
                    <a:pt x="388" y="1593"/>
                    <a:pt x="464" y="1425"/>
                    <a:pt x="604" y="1349"/>
                  </a:cubicBezTo>
                  <a:lnTo>
                    <a:pt x="604" y="1349"/>
                  </a:lnTo>
                  <a:cubicBezTo>
                    <a:pt x="580" y="1461"/>
                    <a:pt x="576" y="1577"/>
                    <a:pt x="588" y="1689"/>
                  </a:cubicBezTo>
                  <a:cubicBezTo>
                    <a:pt x="612" y="1837"/>
                    <a:pt x="652" y="1977"/>
                    <a:pt x="708" y="2113"/>
                  </a:cubicBezTo>
                  <a:cubicBezTo>
                    <a:pt x="736" y="2189"/>
                    <a:pt x="764" y="2261"/>
                    <a:pt x="792" y="2341"/>
                  </a:cubicBezTo>
                  <a:cubicBezTo>
                    <a:pt x="812" y="2417"/>
                    <a:pt x="852" y="2485"/>
                    <a:pt x="908" y="2537"/>
                  </a:cubicBezTo>
                  <a:cubicBezTo>
                    <a:pt x="924" y="2285"/>
                    <a:pt x="960" y="2009"/>
                    <a:pt x="1144" y="1841"/>
                  </a:cubicBezTo>
                  <a:cubicBezTo>
                    <a:pt x="1264" y="1993"/>
                    <a:pt x="1160" y="2225"/>
                    <a:pt x="1220" y="2409"/>
                  </a:cubicBezTo>
                  <a:cubicBezTo>
                    <a:pt x="1292" y="2241"/>
                    <a:pt x="1392" y="2081"/>
                    <a:pt x="1508" y="1933"/>
                  </a:cubicBezTo>
                  <a:cubicBezTo>
                    <a:pt x="1525" y="1916"/>
                    <a:pt x="1547" y="1894"/>
                    <a:pt x="1570" y="1894"/>
                  </a:cubicBezTo>
                  <a:cubicBezTo>
                    <a:pt x="1575" y="1894"/>
                    <a:pt x="1580" y="1895"/>
                    <a:pt x="1584" y="1897"/>
                  </a:cubicBezTo>
                  <a:cubicBezTo>
                    <a:pt x="1612" y="1909"/>
                    <a:pt x="1616" y="1929"/>
                    <a:pt x="1620" y="1953"/>
                  </a:cubicBezTo>
                  <a:cubicBezTo>
                    <a:pt x="1676" y="2205"/>
                    <a:pt x="1604" y="2465"/>
                    <a:pt x="1432" y="2653"/>
                  </a:cubicBezTo>
                  <a:lnTo>
                    <a:pt x="1620" y="2453"/>
                  </a:lnTo>
                  <a:cubicBezTo>
                    <a:pt x="1724" y="2341"/>
                    <a:pt x="1828" y="2229"/>
                    <a:pt x="1880" y="2085"/>
                  </a:cubicBezTo>
                  <a:cubicBezTo>
                    <a:pt x="1964" y="1853"/>
                    <a:pt x="1892" y="1569"/>
                    <a:pt x="2048" y="1381"/>
                  </a:cubicBezTo>
                  <a:cubicBezTo>
                    <a:pt x="2056" y="1365"/>
                    <a:pt x="2072" y="1357"/>
                    <a:pt x="2088" y="1357"/>
                  </a:cubicBezTo>
                  <a:cubicBezTo>
                    <a:pt x="2116" y="1357"/>
                    <a:pt x="2124" y="1389"/>
                    <a:pt x="2128" y="1417"/>
                  </a:cubicBezTo>
                  <a:cubicBezTo>
                    <a:pt x="2140" y="1525"/>
                    <a:pt x="2152" y="1633"/>
                    <a:pt x="2164" y="1745"/>
                  </a:cubicBezTo>
                  <a:cubicBezTo>
                    <a:pt x="2192" y="1869"/>
                    <a:pt x="2168" y="2001"/>
                    <a:pt x="2096" y="2105"/>
                  </a:cubicBezTo>
                  <a:lnTo>
                    <a:pt x="1780" y="2665"/>
                  </a:lnTo>
                  <a:lnTo>
                    <a:pt x="1784" y="2693"/>
                  </a:lnTo>
                  <a:cubicBezTo>
                    <a:pt x="2012" y="2505"/>
                    <a:pt x="2228" y="2309"/>
                    <a:pt x="2436" y="2105"/>
                  </a:cubicBezTo>
                  <a:cubicBezTo>
                    <a:pt x="2508" y="2037"/>
                    <a:pt x="2576" y="1965"/>
                    <a:pt x="2632" y="1885"/>
                  </a:cubicBezTo>
                  <a:cubicBezTo>
                    <a:pt x="2772" y="1669"/>
                    <a:pt x="2816" y="1401"/>
                    <a:pt x="2752" y="1153"/>
                  </a:cubicBezTo>
                  <a:cubicBezTo>
                    <a:pt x="2684" y="905"/>
                    <a:pt x="2544" y="685"/>
                    <a:pt x="2344" y="521"/>
                  </a:cubicBezTo>
                  <a:lnTo>
                    <a:pt x="2344" y="521"/>
                  </a:lnTo>
                  <a:cubicBezTo>
                    <a:pt x="2376" y="593"/>
                    <a:pt x="2372" y="673"/>
                    <a:pt x="2336" y="741"/>
                  </a:cubicBezTo>
                  <a:cubicBezTo>
                    <a:pt x="2252" y="509"/>
                    <a:pt x="2096" y="313"/>
                    <a:pt x="1884" y="185"/>
                  </a:cubicBezTo>
                  <a:cubicBezTo>
                    <a:pt x="1684" y="64"/>
                    <a:pt x="1459" y="0"/>
                    <a:pt x="1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89"/>
            <p:cNvSpPr/>
            <p:nvPr/>
          </p:nvSpPr>
          <p:spPr>
            <a:xfrm flipH="1">
              <a:off x="482927" y="2412013"/>
              <a:ext cx="338449" cy="263019"/>
            </a:xfrm>
            <a:custGeom>
              <a:avLst/>
              <a:gdLst/>
              <a:ahLst/>
              <a:cxnLst/>
              <a:rect l="l" t="t" r="r" b="b"/>
              <a:pathLst>
                <a:path w="2921" h="2270" extrusionOk="0">
                  <a:moveTo>
                    <a:pt x="1750" y="0"/>
                  </a:moveTo>
                  <a:cubicBezTo>
                    <a:pt x="1542" y="0"/>
                    <a:pt x="1326" y="47"/>
                    <a:pt x="1120" y="97"/>
                  </a:cubicBezTo>
                  <a:cubicBezTo>
                    <a:pt x="1020" y="117"/>
                    <a:pt x="920" y="149"/>
                    <a:pt x="828" y="189"/>
                  </a:cubicBezTo>
                  <a:cubicBezTo>
                    <a:pt x="660" y="265"/>
                    <a:pt x="524" y="397"/>
                    <a:pt x="392" y="525"/>
                  </a:cubicBezTo>
                  <a:lnTo>
                    <a:pt x="0" y="905"/>
                  </a:lnTo>
                  <a:lnTo>
                    <a:pt x="44" y="929"/>
                  </a:lnTo>
                  <a:cubicBezTo>
                    <a:pt x="220" y="813"/>
                    <a:pt x="404" y="705"/>
                    <a:pt x="588" y="597"/>
                  </a:cubicBezTo>
                  <a:lnTo>
                    <a:pt x="588" y="597"/>
                  </a:lnTo>
                  <a:lnTo>
                    <a:pt x="496" y="777"/>
                  </a:lnTo>
                  <a:cubicBezTo>
                    <a:pt x="752" y="577"/>
                    <a:pt x="1188" y="569"/>
                    <a:pt x="1512" y="549"/>
                  </a:cubicBezTo>
                  <a:lnTo>
                    <a:pt x="1512" y="549"/>
                  </a:lnTo>
                  <a:cubicBezTo>
                    <a:pt x="1120" y="697"/>
                    <a:pt x="664" y="861"/>
                    <a:pt x="444" y="1221"/>
                  </a:cubicBezTo>
                  <a:cubicBezTo>
                    <a:pt x="548" y="1137"/>
                    <a:pt x="668" y="1081"/>
                    <a:pt x="796" y="1053"/>
                  </a:cubicBezTo>
                  <a:lnTo>
                    <a:pt x="796" y="1053"/>
                  </a:lnTo>
                  <a:cubicBezTo>
                    <a:pt x="660" y="1145"/>
                    <a:pt x="524" y="1241"/>
                    <a:pt x="440" y="1381"/>
                  </a:cubicBezTo>
                  <a:cubicBezTo>
                    <a:pt x="556" y="1357"/>
                    <a:pt x="676" y="1341"/>
                    <a:pt x="796" y="1333"/>
                  </a:cubicBezTo>
                  <a:lnTo>
                    <a:pt x="796" y="1333"/>
                  </a:lnTo>
                  <a:cubicBezTo>
                    <a:pt x="780" y="1337"/>
                    <a:pt x="768" y="1357"/>
                    <a:pt x="776" y="1373"/>
                  </a:cubicBezTo>
                  <a:cubicBezTo>
                    <a:pt x="808" y="1368"/>
                    <a:pt x="842" y="1365"/>
                    <a:pt x="876" y="1365"/>
                  </a:cubicBezTo>
                  <a:cubicBezTo>
                    <a:pt x="898" y="1365"/>
                    <a:pt x="919" y="1366"/>
                    <a:pt x="940" y="1369"/>
                  </a:cubicBezTo>
                  <a:cubicBezTo>
                    <a:pt x="892" y="1433"/>
                    <a:pt x="836" y="1485"/>
                    <a:pt x="776" y="1537"/>
                  </a:cubicBezTo>
                  <a:cubicBezTo>
                    <a:pt x="903" y="1529"/>
                    <a:pt x="1032" y="1522"/>
                    <a:pt x="1160" y="1522"/>
                  </a:cubicBezTo>
                  <a:cubicBezTo>
                    <a:pt x="1443" y="1522"/>
                    <a:pt x="1722" y="1557"/>
                    <a:pt x="1964" y="1697"/>
                  </a:cubicBezTo>
                  <a:cubicBezTo>
                    <a:pt x="1900" y="1695"/>
                    <a:pt x="1835" y="1694"/>
                    <a:pt x="1771" y="1694"/>
                  </a:cubicBezTo>
                  <a:cubicBezTo>
                    <a:pt x="1483" y="1694"/>
                    <a:pt x="1197" y="1716"/>
                    <a:pt x="912" y="1765"/>
                  </a:cubicBezTo>
                  <a:cubicBezTo>
                    <a:pt x="937" y="1774"/>
                    <a:pt x="962" y="1783"/>
                    <a:pt x="988" y="1790"/>
                  </a:cubicBezTo>
                  <a:lnTo>
                    <a:pt x="988" y="1790"/>
                  </a:lnTo>
                  <a:cubicBezTo>
                    <a:pt x="952" y="1788"/>
                    <a:pt x="916" y="1788"/>
                    <a:pt x="880" y="1788"/>
                  </a:cubicBezTo>
                  <a:cubicBezTo>
                    <a:pt x="658" y="1788"/>
                    <a:pt x="436" y="1810"/>
                    <a:pt x="216" y="1833"/>
                  </a:cubicBezTo>
                  <a:lnTo>
                    <a:pt x="816" y="2009"/>
                  </a:lnTo>
                  <a:cubicBezTo>
                    <a:pt x="908" y="2041"/>
                    <a:pt x="1004" y="2061"/>
                    <a:pt x="1104" y="2077"/>
                  </a:cubicBezTo>
                  <a:cubicBezTo>
                    <a:pt x="1292" y="2105"/>
                    <a:pt x="1492" y="2073"/>
                    <a:pt x="1676" y="2117"/>
                  </a:cubicBezTo>
                  <a:cubicBezTo>
                    <a:pt x="1832" y="2153"/>
                    <a:pt x="1976" y="2245"/>
                    <a:pt x="2136" y="2265"/>
                  </a:cubicBezTo>
                  <a:cubicBezTo>
                    <a:pt x="2167" y="2268"/>
                    <a:pt x="2198" y="2269"/>
                    <a:pt x="2228" y="2269"/>
                  </a:cubicBezTo>
                  <a:cubicBezTo>
                    <a:pt x="2289" y="2269"/>
                    <a:pt x="2350" y="2265"/>
                    <a:pt x="2408" y="2265"/>
                  </a:cubicBezTo>
                  <a:cubicBezTo>
                    <a:pt x="2437" y="2268"/>
                    <a:pt x="2465" y="2269"/>
                    <a:pt x="2493" y="2269"/>
                  </a:cubicBezTo>
                  <a:cubicBezTo>
                    <a:pt x="2545" y="2269"/>
                    <a:pt x="2597" y="2265"/>
                    <a:pt x="2648" y="2257"/>
                  </a:cubicBezTo>
                  <a:cubicBezTo>
                    <a:pt x="2772" y="2217"/>
                    <a:pt x="2868" y="2109"/>
                    <a:pt x="2896" y="1981"/>
                  </a:cubicBezTo>
                  <a:cubicBezTo>
                    <a:pt x="2920" y="1849"/>
                    <a:pt x="2916" y="1717"/>
                    <a:pt x="2880" y="1593"/>
                  </a:cubicBezTo>
                  <a:lnTo>
                    <a:pt x="2880" y="1593"/>
                  </a:lnTo>
                  <a:cubicBezTo>
                    <a:pt x="2884" y="1657"/>
                    <a:pt x="2864" y="1725"/>
                    <a:pt x="2824" y="1777"/>
                  </a:cubicBezTo>
                  <a:cubicBezTo>
                    <a:pt x="2876" y="1533"/>
                    <a:pt x="2820" y="1277"/>
                    <a:pt x="2764" y="1033"/>
                  </a:cubicBezTo>
                  <a:cubicBezTo>
                    <a:pt x="2736" y="885"/>
                    <a:pt x="2688" y="741"/>
                    <a:pt x="2624" y="605"/>
                  </a:cubicBezTo>
                  <a:cubicBezTo>
                    <a:pt x="2556" y="469"/>
                    <a:pt x="2436" y="365"/>
                    <a:pt x="2288" y="321"/>
                  </a:cubicBezTo>
                  <a:lnTo>
                    <a:pt x="2288" y="321"/>
                  </a:lnTo>
                  <a:cubicBezTo>
                    <a:pt x="2404" y="333"/>
                    <a:pt x="2512" y="393"/>
                    <a:pt x="2584" y="489"/>
                  </a:cubicBezTo>
                  <a:cubicBezTo>
                    <a:pt x="2504" y="317"/>
                    <a:pt x="2368" y="181"/>
                    <a:pt x="2200" y="97"/>
                  </a:cubicBezTo>
                  <a:cubicBezTo>
                    <a:pt x="2060" y="26"/>
                    <a:pt x="1907" y="0"/>
                    <a:pt x="17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89"/>
            <p:cNvSpPr/>
            <p:nvPr/>
          </p:nvSpPr>
          <p:spPr>
            <a:xfrm flipH="1">
              <a:off x="1093784" y="2342608"/>
              <a:ext cx="332076" cy="304500"/>
            </a:xfrm>
            <a:custGeom>
              <a:avLst/>
              <a:gdLst/>
              <a:ahLst/>
              <a:cxnLst/>
              <a:rect l="l" t="t" r="r" b="b"/>
              <a:pathLst>
                <a:path w="2866" h="2628" extrusionOk="0">
                  <a:moveTo>
                    <a:pt x="2482" y="1523"/>
                  </a:moveTo>
                  <a:cubicBezTo>
                    <a:pt x="2480" y="1524"/>
                    <a:pt x="2479" y="1524"/>
                    <a:pt x="2477" y="1524"/>
                  </a:cubicBezTo>
                  <a:cubicBezTo>
                    <a:pt x="2480" y="1525"/>
                    <a:pt x="2483" y="1526"/>
                    <a:pt x="2485" y="1527"/>
                  </a:cubicBezTo>
                  <a:lnTo>
                    <a:pt x="2485" y="1527"/>
                  </a:lnTo>
                  <a:cubicBezTo>
                    <a:pt x="2484" y="1526"/>
                    <a:pt x="2483" y="1525"/>
                    <a:pt x="2482" y="1523"/>
                  </a:cubicBezTo>
                  <a:close/>
                  <a:moveTo>
                    <a:pt x="2485" y="1527"/>
                  </a:moveTo>
                  <a:lnTo>
                    <a:pt x="2485" y="1527"/>
                  </a:lnTo>
                  <a:cubicBezTo>
                    <a:pt x="2519" y="1559"/>
                    <a:pt x="2548" y="1596"/>
                    <a:pt x="2569" y="1636"/>
                  </a:cubicBezTo>
                  <a:cubicBezTo>
                    <a:pt x="2562" y="1587"/>
                    <a:pt x="2529" y="1545"/>
                    <a:pt x="2485" y="1527"/>
                  </a:cubicBezTo>
                  <a:close/>
                  <a:moveTo>
                    <a:pt x="1072" y="1"/>
                  </a:moveTo>
                  <a:cubicBezTo>
                    <a:pt x="1035" y="1"/>
                    <a:pt x="998" y="2"/>
                    <a:pt x="961" y="4"/>
                  </a:cubicBezTo>
                  <a:cubicBezTo>
                    <a:pt x="952" y="3"/>
                    <a:pt x="943" y="3"/>
                    <a:pt x="934" y="3"/>
                  </a:cubicBezTo>
                  <a:cubicBezTo>
                    <a:pt x="852" y="3"/>
                    <a:pt x="773" y="20"/>
                    <a:pt x="697" y="56"/>
                  </a:cubicBezTo>
                  <a:cubicBezTo>
                    <a:pt x="553" y="132"/>
                    <a:pt x="485" y="304"/>
                    <a:pt x="445" y="464"/>
                  </a:cubicBezTo>
                  <a:cubicBezTo>
                    <a:pt x="401" y="620"/>
                    <a:pt x="369" y="796"/>
                    <a:pt x="253" y="912"/>
                  </a:cubicBezTo>
                  <a:cubicBezTo>
                    <a:pt x="237" y="824"/>
                    <a:pt x="221" y="732"/>
                    <a:pt x="205" y="640"/>
                  </a:cubicBezTo>
                  <a:cubicBezTo>
                    <a:pt x="97" y="880"/>
                    <a:pt x="33" y="1140"/>
                    <a:pt x="13" y="1400"/>
                  </a:cubicBezTo>
                  <a:cubicBezTo>
                    <a:pt x="1" y="1496"/>
                    <a:pt x="13" y="1596"/>
                    <a:pt x="49" y="1684"/>
                  </a:cubicBezTo>
                  <a:cubicBezTo>
                    <a:pt x="77" y="1732"/>
                    <a:pt x="109" y="1772"/>
                    <a:pt x="149" y="1812"/>
                  </a:cubicBezTo>
                  <a:cubicBezTo>
                    <a:pt x="337" y="2020"/>
                    <a:pt x="553" y="2208"/>
                    <a:pt x="789" y="2364"/>
                  </a:cubicBezTo>
                  <a:cubicBezTo>
                    <a:pt x="1025" y="2520"/>
                    <a:pt x="1297" y="2612"/>
                    <a:pt x="1581" y="2628"/>
                  </a:cubicBezTo>
                  <a:cubicBezTo>
                    <a:pt x="1389" y="2600"/>
                    <a:pt x="1221" y="2476"/>
                    <a:pt x="1141" y="2296"/>
                  </a:cubicBezTo>
                  <a:lnTo>
                    <a:pt x="1141" y="2296"/>
                  </a:lnTo>
                  <a:cubicBezTo>
                    <a:pt x="1257" y="2328"/>
                    <a:pt x="1373" y="2364"/>
                    <a:pt x="1489" y="2408"/>
                  </a:cubicBezTo>
                  <a:cubicBezTo>
                    <a:pt x="1469" y="2352"/>
                    <a:pt x="1429" y="2308"/>
                    <a:pt x="1377" y="2280"/>
                  </a:cubicBezTo>
                  <a:lnTo>
                    <a:pt x="1377" y="2280"/>
                  </a:lnTo>
                  <a:lnTo>
                    <a:pt x="1497" y="2328"/>
                  </a:lnTo>
                  <a:cubicBezTo>
                    <a:pt x="1485" y="2296"/>
                    <a:pt x="1473" y="2264"/>
                    <a:pt x="1461" y="2236"/>
                  </a:cubicBezTo>
                  <a:cubicBezTo>
                    <a:pt x="1490" y="2222"/>
                    <a:pt x="1523" y="2214"/>
                    <a:pt x="1556" y="2214"/>
                  </a:cubicBezTo>
                  <a:cubicBezTo>
                    <a:pt x="1578" y="2214"/>
                    <a:pt x="1600" y="2218"/>
                    <a:pt x="1621" y="2224"/>
                  </a:cubicBezTo>
                  <a:cubicBezTo>
                    <a:pt x="1657" y="2232"/>
                    <a:pt x="1689" y="2252"/>
                    <a:pt x="1725" y="2264"/>
                  </a:cubicBezTo>
                  <a:cubicBezTo>
                    <a:pt x="1777" y="2284"/>
                    <a:pt x="1829" y="2296"/>
                    <a:pt x="1881" y="2300"/>
                  </a:cubicBezTo>
                  <a:lnTo>
                    <a:pt x="2197" y="2344"/>
                  </a:lnTo>
                  <a:cubicBezTo>
                    <a:pt x="2185" y="2312"/>
                    <a:pt x="2145" y="2304"/>
                    <a:pt x="2117" y="2280"/>
                  </a:cubicBezTo>
                  <a:cubicBezTo>
                    <a:pt x="2091" y="2262"/>
                    <a:pt x="2096" y="2206"/>
                    <a:pt x="2121" y="2206"/>
                  </a:cubicBezTo>
                  <a:cubicBezTo>
                    <a:pt x="2124" y="2206"/>
                    <a:pt x="2126" y="2207"/>
                    <a:pt x="2129" y="2208"/>
                  </a:cubicBezTo>
                  <a:cubicBezTo>
                    <a:pt x="2093" y="2172"/>
                    <a:pt x="2049" y="2140"/>
                    <a:pt x="2001" y="2120"/>
                  </a:cubicBezTo>
                  <a:cubicBezTo>
                    <a:pt x="1857" y="2040"/>
                    <a:pt x="1765" y="1896"/>
                    <a:pt x="1681" y="1752"/>
                  </a:cubicBezTo>
                  <a:cubicBezTo>
                    <a:pt x="1525" y="1484"/>
                    <a:pt x="1373" y="1216"/>
                    <a:pt x="1225" y="940"/>
                  </a:cubicBezTo>
                  <a:cubicBezTo>
                    <a:pt x="1153" y="804"/>
                    <a:pt x="1081" y="656"/>
                    <a:pt x="1117" y="508"/>
                  </a:cubicBezTo>
                  <a:lnTo>
                    <a:pt x="1117" y="508"/>
                  </a:lnTo>
                  <a:cubicBezTo>
                    <a:pt x="1361" y="1056"/>
                    <a:pt x="1769" y="1512"/>
                    <a:pt x="2285" y="1816"/>
                  </a:cubicBezTo>
                  <a:cubicBezTo>
                    <a:pt x="2217" y="1644"/>
                    <a:pt x="2141" y="1456"/>
                    <a:pt x="1985" y="1364"/>
                  </a:cubicBezTo>
                  <a:cubicBezTo>
                    <a:pt x="1995" y="1362"/>
                    <a:pt x="2005" y="1362"/>
                    <a:pt x="2014" y="1362"/>
                  </a:cubicBezTo>
                  <a:cubicBezTo>
                    <a:pt x="2126" y="1362"/>
                    <a:pt x="2226" y="1465"/>
                    <a:pt x="2281" y="1568"/>
                  </a:cubicBezTo>
                  <a:cubicBezTo>
                    <a:pt x="2341" y="1684"/>
                    <a:pt x="2373" y="1812"/>
                    <a:pt x="2457" y="1908"/>
                  </a:cubicBezTo>
                  <a:lnTo>
                    <a:pt x="2433" y="1484"/>
                  </a:lnTo>
                  <a:lnTo>
                    <a:pt x="2433" y="1484"/>
                  </a:lnTo>
                  <a:cubicBezTo>
                    <a:pt x="2450" y="1496"/>
                    <a:pt x="2466" y="1509"/>
                    <a:pt x="2482" y="1523"/>
                  </a:cubicBezTo>
                  <a:lnTo>
                    <a:pt x="2482" y="1523"/>
                  </a:lnTo>
                  <a:cubicBezTo>
                    <a:pt x="2493" y="1522"/>
                    <a:pt x="2504" y="1522"/>
                    <a:pt x="2515" y="1522"/>
                  </a:cubicBezTo>
                  <a:cubicBezTo>
                    <a:pt x="2622" y="1522"/>
                    <a:pt x="2725" y="1565"/>
                    <a:pt x="2825" y="1604"/>
                  </a:cubicBezTo>
                  <a:cubicBezTo>
                    <a:pt x="2569" y="1428"/>
                    <a:pt x="2325" y="1228"/>
                    <a:pt x="2101" y="1012"/>
                  </a:cubicBezTo>
                  <a:cubicBezTo>
                    <a:pt x="2136" y="1009"/>
                    <a:pt x="2172" y="1008"/>
                    <a:pt x="2207" y="1008"/>
                  </a:cubicBezTo>
                  <a:cubicBezTo>
                    <a:pt x="2289" y="1008"/>
                    <a:pt x="2372" y="1015"/>
                    <a:pt x="2453" y="1032"/>
                  </a:cubicBezTo>
                  <a:cubicBezTo>
                    <a:pt x="2565" y="1056"/>
                    <a:pt x="2669" y="1120"/>
                    <a:pt x="2737" y="1216"/>
                  </a:cubicBezTo>
                  <a:cubicBezTo>
                    <a:pt x="2749" y="1240"/>
                    <a:pt x="2769" y="1264"/>
                    <a:pt x="2793" y="1276"/>
                  </a:cubicBezTo>
                  <a:cubicBezTo>
                    <a:pt x="2800" y="1280"/>
                    <a:pt x="2808" y="1282"/>
                    <a:pt x="2816" y="1282"/>
                  </a:cubicBezTo>
                  <a:cubicBezTo>
                    <a:pt x="2836" y="1282"/>
                    <a:pt x="2857" y="1269"/>
                    <a:pt x="2857" y="1252"/>
                  </a:cubicBezTo>
                  <a:lnTo>
                    <a:pt x="2865" y="1244"/>
                  </a:lnTo>
                  <a:cubicBezTo>
                    <a:pt x="2757" y="972"/>
                    <a:pt x="2629" y="696"/>
                    <a:pt x="2409" y="500"/>
                  </a:cubicBezTo>
                  <a:cubicBezTo>
                    <a:pt x="2249" y="368"/>
                    <a:pt x="2065" y="260"/>
                    <a:pt x="1869" y="188"/>
                  </a:cubicBezTo>
                  <a:cubicBezTo>
                    <a:pt x="1725" y="120"/>
                    <a:pt x="1573" y="68"/>
                    <a:pt x="1413" y="32"/>
                  </a:cubicBezTo>
                  <a:cubicBezTo>
                    <a:pt x="1301" y="11"/>
                    <a:pt x="1187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89"/>
            <p:cNvSpPr/>
            <p:nvPr/>
          </p:nvSpPr>
          <p:spPr>
            <a:xfrm flipH="1">
              <a:off x="1078026" y="2732270"/>
              <a:ext cx="324081" cy="306701"/>
            </a:xfrm>
            <a:custGeom>
              <a:avLst/>
              <a:gdLst/>
              <a:ahLst/>
              <a:cxnLst/>
              <a:rect l="l" t="t" r="r" b="b"/>
              <a:pathLst>
                <a:path w="2797" h="2647" extrusionOk="0">
                  <a:moveTo>
                    <a:pt x="1744" y="1"/>
                  </a:moveTo>
                  <a:lnTo>
                    <a:pt x="1096" y="249"/>
                  </a:lnTo>
                  <a:cubicBezTo>
                    <a:pt x="948" y="301"/>
                    <a:pt x="808" y="365"/>
                    <a:pt x="676" y="441"/>
                  </a:cubicBezTo>
                  <a:cubicBezTo>
                    <a:pt x="212" y="745"/>
                    <a:pt x="0" y="1317"/>
                    <a:pt x="156" y="1849"/>
                  </a:cubicBezTo>
                  <a:cubicBezTo>
                    <a:pt x="164" y="1689"/>
                    <a:pt x="256" y="1541"/>
                    <a:pt x="396" y="1465"/>
                  </a:cubicBezTo>
                  <a:lnTo>
                    <a:pt x="416" y="1997"/>
                  </a:lnTo>
                  <a:cubicBezTo>
                    <a:pt x="412" y="2049"/>
                    <a:pt x="424" y="2101"/>
                    <a:pt x="448" y="2145"/>
                  </a:cubicBezTo>
                  <a:cubicBezTo>
                    <a:pt x="466" y="2173"/>
                    <a:pt x="497" y="2188"/>
                    <a:pt x="528" y="2188"/>
                  </a:cubicBezTo>
                  <a:cubicBezTo>
                    <a:pt x="546" y="2188"/>
                    <a:pt x="564" y="2183"/>
                    <a:pt x="580" y="2173"/>
                  </a:cubicBezTo>
                  <a:cubicBezTo>
                    <a:pt x="620" y="2253"/>
                    <a:pt x="712" y="2297"/>
                    <a:pt x="796" y="2337"/>
                  </a:cubicBezTo>
                  <a:lnTo>
                    <a:pt x="896" y="2381"/>
                  </a:lnTo>
                  <a:cubicBezTo>
                    <a:pt x="940" y="2401"/>
                    <a:pt x="990" y="2419"/>
                    <a:pt x="1036" y="2419"/>
                  </a:cubicBezTo>
                  <a:cubicBezTo>
                    <a:pt x="1065" y="2419"/>
                    <a:pt x="1093" y="2412"/>
                    <a:pt x="1116" y="2393"/>
                  </a:cubicBezTo>
                  <a:lnTo>
                    <a:pt x="1148" y="2465"/>
                  </a:lnTo>
                  <a:cubicBezTo>
                    <a:pt x="1332" y="2441"/>
                    <a:pt x="1512" y="2401"/>
                    <a:pt x="1688" y="2345"/>
                  </a:cubicBezTo>
                  <a:lnTo>
                    <a:pt x="1688" y="2345"/>
                  </a:lnTo>
                  <a:cubicBezTo>
                    <a:pt x="1660" y="2397"/>
                    <a:pt x="1644" y="2461"/>
                    <a:pt x="1636" y="2521"/>
                  </a:cubicBezTo>
                  <a:lnTo>
                    <a:pt x="1724" y="2509"/>
                  </a:lnTo>
                  <a:lnTo>
                    <a:pt x="1656" y="2633"/>
                  </a:lnTo>
                  <a:cubicBezTo>
                    <a:pt x="1696" y="2642"/>
                    <a:pt x="1735" y="2646"/>
                    <a:pt x="1775" y="2646"/>
                  </a:cubicBezTo>
                  <a:cubicBezTo>
                    <a:pt x="1997" y="2646"/>
                    <a:pt x="2213" y="2514"/>
                    <a:pt x="2400" y="2381"/>
                  </a:cubicBezTo>
                  <a:cubicBezTo>
                    <a:pt x="2452" y="2349"/>
                    <a:pt x="2496" y="2313"/>
                    <a:pt x="2532" y="2269"/>
                  </a:cubicBezTo>
                  <a:cubicBezTo>
                    <a:pt x="2564" y="2225"/>
                    <a:pt x="2588" y="2185"/>
                    <a:pt x="2604" y="2137"/>
                  </a:cubicBezTo>
                  <a:cubicBezTo>
                    <a:pt x="2740" y="1809"/>
                    <a:pt x="2796" y="1457"/>
                    <a:pt x="2768" y="1105"/>
                  </a:cubicBezTo>
                  <a:lnTo>
                    <a:pt x="2768" y="1105"/>
                  </a:lnTo>
                  <a:cubicBezTo>
                    <a:pt x="2760" y="1261"/>
                    <a:pt x="2676" y="1401"/>
                    <a:pt x="2544" y="1481"/>
                  </a:cubicBezTo>
                  <a:cubicBezTo>
                    <a:pt x="2464" y="1301"/>
                    <a:pt x="2616" y="1105"/>
                    <a:pt x="2624" y="913"/>
                  </a:cubicBezTo>
                  <a:lnTo>
                    <a:pt x="2624" y="913"/>
                  </a:lnTo>
                  <a:cubicBezTo>
                    <a:pt x="2492" y="1237"/>
                    <a:pt x="2340" y="1589"/>
                    <a:pt x="2024" y="1745"/>
                  </a:cubicBezTo>
                  <a:cubicBezTo>
                    <a:pt x="2092" y="1657"/>
                    <a:pt x="2152" y="1561"/>
                    <a:pt x="2200" y="1457"/>
                  </a:cubicBezTo>
                  <a:lnTo>
                    <a:pt x="2200" y="1457"/>
                  </a:lnTo>
                  <a:cubicBezTo>
                    <a:pt x="2148" y="1539"/>
                    <a:pt x="2057" y="1590"/>
                    <a:pt x="1961" y="1590"/>
                  </a:cubicBezTo>
                  <a:cubicBezTo>
                    <a:pt x="1954" y="1590"/>
                    <a:pt x="1947" y="1590"/>
                    <a:pt x="1940" y="1589"/>
                  </a:cubicBezTo>
                  <a:cubicBezTo>
                    <a:pt x="1924" y="1545"/>
                    <a:pt x="1924" y="1497"/>
                    <a:pt x="1940" y="1449"/>
                  </a:cubicBezTo>
                  <a:lnTo>
                    <a:pt x="1940" y="1449"/>
                  </a:lnTo>
                  <a:cubicBezTo>
                    <a:pt x="1916" y="1453"/>
                    <a:pt x="1892" y="1457"/>
                    <a:pt x="1872" y="1465"/>
                  </a:cubicBezTo>
                  <a:cubicBezTo>
                    <a:pt x="1948" y="1149"/>
                    <a:pt x="2272" y="941"/>
                    <a:pt x="2352" y="625"/>
                  </a:cubicBezTo>
                  <a:lnTo>
                    <a:pt x="2352" y="625"/>
                  </a:lnTo>
                  <a:lnTo>
                    <a:pt x="2180" y="725"/>
                  </a:lnTo>
                  <a:cubicBezTo>
                    <a:pt x="2153" y="705"/>
                    <a:pt x="2121" y="695"/>
                    <a:pt x="2089" y="695"/>
                  </a:cubicBezTo>
                  <a:cubicBezTo>
                    <a:pt x="2056" y="695"/>
                    <a:pt x="2023" y="706"/>
                    <a:pt x="1996" y="729"/>
                  </a:cubicBezTo>
                  <a:cubicBezTo>
                    <a:pt x="2012" y="709"/>
                    <a:pt x="2028" y="689"/>
                    <a:pt x="2044" y="669"/>
                  </a:cubicBezTo>
                  <a:cubicBezTo>
                    <a:pt x="2032" y="661"/>
                    <a:pt x="2018" y="657"/>
                    <a:pt x="2004" y="657"/>
                  </a:cubicBezTo>
                  <a:cubicBezTo>
                    <a:pt x="1990" y="657"/>
                    <a:pt x="1976" y="661"/>
                    <a:pt x="1964" y="669"/>
                  </a:cubicBezTo>
                  <a:lnTo>
                    <a:pt x="2080" y="409"/>
                  </a:lnTo>
                  <a:cubicBezTo>
                    <a:pt x="2074" y="409"/>
                    <a:pt x="2069" y="408"/>
                    <a:pt x="2063" y="408"/>
                  </a:cubicBezTo>
                  <a:cubicBezTo>
                    <a:pt x="1942" y="408"/>
                    <a:pt x="1831" y="488"/>
                    <a:pt x="1732" y="561"/>
                  </a:cubicBezTo>
                  <a:lnTo>
                    <a:pt x="1428" y="797"/>
                  </a:lnTo>
                  <a:cubicBezTo>
                    <a:pt x="1092" y="1049"/>
                    <a:pt x="752" y="1313"/>
                    <a:pt x="544" y="1673"/>
                  </a:cubicBezTo>
                  <a:cubicBezTo>
                    <a:pt x="504" y="1593"/>
                    <a:pt x="524" y="1497"/>
                    <a:pt x="556" y="1413"/>
                  </a:cubicBezTo>
                  <a:cubicBezTo>
                    <a:pt x="724" y="965"/>
                    <a:pt x="1116" y="645"/>
                    <a:pt x="1488" y="345"/>
                  </a:cubicBezTo>
                  <a:lnTo>
                    <a:pt x="1488" y="345"/>
                  </a:lnTo>
                  <a:lnTo>
                    <a:pt x="1260" y="361"/>
                  </a:lnTo>
                  <a:lnTo>
                    <a:pt x="1716" y="49"/>
                  </a:lnTo>
                  <a:lnTo>
                    <a:pt x="17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89"/>
            <p:cNvSpPr/>
            <p:nvPr/>
          </p:nvSpPr>
          <p:spPr>
            <a:xfrm flipH="1">
              <a:off x="629385" y="2754285"/>
              <a:ext cx="356524" cy="314928"/>
            </a:xfrm>
            <a:custGeom>
              <a:avLst/>
              <a:gdLst/>
              <a:ahLst/>
              <a:cxnLst/>
              <a:rect l="l" t="t" r="r" b="b"/>
              <a:pathLst>
                <a:path w="3077" h="2718" extrusionOk="0">
                  <a:moveTo>
                    <a:pt x="1963" y="1"/>
                  </a:moveTo>
                  <a:cubicBezTo>
                    <a:pt x="1946" y="1"/>
                    <a:pt x="1929" y="1"/>
                    <a:pt x="1912" y="3"/>
                  </a:cubicBezTo>
                  <a:cubicBezTo>
                    <a:pt x="2004" y="7"/>
                    <a:pt x="2076" y="79"/>
                    <a:pt x="2084" y="171"/>
                  </a:cubicBezTo>
                  <a:cubicBezTo>
                    <a:pt x="1883" y="81"/>
                    <a:pt x="1664" y="36"/>
                    <a:pt x="1443" y="36"/>
                  </a:cubicBezTo>
                  <a:cubicBezTo>
                    <a:pt x="1409" y="36"/>
                    <a:pt x="1374" y="37"/>
                    <a:pt x="1340" y="39"/>
                  </a:cubicBezTo>
                  <a:cubicBezTo>
                    <a:pt x="1728" y="123"/>
                    <a:pt x="2088" y="295"/>
                    <a:pt x="2388" y="551"/>
                  </a:cubicBezTo>
                  <a:cubicBezTo>
                    <a:pt x="2484" y="627"/>
                    <a:pt x="2564" y="719"/>
                    <a:pt x="2620" y="827"/>
                  </a:cubicBezTo>
                  <a:cubicBezTo>
                    <a:pt x="2672" y="927"/>
                    <a:pt x="2676" y="1067"/>
                    <a:pt x="2588" y="1135"/>
                  </a:cubicBezTo>
                  <a:cubicBezTo>
                    <a:pt x="2559" y="1158"/>
                    <a:pt x="2523" y="1168"/>
                    <a:pt x="2485" y="1168"/>
                  </a:cubicBezTo>
                  <a:cubicBezTo>
                    <a:pt x="2424" y="1168"/>
                    <a:pt x="2359" y="1142"/>
                    <a:pt x="2312" y="1103"/>
                  </a:cubicBezTo>
                  <a:cubicBezTo>
                    <a:pt x="2236" y="1039"/>
                    <a:pt x="2188" y="947"/>
                    <a:pt x="2132" y="863"/>
                  </a:cubicBezTo>
                  <a:cubicBezTo>
                    <a:pt x="2080" y="779"/>
                    <a:pt x="2008" y="695"/>
                    <a:pt x="1912" y="671"/>
                  </a:cubicBezTo>
                  <a:lnTo>
                    <a:pt x="1912" y="671"/>
                  </a:lnTo>
                  <a:cubicBezTo>
                    <a:pt x="1912" y="711"/>
                    <a:pt x="1924" y="751"/>
                    <a:pt x="1948" y="787"/>
                  </a:cubicBezTo>
                  <a:cubicBezTo>
                    <a:pt x="1824" y="743"/>
                    <a:pt x="1704" y="683"/>
                    <a:pt x="1592" y="611"/>
                  </a:cubicBezTo>
                  <a:lnTo>
                    <a:pt x="1136" y="331"/>
                  </a:lnTo>
                  <a:lnTo>
                    <a:pt x="1136" y="331"/>
                  </a:lnTo>
                  <a:cubicBezTo>
                    <a:pt x="1284" y="459"/>
                    <a:pt x="1380" y="639"/>
                    <a:pt x="1408" y="831"/>
                  </a:cubicBezTo>
                  <a:cubicBezTo>
                    <a:pt x="1224" y="819"/>
                    <a:pt x="1108" y="643"/>
                    <a:pt x="1020" y="483"/>
                  </a:cubicBezTo>
                  <a:lnTo>
                    <a:pt x="1020" y="483"/>
                  </a:lnTo>
                  <a:cubicBezTo>
                    <a:pt x="1052" y="615"/>
                    <a:pt x="1076" y="751"/>
                    <a:pt x="1080" y="891"/>
                  </a:cubicBezTo>
                  <a:cubicBezTo>
                    <a:pt x="908" y="755"/>
                    <a:pt x="824" y="539"/>
                    <a:pt x="748" y="331"/>
                  </a:cubicBezTo>
                  <a:lnTo>
                    <a:pt x="748" y="331"/>
                  </a:lnTo>
                  <a:cubicBezTo>
                    <a:pt x="868" y="763"/>
                    <a:pt x="1028" y="1183"/>
                    <a:pt x="1224" y="1583"/>
                  </a:cubicBezTo>
                  <a:cubicBezTo>
                    <a:pt x="1276" y="1703"/>
                    <a:pt x="1344" y="1811"/>
                    <a:pt x="1428" y="1911"/>
                  </a:cubicBezTo>
                  <a:cubicBezTo>
                    <a:pt x="1504" y="1999"/>
                    <a:pt x="1600" y="2071"/>
                    <a:pt x="1644" y="2179"/>
                  </a:cubicBezTo>
                  <a:cubicBezTo>
                    <a:pt x="1617" y="2187"/>
                    <a:pt x="1590" y="2191"/>
                    <a:pt x="1563" y="2191"/>
                  </a:cubicBezTo>
                  <a:cubicBezTo>
                    <a:pt x="1511" y="2191"/>
                    <a:pt x="1461" y="2176"/>
                    <a:pt x="1416" y="2147"/>
                  </a:cubicBezTo>
                  <a:cubicBezTo>
                    <a:pt x="1348" y="2107"/>
                    <a:pt x="1284" y="2055"/>
                    <a:pt x="1216" y="2023"/>
                  </a:cubicBezTo>
                  <a:cubicBezTo>
                    <a:pt x="1160" y="2003"/>
                    <a:pt x="1104" y="1975"/>
                    <a:pt x="1056" y="1947"/>
                  </a:cubicBezTo>
                  <a:cubicBezTo>
                    <a:pt x="1012" y="1911"/>
                    <a:pt x="980" y="1871"/>
                    <a:pt x="956" y="1823"/>
                  </a:cubicBezTo>
                  <a:cubicBezTo>
                    <a:pt x="760" y="1503"/>
                    <a:pt x="620" y="1155"/>
                    <a:pt x="532" y="795"/>
                  </a:cubicBezTo>
                  <a:lnTo>
                    <a:pt x="532" y="795"/>
                  </a:lnTo>
                  <a:cubicBezTo>
                    <a:pt x="544" y="939"/>
                    <a:pt x="556" y="1083"/>
                    <a:pt x="564" y="1231"/>
                  </a:cubicBezTo>
                  <a:cubicBezTo>
                    <a:pt x="564" y="1287"/>
                    <a:pt x="556" y="1359"/>
                    <a:pt x="504" y="1379"/>
                  </a:cubicBezTo>
                  <a:cubicBezTo>
                    <a:pt x="428" y="1223"/>
                    <a:pt x="392" y="1051"/>
                    <a:pt x="400" y="879"/>
                  </a:cubicBezTo>
                  <a:lnTo>
                    <a:pt x="400" y="879"/>
                  </a:lnTo>
                  <a:cubicBezTo>
                    <a:pt x="376" y="939"/>
                    <a:pt x="360" y="1007"/>
                    <a:pt x="352" y="1075"/>
                  </a:cubicBezTo>
                  <a:cubicBezTo>
                    <a:pt x="356" y="867"/>
                    <a:pt x="292" y="659"/>
                    <a:pt x="168" y="495"/>
                  </a:cubicBezTo>
                  <a:cubicBezTo>
                    <a:pt x="144" y="459"/>
                    <a:pt x="112" y="435"/>
                    <a:pt x="72" y="431"/>
                  </a:cubicBezTo>
                  <a:cubicBezTo>
                    <a:pt x="32" y="431"/>
                    <a:pt x="0" y="487"/>
                    <a:pt x="32" y="511"/>
                  </a:cubicBezTo>
                  <a:lnTo>
                    <a:pt x="44" y="459"/>
                  </a:lnTo>
                  <a:lnTo>
                    <a:pt x="124" y="947"/>
                  </a:lnTo>
                  <a:cubicBezTo>
                    <a:pt x="136" y="1007"/>
                    <a:pt x="148" y="1067"/>
                    <a:pt x="164" y="1127"/>
                  </a:cubicBezTo>
                  <a:cubicBezTo>
                    <a:pt x="184" y="1211"/>
                    <a:pt x="224" y="1291"/>
                    <a:pt x="248" y="1375"/>
                  </a:cubicBezTo>
                  <a:cubicBezTo>
                    <a:pt x="292" y="1543"/>
                    <a:pt x="284" y="1719"/>
                    <a:pt x="312" y="1887"/>
                  </a:cubicBezTo>
                  <a:cubicBezTo>
                    <a:pt x="348" y="2123"/>
                    <a:pt x="452" y="2343"/>
                    <a:pt x="612" y="2519"/>
                  </a:cubicBezTo>
                  <a:cubicBezTo>
                    <a:pt x="652" y="2567"/>
                    <a:pt x="700" y="2607"/>
                    <a:pt x="756" y="2635"/>
                  </a:cubicBezTo>
                  <a:cubicBezTo>
                    <a:pt x="800" y="2651"/>
                    <a:pt x="848" y="2663"/>
                    <a:pt x="896" y="2671"/>
                  </a:cubicBezTo>
                  <a:cubicBezTo>
                    <a:pt x="1079" y="2701"/>
                    <a:pt x="1267" y="2717"/>
                    <a:pt x="1454" y="2717"/>
                  </a:cubicBezTo>
                  <a:cubicBezTo>
                    <a:pt x="1492" y="2717"/>
                    <a:pt x="1530" y="2716"/>
                    <a:pt x="1568" y="2715"/>
                  </a:cubicBezTo>
                  <a:cubicBezTo>
                    <a:pt x="1796" y="2707"/>
                    <a:pt x="2016" y="2635"/>
                    <a:pt x="2208" y="2511"/>
                  </a:cubicBezTo>
                  <a:lnTo>
                    <a:pt x="1984" y="2495"/>
                  </a:lnTo>
                  <a:cubicBezTo>
                    <a:pt x="2040" y="2443"/>
                    <a:pt x="2124" y="2435"/>
                    <a:pt x="2196" y="2411"/>
                  </a:cubicBezTo>
                  <a:cubicBezTo>
                    <a:pt x="2296" y="2363"/>
                    <a:pt x="2388" y="2295"/>
                    <a:pt x="2464" y="2211"/>
                  </a:cubicBezTo>
                  <a:cubicBezTo>
                    <a:pt x="2652" y="2019"/>
                    <a:pt x="2852" y="1811"/>
                    <a:pt x="2888" y="1547"/>
                  </a:cubicBezTo>
                  <a:cubicBezTo>
                    <a:pt x="2932" y="1583"/>
                    <a:pt x="2956" y="1639"/>
                    <a:pt x="2956" y="1695"/>
                  </a:cubicBezTo>
                  <a:cubicBezTo>
                    <a:pt x="3016" y="1483"/>
                    <a:pt x="3076" y="1255"/>
                    <a:pt x="3012" y="1043"/>
                  </a:cubicBezTo>
                  <a:cubicBezTo>
                    <a:pt x="2984" y="959"/>
                    <a:pt x="2948" y="883"/>
                    <a:pt x="2904" y="811"/>
                  </a:cubicBezTo>
                  <a:cubicBezTo>
                    <a:pt x="2792" y="611"/>
                    <a:pt x="2680" y="411"/>
                    <a:pt x="2520" y="255"/>
                  </a:cubicBezTo>
                  <a:cubicBezTo>
                    <a:pt x="2369" y="111"/>
                    <a:pt x="2169" y="1"/>
                    <a:pt x="19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89"/>
            <p:cNvSpPr/>
            <p:nvPr/>
          </p:nvSpPr>
          <p:spPr>
            <a:xfrm flipH="1">
              <a:off x="459757" y="2139724"/>
              <a:ext cx="997619" cy="960426"/>
            </a:xfrm>
            <a:custGeom>
              <a:avLst/>
              <a:gdLst/>
              <a:ahLst/>
              <a:cxnLst/>
              <a:rect l="l" t="t" r="r" b="b"/>
              <a:pathLst>
                <a:path w="8610" h="8289" extrusionOk="0">
                  <a:moveTo>
                    <a:pt x="4096" y="57"/>
                  </a:moveTo>
                  <a:cubicBezTo>
                    <a:pt x="4154" y="57"/>
                    <a:pt x="4212" y="61"/>
                    <a:pt x="4269" y="67"/>
                  </a:cubicBezTo>
                  <a:cubicBezTo>
                    <a:pt x="4453" y="83"/>
                    <a:pt x="4641" y="119"/>
                    <a:pt x="4821" y="179"/>
                  </a:cubicBezTo>
                  <a:cubicBezTo>
                    <a:pt x="5001" y="235"/>
                    <a:pt x="5173" y="311"/>
                    <a:pt x="5333" y="407"/>
                  </a:cubicBezTo>
                  <a:cubicBezTo>
                    <a:pt x="5493" y="495"/>
                    <a:pt x="5637" y="611"/>
                    <a:pt x="5761" y="743"/>
                  </a:cubicBezTo>
                  <a:cubicBezTo>
                    <a:pt x="5881" y="871"/>
                    <a:pt x="5973" y="1027"/>
                    <a:pt x="6025" y="1195"/>
                  </a:cubicBezTo>
                  <a:cubicBezTo>
                    <a:pt x="6049" y="1275"/>
                    <a:pt x="6061" y="1359"/>
                    <a:pt x="6069" y="1443"/>
                  </a:cubicBezTo>
                  <a:cubicBezTo>
                    <a:pt x="6069" y="1467"/>
                    <a:pt x="6069" y="1487"/>
                    <a:pt x="6069" y="1507"/>
                  </a:cubicBezTo>
                  <a:lnTo>
                    <a:pt x="6069" y="1567"/>
                  </a:lnTo>
                  <a:cubicBezTo>
                    <a:pt x="6061" y="1611"/>
                    <a:pt x="6057" y="1655"/>
                    <a:pt x="6053" y="1699"/>
                  </a:cubicBezTo>
                  <a:lnTo>
                    <a:pt x="6045" y="1767"/>
                  </a:lnTo>
                  <a:lnTo>
                    <a:pt x="6029" y="1827"/>
                  </a:lnTo>
                  <a:cubicBezTo>
                    <a:pt x="6017" y="1867"/>
                    <a:pt x="6009" y="1907"/>
                    <a:pt x="5997" y="1947"/>
                  </a:cubicBezTo>
                  <a:cubicBezTo>
                    <a:pt x="5973" y="2023"/>
                    <a:pt x="5941" y="2099"/>
                    <a:pt x="5905" y="2171"/>
                  </a:cubicBezTo>
                  <a:lnTo>
                    <a:pt x="5877" y="2223"/>
                  </a:lnTo>
                  <a:cubicBezTo>
                    <a:pt x="5865" y="2243"/>
                    <a:pt x="5853" y="2259"/>
                    <a:pt x="5841" y="2275"/>
                  </a:cubicBezTo>
                  <a:cubicBezTo>
                    <a:pt x="5821" y="2307"/>
                    <a:pt x="5797" y="2339"/>
                    <a:pt x="5773" y="2371"/>
                  </a:cubicBezTo>
                  <a:lnTo>
                    <a:pt x="5697" y="2463"/>
                  </a:lnTo>
                  <a:lnTo>
                    <a:pt x="5613" y="2547"/>
                  </a:lnTo>
                  <a:cubicBezTo>
                    <a:pt x="5385" y="2759"/>
                    <a:pt x="5109" y="2907"/>
                    <a:pt x="4881" y="3103"/>
                  </a:cubicBezTo>
                  <a:lnTo>
                    <a:pt x="4837" y="3139"/>
                  </a:lnTo>
                  <a:lnTo>
                    <a:pt x="4797" y="3183"/>
                  </a:lnTo>
                  <a:cubicBezTo>
                    <a:pt x="4769" y="3207"/>
                    <a:pt x="4745" y="3235"/>
                    <a:pt x="4721" y="3267"/>
                  </a:cubicBezTo>
                  <a:cubicBezTo>
                    <a:pt x="4681" y="3323"/>
                    <a:pt x="4641" y="3379"/>
                    <a:pt x="4609" y="3439"/>
                  </a:cubicBezTo>
                  <a:cubicBezTo>
                    <a:pt x="4537" y="3555"/>
                    <a:pt x="4477" y="3663"/>
                    <a:pt x="4417" y="3759"/>
                  </a:cubicBezTo>
                  <a:cubicBezTo>
                    <a:pt x="4361" y="3847"/>
                    <a:pt x="4297" y="3931"/>
                    <a:pt x="4225" y="4011"/>
                  </a:cubicBezTo>
                  <a:cubicBezTo>
                    <a:pt x="4209" y="4031"/>
                    <a:pt x="4193" y="4047"/>
                    <a:pt x="4173" y="4063"/>
                  </a:cubicBezTo>
                  <a:cubicBezTo>
                    <a:pt x="4197" y="3987"/>
                    <a:pt x="4209" y="3911"/>
                    <a:pt x="4209" y="3835"/>
                  </a:cubicBezTo>
                  <a:cubicBezTo>
                    <a:pt x="4217" y="3823"/>
                    <a:pt x="4225" y="3807"/>
                    <a:pt x="4233" y="3795"/>
                  </a:cubicBezTo>
                  <a:cubicBezTo>
                    <a:pt x="4301" y="3683"/>
                    <a:pt x="4389" y="3559"/>
                    <a:pt x="4477" y="3419"/>
                  </a:cubicBezTo>
                  <a:lnTo>
                    <a:pt x="4749" y="2983"/>
                  </a:lnTo>
                  <a:lnTo>
                    <a:pt x="5017" y="2547"/>
                  </a:lnTo>
                  <a:cubicBezTo>
                    <a:pt x="5061" y="2479"/>
                    <a:pt x="5101" y="2407"/>
                    <a:pt x="5133" y="2335"/>
                  </a:cubicBezTo>
                  <a:cubicBezTo>
                    <a:pt x="5161" y="2267"/>
                    <a:pt x="5177" y="2195"/>
                    <a:pt x="5181" y="2123"/>
                  </a:cubicBezTo>
                  <a:cubicBezTo>
                    <a:pt x="5185" y="2063"/>
                    <a:pt x="5181" y="2003"/>
                    <a:pt x="5173" y="1943"/>
                  </a:cubicBezTo>
                  <a:cubicBezTo>
                    <a:pt x="5161" y="1891"/>
                    <a:pt x="5153" y="1843"/>
                    <a:pt x="5141" y="1807"/>
                  </a:cubicBezTo>
                  <a:cubicBezTo>
                    <a:pt x="5121" y="1735"/>
                    <a:pt x="5109" y="1691"/>
                    <a:pt x="5109" y="1691"/>
                  </a:cubicBezTo>
                  <a:lnTo>
                    <a:pt x="5109" y="1691"/>
                  </a:lnTo>
                  <a:lnTo>
                    <a:pt x="5133" y="1811"/>
                  </a:lnTo>
                  <a:cubicBezTo>
                    <a:pt x="5153" y="1911"/>
                    <a:pt x="5157" y="2015"/>
                    <a:pt x="5149" y="2123"/>
                  </a:cubicBezTo>
                  <a:cubicBezTo>
                    <a:pt x="5141" y="2191"/>
                    <a:pt x="5121" y="2255"/>
                    <a:pt x="5089" y="2319"/>
                  </a:cubicBezTo>
                  <a:cubicBezTo>
                    <a:pt x="5057" y="2387"/>
                    <a:pt x="5017" y="2455"/>
                    <a:pt x="4973" y="2519"/>
                  </a:cubicBezTo>
                  <a:cubicBezTo>
                    <a:pt x="4885" y="2655"/>
                    <a:pt x="4793" y="2803"/>
                    <a:pt x="4701" y="2951"/>
                  </a:cubicBezTo>
                  <a:lnTo>
                    <a:pt x="4433" y="3391"/>
                  </a:lnTo>
                  <a:cubicBezTo>
                    <a:pt x="4389" y="3459"/>
                    <a:pt x="4349" y="3527"/>
                    <a:pt x="4309" y="3591"/>
                  </a:cubicBezTo>
                  <a:cubicBezTo>
                    <a:pt x="4273" y="3651"/>
                    <a:pt x="4237" y="3715"/>
                    <a:pt x="4205" y="3771"/>
                  </a:cubicBezTo>
                  <a:cubicBezTo>
                    <a:pt x="4193" y="3663"/>
                    <a:pt x="4153" y="3587"/>
                    <a:pt x="4101" y="3579"/>
                  </a:cubicBezTo>
                  <a:lnTo>
                    <a:pt x="4101" y="3543"/>
                  </a:lnTo>
                  <a:lnTo>
                    <a:pt x="4101" y="3487"/>
                  </a:lnTo>
                  <a:cubicBezTo>
                    <a:pt x="4101" y="3447"/>
                    <a:pt x="4097" y="3407"/>
                    <a:pt x="4093" y="3367"/>
                  </a:cubicBezTo>
                  <a:cubicBezTo>
                    <a:pt x="4085" y="3287"/>
                    <a:pt x="4069" y="3207"/>
                    <a:pt x="4049" y="3127"/>
                  </a:cubicBezTo>
                  <a:cubicBezTo>
                    <a:pt x="4029" y="3047"/>
                    <a:pt x="4005" y="2967"/>
                    <a:pt x="3977" y="2887"/>
                  </a:cubicBezTo>
                  <a:cubicBezTo>
                    <a:pt x="3921" y="2731"/>
                    <a:pt x="3861" y="2575"/>
                    <a:pt x="3805" y="2431"/>
                  </a:cubicBezTo>
                  <a:cubicBezTo>
                    <a:pt x="3777" y="2355"/>
                    <a:pt x="3753" y="2287"/>
                    <a:pt x="3729" y="2219"/>
                  </a:cubicBezTo>
                  <a:cubicBezTo>
                    <a:pt x="3705" y="2151"/>
                    <a:pt x="3685" y="2087"/>
                    <a:pt x="3673" y="2027"/>
                  </a:cubicBezTo>
                  <a:cubicBezTo>
                    <a:pt x="3657" y="1967"/>
                    <a:pt x="3649" y="1911"/>
                    <a:pt x="3637" y="1859"/>
                  </a:cubicBezTo>
                  <a:cubicBezTo>
                    <a:pt x="3625" y="1811"/>
                    <a:pt x="3625" y="1767"/>
                    <a:pt x="3621" y="1731"/>
                  </a:cubicBezTo>
                  <a:cubicBezTo>
                    <a:pt x="3617" y="1659"/>
                    <a:pt x="3617" y="1615"/>
                    <a:pt x="3617" y="1615"/>
                  </a:cubicBezTo>
                  <a:cubicBezTo>
                    <a:pt x="3617" y="1615"/>
                    <a:pt x="3617" y="1659"/>
                    <a:pt x="3609" y="1731"/>
                  </a:cubicBezTo>
                  <a:cubicBezTo>
                    <a:pt x="3609" y="1767"/>
                    <a:pt x="3613" y="1811"/>
                    <a:pt x="3617" y="1863"/>
                  </a:cubicBezTo>
                  <a:cubicBezTo>
                    <a:pt x="3621" y="1919"/>
                    <a:pt x="3629" y="1979"/>
                    <a:pt x="3641" y="2035"/>
                  </a:cubicBezTo>
                  <a:cubicBezTo>
                    <a:pt x="3653" y="2095"/>
                    <a:pt x="3669" y="2163"/>
                    <a:pt x="3689" y="2235"/>
                  </a:cubicBezTo>
                  <a:cubicBezTo>
                    <a:pt x="3705" y="2307"/>
                    <a:pt x="3729" y="2375"/>
                    <a:pt x="3757" y="2451"/>
                  </a:cubicBezTo>
                  <a:cubicBezTo>
                    <a:pt x="3809" y="2599"/>
                    <a:pt x="3873" y="2751"/>
                    <a:pt x="3925" y="2907"/>
                  </a:cubicBezTo>
                  <a:cubicBezTo>
                    <a:pt x="3981" y="3059"/>
                    <a:pt x="4021" y="3215"/>
                    <a:pt x="4041" y="3375"/>
                  </a:cubicBezTo>
                  <a:cubicBezTo>
                    <a:pt x="4049" y="3415"/>
                    <a:pt x="4049" y="3451"/>
                    <a:pt x="4053" y="3491"/>
                  </a:cubicBezTo>
                  <a:cubicBezTo>
                    <a:pt x="4053" y="3507"/>
                    <a:pt x="4057" y="3527"/>
                    <a:pt x="4057" y="3543"/>
                  </a:cubicBezTo>
                  <a:cubicBezTo>
                    <a:pt x="4057" y="3563"/>
                    <a:pt x="4057" y="3575"/>
                    <a:pt x="4057" y="3591"/>
                  </a:cubicBezTo>
                  <a:cubicBezTo>
                    <a:pt x="4053" y="3591"/>
                    <a:pt x="4049" y="3591"/>
                    <a:pt x="4049" y="3595"/>
                  </a:cubicBezTo>
                  <a:cubicBezTo>
                    <a:pt x="3973" y="3643"/>
                    <a:pt x="3873" y="3815"/>
                    <a:pt x="3805" y="3943"/>
                  </a:cubicBezTo>
                  <a:cubicBezTo>
                    <a:pt x="3821" y="3883"/>
                    <a:pt x="3837" y="3815"/>
                    <a:pt x="3853" y="3739"/>
                  </a:cubicBezTo>
                  <a:cubicBezTo>
                    <a:pt x="3873" y="3631"/>
                    <a:pt x="3885" y="3519"/>
                    <a:pt x="3885" y="3403"/>
                  </a:cubicBezTo>
                  <a:cubicBezTo>
                    <a:pt x="3885" y="3371"/>
                    <a:pt x="3881" y="3339"/>
                    <a:pt x="3877" y="3311"/>
                  </a:cubicBezTo>
                  <a:cubicBezTo>
                    <a:pt x="3877" y="3291"/>
                    <a:pt x="3873" y="3275"/>
                    <a:pt x="3869" y="3259"/>
                  </a:cubicBezTo>
                  <a:lnTo>
                    <a:pt x="3869" y="3247"/>
                  </a:lnTo>
                  <a:lnTo>
                    <a:pt x="3869" y="3239"/>
                  </a:lnTo>
                  <a:lnTo>
                    <a:pt x="3869" y="3235"/>
                  </a:lnTo>
                  <a:lnTo>
                    <a:pt x="3861" y="3211"/>
                  </a:lnTo>
                  <a:cubicBezTo>
                    <a:pt x="3845" y="3147"/>
                    <a:pt x="3821" y="3087"/>
                    <a:pt x="3797" y="3027"/>
                  </a:cubicBezTo>
                  <a:cubicBezTo>
                    <a:pt x="3745" y="2903"/>
                    <a:pt x="3693" y="2775"/>
                    <a:pt x="3633" y="2643"/>
                  </a:cubicBezTo>
                  <a:lnTo>
                    <a:pt x="3245" y="1803"/>
                  </a:lnTo>
                  <a:cubicBezTo>
                    <a:pt x="3209" y="1727"/>
                    <a:pt x="3173" y="1651"/>
                    <a:pt x="3145" y="1575"/>
                  </a:cubicBezTo>
                  <a:cubicBezTo>
                    <a:pt x="3109" y="1503"/>
                    <a:pt x="3081" y="1427"/>
                    <a:pt x="3061" y="1347"/>
                  </a:cubicBezTo>
                  <a:cubicBezTo>
                    <a:pt x="3053" y="1303"/>
                    <a:pt x="3045" y="1263"/>
                    <a:pt x="3041" y="1223"/>
                  </a:cubicBezTo>
                  <a:cubicBezTo>
                    <a:pt x="3033" y="1179"/>
                    <a:pt x="3029" y="1139"/>
                    <a:pt x="3025" y="1095"/>
                  </a:cubicBezTo>
                  <a:cubicBezTo>
                    <a:pt x="3021" y="1011"/>
                    <a:pt x="3021" y="923"/>
                    <a:pt x="3033" y="839"/>
                  </a:cubicBezTo>
                  <a:cubicBezTo>
                    <a:pt x="3041" y="751"/>
                    <a:pt x="3065" y="667"/>
                    <a:pt x="3097" y="587"/>
                  </a:cubicBezTo>
                  <a:cubicBezTo>
                    <a:pt x="3129" y="507"/>
                    <a:pt x="3181" y="431"/>
                    <a:pt x="3241" y="367"/>
                  </a:cubicBezTo>
                  <a:cubicBezTo>
                    <a:pt x="3369" y="235"/>
                    <a:pt x="3533" y="147"/>
                    <a:pt x="3709" y="107"/>
                  </a:cubicBezTo>
                  <a:cubicBezTo>
                    <a:pt x="3837" y="73"/>
                    <a:pt x="3966" y="57"/>
                    <a:pt x="4096" y="57"/>
                  </a:cubicBezTo>
                  <a:close/>
                  <a:moveTo>
                    <a:pt x="5425" y="2915"/>
                  </a:moveTo>
                  <a:lnTo>
                    <a:pt x="5425" y="2915"/>
                  </a:lnTo>
                  <a:cubicBezTo>
                    <a:pt x="5397" y="2951"/>
                    <a:pt x="5369" y="2987"/>
                    <a:pt x="5341" y="3023"/>
                  </a:cubicBezTo>
                  <a:cubicBezTo>
                    <a:pt x="5245" y="3155"/>
                    <a:pt x="5157" y="3287"/>
                    <a:pt x="5077" y="3423"/>
                  </a:cubicBezTo>
                  <a:cubicBezTo>
                    <a:pt x="5041" y="3491"/>
                    <a:pt x="5005" y="3555"/>
                    <a:pt x="4969" y="3619"/>
                  </a:cubicBezTo>
                  <a:lnTo>
                    <a:pt x="4945" y="3671"/>
                  </a:lnTo>
                  <a:lnTo>
                    <a:pt x="4941" y="3675"/>
                  </a:lnTo>
                  <a:lnTo>
                    <a:pt x="4933" y="3687"/>
                  </a:lnTo>
                  <a:lnTo>
                    <a:pt x="4921" y="3707"/>
                  </a:lnTo>
                  <a:cubicBezTo>
                    <a:pt x="4901" y="3735"/>
                    <a:pt x="4885" y="3771"/>
                    <a:pt x="4865" y="3795"/>
                  </a:cubicBezTo>
                  <a:cubicBezTo>
                    <a:pt x="4793" y="3895"/>
                    <a:pt x="4709" y="3979"/>
                    <a:pt x="4609" y="4055"/>
                  </a:cubicBezTo>
                  <a:cubicBezTo>
                    <a:pt x="4505" y="4131"/>
                    <a:pt x="4389" y="4199"/>
                    <a:pt x="4269" y="4259"/>
                  </a:cubicBezTo>
                  <a:cubicBezTo>
                    <a:pt x="4229" y="4275"/>
                    <a:pt x="4191" y="4287"/>
                    <a:pt x="4163" y="4287"/>
                  </a:cubicBezTo>
                  <a:cubicBezTo>
                    <a:pt x="4129" y="4287"/>
                    <a:pt x="4108" y="4269"/>
                    <a:pt x="4117" y="4219"/>
                  </a:cubicBezTo>
                  <a:cubicBezTo>
                    <a:pt x="4269" y="4107"/>
                    <a:pt x="4401" y="3975"/>
                    <a:pt x="4509" y="3823"/>
                  </a:cubicBezTo>
                  <a:cubicBezTo>
                    <a:pt x="4581" y="3727"/>
                    <a:pt x="4649" y="3623"/>
                    <a:pt x="4721" y="3515"/>
                  </a:cubicBezTo>
                  <a:cubicBezTo>
                    <a:pt x="4757" y="3459"/>
                    <a:pt x="4793" y="3407"/>
                    <a:pt x="4837" y="3355"/>
                  </a:cubicBezTo>
                  <a:cubicBezTo>
                    <a:pt x="4857" y="3331"/>
                    <a:pt x="4877" y="3307"/>
                    <a:pt x="4901" y="3287"/>
                  </a:cubicBezTo>
                  <a:lnTo>
                    <a:pt x="4937" y="3255"/>
                  </a:lnTo>
                  <a:lnTo>
                    <a:pt x="4977" y="3223"/>
                  </a:lnTo>
                  <a:cubicBezTo>
                    <a:pt x="5085" y="3135"/>
                    <a:pt x="5209" y="3059"/>
                    <a:pt x="5341" y="2971"/>
                  </a:cubicBezTo>
                  <a:cubicBezTo>
                    <a:pt x="5369" y="2955"/>
                    <a:pt x="5397" y="2935"/>
                    <a:pt x="5425" y="2915"/>
                  </a:cubicBezTo>
                  <a:close/>
                  <a:moveTo>
                    <a:pt x="1254" y="1613"/>
                  </a:moveTo>
                  <a:cubicBezTo>
                    <a:pt x="1315" y="1613"/>
                    <a:pt x="1376" y="1618"/>
                    <a:pt x="1433" y="1627"/>
                  </a:cubicBezTo>
                  <a:cubicBezTo>
                    <a:pt x="1513" y="1639"/>
                    <a:pt x="1593" y="1655"/>
                    <a:pt x="1669" y="1679"/>
                  </a:cubicBezTo>
                  <a:cubicBezTo>
                    <a:pt x="1821" y="1719"/>
                    <a:pt x="1969" y="1775"/>
                    <a:pt x="2113" y="1839"/>
                  </a:cubicBezTo>
                  <a:cubicBezTo>
                    <a:pt x="2253" y="1903"/>
                    <a:pt x="2389" y="1971"/>
                    <a:pt x="2517" y="2043"/>
                  </a:cubicBezTo>
                  <a:cubicBezTo>
                    <a:pt x="2581" y="2079"/>
                    <a:pt x="2645" y="2119"/>
                    <a:pt x="2709" y="2155"/>
                  </a:cubicBezTo>
                  <a:cubicBezTo>
                    <a:pt x="2737" y="2175"/>
                    <a:pt x="2773" y="2191"/>
                    <a:pt x="2801" y="2211"/>
                  </a:cubicBezTo>
                  <a:cubicBezTo>
                    <a:pt x="2825" y="2231"/>
                    <a:pt x="2853" y="2247"/>
                    <a:pt x="2881" y="2271"/>
                  </a:cubicBezTo>
                  <a:cubicBezTo>
                    <a:pt x="2981" y="2355"/>
                    <a:pt x="3065" y="2455"/>
                    <a:pt x="3133" y="2563"/>
                  </a:cubicBezTo>
                  <a:cubicBezTo>
                    <a:pt x="3197" y="2671"/>
                    <a:pt x="3253" y="2783"/>
                    <a:pt x="3297" y="2899"/>
                  </a:cubicBezTo>
                  <a:cubicBezTo>
                    <a:pt x="3377" y="3111"/>
                    <a:pt x="3437" y="3323"/>
                    <a:pt x="3481" y="3543"/>
                  </a:cubicBezTo>
                  <a:cubicBezTo>
                    <a:pt x="3517" y="3743"/>
                    <a:pt x="3541" y="3915"/>
                    <a:pt x="3557" y="4059"/>
                  </a:cubicBezTo>
                  <a:cubicBezTo>
                    <a:pt x="3561" y="4091"/>
                    <a:pt x="3565" y="4123"/>
                    <a:pt x="3569" y="4151"/>
                  </a:cubicBezTo>
                  <a:cubicBezTo>
                    <a:pt x="3533" y="4115"/>
                    <a:pt x="3485" y="4087"/>
                    <a:pt x="3437" y="4071"/>
                  </a:cubicBezTo>
                  <a:cubicBezTo>
                    <a:pt x="3429" y="4039"/>
                    <a:pt x="3417" y="4007"/>
                    <a:pt x="3405" y="3963"/>
                  </a:cubicBezTo>
                  <a:cubicBezTo>
                    <a:pt x="3381" y="3887"/>
                    <a:pt x="3365" y="3811"/>
                    <a:pt x="3353" y="3735"/>
                  </a:cubicBezTo>
                  <a:cubicBezTo>
                    <a:pt x="3341" y="3643"/>
                    <a:pt x="3329" y="3551"/>
                    <a:pt x="3309" y="3459"/>
                  </a:cubicBezTo>
                  <a:cubicBezTo>
                    <a:pt x="3297" y="3411"/>
                    <a:pt x="3277" y="3367"/>
                    <a:pt x="3257" y="3323"/>
                  </a:cubicBezTo>
                  <a:cubicBezTo>
                    <a:pt x="3233" y="3283"/>
                    <a:pt x="3205" y="3243"/>
                    <a:pt x="3173" y="3207"/>
                  </a:cubicBezTo>
                  <a:cubicBezTo>
                    <a:pt x="3121" y="3147"/>
                    <a:pt x="3061" y="3091"/>
                    <a:pt x="2993" y="3043"/>
                  </a:cubicBezTo>
                  <a:cubicBezTo>
                    <a:pt x="2969" y="3023"/>
                    <a:pt x="2941" y="3003"/>
                    <a:pt x="2917" y="2987"/>
                  </a:cubicBezTo>
                  <a:cubicBezTo>
                    <a:pt x="2897" y="2971"/>
                    <a:pt x="2877" y="2959"/>
                    <a:pt x="2853" y="2947"/>
                  </a:cubicBezTo>
                  <a:cubicBezTo>
                    <a:pt x="2837" y="2939"/>
                    <a:pt x="2821" y="2935"/>
                    <a:pt x="2805" y="2935"/>
                  </a:cubicBezTo>
                  <a:cubicBezTo>
                    <a:pt x="2821" y="2939"/>
                    <a:pt x="2837" y="2943"/>
                    <a:pt x="2849" y="2951"/>
                  </a:cubicBezTo>
                  <a:cubicBezTo>
                    <a:pt x="2893" y="2987"/>
                    <a:pt x="2933" y="3027"/>
                    <a:pt x="2973" y="3063"/>
                  </a:cubicBezTo>
                  <a:cubicBezTo>
                    <a:pt x="3033" y="3119"/>
                    <a:pt x="3085" y="3175"/>
                    <a:pt x="3133" y="3235"/>
                  </a:cubicBezTo>
                  <a:cubicBezTo>
                    <a:pt x="3161" y="3271"/>
                    <a:pt x="3185" y="3307"/>
                    <a:pt x="3205" y="3347"/>
                  </a:cubicBezTo>
                  <a:cubicBezTo>
                    <a:pt x="3225" y="3387"/>
                    <a:pt x="3241" y="3427"/>
                    <a:pt x="3253" y="3471"/>
                  </a:cubicBezTo>
                  <a:cubicBezTo>
                    <a:pt x="3277" y="3559"/>
                    <a:pt x="3285" y="3651"/>
                    <a:pt x="3301" y="3739"/>
                  </a:cubicBezTo>
                  <a:cubicBezTo>
                    <a:pt x="3321" y="3819"/>
                    <a:pt x="3345" y="3895"/>
                    <a:pt x="3373" y="3971"/>
                  </a:cubicBezTo>
                  <a:cubicBezTo>
                    <a:pt x="3389" y="4007"/>
                    <a:pt x="3401" y="4035"/>
                    <a:pt x="3413" y="4063"/>
                  </a:cubicBezTo>
                  <a:cubicBezTo>
                    <a:pt x="3366" y="4048"/>
                    <a:pt x="3314" y="4041"/>
                    <a:pt x="3264" y="4041"/>
                  </a:cubicBezTo>
                  <a:cubicBezTo>
                    <a:pt x="3180" y="4041"/>
                    <a:pt x="3101" y="4061"/>
                    <a:pt x="3053" y="4099"/>
                  </a:cubicBezTo>
                  <a:cubicBezTo>
                    <a:pt x="3041" y="4107"/>
                    <a:pt x="3033" y="4123"/>
                    <a:pt x="3025" y="4135"/>
                  </a:cubicBezTo>
                  <a:cubicBezTo>
                    <a:pt x="2985" y="4115"/>
                    <a:pt x="2945" y="4095"/>
                    <a:pt x="2897" y="4071"/>
                  </a:cubicBezTo>
                  <a:cubicBezTo>
                    <a:pt x="2869" y="4059"/>
                    <a:pt x="2841" y="4047"/>
                    <a:pt x="2813" y="4027"/>
                  </a:cubicBezTo>
                  <a:lnTo>
                    <a:pt x="2725" y="3975"/>
                  </a:lnTo>
                  <a:lnTo>
                    <a:pt x="2633" y="3915"/>
                  </a:lnTo>
                  <a:lnTo>
                    <a:pt x="2541" y="3851"/>
                  </a:lnTo>
                  <a:lnTo>
                    <a:pt x="2445" y="3779"/>
                  </a:lnTo>
                  <a:lnTo>
                    <a:pt x="2357" y="3703"/>
                  </a:lnTo>
                  <a:cubicBezTo>
                    <a:pt x="2325" y="3675"/>
                    <a:pt x="2293" y="3651"/>
                    <a:pt x="2265" y="3619"/>
                  </a:cubicBezTo>
                  <a:lnTo>
                    <a:pt x="2177" y="3531"/>
                  </a:lnTo>
                  <a:cubicBezTo>
                    <a:pt x="2117" y="3475"/>
                    <a:pt x="2065" y="3411"/>
                    <a:pt x="2009" y="3351"/>
                  </a:cubicBezTo>
                  <a:cubicBezTo>
                    <a:pt x="1957" y="3295"/>
                    <a:pt x="1909" y="3227"/>
                    <a:pt x="1861" y="3167"/>
                  </a:cubicBezTo>
                  <a:cubicBezTo>
                    <a:pt x="1817" y="3103"/>
                    <a:pt x="1773" y="3043"/>
                    <a:pt x="1733" y="2983"/>
                  </a:cubicBezTo>
                  <a:cubicBezTo>
                    <a:pt x="1697" y="2923"/>
                    <a:pt x="1661" y="2867"/>
                    <a:pt x="1629" y="2811"/>
                  </a:cubicBezTo>
                  <a:cubicBezTo>
                    <a:pt x="1597" y="2759"/>
                    <a:pt x="1569" y="2707"/>
                    <a:pt x="1545" y="2663"/>
                  </a:cubicBezTo>
                  <a:cubicBezTo>
                    <a:pt x="1521" y="2623"/>
                    <a:pt x="1501" y="2583"/>
                    <a:pt x="1485" y="2547"/>
                  </a:cubicBezTo>
                  <a:cubicBezTo>
                    <a:pt x="1453" y="2483"/>
                    <a:pt x="1437" y="2447"/>
                    <a:pt x="1437" y="2447"/>
                  </a:cubicBezTo>
                  <a:lnTo>
                    <a:pt x="1437" y="2447"/>
                  </a:lnTo>
                  <a:cubicBezTo>
                    <a:pt x="1445" y="2483"/>
                    <a:pt x="1457" y="2519"/>
                    <a:pt x="1473" y="2555"/>
                  </a:cubicBezTo>
                  <a:cubicBezTo>
                    <a:pt x="1485" y="2587"/>
                    <a:pt x="1505" y="2627"/>
                    <a:pt x="1525" y="2675"/>
                  </a:cubicBezTo>
                  <a:cubicBezTo>
                    <a:pt x="1541" y="2723"/>
                    <a:pt x="1569" y="2775"/>
                    <a:pt x="1597" y="2827"/>
                  </a:cubicBezTo>
                  <a:cubicBezTo>
                    <a:pt x="1629" y="2883"/>
                    <a:pt x="1661" y="2943"/>
                    <a:pt x="1697" y="3003"/>
                  </a:cubicBezTo>
                  <a:cubicBezTo>
                    <a:pt x="1737" y="3067"/>
                    <a:pt x="1777" y="3131"/>
                    <a:pt x="1821" y="3195"/>
                  </a:cubicBezTo>
                  <a:cubicBezTo>
                    <a:pt x="1865" y="3259"/>
                    <a:pt x="1917" y="3323"/>
                    <a:pt x="1969" y="3387"/>
                  </a:cubicBezTo>
                  <a:cubicBezTo>
                    <a:pt x="2021" y="3451"/>
                    <a:pt x="2073" y="3515"/>
                    <a:pt x="2133" y="3571"/>
                  </a:cubicBezTo>
                  <a:lnTo>
                    <a:pt x="2225" y="3659"/>
                  </a:lnTo>
                  <a:cubicBezTo>
                    <a:pt x="2253" y="3691"/>
                    <a:pt x="2289" y="3715"/>
                    <a:pt x="2317" y="3743"/>
                  </a:cubicBezTo>
                  <a:lnTo>
                    <a:pt x="2413" y="3819"/>
                  </a:lnTo>
                  <a:lnTo>
                    <a:pt x="2513" y="3891"/>
                  </a:lnTo>
                  <a:cubicBezTo>
                    <a:pt x="2545" y="3911"/>
                    <a:pt x="2577" y="3935"/>
                    <a:pt x="2609" y="3955"/>
                  </a:cubicBezTo>
                  <a:lnTo>
                    <a:pt x="2705" y="4011"/>
                  </a:lnTo>
                  <a:lnTo>
                    <a:pt x="2797" y="4059"/>
                  </a:lnTo>
                  <a:cubicBezTo>
                    <a:pt x="2825" y="4075"/>
                    <a:pt x="2857" y="4087"/>
                    <a:pt x="2885" y="4099"/>
                  </a:cubicBezTo>
                  <a:cubicBezTo>
                    <a:pt x="2933" y="4123"/>
                    <a:pt x="2977" y="4139"/>
                    <a:pt x="3017" y="4155"/>
                  </a:cubicBezTo>
                  <a:cubicBezTo>
                    <a:pt x="2997" y="4231"/>
                    <a:pt x="3029" y="4347"/>
                    <a:pt x="3037" y="4447"/>
                  </a:cubicBezTo>
                  <a:cubicBezTo>
                    <a:pt x="2897" y="4435"/>
                    <a:pt x="2757" y="4411"/>
                    <a:pt x="2617" y="4375"/>
                  </a:cubicBezTo>
                  <a:cubicBezTo>
                    <a:pt x="2577" y="4367"/>
                    <a:pt x="2541" y="4355"/>
                    <a:pt x="2501" y="4343"/>
                  </a:cubicBezTo>
                  <a:cubicBezTo>
                    <a:pt x="2461" y="4331"/>
                    <a:pt x="2425" y="4319"/>
                    <a:pt x="2389" y="4303"/>
                  </a:cubicBezTo>
                  <a:cubicBezTo>
                    <a:pt x="2317" y="4275"/>
                    <a:pt x="2249" y="4247"/>
                    <a:pt x="2189" y="4223"/>
                  </a:cubicBezTo>
                  <a:cubicBezTo>
                    <a:pt x="2145" y="4199"/>
                    <a:pt x="2093" y="4183"/>
                    <a:pt x="2045" y="4171"/>
                  </a:cubicBezTo>
                  <a:cubicBezTo>
                    <a:pt x="2025" y="4167"/>
                    <a:pt x="2005" y="4163"/>
                    <a:pt x="1989" y="4163"/>
                  </a:cubicBezTo>
                  <a:cubicBezTo>
                    <a:pt x="2005" y="4167"/>
                    <a:pt x="2025" y="4175"/>
                    <a:pt x="2041" y="4183"/>
                  </a:cubicBezTo>
                  <a:cubicBezTo>
                    <a:pt x="2089" y="4203"/>
                    <a:pt x="2133" y="4227"/>
                    <a:pt x="2177" y="4251"/>
                  </a:cubicBezTo>
                  <a:cubicBezTo>
                    <a:pt x="2237" y="4287"/>
                    <a:pt x="2301" y="4323"/>
                    <a:pt x="2369" y="4351"/>
                  </a:cubicBezTo>
                  <a:cubicBezTo>
                    <a:pt x="2405" y="4367"/>
                    <a:pt x="2445" y="4383"/>
                    <a:pt x="2485" y="4395"/>
                  </a:cubicBezTo>
                  <a:cubicBezTo>
                    <a:pt x="2521" y="4411"/>
                    <a:pt x="2565" y="4423"/>
                    <a:pt x="2605" y="4431"/>
                  </a:cubicBezTo>
                  <a:cubicBezTo>
                    <a:pt x="2685" y="4455"/>
                    <a:pt x="2769" y="4467"/>
                    <a:pt x="2849" y="4475"/>
                  </a:cubicBezTo>
                  <a:cubicBezTo>
                    <a:pt x="2889" y="4483"/>
                    <a:pt x="2929" y="4483"/>
                    <a:pt x="2965" y="4483"/>
                  </a:cubicBezTo>
                  <a:lnTo>
                    <a:pt x="3041" y="4483"/>
                  </a:lnTo>
                  <a:cubicBezTo>
                    <a:pt x="3041" y="4519"/>
                    <a:pt x="3037" y="4551"/>
                    <a:pt x="3025" y="4583"/>
                  </a:cubicBezTo>
                  <a:cubicBezTo>
                    <a:pt x="2909" y="4595"/>
                    <a:pt x="2781" y="4599"/>
                    <a:pt x="2637" y="4599"/>
                  </a:cubicBezTo>
                  <a:cubicBezTo>
                    <a:pt x="2413" y="4595"/>
                    <a:pt x="2189" y="4575"/>
                    <a:pt x="1969" y="4535"/>
                  </a:cubicBezTo>
                  <a:cubicBezTo>
                    <a:pt x="1713" y="4487"/>
                    <a:pt x="1461" y="4411"/>
                    <a:pt x="1221" y="4307"/>
                  </a:cubicBezTo>
                  <a:cubicBezTo>
                    <a:pt x="1089" y="4247"/>
                    <a:pt x="965" y="4183"/>
                    <a:pt x="841" y="4111"/>
                  </a:cubicBezTo>
                  <a:lnTo>
                    <a:pt x="749" y="4051"/>
                  </a:lnTo>
                  <a:lnTo>
                    <a:pt x="661" y="3987"/>
                  </a:lnTo>
                  <a:cubicBezTo>
                    <a:pt x="633" y="3967"/>
                    <a:pt x="601" y="3943"/>
                    <a:pt x="573" y="3919"/>
                  </a:cubicBezTo>
                  <a:lnTo>
                    <a:pt x="525" y="3883"/>
                  </a:lnTo>
                  <a:lnTo>
                    <a:pt x="505" y="3867"/>
                  </a:lnTo>
                  <a:lnTo>
                    <a:pt x="485" y="3847"/>
                  </a:lnTo>
                  <a:cubicBezTo>
                    <a:pt x="373" y="3755"/>
                    <a:pt x="285" y="3635"/>
                    <a:pt x="225" y="3503"/>
                  </a:cubicBezTo>
                  <a:cubicBezTo>
                    <a:pt x="209" y="3471"/>
                    <a:pt x="201" y="3435"/>
                    <a:pt x="189" y="3403"/>
                  </a:cubicBezTo>
                  <a:cubicBezTo>
                    <a:pt x="181" y="3367"/>
                    <a:pt x="177" y="3331"/>
                    <a:pt x="169" y="3295"/>
                  </a:cubicBezTo>
                  <a:cubicBezTo>
                    <a:pt x="165" y="3259"/>
                    <a:pt x="165" y="3219"/>
                    <a:pt x="169" y="3183"/>
                  </a:cubicBezTo>
                  <a:cubicBezTo>
                    <a:pt x="169" y="3147"/>
                    <a:pt x="169" y="3107"/>
                    <a:pt x="177" y="3067"/>
                  </a:cubicBezTo>
                  <a:cubicBezTo>
                    <a:pt x="201" y="2911"/>
                    <a:pt x="245" y="2755"/>
                    <a:pt x="301" y="2607"/>
                  </a:cubicBezTo>
                  <a:cubicBezTo>
                    <a:pt x="357" y="2451"/>
                    <a:pt x="421" y="2299"/>
                    <a:pt x="481" y="2143"/>
                  </a:cubicBezTo>
                  <a:cubicBezTo>
                    <a:pt x="509" y="2067"/>
                    <a:pt x="545" y="1995"/>
                    <a:pt x="585" y="1923"/>
                  </a:cubicBezTo>
                  <a:cubicBezTo>
                    <a:pt x="625" y="1859"/>
                    <a:pt x="681" y="1799"/>
                    <a:pt x="745" y="1751"/>
                  </a:cubicBezTo>
                  <a:cubicBezTo>
                    <a:pt x="877" y="1663"/>
                    <a:pt x="1033" y="1615"/>
                    <a:pt x="1193" y="1615"/>
                  </a:cubicBezTo>
                  <a:cubicBezTo>
                    <a:pt x="1213" y="1614"/>
                    <a:pt x="1233" y="1613"/>
                    <a:pt x="1254" y="1613"/>
                  </a:cubicBezTo>
                  <a:close/>
                  <a:moveTo>
                    <a:pt x="7268" y="2158"/>
                  </a:moveTo>
                  <a:cubicBezTo>
                    <a:pt x="7345" y="2158"/>
                    <a:pt x="7424" y="2169"/>
                    <a:pt x="7497" y="2187"/>
                  </a:cubicBezTo>
                  <a:cubicBezTo>
                    <a:pt x="7585" y="2211"/>
                    <a:pt x="7669" y="2247"/>
                    <a:pt x="7749" y="2295"/>
                  </a:cubicBezTo>
                  <a:cubicBezTo>
                    <a:pt x="7905" y="2395"/>
                    <a:pt x="8041" y="2531"/>
                    <a:pt x="8141" y="2687"/>
                  </a:cubicBezTo>
                  <a:cubicBezTo>
                    <a:pt x="8249" y="2851"/>
                    <a:pt x="8333" y="3027"/>
                    <a:pt x="8397" y="3211"/>
                  </a:cubicBezTo>
                  <a:cubicBezTo>
                    <a:pt x="8521" y="3583"/>
                    <a:pt x="8585" y="3987"/>
                    <a:pt x="8533" y="4371"/>
                  </a:cubicBezTo>
                  <a:cubicBezTo>
                    <a:pt x="8525" y="4463"/>
                    <a:pt x="8489" y="4555"/>
                    <a:pt x="8433" y="4627"/>
                  </a:cubicBezTo>
                  <a:cubicBezTo>
                    <a:pt x="8369" y="4691"/>
                    <a:pt x="8289" y="4739"/>
                    <a:pt x="8197" y="4763"/>
                  </a:cubicBezTo>
                  <a:cubicBezTo>
                    <a:pt x="8110" y="4786"/>
                    <a:pt x="8020" y="4794"/>
                    <a:pt x="7929" y="4794"/>
                  </a:cubicBezTo>
                  <a:cubicBezTo>
                    <a:pt x="7834" y="4794"/>
                    <a:pt x="7738" y="4785"/>
                    <a:pt x="7645" y="4775"/>
                  </a:cubicBezTo>
                  <a:cubicBezTo>
                    <a:pt x="7277" y="4723"/>
                    <a:pt x="6933" y="4623"/>
                    <a:pt x="6597" y="4543"/>
                  </a:cubicBezTo>
                  <a:cubicBezTo>
                    <a:pt x="6433" y="4503"/>
                    <a:pt x="6269" y="4463"/>
                    <a:pt x="6109" y="4427"/>
                  </a:cubicBezTo>
                  <a:cubicBezTo>
                    <a:pt x="6033" y="4411"/>
                    <a:pt x="5949" y="4399"/>
                    <a:pt x="5869" y="4387"/>
                  </a:cubicBezTo>
                  <a:cubicBezTo>
                    <a:pt x="5793" y="4371"/>
                    <a:pt x="5713" y="4371"/>
                    <a:pt x="5637" y="4367"/>
                  </a:cubicBezTo>
                  <a:cubicBezTo>
                    <a:pt x="5583" y="4365"/>
                    <a:pt x="5530" y="4364"/>
                    <a:pt x="5476" y="4364"/>
                  </a:cubicBezTo>
                  <a:cubicBezTo>
                    <a:pt x="5251" y="4364"/>
                    <a:pt x="5029" y="4383"/>
                    <a:pt x="4809" y="4419"/>
                  </a:cubicBezTo>
                  <a:lnTo>
                    <a:pt x="4765" y="4427"/>
                  </a:lnTo>
                  <a:cubicBezTo>
                    <a:pt x="4861" y="4339"/>
                    <a:pt x="4949" y="4247"/>
                    <a:pt x="5029" y="4147"/>
                  </a:cubicBezTo>
                  <a:lnTo>
                    <a:pt x="5105" y="4119"/>
                  </a:lnTo>
                  <a:cubicBezTo>
                    <a:pt x="5137" y="4107"/>
                    <a:pt x="5173" y="4099"/>
                    <a:pt x="5209" y="4091"/>
                  </a:cubicBezTo>
                  <a:cubicBezTo>
                    <a:pt x="5245" y="4083"/>
                    <a:pt x="5285" y="4071"/>
                    <a:pt x="5321" y="4063"/>
                  </a:cubicBezTo>
                  <a:cubicBezTo>
                    <a:pt x="5401" y="4047"/>
                    <a:pt x="5481" y="4031"/>
                    <a:pt x="5561" y="4023"/>
                  </a:cubicBezTo>
                  <a:cubicBezTo>
                    <a:pt x="5645" y="4015"/>
                    <a:pt x="5729" y="4007"/>
                    <a:pt x="5813" y="3999"/>
                  </a:cubicBezTo>
                  <a:cubicBezTo>
                    <a:pt x="5897" y="3991"/>
                    <a:pt x="5981" y="3987"/>
                    <a:pt x="6061" y="3987"/>
                  </a:cubicBezTo>
                  <a:cubicBezTo>
                    <a:pt x="6145" y="3987"/>
                    <a:pt x="6225" y="3983"/>
                    <a:pt x="6305" y="3983"/>
                  </a:cubicBezTo>
                  <a:cubicBezTo>
                    <a:pt x="6465" y="3983"/>
                    <a:pt x="6613" y="3983"/>
                    <a:pt x="6741" y="3991"/>
                  </a:cubicBezTo>
                  <a:cubicBezTo>
                    <a:pt x="6825" y="3992"/>
                    <a:pt x="6900" y="3993"/>
                    <a:pt x="6962" y="3993"/>
                  </a:cubicBezTo>
                  <a:cubicBezTo>
                    <a:pt x="7087" y="3993"/>
                    <a:pt x="7161" y="3991"/>
                    <a:pt x="7161" y="3991"/>
                  </a:cubicBezTo>
                  <a:lnTo>
                    <a:pt x="7045" y="3979"/>
                  </a:lnTo>
                  <a:cubicBezTo>
                    <a:pt x="6973" y="3975"/>
                    <a:pt x="6869" y="3963"/>
                    <a:pt x="6741" y="3955"/>
                  </a:cubicBezTo>
                  <a:cubicBezTo>
                    <a:pt x="6613" y="3947"/>
                    <a:pt x="6465" y="3939"/>
                    <a:pt x="6305" y="3935"/>
                  </a:cubicBezTo>
                  <a:cubicBezTo>
                    <a:pt x="6252" y="3935"/>
                    <a:pt x="6199" y="3933"/>
                    <a:pt x="6144" y="3933"/>
                  </a:cubicBezTo>
                  <a:cubicBezTo>
                    <a:pt x="6117" y="3933"/>
                    <a:pt x="6089" y="3934"/>
                    <a:pt x="6061" y="3935"/>
                  </a:cubicBezTo>
                  <a:cubicBezTo>
                    <a:pt x="5977" y="3935"/>
                    <a:pt x="5893" y="3939"/>
                    <a:pt x="5805" y="3943"/>
                  </a:cubicBezTo>
                  <a:cubicBezTo>
                    <a:pt x="5721" y="3947"/>
                    <a:pt x="5637" y="3955"/>
                    <a:pt x="5553" y="3971"/>
                  </a:cubicBezTo>
                  <a:cubicBezTo>
                    <a:pt x="5469" y="3983"/>
                    <a:pt x="5389" y="3999"/>
                    <a:pt x="5309" y="4015"/>
                  </a:cubicBezTo>
                  <a:cubicBezTo>
                    <a:pt x="5273" y="4023"/>
                    <a:pt x="5233" y="4035"/>
                    <a:pt x="5197" y="4047"/>
                  </a:cubicBezTo>
                  <a:cubicBezTo>
                    <a:pt x="5161" y="4055"/>
                    <a:pt x="5125" y="4067"/>
                    <a:pt x="5089" y="4079"/>
                  </a:cubicBezTo>
                  <a:lnTo>
                    <a:pt x="5037" y="4103"/>
                  </a:lnTo>
                  <a:cubicBezTo>
                    <a:pt x="4977" y="4119"/>
                    <a:pt x="4857" y="4151"/>
                    <a:pt x="4741" y="4175"/>
                  </a:cubicBezTo>
                  <a:cubicBezTo>
                    <a:pt x="4761" y="4167"/>
                    <a:pt x="4781" y="4155"/>
                    <a:pt x="4805" y="4139"/>
                  </a:cubicBezTo>
                  <a:cubicBezTo>
                    <a:pt x="4825" y="4127"/>
                    <a:pt x="4861" y="4111"/>
                    <a:pt x="4889" y="4091"/>
                  </a:cubicBezTo>
                  <a:lnTo>
                    <a:pt x="4973" y="4035"/>
                  </a:lnTo>
                  <a:cubicBezTo>
                    <a:pt x="5033" y="3995"/>
                    <a:pt x="5089" y="3951"/>
                    <a:pt x="5149" y="3903"/>
                  </a:cubicBezTo>
                  <a:cubicBezTo>
                    <a:pt x="5213" y="3859"/>
                    <a:pt x="5273" y="3807"/>
                    <a:pt x="5333" y="3755"/>
                  </a:cubicBezTo>
                  <a:lnTo>
                    <a:pt x="5517" y="3603"/>
                  </a:lnTo>
                  <a:cubicBezTo>
                    <a:pt x="5581" y="3555"/>
                    <a:pt x="5641" y="3499"/>
                    <a:pt x="5701" y="3451"/>
                  </a:cubicBezTo>
                  <a:cubicBezTo>
                    <a:pt x="5765" y="3403"/>
                    <a:pt x="5829" y="3355"/>
                    <a:pt x="5889" y="3311"/>
                  </a:cubicBezTo>
                  <a:cubicBezTo>
                    <a:pt x="5949" y="3263"/>
                    <a:pt x="6009" y="3227"/>
                    <a:pt x="6073" y="3195"/>
                  </a:cubicBezTo>
                  <a:lnTo>
                    <a:pt x="6157" y="3143"/>
                  </a:lnTo>
                  <a:lnTo>
                    <a:pt x="6245" y="3103"/>
                  </a:lnTo>
                  <a:cubicBezTo>
                    <a:pt x="6293" y="3083"/>
                    <a:pt x="6345" y="3059"/>
                    <a:pt x="6397" y="3043"/>
                  </a:cubicBezTo>
                  <a:lnTo>
                    <a:pt x="6461" y="3019"/>
                  </a:lnTo>
                  <a:lnTo>
                    <a:pt x="6517" y="3007"/>
                  </a:lnTo>
                  <a:lnTo>
                    <a:pt x="6625" y="2979"/>
                  </a:lnTo>
                  <a:lnTo>
                    <a:pt x="6517" y="2995"/>
                  </a:lnTo>
                  <a:lnTo>
                    <a:pt x="6457" y="3003"/>
                  </a:lnTo>
                  <a:lnTo>
                    <a:pt x="6389" y="3023"/>
                  </a:lnTo>
                  <a:cubicBezTo>
                    <a:pt x="6337" y="3035"/>
                    <a:pt x="6281" y="3051"/>
                    <a:pt x="6233" y="3071"/>
                  </a:cubicBezTo>
                  <a:lnTo>
                    <a:pt x="6141" y="3107"/>
                  </a:lnTo>
                  <a:lnTo>
                    <a:pt x="6049" y="3155"/>
                  </a:lnTo>
                  <a:cubicBezTo>
                    <a:pt x="5985" y="3187"/>
                    <a:pt x="5921" y="3227"/>
                    <a:pt x="5861" y="3267"/>
                  </a:cubicBezTo>
                  <a:cubicBezTo>
                    <a:pt x="5797" y="3311"/>
                    <a:pt x="5729" y="3355"/>
                    <a:pt x="5669" y="3403"/>
                  </a:cubicBezTo>
                  <a:cubicBezTo>
                    <a:pt x="5605" y="3455"/>
                    <a:pt x="5541" y="3503"/>
                    <a:pt x="5481" y="3559"/>
                  </a:cubicBezTo>
                  <a:cubicBezTo>
                    <a:pt x="5357" y="3663"/>
                    <a:pt x="5233" y="3771"/>
                    <a:pt x="5117" y="3867"/>
                  </a:cubicBezTo>
                  <a:cubicBezTo>
                    <a:pt x="5061" y="3911"/>
                    <a:pt x="5005" y="3963"/>
                    <a:pt x="4949" y="4003"/>
                  </a:cubicBezTo>
                  <a:lnTo>
                    <a:pt x="4865" y="4063"/>
                  </a:lnTo>
                  <a:cubicBezTo>
                    <a:pt x="4841" y="4079"/>
                    <a:pt x="4813" y="4095"/>
                    <a:pt x="4789" y="4111"/>
                  </a:cubicBezTo>
                  <a:cubicBezTo>
                    <a:pt x="4737" y="4143"/>
                    <a:pt x="4697" y="4171"/>
                    <a:pt x="4653" y="4191"/>
                  </a:cubicBezTo>
                  <a:cubicBezTo>
                    <a:pt x="4629" y="4195"/>
                    <a:pt x="4605" y="4199"/>
                    <a:pt x="4581" y="4203"/>
                  </a:cubicBezTo>
                  <a:cubicBezTo>
                    <a:pt x="4613" y="4183"/>
                    <a:pt x="4645" y="4163"/>
                    <a:pt x="4673" y="4143"/>
                  </a:cubicBezTo>
                  <a:cubicBezTo>
                    <a:pt x="4789" y="4067"/>
                    <a:pt x="4893" y="3975"/>
                    <a:pt x="4977" y="3867"/>
                  </a:cubicBezTo>
                  <a:cubicBezTo>
                    <a:pt x="5001" y="3839"/>
                    <a:pt x="5017" y="3811"/>
                    <a:pt x="5037" y="3783"/>
                  </a:cubicBezTo>
                  <a:lnTo>
                    <a:pt x="5053" y="3759"/>
                  </a:lnTo>
                  <a:lnTo>
                    <a:pt x="5061" y="3747"/>
                  </a:lnTo>
                  <a:lnTo>
                    <a:pt x="5069" y="3735"/>
                  </a:lnTo>
                  <a:lnTo>
                    <a:pt x="5097" y="3687"/>
                  </a:lnTo>
                  <a:cubicBezTo>
                    <a:pt x="5133" y="3627"/>
                    <a:pt x="5169" y="3567"/>
                    <a:pt x="5209" y="3503"/>
                  </a:cubicBezTo>
                  <a:cubicBezTo>
                    <a:pt x="5373" y="3235"/>
                    <a:pt x="5573" y="2987"/>
                    <a:pt x="5805" y="2775"/>
                  </a:cubicBezTo>
                  <a:cubicBezTo>
                    <a:pt x="5929" y="2663"/>
                    <a:pt x="6069" y="2563"/>
                    <a:pt x="6213" y="2475"/>
                  </a:cubicBezTo>
                  <a:cubicBezTo>
                    <a:pt x="6369" y="2387"/>
                    <a:pt x="6529" y="2315"/>
                    <a:pt x="6697" y="2263"/>
                  </a:cubicBezTo>
                  <a:cubicBezTo>
                    <a:pt x="6741" y="2247"/>
                    <a:pt x="6785" y="2239"/>
                    <a:pt x="6829" y="2227"/>
                  </a:cubicBezTo>
                  <a:lnTo>
                    <a:pt x="6893" y="2207"/>
                  </a:lnTo>
                  <a:cubicBezTo>
                    <a:pt x="6913" y="2203"/>
                    <a:pt x="6937" y="2199"/>
                    <a:pt x="6961" y="2195"/>
                  </a:cubicBezTo>
                  <a:lnTo>
                    <a:pt x="7101" y="2171"/>
                  </a:lnTo>
                  <a:cubicBezTo>
                    <a:pt x="7121" y="2167"/>
                    <a:pt x="7145" y="2167"/>
                    <a:pt x="7165" y="2163"/>
                  </a:cubicBezTo>
                  <a:cubicBezTo>
                    <a:pt x="7189" y="2159"/>
                    <a:pt x="7213" y="2159"/>
                    <a:pt x="7233" y="2159"/>
                  </a:cubicBezTo>
                  <a:cubicBezTo>
                    <a:pt x="7245" y="2158"/>
                    <a:pt x="7256" y="2158"/>
                    <a:pt x="7268" y="2158"/>
                  </a:cubicBezTo>
                  <a:close/>
                  <a:moveTo>
                    <a:pt x="4396" y="5005"/>
                  </a:moveTo>
                  <a:cubicBezTo>
                    <a:pt x="4376" y="5005"/>
                    <a:pt x="4357" y="5005"/>
                    <a:pt x="4337" y="5007"/>
                  </a:cubicBezTo>
                  <a:cubicBezTo>
                    <a:pt x="4313" y="5011"/>
                    <a:pt x="4285" y="5019"/>
                    <a:pt x="4257" y="5027"/>
                  </a:cubicBezTo>
                  <a:lnTo>
                    <a:pt x="4245" y="5035"/>
                  </a:lnTo>
                  <a:lnTo>
                    <a:pt x="4245" y="5035"/>
                  </a:lnTo>
                  <a:lnTo>
                    <a:pt x="4261" y="5031"/>
                  </a:lnTo>
                  <a:cubicBezTo>
                    <a:pt x="4285" y="5023"/>
                    <a:pt x="4313" y="5019"/>
                    <a:pt x="4341" y="5019"/>
                  </a:cubicBezTo>
                  <a:cubicBezTo>
                    <a:pt x="4352" y="5018"/>
                    <a:pt x="4363" y="5017"/>
                    <a:pt x="4374" y="5017"/>
                  </a:cubicBezTo>
                  <a:cubicBezTo>
                    <a:pt x="4404" y="5017"/>
                    <a:pt x="4436" y="5021"/>
                    <a:pt x="4465" y="5027"/>
                  </a:cubicBezTo>
                  <a:cubicBezTo>
                    <a:pt x="4517" y="5039"/>
                    <a:pt x="4569" y="5059"/>
                    <a:pt x="4617" y="5079"/>
                  </a:cubicBezTo>
                  <a:cubicBezTo>
                    <a:pt x="4729" y="5123"/>
                    <a:pt x="4849" y="5199"/>
                    <a:pt x="4985" y="5267"/>
                  </a:cubicBezTo>
                  <a:cubicBezTo>
                    <a:pt x="5117" y="5335"/>
                    <a:pt x="5261" y="5411"/>
                    <a:pt x="5405" y="5483"/>
                  </a:cubicBezTo>
                  <a:cubicBezTo>
                    <a:pt x="5545" y="5559"/>
                    <a:pt x="5693" y="5627"/>
                    <a:pt x="5821" y="5703"/>
                  </a:cubicBezTo>
                  <a:cubicBezTo>
                    <a:pt x="5941" y="5771"/>
                    <a:pt x="6053" y="5847"/>
                    <a:pt x="6157" y="5935"/>
                  </a:cubicBezTo>
                  <a:cubicBezTo>
                    <a:pt x="6233" y="5995"/>
                    <a:pt x="6301" y="6063"/>
                    <a:pt x="6369" y="6135"/>
                  </a:cubicBezTo>
                  <a:cubicBezTo>
                    <a:pt x="6413" y="6183"/>
                    <a:pt x="6441" y="6219"/>
                    <a:pt x="6441" y="6219"/>
                  </a:cubicBezTo>
                  <a:cubicBezTo>
                    <a:pt x="6441" y="6219"/>
                    <a:pt x="6421" y="6183"/>
                    <a:pt x="6377" y="6127"/>
                  </a:cubicBezTo>
                  <a:cubicBezTo>
                    <a:pt x="6317" y="6051"/>
                    <a:pt x="6253" y="5975"/>
                    <a:pt x="6181" y="5911"/>
                  </a:cubicBezTo>
                  <a:cubicBezTo>
                    <a:pt x="6077" y="5815"/>
                    <a:pt x="5965" y="5731"/>
                    <a:pt x="5849" y="5659"/>
                  </a:cubicBezTo>
                  <a:cubicBezTo>
                    <a:pt x="5717" y="5579"/>
                    <a:pt x="5573" y="5511"/>
                    <a:pt x="5429" y="5435"/>
                  </a:cubicBezTo>
                  <a:cubicBezTo>
                    <a:pt x="5285" y="5359"/>
                    <a:pt x="5141" y="5287"/>
                    <a:pt x="5005" y="5223"/>
                  </a:cubicBezTo>
                  <a:lnTo>
                    <a:pt x="4809" y="5127"/>
                  </a:lnTo>
                  <a:cubicBezTo>
                    <a:pt x="4753" y="5095"/>
                    <a:pt x="4693" y="5071"/>
                    <a:pt x="4629" y="5047"/>
                  </a:cubicBezTo>
                  <a:cubicBezTo>
                    <a:pt x="4555" y="5018"/>
                    <a:pt x="4476" y="5005"/>
                    <a:pt x="4396" y="5005"/>
                  </a:cubicBezTo>
                  <a:close/>
                  <a:moveTo>
                    <a:pt x="3077" y="4779"/>
                  </a:moveTo>
                  <a:lnTo>
                    <a:pt x="3077" y="4779"/>
                  </a:lnTo>
                  <a:cubicBezTo>
                    <a:pt x="3013" y="4867"/>
                    <a:pt x="2993" y="4979"/>
                    <a:pt x="3025" y="5087"/>
                  </a:cubicBezTo>
                  <a:lnTo>
                    <a:pt x="2977" y="5103"/>
                  </a:lnTo>
                  <a:cubicBezTo>
                    <a:pt x="2941" y="5115"/>
                    <a:pt x="2901" y="5131"/>
                    <a:pt x="2853" y="5147"/>
                  </a:cubicBezTo>
                  <a:cubicBezTo>
                    <a:pt x="2805" y="5167"/>
                    <a:pt x="2753" y="5187"/>
                    <a:pt x="2693" y="5211"/>
                  </a:cubicBezTo>
                  <a:cubicBezTo>
                    <a:pt x="2633" y="5235"/>
                    <a:pt x="2573" y="5259"/>
                    <a:pt x="2509" y="5291"/>
                  </a:cubicBezTo>
                  <a:cubicBezTo>
                    <a:pt x="2445" y="5323"/>
                    <a:pt x="2377" y="5355"/>
                    <a:pt x="2305" y="5391"/>
                  </a:cubicBezTo>
                  <a:cubicBezTo>
                    <a:pt x="2237" y="5427"/>
                    <a:pt x="2165" y="5467"/>
                    <a:pt x="2097" y="5511"/>
                  </a:cubicBezTo>
                  <a:cubicBezTo>
                    <a:pt x="2025" y="5555"/>
                    <a:pt x="1957" y="5599"/>
                    <a:pt x="1885" y="5647"/>
                  </a:cubicBezTo>
                  <a:cubicBezTo>
                    <a:pt x="1813" y="5691"/>
                    <a:pt x="1749" y="5747"/>
                    <a:pt x="1689" y="5799"/>
                  </a:cubicBezTo>
                  <a:cubicBezTo>
                    <a:pt x="1625" y="5855"/>
                    <a:pt x="1565" y="5911"/>
                    <a:pt x="1509" y="5963"/>
                  </a:cubicBezTo>
                  <a:cubicBezTo>
                    <a:pt x="1453" y="6015"/>
                    <a:pt x="1405" y="6071"/>
                    <a:pt x="1357" y="6131"/>
                  </a:cubicBezTo>
                  <a:lnTo>
                    <a:pt x="1293" y="6211"/>
                  </a:lnTo>
                  <a:lnTo>
                    <a:pt x="1237" y="6291"/>
                  </a:lnTo>
                  <a:cubicBezTo>
                    <a:pt x="1201" y="6339"/>
                    <a:pt x="1169" y="6387"/>
                    <a:pt x="1145" y="6439"/>
                  </a:cubicBezTo>
                  <a:lnTo>
                    <a:pt x="1109" y="6499"/>
                  </a:lnTo>
                  <a:cubicBezTo>
                    <a:pt x="1097" y="6519"/>
                    <a:pt x="1089" y="6535"/>
                    <a:pt x="1081" y="6551"/>
                  </a:cubicBezTo>
                  <a:lnTo>
                    <a:pt x="1029" y="6655"/>
                  </a:lnTo>
                  <a:lnTo>
                    <a:pt x="1089" y="6555"/>
                  </a:lnTo>
                  <a:lnTo>
                    <a:pt x="1121" y="6507"/>
                  </a:lnTo>
                  <a:lnTo>
                    <a:pt x="1161" y="6447"/>
                  </a:lnTo>
                  <a:cubicBezTo>
                    <a:pt x="1189" y="6407"/>
                    <a:pt x="1221" y="6359"/>
                    <a:pt x="1261" y="6311"/>
                  </a:cubicBezTo>
                  <a:lnTo>
                    <a:pt x="1321" y="6235"/>
                  </a:lnTo>
                  <a:lnTo>
                    <a:pt x="1389" y="6159"/>
                  </a:lnTo>
                  <a:cubicBezTo>
                    <a:pt x="1413" y="6131"/>
                    <a:pt x="1437" y="6103"/>
                    <a:pt x="1465" y="6079"/>
                  </a:cubicBezTo>
                  <a:lnTo>
                    <a:pt x="1545" y="5999"/>
                  </a:lnTo>
                  <a:cubicBezTo>
                    <a:pt x="1601" y="5947"/>
                    <a:pt x="1661" y="5891"/>
                    <a:pt x="1725" y="5843"/>
                  </a:cubicBezTo>
                  <a:cubicBezTo>
                    <a:pt x="1789" y="5791"/>
                    <a:pt x="1853" y="5743"/>
                    <a:pt x="1921" y="5691"/>
                  </a:cubicBezTo>
                  <a:cubicBezTo>
                    <a:pt x="1985" y="5643"/>
                    <a:pt x="2057" y="5595"/>
                    <a:pt x="2125" y="5555"/>
                  </a:cubicBezTo>
                  <a:cubicBezTo>
                    <a:pt x="2197" y="5515"/>
                    <a:pt x="2265" y="5471"/>
                    <a:pt x="2333" y="5435"/>
                  </a:cubicBezTo>
                  <a:cubicBezTo>
                    <a:pt x="2397" y="5395"/>
                    <a:pt x="2465" y="5359"/>
                    <a:pt x="2529" y="5327"/>
                  </a:cubicBezTo>
                  <a:cubicBezTo>
                    <a:pt x="2593" y="5299"/>
                    <a:pt x="2653" y="5267"/>
                    <a:pt x="2709" y="5239"/>
                  </a:cubicBezTo>
                  <a:cubicBezTo>
                    <a:pt x="2821" y="5187"/>
                    <a:pt x="2917" y="5139"/>
                    <a:pt x="2981" y="5111"/>
                  </a:cubicBezTo>
                  <a:lnTo>
                    <a:pt x="3029" y="5091"/>
                  </a:lnTo>
                  <a:cubicBezTo>
                    <a:pt x="3056" y="5188"/>
                    <a:pt x="3124" y="5260"/>
                    <a:pt x="3219" y="5260"/>
                  </a:cubicBezTo>
                  <a:cubicBezTo>
                    <a:pt x="3237" y="5260"/>
                    <a:pt x="3257" y="5257"/>
                    <a:pt x="3277" y="5251"/>
                  </a:cubicBezTo>
                  <a:lnTo>
                    <a:pt x="3277" y="5251"/>
                  </a:lnTo>
                  <a:cubicBezTo>
                    <a:pt x="3253" y="5331"/>
                    <a:pt x="3221" y="5411"/>
                    <a:pt x="3185" y="5487"/>
                  </a:cubicBezTo>
                  <a:cubicBezTo>
                    <a:pt x="3161" y="5531"/>
                    <a:pt x="3137" y="5579"/>
                    <a:pt x="3117" y="5627"/>
                  </a:cubicBezTo>
                  <a:lnTo>
                    <a:pt x="3049" y="5771"/>
                  </a:lnTo>
                  <a:cubicBezTo>
                    <a:pt x="3001" y="5871"/>
                    <a:pt x="2953" y="5963"/>
                    <a:pt x="2901" y="6051"/>
                  </a:cubicBezTo>
                  <a:cubicBezTo>
                    <a:pt x="2853" y="6139"/>
                    <a:pt x="2805" y="6219"/>
                    <a:pt x="2761" y="6287"/>
                  </a:cubicBezTo>
                  <a:cubicBezTo>
                    <a:pt x="2721" y="6355"/>
                    <a:pt x="2685" y="6415"/>
                    <a:pt x="2657" y="6451"/>
                  </a:cubicBezTo>
                  <a:lnTo>
                    <a:pt x="2617" y="6515"/>
                  </a:lnTo>
                  <a:cubicBezTo>
                    <a:pt x="2617" y="6515"/>
                    <a:pt x="2633" y="6495"/>
                    <a:pt x="2665" y="6459"/>
                  </a:cubicBezTo>
                  <a:cubicBezTo>
                    <a:pt x="2697" y="6423"/>
                    <a:pt x="2741" y="6371"/>
                    <a:pt x="2789" y="6307"/>
                  </a:cubicBezTo>
                  <a:cubicBezTo>
                    <a:pt x="2837" y="6247"/>
                    <a:pt x="2893" y="6167"/>
                    <a:pt x="2945" y="6079"/>
                  </a:cubicBezTo>
                  <a:cubicBezTo>
                    <a:pt x="3001" y="5987"/>
                    <a:pt x="3053" y="5895"/>
                    <a:pt x="3101" y="5799"/>
                  </a:cubicBezTo>
                  <a:cubicBezTo>
                    <a:pt x="3121" y="5751"/>
                    <a:pt x="3145" y="5699"/>
                    <a:pt x="3165" y="5651"/>
                  </a:cubicBezTo>
                  <a:cubicBezTo>
                    <a:pt x="3189" y="5607"/>
                    <a:pt x="3209" y="5555"/>
                    <a:pt x="3229" y="5511"/>
                  </a:cubicBezTo>
                  <a:cubicBezTo>
                    <a:pt x="3269" y="5423"/>
                    <a:pt x="3297" y="5335"/>
                    <a:pt x="3313" y="5243"/>
                  </a:cubicBezTo>
                  <a:lnTo>
                    <a:pt x="3313" y="5239"/>
                  </a:lnTo>
                  <a:cubicBezTo>
                    <a:pt x="3353" y="5223"/>
                    <a:pt x="3385" y="5199"/>
                    <a:pt x="3417" y="5171"/>
                  </a:cubicBezTo>
                  <a:lnTo>
                    <a:pt x="3417" y="5171"/>
                  </a:lnTo>
                  <a:cubicBezTo>
                    <a:pt x="3409" y="5279"/>
                    <a:pt x="3409" y="5403"/>
                    <a:pt x="3413" y="5531"/>
                  </a:cubicBezTo>
                  <a:cubicBezTo>
                    <a:pt x="3417" y="5747"/>
                    <a:pt x="3437" y="5991"/>
                    <a:pt x="3441" y="6251"/>
                  </a:cubicBezTo>
                  <a:lnTo>
                    <a:pt x="3441" y="6451"/>
                  </a:lnTo>
                  <a:cubicBezTo>
                    <a:pt x="3441" y="6519"/>
                    <a:pt x="3437" y="6587"/>
                    <a:pt x="3433" y="6655"/>
                  </a:cubicBezTo>
                  <a:cubicBezTo>
                    <a:pt x="3429" y="6723"/>
                    <a:pt x="3425" y="6795"/>
                    <a:pt x="3413" y="6863"/>
                  </a:cubicBezTo>
                  <a:cubicBezTo>
                    <a:pt x="3409" y="6899"/>
                    <a:pt x="3405" y="6931"/>
                    <a:pt x="3397" y="6967"/>
                  </a:cubicBezTo>
                  <a:cubicBezTo>
                    <a:pt x="3393" y="7003"/>
                    <a:pt x="3381" y="7039"/>
                    <a:pt x="3373" y="7079"/>
                  </a:cubicBezTo>
                  <a:lnTo>
                    <a:pt x="3361" y="7131"/>
                  </a:lnTo>
                  <a:lnTo>
                    <a:pt x="3349" y="7183"/>
                  </a:lnTo>
                  <a:cubicBezTo>
                    <a:pt x="3337" y="7219"/>
                    <a:pt x="3325" y="7255"/>
                    <a:pt x="3313" y="7287"/>
                  </a:cubicBezTo>
                  <a:cubicBezTo>
                    <a:pt x="3289" y="7359"/>
                    <a:pt x="3261" y="7423"/>
                    <a:pt x="3229" y="7487"/>
                  </a:cubicBezTo>
                  <a:cubicBezTo>
                    <a:pt x="3161" y="7619"/>
                    <a:pt x="3065" y="7731"/>
                    <a:pt x="2941" y="7815"/>
                  </a:cubicBezTo>
                  <a:cubicBezTo>
                    <a:pt x="2809" y="7895"/>
                    <a:pt x="2661" y="7943"/>
                    <a:pt x="2509" y="7955"/>
                  </a:cubicBezTo>
                  <a:cubicBezTo>
                    <a:pt x="2425" y="7963"/>
                    <a:pt x="2341" y="7967"/>
                    <a:pt x="2258" y="7967"/>
                  </a:cubicBezTo>
                  <a:cubicBezTo>
                    <a:pt x="2174" y="7967"/>
                    <a:pt x="2091" y="7963"/>
                    <a:pt x="2009" y="7955"/>
                  </a:cubicBezTo>
                  <a:cubicBezTo>
                    <a:pt x="1921" y="7947"/>
                    <a:pt x="1837" y="7939"/>
                    <a:pt x="1753" y="7931"/>
                  </a:cubicBezTo>
                  <a:lnTo>
                    <a:pt x="1621" y="7915"/>
                  </a:lnTo>
                  <a:cubicBezTo>
                    <a:pt x="1581" y="7907"/>
                    <a:pt x="1541" y="7899"/>
                    <a:pt x="1497" y="7891"/>
                  </a:cubicBezTo>
                  <a:lnTo>
                    <a:pt x="1437" y="7879"/>
                  </a:lnTo>
                  <a:cubicBezTo>
                    <a:pt x="1413" y="7875"/>
                    <a:pt x="1393" y="7871"/>
                    <a:pt x="1373" y="7863"/>
                  </a:cubicBezTo>
                  <a:cubicBezTo>
                    <a:pt x="1333" y="7851"/>
                    <a:pt x="1293" y="7843"/>
                    <a:pt x="1253" y="7827"/>
                  </a:cubicBezTo>
                  <a:lnTo>
                    <a:pt x="1133" y="7779"/>
                  </a:lnTo>
                  <a:cubicBezTo>
                    <a:pt x="1097" y="7759"/>
                    <a:pt x="1057" y="7739"/>
                    <a:pt x="1021" y="7719"/>
                  </a:cubicBezTo>
                  <a:cubicBezTo>
                    <a:pt x="873" y="7635"/>
                    <a:pt x="741" y="7523"/>
                    <a:pt x="633" y="7391"/>
                  </a:cubicBezTo>
                  <a:cubicBezTo>
                    <a:pt x="525" y="7255"/>
                    <a:pt x="445" y="7103"/>
                    <a:pt x="393" y="6939"/>
                  </a:cubicBezTo>
                  <a:cubicBezTo>
                    <a:pt x="341" y="6779"/>
                    <a:pt x="325" y="6611"/>
                    <a:pt x="337" y="6447"/>
                  </a:cubicBezTo>
                  <a:cubicBezTo>
                    <a:pt x="353" y="6283"/>
                    <a:pt x="409" y="6127"/>
                    <a:pt x="497" y="5991"/>
                  </a:cubicBezTo>
                  <a:cubicBezTo>
                    <a:pt x="585" y="5859"/>
                    <a:pt x="689" y="5743"/>
                    <a:pt x="809" y="5643"/>
                  </a:cubicBezTo>
                  <a:cubicBezTo>
                    <a:pt x="1037" y="5455"/>
                    <a:pt x="1289" y="5307"/>
                    <a:pt x="1565" y="5199"/>
                  </a:cubicBezTo>
                  <a:cubicBezTo>
                    <a:pt x="1685" y="5151"/>
                    <a:pt x="1813" y="5115"/>
                    <a:pt x="1941" y="5087"/>
                  </a:cubicBezTo>
                  <a:lnTo>
                    <a:pt x="2133" y="5059"/>
                  </a:lnTo>
                  <a:cubicBezTo>
                    <a:pt x="2197" y="5051"/>
                    <a:pt x="2257" y="5039"/>
                    <a:pt x="2317" y="5027"/>
                  </a:cubicBezTo>
                  <a:cubicBezTo>
                    <a:pt x="2437" y="4999"/>
                    <a:pt x="2549" y="4967"/>
                    <a:pt x="2653" y="4935"/>
                  </a:cubicBezTo>
                  <a:cubicBezTo>
                    <a:pt x="2813" y="4887"/>
                    <a:pt x="2957" y="4831"/>
                    <a:pt x="3077" y="4779"/>
                  </a:cubicBezTo>
                  <a:close/>
                  <a:moveTo>
                    <a:pt x="4145" y="4819"/>
                  </a:moveTo>
                  <a:cubicBezTo>
                    <a:pt x="4261" y="4851"/>
                    <a:pt x="4385" y="4891"/>
                    <a:pt x="4525" y="4939"/>
                  </a:cubicBezTo>
                  <a:cubicBezTo>
                    <a:pt x="4741" y="5011"/>
                    <a:pt x="4981" y="5095"/>
                    <a:pt x="5261" y="5159"/>
                  </a:cubicBezTo>
                  <a:cubicBezTo>
                    <a:pt x="5409" y="5195"/>
                    <a:pt x="5561" y="5215"/>
                    <a:pt x="5713" y="5219"/>
                  </a:cubicBezTo>
                  <a:cubicBezTo>
                    <a:pt x="5753" y="5219"/>
                    <a:pt x="5797" y="5215"/>
                    <a:pt x="5837" y="5211"/>
                  </a:cubicBezTo>
                  <a:lnTo>
                    <a:pt x="5953" y="5195"/>
                  </a:lnTo>
                  <a:cubicBezTo>
                    <a:pt x="5991" y="5188"/>
                    <a:pt x="6029" y="5185"/>
                    <a:pt x="6069" y="5185"/>
                  </a:cubicBezTo>
                  <a:cubicBezTo>
                    <a:pt x="6101" y="5185"/>
                    <a:pt x="6133" y="5187"/>
                    <a:pt x="6165" y="5191"/>
                  </a:cubicBezTo>
                  <a:cubicBezTo>
                    <a:pt x="6237" y="5199"/>
                    <a:pt x="6313" y="5215"/>
                    <a:pt x="6381" y="5239"/>
                  </a:cubicBezTo>
                  <a:cubicBezTo>
                    <a:pt x="6457" y="5263"/>
                    <a:pt x="6525" y="5299"/>
                    <a:pt x="6593" y="5335"/>
                  </a:cubicBezTo>
                  <a:cubicBezTo>
                    <a:pt x="6877" y="5503"/>
                    <a:pt x="7093" y="5771"/>
                    <a:pt x="7197" y="6087"/>
                  </a:cubicBezTo>
                  <a:cubicBezTo>
                    <a:pt x="7249" y="6251"/>
                    <a:pt x="7273" y="6423"/>
                    <a:pt x="7265" y="6595"/>
                  </a:cubicBezTo>
                  <a:cubicBezTo>
                    <a:pt x="7261" y="6639"/>
                    <a:pt x="7261" y="6683"/>
                    <a:pt x="7253" y="6727"/>
                  </a:cubicBezTo>
                  <a:lnTo>
                    <a:pt x="7245" y="6791"/>
                  </a:lnTo>
                  <a:cubicBezTo>
                    <a:pt x="7241" y="6815"/>
                    <a:pt x="7237" y="6835"/>
                    <a:pt x="7233" y="6859"/>
                  </a:cubicBezTo>
                  <a:cubicBezTo>
                    <a:pt x="7217" y="6947"/>
                    <a:pt x="7189" y="7031"/>
                    <a:pt x="7157" y="7111"/>
                  </a:cubicBezTo>
                  <a:cubicBezTo>
                    <a:pt x="7085" y="7275"/>
                    <a:pt x="6985" y="7427"/>
                    <a:pt x="6857" y="7555"/>
                  </a:cubicBezTo>
                  <a:cubicBezTo>
                    <a:pt x="6597" y="7811"/>
                    <a:pt x="6273" y="7999"/>
                    <a:pt x="5917" y="8099"/>
                  </a:cubicBezTo>
                  <a:cubicBezTo>
                    <a:pt x="5745" y="8155"/>
                    <a:pt x="5569" y="8191"/>
                    <a:pt x="5389" y="8207"/>
                  </a:cubicBezTo>
                  <a:cubicBezTo>
                    <a:pt x="5328" y="8214"/>
                    <a:pt x="5266" y="8218"/>
                    <a:pt x="5204" y="8218"/>
                  </a:cubicBezTo>
                  <a:cubicBezTo>
                    <a:pt x="5093" y="8218"/>
                    <a:pt x="4981" y="8206"/>
                    <a:pt x="4873" y="8183"/>
                  </a:cubicBezTo>
                  <a:cubicBezTo>
                    <a:pt x="4849" y="8179"/>
                    <a:pt x="4833" y="8171"/>
                    <a:pt x="4813" y="8167"/>
                  </a:cubicBezTo>
                  <a:cubicBezTo>
                    <a:pt x="4797" y="8159"/>
                    <a:pt x="4777" y="8151"/>
                    <a:pt x="4757" y="8143"/>
                  </a:cubicBezTo>
                  <a:cubicBezTo>
                    <a:pt x="4725" y="8123"/>
                    <a:pt x="4693" y="8103"/>
                    <a:pt x="4665" y="8075"/>
                  </a:cubicBezTo>
                  <a:cubicBezTo>
                    <a:pt x="4609" y="8023"/>
                    <a:pt x="4561" y="7959"/>
                    <a:pt x="4525" y="7887"/>
                  </a:cubicBezTo>
                  <a:cubicBezTo>
                    <a:pt x="4457" y="7743"/>
                    <a:pt x="4401" y="7595"/>
                    <a:pt x="4365" y="7439"/>
                  </a:cubicBezTo>
                  <a:cubicBezTo>
                    <a:pt x="4297" y="7147"/>
                    <a:pt x="4245" y="6855"/>
                    <a:pt x="4213" y="6559"/>
                  </a:cubicBezTo>
                  <a:cubicBezTo>
                    <a:pt x="4205" y="6491"/>
                    <a:pt x="4193" y="6423"/>
                    <a:pt x="4185" y="6355"/>
                  </a:cubicBezTo>
                  <a:cubicBezTo>
                    <a:pt x="4181" y="6323"/>
                    <a:pt x="4173" y="6287"/>
                    <a:pt x="4165" y="6251"/>
                  </a:cubicBezTo>
                  <a:cubicBezTo>
                    <a:pt x="4161" y="6219"/>
                    <a:pt x="4149" y="6187"/>
                    <a:pt x="4141" y="6151"/>
                  </a:cubicBezTo>
                  <a:cubicBezTo>
                    <a:pt x="4101" y="6035"/>
                    <a:pt x="4057" y="5919"/>
                    <a:pt x="4009" y="5807"/>
                  </a:cubicBezTo>
                  <a:cubicBezTo>
                    <a:pt x="3921" y="5599"/>
                    <a:pt x="3833" y="5419"/>
                    <a:pt x="3753" y="5275"/>
                  </a:cubicBezTo>
                  <a:cubicBezTo>
                    <a:pt x="3733" y="5235"/>
                    <a:pt x="3713" y="5195"/>
                    <a:pt x="3693" y="5159"/>
                  </a:cubicBezTo>
                  <a:cubicBezTo>
                    <a:pt x="3676" y="5105"/>
                    <a:pt x="3676" y="5030"/>
                    <a:pt x="3789" y="5030"/>
                  </a:cubicBezTo>
                  <a:cubicBezTo>
                    <a:pt x="3811" y="5030"/>
                    <a:pt x="3838" y="5032"/>
                    <a:pt x="3869" y="5039"/>
                  </a:cubicBezTo>
                  <a:cubicBezTo>
                    <a:pt x="4071" y="5081"/>
                    <a:pt x="4288" y="5256"/>
                    <a:pt x="4341" y="5256"/>
                  </a:cubicBezTo>
                  <a:cubicBezTo>
                    <a:pt x="4349" y="5256"/>
                    <a:pt x="4353" y="5252"/>
                    <a:pt x="4353" y="5243"/>
                  </a:cubicBezTo>
                  <a:cubicBezTo>
                    <a:pt x="4393" y="5291"/>
                    <a:pt x="4433" y="5339"/>
                    <a:pt x="4469" y="5391"/>
                  </a:cubicBezTo>
                  <a:cubicBezTo>
                    <a:pt x="4517" y="5463"/>
                    <a:pt x="4557" y="5539"/>
                    <a:pt x="4589" y="5619"/>
                  </a:cubicBezTo>
                  <a:cubicBezTo>
                    <a:pt x="4653" y="5799"/>
                    <a:pt x="4705" y="5979"/>
                    <a:pt x="4741" y="6167"/>
                  </a:cubicBezTo>
                  <a:cubicBezTo>
                    <a:pt x="4761" y="6263"/>
                    <a:pt x="4785" y="6359"/>
                    <a:pt x="4817" y="6455"/>
                  </a:cubicBezTo>
                  <a:cubicBezTo>
                    <a:pt x="4849" y="6543"/>
                    <a:pt x="4889" y="6631"/>
                    <a:pt x="4933" y="6715"/>
                  </a:cubicBezTo>
                  <a:cubicBezTo>
                    <a:pt x="4973" y="6795"/>
                    <a:pt x="5021" y="6871"/>
                    <a:pt x="5073" y="6943"/>
                  </a:cubicBezTo>
                  <a:cubicBezTo>
                    <a:pt x="5121" y="7007"/>
                    <a:pt x="5169" y="7067"/>
                    <a:pt x="5225" y="7127"/>
                  </a:cubicBezTo>
                  <a:cubicBezTo>
                    <a:pt x="5269" y="7175"/>
                    <a:pt x="5317" y="7223"/>
                    <a:pt x="5369" y="7267"/>
                  </a:cubicBezTo>
                  <a:cubicBezTo>
                    <a:pt x="5413" y="7307"/>
                    <a:pt x="5453" y="7339"/>
                    <a:pt x="5489" y="7363"/>
                  </a:cubicBezTo>
                  <a:cubicBezTo>
                    <a:pt x="5525" y="7391"/>
                    <a:pt x="5553" y="7407"/>
                    <a:pt x="5573" y="7419"/>
                  </a:cubicBezTo>
                  <a:cubicBezTo>
                    <a:pt x="5553" y="7403"/>
                    <a:pt x="5529" y="7383"/>
                    <a:pt x="5497" y="7355"/>
                  </a:cubicBezTo>
                  <a:cubicBezTo>
                    <a:pt x="5465" y="7327"/>
                    <a:pt x="5425" y="7295"/>
                    <a:pt x="5381" y="7251"/>
                  </a:cubicBezTo>
                  <a:cubicBezTo>
                    <a:pt x="5341" y="7211"/>
                    <a:pt x="5297" y="7159"/>
                    <a:pt x="5249" y="7107"/>
                  </a:cubicBezTo>
                  <a:cubicBezTo>
                    <a:pt x="5197" y="7047"/>
                    <a:pt x="5149" y="6983"/>
                    <a:pt x="5105" y="6919"/>
                  </a:cubicBezTo>
                  <a:cubicBezTo>
                    <a:pt x="5057" y="6847"/>
                    <a:pt x="5013" y="6771"/>
                    <a:pt x="4973" y="6691"/>
                  </a:cubicBezTo>
                  <a:cubicBezTo>
                    <a:pt x="4933" y="6611"/>
                    <a:pt x="4897" y="6523"/>
                    <a:pt x="4865" y="6435"/>
                  </a:cubicBezTo>
                  <a:cubicBezTo>
                    <a:pt x="4837" y="6343"/>
                    <a:pt x="4809" y="6251"/>
                    <a:pt x="4789" y="6159"/>
                  </a:cubicBezTo>
                  <a:cubicBezTo>
                    <a:pt x="4753" y="5967"/>
                    <a:pt x="4701" y="5783"/>
                    <a:pt x="4633" y="5603"/>
                  </a:cubicBezTo>
                  <a:cubicBezTo>
                    <a:pt x="4597" y="5519"/>
                    <a:pt x="4553" y="5439"/>
                    <a:pt x="4497" y="5367"/>
                  </a:cubicBezTo>
                  <a:cubicBezTo>
                    <a:pt x="4449" y="5303"/>
                    <a:pt x="4397" y="5243"/>
                    <a:pt x="4341" y="5187"/>
                  </a:cubicBezTo>
                  <a:lnTo>
                    <a:pt x="4317" y="5163"/>
                  </a:lnTo>
                  <a:cubicBezTo>
                    <a:pt x="4317" y="5159"/>
                    <a:pt x="4313" y="5159"/>
                    <a:pt x="4313" y="5155"/>
                  </a:cubicBezTo>
                  <a:cubicBezTo>
                    <a:pt x="4289" y="5111"/>
                    <a:pt x="4265" y="5071"/>
                    <a:pt x="4245" y="5035"/>
                  </a:cubicBezTo>
                  <a:cubicBezTo>
                    <a:pt x="4177" y="4919"/>
                    <a:pt x="4133" y="4855"/>
                    <a:pt x="4145" y="4819"/>
                  </a:cubicBezTo>
                  <a:close/>
                  <a:moveTo>
                    <a:pt x="4147" y="0"/>
                  </a:moveTo>
                  <a:cubicBezTo>
                    <a:pt x="4090" y="0"/>
                    <a:pt x="4033" y="2"/>
                    <a:pt x="3977" y="7"/>
                  </a:cubicBezTo>
                  <a:cubicBezTo>
                    <a:pt x="3929" y="11"/>
                    <a:pt x="3881" y="19"/>
                    <a:pt x="3833" y="27"/>
                  </a:cubicBezTo>
                  <a:cubicBezTo>
                    <a:pt x="3809" y="27"/>
                    <a:pt x="3785" y="35"/>
                    <a:pt x="3765" y="39"/>
                  </a:cubicBezTo>
                  <a:cubicBezTo>
                    <a:pt x="3741" y="43"/>
                    <a:pt x="3717" y="51"/>
                    <a:pt x="3693" y="55"/>
                  </a:cubicBezTo>
                  <a:cubicBezTo>
                    <a:pt x="3649" y="71"/>
                    <a:pt x="3601" y="83"/>
                    <a:pt x="3557" y="99"/>
                  </a:cubicBezTo>
                  <a:cubicBezTo>
                    <a:pt x="3513" y="115"/>
                    <a:pt x="3465" y="135"/>
                    <a:pt x="3425" y="159"/>
                  </a:cubicBezTo>
                  <a:cubicBezTo>
                    <a:pt x="3337" y="203"/>
                    <a:pt x="3261" y="259"/>
                    <a:pt x="3193" y="327"/>
                  </a:cubicBezTo>
                  <a:cubicBezTo>
                    <a:pt x="3125" y="395"/>
                    <a:pt x="3069" y="471"/>
                    <a:pt x="3025" y="559"/>
                  </a:cubicBezTo>
                  <a:cubicBezTo>
                    <a:pt x="2985" y="643"/>
                    <a:pt x="2953" y="735"/>
                    <a:pt x="2937" y="827"/>
                  </a:cubicBezTo>
                  <a:cubicBezTo>
                    <a:pt x="2905" y="1007"/>
                    <a:pt x="2905" y="1191"/>
                    <a:pt x="2933" y="1371"/>
                  </a:cubicBezTo>
                  <a:cubicBezTo>
                    <a:pt x="2973" y="1543"/>
                    <a:pt x="3025" y="1707"/>
                    <a:pt x="3101" y="1867"/>
                  </a:cubicBezTo>
                  <a:cubicBezTo>
                    <a:pt x="3229" y="2171"/>
                    <a:pt x="3373" y="2451"/>
                    <a:pt x="3493" y="2711"/>
                  </a:cubicBezTo>
                  <a:cubicBezTo>
                    <a:pt x="3557" y="2839"/>
                    <a:pt x="3617" y="2959"/>
                    <a:pt x="3669" y="3079"/>
                  </a:cubicBezTo>
                  <a:cubicBezTo>
                    <a:pt x="3693" y="3139"/>
                    <a:pt x="3717" y="3191"/>
                    <a:pt x="3741" y="3255"/>
                  </a:cubicBezTo>
                  <a:lnTo>
                    <a:pt x="3749" y="3275"/>
                  </a:lnTo>
                  <a:lnTo>
                    <a:pt x="3749" y="3279"/>
                  </a:lnTo>
                  <a:lnTo>
                    <a:pt x="3749" y="3283"/>
                  </a:lnTo>
                  <a:lnTo>
                    <a:pt x="3749" y="3295"/>
                  </a:lnTo>
                  <a:cubicBezTo>
                    <a:pt x="3753" y="3307"/>
                    <a:pt x="3757" y="3319"/>
                    <a:pt x="3761" y="3331"/>
                  </a:cubicBezTo>
                  <a:cubicBezTo>
                    <a:pt x="3765" y="3359"/>
                    <a:pt x="3765" y="3387"/>
                    <a:pt x="3769" y="3415"/>
                  </a:cubicBezTo>
                  <a:cubicBezTo>
                    <a:pt x="3773" y="3611"/>
                    <a:pt x="3757" y="3811"/>
                    <a:pt x="3717" y="4003"/>
                  </a:cubicBezTo>
                  <a:cubicBezTo>
                    <a:pt x="3701" y="4099"/>
                    <a:pt x="3681" y="4179"/>
                    <a:pt x="3665" y="4251"/>
                  </a:cubicBezTo>
                  <a:cubicBezTo>
                    <a:pt x="3649" y="4251"/>
                    <a:pt x="3637" y="4247"/>
                    <a:pt x="3629" y="4235"/>
                  </a:cubicBezTo>
                  <a:lnTo>
                    <a:pt x="3629" y="4059"/>
                  </a:lnTo>
                  <a:cubicBezTo>
                    <a:pt x="3625" y="3879"/>
                    <a:pt x="3613" y="3703"/>
                    <a:pt x="3589" y="3527"/>
                  </a:cubicBezTo>
                  <a:cubicBezTo>
                    <a:pt x="3561" y="3299"/>
                    <a:pt x="3505" y="3071"/>
                    <a:pt x="3429" y="2851"/>
                  </a:cubicBezTo>
                  <a:cubicBezTo>
                    <a:pt x="3385" y="2723"/>
                    <a:pt x="3329" y="2603"/>
                    <a:pt x="3257" y="2487"/>
                  </a:cubicBezTo>
                  <a:cubicBezTo>
                    <a:pt x="3185" y="2359"/>
                    <a:pt x="3085" y="2247"/>
                    <a:pt x="2969" y="2155"/>
                  </a:cubicBezTo>
                  <a:cubicBezTo>
                    <a:pt x="2937" y="2131"/>
                    <a:pt x="2905" y="2107"/>
                    <a:pt x="2873" y="2087"/>
                  </a:cubicBezTo>
                  <a:cubicBezTo>
                    <a:pt x="2837" y="2067"/>
                    <a:pt x="2805" y="2051"/>
                    <a:pt x="2773" y="2035"/>
                  </a:cubicBezTo>
                  <a:cubicBezTo>
                    <a:pt x="2705" y="1999"/>
                    <a:pt x="2641" y="1967"/>
                    <a:pt x="2569" y="1935"/>
                  </a:cubicBezTo>
                  <a:cubicBezTo>
                    <a:pt x="2433" y="1871"/>
                    <a:pt x="2289" y="1807"/>
                    <a:pt x="2141" y="1755"/>
                  </a:cubicBezTo>
                  <a:cubicBezTo>
                    <a:pt x="1989" y="1703"/>
                    <a:pt x="1837" y="1655"/>
                    <a:pt x="1677" y="1623"/>
                  </a:cubicBezTo>
                  <a:cubicBezTo>
                    <a:pt x="1530" y="1586"/>
                    <a:pt x="1381" y="1566"/>
                    <a:pt x="1230" y="1566"/>
                  </a:cubicBezTo>
                  <a:cubicBezTo>
                    <a:pt x="1217" y="1566"/>
                    <a:pt x="1203" y="1566"/>
                    <a:pt x="1189" y="1567"/>
                  </a:cubicBezTo>
                  <a:cubicBezTo>
                    <a:pt x="1017" y="1567"/>
                    <a:pt x="849" y="1615"/>
                    <a:pt x="701" y="1703"/>
                  </a:cubicBezTo>
                  <a:cubicBezTo>
                    <a:pt x="629" y="1751"/>
                    <a:pt x="565" y="1815"/>
                    <a:pt x="513" y="1883"/>
                  </a:cubicBezTo>
                  <a:cubicBezTo>
                    <a:pt x="465" y="1955"/>
                    <a:pt x="425" y="2031"/>
                    <a:pt x="389" y="2111"/>
                  </a:cubicBezTo>
                  <a:cubicBezTo>
                    <a:pt x="249" y="2411"/>
                    <a:pt x="85" y="2711"/>
                    <a:pt x="21" y="3051"/>
                  </a:cubicBezTo>
                  <a:cubicBezTo>
                    <a:pt x="13" y="3095"/>
                    <a:pt x="9" y="3135"/>
                    <a:pt x="5" y="3179"/>
                  </a:cubicBezTo>
                  <a:cubicBezTo>
                    <a:pt x="1" y="3223"/>
                    <a:pt x="5" y="3271"/>
                    <a:pt x="5" y="3315"/>
                  </a:cubicBezTo>
                  <a:cubicBezTo>
                    <a:pt x="5" y="3359"/>
                    <a:pt x="13" y="3403"/>
                    <a:pt x="25" y="3447"/>
                  </a:cubicBezTo>
                  <a:cubicBezTo>
                    <a:pt x="33" y="3487"/>
                    <a:pt x="49" y="3531"/>
                    <a:pt x="61" y="3571"/>
                  </a:cubicBezTo>
                  <a:cubicBezTo>
                    <a:pt x="129" y="3731"/>
                    <a:pt x="229" y="3875"/>
                    <a:pt x="357" y="3987"/>
                  </a:cubicBezTo>
                  <a:cubicBezTo>
                    <a:pt x="365" y="3995"/>
                    <a:pt x="369" y="3999"/>
                    <a:pt x="381" y="4011"/>
                  </a:cubicBezTo>
                  <a:lnTo>
                    <a:pt x="405" y="4031"/>
                  </a:lnTo>
                  <a:lnTo>
                    <a:pt x="449" y="4067"/>
                  </a:lnTo>
                  <a:cubicBezTo>
                    <a:pt x="477" y="4095"/>
                    <a:pt x="509" y="4119"/>
                    <a:pt x="541" y="4143"/>
                  </a:cubicBezTo>
                  <a:lnTo>
                    <a:pt x="641" y="4211"/>
                  </a:lnTo>
                  <a:lnTo>
                    <a:pt x="741" y="4275"/>
                  </a:lnTo>
                  <a:cubicBezTo>
                    <a:pt x="805" y="4319"/>
                    <a:pt x="877" y="4351"/>
                    <a:pt x="941" y="4387"/>
                  </a:cubicBezTo>
                  <a:cubicBezTo>
                    <a:pt x="1009" y="4423"/>
                    <a:pt x="1077" y="4451"/>
                    <a:pt x="1145" y="4479"/>
                  </a:cubicBezTo>
                  <a:cubicBezTo>
                    <a:pt x="1401" y="4583"/>
                    <a:pt x="1669" y="4655"/>
                    <a:pt x="1941" y="4695"/>
                  </a:cubicBezTo>
                  <a:cubicBezTo>
                    <a:pt x="2103" y="4715"/>
                    <a:pt x="2266" y="4724"/>
                    <a:pt x="2428" y="4724"/>
                  </a:cubicBezTo>
                  <a:cubicBezTo>
                    <a:pt x="2498" y="4724"/>
                    <a:pt x="2568" y="4723"/>
                    <a:pt x="2637" y="4719"/>
                  </a:cubicBezTo>
                  <a:cubicBezTo>
                    <a:pt x="2813" y="4707"/>
                    <a:pt x="2989" y="4683"/>
                    <a:pt x="3165" y="4647"/>
                  </a:cubicBezTo>
                  <a:lnTo>
                    <a:pt x="3229" y="4631"/>
                  </a:lnTo>
                  <a:lnTo>
                    <a:pt x="3229" y="4631"/>
                  </a:lnTo>
                  <a:lnTo>
                    <a:pt x="3213" y="4651"/>
                  </a:lnTo>
                  <a:lnTo>
                    <a:pt x="3149" y="4675"/>
                  </a:lnTo>
                  <a:cubicBezTo>
                    <a:pt x="3001" y="4723"/>
                    <a:pt x="2825" y="4775"/>
                    <a:pt x="2621" y="4827"/>
                  </a:cubicBezTo>
                  <a:cubicBezTo>
                    <a:pt x="2517" y="4855"/>
                    <a:pt x="2409" y="4879"/>
                    <a:pt x="2293" y="4899"/>
                  </a:cubicBezTo>
                  <a:cubicBezTo>
                    <a:pt x="2233" y="4907"/>
                    <a:pt x="2173" y="4919"/>
                    <a:pt x="2113" y="4923"/>
                  </a:cubicBezTo>
                  <a:lnTo>
                    <a:pt x="2017" y="4935"/>
                  </a:lnTo>
                  <a:lnTo>
                    <a:pt x="1921" y="4947"/>
                  </a:lnTo>
                  <a:cubicBezTo>
                    <a:pt x="1781" y="4971"/>
                    <a:pt x="1641" y="5007"/>
                    <a:pt x="1509" y="5059"/>
                  </a:cubicBezTo>
                  <a:cubicBezTo>
                    <a:pt x="1365" y="5115"/>
                    <a:pt x="1229" y="5179"/>
                    <a:pt x="1101" y="5259"/>
                  </a:cubicBezTo>
                  <a:cubicBezTo>
                    <a:pt x="817" y="5427"/>
                    <a:pt x="585" y="5663"/>
                    <a:pt x="417" y="5947"/>
                  </a:cubicBezTo>
                  <a:cubicBezTo>
                    <a:pt x="245" y="6247"/>
                    <a:pt x="241" y="6623"/>
                    <a:pt x="345" y="6959"/>
                  </a:cubicBezTo>
                  <a:cubicBezTo>
                    <a:pt x="397" y="7127"/>
                    <a:pt x="477" y="7287"/>
                    <a:pt x="581" y="7431"/>
                  </a:cubicBezTo>
                  <a:cubicBezTo>
                    <a:pt x="689" y="7575"/>
                    <a:pt x="821" y="7703"/>
                    <a:pt x="973" y="7803"/>
                  </a:cubicBezTo>
                  <a:cubicBezTo>
                    <a:pt x="1009" y="7827"/>
                    <a:pt x="1049" y="7851"/>
                    <a:pt x="1089" y="7871"/>
                  </a:cubicBezTo>
                  <a:lnTo>
                    <a:pt x="1213" y="7931"/>
                  </a:lnTo>
                  <a:cubicBezTo>
                    <a:pt x="1253" y="7951"/>
                    <a:pt x="1297" y="7963"/>
                    <a:pt x="1341" y="7983"/>
                  </a:cubicBezTo>
                  <a:cubicBezTo>
                    <a:pt x="1361" y="7991"/>
                    <a:pt x="1381" y="7999"/>
                    <a:pt x="1405" y="8003"/>
                  </a:cubicBezTo>
                  <a:lnTo>
                    <a:pt x="1469" y="8019"/>
                  </a:lnTo>
                  <a:cubicBezTo>
                    <a:pt x="1513" y="8031"/>
                    <a:pt x="1557" y="8043"/>
                    <a:pt x="1601" y="8051"/>
                  </a:cubicBezTo>
                  <a:lnTo>
                    <a:pt x="1733" y="8071"/>
                  </a:lnTo>
                  <a:cubicBezTo>
                    <a:pt x="1817" y="8087"/>
                    <a:pt x="1905" y="8099"/>
                    <a:pt x="1993" y="8107"/>
                  </a:cubicBezTo>
                  <a:cubicBezTo>
                    <a:pt x="2106" y="8122"/>
                    <a:pt x="2219" y="8130"/>
                    <a:pt x="2332" y="8130"/>
                  </a:cubicBezTo>
                  <a:cubicBezTo>
                    <a:pt x="2395" y="8130"/>
                    <a:pt x="2458" y="8127"/>
                    <a:pt x="2521" y="8123"/>
                  </a:cubicBezTo>
                  <a:cubicBezTo>
                    <a:pt x="2705" y="8111"/>
                    <a:pt x="2881" y="8059"/>
                    <a:pt x="3037" y="7967"/>
                  </a:cubicBezTo>
                  <a:cubicBezTo>
                    <a:pt x="3189" y="7871"/>
                    <a:pt x="3309" y="7739"/>
                    <a:pt x="3389" y="7579"/>
                  </a:cubicBezTo>
                  <a:cubicBezTo>
                    <a:pt x="3429" y="7503"/>
                    <a:pt x="3461" y="7427"/>
                    <a:pt x="3489" y="7347"/>
                  </a:cubicBezTo>
                  <a:cubicBezTo>
                    <a:pt x="3501" y="7311"/>
                    <a:pt x="3513" y="7271"/>
                    <a:pt x="3521" y="7235"/>
                  </a:cubicBezTo>
                  <a:lnTo>
                    <a:pt x="3529" y="7203"/>
                  </a:lnTo>
                  <a:lnTo>
                    <a:pt x="3533" y="7191"/>
                  </a:lnTo>
                  <a:lnTo>
                    <a:pt x="3533" y="7183"/>
                  </a:lnTo>
                  <a:lnTo>
                    <a:pt x="3533" y="7175"/>
                  </a:lnTo>
                  <a:lnTo>
                    <a:pt x="3533" y="7171"/>
                  </a:lnTo>
                  <a:lnTo>
                    <a:pt x="3545" y="7115"/>
                  </a:lnTo>
                  <a:cubicBezTo>
                    <a:pt x="3553" y="7079"/>
                    <a:pt x="3561" y="7043"/>
                    <a:pt x="3569" y="7007"/>
                  </a:cubicBezTo>
                  <a:cubicBezTo>
                    <a:pt x="3573" y="6971"/>
                    <a:pt x="3577" y="6927"/>
                    <a:pt x="3581" y="6891"/>
                  </a:cubicBezTo>
                  <a:cubicBezTo>
                    <a:pt x="3593" y="6815"/>
                    <a:pt x="3597" y="6739"/>
                    <a:pt x="3597" y="6667"/>
                  </a:cubicBezTo>
                  <a:cubicBezTo>
                    <a:pt x="3601" y="6591"/>
                    <a:pt x="3597" y="6523"/>
                    <a:pt x="3597" y="6451"/>
                  </a:cubicBezTo>
                  <a:cubicBezTo>
                    <a:pt x="3597" y="6379"/>
                    <a:pt x="3589" y="6315"/>
                    <a:pt x="3589" y="6247"/>
                  </a:cubicBezTo>
                  <a:cubicBezTo>
                    <a:pt x="3569" y="5979"/>
                    <a:pt x="3537" y="5743"/>
                    <a:pt x="3517" y="5531"/>
                  </a:cubicBezTo>
                  <a:cubicBezTo>
                    <a:pt x="3501" y="5391"/>
                    <a:pt x="3493" y="5247"/>
                    <a:pt x="3497" y="5107"/>
                  </a:cubicBezTo>
                  <a:cubicBezTo>
                    <a:pt x="3508" y="5105"/>
                    <a:pt x="3519" y="5103"/>
                    <a:pt x="3531" y="5103"/>
                  </a:cubicBezTo>
                  <a:cubicBezTo>
                    <a:pt x="3557" y="5103"/>
                    <a:pt x="3583" y="5110"/>
                    <a:pt x="3605" y="5127"/>
                  </a:cubicBezTo>
                  <a:cubicBezTo>
                    <a:pt x="3629" y="5179"/>
                    <a:pt x="3657" y="5239"/>
                    <a:pt x="3685" y="5307"/>
                  </a:cubicBezTo>
                  <a:cubicBezTo>
                    <a:pt x="3745" y="5459"/>
                    <a:pt x="3821" y="5643"/>
                    <a:pt x="3901" y="5855"/>
                  </a:cubicBezTo>
                  <a:cubicBezTo>
                    <a:pt x="3941" y="5959"/>
                    <a:pt x="3977" y="6071"/>
                    <a:pt x="4009" y="6191"/>
                  </a:cubicBezTo>
                  <a:cubicBezTo>
                    <a:pt x="4025" y="6251"/>
                    <a:pt x="4037" y="6311"/>
                    <a:pt x="4045" y="6375"/>
                  </a:cubicBezTo>
                  <a:cubicBezTo>
                    <a:pt x="4053" y="6443"/>
                    <a:pt x="4057" y="6511"/>
                    <a:pt x="4065" y="6579"/>
                  </a:cubicBezTo>
                  <a:cubicBezTo>
                    <a:pt x="4093" y="6883"/>
                    <a:pt x="4145" y="7183"/>
                    <a:pt x="4217" y="7479"/>
                  </a:cubicBezTo>
                  <a:cubicBezTo>
                    <a:pt x="4261" y="7643"/>
                    <a:pt x="4329" y="7803"/>
                    <a:pt x="4413" y="7951"/>
                  </a:cubicBezTo>
                  <a:cubicBezTo>
                    <a:pt x="4461" y="8027"/>
                    <a:pt x="4521" y="8099"/>
                    <a:pt x="4593" y="8159"/>
                  </a:cubicBezTo>
                  <a:cubicBezTo>
                    <a:pt x="4629" y="8191"/>
                    <a:pt x="4669" y="8215"/>
                    <a:pt x="4717" y="8235"/>
                  </a:cubicBezTo>
                  <a:cubicBezTo>
                    <a:pt x="4741" y="8243"/>
                    <a:pt x="4757" y="8247"/>
                    <a:pt x="4781" y="8255"/>
                  </a:cubicBezTo>
                  <a:cubicBezTo>
                    <a:pt x="4805" y="8263"/>
                    <a:pt x="4833" y="8267"/>
                    <a:pt x="4853" y="8271"/>
                  </a:cubicBezTo>
                  <a:cubicBezTo>
                    <a:pt x="4940" y="8283"/>
                    <a:pt x="5027" y="8289"/>
                    <a:pt x="5115" y="8289"/>
                  </a:cubicBezTo>
                  <a:cubicBezTo>
                    <a:pt x="5209" y="8289"/>
                    <a:pt x="5304" y="8282"/>
                    <a:pt x="5397" y="8267"/>
                  </a:cubicBezTo>
                  <a:cubicBezTo>
                    <a:pt x="5577" y="8243"/>
                    <a:pt x="5757" y="8203"/>
                    <a:pt x="5933" y="8151"/>
                  </a:cubicBezTo>
                  <a:cubicBezTo>
                    <a:pt x="6113" y="8095"/>
                    <a:pt x="6285" y="8027"/>
                    <a:pt x="6453" y="7943"/>
                  </a:cubicBezTo>
                  <a:cubicBezTo>
                    <a:pt x="6625" y="7855"/>
                    <a:pt x="6781" y="7751"/>
                    <a:pt x="6925" y="7623"/>
                  </a:cubicBezTo>
                  <a:cubicBezTo>
                    <a:pt x="7069" y="7491"/>
                    <a:pt x="7189" y="7335"/>
                    <a:pt x="7273" y="7163"/>
                  </a:cubicBezTo>
                  <a:cubicBezTo>
                    <a:pt x="7313" y="7075"/>
                    <a:pt x="7345" y="6983"/>
                    <a:pt x="7369" y="6887"/>
                  </a:cubicBezTo>
                  <a:cubicBezTo>
                    <a:pt x="7373" y="6863"/>
                    <a:pt x="7381" y="6843"/>
                    <a:pt x="7385" y="6819"/>
                  </a:cubicBezTo>
                  <a:lnTo>
                    <a:pt x="7397" y="6747"/>
                  </a:lnTo>
                  <a:cubicBezTo>
                    <a:pt x="7409" y="6695"/>
                    <a:pt x="7409" y="6651"/>
                    <a:pt x="7417" y="6603"/>
                  </a:cubicBezTo>
                  <a:cubicBezTo>
                    <a:pt x="7445" y="6219"/>
                    <a:pt x="7333" y="5839"/>
                    <a:pt x="7097" y="5535"/>
                  </a:cubicBezTo>
                  <a:cubicBezTo>
                    <a:pt x="7037" y="5463"/>
                    <a:pt x="6973" y="5395"/>
                    <a:pt x="6905" y="5335"/>
                  </a:cubicBezTo>
                  <a:cubicBezTo>
                    <a:pt x="6837" y="5275"/>
                    <a:pt x="6761" y="5223"/>
                    <a:pt x="6685" y="5179"/>
                  </a:cubicBezTo>
                  <a:cubicBezTo>
                    <a:pt x="6533" y="5087"/>
                    <a:pt x="6361" y="5027"/>
                    <a:pt x="6185" y="5011"/>
                  </a:cubicBezTo>
                  <a:cubicBezTo>
                    <a:pt x="6149" y="5008"/>
                    <a:pt x="6112" y="5006"/>
                    <a:pt x="6076" y="5006"/>
                  </a:cubicBezTo>
                  <a:cubicBezTo>
                    <a:pt x="6025" y="5006"/>
                    <a:pt x="5974" y="5010"/>
                    <a:pt x="5925" y="5019"/>
                  </a:cubicBezTo>
                  <a:lnTo>
                    <a:pt x="5809" y="5039"/>
                  </a:lnTo>
                  <a:cubicBezTo>
                    <a:pt x="5777" y="5039"/>
                    <a:pt x="5745" y="5047"/>
                    <a:pt x="5709" y="5047"/>
                  </a:cubicBezTo>
                  <a:cubicBezTo>
                    <a:pt x="5695" y="5047"/>
                    <a:pt x="5681" y="5048"/>
                    <a:pt x="5666" y="5048"/>
                  </a:cubicBezTo>
                  <a:cubicBezTo>
                    <a:pt x="5541" y="5048"/>
                    <a:pt x="5415" y="5032"/>
                    <a:pt x="5293" y="5007"/>
                  </a:cubicBezTo>
                  <a:cubicBezTo>
                    <a:pt x="5025" y="4959"/>
                    <a:pt x="4777" y="4887"/>
                    <a:pt x="4557" y="4831"/>
                  </a:cubicBezTo>
                  <a:cubicBezTo>
                    <a:pt x="4365" y="4775"/>
                    <a:pt x="4169" y="4735"/>
                    <a:pt x="3973" y="4707"/>
                  </a:cubicBezTo>
                  <a:cubicBezTo>
                    <a:pt x="3933" y="4703"/>
                    <a:pt x="3889" y="4699"/>
                    <a:pt x="3853" y="4699"/>
                  </a:cubicBezTo>
                  <a:lnTo>
                    <a:pt x="3881" y="4687"/>
                  </a:lnTo>
                  <a:cubicBezTo>
                    <a:pt x="3965" y="4667"/>
                    <a:pt x="4073" y="4647"/>
                    <a:pt x="4197" y="4623"/>
                  </a:cubicBezTo>
                  <a:cubicBezTo>
                    <a:pt x="4369" y="4595"/>
                    <a:pt x="4581" y="4559"/>
                    <a:pt x="4817" y="4535"/>
                  </a:cubicBezTo>
                  <a:cubicBezTo>
                    <a:pt x="4993" y="4517"/>
                    <a:pt x="5169" y="4507"/>
                    <a:pt x="5345" y="4507"/>
                  </a:cubicBezTo>
                  <a:cubicBezTo>
                    <a:pt x="5437" y="4507"/>
                    <a:pt x="5529" y="4509"/>
                    <a:pt x="5621" y="4515"/>
                  </a:cubicBezTo>
                  <a:cubicBezTo>
                    <a:pt x="5697" y="4523"/>
                    <a:pt x="5769" y="4531"/>
                    <a:pt x="5845" y="4539"/>
                  </a:cubicBezTo>
                  <a:cubicBezTo>
                    <a:pt x="5921" y="4547"/>
                    <a:pt x="5997" y="4563"/>
                    <a:pt x="6073" y="4583"/>
                  </a:cubicBezTo>
                  <a:lnTo>
                    <a:pt x="6561" y="4695"/>
                  </a:lnTo>
                  <a:cubicBezTo>
                    <a:pt x="6729" y="4731"/>
                    <a:pt x="6901" y="4767"/>
                    <a:pt x="7081" y="4799"/>
                  </a:cubicBezTo>
                  <a:cubicBezTo>
                    <a:pt x="7261" y="4831"/>
                    <a:pt x="7445" y="4855"/>
                    <a:pt x="7633" y="4871"/>
                  </a:cubicBezTo>
                  <a:cubicBezTo>
                    <a:pt x="7685" y="4875"/>
                    <a:pt x="7737" y="4878"/>
                    <a:pt x="7790" y="4878"/>
                  </a:cubicBezTo>
                  <a:cubicBezTo>
                    <a:pt x="7931" y="4878"/>
                    <a:pt x="8073" y="4861"/>
                    <a:pt x="8213" y="4823"/>
                  </a:cubicBezTo>
                  <a:cubicBezTo>
                    <a:pt x="8309" y="4795"/>
                    <a:pt x="8401" y="4739"/>
                    <a:pt x="8469" y="4667"/>
                  </a:cubicBezTo>
                  <a:cubicBezTo>
                    <a:pt x="8533" y="4583"/>
                    <a:pt x="8573" y="4487"/>
                    <a:pt x="8585" y="4383"/>
                  </a:cubicBezTo>
                  <a:cubicBezTo>
                    <a:pt x="8609" y="4183"/>
                    <a:pt x="8609" y="3983"/>
                    <a:pt x="8589" y="3783"/>
                  </a:cubicBezTo>
                  <a:cubicBezTo>
                    <a:pt x="8573" y="3579"/>
                    <a:pt x="8537" y="3383"/>
                    <a:pt x="8485" y="3187"/>
                  </a:cubicBezTo>
                  <a:cubicBezTo>
                    <a:pt x="8429" y="2991"/>
                    <a:pt x="8349" y="2799"/>
                    <a:pt x="8249" y="2623"/>
                  </a:cubicBezTo>
                  <a:cubicBezTo>
                    <a:pt x="8141" y="2443"/>
                    <a:pt x="7997" y="2287"/>
                    <a:pt x="7825" y="2167"/>
                  </a:cubicBezTo>
                  <a:cubicBezTo>
                    <a:pt x="7737" y="2111"/>
                    <a:pt x="7641" y="2067"/>
                    <a:pt x="7541" y="2035"/>
                  </a:cubicBezTo>
                  <a:cubicBezTo>
                    <a:pt x="7437" y="2007"/>
                    <a:pt x="7333" y="1995"/>
                    <a:pt x="7229" y="1995"/>
                  </a:cubicBezTo>
                  <a:cubicBezTo>
                    <a:pt x="7201" y="1995"/>
                    <a:pt x="7177" y="1995"/>
                    <a:pt x="7153" y="1999"/>
                  </a:cubicBezTo>
                  <a:cubicBezTo>
                    <a:pt x="7125" y="1999"/>
                    <a:pt x="7097" y="2003"/>
                    <a:pt x="7073" y="2007"/>
                  </a:cubicBezTo>
                  <a:lnTo>
                    <a:pt x="6933" y="2027"/>
                  </a:lnTo>
                  <a:cubicBezTo>
                    <a:pt x="6909" y="2031"/>
                    <a:pt x="6885" y="2035"/>
                    <a:pt x="6861" y="2039"/>
                  </a:cubicBezTo>
                  <a:lnTo>
                    <a:pt x="6789" y="2055"/>
                  </a:lnTo>
                  <a:cubicBezTo>
                    <a:pt x="6737" y="2067"/>
                    <a:pt x="6693" y="2079"/>
                    <a:pt x="6645" y="2091"/>
                  </a:cubicBezTo>
                  <a:cubicBezTo>
                    <a:pt x="6461" y="2147"/>
                    <a:pt x="6285" y="2223"/>
                    <a:pt x="6117" y="2319"/>
                  </a:cubicBezTo>
                  <a:cubicBezTo>
                    <a:pt x="6069" y="2347"/>
                    <a:pt x="6017" y="2379"/>
                    <a:pt x="5969" y="2415"/>
                  </a:cubicBezTo>
                  <a:cubicBezTo>
                    <a:pt x="6005" y="2363"/>
                    <a:pt x="6037" y="2311"/>
                    <a:pt x="6065" y="2259"/>
                  </a:cubicBezTo>
                  <a:cubicBezTo>
                    <a:pt x="6109" y="2175"/>
                    <a:pt x="6145" y="2091"/>
                    <a:pt x="6173" y="1999"/>
                  </a:cubicBezTo>
                  <a:cubicBezTo>
                    <a:pt x="6185" y="1955"/>
                    <a:pt x="6193" y="1907"/>
                    <a:pt x="6205" y="1859"/>
                  </a:cubicBezTo>
                  <a:lnTo>
                    <a:pt x="6217" y="1791"/>
                  </a:lnTo>
                  <a:lnTo>
                    <a:pt x="6225" y="1723"/>
                  </a:lnTo>
                  <a:cubicBezTo>
                    <a:pt x="6229" y="1679"/>
                    <a:pt x="6233" y="1631"/>
                    <a:pt x="6237" y="1587"/>
                  </a:cubicBezTo>
                  <a:cubicBezTo>
                    <a:pt x="6237" y="1583"/>
                    <a:pt x="6237" y="1579"/>
                    <a:pt x="6237" y="1579"/>
                  </a:cubicBezTo>
                  <a:lnTo>
                    <a:pt x="6237" y="1511"/>
                  </a:lnTo>
                  <a:cubicBezTo>
                    <a:pt x="6237" y="1483"/>
                    <a:pt x="6237" y="1459"/>
                    <a:pt x="6233" y="1435"/>
                  </a:cubicBezTo>
                  <a:cubicBezTo>
                    <a:pt x="6229" y="1339"/>
                    <a:pt x="6209" y="1239"/>
                    <a:pt x="6177" y="1147"/>
                  </a:cubicBezTo>
                  <a:cubicBezTo>
                    <a:pt x="6113" y="955"/>
                    <a:pt x="6005" y="783"/>
                    <a:pt x="5865" y="643"/>
                  </a:cubicBezTo>
                  <a:cubicBezTo>
                    <a:pt x="5725" y="503"/>
                    <a:pt x="5565" y="383"/>
                    <a:pt x="5389" y="291"/>
                  </a:cubicBezTo>
                  <a:cubicBezTo>
                    <a:pt x="5217" y="203"/>
                    <a:pt x="5029" y="135"/>
                    <a:pt x="4841" y="87"/>
                  </a:cubicBezTo>
                  <a:cubicBezTo>
                    <a:pt x="4653" y="39"/>
                    <a:pt x="4461" y="11"/>
                    <a:pt x="4269" y="3"/>
                  </a:cubicBezTo>
                  <a:cubicBezTo>
                    <a:pt x="4228" y="1"/>
                    <a:pt x="4187" y="0"/>
                    <a:pt x="414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89"/>
            <p:cNvSpPr/>
            <p:nvPr/>
          </p:nvSpPr>
          <p:spPr>
            <a:xfrm flipH="1">
              <a:off x="1021944" y="2516757"/>
              <a:ext cx="23753" cy="111812"/>
            </a:xfrm>
            <a:custGeom>
              <a:avLst/>
              <a:gdLst/>
              <a:ahLst/>
              <a:cxnLst/>
              <a:rect l="l" t="t" r="r" b="b"/>
              <a:pathLst>
                <a:path w="205" h="965" extrusionOk="0">
                  <a:moveTo>
                    <a:pt x="148" y="1"/>
                  </a:moveTo>
                  <a:lnTo>
                    <a:pt x="108" y="505"/>
                  </a:lnTo>
                  <a:cubicBezTo>
                    <a:pt x="104" y="537"/>
                    <a:pt x="100" y="569"/>
                    <a:pt x="96" y="605"/>
                  </a:cubicBezTo>
                  <a:cubicBezTo>
                    <a:pt x="88" y="633"/>
                    <a:pt x="80" y="665"/>
                    <a:pt x="72" y="697"/>
                  </a:cubicBezTo>
                  <a:lnTo>
                    <a:pt x="0" y="945"/>
                  </a:lnTo>
                  <a:lnTo>
                    <a:pt x="56" y="965"/>
                  </a:lnTo>
                  <a:lnTo>
                    <a:pt x="128" y="713"/>
                  </a:lnTo>
                  <a:cubicBezTo>
                    <a:pt x="136" y="681"/>
                    <a:pt x="144" y="649"/>
                    <a:pt x="152" y="613"/>
                  </a:cubicBezTo>
                  <a:cubicBezTo>
                    <a:pt x="156" y="581"/>
                    <a:pt x="160" y="545"/>
                    <a:pt x="164" y="509"/>
                  </a:cubicBezTo>
                  <a:lnTo>
                    <a:pt x="204" y="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89"/>
            <p:cNvSpPr/>
            <p:nvPr/>
          </p:nvSpPr>
          <p:spPr>
            <a:xfrm flipH="1">
              <a:off x="1057168" y="2518147"/>
              <a:ext cx="28851" cy="99298"/>
            </a:xfrm>
            <a:custGeom>
              <a:avLst/>
              <a:gdLst/>
              <a:ahLst/>
              <a:cxnLst/>
              <a:rect l="l" t="t" r="r" b="b"/>
              <a:pathLst>
                <a:path w="249" h="857" extrusionOk="0">
                  <a:moveTo>
                    <a:pt x="60" y="1"/>
                  </a:moveTo>
                  <a:lnTo>
                    <a:pt x="0" y="5"/>
                  </a:lnTo>
                  <a:lnTo>
                    <a:pt x="36" y="269"/>
                  </a:lnTo>
                  <a:cubicBezTo>
                    <a:pt x="40" y="321"/>
                    <a:pt x="52" y="373"/>
                    <a:pt x="68" y="421"/>
                  </a:cubicBezTo>
                  <a:cubicBezTo>
                    <a:pt x="76" y="441"/>
                    <a:pt x="88" y="461"/>
                    <a:pt x="96" y="481"/>
                  </a:cubicBezTo>
                  <a:lnTo>
                    <a:pt x="112" y="505"/>
                  </a:lnTo>
                  <a:cubicBezTo>
                    <a:pt x="164" y="613"/>
                    <a:pt x="188" y="733"/>
                    <a:pt x="176" y="853"/>
                  </a:cubicBezTo>
                  <a:lnTo>
                    <a:pt x="236" y="857"/>
                  </a:lnTo>
                  <a:cubicBezTo>
                    <a:pt x="248" y="729"/>
                    <a:pt x="220" y="597"/>
                    <a:pt x="160" y="477"/>
                  </a:cubicBezTo>
                  <a:lnTo>
                    <a:pt x="148" y="453"/>
                  </a:lnTo>
                  <a:cubicBezTo>
                    <a:pt x="140" y="437"/>
                    <a:pt x="128" y="417"/>
                    <a:pt x="124" y="401"/>
                  </a:cubicBezTo>
                  <a:cubicBezTo>
                    <a:pt x="108" y="353"/>
                    <a:pt x="96" y="309"/>
                    <a:pt x="92" y="261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89"/>
            <p:cNvSpPr/>
            <p:nvPr/>
          </p:nvSpPr>
          <p:spPr>
            <a:xfrm flipH="1">
              <a:off x="1074780" y="2558006"/>
              <a:ext cx="32559" cy="79833"/>
            </a:xfrm>
            <a:custGeom>
              <a:avLst/>
              <a:gdLst/>
              <a:ahLst/>
              <a:cxnLst/>
              <a:rect l="l" t="t" r="r" b="b"/>
              <a:pathLst>
                <a:path w="281" h="689" extrusionOk="0">
                  <a:moveTo>
                    <a:pt x="48" y="1"/>
                  </a:moveTo>
                  <a:lnTo>
                    <a:pt x="0" y="33"/>
                  </a:lnTo>
                  <a:cubicBezTo>
                    <a:pt x="80" y="149"/>
                    <a:pt x="128" y="281"/>
                    <a:pt x="148" y="421"/>
                  </a:cubicBezTo>
                  <a:lnTo>
                    <a:pt x="148" y="449"/>
                  </a:lnTo>
                  <a:cubicBezTo>
                    <a:pt x="160" y="533"/>
                    <a:pt x="172" y="633"/>
                    <a:pt x="248" y="689"/>
                  </a:cubicBezTo>
                  <a:lnTo>
                    <a:pt x="280" y="641"/>
                  </a:lnTo>
                  <a:cubicBezTo>
                    <a:pt x="224" y="601"/>
                    <a:pt x="216" y="521"/>
                    <a:pt x="208" y="441"/>
                  </a:cubicBezTo>
                  <a:lnTo>
                    <a:pt x="204" y="413"/>
                  </a:lnTo>
                  <a:cubicBezTo>
                    <a:pt x="184" y="265"/>
                    <a:pt x="132" y="121"/>
                    <a:pt x="4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89"/>
            <p:cNvSpPr/>
            <p:nvPr/>
          </p:nvSpPr>
          <p:spPr>
            <a:xfrm flipH="1">
              <a:off x="1090075" y="2585814"/>
              <a:ext cx="69173" cy="64075"/>
            </a:xfrm>
            <a:custGeom>
              <a:avLst/>
              <a:gdLst/>
              <a:ahLst/>
              <a:cxnLst/>
              <a:rect l="l" t="t" r="r" b="b"/>
              <a:pathLst>
                <a:path w="597" h="553" extrusionOk="0">
                  <a:moveTo>
                    <a:pt x="24" y="1"/>
                  </a:moveTo>
                  <a:lnTo>
                    <a:pt x="0" y="53"/>
                  </a:lnTo>
                  <a:cubicBezTo>
                    <a:pt x="236" y="153"/>
                    <a:pt x="428" y="329"/>
                    <a:pt x="548" y="553"/>
                  </a:cubicBezTo>
                  <a:lnTo>
                    <a:pt x="596" y="525"/>
                  </a:lnTo>
                  <a:cubicBezTo>
                    <a:pt x="472" y="289"/>
                    <a:pt x="268" y="105"/>
                    <a:pt x="2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89"/>
            <p:cNvSpPr/>
            <p:nvPr/>
          </p:nvSpPr>
          <p:spPr>
            <a:xfrm flipH="1">
              <a:off x="979768" y="2507487"/>
              <a:ext cx="26070" cy="116910"/>
            </a:xfrm>
            <a:custGeom>
              <a:avLst/>
              <a:gdLst/>
              <a:ahLst/>
              <a:cxnLst/>
              <a:rect l="l" t="t" r="r" b="b"/>
              <a:pathLst>
                <a:path w="225" h="1009" extrusionOk="0">
                  <a:moveTo>
                    <a:pt x="164" y="1"/>
                  </a:moveTo>
                  <a:cubicBezTo>
                    <a:pt x="164" y="37"/>
                    <a:pt x="160" y="73"/>
                    <a:pt x="152" y="105"/>
                  </a:cubicBezTo>
                  <a:cubicBezTo>
                    <a:pt x="100" y="337"/>
                    <a:pt x="56" y="569"/>
                    <a:pt x="20" y="801"/>
                  </a:cubicBezTo>
                  <a:cubicBezTo>
                    <a:pt x="4" y="869"/>
                    <a:pt x="0" y="941"/>
                    <a:pt x="16" y="1009"/>
                  </a:cubicBezTo>
                  <a:lnTo>
                    <a:pt x="72" y="997"/>
                  </a:lnTo>
                  <a:cubicBezTo>
                    <a:pt x="60" y="937"/>
                    <a:pt x="60" y="873"/>
                    <a:pt x="76" y="813"/>
                  </a:cubicBezTo>
                  <a:cubicBezTo>
                    <a:pt x="112" y="581"/>
                    <a:pt x="156" y="349"/>
                    <a:pt x="208" y="121"/>
                  </a:cubicBezTo>
                  <a:cubicBezTo>
                    <a:pt x="216" y="81"/>
                    <a:pt x="220" y="41"/>
                    <a:pt x="22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89"/>
            <p:cNvSpPr/>
            <p:nvPr/>
          </p:nvSpPr>
          <p:spPr>
            <a:xfrm flipH="1">
              <a:off x="1013138" y="2498450"/>
              <a:ext cx="18191" cy="29083"/>
            </a:xfrm>
            <a:custGeom>
              <a:avLst/>
              <a:gdLst/>
              <a:ahLst/>
              <a:cxnLst/>
              <a:rect l="l" t="t" r="r" b="b"/>
              <a:pathLst>
                <a:path w="157" h="251" extrusionOk="0">
                  <a:moveTo>
                    <a:pt x="88" y="59"/>
                  </a:moveTo>
                  <a:cubicBezTo>
                    <a:pt x="96" y="63"/>
                    <a:pt x="100" y="71"/>
                    <a:pt x="96" y="83"/>
                  </a:cubicBezTo>
                  <a:cubicBezTo>
                    <a:pt x="100" y="111"/>
                    <a:pt x="92" y="139"/>
                    <a:pt x="76" y="163"/>
                  </a:cubicBezTo>
                  <a:cubicBezTo>
                    <a:pt x="72" y="155"/>
                    <a:pt x="68" y="143"/>
                    <a:pt x="68" y="135"/>
                  </a:cubicBezTo>
                  <a:cubicBezTo>
                    <a:pt x="60" y="115"/>
                    <a:pt x="64" y="91"/>
                    <a:pt x="72" y="71"/>
                  </a:cubicBezTo>
                  <a:cubicBezTo>
                    <a:pt x="76" y="63"/>
                    <a:pt x="80" y="59"/>
                    <a:pt x="88" y="59"/>
                  </a:cubicBezTo>
                  <a:close/>
                  <a:moveTo>
                    <a:pt x="87" y="1"/>
                  </a:moveTo>
                  <a:cubicBezTo>
                    <a:pt x="61" y="1"/>
                    <a:pt x="37" y="15"/>
                    <a:pt x="24" y="35"/>
                  </a:cubicBezTo>
                  <a:cubicBezTo>
                    <a:pt x="4" y="67"/>
                    <a:pt x="0" y="107"/>
                    <a:pt x="12" y="143"/>
                  </a:cubicBezTo>
                  <a:cubicBezTo>
                    <a:pt x="16" y="171"/>
                    <a:pt x="24" y="199"/>
                    <a:pt x="40" y="223"/>
                  </a:cubicBezTo>
                  <a:cubicBezTo>
                    <a:pt x="40" y="227"/>
                    <a:pt x="44" y="231"/>
                    <a:pt x="44" y="231"/>
                  </a:cubicBezTo>
                  <a:lnTo>
                    <a:pt x="56" y="251"/>
                  </a:lnTo>
                  <a:lnTo>
                    <a:pt x="80" y="239"/>
                  </a:lnTo>
                  <a:cubicBezTo>
                    <a:pt x="132" y="199"/>
                    <a:pt x="156" y="139"/>
                    <a:pt x="152" y="79"/>
                  </a:cubicBezTo>
                  <a:cubicBezTo>
                    <a:pt x="156" y="47"/>
                    <a:pt x="136" y="15"/>
                    <a:pt x="104" y="3"/>
                  </a:cubicBezTo>
                  <a:cubicBezTo>
                    <a:pt x="98" y="1"/>
                    <a:pt x="93" y="1"/>
                    <a:pt x="87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89"/>
            <p:cNvSpPr/>
            <p:nvPr/>
          </p:nvSpPr>
          <p:spPr>
            <a:xfrm flipH="1">
              <a:off x="971889" y="2492540"/>
              <a:ext cx="20509" cy="25723"/>
            </a:xfrm>
            <a:custGeom>
              <a:avLst/>
              <a:gdLst/>
              <a:ahLst/>
              <a:cxnLst/>
              <a:rect l="l" t="t" r="r" b="b"/>
              <a:pathLst>
                <a:path w="177" h="222" extrusionOk="0">
                  <a:moveTo>
                    <a:pt x="96" y="58"/>
                  </a:moveTo>
                  <a:cubicBezTo>
                    <a:pt x="100" y="78"/>
                    <a:pt x="100" y="102"/>
                    <a:pt x="96" y="126"/>
                  </a:cubicBezTo>
                  <a:cubicBezTo>
                    <a:pt x="96" y="138"/>
                    <a:pt x="88" y="154"/>
                    <a:pt x="76" y="162"/>
                  </a:cubicBezTo>
                  <a:cubicBezTo>
                    <a:pt x="72" y="154"/>
                    <a:pt x="68" y="146"/>
                    <a:pt x="68" y="138"/>
                  </a:cubicBezTo>
                  <a:cubicBezTo>
                    <a:pt x="60" y="118"/>
                    <a:pt x="60" y="98"/>
                    <a:pt x="72" y="78"/>
                  </a:cubicBezTo>
                  <a:cubicBezTo>
                    <a:pt x="76" y="66"/>
                    <a:pt x="84" y="58"/>
                    <a:pt x="96" y="58"/>
                  </a:cubicBezTo>
                  <a:close/>
                  <a:moveTo>
                    <a:pt x="103" y="0"/>
                  </a:moveTo>
                  <a:cubicBezTo>
                    <a:pt x="69" y="0"/>
                    <a:pt x="37" y="19"/>
                    <a:pt x="20" y="50"/>
                  </a:cubicBezTo>
                  <a:cubicBezTo>
                    <a:pt x="4" y="82"/>
                    <a:pt x="0" y="118"/>
                    <a:pt x="12" y="150"/>
                  </a:cubicBezTo>
                  <a:cubicBezTo>
                    <a:pt x="20" y="198"/>
                    <a:pt x="44" y="214"/>
                    <a:pt x="64" y="218"/>
                  </a:cubicBezTo>
                  <a:cubicBezTo>
                    <a:pt x="68" y="222"/>
                    <a:pt x="76" y="222"/>
                    <a:pt x="80" y="222"/>
                  </a:cubicBezTo>
                  <a:cubicBezTo>
                    <a:pt x="92" y="218"/>
                    <a:pt x="100" y="218"/>
                    <a:pt x="108" y="214"/>
                  </a:cubicBezTo>
                  <a:cubicBezTo>
                    <a:pt x="132" y="194"/>
                    <a:pt x="148" y="166"/>
                    <a:pt x="152" y="138"/>
                  </a:cubicBezTo>
                  <a:cubicBezTo>
                    <a:pt x="156" y="138"/>
                    <a:pt x="176" y="22"/>
                    <a:pt x="120" y="2"/>
                  </a:cubicBezTo>
                  <a:cubicBezTo>
                    <a:pt x="114" y="1"/>
                    <a:pt x="108" y="0"/>
                    <a:pt x="103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89"/>
            <p:cNvSpPr/>
            <p:nvPr/>
          </p:nvSpPr>
          <p:spPr>
            <a:xfrm flipH="1">
              <a:off x="1098417" y="2541552"/>
              <a:ext cx="22362" cy="27229"/>
            </a:xfrm>
            <a:custGeom>
              <a:avLst/>
              <a:gdLst/>
              <a:ahLst/>
              <a:cxnLst/>
              <a:rect l="l" t="t" r="r" b="b"/>
              <a:pathLst>
                <a:path w="193" h="235" extrusionOk="0">
                  <a:moveTo>
                    <a:pt x="76" y="63"/>
                  </a:moveTo>
                  <a:cubicBezTo>
                    <a:pt x="92" y="79"/>
                    <a:pt x="108" y="99"/>
                    <a:pt x="116" y="119"/>
                  </a:cubicBezTo>
                  <a:cubicBezTo>
                    <a:pt x="124" y="135"/>
                    <a:pt x="128" y="151"/>
                    <a:pt x="128" y="167"/>
                  </a:cubicBezTo>
                  <a:cubicBezTo>
                    <a:pt x="104" y="147"/>
                    <a:pt x="84" y="119"/>
                    <a:pt x="64" y="91"/>
                  </a:cubicBezTo>
                  <a:cubicBezTo>
                    <a:pt x="64" y="79"/>
                    <a:pt x="68" y="71"/>
                    <a:pt x="76" y="63"/>
                  </a:cubicBezTo>
                  <a:close/>
                  <a:moveTo>
                    <a:pt x="74" y="1"/>
                  </a:moveTo>
                  <a:cubicBezTo>
                    <a:pt x="69" y="1"/>
                    <a:pt x="65" y="1"/>
                    <a:pt x="60" y="3"/>
                  </a:cubicBezTo>
                  <a:cubicBezTo>
                    <a:pt x="20" y="23"/>
                    <a:pt x="0" y="63"/>
                    <a:pt x="8" y="103"/>
                  </a:cubicBezTo>
                  <a:cubicBezTo>
                    <a:pt x="32" y="159"/>
                    <a:pt x="76" y="207"/>
                    <a:pt x="128" y="235"/>
                  </a:cubicBezTo>
                  <a:lnTo>
                    <a:pt x="144" y="235"/>
                  </a:lnTo>
                  <a:cubicBezTo>
                    <a:pt x="152" y="235"/>
                    <a:pt x="160" y="231"/>
                    <a:pt x="168" y="223"/>
                  </a:cubicBezTo>
                  <a:cubicBezTo>
                    <a:pt x="192" y="183"/>
                    <a:pt x="192" y="135"/>
                    <a:pt x="168" y="95"/>
                  </a:cubicBezTo>
                  <a:cubicBezTo>
                    <a:pt x="168" y="95"/>
                    <a:pt x="124" y="1"/>
                    <a:pt x="7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89"/>
            <p:cNvSpPr/>
            <p:nvPr/>
          </p:nvSpPr>
          <p:spPr>
            <a:xfrm flipH="1">
              <a:off x="1148472" y="2573184"/>
              <a:ext cx="26997" cy="20624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68" y="58"/>
                  </a:moveTo>
                  <a:lnTo>
                    <a:pt x="68" y="58"/>
                  </a:lnTo>
                  <a:cubicBezTo>
                    <a:pt x="88" y="62"/>
                    <a:pt x="108" y="70"/>
                    <a:pt x="128" y="82"/>
                  </a:cubicBezTo>
                  <a:cubicBezTo>
                    <a:pt x="144" y="90"/>
                    <a:pt x="156" y="102"/>
                    <a:pt x="168" y="118"/>
                  </a:cubicBezTo>
                  <a:lnTo>
                    <a:pt x="132" y="118"/>
                  </a:lnTo>
                  <a:cubicBezTo>
                    <a:pt x="112" y="114"/>
                    <a:pt x="92" y="106"/>
                    <a:pt x="76" y="90"/>
                  </a:cubicBezTo>
                  <a:cubicBezTo>
                    <a:pt x="68" y="82"/>
                    <a:pt x="64" y="70"/>
                    <a:pt x="68" y="58"/>
                  </a:cubicBezTo>
                  <a:close/>
                  <a:moveTo>
                    <a:pt x="65" y="0"/>
                  </a:moveTo>
                  <a:cubicBezTo>
                    <a:pt x="48" y="0"/>
                    <a:pt x="34" y="5"/>
                    <a:pt x="24" y="18"/>
                  </a:cubicBezTo>
                  <a:cubicBezTo>
                    <a:pt x="0" y="50"/>
                    <a:pt x="4" y="98"/>
                    <a:pt x="32" y="130"/>
                  </a:cubicBezTo>
                  <a:cubicBezTo>
                    <a:pt x="56" y="154"/>
                    <a:pt x="88" y="170"/>
                    <a:pt x="124" y="174"/>
                  </a:cubicBezTo>
                  <a:cubicBezTo>
                    <a:pt x="140" y="178"/>
                    <a:pt x="156" y="178"/>
                    <a:pt x="172" y="178"/>
                  </a:cubicBezTo>
                  <a:cubicBezTo>
                    <a:pt x="188" y="178"/>
                    <a:pt x="200" y="170"/>
                    <a:pt x="212" y="162"/>
                  </a:cubicBezTo>
                  <a:cubicBezTo>
                    <a:pt x="228" y="150"/>
                    <a:pt x="232" y="130"/>
                    <a:pt x="228" y="110"/>
                  </a:cubicBezTo>
                  <a:cubicBezTo>
                    <a:pt x="220" y="74"/>
                    <a:pt x="160" y="34"/>
                    <a:pt x="160" y="34"/>
                  </a:cubicBezTo>
                  <a:cubicBezTo>
                    <a:pt x="160" y="34"/>
                    <a:pt x="107" y="0"/>
                    <a:pt x="6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89"/>
            <p:cNvSpPr/>
            <p:nvPr/>
          </p:nvSpPr>
          <p:spPr>
            <a:xfrm flipH="1">
              <a:off x="1067364" y="2501231"/>
              <a:ext cx="20972" cy="26765"/>
            </a:xfrm>
            <a:custGeom>
              <a:avLst/>
              <a:gdLst/>
              <a:ahLst/>
              <a:cxnLst/>
              <a:rect l="l" t="t" r="r" b="b"/>
              <a:pathLst>
                <a:path w="181" h="231" extrusionOk="0">
                  <a:moveTo>
                    <a:pt x="104" y="63"/>
                  </a:moveTo>
                  <a:cubicBezTo>
                    <a:pt x="112" y="71"/>
                    <a:pt x="120" y="83"/>
                    <a:pt x="116" y="99"/>
                  </a:cubicBezTo>
                  <a:cubicBezTo>
                    <a:pt x="112" y="115"/>
                    <a:pt x="104" y="135"/>
                    <a:pt x="88" y="147"/>
                  </a:cubicBezTo>
                  <a:cubicBezTo>
                    <a:pt x="80" y="155"/>
                    <a:pt x="72" y="163"/>
                    <a:pt x="60" y="171"/>
                  </a:cubicBezTo>
                  <a:cubicBezTo>
                    <a:pt x="60" y="155"/>
                    <a:pt x="60" y="135"/>
                    <a:pt x="68" y="119"/>
                  </a:cubicBezTo>
                  <a:cubicBezTo>
                    <a:pt x="76" y="99"/>
                    <a:pt x="88" y="83"/>
                    <a:pt x="104" y="63"/>
                  </a:cubicBezTo>
                  <a:close/>
                  <a:moveTo>
                    <a:pt x="99" y="1"/>
                  </a:moveTo>
                  <a:cubicBezTo>
                    <a:pt x="50" y="1"/>
                    <a:pt x="12" y="103"/>
                    <a:pt x="12" y="103"/>
                  </a:cubicBezTo>
                  <a:cubicBezTo>
                    <a:pt x="0" y="131"/>
                    <a:pt x="0" y="167"/>
                    <a:pt x="8" y="195"/>
                  </a:cubicBezTo>
                  <a:cubicBezTo>
                    <a:pt x="16" y="215"/>
                    <a:pt x="32" y="227"/>
                    <a:pt x="48" y="227"/>
                  </a:cubicBezTo>
                  <a:lnTo>
                    <a:pt x="60" y="231"/>
                  </a:lnTo>
                  <a:cubicBezTo>
                    <a:pt x="84" y="223"/>
                    <a:pt x="108" y="211"/>
                    <a:pt x="124" y="191"/>
                  </a:cubicBezTo>
                  <a:cubicBezTo>
                    <a:pt x="152" y="167"/>
                    <a:pt x="168" y="135"/>
                    <a:pt x="176" y="99"/>
                  </a:cubicBezTo>
                  <a:cubicBezTo>
                    <a:pt x="180" y="55"/>
                    <a:pt x="152" y="15"/>
                    <a:pt x="112" y="3"/>
                  </a:cubicBezTo>
                  <a:cubicBezTo>
                    <a:pt x="108" y="1"/>
                    <a:pt x="104" y="1"/>
                    <a:pt x="9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89"/>
            <p:cNvSpPr/>
            <p:nvPr/>
          </p:nvSpPr>
          <p:spPr>
            <a:xfrm flipH="1">
              <a:off x="1015919" y="2501578"/>
              <a:ext cx="11703" cy="21320"/>
            </a:xfrm>
            <a:custGeom>
              <a:avLst/>
              <a:gdLst/>
              <a:ahLst/>
              <a:cxnLst/>
              <a:rect l="l" t="t" r="r" b="b"/>
              <a:pathLst>
                <a:path w="101" h="184" extrusionOk="0">
                  <a:moveTo>
                    <a:pt x="54" y="1"/>
                  </a:moveTo>
                  <a:cubicBezTo>
                    <a:pt x="41" y="1"/>
                    <a:pt x="28" y="8"/>
                    <a:pt x="16" y="24"/>
                  </a:cubicBezTo>
                  <a:cubicBezTo>
                    <a:pt x="0" y="52"/>
                    <a:pt x="0" y="80"/>
                    <a:pt x="8" y="108"/>
                  </a:cubicBezTo>
                  <a:cubicBezTo>
                    <a:pt x="12" y="132"/>
                    <a:pt x="20" y="156"/>
                    <a:pt x="32" y="180"/>
                  </a:cubicBezTo>
                  <a:cubicBezTo>
                    <a:pt x="32" y="180"/>
                    <a:pt x="32" y="184"/>
                    <a:pt x="36" y="184"/>
                  </a:cubicBezTo>
                  <a:cubicBezTo>
                    <a:pt x="76" y="152"/>
                    <a:pt x="100" y="104"/>
                    <a:pt x="96" y="52"/>
                  </a:cubicBezTo>
                  <a:cubicBezTo>
                    <a:pt x="94" y="22"/>
                    <a:pt x="75" y="1"/>
                    <a:pt x="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89"/>
            <p:cNvSpPr/>
            <p:nvPr/>
          </p:nvSpPr>
          <p:spPr>
            <a:xfrm flipH="1">
              <a:off x="976524" y="2495901"/>
              <a:ext cx="12166" cy="18886"/>
            </a:xfrm>
            <a:custGeom>
              <a:avLst/>
              <a:gdLst/>
              <a:ahLst/>
              <a:cxnLst/>
              <a:rect l="l" t="t" r="r" b="b"/>
              <a:pathLst>
                <a:path w="105" h="163" extrusionOk="0">
                  <a:moveTo>
                    <a:pt x="70" y="0"/>
                  </a:moveTo>
                  <a:cubicBezTo>
                    <a:pt x="45" y="0"/>
                    <a:pt x="23" y="12"/>
                    <a:pt x="12" y="33"/>
                  </a:cubicBezTo>
                  <a:cubicBezTo>
                    <a:pt x="0" y="61"/>
                    <a:pt x="0" y="89"/>
                    <a:pt x="8" y="117"/>
                  </a:cubicBezTo>
                  <a:cubicBezTo>
                    <a:pt x="12" y="145"/>
                    <a:pt x="24" y="157"/>
                    <a:pt x="40" y="161"/>
                  </a:cubicBezTo>
                  <a:cubicBezTo>
                    <a:pt x="42" y="162"/>
                    <a:pt x="45" y="162"/>
                    <a:pt x="47" y="162"/>
                  </a:cubicBezTo>
                  <a:cubicBezTo>
                    <a:pt x="66" y="162"/>
                    <a:pt x="85" y="136"/>
                    <a:pt x="92" y="101"/>
                  </a:cubicBezTo>
                  <a:cubicBezTo>
                    <a:pt x="96" y="85"/>
                    <a:pt x="104" y="9"/>
                    <a:pt x="80" y="1"/>
                  </a:cubicBezTo>
                  <a:cubicBezTo>
                    <a:pt x="77" y="0"/>
                    <a:pt x="73" y="0"/>
                    <a:pt x="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89"/>
            <p:cNvSpPr/>
            <p:nvPr/>
          </p:nvSpPr>
          <p:spPr>
            <a:xfrm flipH="1">
              <a:off x="1101661" y="2545028"/>
              <a:ext cx="15410" cy="20740"/>
            </a:xfrm>
            <a:custGeom>
              <a:avLst/>
              <a:gdLst/>
              <a:ahLst/>
              <a:cxnLst/>
              <a:rect l="l" t="t" r="r" b="b"/>
              <a:pathLst>
                <a:path w="133" h="179" extrusionOk="0">
                  <a:moveTo>
                    <a:pt x="44" y="0"/>
                  </a:moveTo>
                  <a:cubicBezTo>
                    <a:pt x="43" y="0"/>
                    <a:pt x="41" y="0"/>
                    <a:pt x="40" y="1"/>
                  </a:cubicBezTo>
                  <a:cubicBezTo>
                    <a:pt x="12" y="13"/>
                    <a:pt x="0" y="41"/>
                    <a:pt x="4" y="69"/>
                  </a:cubicBezTo>
                  <a:cubicBezTo>
                    <a:pt x="8" y="87"/>
                    <a:pt x="84" y="179"/>
                    <a:pt x="108" y="179"/>
                  </a:cubicBezTo>
                  <a:cubicBezTo>
                    <a:pt x="109" y="179"/>
                    <a:pt x="111" y="178"/>
                    <a:pt x="112" y="177"/>
                  </a:cubicBezTo>
                  <a:cubicBezTo>
                    <a:pt x="132" y="145"/>
                    <a:pt x="128" y="105"/>
                    <a:pt x="112" y="73"/>
                  </a:cubicBezTo>
                  <a:cubicBezTo>
                    <a:pt x="105" y="62"/>
                    <a:pt x="68" y="0"/>
                    <a:pt x="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89"/>
            <p:cNvSpPr/>
            <p:nvPr/>
          </p:nvSpPr>
          <p:spPr>
            <a:xfrm flipH="1">
              <a:off x="1152180" y="2576313"/>
              <a:ext cx="19582" cy="13904"/>
            </a:xfrm>
            <a:custGeom>
              <a:avLst/>
              <a:gdLst/>
              <a:ahLst/>
              <a:cxnLst/>
              <a:rect l="l" t="t" r="r" b="b"/>
              <a:pathLst>
                <a:path w="169" h="120" extrusionOk="0">
                  <a:moveTo>
                    <a:pt x="31" y="1"/>
                  </a:moveTo>
                  <a:cubicBezTo>
                    <a:pt x="24" y="1"/>
                    <a:pt x="19" y="3"/>
                    <a:pt x="16" y="7"/>
                  </a:cubicBezTo>
                  <a:cubicBezTo>
                    <a:pt x="0" y="31"/>
                    <a:pt x="4" y="63"/>
                    <a:pt x="24" y="83"/>
                  </a:cubicBezTo>
                  <a:cubicBezTo>
                    <a:pt x="44" y="103"/>
                    <a:pt x="68" y="115"/>
                    <a:pt x="96" y="119"/>
                  </a:cubicBezTo>
                  <a:cubicBezTo>
                    <a:pt x="106" y="119"/>
                    <a:pt x="116" y="120"/>
                    <a:pt x="126" y="120"/>
                  </a:cubicBezTo>
                  <a:cubicBezTo>
                    <a:pt x="140" y="120"/>
                    <a:pt x="153" y="118"/>
                    <a:pt x="160" y="111"/>
                  </a:cubicBezTo>
                  <a:cubicBezTo>
                    <a:pt x="168" y="103"/>
                    <a:pt x="168" y="95"/>
                    <a:pt x="164" y="87"/>
                  </a:cubicBezTo>
                  <a:cubicBezTo>
                    <a:pt x="164" y="67"/>
                    <a:pt x="124" y="39"/>
                    <a:pt x="112" y="31"/>
                  </a:cubicBezTo>
                  <a:cubicBezTo>
                    <a:pt x="103" y="25"/>
                    <a:pt x="56" y="1"/>
                    <a:pt x="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89"/>
            <p:cNvSpPr/>
            <p:nvPr/>
          </p:nvSpPr>
          <p:spPr>
            <a:xfrm flipH="1">
              <a:off x="1071072" y="2504707"/>
              <a:ext cx="14020" cy="19697"/>
            </a:xfrm>
            <a:custGeom>
              <a:avLst/>
              <a:gdLst/>
              <a:ahLst/>
              <a:cxnLst/>
              <a:rect l="l" t="t" r="r" b="b"/>
              <a:pathLst>
                <a:path w="121" h="170" extrusionOk="0">
                  <a:moveTo>
                    <a:pt x="72" y="0"/>
                  </a:moveTo>
                  <a:cubicBezTo>
                    <a:pt x="48" y="0"/>
                    <a:pt x="16" y="66"/>
                    <a:pt x="12" y="81"/>
                  </a:cubicBezTo>
                  <a:cubicBezTo>
                    <a:pt x="4" y="105"/>
                    <a:pt x="0" y="129"/>
                    <a:pt x="8" y="153"/>
                  </a:cubicBezTo>
                  <a:cubicBezTo>
                    <a:pt x="8" y="161"/>
                    <a:pt x="16" y="169"/>
                    <a:pt x="24" y="169"/>
                  </a:cubicBezTo>
                  <a:cubicBezTo>
                    <a:pt x="26" y="169"/>
                    <a:pt x="27" y="169"/>
                    <a:pt x="29" y="169"/>
                  </a:cubicBezTo>
                  <a:cubicBezTo>
                    <a:pt x="48" y="169"/>
                    <a:pt x="69" y="148"/>
                    <a:pt x="80" y="137"/>
                  </a:cubicBezTo>
                  <a:cubicBezTo>
                    <a:pt x="100" y="117"/>
                    <a:pt x="116" y="93"/>
                    <a:pt x="120" y="65"/>
                  </a:cubicBezTo>
                  <a:cubicBezTo>
                    <a:pt x="120" y="37"/>
                    <a:pt x="104" y="9"/>
                    <a:pt x="76" y="1"/>
                  </a:cubicBezTo>
                  <a:cubicBezTo>
                    <a:pt x="75" y="0"/>
                    <a:pt x="74" y="0"/>
                    <a:pt x="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89"/>
            <p:cNvSpPr/>
            <p:nvPr/>
          </p:nvSpPr>
          <p:spPr>
            <a:xfrm flipH="1">
              <a:off x="1019163" y="2577471"/>
              <a:ext cx="16801" cy="82614"/>
            </a:xfrm>
            <a:custGeom>
              <a:avLst/>
              <a:gdLst/>
              <a:ahLst/>
              <a:cxnLst/>
              <a:rect l="l" t="t" r="r" b="b"/>
              <a:pathLst>
                <a:path w="145" h="713" extrusionOk="0">
                  <a:moveTo>
                    <a:pt x="108" y="1"/>
                  </a:moveTo>
                  <a:lnTo>
                    <a:pt x="52" y="13"/>
                  </a:lnTo>
                  <a:cubicBezTo>
                    <a:pt x="88" y="149"/>
                    <a:pt x="88" y="289"/>
                    <a:pt x="52" y="425"/>
                  </a:cubicBezTo>
                  <a:lnTo>
                    <a:pt x="48" y="457"/>
                  </a:lnTo>
                  <a:cubicBezTo>
                    <a:pt x="24" y="541"/>
                    <a:pt x="0" y="633"/>
                    <a:pt x="48" y="713"/>
                  </a:cubicBezTo>
                  <a:lnTo>
                    <a:pt x="100" y="685"/>
                  </a:lnTo>
                  <a:cubicBezTo>
                    <a:pt x="64" y="625"/>
                    <a:pt x="84" y="545"/>
                    <a:pt x="104" y="469"/>
                  </a:cubicBezTo>
                  <a:lnTo>
                    <a:pt x="108" y="441"/>
                  </a:lnTo>
                  <a:cubicBezTo>
                    <a:pt x="144" y="297"/>
                    <a:pt x="144" y="145"/>
                    <a:pt x="10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89"/>
            <p:cNvSpPr/>
            <p:nvPr/>
          </p:nvSpPr>
          <p:spPr>
            <a:xfrm flipH="1">
              <a:off x="1019627" y="2558006"/>
              <a:ext cx="18655" cy="28851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80" y="65"/>
                  </a:moveTo>
                  <a:cubicBezTo>
                    <a:pt x="88" y="85"/>
                    <a:pt x="96" y="109"/>
                    <a:pt x="96" y="133"/>
                  </a:cubicBezTo>
                  <a:cubicBezTo>
                    <a:pt x="96" y="149"/>
                    <a:pt x="96" y="165"/>
                    <a:pt x="88" y="181"/>
                  </a:cubicBezTo>
                  <a:cubicBezTo>
                    <a:pt x="72" y="153"/>
                    <a:pt x="64" y="121"/>
                    <a:pt x="56" y="89"/>
                  </a:cubicBezTo>
                  <a:lnTo>
                    <a:pt x="56" y="85"/>
                  </a:lnTo>
                  <a:cubicBezTo>
                    <a:pt x="60" y="77"/>
                    <a:pt x="68" y="69"/>
                    <a:pt x="80" y="65"/>
                  </a:cubicBezTo>
                  <a:close/>
                  <a:moveTo>
                    <a:pt x="84" y="1"/>
                  </a:moveTo>
                  <a:cubicBezTo>
                    <a:pt x="44" y="5"/>
                    <a:pt x="8" y="37"/>
                    <a:pt x="0" y="77"/>
                  </a:cubicBezTo>
                  <a:cubicBezTo>
                    <a:pt x="4" y="137"/>
                    <a:pt x="24" y="197"/>
                    <a:pt x="64" y="245"/>
                  </a:cubicBezTo>
                  <a:cubicBezTo>
                    <a:pt x="72" y="249"/>
                    <a:pt x="80" y="249"/>
                    <a:pt x="92" y="249"/>
                  </a:cubicBezTo>
                  <a:cubicBezTo>
                    <a:pt x="96" y="249"/>
                    <a:pt x="100" y="249"/>
                    <a:pt x="104" y="245"/>
                  </a:cubicBezTo>
                  <a:cubicBezTo>
                    <a:pt x="140" y="217"/>
                    <a:pt x="160" y="173"/>
                    <a:pt x="156" y="125"/>
                  </a:cubicBezTo>
                  <a:cubicBezTo>
                    <a:pt x="156" y="125"/>
                    <a:pt x="144" y="1"/>
                    <a:pt x="8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89"/>
            <p:cNvSpPr/>
            <p:nvPr/>
          </p:nvSpPr>
          <p:spPr>
            <a:xfrm flipH="1">
              <a:off x="1022871" y="2561713"/>
              <a:ext cx="12630" cy="22015"/>
            </a:xfrm>
            <a:custGeom>
              <a:avLst/>
              <a:gdLst/>
              <a:ahLst/>
              <a:cxnLst/>
              <a:rect l="l" t="t" r="r" b="b"/>
              <a:pathLst>
                <a:path w="109" h="190" extrusionOk="0">
                  <a:moveTo>
                    <a:pt x="60" y="1"/>
                  </a:moveTo>
                  <a:cubicBezTo>
                    <a:pt x="32" y="1"/>
                    <a:pt x="8" y="21"/>
                    <a:pt x="4" y="49"/>
                  </a:cubicBezTo>
                  <a:cubicBezTo>
                    <a:pt x="0" y="72"/>
                    <a:pt x="40" y="190"/>
                    <a:pt x="65" y="190"/>
                  </a:cubicBezTo>
                  <a:cubicBezTo>
                    <a:pt x="66" y="190"/>
                    <a:pt x="67" y="189"/>
                    <a:pt x="68" y="189"/>
                  </a:cubicBezTo>
                  <a:cubicBezTo>
                    <a:pt x="92" y="165"/>
                    <a:pt x="108" y="129"/>
                    <a:pt x="100" y="97"/>
                  </a:cubicBezTo>
                  <a:cubicBezTo>
                    <a:pt x="100" y="81"/>
                    <a:pt x="88" y="1"/>
                    <a:pt x="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89"/>
            <p:cNvSpPr/>
            <p:nvPr/>
          </p:nvSpPr>
          <p:spPr>
            <a:xfrm flipH="1">
              <a:off x="1047435" y="2598327"/>
              <a:ext cx="48780" cy="79833"/>
            </a:xfrm>
            <a:custGeom>
              <a:avLst/>
              <a:gdLst/>
              <a:ahLst/>
              <a:cxnLst/>
              <a:rect l="l" t="t" r="r" b="b"/>
              <a:pathLst>
                <a:path w="421" h="689" extrusionOk="0">
                  <a:moveTo>
                    <a:pt x="40" y="1"/>
                  </a:moveTo>
                  <a:lnTo>
                    <a:pt x="0" y="45"/>
                  </a:lnTo>
                  <a:cubicBezTo>
                    <a:pt x="192" y="213"/>
                    <a:pt x="320" y="441"/>
                    <a:pt x="364" y="689"/>
                  </a:cubicBezTo>
                  <a:lnTo>
                    <a:pt x="420" y="681"/>
                  </a:lnTo>
                  <a:cubicBezTo>
                    <a:pt x="376" y="417"/>
                    <a:pt x="240" y="177"/>
                    <a:pt x="4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89"/>
            <p:cNvSpPr/>
            <p:nvPr/>
          </p:nvSpPr>
          <p:spPr>
            <a:xfrm flipH="1">
              <a:off x="1084976" y="2582222"/>
              <a:ext cx="24216" cy="24100"/>
            </a:xfrm>
            <a:custGeom>
              <a:avLst/>
              <a:gdLst/>
              <a:ahLst/>
              <a:cxnLst/>
              <a:rect l="l" t="t" r="r" b="b"/>
              <a:pathLst>
                <a:path w="209" h="208" extrusionOk="0">
                  <a:moveTo>
                    <a:pt x="76" y="60"/>
                  </a:moveTo>
                  <a:cubicBezTo>
                    <a:pt x="92" y="72"/>
                    <a:pt x="112" y="84"/>
                    <a:pt x="124" y="104"/>
                  </a:cubicBezTo>
                  <a:cubicBezTo>
                    <a:pt x="136" y="116"/>
                    <a:pt x="144" y="132"/>
                    <a:pt x="152" y="148"/>
                  </a:cubicBezTo>
                  <a:cubicBezTo>
                    <a:pt x="140" y="144"/>
                    <a:pt x="128" y="140"/>
                    <a:pt x="116" y="136"/>
                  </a:cubicBezTo>
                  <a:cubicBezTo>
                    <a:pt x="96" y="128"/>
                    <a:pt x="80" y="112"/>
                    <a:pt x="72" y="96"/>
                  </a:cubicBezTo>
                  <a:cubicBezTo>
                    <a:pt x="68" y="84"/>
                    <a:pt x="68" y="72"/>
                    <a:pt x="76" y="60"/>
                  </a:cubicBezTo>
                  <a:close/>
                  <a:moveTo>
                    <a:pt x="69" y="1"/>
                  </a:moveTo>
                  <a:cubicBezTo>
                    <a:pt x="61" y="1"/>
                    <a:pt x="52" y="3"/>
                    <a:pt x="44" y="8"/>
                  </a:cubicBezTo>
                  <a:cubicBezTo>
                    <a:pt x="12" y="36"/>
                    <a:pt x="0" y="80"/>
                    <a:pt x="20" y="120"/>
                  </a:cubicBezTo>
                  <a:cubicBezTo>
                    <a:pt x="36" y="148"/>
                    <a:pt x="60" y="176"/>
                    <a:pt x="92" y="188"/>
                  </a:cubicBezTo>
                  <a:cubicBezTo>
                    <a:pt x="112" y="200"/>
                    <a:pt x="136" y="208"/>
                    <a:pt x="164" y="208"/>
                  </a:cubicBezTo>
                  <a:cubicBezTo>
                    <a:pt x="168" y="208"/>
                    <a:pt x="176" y="204"/>
                    <a:pt x="180" y="200"/>
                  </a:cubicBezTo>
                  <a:cubicBezTo>
                    <a:pt x="196" y="192"/>
                    <a:pt x="208" y="180"/>
                    <a:pt x="208" y="160"/>
                  </a:cubicBezTo>
                  <a:cubicBezTo>
                    <a:pt x="208" y="124"/>
                    <a:pt x="192" y="92"/>
                    <a:pt x="168" y="68"/>
                  </a:cubicBezTo>
                  <a:cubicBezTo>
                    <a:pt x="168" y="65"/>
                    <a:pt x="117" y="1"/>
                    <a:pt x="6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89"/>
            <p:cNvSpPr/>
            <p:nvPr/>
          </p:nvSpPr>
          <p:spPr>
            <a:xfrm flipH="1">
              <a:off x="1088221" y="2585698"/>
              <a:ext cx="17264" cy="17264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39" y="0"/>
                  </a:moveTo>
                  <a:cubicBezTo>
                    <a:pt x="37" y="0"/>
                    <a:pt x="34" y="1"/>
                    <a:pt x="32" y="2"/>
                  </a:cubicBezTo>
                  <a:cubicBezTo>
                    <a:pt x="8" y="22"/>
                    <a:pt x="0" y="50"/>
                    <a:pt x="12" y="78"/>
                  </a:cubicBezTo>
                  <a:cubicBezTo>
                    <a:pt x="24" y="102"/>
                    <a:pt x="48" y="122"/>
                    <a:pt x="72" y="134"/>
                  </a:cubicBezTo>
                  <a:cubicBezTo>
                    <a:pt x="87" y="140"/>
                    <a:pt x="108" y="149"/>
                    <a:pt x="123" y="149"/>
                  </a:cubicBezTo>
                  <a:cubicBezTo>
                    <a:pt x="128" y="149"/>
                    <a:pt x="132" y="148"/>
                    <a:pt x="136" y="146"/>
                  </a:cubicBezTo>
                  <a:cubicBezTo>
                    <a:pt x="144" y="142"/>
                    <a:pt x="148" y="134"/>
                    <a:pt x="148" y="126"/>
                  </a:cubicBezTo>
                  <a:cubicBezTo>
                    <a:pt x="144" y="98"/>
                    <a:pt x="132" y="74"/>
                    <a:pt x="116" y="54"/>
                  </a:cubicBezTo>
                  <a:cubicBezTo>
                    <a:pt x="105" y="43"/>
                    <a:pt x="62" y="0"/>
                    <a:pt x="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89"/>
            <p:cNvSpPr/>
            <p:nvPr/>
          </p:nvSpPr>
          <p:spPr>
            <a:xfrm flipH="1">
              <a:off x="1034458" y="2621733"/>
              <a:ext cx="18191" cy="29083"/>
            </a:xfrm>
            <a:custGeom>
              <a:avLst/>
              <a:gdLst/>
              <a:ahLst/>
              <a:cxnLst/>
              <a:rect l="l" t="t" r="r" b="b"/>
              <a:pathLst>
                <a:path w="157" h="251" extrusionOk="0">
                  <a:moveTo>
                    <a:pt x="88" y="59"/>
                  </a:moveTo>
                  <a:cubicBezTo>
                    <a:pt x="96" y="63"/>
                    <a:pt x="100" y="71"/>
                    <a:pt x="100" y="79"/>
                  </a:cubicBezTo>
                  <a:cubicBezTo>
                    <a:pt x="100" y="111"/>
                    <a:pt x="92" y="139"/>
                    <a:pt x="76" y="163"/>
                  </a:cubicBezTo>
                  <a:cubicBezTo>
                    <a:pt x="72" y="155"/>
                    <a:pt x="68" y="143"/>
                    <a:pt x="68" y="135"/>
                  </a:cubicBezTo>
                  <a:cubicBezTo>
                    <a:pt x="60" y="111"/>
                    <a:pt x="64" y="91"/>
                    <a:pt x="72" y="71"/>
                  </a:cubicBezTo>
                  <a:lnTo>
                    <a:pt x="76" y="71"/>
                  </a:lnTo>
                  <a:cubicBezTo>
                    <a:pt x="76" y="63"/>
                    <a:pt x="80" y="59"/>
                    <a:pt x="88" y="59"/>
                  </a:cubicBezTo>
                  <a:close/>
                  <a:moveTo>
                    <a:pt x="85" y="0"/>
                  </a:moveTo>
                  <a:cubicBezTo>
                    <a:pt x="60" y="0"/>
                    <a:pt x="37" y="13"/>
                    <a:pt x="24" y="35"/>
                  </a:cubicBezTo>
                  <a:cubicBezTo>
                    <a:pt x="4" y="67"/>
                    <a:pt x="0" y="107"/>
                    <a:pt x="12" y="143"/>
                  </a:cubicBezTo>
                  <a:cubicBezTo>
                    <a:pt x="16" y="171"/>
                    <a:pt x="24" y="199"/>
                    <a:pt x="40" y="223"/>
                  </a:cubicBezTo>
                  <a:lnTo>
                    <a:pt x="44" y="231"/>
                  </a:lnTo>
                  <a:lnTo>
                    <a:pt x="60" y="251"/>
                  </a:lnTo>
                  <a:lnTo>
                    <a:pt x="80" y="239"/>
                  </a:lnTo>
                  <a:cubicBezTo>
                    <a:pt x="132" y="199"/>
                    <a:pt x="156" y="139"/>
                    <a:pt x="152" y="79"/>
                  </a:cubicBezTo>
                  <a:cubicBezTo>
                    <a:pt x="156" y="47"/>
                    <a:pt x="136" y="15"/>
                    <a:pt x="104" y="3"/>
                  </a:cubicBezTo>
                  <a:cubicBezTo>
                    <a:pt x="98" y="1"/>
                    <a:pt x="91" y="0"/>
                    <a:pt x="8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89"/>
            <p:cNvSpPr/>
            <p:nvPr/>
          </p:nvSpPr>
          <p:spPr>
            <a:xfrm flipH="1">
              <a:off x="1037239" y="2624977"/>
              <a:ext cx="11703" cy="21667"/>
            </a:xfrm>
            <a:custGeom>
              <a:avLst/>
              <a:gdLst/>
              <a:ahLst/>
              <a:cxnLst/>
              <a:rect l="l" t="t" r="r" b="b"/>
              <a:pathLst>
                <a:path w="101" h="187" extrusionOk="0">
                  <a:moveTo>
                    <a:pt x="54" y="1"/>
                  </a:moveTo>
                  <a:cubicBezTo>
                    <a:pt x="42" y="1"/>
                    <a:pt x="29" y="7"/>
                    <a:pt x="16" y="23"/>
                  </a:cubicBezTo>
                  <a:cubicBezTo>
                    <a:pt x="0" y="51"/>
                    <a:pt x="0" y="79"/>
                    <a:pt x="8" y="107"/>
                  </a:cubicBezTo>
                  <a:cubicBezTo>
                    <a:pt x="12" y="131"/>
                    <a:pt x="20" y="155"/>
                    <a:pt x="32" y="179"/>
                  </a:cubicBezTo>
                  <a:cubicBezTo>
                    <a:pt x="32" y="183"/>
                    <a:pt x="32" y="183"/>
                    <a:pt x="36" y="187"/>
                  </a:cubicBezTo>
                  <a:cubicBezTo>
                    <a:pt x="76" y="155"/>
                    <a:pt x="100" y="103"/>
                    <a:pt x="96" y="51"/>
                  </a:cubicBezTo>
                  <a:cubicBezTo>
                    <a:pt x="94" y="23"/>
                    <a:pt x="76" y="1"/>
                    <a:pt x="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89"/>
            <p:cNvSpPr/>
            <p:nvPr/>
          </p:nvSpPr>
          <p:spPr>
            <a:xfrm flipH="1">
              <a:off x="611313" y="848844"/>
              <a:ext cx="1068530" cy="804120"/>
            </a:xfrm>
            <a:custGeom>
              <a:avLst/>
              <a:gdLst/>
              <a:ahLst/>
              <a:cxnLst/>
              <a:rect l="l" t="t" r="r" b="b"/>
              <a:pathLst>
                <a:path w="9222" h="6940" extrusionOk="0">
                  <a:moveTo>
                    <a:pt x="4489" y="3923"/>
                  </a:moveTo>
                  <a:cubicBezTo>
                    <a:pt x="4505" y="3927"/>
                    <a:pt x="4517" y="3939"/>
                    <a:pt x="4521" y="3955"/>
                  </a:cubicBezTo>
                  <a:lnTo>
                    <a:pt x="4485" y="3987"/>
                  </a:lnTo>
                  <a:cubicBezTo>
                    <a:pt x="4349" y="4091"/>
                    <a:pt x="4209" y="4191"/>
                    <a:pt x="4061" y="4279"/>
                  </a:cubicBezTo>
                  <a:cubicBezTo>
                    <a:pt x="3873" y="4391"/>
                    <a:pt x="3673" y="4487"/>
                    <a:pt x="3465" y="4563"/>
                  </a:cubicBezTo>
                  <a:lnTo>
                    <a:pt x="3289" y="4623"/>
                  </a:lnTo>
                  <a:cubicBezTo>
                    <a:pt x="3253" y="4635"/>
                    <a:pt x="3213" y="4643"/>
                    <a:pt x="3177" y="4655"/>
                  </a:cubicBezTo>
                  <a:cubicBezTo>
                    <a:pt x="3225" y="4635"/>
                    <a:pt x="3277" y="4615"/>
                    <a:pt x="3325" y="4595"/>
                  </a:cubicBezTo>
                  <a:cubicBezTo>
                    <a:pt x="3533" y="4511"/>
                    <a:pt x="3733" y="4415"/>
                    <a:pt x="3925" y="4307"/>
                  </a:cubicBezTo>
                  <a:cubicBezTo>
                    <a:pt x="4077" y="4223"/>
                    <a:pt x="4221" y="4131"/>
                    <a:pt x="4361" y="4027"/>
                  </a:cubicBezTo>
                  <a:cubicBezTo>
                    <a:pt x="4409" y="3991"/>
                    <a:pt x="4453" y="3955"/>
                    <a:pt x="4489" y="3923"/>
                  </a:cubicBezTo>
                  <a:close/>
                  <a:moveTo>
                    <a:pt x="4487" y="1"/>
                  </a:moveTo>
                  <a:cubicBezTo>
                    <a:pt x="4392" y="1"/>
                    <a:pt x="4297" y="10"/>
                    <a:pt x="4205" y="27"/>
                  </a:cubicBezTo>
                  <a:cubicBezTo>
                    <a:pt x="4037" y="59"/>
                    <a:pt x="3873" y="119"/>
                    <a:pt x="3725" y="203"/>
                  </a:cubicBezTo>
                  <a:cubicBezTo>
                    <a:pt x="3425" y="375"/>
                    <a:pt x="3185" y="627"/>
                    <a:pt x="3025" y="935"/>
                  </a:cubicBezTo>
                  <a:cubicBezTo>
                    <a:pt x="2945" y="1083"/>
                    <a:pt x="2889" y="1243"/>
                    <a:pt x="2869" y="1411"/>
                  </a:cubicBezTo>
                  <a:cubicBezTo>
                    <a:pt x="2849" y="1575"/>
                    <a:pt x="2857" y="1739"/>
                    <a:pt x="2893" y="1899"/>
                  </a:cubicBezTo>
                  <a:cubicBezTo>
                    <a:pt x="2925" y="2051"/>
                    <a:pt x="2977" y="2195"/>
                    <a:pt x="3041" y="2335"/>
                  </a:cubicBezTo>
                  <a:cubicBezTo>
                    <a:pt x="3161" y="2583"/>
                    <a:pt x="3321" y="2815"/>
                    <a:pt x="3513" y="3015"/>
                  </a:cubicBezTo>
                  <a:cubicBezTo>
                    <a:pt x="3625" y="3135"/>
                    <a:pt x="3749" y="3243"/>
                    <a:pt x="3877" y="3339"/>
                  </a:cubicBezTo>
                  <a:lnTo>
                    <a:pt x="3789" y="3307"/>
                  </a:lnTo>
                  <a:cubicBezTo>
                    <a:pt x="3601" y="3239"/>
                    <a:pt x="3389" y="3171"/>
                    <a:pt x="3149" y="3111"/>
                  </a:cubicBezTo>
                  <a:cubicBezTo>
                    <a:pt x="2893" y="3043"/>
                    <a:pt x="2633" y="2999"/>
                    <a:pt x="2369" y="2975"/>
                  </a:cubicBezTo>
                  <a:cubicBezTo>
                    <a:pt x="2297" y="2969"/>
                    <a:pt x="2225" y="2966"/>
                    <a:pt x="2152" y="2966"/>
                  </a:cubicBezTo>
                  <a:cubicBezTo>
                    <a:pt x="2080" y="2966"/>
                    <a:pt x="2007" y="2969"/>
                    <a:pt x="1933" y="2975"/>
                  </a:cubicBezTo>
                  <a:cubicBezTo>
                    <a:pt x="1781" y="2983"/>
                    <a:pt x="1633" y="3007"/>
                    <a:pt x="1485" y="3051"/>
                  </a:cubicBezTo>
                  <a:cubicBezTo>
                    <a:pt x="1333" y="3095"/>
                    <a:pt x="1193" y="3159"/>
                    <a:pt x="1049" y="3215"/>
                  </a:cubicBezTo>
                  <a:cubicBezTo>
                    <a:pt x="901" y="3267"/>
                    <a:pt x="757" y="3327"/>
                    <a:pt x="609" y="3395"/>
                  </a:cubicBezTo>
                  <a:cubicBezTo>
                    <a:pt x="537" y="3427"/>
                    <a:pt x="465" y="3463"/>
                    <a:pt x="393" y="3503"/>
                  </a:cubicBezTo>
                  <a:cubicBezTo>
                    <a:pt x="321" y="3539"/>
                    <a:pt x="253" y="3587"/>
                    <a:pt x="185" y="3635"/>
                  </a:cubicBezTo>
                  <a:cubicBezTo>
                    <a:pt x="117" y="3691"/>
                    <a:pt x="61" y="3759"/>
                    <a:pt x="25" y="3839"/>
                  </a:cubicBezTo>
                  <a:cubicBezTo>
                    <a:pt x="9" y="3883"/>
                    <a:pt x="1" y="3927"/>
                    <a:pt x="5" y="3971"/>
                  </a:cubicBezTo>
                  <a:cubicBezTo>
                    <a:pt x="5" y="4019"/>
                    <a:pt x="13" y="4063"/>
                    <a:pt x="29" y="4107"/>
                  </a:cubicBezTo>
                  <a:cubicBezTo>
                    <a:pt x="61" y="4187"/>
                    <a:pt x="105" y="4263"/>
                    <a:pt x="165" y="4327"/>
                  </a:cubicBezTo>
                  <a:cubicBezTo>
                    <a:pt x="217" y="4395"/>
                    <a:pt x="277" y="4455"/>
                    <a:pt x="337" y="4511"/>
                  </a:cubicBezTo>
                  <a:cubicBezTo>
                    <a:pt x="369" y="4539"/>
                    <a:pt x="401" y="4563"/>
                    <a:pt x="433" y="4591"/>
                  </a:cubicBezTo>
                  <a:cubicBezTo>
                    <a:pt x="465" y="4615"/>
                    <a:pt x="497" y="4639"/>
                    <a:pt x="529" y="4663"/>
                  </a:cubicBezTo>
                  <a:lnTo>
                    <a:pt x="553" y="4683"/>
                  </a:lnTo>
                  <a:lnTo>
                    <a:pt x="565" y="4691"/>
                  </a:lnTo>
                  <a:lnTo>
                    <a:pt x="573" y="4695"/>
                  </a:lnTo>
                  <a:lnTo>
                    <a:pt x="573" y="4699"/>
                  </a:lnTo>
                  <a:lnTo>
                    <a:pt x="581" y="4703"/>
                  </a:lnTo>
                  <a:lnTo>
                    <a:pt x="633" y="4735"/>
                  </a:lnTo>
                  <a:lnTo>
                    <a:pt x="681" y="4767"/>
                  </a:lnTo>
                  <a:cubicBezTo>
                    <a:pt x="697" y="4779"/>
                    <a:pt x="721" y="4787"/>
                    <a:pt x="737" y="4799"/>
                  </a:cubicBezTo>
                  <a:cubicBezTo>
                    <a:pt x="1049" y="4955"/>
                    <a:pt x="1381" y="4979"/>
                    <a:pt x="1689" y="4979"/>
                  </a:cubicBezTo>
                  <a:cubicBezTo>
                    <a:pt x="1717" y="4979"/>
                    <a:pt x="1741" y="4979"/>
                    <a:pt x="1769" y="4975"/>
                  </a:cubicBezTo>
                  <a:lnTo>
                    <a:pt x="1769" y="4975"/>
                  </a:lnTo>
                  <a:cubicBezTo>
                    <a:pt x="1709" y="4995"/>
                    <a:pt x="1653" y="5019"/>
                    <a:pt x="1601" y="5051"/>
                  </a:cubicBezTo>
                  <a:cubicBezTo>
                    <a:pt x="1525" y="5095"/>
                    <a:pt x="1461" y="5155"/>
                    <a:pt x="1417" y="5227"/>
                  </a:cubicBezTo>
                  <a:cubicBezTo>
                    <a:pt x="1329" y="5375"/>
                    <a:pt x="1325" y="5551"/>
                    <a:pt x="1333" y="5716"/>
                  </a:cubicBezTo>
                  <a:cubicBezTo>
                    <a:pt x="1337" y="5760"/>
                    <a:pt x="1341" y="5800"/>
                    <a:pt x="1345" y="5840"/>
                  </a:cubicBezTo>
                  <a:cubicBezTo>
                    <a:pt x="1349" y="5860"/>
                    <a:pt x="1349" y="5880"/>
                    <a:pt x="1357" y="5900"/>
                  </a:cubicBezTo>
                  <a:lnTo>
                    <a:pt x="1373" y="5964"/>
                  </a:lnTo>
                  <a:cubicBezTo>
                    <a:pt x="1393" y="6044"/>
                    <a:pt x="1425" y="6124"/>
                    <a:pt x="1461" y="6200"/>
                  </a:cubicBezTo>
                  <a:cubicBezTo>
                    <a:pt x="1541" y="6356"/>
                    <a:pt x="1649" y="6492"/>
                    <a:pt x="1781" y="6600"/>
                  </a:cubicBezTo>
                  <a:lnTo>
                    <a:pt x="1881" y="6680"/>
                  </a:lnTo>
                  <a:lnTo>
                    <a:pt x="1989" y="6748"/>
                  </a:lnTo>
                  <a:cubicBezTo>
                    <a:pt x="2029" y="6772"/>
                    <a:pt x="2065" y="6788"/>
                    <a:pt x="2105" y="6808"/>
                  </a:cubicBezTo>
                  <a:cubicBezTo>
                    <a:pt x="2145" y="6828"/>
                    <a:pt x="2185" y="6844"/>
                    <a:pt x="2225" y="6856"/>
                  </a:cubicBezTo>
                  <a:lnTo>
                    <a:pt x="2349" y="6896"/>
                  </a:lnTo>
                  <a:lnTo>
                    <a:pt x="2477" y="6920"/>
                  </a:lnTo>
                  <a:cubicBezTo>
                    <a:pt x="2521" y="6928"/>
                    <a:pt x="2565" y="6932"/>
                    <a:pt x="2605" y="6932"/>
                  </a:cubicBezTo>
                  <a:cubicBezTo>
                    <a:pt x="2649" y="6932"/>
                    <a:pt x="2693" y="6940"/>
                    <a:pt x="2733" y="6940"/>
                  </a:cubicBezTo>
                  <a:cubicBezTo>
                    <a:pt x="3073" y="6928"/>
                    <a:pt x="3401" y="6832"/>
                    <a:pt x="3685" y="6652"/>
                  </a:cubicBezTo>
                  <a:cubicBezTo>
                    <a:pt x="3821" y="6568"/>
                    <a:pt x="3945" y="6472"/>
                    <a:pt x="4061" y="6364"/>
                  </a:cubicBezTo>
                  <a:cubicBezTo>
                    <a:pt x="4173" y="6260"/>
                    <a:pt x="4273" y="6148"/>
                    <a:pt x="4365" y="6032"/>
                  </a:cubicBezTo>
                  <a:cubicBezTo>
                    <a:pt x="4537" y="5816"/>
                    <a:pt x="4677" y="5575"/>
                    <a:pt x="4785" y="5323"/>
                  </a:cubicBezTo>
                  <a:cubicBezTo>
                    <a:pt x="4821" y="5243"/>
                    <a:pt x="4849" y="5163"/>
                    <a:pt x="4873" y="5087"/>
                  </a:cubicBezTo>
                  <a:cubicBezTo>
                    <a:pt x="4881" y="5187"/>
                    <a:pt x="4897" y="5283"/>
                    <a:pt x="4917" y="5379"/>
                  </a:cubicBezTo>
                  <a:cubicBezTo>
                    <a:pt x="4957" y="5595"/>
                    <a:pt x="5037" y="5804"/>
                    <a:pt x="5153" y="5988"/>
                  </a:cubicBezTo>
                  <a:cubicBezTo>
                    <a:pt x="5281" y="6196"/>
                    <a:pt x="5477" y="6356"/>
                    <a:pt x="5709" y="6440"/>
                  </a:cubicBezTo>
                  <a:cubicBezTo>
                    <a:pt x="5817" y="6476"/>
                    <a:pt x="5929" y="6492"/>
                    <a:pt x="6040" y="6492"/>
                  </a:cubicBezTo>
                  <a:cubicBezTo>
                    <a:pt x="6053" y="6492"/>
                    <a:pt x="6065" y="6492"/>
                    <a:pt x="6077" y="6492"/>
                  </a:cubicBezTo>
                  <a:cubicBezTo>
                    <a:pt x="6197" y="6488"/>
                    <a:pt x="6317" y="6472"/>
                    <a:pt x="6437" y="6444"/>
                  </a:cubicBezTo>
                  <a:cubicBezTo>
                    <a:pt x="6661" y="6380"/>
                    <a:pt x="6881" y="6288"/>
                    <a:pt x="7081" y="6168"/>
                  </a:cubicBezTo>
                  <a:cubicBezTo>
                    <a:pt x="7277" y="6056"/>
                    <a:pt x="7461" y="5936"/>
                    <a:pt x="7641" y="5800"/>
                  </a:cubicBezTo>
                  <a:cubicBezTo>
                    <a:pt x="7817" y="5679"/>
                    <a:pt x="7977" y="5539"/>
                    <a:pt x="8117" y="5379"/>
                  </a:cubicBezTo>
                  <a:cubicBezTo>
                    <a:pt x="8185" y="5299"/>
                    <a:pt x="8237" y="5211"/>
                    <a:pt x="8277" y="5115"/>
                  </a:cubicBezTo>
                  <a:cubicBezTo>
                    <a:pt x="8321" y="5023"/>
                    <a:pt x="8337" y="4915"/>
                    <a:pt x="8325" y="4815"/>
                  </a:cubicBezTo>
                  <a:cubicBezTo>
                    <a:pt x="8309" y="4715"/>
                    <a:pt x="8265" y="4623"/>
                    <a:pt x="8193" y="4551"/>
                  </a:cubicBezTo>
                  <a:cubicBezTo>
                    <a:pt x="8133" y="4491"/>
                    <a:pt x="8065" y="4447"/>
                    <a:pt x="7985" y="4415"/>
                  </a:cubicBezTo>
                  <a:cubicBezTo>
                    <a:pt x="7873" y="4367"/>
                    <a:pt x="7753" y="4339"/>
                    <a:pt x="7633" y="4327"/>
                  </a:cubicBezTo>
                  <a:cubicBezTo>
                    <a:pt x="7769" y="4287"/>
                    <a:pt x="7901" y="4235"/>
                    <a:pt x="8033" y="4175"/>
                  </a:cubicBezTo>
                  <a:cubicBezTo>
                    <a:pt x="8321" y="4047"/>
                    <a:pt x="8581" y="3855"/>
                    <a:pt x="8793" y="3623"/>
                  </a:cubicBezTo>
                  <a:cubicBezTo>
                    <a:pt x="8849" y="3559"/>
                    <a:pt x="8901" y="3495"/>
                    <a:pt x="8945" y="3427"/>
                  </a:cubicBezTo>
                  <a:cubicBezTo>
                    <a:pt x="8969" y="3391"/>
                    <a:pt x="8989" y="3359"/>
                    <a:pt x="9009" y="3327"/>
                  </a:cubicBezTo>
                  <a:lnTo>
                    <a:pt x="9025" y="3303"/>
                  </a:lnTo>
                  <a:lnTo>
                    <a:pt x="9033" y="3287"/>
                  </a:lnTo>
                  <a:lnTo>
                    <a:pt x="9041" y="3271"/>
                  </a:lnTo>
                  <a:cubicBezTo>
                    <a:pt x="9049" y="3255"/>
                    <a:pt x="9061" y="3235"/>
                    <a:pt x="9069" y="3219"/>
                  </a:cubicBezTo>
                  <a:cubicBezTo>
                    <a:pt x="9145" y="3071"/>
                    <a:pt x="9189" y="2911"/>
                    <a:pt x="9205" y="2743"/>
                  </a:cubicBezTo>
                  <a:cubicBezTo>
                    <a:pt x="9221" y="2579"/>
                    <a:pt x="9181" y="2411"/>
                    <a:pt x="9101" y="2263"/>
                  </a:cubicBezTo>
                  <a:cubicBezTo>
                    <a:pt x="9017" y="2123"/>
                    <a:pt x="8901" y="2007"/>
                    <a:pt x="8757" y="1923"/>
                  </a:cubicBezTo>
                  <a:cubicBezTo>
                    <a:pt x="8621" y="1843"/>
                    <a:pt x="8473" y="1787"/>
                    <a:pt x="8317" y="1755"/>
                  </a:cubicBezTo>
                  <a:cubicBezTo>
                    <a:pt x="8227" y="1736"/>
                    <a:pt x="8134" y="1727"/>
                    <a:pt x="8042" y="1727"/>
                  </a:cubicBezTo>
                  <a:cubicBezTo>
                    <a:pt x="7979" y="1727"/>
                    <a:pt x="7916" y="1731"/>
                    <a:pt x="7853" y="1739"/>
                  </a:cubicBezTo>
                  <a:cubicBezTo>
                    <a:pt x="7705" y="1767"/>
                    <a:pt x="7561" y="1815"/>
                    <a:pt x="7425" y="1879"/>
                  </a:cubicBezTo>
                  <a:cubicBezTo>
                    <a:pt x="7297" y="1939"/>
                    <a:pt x="7169" y="2007"/>
                    <a:pt x="7049" y="2079"/>
                  </a:cubicBezTo>
                  <a:cubicBezTo>
                    <a:pt x="6813" y="2219"/>
                    <a:pt x="6597" y="2367"/>
                    <a:pt x="6405" y="2503"/>
                  </a:cubicBezTo>
                  <a:cubicBezTo>
                    <a:pt x="6213" y="2643"/>
                    <a:pt x="6041" y="2779"/>
                    <a:pt x="5889" y="2899"/>
                  </a:cubicBezTo>
                  <a:cubicBezTo>
                    <a:pt x="5845" y="2935"/>
                    <a:pt x="5801" y="2971"/>
                    <a:pt x="5761" y="3003"/>
                  </a:cubicBezTo>
                  <a:cubicBezTo>
                    <a:pt x="5905" y="2831"/>
                    <a:pt x="6029" y="2643"/>
                    <a:pt x="6129" y="2439"/>
                  </a:cubicBezTo>
                  <a:cubicBezTo>
                    <a:pt x="6257" y="2191"/>
                    <a:pt x="6321" y="1907"/>
                    <a:pt x="6309" y="1627"/>
                  </a:cubicBezTo>
                  <a:cubicBezTo>
                    <a:pt x="6301" y="1471"/>
                    <a:pt x="6261" y="1319"/>
                    <a:pt x="6197" y="1175"/>
                  </a:cubicBezTo>
                  <a:cubicBezTo>
                    <a:pt x="6133" y="1031"/>
                    <a:pt x="6049" y="895"/>
                    <a:pt x="5945" y="775"/>
                  </a:cubicBezTo>
                  <a:cubicBezTo>
                    <a:pt x="5737" y="523"/>
                    <a:pt x="5481" y="319"/>
                    <a:pt x="5193" y="167"/>
                  </a:cubicBezTo>
                  <a:cubicBezTo>
                    <a:pt x="5045" y="95"/>
                    <a:pt x="4881" y="43"/>
                    <a:pt x="4717" y="19"/>
                  </a:cubicBezTo>
                  <a:cubicBezTo>
                    <a:pt x="4641" y="7"/>
                    <a:pt x="4564" y="1"/>
                    <a:pt x="4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89"/>
            <p:cNvSpPr/>
            <p:nvPr/>
          </p:nvSpPr>
          <p:spPr>
            <a:xfrm flipH="1">
              <a:off x="976525" y="877463"/>
              <a:ext cx="318056" cy="282833"/>
            </a:xfrm>
            <a:custGeom>
              <a:avLst/>
              <a:gdLst/>
              <a:ahLst/>
              <a:cxnLst/>
              <a:rect l="l" t="t" r="r" b="b"/>
              <a:pathLst>
                <a:path w="2745" h="2441" extrusionOk="0">
                  <a:moveTo>
                    <a:pt x="1332" y="0"/>
                  </a:moveTo>
                  <a:cubicBezTo>
                    <a:pt x="1564" y="120"/>
                    <a:pt x="1820" y="264"/>
                    <a:pt x="1896" y="512"/>
                  </a:cubicBezTo>
                  <a:cubicBezTo>
                    <a:pt x="1756" y="424"/>
                    <a:pt x="1616" y="340"/>
                    <a:pt x="1468" y="264"/>
                  </a:cubicBezTo>
                  <a:cubicBezTo>
                    <a:pt x="1320" y="186"/>
                    <a:pt x="1161" y="119"/>
                    <a:pt x="999" y="119"/>
                  </a:cubicBezTo>
                  <a:cubicBezTo>
                    <a:pt x="986" y="119"/>
                    <a:pt x="973" y="119"/>
                    <a:pt x="960" y="120"/>
                  </a:cubicBezTo>
                  <a:cubicBezTo>
                    <a:pt x="688" y="136"/>
                    <a:pt x="476" y="344"/>
                    <a:pt x="284" y="536"/>
                  </a:cubicBezTo>
                  <a:cubicBezTo>
                    <a:pt x="200" y="612"/>
                    <a:pt x="132" y="704"/>
                    <a:pt x="84" y="804"/>
                  </a:cubicBezTo>
                  <a:cubicBezTo>
                    <a:pt x="64" y="860"/>
                    <a:pt x="52" y="920"/>
                    <a:pt x="44" y="980"/>
                  </a:cubicBezTo>
                  <a:cubicBezTo>
                    <a:pt x="4" y="1208"/>
                    <a:pt x="0" y="1444"/>
                    <a:pt x="36" y="1676"/>
                  </a:cubicBezTo>
                  <a:cubicBezTo>
                    <a:pt x="76" y="1876"/>
                    <a:pt x="144" y="2068"/>
                    <a:pt x="240" y="2248"/>
                  </a:cubicBezTo>
                  <a:cubicBezTo>
                    <a:pt x="232" y="2000"/>
                    <a:pt x="196" y="1756"/>
                    <a:pt x="136" y="1520"/>
                  </a:cubicBezTo>
                  <a:lnTo>
                    <a:pt x="136" y="1520"/>
                  </a:lnTo>
                  <a:cubicBezTo>
                    <a:pt x="400" y="1780"/>
                    <a:pt x="488" y="2184"/>
                    <a:pt x="752" y="2440"/>
                  </a:cubicBezTo>
                  <a:cubicBezTo>
                    <a:pt x="800" y="2316"/>
                    <a:pt x="812" y="2184"/>
                    <a:pt x="788" y="2052"/>
                  </a:cubicBezTo>
                  <a:lnTo>
                    <a:pt x="788" y="2052"/>
                  </a:lnTo>
                  <a:cubicBezTo>
                    <a:pt x="832" y="2112"/>
                    <a:pt x="892" y="2152"/>
                    <a:pt x="964" y="2172"/>
                  </a:cubicBezTo>
                  <a:cubicBezTo>
                    <a:pt x="960" y="2132"/>
                    <a:pt x="956" y="2092"/>
                    <a:pt x="952" y="2048"/>
                  </a:cubicBezTo>
                  <a:lnTo>
                    <a:pt x="952" y="2048"/>
                  </a:lnTo>
                  <a:cubicBezTo>
                    <a:pt x="959" y="2057"/>
                    <a:pt x="966" y="2060"/>
                    <a:pt x="974" y="2060"/>
                  </a:cubicBezTo>
                  <a:cubicBezTo>
                    <a:pt x="1000" y="2060"/>
                    <a:pt x="1030" y="2022"/>
                    <a:pt x="1036" y="1988"/>
                  </a:cubicBezTo>
                  <a:cubicBezTo>
                    <a:pt x="1072" y="1796"/>
                    <a:pt x="1068" y="1596"/>
                    <a:pt x="1024" y="1404"/>
                  </a:cubicBezTo>
                  <a:lnTo>
                    <a:pt x="1024" y="1404"/>
                  </a:lnTo>
                  <a:cubicBezTo>
                    <a:pt x="1208" y="1500"/>
                    <a:pt x="1356" y="1652"/>
                    <a:pt x="1444" y="1840"/>
                  </a:cubicBezTo>
                  <a:cubicBezTo>
                    <a:pt x="1488" y="1752"/>
                    <a:pt x="1516" y="1660"/>
                    <a:pt x="1528" y="1568"/>
                  </a:cubicBezTo>
                  <a:cubicBezTo>
                    <a:pt x="1612" y="1608"/>
                    <a:pt x="1672" y="1696"/>
                    <a:pt x="1684" y="1792"/>
                  </a:cubicBezTo>
                  <a:cubicBezTo>
                    <a:pt x="1728" y="1388"/>
                    <a:pt x="1524" y="1004"/>
                    <a:pt x="1328" y="652"/>
                  </a:cubicBezTo>
                  <a:lnTo>
                    <a:pt x="1328" y="652"/>
                  </a:lnTo>
                  <a:cubicBezTo>
                    <a:pt x="1512" y="684"/>
                    <a:pt x="1632" y="860"/>
                    <a:pt x="1720" y="1028"/>
                  </a:cubicBezTo>
                  <a:cubicBezTo>
                    <a:pt x="1864" y="1300"/>
                    <a:pt x="1976" y="1592"/>
                    <a:pt x="2052" y="1892"/>
                  </a:cubicBezTo>
                  <a:cubicBezTo>
                    <a:pt x="2120" y="1832"/>
                    <a:pt x="2172" y="1760"/>
                    <a:pt x="2204" y="1680"/>
                  </a:cubicBezTo>
                  <a:cubicBezTo>
                    <a:pt x="2220" y="1732"/>
                    <a:pt x="2240" y="1788"/>
                    <a:pt x="2268" y="1836"/>
                  </a:cubicBezTo>
                  <a:lnTo>
                    <a:pt x="2352" y="1828"/>
                  </a:lnTo>
                  <a:cubicBezTo>
                    <a:pt x="2396" y="1952"/>
                    <a:pt x="2416" y="2084"/>
                    <a:pt x="2416" y="2220"/>
                  </a:cubicBezTo>
                  <a:cubicBezTo>
                    <a:pt x="2488" y="2184"/>
                    <a:pt x="2536" y="2112"/>
                    <a:pt x="2548" y="2032"/>
                  </a:cubicBezTo>
                  <a:lnTo>
                    <a:pt x="2556" y="2020"/>
                  </a:lnTo>
                  <a:cubicBezTo>
                    <a:pt x="2548" y="1960"/>
                    <a:pt x="2560" y="1900"/>
                    <a:pt x="2592" y="1848"/>
                  </a:cubicBezTo>
                  <a:cubicBezTo>
                    <a:pt x="2744" y="1436"/>
                    <a:pt x="2684" y="972"/>
                    <a:pt x="2428" y="616"/>
                  </a:cubicBezTo>
                  <a:cubicBezTo>
                    <a:pt x="2168" y="260"/>
                    <a:pt x="1768" y="36"/>
                    <a:pt x="13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89"/>
            <p:cNvSpPr/>
            <p:nvPr/>
          </p:nvSpPr>
          <p:spPr>
            <a:xfrm flipH="1">
              <a:off x="1296321" y="1215912"/>
              <a:ext cx="344590" cy="168587"/>
            </a:xfrm>
            <a:custGeom>
              <a:avLst/>
              <a:gdLst/>
              <a:ahLst/>
              <a:cxnLst/>
              <a:rect l="l" t="t" r="r" b="b"/>
              <a:pathLst>
                <a:path w="2974" h="1455" extrusionOk="0">
                  <a:moveTo>
                    <a:pt x="1619" y="0"/>
                  </a:moveTo>
                  <a:cubicBezTo>
                    <a:pt x="1440" y="0"/>
                    <a:pt x="1260" y="16"/>
                    <a:pt x="1081" y="47"/>
                  </a:cubicBezTo>
                  <a:cubicBezTo>
                    <a:pt x="1185" y="171"/>
                    <a:pt x="1329" y="263"/>
                    <a:pt x="1489" y="307"/>
                  </a:cubicBezTo>
                  <a:cubicBezTo>
                    <a:pt x="1415" y="333"/>
                    <a:pt x="1338" y="345"/>
                    <a:pt x="1262" y="345"/>
                  </a:cubicBezTo>
                  <a:cubicBezTo>
                    <a:pt x="1109" y="345"/>
                    <a:pt x="958" y="296"/>
                    <a:pt x="833" y="203"/>
                  </a:cubicBezTo>
                  <a:cubicBezTo>
                    <a:pt x="681" y="335"/>
                    <a:pt x="505" y="431"/>
                    <a:pt x="313" y="491"/>
                  </a:cubicBezTo>
                  <a:cubicBezTo>
                    <a:pt x="241" y="511"/>
                    <a:pt x="173" y="539"/>
                    <a:pt x="105" y="575"/>
                  </a:cubicBezTo>
                  <a:cubicBezTo>
                    <a:pt x="41" y="611"/>
                    <a:pt x="1" y="683"/>
                    <a:pt x="5" y="763"/>
                  </a:cubicBezTo>
                  <a:cubicBezTo>
                    <a:pt x="17" y="843"/>
                    <a:pt x="93" y="899"/>
                    <a:pt x="165" y="947"/>
                  </a:cubicBezTo>
                  <a:cubicBezTo>
                    <a:pt x="325" y="1055"/>
                    <a:pt x="489" y="1151"/>
                    <a:pt x="665" y="1239"/>
                  </a:cubicBezTo>
                  <a:cubicBezTo>
                    <a:pt x="973" y="1382"/>
                    <a:pt x="1305" y="1454"/>
                    <a:pt x="1638" y="1454"/>
                  </a:cubicBezTo>
                  <a:cubicBezTo>
                    <a:pt x="1974" y="1454"/>
                    <a:pt x="2311" y="1380"/>
                    <a:pt x="2621" y="1231"/>
                  </a:cubicBezTo>
                  <a:cubicBezTo>
                    <a:pt x="2213" y="1207"/>
                    <a:pt x="1805" y="1155"/>
                    <a:pt x="1401" y="1075"/>
                  </a:cubicBezTo>
                  <a:cubicBezTo>
                    <a:pt x="1281" y="1051"/>
                    <a:pt x="1145" y="1015"/>
                    <a:pt x="1077" y="915"/>
                  </a:cubicBezTo>
                  <a:lnTo>
                    <a:pt x="1077" y="915"/>
                  </a:lnTo>
                  <a:cubicBezTo>
                    <a:pt x="1417" y="919"/>
                    <a:pt x="1757" y="943"/>
                    <a:pt x="2097" y="991"/>
                  </a:cubicBezTo>
                  <a:cubicBezTo>
                    <a:pt x="2233" y="1008"/>
                    <a:pt x="2373" y="1028"/>
                    <a:pt x="2509" y="1028"/>
                  </a:cubicBezTo>
                  <a:cubicBezTo>
                    <a:pt x="2641" y="1028"/>
                    <a:pt x="2771" y="1009"/>
                    <a:pt x="2889" y="947"/>
                  </a:cubicBezTo>
                  <a:cubicBezTo>
                    <a:pt x="2834" y="885"/>
                    <a:pt x="2757" y="850"/>
                    <a:pt x="2678" y="850"/>
                  </a:cubicBezTo>
                  <a:cubicBezTo>
                    <a:pt x="2660" y="850"/>
                    <a:pt x="2643" y="852"/>
                    <a:pt x="2625" y="855"/>
                  </a:cubicBezTo>
                  <a:cubicBezTo>
                    <a:pt x="2657" y="815"/>
                    <a:pt x="2701" y="783"/>
                    <a:pt x="2753" y="771"/>
                  </a:cubicBezTo>
                  <a:lnTo>
                    <a:pt x="2753" y="771"/>
                  </a:lnTo>
                  <a:cubicBezTo>
                    <a:pt x="2630" y="778"/>
                    <a:pt x="2508" y="781"/>
                    <a:pt x="2385" y="781"/>
                  </a:cubicBezTo>
                  <a:cubicBezTo>
                    <a:pt x="2064" y="781"/>
                    <a:pt x="1742" y="759"/>
                    <a:pt x="1421" y="715"/>
                  </a:cubicBezTo>
                  <a:cubicBezTo>
                    <a:pt x="1361" y="711"/>
                    <a:pt x="1301" y="695"/>
                    <a:pt x="1245" y="667"/>
                  </a:cubicBezTo>
                  <a:cubicBezTo>
                    <a:pt x="1153" y="615"/>
                    <a:pt x="1097" y="515"/>
                    <a:pt x="1005" y="467"/>
                  </a:cubicBezTo>
                  <a:lnTo>
                    <a:pt x="1005" y="467"/>
                  </a:lnTo>
                  <a:lnTo>
                    <a:pt x="1401" y="583"/>
                  </a:lnTo>
                  <a:cubicBezTo>
                    <a:pt x="1325" y="511"/>
                    <a:pt x="1245" y="447"/>
                    <a:pt x="1165" y="387"/>
                  </a:cubicBezTo>
                  <a:lnTo>
                    <a:pt x="1165" y="387"/>
                  </a:lnTo>
                  <a:lnTo>
                    <a:pt x="1593" y="503"/>
                  </a:lnTo>
                  <a:cubicBezTo>
                    <a:pt x="1697" y="531"/>
                    <a:pt x="1801" y="555"/>
                    <a:pt x="1905" y="571"/>
                  </a:cubicBezTo>
                  <a:cubicBezTo>
                    <a:pt x="1992" y="580"/>
                    <a:pt x="2081" y="585"/>
                    <a:pt x="2169" y="585"/>
                  </a:cubicBezTo>
                  <a:cubicBezTo>
                    <a:pt x="2199" y="585"/>
                    <a:pt x="2228" y="584"/>
                    <a:pt x="2257" y="583"/>
                  </a:cubicBezTo>
                  <a:lnTo>
                    <a:pt x="2973" y="567"/>
                  </a:lnTo>
                  <a:cubicBezTo>
                    <a:pt x="2773" y="511"/>
                    <a:pt x="2569" y="471"/>
                    <a:pt x="2361" y="443"/>
                  </a:cubicBezTo>
                  <a:lnTo>
                    <a:pt x="2361" y="443"/>
                  </a:lnTo>
                  <a:cubicBezTo>
                    <a:pt x="2372" y="444"/>
                    <a:pt x="2384" y="444"/>
                    <a:pt x="2395" y="444"/>
                  </a:cubicBezTo>
                  <a:cubicBezTo>
                    <a:pt x="2568" y="444"/>
                    <a:pt x="2740" y="415"/>
                    <a:pt x="2901" y="355"/>
                  </a:cubicBezTo>
                  <a:lnTo>
                    <a:pt x="2957" y="307"/>
                  </a:lnTo>
                  <a:cubicBezTo>
                    <a:pt x="2537" y="103"/>
                    <a:pt x="2080" y="0"/>
                    <a:pt x="16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89"/>
            <p:cNvSpPr/>
            <p:nvPr/>
          </p:nvSpPr>
          <p:spPr>
            <a:xfrm flipH="1">
              <a:off x="1155426" y="1409063"/>
              <a:ext cx="349688" cy="210184"/>
            </a:xfrm>
            <a:custGeom>
              <a:avLst/>
              <a:gdLst/>
              <a:ahLst/>
              <a:cxnLst/>
              <a:rect l="l" t="t" r="r" b="b"/>
              <a:pathLst>
                <a:path w="3018" h="1814" extrusionOk="0">
                  <a:moveTo>
                    <a:pt x="2933" y="0"/>
                  </a:moveTo>
                  <a:cubicBezTo>
                    <a:pt x="2769" y="0"/>
                    <a:pt x="2633" y="104"/>
                    <a:pt x="2501" y="204"/>
                  </a:cubicBezTo>
                  <a:cubicBezTo>
                    <a:pt x="2313" y="348"/>
                    <a:pt x="2113" y="472"/>
                    <a:pt x="1905" y="584"/>
                  </a:cubicBezTo>
                  <a:cubicBezTo>
                    <a:pt x="2021" y="476"/>
                    <a:pt x="2125" y="352"/>
                    <a:pt x="2209" y="220"/>
                  </a:cubicBezTo>
                  <a:lnTo>
                    <a:pt x="2209" y="220"/>
                  </a:lnTo>
                  <a:cubicBezTo>
                    <a:pt x="1973" y="347"/>
                    <a:pt x="1713" y="410"/>
                    <a:pt x="1452" y="410"/>
                  </a:cubicBezTo>
                  <a:cubicBezTo>
                    <a:pt x="1257" y="410"/>
                    <a:pt x="1061" y="375"/>
                    <a:pt x="873" y="304"/>
                  </a:cubicBezTo>
                  <a:cubicBezTo>
                    <a:pt x="825" y="284"/>
                    <a:pt x="773" y="268"/>
                    <a:pt x="721" y="256"/>
                  </a:cubicBezTo>
                  <a:cubicBezTo>
                    <a:pt x="696" y="253"/>
                    <a:pt x="671" y="251"/>
                    <a:pt x="646" y="251"/>
                  </a:cubicBezTo>
                  <a:cubicBezTo>
                    <a:pt x="587" y="251"/>
                    <a:pt x="530" y="261"/>
                    <a:pt x="477" y="280"/>
                  </a:cubicBezTo>
                  <a:cubicBezTo>
                    <a:pt x="329" y="324"/>
                    <a:pt x="185" y="408"/>
                    <a:pt x="109" y="540"/>
                  </a:cubicBezTo>
                  <a:cubicBezTo>
                    <a:pt x="1" y="724"/>
                    <a:pt x="49" y="961"/>
                    <a:pt x="137" y="1153"/>
                  </a:cubicBezTo>
                  <a:cubicBezTo>
                    <a:pt x="225" y="1353"/>
                    <a:pt x="349" y="1537"/>
                    <a:pt x="505" y="1689"/>
                  </a:cubicBezTo>
                  <a:cubicBezTo>
                    <a:pt x="549" y="1737"/>
                    <a:pt x="601" y="1773"/>
                    <a:pt x="661" y="1797"/>
                  </a:cubicBezTo>
                  <a:cubicBezTo>
                    <a:pt x="701" y="1809"/>
                    <a:pt x="743" y="1814"/>
                    <a:pt x="784" y="1814"/>
                  </a:cubicBezTo>
                  <a:cubicBezTo>
                    <a:pt x="796" y="1814"/>
                    <a:pt x="809" y="1813"/>
                    <a:pt x="821" y="1813"/>
                  </a:cubicBezTo>
                  <a:cubicBezTo>
                    <a:pt x="1397" y="1797"/>
                    <a:pt x="1957" y="1605"/>
                    <a:pt x="2421" y="1261"/>
                  </a:cubicBezTo>
                  <a:cubicBezTo>
                    <a:pt x="2493" y="1209"/>
                    <a:pt x="2561" y="1149"/>
                    <a:pt x="2621" y="1081"/>
                  </a:cubicBezTo>
                  <a:cubicBezTo>
                    <a:pt x="2677" y="1009"/>
                    <a:pt x="2729" y="933"/>
                    <a:pt x="2773" y="853"/>
                  </a:cubicBezTo>
                  <a:lnTo>
                    <a:pt x="3017" y="420"/>
                  </a:lnTo>
                  <a:lnTo>
                    <a:pt x="2965" y="432"/>
                  </a:lnTo>
                  <a:lnTo>
                    <a:pt x="2533" y="784"/>
                  </a:lnTo>
                  <a:cubicBezTo>
                    <a:pt x="2387" y="899"/>
                    <a:pt x="2218" y="1022"/>
                    <a:pt x="2039" y="1022"/>
                  </a:cubicBezTo>
                  <a:cubicBezTo>
                    <a:pt x="2017" y="1022"/>
                    <a:pt x="1995" y="1020"/>
                    <a:pt x="1973" y="1017"/>
                  </a:cubicBezTo>
                  <a:cubicBezTo>
                    <a:pt x="2429" y="840"/>
                    <a:pt x="2781" y="468"/>
                    <a:pt x="2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89"/>
            <p:cNvSpPr/>
            <p:nvPr/>
          </p:nvSpPr>
          <p:spPr>
            <a:xfrm flipH="1">
              <a:off x="756839" y="1370364"/>
              <a:ext cx="318520" cy="186199"/>
            </a:xfrm>
            <a:custGeom>
              <a:avLst/>
              <a:gdLst/>
              <a:ahLst/>
              <a:cxnLst/>
              <a:rect l="l" t="t" r="r" b="b"/>
              <a:pathLst>
                <a:path w="2749" h="1607" extrusionOk="0">
                  <a:moveTo>
                    <a:pt x="36" y="402"/>
                  </a:moveTo>
                  <a:lnTo>
                    <a:pt x="36" y="402"/>
                  </a:lnTo>
                  <a:cubicBezTo>
                    <a:pt x="32" y="443"/>
                    <a:pt x="51" y="480"/>
                    <a:pt x="81" y="511"/>
                  </a:cubicBezTo>
                  <a:lnTo>
                    <a:pt x="81" y="511"/>
                  </a:lnTo>
                  <a:cubicBezTo>
                    <a:pt x="65" y="475"/>
                    <a:pt x="50" y="439"/>
                    <a:pt x="36" y="402"/>
                  </a:cubicBezTo>
                  <a:close/>
                  <a:moveTo>
                    <a:pt x="2137" y="1"/>
                  </a:moveTo>
                  <a:cubicBezTo>
                    <a:pt x="2072" y="1"/>
                    <a:pt x="2007" y="6"/>
                    <a:pt x="1944" y="14"/>
                  </a:cubicBezTo>
                  <a:cubicBezTo>
                    <a:pt x="1788" y="37"/>
                    <a:pt x="1628" y="72"/>
                    <a:pt x="1473" y="72"/>
                  </a:cubicBezTo>
                  <a:cubicBezTo>
                    <a:pt x="1385" y="72"/>
                    <a:pt x="1299" y="61"/>
                    <a:pt x="1216" y="30"/>
                  </a:cubicBezTo>
                  <a:lnTo>
                    <a:pt x="1216" y="30"/>
                  </a:lnTo>
                  <a:cubicBezTo>
                    <a:pt x="1375" y="119"/>
                    <a:pt x="1551" y="163"/>
                    <a:pt x="1731" y="163"/>
                  </a:cubicBezTo>
                  <a:cubicBezTo>
                    <a:pt x="1746" y="163"/>
                    <a:pt x="1761" y="163"/>
                    <a:pt x="1776" y="162"/>
                  </a:cubicBezTo>
                  <a:lnTo>
                    <a:pt x="1776" y="162"/>
                  </a:lnTo>
                  <a:cubicBezTo>
                    <a:pt x="1637" y="236"/>
                    <a:pt x="1483" y="272"/>
                    <a:pt x="1331" y="272"/>
                  </a:cubicBezTo>
                  <a:cubicBezTo>
                    <a:pt x="1151" y="272"/>
                    <a:pt x="972" y="222"/>
                    <a:pt x="816" y="122"/>
                  </a:cubicBezTo>
                  <a:lnTo>
                    <a:pt x="816" y="122"/>
                  </a:lnTo>
                  <a:cubicBezTo>
                    <a:pt x="919" y="351"/>
                    <a:pt x="1146" y="503"/>
                    <a:pt x="1394" y="503"/>
                  </a:cubicBezTo>
                  <a:cubicBezTo>
                    <a:pt x="1398" y="503"/>
                    <a:pt x="1401" y="503"/>
                    <a:pt x="1404" y="502"/>
                  </a:cubicBezTo>
                  <a:cubicBezTo>
                    <a:pt x="1414" y="501"/>
                    <a:pt x="1424" y="501"/>
                    <a:pt x="1435" y="501"/>
                  </a:cubicBezTo>
                  <a:cubicBezTo>
                    <a:pt x="1466" y="501"/>
                    <a:pt x="1497" y="505"/>
                    <a:pt x="1524" y="514"/>
                  </a:cubicBezTo>
                  <a:cubicBezTo>
                    <a:pt x="1564" y="530"/>
                    <a:pt x="1580" y="578"/>
                    <a:pt x="1560" y="614"/>
                  </a:cubicBezTo>
                  <a:cubicBezTo>
                    <a:pt x="1548" y="630"/>
                    <a:pt x="1524" y="642"/>
                    <a:pt x="1504" y="646"/>
                  </a:cubicBezTo>
                  <a:cubicBezTo>
                    <a:pt x="1393" y="675"/>
                    <a:pt x="1271" y="702"/>
                    <a:pt x="1155" y="702"/>
                  </a:cubicBezTo>
                  <a:cubicBezTo>
                    <a:pt x="1042" y="702"/>
                    <a:pt x="935" y="676"/>
                    <a:pt x="852" y="598"/>
                  </a:cubicBezTo>
                  <a:cubicBezTo>
                    <a:pt x="792" y="542"/>
                    <a:pt x="752" y="462"/>
                    <a:pt x="680" y="418"/>
                  </a:cubicBezTo>
                  <a:cubicBezTo>
                    <a:pt x="592" y="362"/>
                    <a:pt x="480" y="366"/>
                    <a:pt x="396" y="306"/>
                  </a:cubicBezTo>
                  <a:cubicBezTo>
                    <a:pt x="356" y="278"/>
                    <a:pt x="328" y="234"/>
                    <a:pt x="288" y="206"/>
                  </a:cubicBezTo>
                  <a:cubicBezTo>
                    <a:pt x="267" y="189"/>
                    <a:pt x="241" y="180"/>
                    <a:pt x="216" y="180"/>
                  </a:cubicBezTo>
                  <a:cubicBezTo>
                    <a:pt x="193" y="180"/>
                    <a:pt x="171" y="187"/>
                    <a:pt x="152" y="202"/>
                  </a:cubicBezTo>
                  <a:cubicBezTo>
                    <a:pt x="133" y="349"/>
                    <a:pt x="167" y="499"/>
                    <a:pt x="249" y="625"/>
                  </a:cubicBezTo>
                  <a:lnTo>
                    <a:pt x="249" y="625"/>
                  </a:lnTo>
                  <a:cubicBezTo>
                    <a:pt x="222" y="604"/>
                    <a:pt x="190" y="587"/>
                    <a:pt x="160" y="570"/>
                  </a:cubicBezTo>
                  <a:cubicBezTo>
                    <a:pt x="132" y="555"/>
                    <a:pt x="104" y="535"/>
                    <a:pt x="81" y="511"/>
                  </a:cubicBezTo>
                  <a:lnTo>
                    <a:pt x="81" y="511"/>
                  </a:lnTo>
                  <a:cubicBezTo>
                    <a:pt x="159" y="687"/>
                    <a:pt x="254" y="855"/>
                    <a:pt x="364" y="1014"/>
                  </a:cubicBezTo>
                  <a:cubicBezTo>
                    <a:pt x="353" y="1018"/>
                    <a:pt x="342" y="1020"/>
                    <a:pt x="331" y="1020"/>
                  </a:cubicBezTo>
                  <a:cubicBezTo>
                    <a:pt x="275" y="1020"/>
                    <a:pt x="222" y="973"/>
                    <a:pt x="188" y="922"/>
                  </a:cubicBezTo>
                  <a:cubicBezTo>
                    <a:pt x="148" y="862"/>
                    <a:pt x="112" y="794"/>
                    <a:pt x="48" y="762"/>
                  </a:cubicBezTo>
                  <a:lnTo>
                    <a:pt x="0" y="770"/>
                  </a:lnTo>
                  <a:cubicBezTo>
                    <a:pt x="88" y="950"/>
                    <a:pt x="196" y="1122"/>
                    <a:pt x="324" y="1283"/>
                  </a:cubicBezTo>
                  <a:cubicBezTo>
                    <a:pt x="400" y="1391"/>
                    <a:pt x="512" y="1471"/>
                    <a:pt x="640" y="1511"/>
                  </a:cubicBezTo>
                  <a:cubicBezTo>
                    <a:pt x="815" y="1573"/>
                    <a:pt x="1000" y="1606"/>
                    <a:pt x="1186" y="1606"/>
                  </a:cubicBezTo>
                  <a:cubicBezTo>
                    <a:pt x="1237" y="1606"/>
                    <a:pt x="1289" y="1604"/>
                    <a:pt x="1340" y="1599"/>
                  </a:cubicBezTo>
                  <a:cubicBezTo>
                    <a:pt x="1576" y="1571"/>
                    <a:pt x="1796" y="1459"/>
                    <a:pt x="1956" y="1283"/>
                  </a:cubicBezTo>
                  <a:lnTo>
                    <a:pt x="1956" y="1283"/>
                  </a:lnTo>
                  <a:cubicBezTo>
                    <a:pt x="1884" y="1323"/>
                    <a:pt x="1804" y="1347"/>
                    <a:pt x="1720" y="1351"/>
                  </a:cubicBezTo>
                  <a:cubicBezTo>
                    <a:pt x="1904" y="1207"/>
                    <a:pt x="2112" y="1102"/>
                    <a:pt x="2340" y="1046"/>
                  </a:cubicBezTo>
                  <a:lnTo>
                    <a:pt x="2340" y="1046"/>
                  </a:lnTo>
                  <a:cubicBezTo>
                    <a:pt x="2304" y="1070"/>
                    <a:pt x="2288" y="1110"/>
                    <a:pt x="2296" y="1150"/>
                  </a:cubicBezTo>
                  <a:cubicBezTo>
                    <a:pt x="2452" y="1038"/>
                    <a:pt x="2592" y="902"/>
                    <a:pt x="2672" y="726"/>
                  </a:cubicBezTo>
                  <a:cubicBezTo>
                    <a:pt x="2748" y="550"/>
                    <a:pt x="2744" y="334"/>
                    <a:pt x="2624" y="186"/>
                  </a:cubicBezTo>
                  <a:cubicBezTo>
                    <a:pt x="2509" y="44"/>
                    <a:pt x="2323" y="1"/>
                    <a:pt x="21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89"/>
            <p:cNvSpPr/>
            <p:nvPr/>
          </p:nvSpPr>
          <p:spPr>
            <a:xfrm flipH="1">
              <a:off x="650241" y="1072468"/>
              <a:ext cx="320837" cy="251085"/>
            </a:xfrm>
            <a:custGeom>
              <a:avLst/>
              <a:gdLst/>
              <a:ahLst/>
              <a:cxnLst/>
              <a:rect l="l" t="t" r="r" b="b"/>
              <a:pathLst>
                <a:path w="2769" h="2167" extrusionOk="0">
                  <a:moveTo>
                    <a:pt x="256" y="1077"/>
                  </a:moveTo>
                  <a:cubicBezTo>
                    <a:pt x="239" y="1079"/>
                    <a:pt x="222" y="1080"/>
                    <a:pt x="204" y="1081"/>
                  </a:cubicBezTo>
                  <a:lnTo>
                    <a:pt x="188" y="1137"/>
                  </a:lnTo>
                  <a:cubicBezTo>
                    <a:pt x="211" y="1117"/>
                    <a:pt x="233" y="1097"/>
                    <a:pt x="256" y="1077"/>
                  </a:cubicBezTo>
                  <a:close/>
                  <a:moveTo>
                    <a:pt x="2082" y="0"/>
                  </a:moveTo>
                  <a:cubicBezTo>
                    <a:pt x="2066" y="0"/>
                    <a:pt x="2049" y="2"/>
                    <a:pt x="2032" y="5"/>
                  </a:cubicBezTo>
                  <a:cubicBezTo>
                    <a:pt x="1992" y="17"/>
                    <a:pt x="1948" y="33"/>
                    <a:pt x="1908" y="49"/>
                  </a:cubicBezTo>
                  <a:cubicBezTo>
                    <a:pt x="1792" y="89"/>
                    <a:pt x="1668" y="81"/>
                    <a:pt x="1548" y="113"/>
                  </a:cubicBezTo>
                  <a:cubicBezTo>
                    <a:pt x="1408" y="149"/>
                    <a:pt x="1284" y="237"/>
                    <a:pt x="1168" y="325"/>
                  </a:cubicBezTo>
                  <a:cubicBezTo>
                    <a:pt x="853" y="563"/>
                    <a:pt x="551" y="815"/>
                    <a:pt x="256" y="1077"/>
                  </a:cubicBezTo>
                  <a:lnTo>
                    <a:pt x="256" y="1077"/>
                  </a:lnTo>
                  <a:cubicBezTo>
                    <a:pt x="422" y="1058"/>
                    <a:pt x="583" y="1000"/>
                    <a:pt x="720" y="909"/>
                  </a:cubicBezTo>
                  <a:cubicBezTo>
                    <a:pt x="836" y="833"/>
                    <a:pt x="936" y="737"/>
                    <a:pt x="1048" y="657"/>
                  </a:cubicBezTo>
                  <a:cubicBezTo>
                    <a:pt x="1146" y="593"/>
                    <a:pt x="1257" y="544"/>
                    <a:pt x="1371" y="544"/>
                  </a:cubicBezTo>
                  <a:cubicBezTo>
                    <a:pt x="1393" y="544"/>
                    <a:pt x="1415" y="546"/>
                    <a:pt x="1436" y="549"/>
                  </a:cubicBezTo>
                  <a:cubicBezTo>
                    <a:pt x="1224" y="909"/>
                    <a:pt x="896" y="1189"/>
                    <a:pt x="508" y="1345"/>
                  </a:cubicBezTo>
                  <a:lnTo>
                    <a:pt x="744" y="1321"/>
                  </a:lnTo>
                  <a:lnTo>
                    <a:pt x="744" y="1321"/>
                  </a:lnTo>
                  <a:cubicBezTo>
                    <a:pt x="676" y="1385"/>
                    <a:pt x="604" y="1437"/>
                    <a:pt x="520" y="1477"/>
                  </a:cubicBezTo>
                  <a:cubicBezTo>
                    <a:pt x="664" y="1453"/>
                    <a:pt x="812" y="1437"/>
                    <a:pt x="956" y="1429"/>
                  </a:cubicBezTo>
                  <a:lnTo>
                    <a:pt x="956" y="1429"/>
                  </a:lnTo>
                  <a:cubicBezTo>
                    <a:pt x="772" y="1525"/>
                    <a:pt x="600" y="1637"/>
                    <a:pt x="432" y="1765"/>
                  </a:cubicBezTo>
                  <a:lnTo>
                    <a:pt x="1332" y="1485"/>
                  </a:lnTo>
                  <a:cubicBezTo>
                    <a:pt x="1412" y="1457"/>
                    <a:pt x="1492" y="1437"/>
                    <a:pt x="1572" y="1425"/>
                  </a:cubicBezTo>
                  <a:lnTo>
                    <a:pt x="1572" y="1425"/>
                  </a:lnTo>
                  <a:cubicBezTo>
                    <a:pt x="1428" y="1617"/>
                    <a:pt x="1236" y="1785"/>
                    <a:pt x="1004" y="1861"/>
                  </a:cubicBezTo>
                  <a:cubicBezTo>
                    <a:pt x="872" y="1901"/>
                    <a:pt x="732" y="1925"/>
                    <a:pt x="592" y="1929"/>
                  </a:cubicBezTo>
                  <a:lnTo>
                    <a:pt x="0" y="1977"/>
                  </a:lnTo>
                  <a:cubicBezTo>
                    <a:pt x="40" y="2057"/>
                    <a:pt x="112" y="2117"/>
                    <a:pt x="200" y="2141"/>
                  </a:cubicBezTo>
                  <a:cubicBezTo>
                    <a:pt x="274" y="2158"/>
                    <a:pt x="347" y="2166"/>
                    <a:pt x="423" y="2166"/>
                  </a:cubicBezTo>
                  <a:cubicBezTo>
                    <a:pt x="438" y="2166"/>
                    <a:pt x="453" y="2166"/>
                    <a:pt x="468" y="2165"/>
                  </a:cubicBezTo>
                  <a:cubicBezTo>
                    <a:pt x="704" y="2161"/>
                    <a:pt x="944" y="2145"/>
                    <a:pt x="1180" y="2121"/>
                  </a:cubicBezTo>
                  <a:cubicBezTo>
                    <a:pt x="1296" y="2109"/>
                    <a:pt x="1408" y="2085"/>
                    <a:pt x="1516" y="2049"/>
                  </a:cubicBezTo>
                  <a:cubicBezTo>
                    <a:pt x="1592" y="2021"/>
                    <a:pt x="1668" y="1981"/>
                    <a:pt x="1740" y="1937"/>
                  </a:cubicBezTo>
                  <a:cubicBezTo>
                    <a:pt x="1940" y="1817"/>
                    <a:pt x="2132" y="1689"/>
                    <a:pt x="2316" y="1545"/>
                  </a:cubicBezTo>
                  <a:cubicBezTo>
                    <a:pt x="2456" y="1437"/>
                    <a:pt x="2600" y="1317"/>
                    <a:pt x="2676" y="1157"/>
                  </a:cubicBezTo>
                  <a:cubicBezTo>
                    <a:pt x="2760" y="977"/>
                    <a:pt x="2768" y="777"/>
                    <a:pt x="2700" y="593"/>
                  </a:cubicBezTo>
                  <a:cubicBezTo>
                    <a:pt x="2632" y="409"/>
                    <a:pt x="2516" y="249"/>
                    <a:pt x="2364" y="129"/>
                  </a:cubicBezTo>
                  <a:cubicBezTo>
                    <a:pt x="2285" y="60"/>
                    <a:pt x="2185" y="0"/>
                    <a:pt x="20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89"/>
            <p:cNvSpPr/>
            <p:nvPr/>
          </p:nvSpPr>
          <p:spPr>
            <a:xfrm flipH="1">
              <a:off x="611313" y="848844"/>
              <a:ext cx="1068530" cy="804120"/>
            </a:xfrm>
            <a:custGeom>
              <a:avLst/>
              <a:gdLst/>
              <a:ahLst/>
              <a:cxnLst/>
              <a:rect l="l" t="t" r="r" b="b"/>
              <a:pathLst>
                <a:path w="9222" h="6940" extrusionOk="0">
                  <a:moveTo>
                    <a:pt x="4581" y="77"/>
                  </a:moveTo>
                  <a:cubicBezTo>
                    <a:pt x="4622" y="77"/>
                    <a:pt x="4664" y="79"/>
                    <a:pt x="4705" y="83"/>
                  </a:cubicBezTo>
                  <a:cubicBezTo>
                    <a:pt x="4865" y="99"/>
                    <a:pt x="5021" y="143"/>
                    <a:pt x="5165" y="215"/>
                  </a:cubicBezTo>
                  <a:cubicBezTo>
                    <a:pt x="5449" y="359"/>
                    <a:pt x="5685" y="575"/>
                    <a:pt x="5861" y="835"/>
                  </a:cubicBezTo>
                  <a:cubicBezTo>
                    <a:pt x="5949" y="955"/>
                    <a:pt x="6017" y="1087"/>
                    <a:pt x="6069" y="1223"/>
                  </a:cubicBezTo>
                  <a:cubicBezTo>
                    <a:pt x="6113" y="1355"/>
                    <a:pt x="6137" y="1491"/>
                    <a:pt x="6141" y="1627"/>
                  </a:cubicBezTo>
                  <a:cubicBezTo>
                    <a:pt x="6145" y="1759"/>
                    <a:pt x="6133" y="1887"/>
                    <a:pt x="6101" y="2015"/>
                  </a:cubicBezTo>
                  <a:cubicBezTo>
                    <a:pt x="6073" y="2135"/>
                    <a:pt x="6033" y="2255"/>
                    <a:pt x="5981" y="2367"/>
                  </a:cubicBezTo>
                  <a:cubicBezTo>
                    <a:pt x="5937" y="2471"/>
                    <a:pt x="5881" y="2575"/>
                    <a:pt x="5821" y="2671"/>
                  </a:cubicBezTo>
                  <a:cubicBezTo>
                    <a:pt x="5765" y="2767"/>
                    <a:pt x="5705" y="2855"/>
                    <a:pt x="5645" y="2935"/>
                  </a:cubicBezTo>
                  <a:cubicBezTo>
                    <a:pt x="5585" y="3011"/>
                    <a:pt x="5533" y="3083"/>
                    <a:pt x="5477" y="3147"/>
                  </a:cubicBezTo>
                  <a:cubicBezTo>
                    <a:pt x="5414" y="3193"/>
                    <a:pt x="5332" y="3233"/>
                    <a:pt x="5246" y="3233"/>
                  </a:cubicBezTo>
                  <a:cubicBezTo>
                    <a:pt x="5218" y="3233"/>
                    <a:pt x="5190" y="3229"/>
                    <a:pt x="5161" y="3219"/>
                  </a:cubicBezTo>
                  <a:cubicBezTo>
                    <a:pt x="5185" y="3163"/>
                    <a:pt x="5201" y="3107"/>
                    <a:pt x="5209" y="3047"/>
                  </a:cubicBezTo>
                  <a:cubicBezTo>
                    <a:pt x="5221" y="2987"/>
                    <a:pt x="5225" y="2927"/>
                    <a:pt x="5229" y="2867"/>
                  </a:cubicBezTo>
                  <a:cubicBezTo>
                    <a:pt x="5233" y="2803"/>
                    <a:pt x="5237" y="2735"/>
                    <a:pt x="5237" y="2667"/>
                  </a:cubicBezTo>
                  <a:cubicBezTo>
                    <a:pt x="5237" y="2599"/>
                    <a:pt x="5237" y="2523"/>
                    <a:pt x="5229" y="2451"/>
                  </a:cubicBezTo>
                  <a:cubicBezTo>
                    <a:pt x="5221" y="2379"/>
                    <a:pt x="5217" y="2299"/>
                    <a:pt x="5205" y="2227"/>
                  </a:cubicBezTo>
                  <a:cubicBezTo>
                    <a:pt x="5185" y="2083"/>
                    <a:pt x="5153" y="1939"/>
                    <a:pt x="5113" y="1799"/>
                  </a:cubicBezTo>
                  <a:cubicBezTo>
                    <a:pt x="5097" y="1731"/>
                    <a:pt x="5073" y="1667"/>
                    <a:pt x="5053" y="1607"/>
                  </a:cubicBezTo>
                  <a:cubicBezTo>
                    <a:pt x="5029" y="1547"/>
                    <a:pt x="5005" y="1491"/>
                    <a:pt x="4985" y="1439"/>
                  </a:cubicBezTo>
                  <a:cubicBezTo>
                    <a:pt x="4969" y="1391"/>
                    <a:pt x="4945" y="1343"/>
                    <a:pt x="4917" y="1303"/>
                  </a:cubicBezTo>
                  <a:cubicBezTo>
                    <a:pt x="4897" y="1267"/>
                    <a:pt x="4869" y="1235"/>
                    <a:pt x="4837" y="1211"/>
                  </a:cubicBezTo>
                  <a:cubicBezTo>
                    <a:pt x="4817" y="1195"/>
                    <a:pt x="4793" y="1187"/>
                    <a:pt x="4765" y="1183"/>
                  </a:cubicBezTo>
                  <a:lnTo>
                    <a:pt x="4741" y="1183"/>
                  </a:lnTo>
                  <a:cubicBezTo>
                    <a:pt x="4773" y="1187"/>
                    <a:pt x="4805" y="1199"/>
                    <a:pt x="4829" y="1223"/>
                  </a:cubicBezTo>
                  <a:cubicBezTo>
                    <a:pt x="4857" y="1251"/>
                    <a:pt x="4881" y="1279"/>
                    <a:pt x="4897" y="1315"/>
                  </a:cubicBezTo>
                  <a:cubicBezTo>
                    <a:pt x="4917" y="1359"/>
                    <a:pt x="4937" y="1407"/>
                    <a:pt x="4953" y="1455"/>
                  </a:cubicBezTo>
                  <a:cubicBezTo>
                    <a:pt x="5041" y="1707"/>
                    <a:pt x="5105" y="1971"/>
                    <a:pt x="5141" y="2239"/>
                  </a:cubicBezTo>
                  <a:cubicBezTo>
                    <a:pt x="5153" y="2311"/>
                    <a:pt x="5161" y="2387"/>
                    <a:pt x="5169" y="2459"/>
                  </a:cubicBezTo>
                  <a:cubicBezTo>
                    <a:pt x="5173" y="2531"/>
                    <a:pt x="5177" y="2599"/>
                    <a:pt x="5181" y="2671"/>
                  </a:cubicBezTo>
                  <a:cubicBezTo>
                    <a:pt x="5189" y="2795"/>
                    <a:pt x="5185" y="2919"/>
                    <a:pt x="5177" y="3047"/>
                  </a:cubicBezTo>
                  <a:cubicBezTo>
                    <a:pt x="5169" y="3103"/>
                    <a:pt x="5157" y="3159"/>
                    <a:pt x="5141" y="3211"/>
                  </a:cubicBezTo>
                  <a:cubicBezTo>
                    <a:pt x="5075" y="3159"/>
                    <a:pt x="4900" y="2926"/>
                    <a:pt x="4793" y="2926"/>
                  </a:cubicBezTo>
                  <a:cubicBezTo>
                    <a:pt x="4776" y="2926"/>
                    <a:pt x="4762" y="2931"/>
                    <a:pt x="4749" y="2943"/>
                  </a:cubicBezTo>
                  <a:cubicBezTo>
                    <a:pt x="4645" y="3043"/>
                    <a:pt x="4869" y="3287"/>
                    <a:pt x="4769" y="3355"/>
                  </a:cubicBezTo>
                  <a:cubicBezTo>
                    <a:pt x="4718" y="3388"/>
                    <a:pt x="4579" y="3421"/>
                    <a:pt x="4420" y="3421"/>
                  </a:cubicBezTo>
                  <a:cubicBezTo>
                    <a:pt x="4403" y="3421"/>
                    <a:pt x="4386" y="3420"/>
                    <a:pt x="4369" y="3419"/>
                  </a:cubicBezTo>
                  <a:cubicBezTo>
                    <a:pt x="4333" y="3387"/>
                    <a:pt x="4301" y="3351"/>
                    <a:pt x="4269" y="3315"/>
                  </a:cubicBezTo>
                  <a:cubicBezTo>
                    <a:pt x="4221" y="3263"/>
                    <a:pt x="4181" y="3207"/>
                    <a:pt x="4141" y="3151"/>
                  </a:cubicBezTo>
                  <a:cubicBezTo>
                    <a:pt x="4101" y="3091"/>
                    <a:pt x="4061" y="3031"/>
                    <a:pt x="4025" y="2967"/>
                  </a:cubicBezTo>
                  <a:cubicBezTo>
                    <a:pt x="3953" y="2839"/>
                    <a:pt x="3889" y="2711"/>
                    <a:pt x="3829" y="2587"/>
                  </a:cubicBezTo>
                  <a:cubicBezTo>
                    <a:pt x="3769" y="2463"/>
                    <a:pt x="3709" y="2347"/>
                    <a:pt x="3661" y="2247"/>
                  </a:cubicBezTo>
                  <a:cubicBezTo>
                    <a:pt x="3613" y="2151"/>
                    <a:pt x="3569" y="2067"/>
                    <a:pt x="3541" y="2011"/>
                  </a:cubicBezTo>
                  <a:lnTo>
                    <a:pt x="3489" y="1923"/>
                  </a:lnTo>
                  <a:lnTo>
                    <a:pt x="3525" y="2015"/>
                  </a:lnTo>
                  <a:cubicBezTo>
                    <a:pt x="3549" y="2075"/>
                    <a:pt x="3585" y="2163"/>
                    <a:pt x="3625" y="2263"/>
                  </a:cubicBezTo>
                  <a:cubicBezTo>
                    <a:pt x="3725" y="2515"/>
                    <a:pt x="3841" y="2759"/>
                    <a:pt x="3969" y="2999"/>
                  </a:cubicBezTo>
                  <a:cubicBezTo>
                    <a:pt x="4005" y="3063"/>
                    <a:pt x="4045" y="3123"/>
                    <a:pt x="4089" y="3183"/>
                  </a:cubicBezTo>
                  <a:cubicBezTo>
                    <a:pt x="4129" y="3243"/>
                    <a:pt x="4173" y="3299"/>
                    <a:pt x="4221" y="3351"/>
                  </a:cubicBezTo>
                  <a:cubicBezTo>
                    <a:pt x="4241" y="3375"/>
                    <a:pt x="4261" y="3395"/>
                    <a:pt x="4281" y="3411"/>
                  </a:cubicBezTo>
                  <a:cubicBezTo>
                    <a:pt x="4253" y="3411"/>
                    <a:pt x="4221" y="3403"/>
                    <a:pt x="4193" y="3399"/>
                  </a:cubicBezTo>
                  <a:cubicBezTo>
                    <a:pt x="4165" y="3383"/>
                    <a:pt x="4141" y="3363"/>
                    <a:pt x="4117" y="3347"/>
                  </a:cubicBezTo>
                  <a:cubicBezTo>
                    <a:pt x="3729" y="3063"/>
                    <a:pt x="3421" y="2683"/>
                    <a:pt x="3221" y="2247"/>
                  </a:cubicBezTo>
                  <a:cubicBezTo>
                    <a:pt x="3165" y="2119"/>
                    <a:pt x="3121" y="1987"/>
                    <a:pt x="3089" y="1851"/>
                  </a:cubicBezTo>
                  <a:cubicBezTo>
                    <a:pt x="3057" y="1715"/>
                    <a:pt x="3049" y="1571"/>
                    <a:pt x="3061" y="1431"/>
                  </a:cubicBezTo>
                  <a:cubicBezTo>
                    <a:pt x="3077" y="1283"/>
                    <a:pt x="3117" y="1143"/>
                    <a:pt x="3185" y="1011"/>
                  </a:cubicBezTo>
                  <a:cubicBezTo>
                    <a:pt x="3253" y="875"/>
                    <a:pt x="3341" y="743"/>
                    <a:pt x="3441" y="631"/>
                  </a:cubicBezTo>
                  <a:cubicBezTo>
                    <a:pt x="3545" y="511"/>
                    <a:pt x="3665" y="407"/>
                    <a:pt x="3797" y="323"/>
                  </a:cubicBezTo>
                  <a:cubicBezTo>
                    <a:pt x="3929" y="231"/>
                    <a:pt x="4073" y="167"/>
                    <a:pt x="4229" y="123"/>
                  </a:cubicBezTo>
                  <a:cubicBezTo>
                    <a:pt x="4342" y="94"/>
                    <a:pt x="4461" y="77"/>
                    <a:pt x="4581" y="77"/>
                  </a:cubicBezTo>
                  <a:close/>
                  <a:moveTo>
                    <a:pt x="8142" y="1813"/>
                  </a:moveTo>
                  <a:cubicBezTo>
                    <a:pt x="8348" y="1813"/>
                    <a:pt x="8555" y="1869"/>
                    <a:pt x="8737" y="1975"/>
                  </a:cubicBezTo>
                  <a:cubicBezTo>
                    <a:pt x="8865" y="2051"/>
                    <a:pt x="8973" y="2163"/>
                    <a:pt x="9045" y="2295"/>
                  </a:cubicBezTo>
                  <a:cubicBezTo>
                    <a:pt x="9113" y="2431"/>
                    <a:pt x="9137" y="2583"/>
                    <a:pt x="9113" y="2735"/>
                  </a:cubicBezTo>
                  <a:cubicBezTo>
                    <a:pt x="9085" y="2883"/>
                    <a:pt x="9033" y="3023"/>
                    <a:pt x="8953" y="3151"/>
                  </a:cubicBezTo>
                  <a:cubicBezTo>
                    <a:pt x="8945" y="3171"/>
                    <a:pt x="8933" y="3187"/>
                    <a:pt x="8921" y="3203"/>
                  </a:cubicBezTo>
                  <a:lnTo>
                    <a:pt x="8917" y="3215"/>
                  </a:lnTo>
                  <a:lnTo>
                    <a:pt x="8917" y="3219"/>
                  </a:lnTo>
                  <a:lnTo>
                    <a:pt x="8913" y="3223"/>
                  </a:lnTo>
                  <a:lnTo>
                    <a:pt x="8897" y="3247"/>
                  </a:lnTo>
                  <a:cubicBezTo>
                    <a:pt x="8873" y="3279"/>
                    <a:pt x="8853" y="3315"/>
                    <a:pt x="8829" y="3343"/>
                  </a:cubicBezTo>
                  <a:cubicBezTo>
                    <a:pt x="8785" y="3403"/>
                    <a:pt x="8737" y="3459"/>
                    <a:pt x="8685" y="3511"/>
                  </a:cubicBezTo>
                  <a:cubicBezTo>
                    <a:pt x="8477" y="3719"/>
                    <a:pt x="8233" y="3887"/>
                    <a:pt x="7961" y="3999"/>
                  </a:cubicBezTo>
                  <a:cubicBezTo>
                    <a:pt x="7829" y="4055"/>
                    <a:pt x="7693" y="4099"/>
                    <a:pt x="7557" y="4135"/>
                  </a:cubicBezTo>
                  <a:cubicBezTo>
                    <a:pt x="7425" y="4175"/>
                    <a:pt x="7293" y="4203"/>
                    <a:pt x="7161" y="4227"/>
                  </a:cubicBezTo>
                  <a:cubicBezTo>
                    <a:pt x="6917" y="4275"/>
                    <a:pt x="6665" y="4299"/>
                    <a:pt x="6417" y="4307"/>
                  </a:cubicBezTo>
                  <a:lnTo>
                    <a:pt x="6249" y="4307"/>
                  </a:lnTo>
                  <a:lnTo>
                    <a:pt x="6209" y="4303"/>
                  </a:lnTo>
                  <a:cubicBezTo>
                    <a:pt x="6197" y="4303"/>
                    <a:pt x="6185" y="4299"/>
                    <a:pt x="6173" y="4299"/>
                  </a:cubicBezTo>
                  <a:cubicBezTo>
                    <a:pt x="6153" y="4291"/>
                    <a:pt x="6129" y="4287"/>
                    <a:pt x="6105" y="4279"/>
                  </a:cubicBezTo>
                  <a:cubicBezTo>
                    <a:pt x="6017" y="4247"/>
                    <a:pt x="5929" y="4203"/>
                    <a:pt x="5849" y="4151"/>
                  </a:cubicBezTo>
                  <a:cubicBezTo>
                    <a:pt x="5753" y="4083"/>
                    <a:pt x="5661" y="4007"/>
                    <a:pt x="5577" y="3927"/>
                  </a:cubicBezTo>
                  <a:cubicBezTo>
                    <a:pt x="5597" y="3879"/>
                    <a:pt x="5641" y="3815"/>
                    <a:pt x="5753" y="3743"/>
                  </a:cubicBezTo>
                  <a:lnTo>
                    <a:pt x="5769" y="3751"/>
                  </a:lnTo>
                  <a:cubicBezTo>
                    <a:pt x="5833" y="3779"/>
                    <a:pt x="5901" y="3803"/>
                    <a:pt x="5969" y="3815"/>
                  </a:cubicBezTo>
                  <a:cubicBezTo>
                    <a:pt x="6053" y="3832"/>
                    <a:pt x="6136" y="3840"/>
                    <a:pt x="6219" y="3840"/>
                  </a:cubicBezTo>
                  <a:cubicBezTo>
                    <a:pt x="6236" y="3840"/>
                    <a:pt x="6253" y="3840"/>
                    <a:pt x="6269" y="3839"/>
                  </a:cubicBezTo>
                  <a:cubicBezTo>
                    <a:pt x="6377" y="3835"/>
                    <a:pt x="6489" y="3823"/>
                    <a:pt x="6605" y="3815"/>
                  </a:cubicBezTo>
                  <a:cubicBezTo>
                    <a:pt x="6661" y="3807"/>
                    <a:pt x="6721" y="3803"/>
                    <a:pt x="6777" y="3795"/>
                  </a:cubicBezTo>
                  <a:cubicBezTo>
                    <a:pt x="6833" y="3787"/>
                    <a:pt x="6889" y="3775"/>
                    <a:pt x="6941" y="3763"/>
                  </a:cubicBezTo>
                  <a:cubicBezTo>
                    <a:pt x="6993" y="3751"/>
                    <a:pt x="7041" y="3739"/>
                    <a:pt x="7093" y="3723"/>
                  </a:cubicBezTo>
                  <a:cubicBezTo>
                    <a:pt x="7137" y="3711"/>
                    <a:pt x="7185" y="3695"/>
                    <a:pt x="7225" y="3675"/>
                  </a:cubicBezTo>
                  <a:cubicBezTo>
                    <a:pt x="7261" y="3663"/>
                    <a:pt x="7297" y="3647"/>
                    <a:pt x="7329" y="3627"/>
                  </a:cubicBezTo>
                  <a:cubicBezTo>
                    <a:pt x="7361" y="3611"/>
                    <a:pt x="7389" y="3595"/>
                    <a:pt x="7409" y="3579"/>
                  </a:cubicBezTo>
                  <a:cubicBezTo>
                    <a:pt x="7429" y="3567"/>
                    <a:pt x="7445" y="3551"/>
                    <a:pt x="7457" y="3543"/>
                  </a:cubicBezTo>
                  <a:lnTo>
                    <a:pt x="7477" y="3531"/>
                  </a:lnTo>
                  <a:lnTo>
                    <a:pt x="7477" y="3531"/>
                  </a:lnTo>
                  <a:cubicBezTo>
                    <a:pt x="7477" y="3531"/>
                    <a:pt x="7449" y="3547"/>
                    <a:pt x="7405" y="3567"/>
                  </a:cubicBezTo>
                  <a:cubicBezTo>
                    <a:pt x="7381" y="3579"/>
                    <a:pt x="7353" y="3591"/>
                    <a:pt x="7321" y="3607"/>
                  </a:cubicBezTo>
                  <a:cubicBezTo>
                    <a:pt x="7289" y="3619"/>
                    <a:pt x="7253" y="3631"/>
                    <a:pt x="7213" y="3643"/>
                  </a:cubicBezTo>
                  <a:cubicBezTo>
                    <a:pt x="7121" y="3675"/>
                    <a:pt x="7025" y="3695"/>
                    <a:pt x="6933" y="3711"/>
                  </a:cubicBezTo>
                  <a:cubicBezTo>
                    <a:pt x="6825" y="3727"/>
                    <a:pt x="6713" y="3743"/>
                    <a:pt x="6601" y="3751"/>
                  </a:cubicBezTo>
                  <a:cubicBezTo>
                    <a:pt x="6428" y="3770"/>
                    <a:pt x="6254" y="3790"/>
                    <a:pt x="6107" y="3790"/>
                  </a:cubicBezTo>
                  <a:cubicBezTo>
                    <a:pt x="6061" y="3790"/>
                    <a:pt x="6017" y="3788"/>
                    <a:pt x="5977" y="3783"/>
                  </a:cubicBezTo>
                  <a:cubicBezTo>
                    <a:pt x="5909" y="3775"/>
                    <a:pt x="5841" y="3759"/>
                    <a:pt x="5777" y="3739"/>
                  </a:cubicBezTo>
                  <a:lnTo>
                    <a:pt x="5769" y="3739"/>
                  </a:lnTo>
                  <a:cubicBezTo>
                    <a:pt x="5793" y="3723"/>
                    <a:pt x="5821" y="3707"/>
                    <a:pt x="5853" y="3691"/>
                  </a:cubicBezTo>
                  <a:cubicBezTo>
                    <a:pt x="6049" y="3603"/>
                    <a:pt x="6173" y="3407"/>
                    <a:pt x="6149" y="3319"/>
                  </a:cubicBezTo>
                  <a:cubicBezTo>
                    <a:pt x="6197" y="3303"/>
                    <a:pt x="6245" y="3283"/>
                    <a:pt x="6293" y="3263"/>
                  </a:cubicBezTo>
                  <a:cubicBezTo>
                    <a:pt x="6357" y="3235"/>
                    <a:pt x="6421" y="3207"/>
                    <a:pt x="6485" y="3175"/>
                  </a:cubicBezTo>
                  <a:cubicBezTo>
                    <a:pt x="6609" y="3115"/>
                    <a:pt x="6733" y="3047"/>
                    <a:pt x="6845" y="2979"/>
                  </a:cubicBezTo>
                  <a:cubicBezTo>
                    <a:pt x="6901" y="2947"/>
                    <a:pt x="6957" y="2911"/>
                    <a:pt x="7005" y="2879"/>
                  </a:cubicBezTo>
                  <a:cubicBezTo>
                    <a:pt x="7053" y="2847"/>
                    <a:pt x="7101" y="2815"/>
                    <a:pt x="7145" y="2783"/>
                  </a:cubicBezTo>
                  <a:cubicBezTo>
                    <a:pt x="7225" y="2719"/>
                    <a:pt x="7293" y="2663"/>
                    <a:pt x="7345" y="2627"/>
                  </a:cubicBezTo>
                  <a:lnTo>
                    <a:pt x="7417" y="2567"/>
                  </a:lnTo>
                  <a:lnTo>
                    <a:pt x="7417" y="2567"/>
                  </a:lnTo>
                  <a:lnTo>
                    <a:pt x="7337" y="2615"/>
                  </a:lnTo>
                  <a:cubicBezTo>
                    <a:pt x="7285" y="2651"/>
                    <a:pt x="7213" y="2695"/>
                    <a:pt x="7125" y="2755"/>
                  </a:cubicBezTo>
                  <a:cubicBezTo>
                    <a:pt x="7081" y="2779"/>
                    <a:pt x="7033" y="2811"/>
                    <a:pt x="6981" y="2843"/>
                  </a:cubicBezTo>
                  <a:lnTo>
                    <a:pt x="6821" y="2935"/>
                  </a:lnTo>
                  <a:cubicBezTo>
                    <a:pt x="6761" y="2967"/>
                    <a:pt x="6705" y="2999"/>
                    <a:pt x="6645" y="3027"/>
                  </a:cubicBezTo>
                  <a:cubicBezTo>
                    <a:pt x="6581" y="3059"/>
                    <a:pt x="6521" y="3091"/>
                    <a:pt x="6457" y="3119"/>
                  </a:cubicBezTo>
                  <a:cubicBezTo>
                    <a:pt x="6397" y="3151"/>
                    <a:pt x="6333" y="3179"/>
                    <a:pt x="6273" y="3207"/>
                  </a:cubicBezTo>
                  <a:cubicBezTo>
                    <a:pt x="6209" y="3235"/>
                    <a:pt x="6157" y="3259"/>
                    <a:pt x="6101" y="3279"/>
                  </a:cubicBezTo>
                  <a:cubicBezTo>
                    <a:pt x="6095" y="3279"/>
                    <a:pt x="6088" y="3279"/>
                    <a:pt x="6081" y="3279"/>
                  </a:cubicBezTo>
                  <a:cubicBezTo>
                    <a:pt x="6035" y="3279"/>
                    <a:pt x="5987" y="3290"/>
                    <a:pt x="5945" y="3311"/>
                  </a:cubicBezTo>
                  <a:cubicBezTo>
                    <a:pt x="5872" y="3345"/>
                    <a:pt x="5805" y="3354"/>
                    <a:pt x="5745" y="3354"/>
                  </a:cubicBezTo>
                  <a:cubicBezTo>
                    <a:pt x="5684" y="3354"/>
                    <a:pt x="5630" y="3345"/>
                    <a:pt x="5586" y="3345"/>
                  </a:cubicBezTo>
                  <a:cubicBezTo>
                    <a:pt x="5556" y="3345"/>
                    <a:pt x="5530" y="3349"/>
                    <a:pt x="5509" y="3363"/>
                  </a:cubicBezTo>
                  <a:cubicBezTo>
                    <a:pt x="5501" y="3369"/>
                    <a:pt x="5497" y="3372"/>
                    <a:pt x="5494" y="3372"/>
                  </a:cubicBezTo>
                  <a:cubicBezTo>
                    <a:pt x="5486" y="3372"/>
                    <a:pt x="5510" y="3336"/>
                    <a:pt x="5541" y="3295"/>
                  </a:cubicBezTo>
                  <a:lnTo>
                    <a:pt x="5561" y="3279"/>
                  </a:lnTo>
                  <a:lnTo>
                    <a:pt x="5973" y="2999"/>
                  </a:lnTo>
                  <a:cubicBezTo>
                    <a:pt x="6129" y="2891"/>
                    <a:pt x="6309" y="2767"/>
                    <a:pt x="6505" y="2635"/>
                  </a:cubicBezTo>
                  <a:cubicBezTo>
                    <a:pt x="6701" y="2507"/>
                    <a:pt x="6913" y="2363"/>
                    <a:pt x="7141" y="2219"/>
                  </a:cubicBezTo>
                  <a:cubicBezTo>
                    <a:pt x="7257" y="2147"/>
                    <a:pt x="7373" y="2075"/>
                    <a:pt x="7493" y="2007"/>
                  </a:cubicBezTo>
                  <a:cubicBezTo>
                    <a:pt x="7613" y="1935"/>
                    <a:pt x="7745" y="1879"/>
                    <a:pt x="7881" y="1843"/>
                  </a:cubicBezTo>
                  <a:cubicBezTo>
                    <a:pt x="7967" y="1823"/>
                    <a:pt x="8055" y="1813"/>
                    <a:pt x="8142" y="1813"/>
                  </a:cubicBezTo>
                  <a:close/>
                  <a:moveTo>
                    <a:pt x="4489" y="3919"/>
                  </a:moveTo>
                  <a:cubicBezTo>
                    <a:pt x="4504" y="3927"/>
                    <a:pt x="4515" y="3938"/>
                    <a:pt x="4520" y="3952"/>
                  </a:cubicBezTo>
                  <a:lnTo>
                    <a:pt x="4520" y="3952"/>
                  </a:lnTo>
                  <a:lnTo>
                    <a:pt x="4485" y="3983"/>
                  </a:lnTo>
                  <a:cubicBezTo>
                    <a:pt x="4349" y="4091"/>
                    <a:pt x="4209" y="4187"/>
                    <a:pt x="4061" y="4275"/>
                  </a:cubicBezTo>
                  <a:cubicBezTo>
                    <a:pt x="3873" y="4391"/>
                    <a:pt x="3673" y="4483"/>
                    <a:pt x="3465" y="4559"/>
                  </a:cubicBezTo>
                  <a:lnTo>
                    <a:pt x="3289" y="4619"/>
                  </a:lnTo>
                  <a:cubicBezTo>
                    <a:pt x="3253" y="4631"/>
                    <a:pt x="3213" y="4643"/>
                    <a:pt x="3177" y="4651"/>
                  </a:cubicBezTo>
                  <a:cubicBezTo>
                    <a:pt x="3225" y="4631"/>
                    <a:pt x="3277" y="4611"/>
                    <a:pt x="3325" y="4595"/>
                  </a:cubicBezTo>
                  <a:cubicBezTo>
                    <a:pt x="3533" y="4507"/>
                    <a:pt x="3733" y="4411"/>
                    <a:pt x="3925" y="4303"/>
                  </a:cubicBezTo>
                  <a:cubicBezTo>
                    <a:pt x="4077" y="4219"/>
                    <a:pt x="4221" y="4127"/>
                    <a:pt x="4361" y="4027"/>
                  </a:cubicBezTo>
                  <a:cubicBezTo>
                    <a:pt x="4409" y="3991"/>
                    <a:pt x="4453" y="3955"/>
                    <a:pt x="4489" y="3919"/>
                  </a:cubicBezTo>
                  <a:close/>
                  <a:moveTo>
                    <a:pt x="1900" y="3109"/>
                  </a:moveTo>
                  <a:cubicBezTo>
                    <a:pt x="2057" y="3109"/>
                    <a:pt x="2212" y="3122"/>
                    <a:pt x="2361" y="3135"/>
                  </a:cubicBezTo>
                  <a:cubicBezTo>
                    <a:pt x="2613" y="3163"/>
                    <a:pt x="2869" y="3207"/>
                    <a:pt x="3117" y="3263"/>
                  </a:cubicBezTo>
                  <a:cubicBezTo>
                    <a:pt x="3353" y="3311"/>
                    <a:pt x="3565" y="3371"/>
                    <a:pt x="3753" y="3423"/>
                  </a:cubicBezTo>
                  <a:cubicBezTo>
                    <a:pt x="3901" y="3463"/>
                    <a:pt x="4037" y="3503"/>
                    <a:pt x="4153" y="3539"/>
                  </a:cubicBezTo>
                  <a:cubicBezTo>
                    <a:pt x="4201" y="3619"/>
                    <a:pt x="4229" y="3691"/>
                    <a:pt x="4173" y="3723"/>
                  </a:cubicBezTo>
                  <a:cubicBezTo>
                    <a:pt x="4037" y="3799"/>
                    <a:pt x="3749" y="3755"/>
                    <a:pt x="3773" y="3855"/>
                  </a:cubicBezTo>
                  <a:lnTo>
                    <a:pt x="3633" y="3843"/>
                  </a:lnTo>
                  <a:cubicBezTo>
                    <a:pt x="3509" y="3835"/>
                    <a:pt x="3365" y="3827"/>
                    <a:pt x="3209" y="3819"/>
                  </a:cubicBezTo>
                  <a:lnTo>
                    <a:pt x="2729" y="3795"/>
                  </a:lnTo>
                  <a:cubicBezTo>
                    <a:pt x="2401" y="3779"/>
                    <a:pt x="2073" y="3743"/>
                    <a:pt x="1837" y="3675"/>
                  </a:cubicBezTo>
                  <a:cubicBezTo>
                    <a:pt x="1809" y="3667"/>
                    <a:pt x="1781" y="3659"/>
                    <a:pt x="1753" y="3651"/>
                  </a:cubicBezTo>
                  <a:cubicBezTo>
                    <a:pt x="1729" y="3643"/>
                    <a:pt x="1705" y="3635"/>
                    <a:pt x="1677" y="3623"/>
                  </a:cubicBezTo>
                  <a:cubicBezTo>
                    <a:pt x="1629" y="3607"/>
                    <a:pt x="1593" y="3591"/>
                    <a:pt x="1557" y="3575"/>
                  </a:cubicBezTo>
                  <a:cubicBezTo>
                    <a:pt x="1525" y="3559"/>
                    <a:pt x="1501" y="3547"/>
                    <a:pt x="1485" y="3539"/>
                  </a:cubicBezTo>
                  <a:lnTo>
                    <a:pt x="1457" y="3527"/>
                  </a:lnTo>
                  <a:lnTo>
                    <a:pt x="1481" y="3543"/>
                  </a:lnTo>
                  <a:cubicBezTo>
                    <a:pt x="1497" y="3551"/>
                    <a:pt x="1521" y="3567"/>
                    <a:pt x="1553" y="3587"/>
                  </a:cubicBezTo>
                  <a:cubicBezTo>
                    <a:pt x="1585" y="3603"/>
                    <a:pt x="1621" y="3623"/>
                    <a:pt x="1669" y="3647"/>
                  </a:cubicBezTo>
                  <a:cubicBezTo>
                    <a:pt x="1721" y="3671"/>
                    <a:pt x="1773" y="3691"/>
                    <a:pt x="1825" y="3711"/>
                  </a:cubicBezTo>
                  <a:cubicBezTo>
                    <a:pt x="1885" y="3731"/>
                    <a:pt x="1949" y="3751"/>
                    <a:pt x="2021" y="3767"/>
                  </a:cubicBezTo>
                  <a:cubicBezTo>
                    <a:pt x="2089" y="3783"/>
                    <a:pt x="2161" y="3799"/>
                    <a:pt x="2241" y="3811"/>
                  </a:cubicBezTo>
                  <a:cubicBezTo>
                    <a:pt x="2401" y="3835"/>
                    <a:pt x="2561" y="3851"/>
                    <a:pt x="2725" y="3855"/>
                  </a:cubicBezTo>
                  <a:cubicBezTo>
                    <a:pt x="2889" y="3863"/>
                    <a:pt x="3053" y="3871"/>
                    <a:pt x="3209" y="3871"/>
                  </a:cubicBezTo>
                  <a:cubicBezTo>
                    <a:pt x="3361" y="3875"/>
                    <a:pt x="3509" y="3875"/>
                    <a:pt x="3629" y="3879"/>
                  </a:cubicBezTo>
                  <a:lnTo>
                    <a:pt x="3785" y="3879"/>
                  </a:lnTo>
                  <a:cubicBezTo>
                    <a:pt x="3785" y="3883"/>
                    <a:pt x="3789" y="3887"/>
                    <a:pt x="3793" y="3891"/>
                  </a:cubicBezTo>
                  <a:cubicBezTo>
                    <a:pt x="3849" y="3955"/>
                    <a:pt x="3925" y="3999"/>
                    <a:pt x="4013" y="4015"/>
                  </a:cubicBezTo>
                  <a:cubicBezTo>
                    <a:pt x="3953" y="4051"/>
                    <a:pt x="3885" y="4079"/>
                    <a:pt x="3821" y="4099"/>
                  </a:cubicBezTo>
                  <a:cubicBezTo>
                    <a:pt x="3725" y="4131"/>
                    <a:pt x="3629" y="4155"/>
                    <a:pt x="3529" y="4167"/>
                  </a:cubicBezTo>
                  <a:cubicBezTo>
                    <a:pt x="3417" y="4183"/>
                    <a:pt x="3301" y="4195"/>
                    <a:pt x="3181" y="4207"/>
                  </a:cubicBezTo>
                  <a:cubicBezTo>
                    <a:pt x="3065" y="4223"/>
                    <a:pt x="2949" y="4235"/>
                    <a:pt x="2837" y="4243"/>
                  </a:cubicBezTo>
                  <a:cubicBezTo>
                    <a:pt x="2725" y="4255"/>
                    <a:pt x="2625" y="4259"/>
                    <a:pt x="2537" y="4259"/>
                  </a:cubicBezTo>
                  <a:cubicBezTo>
                    <a:pt x="2449" y="4259"/>
                    <a:pt x="2373" y="4259"/>
                    <a:pt x="2321" y="4251"/>
                  </a:cubicBezTo>
                  <a:lnTo>
                    <a:pt x="2241" y="4243"/>
                  </a:lnTo>
                  <a:lnTo>
                    <a:pt x="2241" y="4243"/>
                  </a:lnTo>
                  <a:lnTo>
                    <a:pt x="2261" y="4247"/>
                  </a:lnTo>
                  <a:cubicBezTo>
                    <a:pt x="2277" y="4251"/>
                    <a:pt x="2297" y="4259"/>
                    <a:pt x="2321" y="4263"/>
                  </a:cubicBezTo>
                  <a:cubicBezTo>
                    <a:pt x="2393" y="4279"/>
                    <a:pt x="2465" y="4287"/>
                    <a:pt x="2537" y="4295"/>
                  </a:cubicBezTo>
                  <a:cubicBezTo>
                    <a:pt x="2596" y="4300"/>
                    <a:pt x="2656" y="4302"/>
                    <a:pt x="2715" y="4302"/>
                  </a:cubicBezTo>
                  <a:cubicBezTo>
                    <a:pt x="2757" y="4302"/>
                    <a:pt x="2800" y="4301"/>
                    <a:pt x="2841" y="4299"/>
                  </a:cubicBezTo>
                  <a:cubicBezTo>
                    <a:pt x="2953" y="4295"/>
                    <a:pt x="3073" y="4283"/>
                    <a:pt x="3193" y="4271"/>
                  </a:cubicBezTo>
                  <a:cubicBezTo>
                    <a:pt x="3313" y="4259"/>
                    <a:pt x="3429" y="4243"/>
                    <a:pt x="3541" y="4223"/>
                  </a:cubicBezTo>
                  <a:cubicBezTo>
                    <a:pt x="3645" y="4203"/>
                    <a:pt x="3741" y="4171"/>
                    <a:pt x="3837" y="4131"/>
                  </a:cubicBezTo>
                  <a:cubicBezTo>
                    <a:pt x="3905" y="4103"/>
                    <a:pt x="3969" y="4067"/>
                    <a:pt x="4025" y="4023"/>
                  </a:cubicBezTo>
                  <a:lnTo>
                    <a:pt x="4033" y="4019"/>
                  </a:lnTo>
                  <a:cubicBezTo>
                    <a:pt x="4072" y="4027"/>
                    <a:pt x="4109" y="4032"/>
                    <a:pt x="4146" y="4032"/>
                  </a:cubicBezTo>
                  <a:cubicBezTo>
                    <a:pt x="4167" y="4032"/>
                    <a:pt x="4188" y="4030"/>
                    <a:pt x="4209" y="4027"/>
                  </a:cubicBezTo>
                  <a:lnTo>
                    <a:pt x="4209" y="4027"/>
                  </a:lnTo>
                  <a:cubicBezTo>
                    <a:pt x="4113" y="4079"/>
                    <a:pt x="4001" y="4135"/>
                    <a:pt x="3877" y="4191"/>
                  </a:cubicBezTo>
                  <a:cubicBezTo>
                    <a:pt x="3701" y="4271"/>
                    <a:pt x="3497" y="4355"/>
                    <a:pt x="3269" y="4431"/>
                  </a:cubicBezTo>
                  <a:cubicBezTo>
                    <a:pt x="3029" y="4519"/>
                    <a:pt x="2781" y="4591"/>
                    <a:pt x="2533" y="4651"/>
                  </a:cubicBezTo>
                  <a:cubicBezTo>
                    <a:pt x="2257" y="4715"/>
                    <a:pt x="1977" y="4759"/>
                    <a:pt x="1693" y="4779"/>
                  </a:cubicBezTo>
                  <a:cubicBezTo>
                    <a:pt x="1653" y="4782"/>
                    <a:pt x="1614" y="4783"/>
                    <a:pt x="1574" y="4783"/>
                  </a:cubicBezTo>
                  <a:cubicBezTo>
                    <a:pt x="1466" y="4783"/>
                    <a:pt x="1357" y="4775"/>
                    <a:pt x="1249" y="4763"/>
                  </a:cubicBezTo>
                  <a:cubicBezTo>
                    <a:pt x="1101" y="4747"/>
                    <a:pt x="961" y="4707"/>
                    <a:pt x="825" y="4647"/>
                  </a:cubicBezTo>
                  <a:cubicBezTo>
                    <a:pt x="809" y="4639"/>
                    <a:pt x="793" y="4635"/>
                    <a:pt x="773" y="4627"/>
                  </a:cubicBezTo>
                  <a:lnTo>
                    <a:pt x="725" y="4595"/>
                  </a:lnTo>
                  <a:lnTo>
                    <a:pt x="673" y="4567"/>
                  </a:lnTo>
                  <a:lnTo>
                    <a:pt x="629" y="4535"/>
                  </a:lnTo>
                  <a:cubicBezTo>
                    <a:pt x="597" y="4515"/>
                    <a:pt x="565" y="4491"/>
                    <a:pt x="533" y="4467"/>
                  </a:cubicBezTo>
                  <a:cubicBezTo>
                    <a:pt x="501" y="4447"/>
                    <a:pt x="469" y="4423"/>
                    <a:pt x="441" y="4399"/>
                  </a:cubicBezTo>
                  <a:cubicBezTo>
                    <a:pt x="317" y="4303"/>
                    <a:pt x="197" y="4195"/>
                    <a:pt x="137" y="4063"/>
                  </a:cubicBezTo>
                  <a:cubicBezTo>
                    <a:pt x="101" y="4003"/>
                    <a:pt x="93" y="3931"/>
                    <a:pt x="109" y="3867"/>
                  </a:cubicBezTo>
                  <a:lnTo>
                    <a:pt x="109" y="3863"/>
                  </a:lnTo>
                  <a:cubicBezTo>
                    <a:pt x="137" y="3795"/>
                    <a:pt x="177" y="3735"/>
                    <a:pt x="233" y="3687"/>
                  </a:cubicBezTo>
                  <a:cubicBezTo>
                    <a:pt x="357" y="3583"/>
                    <a:pt x="489" y="3503"/>
                    <a:pt x="633" y="3443"/>
                  </a:cubicBezTo>
                  <a:cubicBezTo>
                    <a:pt x="777" y="3379"/>
                    <a:pt x="925" y="3319"/>
                    <a:pt x="1073" y="3271"/>
                  </a:cubicBezTo>
                  <a:cubicBezTo>
                    <a:pt x="1217" y="3223"/>
                    <a:pt x="1361" y="3179"/>
                    <a:pt x="1509" y="3143"/>
                  </a:cubicBezTo>
                  <a:cubicBezTo>
                    <a:pt x="1639" y="3118"/>
                    <a:pt x="1770" y="3109"/>
                    <a:pt x="1900" y="3109"/>
                  </a:cubicBezTo>
                  <a:close/>
                  <a:moveTo>
                    <a:pt x="5389" y="3835"/>
                  </a:moveTo>
                  <a:cubicBezTo>
                    <a:pt x="5397" y="3847"/>
                    <a:pt x="5409" y="3863"/>
                    <a:pt x="5421" y="3879"/>
                  </a:cubicBezTo>
                  <a:cubicBezTo>
                    <a:pt x="5525" y="4015"/>
                    <a:pt x="5641" y="4139"/>
                    <a:pt x="5773" y="4247"/>
                  </a:cubicBezTo>
                  <a:cubicBezTo>
                    <a:pt x="5857" y="4319"/>
                    <a:pt x="5953" y="4375"/>
                    <a:pt x="6053" y="4415"/>
                  </a:cubicBezTo>
                  <a:cubicBezTo>
                    <a:pt x="6081" y="4427"/>
                    <a:pt x="6109" y="4439"/>
                    <a:pt x="6141" y="4447"/>
                  </a:cubicBezTo>
                  <a:cubicBezTo>
                    <a:pt x="6157" y="4447"/>
                    <a:pt x="6173" y="4455"/>
                    <a:pt x="6189" y="4455"/>
                  </a:cubicBezTo>
                  <a:lnTo>
                    <a:pt x="6237" y="4463"/>
                  </a:lnTo>
                  <a:cubicBezTo>
                    <a:pt x="6293" y="4467"/>
                    <a:pt x="6353" y="4471"/>
                    <a:pt x="6413" y="4475"/>
                  </a:cubicBezTo>
                  <a:cubicBezTo>
                    <a:pt x="6457" y="4477"/>
                    <a:pt x="6500" y="4477"/>
                    <a:pt x="6543" y="4477"/>
                  </a:cubicBezTo>
                  <a:cubicBezTo>
                    <a:pt x="6763" y="4477"/>
                    <a:pt x="6979" y="4460"/>
                    <a:pt x="7193" y="4423"/>
                  </a:cubicBezTo>
                  <a:cubicBezTo>
                    <a:pt x="7281" y="4411"/>
                    <a:pt x="7369" y="4391"/>
                    <a:pt x="7457" y="4371"/>
                  </a:cubicBezTo>
                  <a:cubicBezTo>
                    <a:pt x="7501" y="4379"/>
                    <a:pt x="7549" y="4391"/>
                    <a:pt x="7609" y="4407"/>
                  </a:cubicBezTo>
                  <a:cubicBezTo>
                    <a:pt x="7721" y="4435"/>
                    <a:pt x="7829" y="4479"/>
                    <a:pt x="7933" y="4531"/>
                  </a:cubicBezTo>
                  <a:cubicBezTo>
                    <a:pt x="7989" y="4563"/>
                    <a:pt x="8041" y="4603"/>
                    <a:pt x="8085" y="4651"/>
                  </a:cubicBezTo>
                  <a:cubicBezTo>
                    <a:pt x="8129" y="4703"/>
                    <a:pt x="8157" y="4763"/>
                    <a:pt x="8161" y="4827"/>
                  </a:cubicBezTo>
                  <a:cubicBezTo>
                    <a:pt x="8177" y="4967"/>
                    <a:pt x="8105" y="5127"/>
                    <a:pt x="8005" y="5291"/>
                  </a:cubicBezTo>
                  <a:cubicBezTo>
                    <a:pt x="7897" y="5459"/>
                    <a:pt x="7761" y="5615"/>
                    <a:pt x="7605" y="5748"/>
                  </a:cubicBezTo>
                  <a:cubicBezTo>
                    <a:pt x="7437" y="5888"/>
                    <a:pt x="7249" y="6004"/>
                    <a:pt x="7049" y="6088"/>
                  </a:cubicBezTo>
                  <a:cubicBezTo>
                    <a:pt x="6841" y="6176"/>
                    <a:pt x="6625" y="6240"/>
                    <a:pt x="6405" y="6280"/>
                  </a:cubicBezTo>
                  <a:cubicBezTo>
                    <a:pt x="6313" y="6295"/>
                    <a:pt x="6220" y="6304"/>
                    <a:pt x="6130" y="6304"/>
                  </a:cubicBezTo>
                  <a:cubicBezTo>
                    <a:pt x="6007" y="6304"/>
                    <a:pt x="5889" y="6287"/>
                    <a:pt x="5781" y="6244"/>
                  </a:cubicBezTo>
                  <a:cubicBezTo>
                    <a:pt x="5685" y="6208"/>
                    <a:pt x="5597" y="6160"/>
                    <a:pt x="5521" y="6096"/>
                  </a:cubicBezTo>
                  <a:cubicBezTo>
                    <a:pt x="5445" y="6032"/>
                    <a:pt x="5377" y="5956"/>
                    <a:pt x="5321" y="5872"/>
                  </a:cubicBezTo>
                  <a:cubicBezTo>
                    <a:pt x="5217" y="5708"/>
                    <a:pt x="5141" y="5527"/>
                    <a:pt x="5097" y="5335"/>
                  </a:cubicBezTo>
                  <a:cubicBezTo>
                    <a:pt x="5053" y="5159"/>
                    <a:pt x="5025" y="4983"/>
                    <a:pt x="5009" y="4803"/>
                  </a:cubicBezTo>
                  <a:cubicBezTo>
                    <a:pt x="4997" y="4699"/>
                    <a:pt x="4993" y="4603"/>
                    <a:pt x="4989" y="4511"/>
                  </a:cubicBezTo>
                  <a:cubicBezTo>
                    <a:pt x="4993" y="4467"/>
                    <a:pt x="5005" y="4423"/>
                    <a:pt x="5021" y="4383"/>
                  </a:cubicBezTo>
                  <a:cubicBezTo>
                    <a:pt x="5021" y="4423"/>
                    <a:pt x="5029" y="4467"/>
                    <a:pt x="5033" y="4515"/>
                  </a:cubicBezTo>
                  <a:cubicBezTo>
                    <a:pt x="5037" y="4559"/>
                    <a:pt x="5041" y="4595"/>
                    <a:pt x="5049" y="4635"/>
                  </a:cubicBezTo>
                  <a:cubicBezTo>
                    <a:pt x="5057" y="4675"/>
                    <a:pt x="5065" y="4719"/>
                    <a:pt x="5073" y="4763"/>
                  </a:cubicBezTo>
                  <a:cubicBezTo>
                    <a:pt x="5085" y="4803"/>
                    <a:pt x="5097" y="4843"/>
                    <a:pt x="5113" y="4883"/>
                  </a:cubicBezTo>
                  <a:cubicBezTo>
                    <a:pt x="5125" y="4923"/>
                    <a:pt x="5141" y="4963"/>
                    <a:pt x="5157" y="4999"/>
                  </a:cubicBezTo>
                  <a:cubicBezTo>
                    <a:pt x="5189" y="5067"/>
                    <a:pt x="5225" y="5131"/>
                    <a:pt x="5265" y="5191"/>
                  </a:cubicBezTo>
                  <a:cubicBezTo>
                    <a:pt x="5281" y="5215"/>
                    <a:pt x="5301" y="5239"/>
                    <a:pt x="5321" y="5263"/>
                  </a:cubicBezTo>
                  <a:cubicBezTo>
                    <a:pt x="5337" y="5283"/>
                    <a:pt x="5353" y="5299"/>
                    <a:pt x="5365" y="5311"/>
                  </a:cubicBezTo>
                  <a:cubicBezTo>
                    <a:pt x="5389" y="5339"/>
                    <a:pt x="5405" y="5351"/>
                    <a:pt x="5405" y="5351"/>
                  </a:cubicBezTo>
                  <a:cubicBezTo>
                    <a:pt x="5405" y="5351"/>
                    <a:pt x="5393" y="5335"/>
                    <a:pt x="5373" y="5303"/>
                  </a:cubicBezTo>
                  <a:cubicBezTo>
                    <a:pt x="5345" y="5259"/>
                    <a:pt x="5321" y="5215"/>
                    <a:pt x="5297" y="5171"/>
                  </a:cubicBezTo>
                  <a:cubicBezTo>
                    <a:pt x="5281" y="5143"/>
                    <a:pt x="5269" y="5111"/>
                    <a:pt x="5253" y="5079"/>
                  </a:cubicBezTo>
                  <a:cubicBezTo>
                    <a:pt x="5237" y="5047"/>
                    <a:pt x="5225" y="5011"/>
                    <a:pt x="5209" y="4979"/>
                  </a:cubicBezTo>
                  <a:cubicBezTo>
                    <a:pt x="5193" y="4943"/>
                    <a:pt x="5181" y="4903"/>
                    <a:pt x="5169" y="4863"/>
                  </a:cubicBezTo>
                  <a:cubicBezTo>
                    <a:pt x="5157" y="4823"/>
                    <a:pt x="5145" y="4783"/>
                    <a:pt x="5137" y="4743"/>
                  </a:cubicBezTo>
                  <a:cubicBezTo>
                    <a:pt x="5113" y="4663"/>
                    <a:pt x="5101" y="4583"/>
                    <a:pt x="5085" y="4503"/>
                  </a:cubicBezTo>
                  <a:cubicBezTo>
                    <a:pt x="5081" y="4467"/>
                    <a:pt x="5073" y="4427"/>
                    <a:pt x="5069" y="4391"/>
                  </a:cubicBezTo>
                  <a:cubicBezTo>
                    <a:pt x="5065" y="4367"/>
                    <a:pt x="5065" y="4343"/>
                    <a:pt x="5061" y="4319"/>
                  </a:cubicBezTo>
                  <a:cubicBezTo>
                    <a:pt x="5077" y="4299"/>
                    <a:pt x="5101" y="4279"/>
                    <a:pt x="5125" y="4271"/>
                  </a:cubicBezTo>
                  <a:cubicBezTo>
                    <a:pt x="5150" y="4259"/>
                    <a:pt x="5174" y="4254"/>
                    <a:pt x="5198" y="4254"/>
                  </a:cubicBezTo>
                  <a:cubicBezTo>
                    <a:pt x="5291" y="4254"/>
                    <a:pt x="5367" y="4342"/>
                    <a:pt x="5421" y="4383"/>
                  </a:cubicBezTo>
                  <a:cubicBezTo>
                    <a:pt x="5429" y="4407"/>
                    <a:pt x="5441" y="4431"/>
                    <a:pt x="5449" y="4463"/>
                  </a:cubicBezTo>
                  <a:cubicBezTo>
                    <a:pt x="5465" y="4511"/>
                    <a:pt x="5493" y="4559"/>
                    <a:pt x="5525" y="4599"/>
                  </a:cubicBezTo>
                  <a:cubicBezTo>
                    <a:pt x="5565" y="4639"/>
                    <a:pt x="5609" y="4675"/>
                    <a:pt x="5661" y="4699"/>
                  </a:cubicBezTo>
                  <a:lnTo>
                    <a:pt x="5801" y="4787"/>
                  </a:lnTo>
                  <a:cubicBezTo>
                    <a:pt x="5849" y="4815"/>
                    <a:pt x="5897" y="4843"/>
                    <a:pt x="5941" y="4871"/>
                  </a:cubicBezTo>
                  <a:cubicBezTo>
                    <a:pt x="5981" y="4903"/>
                    <a:pt x="6017" y="4939"/>
                    <a:pt x="6049" y="4983"/>
                  </a:cubicBezTo>
                  <a:cubicBezTo>
                    <a:pt x="6085" y="5023"/>
                    <a:pt x="6129" y="5055"/>
                    <a:pt x="6181" y="5071"/>
                  </a:cubicBezTo>
                  <a:cubicBezTo>
                    <a:pt x="6217" y="5081"/>
                    <a:pt x="6256" y="5089"/>
                    <a:pt x="6296" y="5089"/>
                  </a:cubicBezTo>
                  <a:cubicBezTo>
                    <a:pt x="6304" y="5089"/>
                    <a:pt x="6313" y="5088"/>
                    <a:pt x="6321" y="5087"/>
                  </a:cubicBezTo>
                  <a:cubicBezTo>
                    <a:pt x="6361" y="5087"/>
                    <a:pt x="6397" y="5083"/>
                    <a:pt x="6437" y="5075"/>
                  </a:cubicBezTo>
                  <a:cubicBezTo>
                    <a:pt x="6469" y="5067"/>
                    <a:pt x="6497" y="5063"/>
                    <a:pt x="6521" y="5055"/>
                  </a:cubicBezTo>
                  <a:cubicBezTo>
                    <a:pt x="6541" y="5051"/>
                    <a:pt x="6557" y="5043"/>
                    <a:pt x="6573" y="5031"/>
                  </a:cubicBezTo>
                  <a:cubicBezTo>
                    <a:pt x="6577" y="5027"/>
                    <a:pt x="6585" y="5023"/>
                    <a:pt x="6585" y="5015"/>
                  </a:cubicBezTo>
                  <a:lnTo>
                    <a:pt x="6585" y="5015"/>
                  </a:lnTo>
                  <a:cubicBezTo>
                    <a:pt x="6581" y="5019"/>
                    <a:pt x="6577" y="5023"/>
                    <a:pt x="6569" y="5027"/>
                  </a:cubicBezTo>
                  <a:cubicBezTo>
                    <a:pt x="6557" y="5035"/>
                    <a:pt x="6537" y="5043"/>
                    <a:pt x="6521" y="5043"/>
                  </a:cubicBezTo>
                  <a:cubicBezTo>
                    <a:pt x="6471" y="5049"/>
                    <a:pt x="6424" y="5053"/>
                    <a:pt x="6375" y="5053"/>
                  </a:cubicBezTo>
                  <a:cubicBezTo>
                    <a:pt x="6357" y="5053"/>
                    <a:pt x="6339" y="5053"/>
                    <a:pt x="6321" y="5051"/>
                  </a:cubicBezTo>
                  <a:cubicBezTo>
                    <a:pt x="6277" y="5051"/>
                    <a:pt x="6237" y="5043"/>
                    <a:pt x="6197" y="5027"/>
                  </a:cubicBezTo>
                  <a:cubicBezTo>
                    <a:pt x="6153" y="5011"/>
                    <a:pt x="6117" y="4979"/>
                    <a:pt x="6089" y="4943"/>
                  </a:cubicBezTo>
                  <a:cubicBezTo>
                    <a:pt x="6057" y="4899"/>
                    <a:pt x="6017" y="4859"/>
                    <a:pt x="5977" y="4823"/>
                  </a:cubicBezTo>
                  <a:cubicBezTo>
                    <a:pt x="5929" y="4787"/>
                    <a:pt x="5881" y="4763"/>
                    <a:pt x="5833" y="4731"/>
                  </a:cubicBezTo>
                  <a:lnTo>
                    <a:pt x="5689" y="4647"/>
                  </a:lnTo>
                  <a:cubicBezTo>
                    <a:pt x="5645" y="4623"/>
                    <a:pt x="5605" y="4595"/>
                    <a:pt x="5565" y="4559"/>
                  </a:cubicBezTo>
                  <a:cubicBezTo>
                    <a:pt x="5537" y="4527"/>
                    <a:pt x="5509" y="4483"/>
                    <a:pt x="5493" y="4443"/>
                  </a:cubicBezTo>
                  <a:cubicBezTo>
                    <a:pt x="5485" y="4427"/>
                    <a:pt x="5477" y="4411"/>
                    <a:pt x="5469" y="4395"/>
                  </a:cubicBezTo>
                  <a:cubicBezTo>
                    <a:pt x="5485" y="4391"/>
                    <a:pt x="5493" y="4375"/>
                    <a:pt x="5501" y="4343"/>
                  </a:cubicBezTo>
                  <a:cubicBezTo>
                    <a:pt x="5529" y="4211"/>
                    <a:pt x="5445" y="3975"/>
                    <a:pt x="5389" y="3835"/>
                  </a:cubicBezTo>
                  <a:close/>
                  <a:moveTo>
                    <a:pt x="4889" y="3979"/>
                  </a:moveTo>
                  <a:cubicBezTo>
                    <a:pt x="4893" y="4027"/>
                    <a:pt x="4897" y="4075"/>
                    <a:pt x="4901" y="4123"/>
                  </a:cubicBezTo>
                  <a:lnTo>
                    <a:pt x="4901" y="4171"/>
                  </a:lnTo>
                  <a:cubicBezTo>
                    <a:pt x="4885" y="4291"/>
                    <a:pt x="4873" y="4427"/>
                    <a:pt x="4865" y="4579"/>
                  </a:cubicBezTo>
                  <a:cubicBezTo>
                    <a:pt x="4865" y="4595"/>
                    <a:pt x="4861" y="4611"/>
                    <a:pt x="4857" y="4631"/>
                  </a:cubicBezTo>
                  <a:cubicBezTo>
                    <a:pt x="4809" y="4843"/>
                    <a:pt x="4737" y="5051"/>
                    <a:pt x="4637" y="5251"/>
                  </a:cubicBezTo>
                  <a:cubicBezTo>
                    <a:pt x="4525" y="5483"/>
                    <a:pt x="4385" y="5704"/>
                    <a:pt x="4217" y="5904"/>
                  </a:cubicBezTo>
                  <a:cubicBezTo>
                    <a:pt x="4037" y="6128"/>
                    <a:pt x="3825" y="6320"/>
                    <a:pt x="3585" y="6484"/>
                  </a:cubicBezTo>
                  <a:cubicBezTo>
                    <a:pt x="3333" y="6652"/>
                    <a:pt x="3041" y="6748"/>
                    <a:pt x="2737" y="6768"/>
                  </a:cubicBezTo>
                  <a:cubicBezTo>
                    <a:pt x="2717" y="6770"/>
                    <a:pt x="2697" y="6771"/>
                    <a:pt x="2678" y="6771"/>
                  </a:cubicBezTo>
                  <a:cubicBezTo>
                    <a:pt x="2658" y="6771"/>
                    <a:pt x="2639" y="6770"/>
                    <a:pt x="2621" y="6768"/>
                  </a:cubicBezTo>
                  <a:cubicBezTo>
                    <a:pt x="2609" y="6769"/>
                    <a:pt x="2598" y="6769"/>
                    <a:pt x="2586" y="6769"/>
                  </a:cubicBezTo>
                  <a:cubicBezTo>
                    <a:pt x="2558" y="6769"/>
                    <a:pt x="2530" y="6766"/>
                    <a:pt x="2505" y="6764"/>
                  </a:cubicBezTo>
                  <a:lnTo>
                    <a:pt x="2389" y="6748"/>
                  </a:lnTo>
                  <a:lnTo>
                    <a:pt x="2273" y="6720"/>
                  </a:lnTo>
                  <a:cubicBezTo>
                    <a:pt x="2237" y="6708"/>
                    <a:pt x="2197" y="6696"/>
                    <a:pt x="2161" y="6684"/>
                  </a:cubicBezTo>
                  <a:cubicBezTo>
                    <a:pt x="2125" y="6672"/>
                    <a:pt x="2089" y="6656"/>
                    <a:pt x="2053" y="6636"/>
                  </a:cubicBezTo>
                  <a:lnTo>
                    <a:pt x="1949" y="6584"/>
                  </a:lnTo>
                  <a:lnTo>
                    <a:pt x="1849" y="6520"/>
                  </a:lnTo>
                  <a:cubicBezTo>
                    <a:pt x="1717" y="6424"/>
                    <a:pt x="1609" y="6304"/>
                    <a:pt x="1525" y="6168"/>
                  </a:cubicBezTo>
                  <a:cubicBezTo>
                    <a:pt x="1489" y="6100"/>
                    <a:pt x="1457" y="6024"/>
                    <a:pt x="1433" y="5948"/>
                  </a:cubicBezTo>
                  <a:lnTo>
                    <a:pt x="1417" y="5892"/>
                  </a:lnTo>
                  <a:cubicBezTo>
                    <a:pt x="1413" y="5872"/>
                    <a:pt x="1409" y="5852"/>
                    <a:pt x="1409" y="5832"/>
                  </a:cubicBezTo>
                  <a:cubicBezTo>
                    <a:pt x="1405" y="5792"/>
                    <a:pt x="1393" y="5748"/>
                    <a:pt x="1393" y="5712"/>
                  </a:cubicBezTo>
                  <a:cubicBezTo>
                    <a:pt x="1385" y="5635"/>
                    <a:pt x="1389" y="5555"/>
                    <a:pt x="1401" y="5475"/>
                  </a:cubicBezTo>
                  <a:cubicBezTo>
                    <a:pt x="1409" y="5399"/>
                    <a:pt x="1433" y="5327"/>
                    <a:pt x="1477" y="5263"/>
                  </a:cubicBezTo>
                  <a:cubicBezTo>
                    <a:pt x="1561" y="5139"/>
                    <a:pt x="1709" y="5087"/>
                    <a:pt x="1853" y="5055"/>
                  </a:cubicBezTo>
                  <a:lnTo>
                    <a:pt x="1853" y="5051"/>
                  </a:lnTo>
                  <a:cubicBezTo>
                    <a:pt x="2149" y="4991"/>
                    <a:pt x="2453" y="4979"/>
                    <a:pt x="2737" y="4923"/>
                  </a:cubicBezTo>
                  <a:cubicBezTo>
                    <a:pt x="2805" y="4911"/>
                    <a:pt x="2877" y="4899"/>
                    <a:pt x="2945" y="4883"/>
                  </a:cubicBezTo>
                  <a:cubicBezTo>
                    <a:pt x="3013" y="4867"/>
                    <a:pt x="3077" y="4855"/>
                    <a:pt x="3145" y="4835"/>
                  </a:cubicBezTo>
                  <a:cubicBezTo>
                    <a:pt x="3213" y="4811"/>
                    <a:pt x="3277" y="4795"/>
                    <a:pt x="3337" y="4775"/>
                  </a:cubicBezTo>
                  <a:lnTo>
                    <a:pt x="3521" y="4711"/>
                  </a:lnTo>
                  <a:cubicBezTo>
                    <a:pt x="3737" y="4623"/>
                    <a:pt x="3941" y="4515"/>
                    <a:pt x="4129" y="4383"/>
                  </a:cubicBezTo>
                  <a:cubicBezTo>
                    <a:pt x="4277" y="4283"/>
                    <a:pt x="4413" y="4167"/>
                    <a:pt x="4537" y="4043"/>
                  </a:cubicBezTo>
                  <a:lnTo>
                    <a:pt x="4537" y="4043"/>
                  </a:lnTo>
                  <a:cubicBezTo>
                    <a:pt x="4533" y="4091"/>
                    <a:pt x="4529" y="4135"/>
                    <a:pt x="4521" y="4183"/>
                  </a:cubicBezTo>
                  <a:cubicBezTo>
                    <a:pt x="4489" y="4227"/>
                    <a:pt x="4453" y="4271"/>
                    <a:pt x="4413" y="4315"/>
                  </a:cubicBezTo>
                  <a:cubicBezTo>
                    <a:pt x="4325" y="4411"/>
                    <a:pt x="4229" y="4495"/>
                    <a:pt x="4121" y="4571"/>
                  </a:cubicBezTo>
                  <a:cubicBezTo>
                    <a:pt x="4009" y="4655"/>
                    <a:pt x="3881" y="4735"/>
                    <a:pt x="3749" y="4819"/>
                  </a:cubicBezTo>
                  <a:cubicBezTo>
                    <a:pt x="3629" y="4903"/>
                    <a:pt x="3497" y="4975"/>
                    <a:pt x="3365" y="5039"/>
                  </a:cubicBezTo>
                  <a:cubicBezTo>
                    <a:pt x="3245" y="5095"/>
                    <a:pt x="3121" y="5131"/>
                    <a:pt x="2993" y="5147"/>
                  </a:cubicBezTo>
                  <a:cubicBezTo>
                    <a:pt x="2905" y="5159"/>
                    <a:pt x="2813" y="5167"/>
                    <a:pt x="2717" y="5175"/>
                  </a:cubicBezTo>
                  <a:lnTo>
                    <a:pt x="2613" y="5179"/>
                  </a:lnTo>
                  <a:cubicBezTo>
                    <a:pt x="2613" y="5179"/>
                    <a:pt x="2653" y="5183"/>
                    <a:pt x="2717" y="5187"/>
                  </a:cubicBezTo>
                  <a:cubicBezTo>
                    <a:pt x="2757" y="5189"/>
                    <a:pt x="2796" y="5190"/>
                    <a:pt x="2835" y="5190"/>
                  </a:cubicBezTo>
                  <a:cubicBezTo>
                    <a:pt x="2889" y="5190"/>
                    <a:pt x="2943" y="5188"/>
                    <a:pt x="2997" y="5183"/>
                  </a:cubicBezTo>
                  <a:cubicBezTo>
                    <a:pt x="3133" y="5171"/>
                    <a:pt x="3261" y="5143"/>
                    <a:pt x="3389" y="5095"/>
                  </a:cubicBezTo>
                  <a:cubicBezTo>
                    <a:pt x="3525" y="5031"/>
                    <a:pt x="3661" y="4959"/>
                    <a:pt x="3789" y="4875"/>
                  </a:cubicBezTo>
                  <a:cubicBezTo>
                    <a:pt x="3917" y="4791"/>
                    <a:pt x="4045" y="4707"/>
                    <a:pt x="4157" y="4615"/>
                  </a:cubicBezTo>
                  <a:cubicBezTo>
                    <a:pt x="4217" y="4571"/>
                    <a:pt x="4269" y="4523"/>
                    <a:pt x="4317" y="4479"/>
                  </a:cubicBezTo>
                  <a:cubicBezTo>
                    <a:pt x="4361" y="4435"/>
                    <a:pt x="4405" y="4387"/>
                    <a:pt x="4445" y="4339"/>
                  </a:cubicBezTo>
                  <a:cubicBezTo>
                    <a:pt x="4465" y="4311"/>
                    <a:pt x="4489" y="4279"/>
                    <a:pt x="4509" y="4251"/>
                  </a:cubicBezTo>
                  <a:lnTo>
                    <a:pt x="4509" y="4251"/>
                  </a:lnTo>
                  <a:cubicBezTo>
                    <a:pt x="4501" y="4275"/>
                    <a:pt x="4493" y="4303"/>
                    <a:pt x="4485" y="4331"/>
                  </a:cubicBezTo>
                  <a:cubicBezTo>
                    <a:pt x="4458" y="4426"/>
                    <a:pt x="4491" y="4466"/>
                    <a:pt x="4547" y="4466"/>
                  </a:cubicBezTo>
                  <a:cubicBezTo>
                    <a:pt x="4615" y="4466"/>
                    <a:pt x="4715" y="4409"/>
                    <a:pt x="4785" y="4319"/>
                  </a:cubicBezTo>
                  <a:lnTo>
                    <a:pt x="4785" y="4319"/>
                  </a:lnTo>
                  <a:cubicBezTo>
                    <a:pt x="4785" y="4359"/>
                    <a:pt x="4773" y="4403"/>
                    <a:pt x="4761" y="4443"/>
                  </a:cubicBezTo>
                  <a:cubicBezTo>
                    <a:pt x="4733" y="4511"/>
                    <a:pt x="4705" y="4579"/>
                    <a:pt x="4669" y="4647"/>
                  </a:cubicBezTo>
                  <a:cubicBezTo>
                    <a:pt x="4633" y="4723"/>
                    <a:pt x="4593" y="4803"/>
                    <a:pt x="4549" y="4879"/>
                  </a:cubicBezTo>
                  <a:cubicBezTo>
                    <a:pt x="4505" y="4955"/>
                    <a:pt x="4461" y="5031"/>
                    <a:pt x="4417" y="5103"/>
                  </a:cubicBezTo>
                  <a:cubicBezTo>
                    <a:pt x="4373" y="5175"/>
                    <a:pt x="4329" y="5239"/>
                    <a:pt x="4289" y="5291"/>
                  </a:cubicBezTo>
                  <a:cubicBezTo>
                    <a:pt x="4257" y="5335"/>
                    <a:pt x="4225" y="5375"/>
                    <a:pt x="4185" y="5411"/>
                  </a:cubicBezTo>
                  <a:cubicBezTo>
                    <a:pt x="4157" y="5439"/>
                    <a:pt x="4141" y="5455"/>
                    <a:pt x="4141" y="5455"/>
                  </a:cubicBezTo>
                  <a:cubicBezTo>
                    <a:pt x="4157" y="5443"/>
                    <a:pt x="4177" y="5435"/>
                    <a:pt x="4193" y="5423"/>
                  </a:cubicBezTo>
                  <a:cubicBezTo>
                    <a:pt x="4237" y="5391"/>
                    <a:pt x="4281" y="5355"/>
                    <a:pt x="4317" y="5315"/>
                  </a:cubicBezTo>
                  <a:cubicBezTo>
                    <a:pt x="4429" y="5191"/>
                    <a:pt x="4525" y="5055"/>
                    <a:pt x="4605" y="4911"/>
                  </a:cubicBezTo>
                  <a:cubicBezTo>
                    <a:pt x="4649" y="4831"/>
                    <a:pt x="4685" y="4751"/>
                    <a:pt x="4721" y="4671"/>
                  </a:cubicBezTo>
                  <a:cubicBezTo>
                    <a:pt x="4753" y="4599"/>
                    <a:pt x="4777" y="4527"/>
                    <a:pt x="4797" y="4451"/>
                  </a:cubicBezTo>
                  <a:cubicBezTo>
                    <a:pt x="4809" y="4399"/>
                    <a:pt x="4809" y="4347"/>
                    <a:pt x="4801" y="4299"/>
                  </a:cubicBezTo>
                  <a:cubicBezTo>
                    <a:pt x="4837" y="4247"/>
                    <a:pt x="4861" y="4187"/>
                    <a:pt x="4865" y="4123"/>
                  </a:cubicBezTo>
                  <a:cubicBezTo>
                    <a:pt x="4865" y="4075"/>
                    <a:pt x="4873" y="4027"/>
                    <a:pt x="4889" y="3979"/>
                  </a:cubicBezTo>
                  <a:close/>
                  <a:moveTo>
                    <a:pt x="4487" y="1"/>
                  </a:moveTo>
                  <a:cubicBezTo>
                    <a:pt x="4392" y="1"/>
                    <a:pt x="4297" y="10"/>
                    <a:pt x="4205" y="27"/>
                  </a:cubicBezTo>
                  <a:cubicBezTo>
                    <a:pt x="4037" y="59"/>
                    <a:pt x="3873" y="119"/>
                    <a:pt x="3725" y="203"/>
                  </a:cubicBezTo>
                  <a:cubicBezTo>
                    <a:pt x="3425" y="375"/>
                    <a:pt x="3185" y="627"/>
                    <a:pt x="3025" y="935"/>
                  </a:cubicBezTo>
                  <a:cubicBezTo>
                    <a:pt x="2945" y="1083"/>
                    <a:pt x="2889" y="1243"/>
                    <a:pt x="2869" y="1411"/>
                  </a:cubicBezTo>
                  <a:cubicBezTo>
                    <a:pt x="2849" y="1575"/>
                    <a:pt x="2857" y="1739"/>
                    <a:pt x="2893" y="1899"/>
                  </a:cubicBezTo>
                  <a:cubicBezTo>
                    <a:pt x="2925" y="2051"/>
                    <a:pt x="2977" y="2195"/>
                    <a:pt x="3041" y="2335"/>
                  </a:cubicBezTo>
                  <a:cubicBezTo>
                    <a:pt x="3161" y="2583"/>
                    <a:pt x="3321" y="2815"/>
                    <a:pt x="3513" y="3015"/>
                  </a:cubicBezTo>
                  <a:cubicBezTo>
                    <a:pt x="3625" y="3135"/>
                    <a:pt x="3749" y="3243"/>
                    <a:pt x="3877" y="3339"/>
                  </a:cubicBezTo>
                  <a:lnTo>
                    <a:pt x="3789" y="3307"/>
                  </a:lnTo>
                  <a:cubicBezTo>
                    <a:pt x="3601" y="3239"/>
                    <a:pt x="3389" y="3171"/>
                    <a:pt x="3149" y="3111"/>
                  </a:cubicBezTo>
                  <a:cubicBezTo>
                    <a:pt x="2893" y="3043"/>
                    <a:pt x="2633" y="2999"/>
                    <a:pt x="2369" y="2975"/>
                  </a:cubicBezTo>
                  <a:cubicBezTo>
                    <a:pt x="2297" y="2969"/>
                    <a:pt x="2225" y="2966"/>
                    <a:pt x="2152" y="2966"/>
                  </a:cubicBezTo>
                  <a:cubicBezTo>
                    <a:pt x="2080" y="2966"/>
                    <a:pt x="2007" y="2969"/>
                    <a:pt x="1933" y="2975"/>
                  </a:cubicBezTo>
                  <a:cubicBezTo>
                    <a:pt x="1781" y="2983"/>
                    <a:pt x="1633" y="3007"/>
                    <a:pt x="1485" y="3051"/>
                  </a:cubicBezTo>
                  <a:cubicBezTo>
                    <a:pt x="1333" y="3095"/>
                    <a:pt x="1193" y="3159"/>
                    <a:pt x="1049" y="3215"/>
                  </a:cubicBezTo>
                  <a:cubicBezTo>
                    <a:pt x="901" y="3267"/>
                    <a:pt x="757" y="3327"/>
                    <a:pt x="609" y="3395"/>
                  </a:cubicBezTo>
                  <a:cubicBezTo>
                    <a:pt x="537" y="3427"/>
                    <a:pt x="465" y="3463"/>
                    <a:pt x="393" y="3503"/>
                  </a:cubicBezTo>
                  <a:cubicBezTo>
                    <a:pt x="321" y="3539"/>
                    <a:pt x="253" y="3587"/>
                    <a:pt x="185" y="3635"/>
                  </a:cubicBezTo>
                  <a:cubicBezTo>
                    <a:pt x="117" y="3691"/>
                    <a:pt x="61" y="3759"/>
                    <a:pt x="25" y="3839"/>
                  </a:cubicBezTo>
                  <a:cubicBezTo>
                    <a:pt x="9" y="3883"/>
                    <a:pt x="1" y="3927"/>
                    <a:pt x="5" y="3971"/>
                  </a:cubicBezTo>
                  <a:cubicBezTo>
                    <a:pt x="5" y="4019"/>
                    <a:pt x="13" y="4063"/>
                    <a:pt x="29" y="4107"/>
                  </a:cubicBezTo>
                  <a:cubicBezTo>
                    <a:pt x="61" y="4187"/>
                    <a:pt x="105" y="4263"/>
                    <a:pt x="165" y="4327"/>
                  </a:cubicBezTo>
                  <a:cubicBezTo>
                    <a:pt x="217" y="4395"/>
                    <a:pt x="277" y="4455"/>
                    <a:pt x="337" y="4511"/>
                  </a:cubicBezTo>
                  <a:cubicBezTo>
                    <a:pt x="369" y="4539"/>
                    <a:pt x="401" y="4563"/>
                    <a:pt x="433" y="4591"/>
                  </a:cubicBezTo>
                  <a:cubicBezTo>
                    <a:pt x="465" y="4615"/>
                    <a:pt x="497" y="4639"/>
                    <a:pt x="529" y="4663"/>
                  </a:cubicBezTo>
                  <a:lnTo>
                    <a:pt x="553" y="4683"/>
                  </a:lnTo>
                  <a:lnTo>
                    <a:pt x="565" y="4691"/>
                  </a:lnTo>
                  <a:lnTo>
                    <a:pt x="573" y="4695"/>
                  </a:lnTo>
                  <a:lnTo>
                    <a:pt x="573" y="4699"/>
                  </a:lnTo>
                  <a:lnTo>
                    <a:pt x="581" y="4703"/>
                  </a:lnTo>
                  <a:lnTo>
                    <a:pt x="633" y="4735"/>
                  </a:lnTo>
                  <a:lnTo>
                    <a:pt x="681" y="4767"/>
                  </a:lnTo>
                  <a:cubicBezTo>
                    <a:pt x="697" y="4779"/>
                    <a:pt x="721" y="4787"/>
                    <a:pt x="737" y="4799"/>
                  </a:cubicBezTo>
                  <a:cubicBezTo>
                    <a:pt x="1049" y="4955"/>
                    <a:pt x="1381" y="4979"/>
                    <a:pt x="1689" y="4979"/>
                  </a:cubicBezTo>
                  <a:cubicBezTo>
                    <a:pt x="1717" y="4979"/>
                    <a:pt x="1741" y="4979"/>
                    <a:pt x="1769" y="4975"/>
                  </a:cubicBezTo>
                  <a:lnTo>
                    <a:pt x="1769" y="4975"/>
                  </a:lnTo>
                  <a:cubicBezTo>
                    <a:pt x="1709" y="4995"/>
                    <a:pt x="1653" y="5019"/>
                    <a:pt x="1601" y="5051"/>
                  </a:cubicBezTo>
                  <a:cubicBezTo>
                    <a:pt x="1525" y="5095"/>
                    <a:pt x="1461" y="5155"/>
                    <a:pt x="1417" y="5227"/>
                  </a:cubicBezTo>
                  <a:cubicBezTo>
                    <a:pt x="1329" y="5375"/>
                    <a:pt x="1325" y="5551"/>
                    <a:pt x="1333" y="5716"/>
                  </a:cubicBezTo>
                  <a:cubicBezTo>
                    <a:pt x="1337" y="5760"/>
                    <a:pt x="1341" y="5800"/>
                    <a:pt x="1345" y="5840"/>
                  </a:cubicBezTo>
                  <a:cubicBezTo>
                    <a:pt x="1349" y="5860"/>
                    <a:pt x="1349" y="5880"/>
                    <a:pt x="1357" y="5900"/>
                  </a:cubicBezTo>
                  <a:lnTo>
                    <a:pt x="1373" y="5964"/>
                  </a:lnTo>
                  <a:cubicBezTo>
                    <a:pt x="1393" y="6044"/>
                    <a:pt x="1425" y="6124"/>
                    <a:pt x="1461" y="6200"/>
                  </a:cubicBezTo>
                  <a:cubicBezTo>
                    <a:pt x="1541" y="6356"/>
                    <a:pt x="1649" y="6492"/>
                    <a:pt x="1781" y="6600"/>
                  </a:cubicBezTo>
                  <a:lnTo>
                    <a:pt x="1881" y="6680"/>
                  </a:lnTo>
                  <a:lnTo>
                    <a:pt x="1989" y="6748"/>
                  </a:lnTo>
                  <a:cubicBezTo>
                    <a:pt x="2029" y="6772"/>
                    <a:pt x="2065" y="6788"/>
                    <a:pt x="2105" y="6808"/>
                  </a:cubicBezTo>
                  <a:cubicBezTo>
                    <a:pt x="2145" y="6828"/>
                    <a:pt x="2185" y="6844"/>
                    <a:pt x="2225" y="6856"/>
                  </a:cubicBezTo>
                  <a:lnTo>
                    <a:pt x="2349" y="6896"/>
                  </a:lnTo>
                  <a:lnTo>
                    <a:pt x="2477" y="6920"/>
                  </a:lnTo>
                  <a:cubicBezTo>
                    <a:pt x="2521" y="6928"/>
                    <a:pt x="2565" y="6932"/>
                    <a:pt x="2605" y="6932"/>
                  </a:cubicBezTo>
                  <a:cubicBezTo>
                    <a:pt x="2649" y="6932"/>
                    <a:pt x="2693" y="6940"/>
                    <a:pt x="2733" y="6940"/>
                  </a:cubicBezTo>
                  <a:cubicBezTo>
                    <a:pt x="3073" y="6928"/>
                    <a:pt x="3401" y="6832"/>
                    <a:pt x="3685" y="6652"/>
                  </a:cubicBezTo>
                  <a:cubicBezTo>
                    <a:pt x="3821" y="6568"/>
                    <a:pt x="3945" y="6472"/>
                    <a:pt x="4061" y="6364"/>
                  </a:cubicBezTo>
                  <a:cubicBezTo>
                    <a:pt x="4173" y="6260"/>
                    <a:pt x="4273" y="6148"/>
                    <a:pt x="4365" y="6032"/>
                  </a:cubicBezTo>
                  <a:cubicBezTo>
                    <a:pt x="4537" y="5816"/>
                    <a:pt x="4677" y="5575"/>
                    <a:pt x="4785" y="5323"/>
                  </a:cubicBezTo>
                  <a:cubicBezTo>
                    <a:pt x="4821" y="5243"/>
                    <a:pt x="4849" y="5163"/>
                    <a:pt x="4873" y="5087"/>
                  </a:cubicBezTo>
                  <a:cubicBezTo>
                    <a:pt x="4881" y="5187"/>
                    <a:pt x="4897" y="5283"/>
                    <a:pt x="4917" y="5379"/>
                  </a:cubicBezTo>
                  <a:cubicBezTo>
                    <a:pt x="4957" y="5595"/>
                    <a:pt x="5037" y="5804"/>
                    <a:pt x="5153" y="5988"/>
                  </a:cubicBezTo>
                  <a:cubicBezTo>
                    <a:pt x="5281" y="6196"/>
                    <a:pt x="5477" y="6356"/>
                    <a:pt x="5709" y="6440"/>
                  </a:cubicBezTo>
                  <a:cubicBezTo>
                    <a:pt x="5817" y="6476"/>
                    <a:pt x="5929" y="6492"/>
                    <a:pt x="6040" y="6492"/>
                  </a:cubicBezTo>
                  <a:cubicBezTo>
                    <a:pt x="6053" y="6492"/>
                    <a:pt x="6065" y="6492"/>
                    <a:pt x="6077" y="6492"/>
                  </a:cubicBezTo>
                  <a:cubicBezTo>
                    <a:pt x="6197" y="6488"/>
                    <a:pt x="6317" y="6472"/>
                    <a:pt x="6437" y="6444"/>
                  </a:cubicBezTo>
                  <a:cubicBezTo>
                    <a:pt x="6661" y="6380"/>
                    <a:pt x="6881" y="6288"/>
                    <a:pt x="7081" y="6168"/>
                  </a:cubicBezTo>
                  <a:cubicBezTo>
                    <a:pt x="7277" y="6056"/>
                    <a:pt x="7461" y="5936"/>
                    <a:pt x="7641" y="5800"/>
                  </a:cubicBezTo>
                  <a:cubicBezTo>
                    <a:pt x="7817" y="5679"/>
                    <a:pt x="7977" y="5539"/>
                    <a:pt x="8117" y="5379"/>
                  </a:cubicBezTo>
                  <a:cubicBezTo>
                    <a:pt x="8185" y="5299"/>
                    <a:pt x="8237" y="5211"/>
                    <a:pt x="8277" y="5115"/>
                  </a:cubicBezTo>
                  <a:cubicBezTo>
                    <a:pt x="8321" y="5023"/>
                    <a:pt x="8337" y="4915"/>
                    <a:pt x="8325" y="4815"/>
                  </a:cubicBezTo>
                  <a:cubicBezTo>
                    <a:pt x="8309" y="4715"/>
                    <a:pt x="8265" y="4623"/>
                    <a:pt x="8193" y="4551"/>
                  </a:cubicBezTo>
                  <a:cubicBezTo>
                    <a:pt x="8133" y="4491"/>
                    <a:pt x="8065" y="4447"/>
                    <a:pt x="7985" y="4415"/>
                  </a:cubicBezTo>
                  <a:cubicBezTo>
                    <a:pt x="7873" y="4367"/>
                    <a:pt x="7753" y="4339"/>
                    <a:pt x="7633" y="4327"/>
                  </a:cubicBezTo>
                  <a:cubicBezTo>
                    <a:pt x="7769" y="4287"/>
                    <a:pt x="7901" y="4235"/>
                    <a:pt x="8033" y="4175"/>
                  </a:cubicBezTo>
                  <a:cubicBezTo>
                    <a:pt x="8321" y="4047"/>
                    <a:pt x="8581" y="3855"/>
                    <a:pt x="8793" y="3623"/>
                  </a:cubicBezTo>
                  <a:cubicBezTo>
                    <a:pt x="8849" y="3559"/>
                    <a:pt x="8901" y="3495"/>
                    <a:pt x="8945" y="3427"/>
                  </a:cubicBezTo>
                  <a:cubicBezTo>
                    <a:pt x="8969" y="3391"/>
                    <a:pt x="8989" y="3359"/>
                    <a:pt x="9009" y="3327"/>
                  </a:cubicBezTo>
                  <a:lnTo>
                    <a:pt x="9025" y="3303"/>
                  </a:lnTo>
                  <a:lnTo>
                    <a:pt x="9033" y="3287"/>
                  </a:lnTo>
                  <a:lnTo>
                    <a:pt x="9041" y="3271"/>
                  </a:lnTo>
                  <a:cubicBezTo>
                    <a:pt x="9049" y="3255"/>
                    <a:pt x="9061" y="3235"/>
                    <a:pt x="9069" y="3219"/>
                  </a:cubicBezTo>
                  <a:cubicBezTo>
                    <a:pt x="9145" y="3071"/>
                    <a:pt x="9189" y="2911"/>
                    <a:pt x="9205" y="2743"/>
                  </a:cubicBezTo>
                  <a:cubicBezTo>
                    <a:pt x="9221" y="2579"/>
                    <a:pt x="9181" y="2411"/>
                    <a:pt x="9101" y="2263"/>
                  </a:cubicBezTo>
                  <a:cubicBezTo>
                    <a:pt x="9017" y="2123"/>
                    <a:pt x="8901" y="2007"/>
                    <a:pt x="8757" y="1923"/>
                  </a:cubicBezTo>
                  <a:cubicBezTo>
                    <a:pt x="8621" y="1843"/>
                    <a:pt x="8473" y="1787"/>
                    <a:pt x="8317" y="1755"/>
                  </a:cubicBezTo>
                  <a:cubicBezTo>
                    <a:pt x="8227" y="1736"/>
                    <a:pt x="8134" y="1727"/>
                    <a:pt x="8042" y="1727"/>
                  </a:cubicBezTo>
                  <a:cubicBezTo>
                    <a:pt x="7979" y="1727"/>
                    <a:pt x="7916" y="1731"/>
                    <a:pt x="7853" y="1739"/>
                  </a:cubicBezTo>
                  <a:cubicBezTo>
                    <a:pt x="7705" y="1767"/>
                    <a:pt x="7561" y="1815"/>
                    <a:pt x="7425" y="1879"/>
                  </a:cubicBezTo>
                  <a:cubicBezTo>
                    <a:pt x="7297" y="1939"/>
                    <a:pt x="7169" y="2007"/>
                    <a:pt x="7049" y="2079"/>
                  </a:cubicBezTo>
                  <a:cubicBezTo>
                    <a:pt x="6813" y="2219"/>
                    <a:pt x="6597" y="2367"/>
                    <a:pt x="6405" y="2503"/>
                  </a:cubicBezTo>
                  <a:cubicBezTo>
                    <a:pt x="6213" y="2643"/>
                    <a:pt x="6041" y="2779"/>
                    <a:pt x="5889" y="2899"/>
                  </a:cubicBezTo>
                  <a:cubicBezTo>
                    <a:pt x="5845" y="2935"/>
                    <a:pt x="5801" y="2971"/>
                    <a:pt x="5761" y="3003"/>
                  </a:cubicBezTo>
                  <a:cubicBezTo>
                    <a:pt x="5905" y="2831"/>
                    <a:pt x="6029" y="2643"/>
                    <a:pt x="6129" y="2439"/>
                  </a:cubicBezTo>
                  <a:cubicBezTo>
                    <a:pt x="6257" y="2191"/>
                    <a:pt x="6321" y="1907"/>
                    <a:pt x="6309" y="1627"/>
                  </a:cubicBezTo>
                  <a:cubicBezTo>
                    <a:pt x="6301" y="1471"/>
                    <a:pt x="6261" y="1319"/>
                    <a:pt x="6197" y="1175"/>
                  </a:cubicBezTo>
                  <a:cubicBezTo>
                    <a:pt x="6133" y="1031"/>
                    <a:pt x="6049" y="895"/>
                    <a:pt x="5945" y="775"/>
                  </a:cubicBezTo>
                  <a:cubicBezTo>
                    <a:pt x="5737" y="523"/>
                    <a:pt x="5481" y="319"/>
                    <a:pt x="5193" y="167"/>
                  </a:cubicBezTo>
                  <a:cubicBezTo>
                    <a:pt x="5045" y="95"/>
                    <a:pt x="4881" y="43"/>
                    <a:pt x="4717" y="19"/>
                  </a:cubicBezTo>
                  <a:cubicBezTo>
                    <a:pt x="4641" y="7"/>
                    <a:pt x="4564" y="1"/>
                    <a:pt x="4487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89"/>
            <p:cNvSpPr/>
            <p:nvPr/>
          </p:nvSpPr>
          <p:spPr>
            <a:xfrm flipH="1">
              <a:off x="1084513" y="1141178"/>
              <a:ext cx="26070" cy="122008"/>
            </a:xfrm>
            <a:custGeom>
              <a:avLst/>
              <a:gdLst/>
              <a:ahLst/>
              <a:cxnLst/>
              <a:rect l="l" t="t" r="r" b="b"/>
              <a:pathLst>
                <a:path w="225" h="1053" extrusionOk="0">
                  <a:moveTo>
                    <a:pt x="164" y="0"/>
                  </a:moveTo>
                  <a:lnTo>
                    <a:pt x="116" y="548"/>
                  </a:lnTo>
                  <a:cubicBezTo>
                    <a:pt x="116" y="584"/>
                    <a:pt x="112" y="624"/>
                    <a:pt x="104" y="660"/>
                  </a:cubicBezTo>
                  <a:cubicBezTo>
                    <a:pt x="100" y="692"/>
                    <a:pt x="88" y="728"/>
                    <a:pt x="80" y="760"/>
                  </a:cubicBezTo>
                  <a:lnTo>
                    <a:pt x="0" y="1032"/>
                  </a:lnTo>
                  <a:lnTo>
                    <a:pt x="60" y="1052"/>
                  </a:lnTo>
                  <a:lnTo>
                    <a:pt x="140" y="780"/>
                  </a:lnTo>
                  <a:cubicBezTo>
                    <a:pt x="152" y="744"/>
                    <a:pt x="160" y="708"/>
                    <a:pt x="168" y="672"/>
                  </a:cubicBezTo>
                  <a:cubicBezTo>
                    <a:pt x="172" y="632"/>
                    <a:pt x="180" y="592"/>
                    <a:pt x="180" y="556"/>
                  </a:cubicBezTo>
                  <a:lnTo>
                    <a:pt x="224" y="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89"/>
            <p:cNvSpPr/>
            <p:nvPr/>
          </p:nvSpPr>
          <p:spPr>
            <a:xfrm flipH="1">
              <a:off x="1123444" y="1142568"/>
              <a:ext cx="31168" cy="108568"/>
            </a:xfrm>
            <a:custGeom>
              <a:avLst/>
              <a:gdLst/>
              <a:ahLst/>
              <a:cxnLst/>
              <a:rect l="l" t="t" r="r" b="b"/>
              <a:pathLst>
                <a:path w="269" h="937" extrusionOk="0">
                  <a:moveTo>
                    <a:pt x="64" y="0"/>
                  </a:moveTo>
                  <a:lnTo>
                    <a:pt x="0" y="4"/>
                  </a:lnTo>
                  <a:lnTo>
                    <a:pt x="40" y="288"/>
                  </a:lnTo>
                  <a:cubicBezTo>
                    <a:pt x="44" y="348"/>
                    <a:pt x="56" y="404"/>
                    <a:pt x="76" y="456"/>
                  </a:cubicBezTo>
                  <a:cubicBezTo>
                    <a:pt x="84" y="480"/>
                    <a:pt x="96" y="500"/>
                    <a:pt x="108" y="524"/>
                  </a:cubicBezTo>
                  <a:lnTo>
                    <a:pt x="120" y="548"/>
                  </a:lnTo>
                  <a:cubicBezTo>
                    <a:pt x="180" y="664"/>
                    <a:pt x="204" y="800"/>
                    <a:pt x="196" y="928"/>
                  </a:cubicBezTo>
                  <a:lnTo>
                    <a:pt x="256" y="936"/>
                  </a:lnTo>
                  <a:cubicBezTo>
                    <a:pt x="268" y="792"/>
                    <a:pt x="240" y="648"/>
                    <a:pt x="176" y="520"/>
                  </a:cubicBezTo>
                  <a:lnTo>
                    <a:pt x="164" y="492"/>
                  </a:lnTo>
                  <a:cubicBezTo>
                    <a:pt x="152" y="472"/>
                    <a:pt x="144" y="452"/>
                    <a:pt x="132" y="436"/>
                  </a:cubicBezTo>
                  <a:cubicBezTo>
                    <a:pt x="116" y="384"/>
                    <a:pt x="104" y="332"/>
                    <a:pt x="100" y="280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89"/>
            <p:cNvSpPr/>
            <p:nvPr/>
          </p:nvSpPr>
          <p:spPr>
            <a:xfrm flipH="1">
              <a:off x="1141983" y="1185671"/>
              <a:ext cx="35803" cy="87712"/>
            </a:xfrm>
            <a:custGeom>
              <a:avLst/>
              <a:gdLst/>
              <a:ahLst/>
              <a:cxnLst/>
              <a:rect l="l" t="t" r="r" b="b"/>
              <a:pathLst>
                <a:path w="309" h="757" extrusionOk="0">
                  <a:moveTo>
                    <a:pt x="52" y="0"/>
                  </a:moveTo>
                  <a:lnTo>
                    <a:pt x="0" y="36"/>
                  </a:lnTo>
                  <a:cubicBezTo>
                    <a:pt x="88" y="164"/>
                    <a:pt x="144" y="308"/>
                    <a:pt x="164" y="460"/>
                  </a:cubicBezTo>
                  <a:lnTo>
                    <a:pt x="168" y="492"/>
                  </a:lnTo>
                  <a:cubicBezTo>
                    <a:pt x="176" y="588"/>
                    <a:pt x="188" y="692"/>
                    <a:pt x="268" y="756"/>
                  </a:cubicBezTo>
                  <a:lnTo>
                    <a:pt x="308" y="704"/>
                  </a:lnTo>
                  <a:cubicBezTo>
                    <a:pt x="248" y="660"/>
                    <a:pt x="236" y="568"/>
                    <a:pt x="228" y="484"/>
                  </a:cubicBezTo>
                  <a:lnTo>
                    <a:pt x="224" y="452"/>
                  </a:lnTo>
                  <a:cubicBezTo>
                    <a:pt x="204" y="288"/>
                    <a:pt x="144" y="136"/>
                    <a:pt x="5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89"/>
            <p:cNvSpPr/>
            <p:nvPr/>
          </p:nvSpPr>
          <p:spPr>
            <a:xfrm flipH="1">
              <a:off x="1158669" y="1216260"/>
              <a:ext cx="75661" cy="70563"/>
            </a:xfrm>
            <a:custGeom>
              <a:avLst/>
              <a:gdLst/>
              <a:ahLst/>
              <a:cxnLst/>
              <a:rect l="l" t="t" r="r" b="b"/>
              <a:pathLst>
                <a:path w="653" h="609" extrusionOk="0">
                  <a:moveTo>
                    <a:pt x="24" y="0"/>
                  </a:moveTo>
                  <a:lnTo>
                    <a:pt x="0" y="60"/>
                  </a:lnTo>
                  <a:cubicBezTo>
                    <a:pt x="252" y="168"/>
                    <a:pt x="464" y="360"/>
                    <a:pt x="596" y="608"/>
                  </a:cubicBezTo>
                  <a:lnTo>
                    <a:pt x="652" y="576"/>
                  </a:lnTo>
                  <a:cubicBezTo>
                    <a:pt x="512" y="320"/>
                    <a:pt x="292" y="116"/>
                    <a:pt x="2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89"/>
            <p:cNvSpPr/>
            <p:nvPr/>
          </p:nvSpPr>
          <p:spPr>
            <a:xfrm flipH="1">
              <a:off x="1038166" y="1130518"/>
              <a:ext cx="28388" cy="128497"/>
            </a:xfrm>
            <a:custGeom>
              <a:avLst/>
              <a:gdLst/>
              <a:ahLst/>
              <a:cxnLst/>
              <a:rect l="l" t="t" r="r" b="b"/>
              <a:pathLst>
                <a:path w="245" h="1109" extrusionOk="0">
                  <a:moveTo>
                    <a:pt x="180" y="0"/>
                  </a:moveTo>
                  <a:cubicBezTo>
                    <a:pt x="176" y="40"/>
                    <a:pt x="172" y="76"/>
                    <a:pt x="160" y="116"/>
                  </a:cubicBezTo>
                  <a:cubicBezTo>
                    <a:pt x="104" y="364"/>
                    <a:pt x="56" y="624"/>
                    <a:pt x="16" y="876"/>
                  </a:cubicBezTo>
                  <a:cubicBezTo>
                    <a:pt x="0" y="952"/>
                    <a:pt x="0" y="1032"/>
                    <a:pt x="12" y="1108"/>
                  </a:cubicBezTo>
                  <a:lnTo>
                    <a:pt x="76" y="1092"/>
                  </a:lnTo>
                  <a:cubicBezTo>
                    <a:pt x="64" y="1024"/>
                    <a:pt x="64" y="956"/>
                    <a:pt x="80" y="888"/>
                  </a:cubicBezTo>
                  <a:cubicBezTo>
                    <a:pt x="120" y="636"/>
                    <a:pt x="168" y="380"/>
                    <a:pt x="224" y="132"/>
                  </a:cubicBezTo>
                  <a:cubicBezTo>
                    <a:pt x="236" y="88"/>
                    <a:pt x="240" y="44"/>
                    <a:pt x="24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89"/>
            <p:cNvSpPr/>
            <p:nvPr/>
          </p:nvSpPr>
          <p:spPr>
            <a:xfrm flipH="1">
              <a:off x="1074316" y="1120553"/>
              <a:ext cx="20509" cy="32327"/>
            </a:xfrm>
            <a:custGeom>
              <a:avLst/>
              <a:gdLst/>
              <a:ahLst/>
              <a:cxnLst/>
              <a:rect l="l" t="t" r="r" b="b"/>
              <a:pathLst>
                <a:path w="177" h="279" extrusionOk="0">
                  <a:moveTo>
                    <a:pt x="96" y="66"/>
                  </a:moveTo>
                  <a:cubicBezTo>
                    <a:pt x="100" y="66"/>
                    <a:pt x="108" y="74"/>
                    <a:pt x="108" y="90"/>
                  </a:cubicBezTo>
                  <a:cubicBezTo>
                    <a:pt x="108" y="122"/>
                    <a:pt x="100" y="154"/>
                    <a:pt x="84" y="182"/>
                  </a:cubicBezTo>
                  <a:cubicBezTo>
                    <a:pt x="80" y="170"/>
                    <a:pt x="76" y="158"/>
                    <a:pt x="76" y="146"/>
                  </a:cubicBezTo>
                  <a:cubicBezTo>
                    <a:pt x="68" y="122"/>
                    <a:pt x="68" y="98"/>
                    <a:pt x="80" y="78"/>
                  </a:cubicBezTo>
                  <a:cubicBezTo>
                    <a:pt x="88" y="70"/>
                    <a:pt x="92" y="66"/>
                    <a:pt x="96" y="66"/>
                  </a:cubicBezTo>
                  <a:close/>
                  <a:moveTo>
                    <a:pt x="98" y="0"/>
                  </a:moveTo>
                  <a:cubicBezTo>
                    <a:pt x="68" y="0"/>
                    <a:pt x="41" y="16"/>
                    <a:pt x="28" y="42"/>
                  </a:cubicBezTo>
                  <a:cubicBezTo>
                    <a:pt x="8" y="74"/>
                    <a:pt x="0" y="118"/>
                    <a:pt x="12" y="158"/>
                  </a:cubicBezTo>
                  <a:cubicBezTo>
                    <a:pt x="20" y="186"/>
                    <a:pt x="28" y="218"/>
                    <a:pt x="44" y="242"/>
                  </a:cubicBezTo>
                  <a:lnTo>
                    <a:pt x="48" y="254"/>
                  </a:lnTo>
                  <a:lnTo>
                    <a:pt x="68" y="278"/>
                  </a:lnTo>
                  <a:lnTo>
                    <a:pt x="92" y="262"/>
                  </a:lnTo>
                  <a:cubicBezTo>
                    <a:pt x="144" y="218"/>
                    <a:pt x="176" y="154"/>
                    <a:pt x="172" y="86"/>
                  </a:cubicBezTo>
                  <a:cubicBezTo>
                    <a:pt x="172" y="50"/>
                    <a:pt x="148" y="18"/>
                    <a:pt x="116" y="2"/>
                  </a:cubicBezTo>
                  <a:cubicBezTo>
                    <a:pt x="110" y="1"/>
                    <a:pt x="104" y="0"/>
                    <a:pt x="9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89"/>
            <p:cNvSpPr/>
            <p:nvPr/>
          </p:nvSpPr>
          <p:spPr>
            <a:xfrm flipH="1">
              <a:off x="1029360" y="1114296"/>
              <a:ext cx="22826" cy="27924"/>
            </a:xfrm>
            <a:custGeom>
              <a:avLst/>
              <a:gdLst/>
              <a:ahLst/>
              <a:cxnLst/>
              <a:rect l="l" t="t" r="r" b="b"/>
              <a:pathLst>
                <a:path w="197" h="241" extrusionOk="0">
                  <a:moveTo>
                    <a:pt x="108" y="60"/>
                  </a:moveTo>
                  <a:cubicBezTo>
                    <a:pt x="112" y="84"/>
                    <a:pt x="112" y="108"/>
                    <a:pt x="108" y="132"/>
                  </a:cubicBezTo>
                  <a:cubicBezTo>
                    <a:pt x="104" y="148"/>
                    <a:pt x="96" y="164"/>
                    <a:pt x="84" y="176"/>
                  </a:cubicBezTo>
                  <a:cubicBezTo>
                    <a:pt x="80" y="168"/>
                    <a:pt x="76" y="160"/>
                    <a:pt x="72" y="148"/>
                  </a:cubicBezTo>
                  <a:cubicBezTo>
                    <a:pt x="68" y="128"/>
                    <a:pt x="68" y="104"/>
                    <a:pt x="76" y="84"/>
                  </a:cubicBezTo>
                  <a:cubicBezTo>
                    <a:pt x="84" y="72"/>
                    <a:pt x="96" y="64"/>
                    <a:pt x="108" y="60"/>
                  </a:cubicBezTo>
                  <a:close/>
                  <a:moveTo>
                    <a:pt x="109" y="1"/>
                  </a:moveTo>
                  <a:cubicBezTo>
                    <a:pt x="72" y="1"/>
                    <a:pt x="39" y="20"/>
                    <a:pt x="20" y="52"/>
                  </a:cubicBezTo>
                  <a:cubicBezTo>
                    <a:pt x="4" y="88"/>
                    <a:pt x="0" y="128"/>
                    <a:pt x="12" y="164"/>
                  </a:cubicBezTo>
                  <a:cubicBezTo>
                    <a:pt x="24" y="216"/>
                    <a:pt x="52" y="232"/>
                    <a:pt x="72" y="236"/>
                  </a:cubicBezTo>
                  <a:cubicBezTo>
                    <a:pt x="76" y="240"/>
                    <a:pt x="84" y="240"/>
                    <a:pt x="92" y="240"/>
                  </a:cubicBezTo>
                  <a:cubicBezTo>
                    <a:pt x="100" y="240"/>
                    <a:pt x="112" y="236"/>
                    <a:pt x="120" y="232"/>
                  </a:cubicBezTo>
                  <a:cubicBezTo>
                    <a:pt x="144" y="212"/>
                    <a:pt x="164" y="180"/>
                    <a:pt x="168" y="148"/>
                  </a:cubicBezTo>
                  <a:cubicBezTo>
                    <a:pt x="168" y="148"/>
                    <a:pt x="196" y="20"/>
                    <a:pt x="136" y="4"/>
                  </a:cubicBezTo>
                  <a:cubicBezTo>
                    <a:pt x="127" y="2"/>
                    <a:pt x="118" y="1"/>
                    <a:pt x="10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89"/>
            <p:cNvSpPr/>
            <p:nvPr/>
          </p:nvSpPr>
          <p:spPr>
            <a:xfrm flipH="1">
              <a:off x="1167938" y="1167711"/>
              <a:ext cx="24680" cy="30126"/>
            </a:xfrm>
            <a:custGeom>
              <a:avLst/>
              <a:gdLst/>
              <a:ahLst/>
              <a:cxnLst/>
              <a:rect l="l" t="t" r="r" b="b"/>
              <a:pathLst>
                <a:path w="213" h="260" extrusionOk="0">
                  <a:moveTo>
                    <a:pt x="84" y="67"/>
                  </a:moveTo>
                  <a:cubicBezTo>
                    <a:pt x="100" y="83"/>
                    <a:pt x="116" y="103"/>
                    <a:pt x="128" y="127"/>
                  </a:cubicBezTo>
                  <a:cubicBezTo>
                    <a:pt x="136" y="143"/>
                    <a:pt x="140" y="163"/>
                    <a:pt x="140" y="183"/>
                  </a:cubicBezTo>
                  <a:cubicBezTo>
                    <a:pt x="112" y="159"/>
                    <a:pt x="88" y="131"/>
                    <a:pt x="72" y="99"/>
                  </a:cubicBezTo>
                  <a:cubicBezTo>
                    <a:pt x="68" y="87"/>
                    <a:pt x="72" y="75"/>
                    <a:pt x="84" y="67"/>
                  </a:cubicBezTo>
                  <a:close/>
                  <a:moveTo>
                    <a:pt x="84" y="0"/>
                  </a:moveTo>
                  <a:cubicBezTo>
                    <a:pt x="79" y="0"/>
                    <a:pt x="73" y="1"/>
                    <a:pt x="68" y="3"/>
                  </a:cubicBezTo>
                  <a:cubicBezTo>
                    <a:pt x="24" y="23"/>
                    <a:pt x="0" y="67"/>
                    <a:pt x="8" y="111"/>
                  </a:cubicBezTo>
                  <a:cubicBezTo>
                    <a:pt x="36" y="175"/>
                    <a:pt x="84" y="223"/>
                    <a:pt x="140" y="259"/>
                  </a:cubicBezTo>
                  <a:lnTo>
                    <a:pt x="156" y="259"/>
                  </a:lnTo>
                  <a:cubicBezTo>
                    <a:pt x="168" y="259"/>
                    <a:pt x="176" y="255"/>
                    <a:pt x="184" y="247"/>
                  </a:cubicBezTo>
                  <a:cubicBezTo>
                    <a:pt x="212" y="203"/>
                    <a:pt x="212" y="147"/>
                    <a:pt x="188" y="103"/>
                  </a:cubicBezTo>
                  <a:cubicBezTo>
                    <a:pt x="188" y="103"/>
                    <a:pt x="138" y="0"/>
                    <a:pt x="8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89"/>
            <p:cNvSpPr/>
            <p:nvPr/>
          </p:nvSpPr>
          <p:spPr>
            <a:xfrm flipH="1">
              <a:off x="1223091" y="1202356"/>
              <a:ext cx="29314" cy="22362"/>
            </a:xfrm>
            <a:custGeom>
              <a:avLst/>
              <a:gdLst/>
              <a:ahLst/>
              <a:cxnLst/>
              <a:rect l="l" t="t" r="r" b="b"/>
              <a:pathLst>
                <a:path w="253" h="193" extrusionOk="0">
                  <a:moveTo>
                    <a:pt x="72" y="64"/>
                  </a:moveTo>
                  <a:lnTo>
                    <a:pt x="72" y="64"/>
                  </a:lnTo>
                  <a:cubicBezTo>
                    <a:pt x="96" y="72"/>
                    <a:pt x="120" y="80"/>
                    <a:pt x="140" y="92"/>
                  </a:cubicBezTo>
                  <a:lnTo>
                    <a:pt x="140" y="88"/>
                  </a:lnTo>
                  <a:cubicBezTo>
                    <a:pt x="156" y="100"/>
                    <a:pt x="172" y="112"/>
                    <a:pt x="184" y="128"/>
                  </a:cubicBezTo>
                  <a:cubicBezTo>
                    <a:pt x="176" y="130"/>
                    <a:pt x="169" y="131"/>
                    <a:pt x="163" y="131"/>
                  </a:cubicBezTo>
                  <a:cubicBezTo>
                    <a:pt x="156" y="131"/>
                    <a:pt x="150" y="130"/>
                    <a:pt x="144" y="128"/>
                  </a:cubicBezTo>
                  <a:cubicBezTo>
                    <a:pt x="120" y="128"/>
                    <a:pt x="100" y="116"/>
                    <a:pt x="84" y="104"/>
                  </a:cubicBezTo>
                  <a:cubicBezTo>
                    <a:pt x="72" y="92"/>
                    <a:pt x="68" y="80"/>
                    <a:pt x="72" y="64"/>
                  </a:cubicBezTo>
                  <a:close/>
                  <a:moveTo>
                    <a:pt x="70" y="1"/>
                  </a:moveTo>
                  <a:cubicBezTo>
                    <a:pt x="52" y="1"/>
                    <a:pt x="35" y="6"/>
                    <a:pt x="24" y="20"/>
                  </a:cubicBezTo>
                  <a:cubicBezTo>
                    <a:pt x="0" y="56"/>
                    <a:pt x="4" y="108"/>
                    <a:pt x="36" y="144"/>
                  </a:cubicBezTo>
                  <a:cubicBezTo>
                    <a:pt x="60" y="172"/>
                    <a:pt x="96" y="188"/>
                    <a:pt x="136" y="192"/>
                  </a:cubicBezTo>
                  <a:lnTo>
                    <a:pt x="188" y="192"/>
                  </a:lnTo>
                  <a:cubicBezTo>
                    <a:pt x="204" y="192"/>
                    <a:pt x="220" y="184"/>
                    <a:pt x="232" y="176"/>
                  </a:cubicBezTo>
                  <a:cubicBezTo>
                    <a:pt x="248" y="160"/>
                    <a:pt x="252" y="140"/>
                    <a:pt x="248" y="120"/>
                  </a:cubicBezTo>
                  <a:cubicBezTo>
                    <a:pt x="240" y="80"/>
                    <a:pt x="176" y="36"/>
                    <a:pt x="176" y="36"/>
                  </a:cubicBezTo>
                  <a:cubicBezTo>
                    <a:pt x="176" y="36"/>
                    <a:pt x="117" y="1"/>
                    <a:pt x="7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89"/>
            <p:cNvSpPr/>
            <p:nvPr/>
          </p:nvSpPr>
          <p:spPr>
            <a:xfrm flipH="1">
              <a:off x="1134104" y="1123798"/>
              <a:ext cx="23289" cy="29083"/>
            </a:xfrm>
            <a:custGeom>
              <a:avLst/>
              <a:gdLst/>
              <a:ahLst/>
              <a:cxnLst/>
              <a:rect l="l" t="t" r="r" b="b"/>
              <a:pathLst>
                <a:path w="201" h="251" extrusionOk="0">
                  <a:moveTo>
                    <a:pt x="116" y="62"/>
                  </a:moveTo>
                  <a:cubicBezTo>
                    <a:pt x="128" y="70"/>
                    <a:pt x="132" y="86"/>
                    <a:pt x="132" y="98"/>
                  </a:cubicBezTo>
                  <a:cubicBezTo>
                    <a:pt x="128" y="122"/>
                    <a:pt x="116" y="142"/>
                    <a:pt x="100" y="158"/>
                  </a:cubicBezTo>
                  <a:cubicBezTo>
                    <a:pt x="88" y="166"/>
                    <a:pt x="80" y="174"/>
                    <a:pt x="68" y="182"/>
                  </a:cubicBezTo>
                  <a:cubicBezTo>
                    <a:pt x="68" y="166"/>
                    <a:pt x="68" y="146"/>
                    <a:pt x="76" y="130"/>
                  </a:cubicBezTo>
                  <a:lnTo>
                    <a:pt x="80" y="130"/>
                  </a:lnTo>
                  <a:cubicBezTo>
                    <a:pt x="88" y="106"/>
                    <a:pt x="100" y="82"/>
                    <a:pt x="116" y="62"/>
                  </a:cubicBezTo>
                  <a:close/>
                  <a:moveTo>
                    <a:pt x="117" y="1"/>
                  </a:moveTo>
                  <a:cubicBezTo>
                    <a:pt x="59" y="1"/>
                    <a:pt x="16" y="114"/>
                    <a:pt x="16" y="114"/>
                  </a:cubicBezTo>
                  <a:cubicBezTo>
                    <a:pt x="4" y="146"/>
                    <a:pt x="0" y="182"/>
                    <a:pt x="12" y="214"/>
                  </a:cubicBezTo>
                  <a:cubicBezTo>
                    <a:pt x="20" y="230"/>
                    <a:pt x="36" y="246"/>
                    <a:pt x="56" y="250"/>
                  </a:cubicBezTo>
                  <a:lnTo>
                    <a:pt x="68" y="250"/>
                  </a:lnTo>
                  <a:cubicBezTo>
                    <a:pt x="96" y="242"/>
                    <a:pt x="120" y="230"/>
                    <a:pt x="140" y="206"/>
                  </a:cubicBezTo>
                  <a:cubicBezTo>
                    <a:pt x="172" y="182"/>
                    <a:pt x="188" y="146"/>
                    <a:pt x="196" y="106"/>
                  </a:cubicBezTo>
                  <a:cubicBezTo>
                    <a:pt x="200" y="62"/>
                    <a:pt x="172" y="18"/>
                    <a:pt x="128" y="2"/>
                  </a:cubicBezTo>
                  <a:cubicBezTo>
                    <a:pt x="124" y="1"/>
                    <a:pt x="121" y="1"/>
                    <a:pt x="117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89"/>
            <p:cNvSpPr/>
            <p:nvPr/>
          </p:nvSpPr>
          <p:spPr>
            <a:xfrm flipH="1">
              <a:off x="1078024" y="1124377"/>
              <a:ext cx="13093" cy="23405"/>
            </a:xfrm>
            <a:custGeom>
              <a:avLst/>
              <a:gdLst/>
              <a:ahLst/>
              <a:cxnLst/>
              <a:rect l="l" t="t" r="r" b="b"/>
              <a:pathLst>
                <a:path w="113" h="202" extrusionOk="0">
                  <a:moveTo>
                    <a:pt x="64" y="0"/>
                  </a:moveTo>
                  <a:cubicBezTo>
                    <a:pt x="51" y="0"/>
                    <a:pt x="37" y="8"/>
                    <a:pt x="24" y="25"/>
                  </a:cubicBezTo>
                  <a:cubicBezTo>
                    <a:pt x="4" y="53"/>
                    <a:pt x="0" y="85"/>
                    <a:pt x="12" y="117"/>
                  </a:cubicBezTo>
                  <a:cubicBezTo>
                    <a:pt x="16" y="141"/>
                    <a:pt x="24" y="169"/>
                    <a:pt x="36" y="193"/>
                  </a:cubicBezTo>
                  <a:cubicBezTo>
                    <a:pt x="40" y="197"/>
                    <a:pt x="40" y="197"/>
                    <a:pt x="40" y="201"/>
                  </a:cubicBezTo>
                  <a:cubicBezTo>
                    <a:pt x="88" y="165"/>
                    <a:pt x="112" y="113"/>
                    <a:pt x="108" y="53"/>
                  </a:cubicBezTo>
                  <a:cubicBezTo>
                    <a:pt x="106" y="23"/>
                    <a:pt x="87" y="0"/>
                    <a:pt x="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89"/>
            <p:cNvSpPr/>
            <p:nvPr/>
          </p:nvSpPr>
          <p:spPr>
            <a:xfrm flipH="1">
              <a:off x="1034458" y="1117772"/>
              <a:ext cx="13556" cy="20740"/>
            </a:xfrm>
            <a:custGeom>
              <a:avLst/>
              <a:gdLst/>
              <a:ahLst/>
              <a:cxnLst/>
              <a:rect l="l" t="t" r="r" b="b"/>
              <a:pathLst>
                <a:path w="117" h="179" extrusionOk="0">
                  <a:moveTo>
                    <a:pt x="73" y="0"/>
                  </a:moveTo>
                  <a:cubicBezTo>
                    <a:pt x="49" y="0"/>
                    <a:pt x="25" y="15"/>
                    <a:pt x="12" y="38"/>
                  </a:cubicBezTo>
                  <a:cubicBezTo>
                    <a:pt x="0" y="66"/>
                    <a:pt x="0" y="98"/>
                    <a:pt x="8" y="126"/>
                  </a:cubicBezTo>
                  <a:cubicBezTo>
                    <a:pt x="16" y="158"/>
                    <a:pt x="28" y="174"/>
                    <a:pt x="40" y="178"/>
                  </a:cubicBezTo>
                  <a:cubicBezTo>
                    <a:pt x="42" y="179"/>
                    <a:pt x="43" y="179"/>
                    <a:pt x="45" y="179"/>
                  </a:cubicBezTo>
                  <a:cubicBezTo>
                    <a:pt x="68" y="179"/>
                    <a:pt x="93" y="152"/>
                    <a:pt x="104" y="110"/>
                  </a:cubicBezTo>
                  <a:cubicBezTo>
                    <a:pt x="108" y="94"/>
                    <a:pt x="116" y="10"/>
                    <a:pt x="88" y="2"/>
                  </a:cubicBezTo>
                  <a:cubicBezTo>
                    <a:pt x="83" y="1"/>
                    <a:pt x="78" y="0"/>
                    <a:pt x="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89"/>
            <p:cNvSpPr/>
            <p:nvPr/>
          </p:nvSpPr>
          <p:spPr>
            <a:xfrm flipH="1">
              <a:off x="1172109" y="1171651"/>
              <a:ext cx="16337" cy="22362"/>
            </a:xfrm>
            <a:custGeom>
              <a:avLst/>
              <a:gdLst/>
              <a:ahLst/>
              <a:cxnLst/>
              <a:rect l="l" t="t" r="r" b="b"/>
              <a:pathLst>
                <a:path w="141" h="193" extrusionOk="0">
                  <a:moveTo>
                    <a:pt x="50" y="0"/>
                  </a:moveTo>
                  <a:cubicBezTo>
                    <a:pt x="48" y="0"/>
                    <a:pt x="46" y="1"/>
                    <a:pt x="44" y="1"/>
                  </a:cubicBezTo>
                  <a:cubicBezTo>
                    <a:pt x="12" y="13"/>
                    <a:pt x="0" y="45"/>
                    <a:pt x="4" y="73"/>
                  </a:cubicBezTo>
                  <a:cubicBezTo>
                    <a:pt x="8" y="95"/>
                    <a:pt x="87" y="193"/>
                    <a:pt x="117" y="193"/>
                  </a:cubicBezTo>
                  <a:cubicBezTo>
                    <a:pt x="120" y="193"/>
                    <a:pt x="122" y="192"/>
                    <a:pt x="124" y="189"/>
                  </a:cubicBezTo>
                  <a:cubicBezTo>
                    <a:pt x="140" y="157"/>
                    <a:pt x="140" y="113"/>
                    <a:pt x="120" y="81"/>
                  </a:cubicBezTo>
                  <a:cubicBezTo>
                    <a:pt x="113" y="67"/>
                    <a:pt x="74" y="0"/>
                    <a:pt x="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89"/>
            <p:cNvSpPr/>
            <p:nvPr/>
          </p:nvSpPr>
          <p:spPr>
            <a:xfrm flipH="1">
              <a:off x="1227262" y="1205832"/>
              <a:ext cx="20972" cy="15295"/>
            </a:xfrm>
            <a:custGeom>
              <a:avLst/>
              <a:gdLst/>
              <a:ahLst/>
              <a:cxnLst/>
              <a:rect l="l" t="t" r="r" b="b"/>
              <a:pathLst>
                <a:path w="181" h="132" extrusionOk="0">
                  <a:moveTo>
                    <a:pt x="33" y="0"/>
                  </a:moveTo>
                  <a:cubicBezTo>
                    <a:pt x="25" y="0"/>
                    <a:pt x="19" y="2"/>
                    <a:pt x="16" y="6"/>
                  </a:cubicBezTo>
                  <a:cubicBezTo>
                    <a:pt x="0" y="34"/>
                    <a:pt x="0" y="70"/>
                    <a:pt x="24" y="90"/>
                  </a:cubicBezTo>
                  <a:cubicBezTo>
                    <a:pt x="44" y="114"/>
                    <a:pt x="72" y="126"/>
                    <a:pt x="104" y="130"/>
                  </a:cubicBezTo>
                  <a:cubicBezTo>
                    <a:pt x="114" y="130"/>
                    <a:pt x="125" y="131"/>
                    <a:pt x="135" y="131"/>
                  </a:cubicBezTo>
                  <a:cubicBezTo>
                    <a:pt x="150" y="131"/>
                    <a:pt x="165" y="130"/>
                    <a:pt x="172" y="122"/>
                  </a:cubicBezTo>
                  <a:cubicBezTo>
                    <a:pt x="180" y="114"/>
                    <a:pt x="180" y="106"/>
                    <a:pt x="180" y="98"/>
                  </a:cubicBezTo>
                  <a:cubicBezTo>
                    <a:pt x="176" y="74"/>
                    <a:pt x="136" y="42"/>
                    <a:pt x="120" y="34"/>
                  </a:cubicBezTo>
                  <a:cubicBezTo>
                    <a:pt x="111" y="25"/>
                    <a:pt x="61" y="0"/>
                    <a:pt x="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89"/>
            <p:cNvSpPr/>
            <p:nvPr/>
          </p:nvSpPr>
          <p:spPr>
            <a:xfrm flipH="1">
              <a:off x="1138276" y="1127158"/>
              <a:ext cx="15410" cy="22015"/>
            </a:xfrm>
            <a:custGeom>
              <a:avLst/>
              <a:gdLst/>
              <a:ahLst/>
              <a:cxnLst/>
              <a:rect l="l" t="t" r="r" b="b"/>
              <a:pathLst>
                <a:path w="133" h="190" extrusionOk="0">
                  <a:moveTo>
                    <a:pt x="84" y="1"/>
                  </a:moveTo>
                  <a:cubicBezTo>
                    <a:pt x="56" y="1"/>
                    <a:pt x="20" y="74"/>
                    <a:pt x="16" y="93"/>
                  </a:cubicBezTo>
                  <a:cubicBezTo>
                    <a:pt x="4" y="117"/>
                    <a:pt x="0" y="145"/>
                    <a:pt x="8" y="173"/>
                  </a:cubicBezTo>
                  <a:cubicBezTo>
                    <a:pt x="12" y="181"/>
                    <a:pt x="20" y="185"/>
                    <a:pt x="28" y="189"/>
                  </a:cubicBezTo>
                  <a:cubicBezTo>
                    <a:pt x="29" y="190"/>
                    <a:pt x="31" y="190"/>
                    <a:pt x="32" y="190"/>
                  </a:cubicBezTo>
                  <a:cubicBezTo>
                    <a:pt x="52" y="190"/>
                    <a:pt x="77" y="165"/>
                    <a:pt x="88" y="153"/>
                  </a:cubicBezTo>
                  <a:cubicBezTo>
                    <a:pt x="112" y="129"/>
                    <a:pt x="128" y="101"/>
                    <a:pt x="132" y="73"/>
                  </a:cubicBezTo>
                  <a:cubicBezTo>
                    <a:pt x="132" y="41"/>
                    <a:pt x="116" y="13"/>
                    <a:pt x="88" y="1"/>
                  </a:cubicBezTo>
                  <a:cubicBezTo>
                    <a:pt x="87" y="1"/>
                    <a:pt x="85" y="1"/>
                    <a:pt x="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89"/>
            <p:cNvSpPr/>
            <p:nvPr/>
          </p:nvSpPr>
          <p:spPr>
            <a:xfrm flipH="1">
              <a:off x="1081268" y="1206990"/>
              <a:ext cx="18655" cy="90956"/>
            </a:xfrm>
            <a:custGeom>
              <a:avLst/>
              <a:gdLst/>
              <a:ahLst/>
              <a:cxnLst/>
              <a:rect l="l" t="t" r="r" b="b"/>
              <a:pathLst>
                <a:path w="161" h="785" extrusionOk="0">
                  <a:moveTo>
                    <a:pt x="120" y="0"/>
                  </a:moveTo>
                  <a:lnTo>
                    <a:pt x="60" y="16"/>
                  </a:lnTo>
                  <a:cubicBezTo>
                    <a:pt x="96" y="164"/>
                    <a:pt x="96" y="316"/>
                    <a:pt x="60" y="464"/>
                  </a:cubicBezTo>
                  <a:lnTo>
                    <a:pt x="52" y="496"/>
                  </a:lnTo>
                  <a:cubicBezTo>
                    <a:pt x="28" y="592"/>
                    <a:pt x="0" y="696"/>
                    <a:pt x="56" y="784"/>
                  </a:cubicBezTo>
                  <a:lnTo>
                    <a:pt x="108" y="748"/>
                  </a:lnTo>
                  <a:cubicBezTo>
                    <a:pt x="68" y="684"/>
                    <a:pt x="92" y="600"/>
                    <a:pt x="112" y="516"/>
                  </a:cubicBezTo>
                  <a:lnTo>
                    <a:pt x="120" y="484"/>
                  </a:lnTo>
                  <a:cubicBezTo>
                    <a:pt x="160" y="324"/>
                    <a:pt x="160" y="160"/>
                    <a:pt x="12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89"/>
            <p:cNvSpPr/>
            <p:nvPr/>
          </p:nvSpPr>
          <p:spPr>
            <a:xfrm flipH="1">
              <a:off x="1081732" y="1186134"/>
              <a:ext cx="20509" cy="31632"/>
            </a:xfrm>
            <a:custGeom>
              <a:avLst/>
              <a:gdLst/>
              <a:ahLst/>
              <a:cxnLst/>
              <a:rect l="l" t="t" r="r" b="b"/>
              <a:pathLst>
                <a:path w="177" h="273" extrusionOk="0">
                  <a:moveTo>
                    <a:pt x="84" y="64"/>
                  </a:moveTo>
                  <a:cubicBezTo>
                    <a:pt x="96" y="88"/>
                    <a:pt x="104" y="112"/>
                    <a:pt x="104" y="136"/>
                  </a:cubicBezTo>
                  <a:cubicBezTo>
                    <a:pt x="104" y="156"/>
                    <a:pt x="104" y="176"/>
                    <a:pt x="96" y="192"/>
                  </a:cubicBezTo>
                  <a:cubicBezTo>
                    <a:pt x="80" y="160"/>
                    <a:pt x="68" y="128"/>
                    <a:pt x="60" y="92"/>
                  </a:cubicBezTo>
                  <a:cubicBezTo>
                    <a:pt x="64" y="76"/>
                    <a:pt x="72" y="68"/>
                    <a:pt x="84" y="64"/>
                  </a:cubicBezTo>
                  <a:close/>
                  <a:moveTo>
                    <a:pt x="92" y="0"/>
                  </a:moveTo>
                  <a:cubicBezTo>
                    <a:pt x="44" y="0"/>
                    <a:pt x="8" y="36"/>
                    <a:pt x="0" y="80"/>
                  </a:cubicBezTo>
                  <a:cubicBezTo>
                    <a:pt x="4" y="148"/>
                    <a:pt x="28" y="212"/>
                    <a:pt x="68" y="260"/>
                  </a:cubicBezTo>
                  <a:cubicBezTo>
                    <a:pt x="76" y="268"/>
                    <a:pt x="88" y="272"/>
                    <a:pt x="100" y="272"/>
                  </a:cubicBezTo>
                  <a:cubicBezTo>
                    <a:pt x="104" y="268"/>
                    <a:pt x="108" y="268"/>
                    <a:pt x="116" y="264"/>
                  </a:cubicBezTo>
                  <a:cubicBezTo>
                    <a:pt x="156" y="236"/>
                    <a:pt x="176" y="184"/>
                    <a:pt x="168" y="132"/>
                  </a:cubicBezTo>
                  <a:cubicBezTo>
                    <a:pt x="168" y="132"/>
                    <a:pt x="160" y="0"/>
                    <a:pt x="9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89"/>
            <p:cNvSpPr/>
            <p:nvPr/>
          </p:nvSpPr>
          <p:spPr>
            <a:xfrm flipH="1">
              <a:off x="1085903" y="1189842"/>
              <a:ext cx="13556" cy="23869"/>
            </a:xfrm>
            <a:custGeom>
              <a:avLst/>
              <a:gdLst/>
              <a:ahLst/>
              <a:cxnLst/>
              <a:rect l="l" t="t" r="r" b="b"/>
              <a:pathLst>
                <a:path w="117" h="206" extrusionOk="0">
                  <a:moveTo>
                    <a:pt x="68" y="0"/>
                  </a:moveTo>
                  <a:cubicBezTo>
                    <a:pt x="36" y="0"/>
                    <a:pt x="12" y="24"/>
                    <a:pt x="4" y="56"/>
                  </a:cubicBezTo>
                  <a:cubicBezTo>
                    <a:pt x="0" y="79"/>
                    <a:pt x="47" y="206"/>
                    <a:pt x="72" y="206"/>
                  </a:cubicBezTo>
                  <a:cubicBezTo>
                    <a:pt x="73" y="206"/>
                    <a:pt x="75" y="205"/>
                    <a:pt x="76" y="204"/>
                  </a:cubicBezTo>
                  <a:cubicBezTo>
                    <a:pt x="104" y="180"/>
                    <a:pt x="116" y="144"/>
                    <a:pt x="112" y="104"/>
                  </a:cubicBezTo>
                  <a:cubicBezTo>
                    <a:pt x="112" y="84"/>
                    <a:pt x="96" y="0"/>
                    <a:pt x="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89"/>
            <p:cNvSpPr/>
            <p:nvPr/>
          </p:nvSpPr>
          <p:spPr>
            <a:xfrm flipH="1">
              <a:off x="1111858" y="1230164"/>
              <a:ext cx="53878" cy="87248"/>
            </a:xfrm>
            <a:custGeom>
              <a:avLst/>
              <a:gdLst/>
              <a:ahLst/>
              <a:cxnLst/>
              <a:rect l="l" t="t" r="r" b="b"/>
              <a:pathLst>
                <a:path w="465" h="753" extrusionOk="0">
                  <a:moveTo>
                    <a:pt x="44" y="0"/>
                  </a:moveTo>
                  <a:lnTo>
                    <a:pt x="0" y="52"/>
                  </a:lnTo>
                  <a:cubicBezTo>
                    <a:pt x="212" y="232"/>
                    <a:pt x="352" y="480"/>
                    <a:pt x="400" y="752"/>
                  </a:cubicBezTo>
                  <a:lnTo>
                    <a:pt x="464" y="740"/>
                  </a:lnTo>
                  <a:cubicBezTo>
                    <a:pt x="412" y="452"/>
                    <a:pt x="264" y="192"/>
                    <a:pt x="4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89"/>
            <p:cNvSpPr/>
            <p:nvPr/>
          </p:nvSpPr>
          <p:spPr>
            <a:xfrm flipH="1">
              <a:off x="1153570" y="1212552"/>
              <a:ext cx="26070" cy="26070"/>
            </a:xfrm>
            <a:custGeom>
              <a:avLst/>
              <a:gdLst/>
              <a:ahLst/>
              <a:cxnLst/>
              <a:rect l="l" t="t" r="r" b="b"/>
              <a:pathLst>
                <a:path w="225" h="225" extrusionOk="0">
                  <a:moveTo>
                    <a:pt x="80" y="68"/>
                  </a:moveTo>
                  <a:cubicBezTo>
                    <a:pt x="100" y="80"/>
                    <a:pt x="120" y="96"/>
                    <a:pt x="136" y="112"/>
                  </a:cubicBezTo>
                  <a:cubicBezTo>
                    <a:pt x="148" y="128"/>
                    <a:pt x="156" y="144"/>
                    <a:pt x="164" y="164"/>
                  </a:cubicBezTo>
                  <a:cubicBezTo>
                    <a:pt x="152" y="160"/>
                    <a:pt x="136" y="156"/>
                    <a:pt x="124" y="148"/>
                  </a:cubicBezTo>
                  <a:cubicBezTo>
                    <a:pt x="104" y="140"/>
                    <a:pt x="88" y="124"/>
                    <a:pt x="76" y="104"/>
                  </a:cubicBezTo>
                  <a:cubicBezTo>
                    <a:pt x="72" y="92"/>
                    <a:pt x="72" y="80"/>
                    <a:pt x="80" y="68"/>
                  </a:cubicBezTo>
                  <a:close/>
                  <a:moveTo>
                    <a:pt x="75" y="0"/>
                  </a:moveTo>
                  <a:cubicBezTo>
                    <a:pt x="65" y="0"/>
                    <a:pt x="56" y="3"/>
                    <a:pt x="48" y="8"/>
                  </a:cubicBezTo>
                  <a:cubicBezTo>
                    <a:pt x="12" y="36"/>
                    <a:pt x="0" y="84"/>
                    <a:pt x="16" y="128"/>
                  </a:cubicBezTo>
                  <a:cubicBezTo>
                    <a:pt x="32" y="164"/>
                    <a:pt x="64" y="188"/>
                    <a:pt x="100" y="204"/>
                  </a:cubicBezTo>
                  <a:cubicBezTo>
                    <a:pt x="120" y="216"/>
                    <a:pt x="148" y="224"/>
                    <a:pt x="176" y="224"/>
                  </a:cubicBezTo>
                  <a:cubicBezTo>
                    <a:pt x="184" y="224"/>
                    <a:pt x="188" y="220"/>
                    <a:pt x="196" y="220"/>
                  </a:cubicBezTo>
                  <a:cubicBezTo>
                    <a:pt x="212" y="208"/>
                    <a:pt x="224" y="192"/>
                    <a:pt x="224" y="172"/>
                  </a:cubicBezTo>
                  <a:cubicBezTo>
                    <a:pt x="224" y="136"/>
                    <a:pt x="208" y="100"/>
                    <a:pt x="184" y="72"/>
                  </a:cubicBezTo>
                  <a:cubicBezTo>
                    <a:pt x="184" y="69"/>
                    <a:pt x="124" y="0"/>
                    <a:pt x="7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89"/>
            <p:cNvSpPr/>
            <p:nvPr/>
          </p:nvSpPr>
          <p:spPr>
            <a:xfrm flipH="1">
              <a:off x="1156814" y="1216028"/>
              <a:ext cx="19118" cy="19118"/>
            </a:xfrm>
            <a:custGeom>
              <a:avLst/>
              <a:gdLst/>
              <a:ahLst/>
              <a:cxnLst/>
              <a:rect l="l" t="t" r="r" b="b"/>
              <a:pathLst>
                <a:path w="165" h="165" extrusionOk="0">
                  <a:moveTo>
                    <a:pt x="40" y="1"/>
                  </a:moveTo>
                  <a:cubicBezTo>
                    <a:pt x="37" y="1"/>
                    <a:pt x="34" y="1"/>
                    <a:pt x="32" y="2"/>
                  </a:cubicBezTo>
                  <a:cubicBezTo>
                    <a:pt x="8" y="22"/>
                    <a:pt x="0" y="58"/>
                    <a:pt x="16" y="86"/>
                  </a:cubicBezTo>
                  <a:cubicBezTo>
                    <a:pt x="28" y="110"/>
                    <a:pt x="52" y="134"/>
                    <a:pt x="80" y="146"/>
                  </a:cubicBezTo>
                  <a:cubicBezTo>
                    <a:pt x="100" y="153"/>
                    <a:pt x="122" y="165"/>
                    <a:pt x="138" y="165"/>
                  </a:cubicBezTo>
                  <a:cubicBezTo>
                    <a:pt x="142" y="165"/>
                    <a:pt x="145" y="164"/>
                    <a:pt x="148" y="162"/>
                  </a:cubicBezTo>
                  <a:cubicBezTo>
                    <a:pt x="156" y="154"/>
                    <a:pt x="160" y="146"/>
                    <a:pt x="164" y="138"/>
                  </a:cubicBezTo>
                  <a:cubicBezTo>
                    <a:pt x="160" y="110"/>
                    <a:pt x="148" y="82"/>
                    <a:pt x="128" y="58"/>
                  </a:cubicBezTo>
                  <a:cubicBezTo>
                    <a:pt x="117" y="48"/>
                    <a:pt x="67" y="1"/>
                    <a:pt x="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89"/>
            <p:cNvSpPr/>
            <p:nvPr/>
          </p:nvSpPr>
          <p:spPr>
            <a:xfrm flipH="1">
              <a:off x="1097490" y="1255886"/>
              <a:ext cx="20509" cy="31864"/>
            </a:xfrm>
            <a:custGeom>
              <a:avLst/>
              <a:gdLst/>
              <a:ahLst/>
              <a:cxnLst/>
              <a:rect l="l" t="t" r="r" b="b"/>
              <a:pathLst>
                <a:path w="177" h="275" extrusionOk="0">
                  <a:moveTo>
                    <a:pt x="96" y="62"/>
                  </a:moveTo>
                  <a:cubicBezTo>
                    <a:pt x="104" y="66"/>
                    <a:pt x="108" y="78"/>
                    <a:pt x="108" y="86"/>
                  </a:cubicBezTo>
                  <a:cubicBezTo>
                    <a:pt x="108" y="118"/>
                    <a:pt x="100" y="150"/>
                    <a:pt x="84" y="178"/>
                  </a:cubicBezTo>
                  <a:cubicBezTo>
                    <a:pt x="80" y="166"/>
                    <a:pt x="76" y="154"/>
                    <a:pt x="76" y="142"/>
                  </a:cubicBezTo>
                  <a:cubicBezTo>
                    <a:pt x="68" y="122"/>
                    <a:pt x="68" y="94"/>
                    <a:pt x="80" y="74"/>
                  </a:cubicBezTo>
                  <a:cubicBezTo>
                    <a:pt x="84" y="66"/>
                    <a:pt x="88" y="62"/>
                    <a:pt x="96" y="62"/>
                  </a:cubicBezTo>
                  <a:close/>
                  <a:moveTo>
                    <a:pt x="93" y="0"/>
                  </a:moveTo>
                  <a:cubicBezTo>
                    <a:pt x="67" y="0"/>
                    <a:pt x="41" y="13"/>
                    <a:pt x="28" y="38"/>
                  </a:cubicBezTo>
                  <a:cubicBezTo>
                    <a:pt x="4" y="70"/>
                    <a:pt x="0" y="114"/>
                    <a:pt x="12" y="154"/>
                  </a:cubicBezTo>
                  <a:cubicBezTo>
                    <a:pt x="16" y="182"/>
                    <a:pt x="28" y="214"/>
                    <a:pt x="40" y="242"/>
                  </a:cubicBezTo>
                  <a:lnTo>
                    <a:pt x="48" y="250"/>
                  </a:lnTo>
                  <a:lnTo>
                    <a:pt x="64" y="274"/>
                  </a:lnTo>
                  <a:lnTo>
                    <a:pt x="92" y="258"/>
                  </a:lnTo>
                  <a:cubicBezTo>
                    <a:pt x="144" y="218"/>
                    <a:pt x="176" y="150"/>
                    <a:pt x="172" y="82"/>
                  </a:cubicBezTo>
                  <a:cubicBezTo>
                    <a:pt x="172" y="46"/>
                    <a:pt x="148" y="14"/>
                    <a:pt x="112" y="2"/>
                  </a:cubicBezTo>
                  <a:cubicBezTo>
                    <a:pt x="106" y="1"/>
                    <a:pt x="99" y="0"/>
                    <a:pt x="93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89"/>
            <p:cNvSpPr/>
            <p:nvPr/>
          </p:nvSpPr>
          <p:spPr>
            <a:xfrm flipH="1">
              <a:off x="1101198" y="1259247"/>
              <a:ext cx="13093" cy="23405"/>
            </a:xfrm>
            <a:custGeom>
              <a:avLst/>
              <a:gdLst/>
              <a:ahLst/>
              <a:cxnLst/>
              <a:rect l="l" t="t" r="r" b="b"/>
              <a:pathLst>
                <a:path w="113" h="202" extrusionOk="0">
                  <a:moveTo>
                    <a:pt x="61" y="1"/>
                  </a:moveTo>
                  <a:cubicBezTo>
                    <a:pt x="48" y="1"/>
                    <a:pt x="33" y="8"/>
                    <a:pt x="20" y="25"/>
                  </a:cubicBezTo>
                  <a:cubicBezTo>
                    <a:pt x="4" y="53"/>
                    <a:pt x="0" y="85"/>
                    <a:pt x="12" y="117"/>
                  </a:cubicBezTo>
                  <a:cubicBezTo>
                    <a:pt x="16" y="145"/>
                    <a:pt x="24" y="169"/>
                    <a:pt x="36" y="197"/>
                  </a:cubicBezTo>
                  <a:cubicBezTo>
                    <a:pt x="36" y="197"/>
                    <a:pt x="40" y="201"/>
                    <a:pt x="40" y="201"/>
                  </a:cubicBezTo>
                  <a:cubicBezTo>
                    <a:pt x="84" y="165"/>
                    <a:pt x="112" y="113"/>
                    <a:pt x="108" y="57"/>
                  </a:cubicBezTo>
                  <a:cubicBezTo>
                    <a:pt x="106" y="24"/>
                    <a:pt x="85" y="1"/>
                    <a:pt x="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89"/>
            <p:cNvSpPr/>
            <p:nvPr/>
          </p:nvSpPr>
          <p:spPr>
            <a:xfrm flipH="1">
              <a:off x="566355" y="-1"/>
              <a:ext cx="925318" cy="667744"/>
            </a:xfrm>
            <a:custGeom>
              <a:avLst/>
              <a:gdLst/>
              <a:ahLst/>
              <a:cxnLst/>
              <a:rect l="l" t="t" r="r" b="b"/>
              <a:pathLst>
                <a:path w="7986" h="5763" extrusionOk="0">
                  <a:moveTo>
                    <a:pt x="4205" y="3321"/>
                  </a:moveTo>
                  <a:cubicBezTo>
                    <a:pt x="4241" y="3341"/>
                    <a:pt x="4285" y="3365"/>
                    <a:pt x="4333" y="3385"/>
                  </a:cubicBezTo>
                  <a:cubicBezTo>
                    <a:pt x="4465" y="3449"/>
                    <a:pt x="4605" y="3501"/>
                    <a:pt x="4745" y="3545"/>
                  </a:cubicBezTo>
                  <a:cubicBezTo>
                    <a:pt x="4925" y="3605"/>
                    <a:pt x="5109" y="3653"/>
                    <a:pt x="5297" y="3689"/>
                  </a:cubicBezTo>
                  <a:cubicBezTo>
                    <a:pt x="5341" y="3697"/>
                    <a:pt x="5385" y="3705"/>
                    <a:pt x="5433" y="3713"/>
                  </a:cubicBezTo>
                  <a:cubicBezTo>
                    <a:pt x="5397" y="3713"/>
                    <a:pt x="5365" y="3709"/>
                    <a:pt x="5333" y="3705"/>
                  </a:cubicBezTo>
                  <a:lnTo>
                    <a:pt x="5173" y="3685"/>
                  </a:lnTo>
                  <a:cubicBezTo>
                    <a:pt x="4989" y="3653"/>
                    <a:pt x="4805" y="3609"/>
                    <a:pt x="4625" y="3545"/>
                  </a:cubicBezTo>
                  <a:cubicBezTo>
                    <a:pt x="4485" y="3497"/>
                    <a:pt x="4353" y="3437"/>
                    <a:pt x="4221" y="3369"/>
                  </a:cubicBezTo>
                  <a:lnTo>
                    <a:pt x="4185" y="3353"/>
                  </a:lnTo>
                  <a:cubicBezTo>
                    <a:pt x="4185" y="3337"/>
                    <a:pt x="4193" y="3325"/>
                    <a:pt x="4205" y="3321"/>
                  </a:cubicBezTo>
                  <a:close/>
                  <a:moveTo>
                    <a:pt x="3813" y="0"/>
                  </a:moveTo>
                  <a:cubicBezTo>
                    <a:pt x="3803" y="0"/>
                    <a:pt x="3792" y="1"/>
                    <a:pt x="3781" y="1"/>
                  </a:cubicBezTo>
                  <a:cubicBezTo>
                    <a:pt x="3772" y="1"/>
                    <a:pt x="3763" y="1"/>
                    <a:pt x="3754" y="1"/>
                  </a:cubicBezTo>
                  <a:cubicBezTo>
                    <a:pt x="3619" y="1"/>
                    <a:pt x="3481" y="28"/>
                    <a:pt x="3353" y="77"/>
                  </a:cubicBezTo>
                  <a:cubicBezTo>
                    <a:pt x="3217" y="125"/>
                    <a:pt x="3089" y="197"/>
                    <a:pt x="2977" y="285"/>
                  </a:cubicBezTo>
                  <a:cubicBezTo>
                    <a:pt x="2761" y="457"/>
                    <a:pt x="2581" y="673"/>
                    <a:pt x="2449" y="921"/>
                  </a:cubicBezTo>
                  <a:cubicBezTo>
                    <a:pt x="2381" y="1041"/>
                    <a:pt x="2333" y="1165"/>
                    <a:pt x="2301" y="1301"/>
                  </a:cubicBezTo>
                  <a:cubicBezTo>
                    <a:pt x="2273" y="1429"/>
                    <a:pt x="2269" y="1561"/>
                    <a:pt x="2285" y="1693"/>
                  </a:cubicBezTo>
                  <a:cubicBezTo>
                    <a:pt x="2325" y="1933"/>
                    <a:pt x="2421" y="2157"/>
                    <a:pt x="2573" y="2349"/>
                  </a:cubicBezTo>
                  <a:cubicBezTo>
                    <a:pt x="2689" y="2501"/>
                    <a:pt x="2825" y="2637"/>
                    <a:pt x="2977" y="2757"/>
                  </a:cubicBezTo>
                  <a:cubicBezTo>
                    <a:pt x="2937" y="2737"/>
                    <a:pt x="2897" y="2713"/>
                    <a:pt x="2853" y="2693"/>
                  </a:cubicBezTo>
                  <a:cubicBezTo>
                    <a:pt x="2705" y="2613"/>
                    <a:pt x="2537" y="2533"/>
                    <a:pt x="2353" y="2449"/>
                  </a:cubicBezTo>
                  <a:cubicBezTo>
                    <a:pt x="2165" y="2361"/>
                    <a:pt x="1965" y="2277"/>
                    <a:pt x="1741" y="2197"/>
                  </a:cubicBezTo>
                  <a:cubicBezTo>
                    <a:pt x="1625" y="2157"/>
                    <a:pt x="1509" y="2125"/>
                    <a:pt x="1393" y="2097"/>
                  </a:cubicBezTo>
                  <a:cubicBezTo>
                    <a:pt x="1278" y="2068"/>
                    <a:pt x="1163" y="2052"/>
                    <a:pt x="1045" y="2052"/>
                  </a:cubicBezTo>
                  <a:cubicBezTo>
                    <a:pt x="1032" y="2052"/>
                    <a:pt x="1018" y="2053"/>
                    <a:pt x="1005" y="2053"/>
                  </a:cubicBezTo>
                  <a:cubicBezTo>
                    <a:pt x="873" y="2061"/>
                    <a:pt x="741" y="2093"/>
                    <a:pt x="621" y="2145"/>
                  </a:cubicBezTo>
                  <a:cubicBezTo>
                    <a:pt x="493" y="2193"/>
                    <a:pt x="377" y="2269"/>
                    <a:pt x="277" y="2361"/>
                  </a:cubicBezTo>
                  <a:cubicBezTo>
                    <a:pt x="173" y="2453"/>
                    <a:pt x="93" y="2569"/>
                    <a:pt x="49" y="2701"/>
                  </a:cubicBezTo>
                  <a:cubicBezTo>
                    <a:pt x="5" y="2837"/>
                    <a:pt x="1" y="2985"/>
                    <a:pt x="41" y="3121"/>
                  </a:cubicBezTo>
                  <a:cubicBezTo>
                    <a:pt x="81" y="3257"/>
                    <a:pt x="149" y="3385"/>
                    <a:pt x="237" y="3497"/>
                  </a:cubicBezTo>
                  <a:cubicBezTo>
                    <a:pt x="249" y="3513"/>
                    <a:pt x="257" y="3525"/>
                    <a:pt x="269" y="3537"/>
                  </a:cubicBezTo>
                  <a:lnTo>
                    <a:pt x="277" y="3549"/>
                  </a:lnTo>
                  <a:lnTo>
                    <a:pt x="289" y="3561"/>
                  </a:lnTo>
                  <a:lnTo>
                    <a:pt x="305" y="3577"/>
                  </a:lnTo>
                  <a:cubicBezTo>
                    <a:pt x="329" y="3605"/>
                    <a:pt x="349" y="3629"/>
                    <a:pt x="377" y="3653"/>
                  </a:cubicBezTo>
                  <a:cubicBezTo>
                    <a:pt x="425" y="3701"/>
                    <a:pt x="477" y="3749"/>
                    <a:pt x="533" y="3789"/>
                  </a:cubicBezTo>
                  <a:cubicBezTo>
                    <a:pt x="753" y="3953"/>
                    <a:pt x="1001" y="4069"/>
                    <a:pt x="1269" y="4129"/>
                  </a:cubicBezTo>
                  <a:cubicBezTo>
                    <a:pt x="1385" y="4157"/>
                    <a:pt x="1505" y="4177"/>
                    <a:pt x="1629" y="4189"/>
                  </a:cubicBezTo>
                  <a:cubicBezTo>
                    <a:pt x="1525" y="4217"/>
                    <a:pt x="1433" y="4261"/>
                    <a:pt x="1345" y="4321"/>
                  </a:cubicBezTo>
                  <a:cubicBezTo>
                    <a:pt x="1285" y="4361"/>
                    <a:pt x="1233" y="4413"/>
                    <a:pt x="1193" y="4469"/>
                  </a:cubicBezTo>
                  <a:cubicBezTo>
                    <a:pt x="1145" y="4541"/>
                    <a:pt x="1125" y="4629"/>
                    <a:pt x="1129" y="4713"/>
                  </a:cubicBezTo>
                  <a:cubicBezTo>
                    <a:pt x="1137" y="4801"/>
                    <a:pt x="1169" y="4885"/>
                    <a:pt x="1217" y="4961"/>
                  </a:cubicBezTo>
                  <a:cubicBezTo>
                    <a:pt x="1269" y="5033"/>
                    <a:pt x="1329" y="5097"/>
                    <a:pt x="1397" y="5153"/>
                  </a:cubicBezTo>
                  <a:cubicBezTo>
                    <a:pt x="1545" y="5261"/>
                    <a:pt x="1701" y="5353"/>
                    <a:pt x="1869" y="5425"/>
                  </a:cubicBezTo>
                  <a:cubicBezTo>
                    <a:pt x="2041" y="5509"/>
                    <a:pt x="2217" y="5581"/>
                    <a:pt x="2401" y="5641"/>
                  </a:cubicBezTo>
                  <a:cubicBezTo>
                    <a:pt x="2589" y="5709"/>
                    <a:pt x="2789" y="5749"/>
                    <a:pt x="2989" y="5761"/>
                  </a:cubicBezTo>
                  <a:cubicBezTo>
                    <a:pt x="3012" y="5762"/>
                    <a:pt x="3036" y="5763"/>
                    <a:pt x="3059" y="5763"/>
                  </a:cubicBezTo>
                  <a:cubicBezTo>
                    <a:pt x="3140" y="5763"/>
                    <a:pt x="3220" y="5757"/>
                    <a:pt x="3297" y="5741"/>
                  </a:cubicBezTo>
                  <a:cubicBezTo>
                    <a:pt x="3405" y="5725"/>
                    <a:pt x="3505" y="5689"/>
                    <a:pt x="3597" y="5633"/>
                  </a:cubicBezTo>
                  <a:cubicBezTo>
                    <a:pt x="3777" y="5525"/>
                    <a:pt x="3917" y="5361"/>
                    <a:pt x="3993" y="5165"/>
                  </a:cubicBezTo>
                  <a:cubicBezTo>
                    <a:pt x="4057" y="4989"/>
                    <a:pt x="4089" y="4801"/>
                    <a:pt x="4085" y="4613"/>
                  </a:cubicBezTo>
                  <a:cubicBezTo>
                    <a:pt x="4085" y="4529"/>
                    <a:pt x="4081" y="4445"/>
                    <a:pt x="4073" y="4361"/>
                  </a:cubicBezTo>
                  <a:lnTo>
                    <a:pt x="4073" y="4361"/>
                  </a:lnTo>
                  <a:cubicBezTo>
                    <a:pt x="4109" y="4421"/>
                    <a:pt x="4145" y="4485"/>
                    <a:pt x="4185" y="4545"/>
                  </a:cubicBezTo>
                  <a:cubicBezTo>
                    <a:pt x="4317" y="4737"/>
                    <a:pt x="4477" y="4913"/>
                    <a:pt x="4657" y="5069"/>
                  </a:cubicBezTo>
                  <a:cubicBezTo>
                    <a:pt x="4753" y="5153"/>
                    <a:pt x="4857" y="5229"/>
                    <a:pt x="4969" y="5297"/>
                  </a:cubicBezTo>
                  <a:cubicBezTo>
                    <a:pt x="5085" y="5365"/>
                    <a:pt x="5205" y="5425"/>
                    <a:pt x="5333" y="5473"/>
                  </a:cubicBezTo>
                  <a:cubicBezTo>
                    <a:pt x="5519" y="5544"/>
                    <a:pt x="5715" y="5580"/>
                    <a:pt x="5911" y="5580"/>
                  </a:cubicBezTo>
                  <a:cubicBezTo>
                    <a:pt x="6001" y="5580"/>
                    <a:pt x="6092" y="5572"/>
                    <a:pt x="6181" y="5557"/>
                  </a:cubicBezTo>
                  <a:cubicBezTo>
                    <a:pt x="6217" y="5549"/>
                    <a:pt x="6253" y="5537"/>
                    <a:pt x="6289" y="5529"/>
                  </a:cubicBezTo>
                  <a:cubicBezTo>
                    <a:pt x="6325" y="5521"/>
                    <a:pt x="6357" y="5509"/>
                    <a:pt x="6393" y="5493"/>
                  </a:cubicBezTo>
                  <a:lnTo>
                    <a:pt x="6497" y="5453"/>
                  </a:lnTo>
                  <a:lnTo>
                    <a:pt x="6597" y="5401"/>
                  </a:lnTo>
                  <a:cubicBezTo>
                    <a:pt x="6629" y="5381"/>
                    <a:pt x="6657" y="5361"/>
                    <a:pt x="6689" y="5341"/>
                  </a:cubicBezTo>
                  <a:cubicBezTo>
                    <a:pt x="6717" y="5317"/>
                    <a:pt x="6749" y="5297"/>
                    <a:pt x="6777" y="5273"/>
                  </a:cubicBezTo>
                  <a:lnTo>
                    <a:pt x="6857" y="5197"/>
                  </a:lnTo>
                  <a:lnTo>
                    <a:pt x="6929" y="5113"/>
                  </a:lnTo>
                  <a:cubicBezTo>
                    <a:pt x="7021" y="4997"/>
                    <a:pt x="7089" y="4865"/>
                    <a:pt x="7129" y="4725"/>
                  </a:cubicBezTo>
                  <a:cubicBezTo>
                    <a:pt x="7145" y="4653"/>
                    <a:pt x="7157" y="4581"/>
                    <a:pt x="7161" y="4509"/>
                  </a:cubicBezTo>
                  <a:lnTo>
                    <a:pt x="7165" y="4453"/>
                  </a:lnTo>
                  <a:cubicBezTo>
                    <a:pt x="7165" y="4437"/>
                    <a:pt x="7165" y="4421"/>
                    <a:pt x="7165" y="4405"/>
                  </a:cubicBezTo>
                  <a:cubicBezTo>
                    <a:pt x="7161" y="4369"/>
                    <a:pt x="7161" y="4337"/>
                    <a:pt x="7157" y="4297"/>
                  </a:cubicBezTo>
                  <a:cubicBezTo>
                    <a:pt x="7137" y="4161"/>
                    <a:pt x="7105" y="4013"/>
                    <a:pt x="7005" y="3901"/>
                  </a:cubicBezTo>
                  <a:cubicBezTo>
                    <a:pt x="6953" y="3849"/>
                    <a:pt x="6889" y="3809"/>
                    <a:pt x="6821" y="3785"/>
                  </a:cubicBezTo>
                  <a:cubicBezTo>
                    <a:pt x="6769" y="3769"/>
                    <a:pt x="6721" y="3757"/>
                    <a:pt x="6665" y="3749"/>
                  </a:cubicBezTo>
                  <a:lnTo>
                    <a:pt x="6733" y="3737"/>
                  </a:lnTo>
                  <a:cubicBezTo>
                    <a:pt x="6993" y="3689"/>
                    <a:pt x="7269" y="3613"/>
                    <a:pt x="7505" y="3429"/>
                  </a:cubicBezTo>
                  <a:cubicBezTo>
                    <a:pt x="7517" y="3417"/>
                    <a:pt x="7533" y="3405"/>
                    <a:pt x="7545" y="3393"/>
                  </a:cubicBezTo>
                  <a:lnTo>
                    <a:pt x="7581" y="3357"/>
                  </a:lnTo>
                  <a:lnTo>
                    <a:pt x="7621" y="3321"/>
                  </a:lnTo>
                  <a:lnTo>
                    <a:pt x="7625" y="3317"/>
                  </a:lnTo>
                  <a:lnTo>
                    <a:pt x="7629" y="3313"/>
                  </a:lnTo>
                  <a:lnTo>
                    <a:pt x="7637" y="3301"/>
                  </a:lnTo>
                  <a:lnTo>
                    <a:pt x="7657" y="3281"/>
                  </a:lnTo>
                  <a:cubicBezTo>
                    <a:pt x="7677" y="3257"/>
                    <a:pt x="7701" y="3233"/>
                    <a:pt x="7725" y="3201"/>
                  </a:cubicBezTo>
                  <a:cubicBezTo>
                    <a:pt x="7745" y="3173"/>
                    <a:pt x="7769" y="3149"/>
                    <a:pt x="7789" y="3121"/>
                  </a:cubicBezTo>
                  <a:cubicBezTo>
                    <a:pt x="7833" y="3061"/>
                    <a:pt x="7869" y="3001"/>
                    <a:pt x="7905" y="2937"/>
                  </a:cubicBezTo>
                  <a:cubicBezTo>
                    <a:pt x="7941" y="2873"/>
                    <a:pt x="7965" y="2801"/>
                    <a:pt x="7981" y="2729"/>
                  </a:cubicBezTo>
                  <a:cubicBezTo>
                    <a:pt x="7985" y="2689"/>
                    <a:pt x="7985" y="2649"/>
                    <a:pt x="7981" y="2613"/>
                  </a:cubicBezTo>
                  <a:cubicBezTo>
                    <a:pt x="7973" y="2569"/>
                    <a:pt x="7957" y="2529"/>
                    <a:pt x="7937" y="2493"/>
                  </a:cubicBezTo>
                  <a:cubicBezTo>
                    <a:pt x="7893" y="2433"/>
                    <a:pt x="7833" y="2381"/>
                    <a:pt x="7769" y="2349"/>
                  </a:cubicBezTo>
                  <a:cubicBezTo>
                    <a:pt x="7705" y="2317"/>
                    <a:pt x="7641" y="2289"/>
                    <a:pt x="7573" y="2269"/>
                  </a:cubicBezTo>
                  <a:cubicBezTo>
                    <a:pt x="7505" y="2249"/>
                    <a:pt x="7441" y="2233"/>
                    <a:pt x="7373" y="2217"/>
                  </a:cubicBezTo>
                  <a:cubicBezTo>
                    <a:pt x="7237" y="2185"/>
                    <a:pt x="7105" y="2161"/>
                    <a:pt x="6973" y="2137"/>
                  </a:cubicBezTo>
                  <a:cubicBezTo>
                    <a:pt x="6841" y="2113"/>
                    <a:pt x="6713" y="2089"/>
                    <a:pt x="6577" y="2077"/>
                  </a:cubicBezTo>
                  <a:cubicBezTo>
                    <a:pt x="6529" y="2073"/>
                    <a:pt x="6481" y="2070"/>
                    <a:pt x="6432" y="2070"/>
                  </a:cubicBezTo>
                  <a:cubicBezTo>
                    <a:pt x="6351" y="2070"/>
                    <a:pt x="6269" y="2077"/>
                    <a:pt x="6189" y="2089"/>
                  </a:cubicBezTo>
                  <a:cubicBezTo>
                    <a:pt x="6065" y="2101"/>
                    <a:pt x="5941" y="2129"/>
                    <a:pt x="5821" y="2161"/>
                  </a:cubicBezTo>
                  <a:cubicBezTo>
                    <a:pt x="5605" y="2225"/>
                    <a:pt x="5393" y="2309"/>
                    <a:pt x="5189" y="2405"/>
                  </a:cubicBezTo>
                  <a:cubicBezTo>
                    <a:pt x="5001" y="2497"/>
                    <a:pt x="4833" y="2589"/>
                    <a:pt x="4689" y="2681"/>
                  </a:cubicBezTo>
                  <a:lnTo>
                    <a:pt x="4617" y="2725"/>
                  </a:lnTo>
                  <a:cubicBezTo>
                    <a:pt x="4713" y="2621"/>
                    <a:pt x="4797" y="2509"/>
                    <a:pt x="4873" y="2389"/>
                  </a:cubicBezTo>
                  <a:cubicBezTo>
                    <a:pt x="4997" y="2189"/>
                    <a:pt x="5093" y="1969"/>
                    <a:pt x="5149" y="1737"/>
                  </a:cubicBezTo>
                  <a:cubicBezTo>
                    <a:pt x="5181" y="1609"/>
                    <a:pt x="5197" y="1481"/>
                    <a:pt x="5201" y="1349"/>
                  </a:cubicBezTo>
                  <a:cubicBezTo>
                    <a:pt x="5205" y="1209"/>
                    <a:pt x="5185" y="1069"/>
                    <a:pt x="5141" y="937"/>
                  </a:cubicBezTo>
                  <a:cubicBezTo>
                    <a:pt x="5093" y="797"/>
                    <a:pt x="5021" y="673"/>
                    <a:pt x="4925" y="561"/>
                  </a:cubicBezTo>
                  <a:cubicBezTo>
                    <a:pt x="4741" y="333"/>
                    <a:pt x="4497" y="161"/>
                    <a:pt x="4217" y="65"/>
                  </a:cubicBezTo>
                  <a:cubicBezTo>
                    <a:pt x="4087" y="24"/>
                    <a:pt x="3950" y="0"/>
                    <a:pt x="38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89"/>
            <p:cNvSpPr/>
            <p:nvPr/>
          </p:nvSpPr>
          <p:spPr>
            <a:xfrm flipH="1">
              <a:off x="933422" y="30124"/>
              <a:ext cx="271246" cy="237065"/>
            </a:xfrm>
            <a:custGeom>
              <a:avLst/>
              <a:gdLst/>
              <a:ahLst/>
              <a:cxnLst/>
              <a:rect l="l" t="t" r="r" b="b"/>
              <a:pathLst>
                <a:path w="2341" h="2046" extrusionOk="0">
                  <a:moveTo>
                    <a:pt x="972" y="1"/>
                  </a:moveTo>
                  <a:lnTo>
                    <a:pt x="972" y="1"/>
                  </a:lnTo>
                  <a:cubicBezTo>
                    <a:pt x="612" y="105"/>
                    <a:pt x="316" y="361"/>
                    <a:pt x="156" y="701"/>
                  </a:cubicBezTo>
                  <a:cubicBezTo>
                    <a:pt x="0" y="1045"/>
                    <a:pt x="28" y="1445"/>
                    <a:pt x="228" y="1765"/>
                  </a:cubicBezTo>
                  <a:cubicBezTo>
                    <a:pt x="260" y="1805"/>
                    <a:pt x="280" y="1853"/>
                    <a:pt x="288" y="1905"/>
                  </a:cubicBezTo>
                  <a:lnTo>
                    <a:pt x="292" y="1913"/>
                  </a:lnTo>
                  <a:cubicBezTo>
                    <a:pt x="312" y="1977"/>
                    <a:pt x="368" y="2029"/>
                    <a:pt x="436" y="2045"/>
                  </a:cubicBezTo>
                  <a:cubicBezTo>
                    <a:pt x="408" y="1933"/>
                    <a:pt x="404" y="1821"/>
                    <a:pt x="420" y="1709"/>
                  </a:cubicBezTo>
                  <a:lnTo>
                    <a:pt x="492" y="1701"/>
                  </a:lnTo>
                  <a:cubicBezTo>
                    <a:pt x="508" y="1653"/>
                    <a:pt x="516" y="1605"/>
                    <a:pt x="520" y="1557"/>
                  </a:cubicBezTo>
                  <a:cubicBezTo>
                    <a:pt x="560" y="1621"/>
                    <a:pt x="616" y="1673"/>
                    <a:pt x="684" y="1709"/>
                  </a:cubicBezTo>
                  <a:cubicBezTo>
                    <a:pt x="696" y="1445"/>
                    <a:pt x="744" y="1185"/>
                    <a:pt x="816" y="929"/>
                  </a:cubicBezTo>
                  <a:cubicBezTo>
                    <a:pt x="860" y="773"/>
                    <a:pt x="932" y="605"/>
                    <a:pt x="1084" y="545"/>
                  </a:cubicBezTo>
                  <a:lnTo>
                    <a:pt x="1084" y="545"/>
                  </a:lnTo>
                  <a:cubicBezTo>
                    <a:pt x="976" y="877"/>
                    <a:pt x="872" y="1233"/>
                    <a:pt x="976" y="1565"/>
                  </a:cubicBezTo>
                  <a:cubicBezTo>
                    <a:pt x="968" y="1481"/>
                    <a:pt x="1004" y="1401"/>
                    <a:pt x="1072" y="1349"/>
                  </a:cubicBezTo>
                  <a:cubicBezTo>
                    <a:pt x="1096" y="1425"/>
                    <a:pt x="1132" y="1501"/>
                    <a:pt x="1184" y="1565"/>
                  </a:cubicBezTo>
                  <a:cubicBezTo>
                    <a:pt x="1228" y="1393"/>
                    <a:pt x="1328" y="1241"/>
                    <a:pt x="1464" y="1129"/>
                  </a:cubicBezTo>
                  <a:lnTo>
                    <a:pt x="1464" y="1129"/>
                  </a:lnTo>
                  <a:cubicBezTo>
                    <a:pt x="1460" y="1297"/>
                    <a:pt x="1492" y="1465"/>
                    <a:pt x="1552" y="1621"/>
                  </a:cubicBezTo>
                  <a:cubicBezTo>
                    <a:pt x="1563" y="1646"/>
                    <a:pt x="1591" y="1672"/>
                    <a:pt x="1611" y="1672"/>
                  </a:cubicBezTo>
                  <a:cubicBezTo>
                    <a:pt x="1620" y="1672"/>
                    <a:pt x="1627" y="1668"/>
                    <a:pt x="1632" y="1657"/>
                  </a:cubicBezTo>
                  <a:cubicBezTo>
                    <a:pt x="1636" y="1693"/>
                    <a:pt x="1640" y="1729"/>
                    <a:pt x="1648" y="1765"/>
                  </a:cubicBezTo>
                  <a:cubicBezTo>
                    <a:pt x="1700" y="1737"/>
                    <a:pt x="1748" y="1689"/>
                    <a:pt x="1772" y="1633"/>
                  </a:cubicBezTo>
                  <a:cubicBezTo>
                    <a:pt x="1776" y="1745"/>
                    <a:pt x="1808" y="1857"/>
                    <a:pt x="1868" y="1953"/>
                  </a:cubicBezTo>
                  <a:cubicBezTo>
                    <a:pt x="2048" y="1689"/>
                    <a:pt x="2052" y="1337"/>
                    <a:pt x="2228" y="1077"/>
                  </a:cubicBezTo>
                  <a:lnTo>
                    <a:pt x="2228" y="1077"/>
                  </a:lnTo>
                  <a:cubicBezTo>
                    <a:pt x="2220" y="1285"/>
                    <a:pt x="2232" y="1497"/>
                    <a:pt x="2264" y="1705"/>
                  </a:cubicBezTo>
                  <a:cubicBezTo>
                    <a:pt x="2312" y="1537"/>
                    <a:pt x="2340" y="1365"/>
                    <a:pt x="2340" y="1189"/>
                  </a:cubicBezTo>
                  <a:cubicBezTo>
                    <a:pt x="2328" y="989"/>
                    <a:pt x="2288" y="793"/>
                    <a:pt x="2216" y="605"/>
                  </a:cubicBezTo>
                  <a:cubicBezTo>
                    <a:pt x="2200" y="557"/>
                    <a:pt x="2180" y="509"/>
                    <a:pt x="2152" y="465"/>
                  </a:cubicBezTo>
                  <a:cubicBezTo>
                    <a:pt x="2096" y="389"/>
                    <a:pt x="2020" y="325"/>
                    <a:pt x="1940" y="277"/>
                  </a:cubicBezTo>
                  <a:cubicBezTo>
                    <a:pt x="1767" y="158"/>
                    <a:pt x="1575" y="36"/>
                    <a:pt x="1372" y="36"/>
                  </a:cubicBezTo>
                  <a:cubicBezTo>
                    <a:pt x="1350" y="36"/>
                    <a:pt x="1327" y="38"/>
                    <a:pt x="1304" y="41"/>
                  </a:cubicBezTo>
                  <a:cubicBezTo>
                    <a:pt x="1152" y="61"/>
                    <a:pt x="1020" y="149"/>
                    <a:pt x="904" y="245"/>
                  </a:cubicBezTo>
                  <a:cubicBezTo>
                    <a:pt x="792" y="333"/>
                    <a:pt x="684" y="429"/>
                    <a:pt x="584" y="529"/>
                  </a:cubicBezTo>
                  <a:cubicBezTo>
                    <a:pt x="604" y="305"/>
                    <a:pt x="796" y="141"/>
                    <a:pt x="9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89"/>
            <p:cNvSpPr/>
            <p:nvPr/>
          </p:nvSpPr>
          <p:spPr>
            <a:xfrm flipH="1">
              <a:off x="599722" y="255486"/>
              <a:ext cx="297200" cy="152250"/>
            </a:xfrm>
            <a:custGeom>
              <a:avLst/>
              <a:gdLst/>
              <a:ahLst/>
              <a:cxnLst/>
              <a:rect l="l" t="t" r="r" b="b"/>
              <a:pathLst>
                <a:path w="2565" h="1314" extrusionOk="0">
                  <a:moveTo>
                    <a:pt x="1536" y="0"/>
                  </a:moveTo>
                  <a:lnTo>
                    <a:pt x="1536" y="0"/>
                  </a:lnTo>
                  <a:cubicBezTo>
                    <a:pt x="980" y="12"/>
                    <a:pt x="444" y="200"/>
                    <a:pt x="0" y="536"/>
                  </a:cubicBezTo>
                  <a:lnTo>
                    <a:pt x="60" y="568"/>
                  </a:lnTo>
                  <a:cubicBezTo>
                    <a:pt x="123" y="578"/>
                    <a:pt x="188" y="583"/>
                    <a:pt x="253" y="583"/>
                  </a:cubicBezTo>
                  <a:cubicBezTo>
                    <a:pt x="344" y="583"/>
                    <a:pt x="435" y="573"/>
                    <a:pt x="524" y="552"/>
                  </a:cubicBezTo>
                  <a:lnTo>
                    <a:pt x="524" y="552"/>
                  </a:lnTo>
                  <a:cubicBezTo>
                    <a:pt x="356" y="608"/>
                    <a:pt x="192" y="676"/>
                    <a:pt x="32" y="760"/>
                  </a:cubicBezTo>
                  <a:lnTo>
                    <a:pt x="636" y="648"/>
                  </a:lnTo>
                  <a:cubicBezTo>
                    <a:pt x="828" y="624"/>
                    <a:pt x="1012" y="564"/>
                    <a:pt x="1180" y="472"/>
                  </a:cubicBezTo>
                  <a:lnTo>
                    <a:pt x="1520" y="300"/>
                  </a:lnTo>
                  <a:lnTo>
                    <a:pt x="1520" y="300"/>
                  </a:lnTo>
                  <a:cubicBezTo>
                    <a:pt x="1464" y="364"/>
                    <a:pt x="1408" y="436"/>
                    <a:pt x="1356" y="504"/>
                  </a:cubicBezTo>
                  <a:lnTo>
                    <a:pt x="1668" y="340"/>
                  </a:lnTo>
                  <a:lnTo>
                    <a:pt x="1668" y="340"/>
                  </a:lnTo>
                  <a:cubicBezTo>
                    <a:pt x="1596" y="396"/>
                    <a:pt x="1568" y="488"/>
                    <a:pt x="1500" y="548"/>
                  </a:cubicBezTo>
                  <a:cubicBezTo>
                    <a:pt x="1460" y="580"/>
                    <a:pt x="1412" y="604"/>
                    <a:pt x="1360" y="620"/>
                  </a:cubicBezTo>
                  <a:cubicBezTo>
                    <a:pt x="1000" y="744"/>
                    <a:pt x="628" y="836"/>
                    <a:pt x="252" y="892"/>
                  </a:cubicBezTo>
                  <a:cubicBezTo>
                    <a:pt x="296" y="892"/>
                    <a:pt x="340" y="908"/>
                    <a:pt x="372" y="940"/>
                  </a:cubicBezTo>
                  <a:cubicBezTo>
                    <a:pt x="288" y="940"/>
                    <a:pt x="208" y="984"/>
                    <a:pt x="168" y="1060"/>
                  </a:cubicBezTo>
                  <a:cubicBezTo>
                    <a:pt x="222" y="1076"/>
                    <a:pt x="276" y="1082"/>
                    <a:pt x="331" y="1082"/>
                  </a:cubicBezTo>
                  <a:cubicBezTo>
                    <a:pt x="500" y="1082"/>
                    <a:pt x="674" y="1019"/>
                    <a:pt x="840" y="964"/>
                  </a:cubicBezTo>
                  <a:cubicBezTo>
                    <a:pt x="1116" y="868"/>
                    <a:pt x="1396" y="788"/>
                    <a:pt x="1684" y="728"/>
                  </a:cubicBezTo>
                  <a:lnTo>
                    <a:pt x="1684" y="728"/>
                  </a:lnTo>
                  <a:cubicBezTo>
                    <a:pt x="1640" y="824"/>
                    <a:pt x="1536" y="876"/>
                    <a:pt x="1436" y="920"/>
                  </a:cubicBezTo>
                  <a:cubicBezTo>
                    <a:pt x="1112" y="1052"/>
                    <a:pt x="780" y="1168"/>
                    <a:pt x="436" y="1256"/>
                  </a:cubicBezTo>
                  <a:cubicBezTo>
                    <a:pt x="595" y="1295"/>
                    <a:pt x="756" y="1314"/>
                    <a:pt x="916" y="1314"/>
                  </a:cubicBezTo>
                  <a:cubicBezTo>
                    <a:pt x="1333" y="1314"/>
                    <a:pt x="1743" y="1184"/>
                    <a:pt x="2084" y="932"/>
                  </a:cubicBezTo>
                  <a:cubicBezTo>
                    <a:pt x="2216" y="828"/>
                    <a:pt x="2340" y="716"/>
                    <a:pt x="2456" y="600"/>
                  </a:cubicBezTo>
                  <a:cubicBezTo>
                    <a:pt x="2508" y="548"/>
                    <a:pt x="2564" y="488"/>
                    <a:pt x="2560" y="416"/>
                  </a:cubicBezTo>
                  <a:cubicBezTo>
                    <a:pt x="2548" y="352"/>
                    <a:pt x="2504" y="300"/>
                    <a:pt x="2440" y="280"/>
                  </a:cubicBezTo>
                  <a:cubicBezTo>
                    <a:pt x="2380" y="260"/>
                    <a:pt x="2316" y="248"/>
                    <a:pt x="2252" y="244"/>
                  </a:cubicBezTo>
                  <a:cubicBezTo>
                    <a:pt x="2080" y="224"/>
                    <a:pt x="1916" y="172"/>
                    <a:pt x="1768" y="88"/>
                  </a:cubicBezTo>
                  <a:cubicBezTo>
                    <a:pt x="1649" y="221"/>
                    <a:pt x="1482" y="293"/>
                    <a:pt x="1311" y="293"/>
                  </a:cubicBezTo>
                  <a:cubicBezTo>
                    <a:pt x="1286" y="293"/>
                    <a:pt x="1261" y="291"/>
                    <a:pt x="1236" y="288"/>
                  </a:cubicBezTo>
                  <a:cubicBezTo>
                    <a:pt x="1360" y="224"/>
                    <a:pt x="1464" y="124"/>
                    <a:pt x="1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89"/>
            <p:cNvSpPr/>
            <p:nvPr/>
          </p:nvSpPr>
          <p:spPr>
            <a:xfrm flipH="1">
              <a:off x="682220" y="450839"/>
              <a:ext cx="299517" cy="160592"/>
            </a:xfrm>
            <a:custGeom>
              <a:avLst/>
              <a:gdLst/>
              <a:ahLst/>
              <a:cxnLst/>
              <a:rect l="l" t="t" r="r" b="b"/>
              <a:pathLst>
                <a:path w="2585" h="1386" extrusionOk="0">
                  <a:moveTo>
                    <a:pt x="2046" y="1"/>
                  </a:moveTo>
                  <a:cubicBezTo>
                    <a:pt x="1996" y="1"/>
                    <a:pt x="1947" y="10"/>
                    <a:pt x="1900" y="26"/>
                  </a:cubicBezTo>
                  <a:cubicBezTo>
                    <a:pt x="1860" y="46"/>
                    <a:pt x="1820" y="66"/>
                    <a:pt x="1780" y="94"/>
                  </a:cubicBezTo>
                  <a:cubicBezTo>
                    <a:pt x="1555" y="235"/>
                    <a:pt x="1298" y="307"/>
                    <a:pt x="1039" y="307"/>
                  </a:cubicBezTo>
                  <a:cubicBezTo>
                    <a:pt x="907" y="307"/>
                    <a:pt x="774" y="288"/>
                    <a:pt x="644" y="250"/>
                  </a:cubicBezTo>
                  <a:lnTo>
                    <a:pt x="644" y="250"/>
                  </a:lnTo>
                  <a:cubicBezTo>
                    <a:pt x="740" y="346"/>
                    <a:pt x="844" y="430"/>
                    <a:pt x="960" y="498"/>
                  </a:cubicBezTo>
                  <a:cubicBezTo>
                    <a:pt x="768" y="442"/>
                    <a:pt x="580" y="370"/>
                    <a:pt x="400" y="282"/>
                  </a:cubicBezTo>
                  <a:cubicBezTo>
                    <a:pt x="293" y="232"/>
                    <a:pt x="179" y="176"/>
                    <a:pt x="65" y="176"/>
                  </a:cubicBezTo>
                  <a:cubicBezTo>
                    <a:pt x="44" y="176"/>
                    <a:pt x="22" y="178"/>
                    <a:pt x="0" y="182"/>
                  </a:cubicBezTo>
                  <a:cubicBezTo>
                    <a:pt x="208" y="550"/>
                    <a:pt x="564" y="802"/>
                    <a:pt x="980" y="874"/>
                  </a:cubicBezTo>
                  <a:cubicBezTo>
                    <a:pt x="939" y="890"/>
                    <a:pt x="896" y="897"/>
                    <a:pt x="854" y="897"/>
                  </a:cubicBezTo>
                  <a:cubicBezTo>
                    <a:pt x="723" y="897"/>
                    <a:pt x="589" y="833"/>
                    <a:pt x="468" y="770"/>
                  </a:cubicBezTo>
                  <a:lnTo>
                    <a:pt x="48" y="550"/>
                  </a:lnTo>
                  <a:lnTo>
                    <a:pt x="0" y="550"/>
                  </a:lnTo>
                  <a:lnTo>
                    <a:pt x="280" y="870"/>
                  </a:lnTo>
                  <a:cubicBezTo>
                    <a:pt x="328" y="930"/>
                    <a:pt x="384" y="986"/>
                    <a:pt x="444" y="1038"/>
                  </a:cubicBezTo>
                  <a:cubicBezTo>
                    <a:pt x="504" y="1086"/>
                    <a:pt x="572" y="1122"/>
                    <a:pt x="644" y="1154"/>
                  </a:cubicBezTo>
                  <a:cubicBezTo>
                    <a:pt x="968" y="1307"/>
                    <a:pt x="1318" y="1385"/>
                    <a:pt x="1671" y="1385"/>
                  </a:cubicBezTo>
                  <a:cubicBezTo>
                    <a:pt x="1808" y="1385"/>
                    <a:pt x="1944" y="1374"/>
                    <a:pt x="2080" y="1350"/>
                  </a:cubicBezTo>
                  <a:cubicBezTo>
                    <a:pt x="2124" y="1346"/>
                    <a:pt x="2172" y="1330"/>
                    <a:pt x="2212" y="1310"/>
                  </a:cubicBezTo>
                  <a:cubicBezTo>
                    <a:pt x="2256" y="1278"/>
                    <a:pt x="2296" y="1238"/>
                    <a:pt x="2324" y="1194"/>
                  </a:cubicBezTo>
                  <a:cubicBezTo>
                    <a:pt x="2428" y="1038"/>
                    <a:pt x="2504" y="862"/>
                    <a:pt x="2544" y="682"/>
                  </a:cubicBezTo>
                  <a:cubicBezTo>
                    <a:pt x="2584" y="502"/>
                    <a:pt x="2584" y="298"/>
                    <a:pt x="2464" y="162"/>
                  </a:cubicBezTo>
                  <a:cubicBezTo>
                    <a:pt x="2368" y="66"/>
                    <a:pt x="2244" y="10"/>
                    <a:pt x="2112" y="6"/>
                  </a:cubicBezTo>
                  <a:cubicBezTo>
                    <a:pt x="2090" y="2"/>
                    <a:pt x="2068" y="1"/>
                    <a:pt x="20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89"/>
            <p:cNvSpPr/>
            <p:nvPr/>
          </p:nvSpPr>
          <p:spPr>
            <a:xfrm flipH="1">
              <a:off x="1048827" y="475866"/>
              <a:ext cx="275417" cy="160708"/>
            </a:xfrm>
            <a:custGeom>
              <a:avLst/>
              <a:gdLst/>
              <a:ahLst/>
              <a:cxnLst/>
              <a:rect l="l" t="t" r="r" b="b"/>
              <a:pathLst>
                <a:path w="2377" h="1387" extrusionOk="0">
                  <a:moveTo>
                    <a:pt x="2288" y="158"/>
                  </a:moveTo>
                  <a:lnTo>
                    <a:pt x="2288" y="158"/>
                  </a:lnTo>
                  <a:cubicBezTo>
                    <a:pt x="2282" y="191"/>
                    <a:pt x="2276" y="223"/>
                    <a:pt x="2268" y="256"/>
                  </a:cubicBezTo>
                  <a:lnTo>
                    <a:pt x="2268" y="256"/>
                  </a:lnTo>
                  <a:cubicBezTo>
                    <a:pt x="2289" y="225"/>
                    <a:pt x="2300" y="192"/>
                    <a:pt x="2288" y="158"/>
                  </a:cubicBezTo>
                  <a:close/>
                  <a:moveTo>
                    <a:pt x="2120" y="0"/>
                  </a:moveTo>
                  <a:cubicBezTo>
                    <a:pt x="2091" y="0"/>
                    <a:pt x="2064" y="14"/>
                    <a:pt x="2048" y="38"/>
                  </a:cubicBezTo>
                  <a:cubicBezTo>
                    <a:pt x="2016" y="66"/>
                    <a:pt x="2000" y="106"/>
                    <a:pt x="1972" y="138"/>
                  </a:cubicBezTo>
                  <a:cubicBezTo>
                    <a:pt x="1912" y="202"/>
                    <a:pt x="1816" y="218"/>
                    <a:pt x="1752" y="278"/>
                  </a:cubicBezTo>
                  <a:cubicBezTo>
                    <a:pt x="1700" y="330"/>
                    <a:pt x="1680" y="402"/>
                    <a:pt x="1636" y="458"/>
                  </a:cubicBezTo>
                  <a:cubicBezTo>
                    <a:pt x="1543" y="586"/>
                    <a:pt x="1379" y="614"/>
                    <a:pt x="1216" y="614"/>
                  </a:cubicBezTo>
                  <a:cubicBezTo>
                    <a:pt x="1176" y="614"/>
                    <a:pt x="1135" y="613"/>
                    <a:pt x="1096" y="610"/>
                  </a:cubicBezTo>
                  <a:cubicBezTo>
                    <a:pt x="1076" y="610"/>
                    <a:pt x="1060" y="606"/>
                    <a:pt x="1044" y="594"/>
                  </a:cubicBezTo>
                  <a:cubicBezTo>
                    <a:pt x="1020" y="566"/>
                    <a:pt x="1028" y="526"/>
                    <a:pt x="1056" y="506"/>
                  </a:cubicBezTo>
                  <a:cubicBezTo>
                    <a:pt x="1088" y="490"/>
                    <a:pt x="1120" y="478"/>
                    <a:pt x="1156" y="474"/>
                  </a:cubicBezTo>
                  <a:cubicBezTo>
                    <a:pt x="1368" y="434"/>
                    <a:pt x="1540" y="270"/>
                    <a:pt x="1584" y="54"/>
                  </a:cubicBezTo>
                  <a:lnTo>
                    <a:pt x="1584" y="54"/>
                  </a:lnTo>
                  <a:cubicBezTo>
                    <a:pt x="1433" y="205"/>
                    <a:pt x="1229" y="284"/>
                    <a:pt x="1022" y="284"/>
                  </a:cubicBezTo>
                  <a:cubicBezTo>
                    <a:pt x="944" y="284"/>
                    <a:pt x="865" y="273"/>
                    <a:pt x="788" y="250"/>
                  </a:cubicBezTo>
                  <a:cubicBezTo>
                    <a:pt x="952" y="226"/>
                    <a:pt x="1108" y="154"/>
                    <a:pt x="1236" y="46"/>
                  </a:cubicBezTo>
                  <a:lnTo>
                    <a:pt x="1236" y="46"/>
                  </a:lnTo>
                  <a:cubicBezTo>
                    <a:pt x="1056" y="154"/>
                    <a:pt x="832" y="142"/>
                    <a:pt x="624" y="154"/>
                  </a:cubicBezTo>
                  <a:cubicBezTo>
                    <a:pt x="412" y="170"/>
                    <a:pt x="180" y="230"/>
                    <a:pt x="80" y="414"/>
                  </a:cubicBezTo>
                  <a:cubicBezTo>
                    <a:pt x="0" y="558"/>
                    <a:pt x="36" y="742"/>
                    <a:pt x="128" y="878"/>
                  </a:cubicBezTo>
                  <a:cubicBezTo>
                    <a:pt x="228" y="1006"/>
                    <a:pt x="364" y="1106"/>
                    <a:pt x="512" y="1170"/>
                  </a:cubicBezTo>
                  <a:cubicBezTo>
                    <a:pt x="516" y="1134"/>
                    <a:pt x="496" y="1102"/>
                    <a:pt x="460" y="1090"/>
                  </a:cubicBezTo>
                  <a:lnTo>
                    <a:pt x="460" y="1090"/>
                  </a:lnTo>
                  <a:cubicBezTo>
                    <a:pt x="660" y="1098"/>
                    <a:pt x="856" y="1150"/>
                    <a:pt x="1032" y="1238"/>
                  </a:cubicBezTo>
                  <a:cubicBezTo>
                    <a:pt x="1006" y="1242"/>
                    <a:pt x="981" y="1245"/>
                    <a:pt x="956" y="1245"/>
                  </a:cubicBezTo>
                  <a:cubicBezTo>
                    <a:pt x="911" y="1245"/>
                    <a:pt x="868" y="1238"/>
                    <a:pt x="824" y="1222"/>
                  </a:cubicBezTo>
                  <a:lnTo>
                    <a:pt x="824" y="1222"/>
                  </a:lnTo>
                  <a:cubicBezTo>
                    <a:pt x="966" y="1330"/>
                    <a:pt x="1136" y="1386"/>
                    <a:pt x="1311" y="1386"/>
                  </a:cubicBezTo>
                  <a:cubicBezTo>
                    <a:pt x="1338" y="1386"/>
                    <a:pt x="1365" y="1385"/>
                    <a:pt x="1392" y="1382"/>
                  </a:cubicBezTo>
                  <a:cubicBezTo>
                    <a:pt x="1596" y="1362"/>
                    <a:pt x="1792" y="1298"/>
                    <a:pt x="1964" y="1190"/>
                  </a:cubicBezTo>
                  <a:cubicBezTo>
                    <a:pt x="2064" y="1138"/>
                    <a:pt x="2144" y="1050"/>
                    <a:pt x="2192" y="946"/>
                  </a:cubicBezTo>
                  <a:cubicBezTo>
                    <a:pt x="2272" y="794"/>
                    <a:pt x="2336" y="630"/>
                    <a:pt x="2376" y="462"/>
                  </a:cubicBezTo>
                  <a:lnTo>
                    <a:pt x="2340" y="462"/>
                  </a:lnTo>
                  <a:cubicBezTo>
                    <a:pt x="2292" y="498"/>
                    <a:pt x="2276" y="562"/>
                    <a:pt x="2252" y="618"/>
                  </a:cubicBezTo>
                  <a:cubicBezTo>
                    <a:pt x="2230" y="674"/>
                    <a:pt x="2186" y="727"/>
                    <a:pt x="2128" y="727"/>
                  </a:cubicBezTo>
                  <a:cubicBezTo>
                    <a:pt x="2124" y="727"/>
                    <a:pt x="2120" y="727"/>
                    <a:pt x="2116" y="726"/>
                  </a:cubicBezTo>
                  <a:cubicBezTo>
                    <a:pt x="2183" y="576"/>
                    <a:pt x="2233" y="418"/>
                    <a:pt x="2268" y="256"/>
                  </a:cubicBezTo>
                  <a:lnTo>
                    <a:pt x="2268" y="256"/>
                  </a:lnTo>
                  <a:cubicBezTo>
                    <a:pt x="2253" y="278"/>
                    <a:pt x="2233" y="299"/>
                    <a:pt x="2212" y="318"/>
                  </a:cubicBezTo>
                  <a:cubicBezTo>
                    <a:pt x="2191" y="340"/>
                    <a:pt x="2166" y="361"/>
                    <a:pt x="2146" y="385"/>
                  </a:cubicBezTo>
                  <a:lnTo>
                    <a:pt x="2146" y="385"/>
                  </a:lnTo>
                  <a:cubicBezTo>
                    <a:pt x="2193" y="265"/>
                    <a:pt x="2199" y="132"/>
                    <a:pt x="2160" y="10"/>
                  </a:cubicBezTo>
                  <a:cubicBezTo>
                    <a:pt x="2147" y="4"/>
                    <a:pt x="2133" y="0"/>
                    <a:pt x="21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89"/>
            <p:cNvSpPr/>
            <p:nvPr/>
          </p:nvSpPr>
          <p:spPr>
            <a:xfrm flipH="1">
              <a:off x="1162378" y="262438"/>
              <a:ext cx="293145" cy="190254"/>
            </a:xfrm>
            <a:custGeom>
              <a:avLst/>
              <a:gdLst/>
              <a:ahLst/>
              <a:cxnLst/>
              <a:rect l="l" t="t" r="r" b="b"/>
              <a:pathLst>
                <a:path w="2530" h="1642" extrusionOk="0">
                  <a:moveTo>
                    <a:pt x="485" y="0"/>
                  </a:moveTo>
                  <a:cubicBezTo>
                    <a:pt x="381" y="0"/>
                    <a:pt x="293" y="80"/>
                    <a:pt x="229" y="160"/>
                  </a:cubicBezTo>
                  <a:cubicBezTo>
                    <a:pt x="121" y="288"/>
                    <a:pt x="53" y="440"/>
                    <a:pt x="25" y="604"/>
                  </a:cubicBezTo>
                  <a:cubicBezTo>
                    <a:pt x="1" y="772"/>
                    <a:pt x="41" y="940"/>
                    <a:pt x="141" y="1076"/>
                  </a:cubicBezTo>
                  <a:cubicBezTo>
                    <a:pt x="233" y="1196"/>
                    <a:pt x="373" y="1276"/>
                    <a:pt x="509" y="1344"/>
                  </a:cubicBezTo>
                  <a:cubicBezTo>
                    <a:pt x="689" y="1432"/>
                    <a:pt x="873" y="1508"/>
                    <a:pt x="1061" y="1572"/>
                  </a:cubicBezTo>
                  <a:cubicBezTo>
                    <a:pt x="1125" y="1600"/>
                    <a:pt x="1197" y="1616"/>
                    <a:pt x="1269" y="1632"/>
                  </a:cubicBezTo>
                  <a:cubicBezTo>
                    <a:pt x="1317" y="1638"/>
                    <a:pt x="1365" y="1641"/>
                    <a:pt x="1414" y="1641"/>
                  </a:cubicBezTo>
                  <a:cubicBezTo>
                    <a:pt x="1462" y="1641"/>
                    <a:pt x="1511" y="1638"/>
                    <a:pt x="1561" y="1632"/>
                  </a:cubicBezTo>
                  <a:cubicBezTo>
                    <a:pt x="1765" y="1612"/>
                    <a:pt x="1965" y="1588"/>
                    <a:pt x="2165" y="1548"/>
                  </a:cubicBezTo>
                  <a:cubicBezTo>
                    <a:pt x="2241" y="1540"/>
                    <a:pt x="2317" y="1516"/>
                    <a:pt x="2385" y="1484"/>
                  </a:cubicBezTo>
                  <a:cubicBezTo>
                    <a:pt x="2457" y="1448"/>
                    <a:pt x="2509" y="1384"/>
                    <a:pt x="2529" y="1312"/>
                  </a:cubicBezTo>
                  <a:lnTo>
                    <a:pt x="2529" y="1312"/>
                  </a:lnTo>
                  <a:lnTo>
                    <a:pt x="2025" y="1372"/>
                  </a:lnTo>
                  <a:cubicBezTo>
                    <a:pt x="1950" y="1385"/>
                    <a:pt x="1875" y="1391"/>
                    <a:pt x="1800" y="1391"/>
                  </a:cubicBezTo>
                  <a:cubicBezTo>
                    <a:pt x="1755" y="1391"/>
                    <a:pt x="1710" y="1389"/>
                    <a:pt x="1665" y="1384"/>
                  </a:cubicBezTo>
                  <a:cubicBezTo>
                    <a:pt x="1457" y="1352"/>
                    <a:pt x="1265" y="1256"/>
                    <a:pt x="1117" y="1112"/>
                  </a:cubicBezTo>
                  <a:cubicBezTo>
                    <a:pt x="1134" y="1111"/>
                    <a:pt x="1151" y="1111"/>
                    <a:pt x="1169" y="1111"/>
                  </a:cubicBezTo>
                  <a:cubicBezTo>
                    <a:pt x="1221" y="1111"/>
                    <a:pt x="1274" y="1115"/>
                    <a:pt x="1325" y="1124"/>
                  </a:cubicBezTo>
                  <a:lnTo>
                    <a:pt x="2125" y="1208"/>
                  </a:lnTo>
                  <a:cubicBezTo>
                    <a:pt x="1965" y="1128"/>
                    <a:pt x="1801" y="1064"/>
                    <a:pt x="1629" y="1012"/>
                  </a:cubicBezTo>
                  <a:cubicBezTo>
                    <a:pt x="1753" y="996"/>
                    <a:pt x="1881" y="984"/>
                    <a:pt x="2005" y="984"/>
                  </a:cubicBezTo>
                  <a:cubicBezTo>
                    <a:pt x="1929" y="960"/>
                    <a:pt x="1857" y="928"/>
                    <a:pt x="1789" y="888"/>
                  </a:cubicBezTo>
                  <a:lnTo>
                    <a:pt x="1993" y="868"/>
                  </a:lnTo>
                  <a:cubicBezTo>
                    <a:pt x="1641" y="804"/>
                    <a:pt x="1317" y="624"/>
                    <a:pt x="1081" y="356"/>
                  </a:cubicBezTo>
                  <a:cubicBezTo>
                    <a:pt x="1124" y="342"/>
                    <a:pt x="1170" y="335"/>
                    <a:pt x="1215" y="335"/>
                  </a:cubicBezTo>
                  <a:cubicBezTo>
                    <a:pt x="1287" y="335"/>
                    <a:pt x="1359" y="352"/>
                    <a:pt x="1425" y="384"/>
                  </a:cubicBezTo>
                  <a:cubicBezTo>
                    <a:pt x="1533" y="428"/>
                    <a:pt x="1633" y="492"/>
                    <a:pt x="1741" y="540"/>
                  </a:cubicBezTo>
                  <a:cubicBezTo>
                    <a:pt x="1852" y="582"/>
                    <a:pt x="1967" y="604"/>
                    <a:pt x="2084" y="604"/>
                  </a:cubicBezTo>
                  <a:cubicBezTo>
                    <a:pt x="2109" y="604"/>
                    <a:pt x="2133" y="603"/>
                    <a:pt x="2158" y="601"/>
                  </a:cubicBezTo>
                  <a:lnTo>
                    <a:pt x="2158" y="601"/>
                  </a:lnTo>
                  <a:cubicBezTo>
                    <a:pt x="2180" y="614"/>
                    <a:pt x="2203" y="627"/>
                    <a:pt x="2225" y="640"/>
                  </a:cubicBezTo>
                  <a:lnTo>
                    <a:pt x="2205" y="596"/>
                  </a:lnTo>
                  <a:cubicBezTo>
                    <a:pt x="2189" y="598"/>
                    <a:pt x="2174" y="600"/>
                    <a:pt x="2158" y="601"/>
                  </a:cubicBezTo>
                  <a:lnTo>
                    <a:pt x="2158" y="601"/>
                  </a:lnTo>
                  <a:cubicBezTo>
                    <a:pt x="1867" y="432"/>
                    <a:pt x="1570" y="273"/>
                    <a:pt x="1269" y="124"/>
                  </a:cubicBezTo>
                  <a:cubicBezTo>
                    <a:pt x="1157" y="64"/>
                    <a:pt x="1037" y="24"/>
                    <a:pt x="909" y="8"/>
                  </a:cubicBezTo>
                  <a:cubicBezTo>
                    <a:pt x="902" y="8"/>
                    <a:pt x="895" y="8"/>
                    <a:pt x="888" y="8"/>
                  </a:cubicBezTo>
                  <a:cubicBezTo>
                    <a:pt x="814" y="8"/>
                    <a:pt x="741" y="21"/>
                    <a:pt x="669" y="21"/>
                  </a:cubicBezTo>
                  <a:cubicBezTo>
                    <a:pt x="646" y="21"/>
                    <a:pt x="624" y="20"/>
                    <a:pt x="601" y="16"/>
                  </a:cubicBezTo>
                  <a:cubicBezTo>
                    <a:pt x="561" y="8"/>
                    <a:pt x="525" y="4"/>
                    <a:pt x="4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89"/>
            <p:cNvSpPr/>
            <p:nvPr/>
          </p:nvSpPr>
          <p:spPr>
            <a:xfrm flipH="1">
              <a:off x="566355" y="-1"/>
              <a:ext cx="925318" cy="667744"/>
            </a:xfrm>
            <a:custGeom>
              <a:avLst/>
              <a:gdLst/>
              <a:ahLst/>
              <a:cxnLst/>
              <a:rect l="l" t="t" r="r" b="b"/>
              <a:pathLst>
                <a:path w="7986" h="5763" extrusionOk="0">
                  <a:moveTo>
                    <a:pt x="3692" y="85"/>
                  </a:moveTo>
                  <a:cubicBezTo>
                    <a:pt x="3722" y="85"/>
                    <a:pt x="3752" y="86"/>
                    <a:pt x="3781" y="89"/>
                  </a:cubicBezTo>
                  <a:cubicBezTo>
                    <a:pt x="3917" y="97"/>
                    <a:pt x="4053" y="129"/>
                    <a:pt x="4181" y="181"/>
                  </a:cubicBezTo>
                  <a:cubicBezTo>
                    <a:pt x="4305" y="229"/>
                    <a:pt x="4421" y="297"/>
                    <a:pt x="4529" y="381"/>
                  </a:cubicBezTo>
                  <a:cubicBezTo>
                    <a:pt x="4633" y="461"/>
                    <a:pt x="4729" y="553"/>
                    <a:pt x="4809" y="657"/>
                  </a:cubicBezTo>
                  <a:cubicBezTo>
                    <a:pt x="4885" y="757"/>
                    <a:pt x="4945" y="869"/>
                    <a:pt x="4985" y="989"/>
                  </a:cubicBezTo>
                  <a:cubicBezTo>
                    <a:pt x="5017" y="1105"/>
                    <a:pt x="5033" y="1225"/>
                    <a:pt x="5033" y="1345"/>
                  </a:cubicBezTo>
                  <a:cubicBezTo>
                    <a:pt x="5029" y="1465"/>
                    <a:pt x="5013" y="1585"/>
                    <a:pt x="4989" y="1701"/>
                  </a:cubicBezTo>
                  <a:cubicBezTo>
                    <a:pt x="4937" y="1917"/>
                    <a:pt x="4857" y="2121"/>
                    <a:pt x="4749" y="2317"/>
                  </a:cubicBezTo>
                  <a:cubicBezTo>
                    <a:pt x="4657" y="2481"/>
                    <a:pt x="4549" y="2637"/>
                    <a:pt x="4421" y="2773"/>
                  </a:cubicBezTo>
                  <a:cubicBezTo>
                    <a:pt x="4405" y="2793"/>
                    <a:pt x="4385" y="2813"/>
                    <a:pt x="4365" y="2833"/>
                  </a:cubicBezTo>
                  <a:cubicBezTo>
                    <a:pt x="4341" y="2841"/>
                    <a:pt x="4317" y="2849"/>
                    <a:pt x="4293" y="2857"/>
                  </a:cubicBezTo>
                  <a:cubicBezTo>
                    <a:pt x="4305" y="2841"/>
                    <a:pt x="4321" y="2821"/>
                    <a:pt x="4333" y="2797"/>
                  </a:cubicBezTo>
                  <a:cubicBezTo>
                    <a:pt x="4365" y="2745"/>
                    <a:pt x="4393" y="2689"/>
                    <a:pt x="4417" y="2633"/>
                  </a:cubicBezTo>
                  <a:cubicBezTo>
                    <a:pt x="4445" y="2577"/>
                    <a:pt x="4469" y="2517"/>
                    <a:pt x="4489" y="2457"/>
                  </a:cubicBezTo>
                  <a:cubicBezTo>
                    <a:pt x="4553" y="2237"/>
                    <a:pt x="4609" y="2009"/>
                    <a:pt x="4649" y="1781"/>
                  </a:cubicBezTo>
                  <a:cubicBezTo>
                    <a:pt x="4669" y="1689"/>
                    <a:pt x="4681" y="1613"/>
                    <a:pt x="4693" y="1557"/>
                  </a:cubicBezTo>
                  <a:lnTo>
                    <a:pt x="4709" y="1473"/>
                  </a:lnTo>
                  <a:lnTo>
                    <a:pt x="4681" y="1557"/>
                  </a:lnTo>
                  <a:cubicBezTo>
                    <a:pt x="4669" y="1609"/>
                    <a:pt x="4645" y="1685"/>
                    <a:pt x="4621" y="1777"/>
                  </a:cubicBezTo>
                  <a:cubicBezTo>
                    <a:pt x="4597" y="1865"/>
                    <a:pt x="4569" y="1977"/>
                    <a:pt x="4537" y="2089"/>
                  </a:cubicBezTo>
                  <a:cubicBezTo>
                    <a:pt x="4505" y="2197"/>
                    <a:pt x="4477" y="2321"/>
                    <a:pt x="4437" y="2441"/>
                  </a:cubicBezTo>
                  <a:cubicBezTo>
                    <a:pt x="4417" y="2501"/>
                    <a:pt x="4397" y="2557"/>
                    <a:pt x="4373" y="2613"/>
                  </a:cubicBezTo>
                  <a:cubicBezTo>
                    <a:pt x="4349" y="2669"/>
                    <a:pt x="4321" y="2721"/>
                    <a:pt x="4293" y="2773"/>
                  </a:cubicBezTo>
                  <a:cubicBezTo>
                    <a:pt x="4273" y="2809"/>
                    <a:pt x="4249" y="2845"/>
                    <a:pt x="4229" y="2877"/>
                  </a:cubicBezTo>
                  <a:cubicBezTo>
                    <a:pt x="4142" y="2898"/>
                    <a:pt x="4058" y="2906"/>
                    <a:pt x="3992" y="2906"/>
                  </a:cubicBezTo>
                  <a:cubicBezTo>
                    <a:pt x="3942" y="2906"/>
                    <a:pt x="3903" y="2902"/>
                    <a:pt x="3881" y="2893"/>
                  </a:cubicBezTo>
                  <a:cubicBezTo>
                    <a:pt x="3785" y="2853"/>
                    <a:pt x="3929" y="2609"/>
                    <a:pt x="3829" y="2541"/>
                  </a:cubicBezTo>
                  <a:cubicBezTo>
                    <a:pt x="3819" y="2534"/>
                    <a:pt x="3808" y="2531"/>
                    <a:pt x="3798" y="2531"/>
                  </a:cubicBezTo>
                  <a:cubicBezTo>
                    <a:pt x="3702" y="2531"/>
                    <a:pt x="3587" y="2775"/>
                    <a:pt x="3533" y="2829"/>
                  </a:cubicBezTo>
                  <a:cubicBezTo>
                    <a:pt x="3513" y="2785"/>
                    <a:pt x="3493" y="2741"/>
                    <a:pt x="3477" y="2697"/>
                  </a:cubicBezTo>
                  <a:cubicBezTo>
                    <a:pt x="3449" y="2593"/>
                    <a:pt x="3425" y="2489"/>
                    <a:pt x="3409" y="2381"/>
                  </a:cubicBezTo>
                  <a:cubicBezTo>
                    <a:pt x="3401" y="2321"/>
                    <a:pt x="3393" y="2261"/>
                    <a:pt x="3385" y="2201"/>
                  </a:cubicBezTo>
                  <a:cubicBezTo>
                    <a:pt x="3377" y="2141"/>
                    <a:pt x="3373" y="2077"/>
                    <a:pt x="3369" y="2013"/>
                  </a:cubicBezTo>
                  <a:cubicBezTo>
                    <a:pt x="3357" y="1781"/>
                    <a:pt x="3365" y="1549"/>
                    <a:pt x="3397" y="1321"/>
                  </a:cubicBezTo>
                  <a:cubicBezTo>
                    <a:pt x="3401" y="1281"/>
                    <a:pt x="3409" y="1237"/>
                    <a:pt x="3421" y="1197"/>
                  </a:cubicBezTo>
                  <a:cubicBezTo>
                    <a:pt x="3429" y="1165"/>
                    <a:pt x="3441" y="1133"/>
                    <a:pt x="3461" y="1109"/>
                  </a:cubicBezTo>
                  <a:cubicBezTo>
                    <a:pt x="3477" y="1085"/>
                    <a:pt x="3501" y="1065"/>
                    <a:pt x="3529" y="1057"/>
                  </a:cubicBezTo>
                  <a:cubicBezTo>
                    <a:pt x="3521" y="1057"/>
                    <a:pt x="3513" y="1061"/>
                    <a:pt x="3509" y="1065"/>
                  </a:cubicBezTo>
                  <a:cubicBezTo>
                    <a:pt x="3485" y="1069"/>
                    <a:pt x="3469" y="1085"/>
                    <a:pt x="3453" y="1101"/>
                  </a:cubicBezTo>
                  <a:cubicBezTo>
                    <a:pt x="3433" y="1125"/>
                    <a:pt x="3413" y="1157"/>
                    <a:pt x="3405" y="1189"/>
                  </a:cubicBezTo>
                  <a:cubicBezTo>
                    <a:pt x="3389" y="1229"/>
                    <a:pt x="3377" y="1273"/>
                    <a:pt x="3369" y="1317"/>
                  </a:cubicBezTo>
                  <a:cubicBezTo>
                    <a:pt x="3361" y="1361"/>
                    <a:pt x="3349" y="1417"/>
                    <a:pt x="3345" y="1465"/>
                  </a:cubicBezTo>
                  <a:cubicBezTo>
                    <a:pt x="3337" y="1517"/>
                    <a:pt x="3329" y="1577"/>
                    <a:pt x="3325" y="1637"/>
                  </a:cubicBezTo>
                  <a:cubicBezTo>
                    <a:pt x="3313" y="1761"/>
                    <a:pt x="3313" y="1889"/>
                    <a:pt x="3317" y="2013"/>
                  </a:cubicBezTo>
                  <a:cubicBezTo>
                    <a:pt x="3321" y="2077"/>
                    <a:pt x="3329" y="2141"/>
                    <a:pt x="3337" y="2205"/>
                  </a:cubicBezTo>
                  <a:cubicBezTo>
                    <a:pt x="3345" y="2265"/>
                    <a:pt x="3353" y="2329"/>
                    <a:pt x="3365" y="2385"/>
                  </a:cubicBezTo>
                  <a:cubicBezTo>
                    <a:pt x="3377" y="2445"/>
                    <a:pt x="3393" y="2501"/>
                    <a:pt x="3405" y="2553"/>
                  </a:cubicBezTo>
                  <a:cubicBezTo>
                    <a:pt x="3417" y="2605"/>
                    <a:pt x="3433" y="2653"/>
                    <a:pt x="3453" y="2705"/>
                  </a:cubicBezTo>
                  <a:cubicBezTo>
                    <a:pt x="3469" y="2753"/>
                    <a:pt x="3493" y="2797"/>
                    <a:pt x="3521" y="2837"/>
                  </a:cubicBezTo>
                  <a:cubicBezTo>
                    <a:pt x="3478" y="2859"/>
                    <a:pt x="3431" y="2870"/>
                    <a:pt x="3385" y="2870"/>
                  </a:cubicBezTo>
                  <a:cubicBezTo>
                    <a:pt x="3336" y="2870"/>
                    <a:pt x="3288" y="2858"/>
                    <a:pt x="3245" y="2833"/>
                  </a:cubicBezTo>
                  <a:cubicBezTo>
                    <a:pt x="3189" y="2789"/>
                    <a:pt x="3129" y="2737"/>
                    <a:pt x="3065" y="2681"/>
                  </a:cubicBezTo>
                  <a:cubicBezTo>
                    <a:pt x="3005" y="2625"/>
                    <a:pt x="2941" y="2561"/>
                    <a:pt x="2877" y="2493"/>
                  </a:cubicBezTo>
                  <a:cubicBezTo>
                    <a:pt x="2809" y="2421"/>
                    <a:pt x="2745" y="2345"/>
                    <a:pt x="2689" y="2265"/>
                  </a:cubicBezTo>
                  <a:cubicBezTo>
                    <a:pt x="2625" y="2177"/>
                    <a:pt x="2573" y="2085"/>
                    <a:pt x="2529" y="1989"/>
                  </a:cubicBezTo>
                  <a:cubicBezTo>
                    <a:pt x="2481" y="1889"/>
                    <a:pt x="2449" y="1781"/>
                    <a:pt x="2429" y="1669"/>
                  </a:cubicBezTo>
                  <a:cubicBezTo>
                    <a:pt x="2409" y="1553"/>
                    <a:pt x="2409" y="1437"/>
                    <a:pt x="2425" y="1321"/>
                  </a:cubicBezTo>
                  <a:cubicBezTo>
                    <a:pt x="2441" y="1197"/>
                    <a:pt x="2477" y="1073"/>
                    <a:pt x="2529" y="961"/>
                  </a:cubicBezTo>
                  <a:cubicBezTo>
                    <a:pt x="2633" y="709"/>
                    <a:pt x="2801" y="489"/>
                    <a:pt x="3009" y="321"/>
                  </a:cubicBezTo>
                  <a:cubicBezTo>
                    <a:pt x="3121" y="237"/>
                    <a:pt x="3245" y="173"/>
                    <a:pt x="3377" y="133"/>
                  </a:cubicBezTo>
                  <a:cubicBezTo>
                    <a:pt x="3480" y="102"/>
                    <a:pt x="3586" y="85"/>
                    <a:pt x="3692" y="85"/>
                  </a:cubicBezTo>
                  <a:close/>
                  <a:moveTo>
                    <a:pt x="1637" y="3497"/>
                  </a:moveTo>
                  <a:lnTo>
                    <a:pt x="1653" y="3501"/>
                  </a:lnTo>
                  <a:lnTo>
                    <a:pt x="1653" y="3501"/>
                  </a:lnTo>
                  <a:lnTo>
                    <a:pt x="1637" y="3497"/>
                  </a:lnTo>
                  <a:close/>
                  <a:moveTo>
                    <a:pt x="6577" y="2161"/>
                  </a:moveTo>
                  <a:cubicBezTo>
                    <a:pt x="6705" y="2165"/>
                    <a:pt x="6837" y="2177"/>
                    <a:pt x="6965" y="2197"/>
                  </a:cubicBezTo>
                  <a:cubicBezTo>
                    <a:pt x="7097" y="2209"/>
                    <a:pt x="7229" y="2233"/>
                    <a:pt x="7361" y="2265"/>
                  </a:cubicBezTo>
                  <a:cubicBezTo>
                    <a:pt x="7493" y="2289"/>
                    <a:pt x="7617" y="2337"/>
                    <a:pt x="7737" y="2401"/>
                  </a:cubicBezTo>
                  <a:cubicBezTo>
                    <a:pt x="7793" y="2433"/>
                    <a:pt x="7837" y="2477"/>
                    <a:pt x="7873" y="2529"/>
                  </a:cubicBezTo>
                  <a:cubicBezTo>
                    <a:pt x="7901" y="2585"/>
                    <a:pt x="7909" y="2645"/>
                    <a:pt x="7893" y="2705"/>
                  </a:cubicBezTo>
                  <a:cubicBezTo>
                    <a:pt x="7853" y="2829"/>
                    <a:pt x="7781" y="2941"/>
                    <a:pt x="7693" y="3037"/>
                  </a:cubicBezTo>
                  <a:cubicBezTo>
                    <a:pt x="7669" y="3061"/>
                    <a:pt x="7649" y="3085"/>
                    <a:pt x="7625" y="3109"/>
                  </a:cubicBezTo>
                  <a:cubicBezTo>
                    <a:pt x="7601" y="3137"/>
                    <a:pt x="7581" y="3161"/>
                    <a:pt x="7557" y="3185"/>
                  </a:cubicBezTo>
                  <a:lnTo>
                    <a:pt x="7525" y="3217"/>
                  </a:lnTo>
                  <a:lnTo>
                    <a:pt x="7485" y="3249"/>
                  </a:lnTo>
                  <a:lnTo>
                    <a:pt x="7445" y="3285"/>
                  </a:lnTo>
                  <a:cubicBezTo>
                    <a:pt x="7433" y="3293"/>
                    <a:pt x="7421" y="3301"/>
                    <a:pt x="7409" y="3309"/>
                  </a:cubicBezTo>
                  <a:cubicBezTo>
                    <a:pt x="7305" y="3381"/>
                    <a:pt x="7193" y="3441"/>
                    <a:pt x="7073" y="3481"/>
                  </a:cubicBezTo>
                  <a:cubicBezTo>
                    <a:pt x="6953" y="3517"/>
                    <a:pt x="6829" y="3549"/>
                    <a:pt x="6701" y="3565"/>
                  </a:cubicBezTo>
                  <a:cubicBezTo>
                    <a:pt x="6509" y="3591"/>
                    <a:pt x="6315" y="3603"/>
                    <a:pt x="6122" y="3603"/>
                  </a:cubicBezTo>
                  <a:cubicBezTo>
                    <a:pt x="6073" y="3603"/>
                    <a:pt x="6025" y="3603"/>
                    <a:pt x="5977" y="3601"/>
                  </a:cubicBezTo>
                  <a:cubicBezTo>
                    <a:pt x="5757" y="3593"/>
                    <a:pt x="5537" y="3573"/>
                    <a:pt x="5321" y="3541"/>
                  </a:cubicBezTo>
                  <a:cubicBezTo>
                    <a:pt x="5117" y="3517"/>
                    <a:pt x="4933" y="3477"/>
                    <a:pt x="4769" y="3441"/>
                  </a:cubicBezTo>
                  <a:cubicBezTo>
                    <a:pt x="4653" y="3417"/>
                    <a:pt x="4553" y="3389"/>
                    <a:pt x="4461" y="3361"/>
                  </a:cubicBezTo>
                  <a:cubicBezTo>
                    <a:pt x="4513" y="3357"/>
                    <a:pt x="4561" y="3341"/>
                    <a:pt x="4609" y="3325"/>
                  </a:cubicBezTo>
                  <a:lnTo>
                    <a:pt x="4617" y="3325"/>
                  </a:lnTo>
                  <a:cubicBezTo>
                    <a:pt x="4673" y="3353"/>
                    <a:pt x="4729" y="3373"/>
                    <a:pt x="4793" y="3385"/>
                  </a:cubicBezTo>
                  <a:cubicBezTo>
                    <a:pt x="4863" y="3402"/>
                    <a:pt x="4936" y="3410"/>
                    <a:pt x="5009" y="3410"/>
                  </a:cubicBezTo>
                  <a:cubicBezTo>
                    <a:pt x="5024" y="3410"/>
                    <a:pt x="5039" y="3410"/>
                    <a:pt x="5053" y="3409"/>
                  </a:cubicBezTo>
                  <a:cubicBezTo>
                    <a:pt x="5153" y="3409"/>
                    <a:pt x="5253" y="3401"/>
                    <a:pt x="5353" y="3393"/>
                  </a:cubicBezTo>
                  <a:cubicBezTo>
                    <a:pt x="5453" y="3385"/>
                    <a:pt x="5557" y="3373"/>
                    <a:pt x="5653" y="3357"/>
                  </a:cubicBezTo>
                  <a:cubicBezTo>
                    <a:pt x="5741" y="3345"/>
                    <a:pt x="5829" y="3325"/>
                    <a:pt x="5913" y="3301"/>
                  </a:cubicBezTo>
                  <a:cubicBezTo>
                    <a:pt x="5973" y="3285"/>
                    <a:pt x="6029" y="3265"/>
                    <a:pt x="6085" y="3241"/>
                  </a:cubicBezTo>
                  <a:cubicBezTo>
                    <a:pt x="6109" y="3233"/>
                    <a:pt x="6125" y="3221"/>
                    <a:pt x="6133" y="3217"/>
                  </a:cubicBezTo>
                  <a:lnTo>
                    <a:pt x="6149" y="3209"/>
                  </a:lnTo>
                  <a:lnTo>
                    <a:pt x="6149" y="3209"/>
                  </a:lnTo>
                  <a:lnTo>
                    <a:pt x="6081" y="3229"/>
                  </a:lnTo>
                  <a:cubicBezTo>
                    <a:pt x="6041" y="3245"/>
                    <a:pt x="5977" y="3257"/>
                    <a:pt x="5905" y="3273"/>
                  </a:cubicBezTo>
                  <a:cubicBezTo>
                    <a:pt x="5829" y="3289"/>
                    <a:pt x="5741" y="3301"/>
                    <a:pt x="5649" y="3313"/>
                  </a:cubicBezTo>
                  <a:cubicBezTo>
                    <a:pt x="5553" y="3321"/>
                    <a:pt x="5453" y="3333"/>
                    <a:pt x="5353" y="3341"/>
                  </a:cubicBezTo>
                  <a:cubicBezTo>
                    <a:pt x="5249" y="3349"/>
                    <a:pt x="5153" y="3357"/>
                    <a:pt x="5057" y="3365"/>
                  </a:cubicBezTo>
                  <a:cubicBezTo>
                    <a:pt x="5034" y="3366"/>
                    <a:pt x="5010" y="3367"/>
                    <a:pt x="4987" y="3367"/>
                  </a:cubicBezTo>
                  <a:cubicBezTo>
                    <a:pt x="4924" y="3367"/>
                    <a:pt x="4862" y="3363"/>
                    <a:pt x="4797" y="3357"/>
                  </a:cubicBezTo>
                  <a:cubicBezTo>
                    <a:pt x="4741" y="3349"/>
                    <a:pt x="4681" y="3337"/>
                    <a:pt x="4625" y="3317"/>
                  </a:cubicBezTo>
                  <a:cubicBezTo>
                    <a:pt x="4693" y="3289"/>
                    <a:pt x="4753" y="3241"/>
                    <a:pt x="4789" y="3177"/>
                  </a:cubicBezTo>
                  <a:cubicBezTo>
                    <a:pt x="4789" y="3173"/>
                    <a:pt x="4789" y="3169"/>
                    <a:pt x="4793" y="3165"/>
                  </a:cubicBezTo>
                  <a:lnTo>
                    <a:pt x="4921" y="3137"/>
                  </a:lnTo>
                  <a:cubicBezTo>
                    <a:pt x="5025" y="3117"/>
                    <a:pt x="5145" y="3089"/>
                    <a:pt x="5273" y="3061"/>
                  </a:cubicBezTo>
                  <a:cubicBezTo>
                    <a:pt x="5405" y="3033"/>
                    <a:pt x="5541" y="3001"/>
                    <a:pt x="5677" y="2965"/>
                  </a:cubicBezTo>
                  <a:cubicBezTo>
                    <a:pt x="5813" y="2933"/>
                    <a:pt x="5945" y="2893"/>
                    <a:pt x="6077" y="2845"/>
                  </a:cubicBezTo>
                  <a:cubicBezTo>
                    <a:pt x="6137" y="2825"/>
                    <a:pt x="6197" y="2797"/>
                    <a:pt x="6257" y="2773"/>
                  </a:cubicBezTo>
                  <a:cubicBezTo>
                    <a:pt x="6309" y="2745"/>
                    <a:pt x="6357" y="2721"/>
                    <a:pt x="6409" y="2693"/>
                  </a:cubicBezTo>
                  <a:cubicBezTo>
                    <a:pt x="6449" y="2665"/>
                    <a:pt x="6489" y="2641"/>
                    <a:pt x="6529" y="2613"/>
                  </a:cubicBezTo>
                  <a:cubicBezTo>
                    <a:pt x="6565" y="2585"/>
                    <a:pt x="6593" y="2561"/>
                    <a:pt x="6617" y="2541"/>
                  </a:cubicBezTo>
                  <a:cubicBezTo>
                    <a:pt x="6641" y="2521"/>
                    <a:pt x="6657" y="2505"/>
                    <a:pt x="6665" y="2493"/>
                  </a:cubicBezTo>
                  <a:lnTo>
                    <a:pt x="6685" y="2473"/>
                  </a:lnTo>
                  <a:lnTo>
                    <a:pt x="6665" y="2489"/>
                  </a:lnTo>
                  <a:cubicBezTo>
                    <a:pt x="6653" y="2497"/>
                    <a:pt x="6633" y="2513"/>
                    <a:pt x="6609" y="2533"/>
                  </a:cubicBezTo>
                  <a:cubicBezTo>
                    <a:pt x="6581" y="2549"/>
                    <a:pt x="6553" y="2573"/>
                    <a:pt x="6517" y="2593"/>
                  </a:cubicBezTo>
                  <a:cubicBezTo>
                    <a:pt x="6497" y="2605"/>
                    <a:pt x="6477" y="2617"/>
                    <a:pt x="6457" y="2629"/>
                  </a:cubicBezTo>
                  <a:cubicBezTo>
                    <a:pt x="6437" y="2641"/>
                    <a:pt x="6413" y="2653"/>
                    <a:pt x="6389" y="2665"/>
                  </a:cubicBezTo>
                  <a:cubicBezTo>
                    <a:pt x="6205" y="2765"/>
                    <a:pt x="5937" y="2845"/>
                    <a:pt x="5665" y="2913"/>
                  </a:cubicBezTo>
                  <a:lnTo>
                    <a:pt x="5265" y="3013"/>
                  </a:lnTo>
                  <a:cubicBezTo>
                    <a:pt x="5137" y="3045"/>
                    <a:pt x="5017" y="3081"/>
                    <a:pt x="4913" y="3105"/>
                  </a:cubicBezTo>
                  <a:lnTo>
                    <a:pt x="4797" y="3141"/>
                  </a:lnTo>
                  <a:cubicBezTo>
                    <a:pt x="4799" y="3108"/>
                    <a:pt x="4766" y="3099"/>
                    <a:pt x="4717" y="3099"/>
                  </a:cubicBezTo>
                  <a:cubicBezTo>
                    <a:pt x="4666" y="3099"/>
                    <a:pt x="4597" y="3109"/>
                    <a:pt x="4535" y="3109"/>
                  </a:cubicBezTo>
                  <a:cubicBezTo>
                    <a:pt x="4501" y="3109"/>
                    <a:pt x="4468" y="3106"/>
                    <a:pt x="4441" y="3097"/>
                  </a:cubicBezTo>
                  <a:cubicBezTo>
                    <a:pt x="4385" y="3081"/>
                    <a:pt x="4393" y="3017"/>
                    <a:pt x="4425" y="2941"/>
                  </a:cubicBezTo>
                  <a:cubicBezTo>
                    <a:pt x="4517" y="2889"/>
                    <a:pt x="4621" y="2833"/>
                    <a:pt x="4741" y="2773"/>
                  </a:cubicBezTo>
                  <a:cubicBezTo>
                    <a:pt x="4893" y="2697"/>
                    <a:pt x="5061" y="2613"/>
                    <a:pt x="5249" y="2533"/>
                  </a:cubicBezTo>
                  <a:cubicBezTo>
                    <a:pt x="5449" y="2441"/>
                    <a:pt x="5653" y="2365"/>
                    <a:pt x="5861" y="2297"/>
                  </a:cubicBezTo>
                  <a:cubicBezTo>
                    <a:pt x="6085" y="2229"/>
                    <a:pt x="6325" y="2161"/>
                    <a:pt x="6577" y="2161"/>
                  </a:cubicBezTo>
                  <a:close/>
                  <a:moveTo>
                    <a:pt x="4205" y="3317"/>
                  </a:moveTo>
                  <a:cubicBezTo>
                    <a:pt x="4241" y="3341"/>
                    <a:pt x="4285" y="3361"/>
                    <a:pt x="4333" y="3385"/>
                  </a:cubicBezTo>
                  <a:cubicBezTo>
                    <a:pt x="4465" y="3445"/>
                    <a:pt x="4601" y="3501"/>
                    <a:pt x="4741" y="3545"/>
                  </a:cubicBezTo>
                  <a:cubicBezTo>
                    <a:pt x="4925" y="3601"/>
                    <a:pt x="5109" y="3649"/>
                    <a:pt x="5297" y="3685"/>
                  </a:cubicBezTo>
                  <a:cubicBezTo>
                    <a:pt x="5341" y="3693"/>
                    <a:pt x="5385" y="3701"/>
                    <a:pt x="5433" y="3709"/>
                  </a:cubicBezTo>
                  <a:cubicBezTo>
                    <a:pt x="5397" y="3709"/>
                    <a:pt x="5365" y="3705"/>
                    <a:pt x="5333" y="3701"/>
                  </a:cubicBezTo>
                  <a:lnTo>
                    <a:pt x="5173" y="3681"/>
                  </a:lnTo>
                  <a:cubicBezTo>
                    <a:pt x="4985" y="3653"/>
                    <a:pt x="4801" y="3609"/>
                    <a:pt x="4625" y="3545"/>
                  </a:cubicBezTo>
                  <a:cubicBezTo>
                    <a:pt x="4485" y="3497"/>
                    <a:pt x="4349" y="3437"/>
                    <a:pt x="4221" y="3369"/>
                  </a:cubicBezTo>
                  <a:lnTo>
                    <a:pt x="4185" y="3349"/>
                  </a:lnTo>
                  <a:cubicBezTo>
                    <a:pt x="4185" y="3337"/>
                    <a:pt x="4193" y="3325"/>
                    <a:pt x="4205" y="3321"/>
                  </a:cubicBezTo>
                  <a:lnTo>
                    <a:pt x="4205" y="3317"/>
                  </a:lnTo>
                  <a:close/>
                  <a:moveTo>
                    <a:pt x="986" y="2141"/>
                  </a:moveTo>
                  <a:cubicBezTo>
                    <a:pt x="996" y="2141"/>
                    <a:pt x="1007" y="2141"/>
                    <a:pt x="1017" y="2141"/>
                  </a:cubicBezTo>
                  <a:cubicBezTo>
                    <a:pt x="1133" y="2149"/>
                    <a:pt x="1253" y="2173"/>
                    <a:pt x="1365" y="2213"/>
                  </a:cubicBezTo>
                  <a:cubicBezTo>
                    <a:pt x="1477" y="2253"/>
                    <a:pt x="1589" y="2293"/>
                    <a:pt x="1697" y="2333"/>
                  </a:cubicBezTo>
                  <a:cubicBezTo>
                    <a:pt x="1913" y="2417"/>
                    <a:pt x="2117" y="2497"/>
                    <a:pt x="2301" y="2577"/>
                  </a:cubicBezTo>
                  <a:cubicBezTo>
                    <a:pt x="2489" y="2653"/>
                    <a:pt x="2661" y="2725"/>
                    <a:pt x="2813" y="2789"/>
                  </a:cubicBezTo>
                  <a:lnTo>
                    <a:pt x="3205" y="2957"/>
                  </a:lnTo>
                  <a:lnTo>
                    <a:pt x="3221" y="2965"/>
                  </a:lnTo>
                  <a:cubicBezTo>
                    <a:pt x="3257" y="2995"/>
                    <a:pt x="3285" y="3021"/>
                    <a:pt x="3274" y="3021"/>
                  </a:cubicBezTo>
                  <a:cubicBezTo>
                    <a:pt x="3272" y="3021"/>
                    <a:pt x="3268" y="3020"/>
                    <a:pt x="3261" y="3017"/>
                  </a:cubicBezTo>
                  <a:cubicBezTo>
                    <a:pt x="3251" y="3013"/>
                    <a:pt x="3240" y="3011"/>
                    <a:pt x="3229" y="3011"/>
                  </a:cubicBezTo>
                  <a:cubicBezTo>
                    <a:pt x="3168" y="3011"/>
                    <a:pt x="3087" y="3060"/>
                    <a:pt x="2975" y="3060"/>
                  </a:cubicBezTo>
                  <a:cubicBezTo>
                    <a:pt x="2947" y="3060"/>
                    <a:pt x="2917" y="3057"/>
                    <a:pt x="2885" y="3049"/>
                  </a:cubicBezTo>
                  <a:cubicBezTo>
                    <a:pt x="2863" y="3043"/>
                    <a:pt x="2840" y="3040"/>
                    <a:pt x="2817" y="3040"/>
                  </a:cubicBezTo>
                  <a:cubicBezTo>
                    <a:pt x="2794" y="3040"/>
                    <a:pt x="2771" y="3043"/>
                    <a:pt x="2749" y="3049"/>
                  </a:cubicBezTo>
                  <a:cubicBezTo>
                    <a:pt x="2697" y="3041"/>
                    <a:pt x="2649" y="3029"/>
                    <a:pt x="2593" y="3017"/>
                  </a:cubicBezTo>
                  <a:cubicBezTo>
                    <a:pt x="2537" y="3005"/>
                    <a:pt x="2481" y="2993"/>
                    <a:pt x="2421" y="2977"/>
                  </a:cubicBezTo>
                  <a:cubicBezTo>
                    <a:pt x="2365" y="2961"/>
                    <a:pt x="2309" y="2945"/>
                    <a:pt x="2253" y="2929"/>
                  </a:cubicBezTo>
                  <a:cubicBezTo>
                    <a:pt x="2197" y="2913"/>
                    <a:pt x="2141" y="2897"/>
                    <a:pt x="2089" y="2881"/>
                  </a:cubicBezTo>
                  <a:lnTo>
                    <a:pt x="1937" y="2829"/>
                  </a:lnTo>
                  <a:cubicBezTo>
                    <a:pt x="1889" y="2813"/>
                    <a:pt x="1845" y="2797"/>
                    <a:pt x="1805" y="2781"/>
                  </a:cubicBezTo>
                  <a:cubicBezTo>
                    <a:pt x="1721" y="2745"/>
                    <a:pt x="1649" y="2721"/>
                    <a:pt x="1605" y="2701"/>
                  </a:cubicBezTo>
                  <a:lnTo>
                    <a:pt x="1525" y="2673"/>
                  </a:lnTo>
                  <a:lnTo>
                    <a:pt x="1601" y="2709"/>
                  </a:lnTo>
                  <a:cubicBezTo>
                    <a:pt x="1645" y="2733"/>
                    <a:pt x="1713" y="2769"/>
                    <a:pt x="1793" y="2809"/>
                  </a:cubicBezTo>
                  <a:cubicBezTo>
                    <a:pt x="1833" y="2825"/>
                    <a:pt x="1877" y="2845"/>
                    <a:pt x="1925" y="2865"/>
                  </a:cubicBezTo>
                  <a:cubicBezTo>
                    <a:pt x="1973" y="2885"/>
                    <a:pt x="2025" y="2905"/>
                    <a:pt x="2077" y="2925"/>
                  </a:cubicBezTo>
                  <a:cubicBezTo>
                    <a:pt x="2181" y="2965"/>
                    <a:pt x="2297" y="2997"/>
                    <a:pt x="2413" y="3029"/>
                  </a:cubicBezTo>
                  <a:cubicBezTo>
                    <a:pt x="2469" y="3045"/>
                    <a:pt x="2529" y="3057"/>
                    <a:pt x="2585" y="3069"/>
                  </a:cubicBezTo>
                  <a:cubicBezTo>
                    <a:pt x="2629" y="3077"/>
                    <a:pt x="2677" y="3085"/>
                    <a:pt x="2717" y="3093"/>
                  </a:cubicBezTo>
                  <a:cubicBezTo>
                    <a:pt x="2713" y="3173"/>
                    <a:pt x="2849" y="3313"/>
                    <a:pt x="3029" y="3357"/>
                  </a:cubicBezTo>
                  <a:cubicBezTo>
                    <a:pt x="3057" y="3361"/>
                    <a:pt x="3085" y="3369"/>
                    <a:pt x="3109" y="3381"/>
                  </a:cubicBezTo>
                  <a:lnTo>
                    <a:pt x="3101" y="3381"/>
                  </a:lnTo>
                  <a:cubicBezTo>
                    <a:pt x="3049" y="3409"/>
                    <a:pt x="2997" y="3433"/>
                    <a:pt x="2941" y="3453"/>
                  </a:cubicBezTo>
                  <a:cubicBezTo>
                    <a:pt x="2801" y="3501"/>
                    <a:pt x="2609" y="3513"/>
                    <a:pt x="2413" y="3533"/>
                  </a:cubicBezTo>
                  <a:cubicBezTo>
                    <a:pt x="2313" y="3541"/>
                    <a:pt x="2217" y="3549"/>
                    <a:pt x="2125" y="3553"/>
                  </a:cubicBezTo>
                  <a:cubicBezTo>
                    <a:pt x="2103" y="3554"/>
                    <a:pt x="2080" y="3555"/>
                    <a:pt x="2058" y="3555"/>
                  </a:cubicBezTo>
                  <a:cubicBezTo>
                    <a:pt x="1998" y="3555"/>
                    <a:pt x="1939" y="3551"/>
                    <a:pt x="1877" y="3545"/>
                  </a:cubicBezTo>
                  <a:cubicBezTo>
                    <a:pt x="1841" y="3541"/>
                    <a:pt x="1805" y="3537"/>
                    <a:pt x="1777" y="3529"/>
                  </a:cubicBezTo>
                  <a:cubicBezTo>
                    <a:pt x="1745" y="3525"/>
                    <a:pt x="1721" y="3521"/>
                    <a:pt x="1701" y="3513"/>
                  </a:cubicBezTo>
                  <a:lnTo>
                    <a:pt x="1653" y="3501"/>
                  </a:lnTo>
                  <a:lnTo>
                    <a:pt x="1653" y="3501"/>
                  </a:lnTo>
                  <a:cubicBezTo>
                    <a:pt x="1661" y="3509"/>
                    <a:pt x="1677" y="3517"/>
                    <a:pt x="1697" y="3525"/>
                  </a:cubicBezTo>
                  <a:cubicBezTo>
                    <a:pt x="1717" y="3533"/>
                    <a:pt x="1741" y="3541"/>
                    <a:pt x="1769" y="3549"/>
                  </a:cubicBezTo>
                  <a:cubicBezTo>
                    <a:pt x="1805" y="3561"/>
                    <a:pt x="1837" y="3569"/>
                    <a:pt x="1869" y="3577"/>
                  </a:cubicBezTo>
                  <a:cubicBezTo>
                    <a:pt x="1909" y="3581"/>
                    <a:pt x="1949" y="3589"/>
                    <a:pt x="1989" y="3593"/>
                  </a:cubicBezTo>
                  <a:cubicBezTo>
                    <a:pt x="2033" y="3597"/>
                    <a:pt x="2081" y="3601"/>
                    <a:pt x="2125" y="3601"/>
                  </a:cubicBezTo>
                  <a:cubicBezTo>
                    <a:pt x="2169" y="3601"/>
                    <a:pt x="2221" y="3601"/>
                    <a:pt x="2269" y="3597"/>
                  </a:cubicBezTo>
                  <a:cubicBezTo>
                    <a:pt x="2317" y="3593"/>
                    <a:pt x="2369" y="3589"/>
                    <a:pt x="2413" y="3585"/>
                  </a:cubicBezTo>
                  <a:cubicBezTo>
                    <a:pt x="2513" y="3577"/>
                    <a:pt x="2609" y="3565"/>
                    <a:pt x="2701" y="3549"/>
                  </a:cubicBezTo>
                  <a:cubicBezTo>
                    <a:pt x="2785" y="3537"/>
                    <a:pt x="2869" y="3513"/>
                    <a:pt x="2949" y="3481"/>
                  </a:cubicBezTo>
                  <a:cubicBezTo>
                    <a:pt x="3005" y="3457"/>
                    <a:pt x="3057" y="3425"/>
                    <a:pt x="3105" y="3393"/>
                  </a:cubicBezTo>
                  <a:lnTo>
                    <a:pt x="3117" y="3385"/>
                  </a:lnTo>
                  <a:cubicBezTo>
                    <a:pt x="3189" y="3405"/>
                    <a:pt x="3253" y="3449"/>
                    <a:pt x="3297" y="3509"/>
                  </a:cubicBezTo>
                  <a:cubicBezTo>
                    <a:pt x="3241" y="3589"/>
                    <a:pt x="3177" y="3669"/>
                    <a:pt x="3105" y="3741"/>
                  </a:cubicBezTo>
                  <a:cubicBezTo>
                    <a:pt x="3049" y="3801"/>
                    <a:pt x="2981" y="3849"/>
                    <a:pt x="2913" y="3893"/>
                  </a:cubicBezTo>
                  <a:cubicBezTo>
                    <a:pt x="2893" y="3901"/>
                    <a:pt x="2877" y="3909"/>
                    <a:pt x="2857" y="3917"/>
                  </a:cubicBezTo>
                  <a:cubicBezTo>
                    <a:pt x="2849" y="3921"/>
                    <a:pt x="2841" y="3925"/>
                    <a:pt x="2829" y="3929"/>
                  </a:cubicBezTo>
                  <a:lnTo>
                    <a:pt x="2797" y="3937"/>
                  </a:lnTo>
                  <a:cubicBezTo>
                    <a:pt x="2753" y="3949"/>
                    <a:pt x="2705" y="3957"/>
                    <a:pt x="2657" y="3969"/>
                  </a:cubicBezTo>
                  <a:cubicBezTo>
                    <a:pt x="2445" y="4005"/>
                    <a:pt x="2233" y="4025"/>
                    <a:pt x="2017" y="4029"/>
                  </a:cubicBezTo>
                  <a:cubicBezTo>
                    <a:pt x="1905" y="4029"/>
                    <a:pt x="1789" y="4029"/>
                    <a:pt x="1669" y="4017"/>
                  </a:cubicBezTo>
                  <a:cubicBezTo>
                    <a:pt x="1549" y="4005"/>
                    <a:pt x="1429" y="3989"/>
                    <a:pt x="1309" y="3961"/>
                  </a:cubicBezTo>
                  <a:cubicBezTo>
                    <a:pt x="1061" y="3913"/>
                    <a:pt x="829" y="3813"/>
                    <a:pt x="621" y="3673"/>
                  </a:cubicBezTo>
                  <a:cubicBezTo>
                    <a:pt x="569" y="3637"/>
                    <a:pt x="517" y="3597"/>
                    <a:pt x="469" y="3557"/>
                  </a:cubicBezTo>
                  <a:cubicBezTo>
                    <a:pt x="445" y="3537"/>
                    <a:pt x="421" y="3513"/>
                    <a:pt x="397" y="3489"/>
                  </a:cubicBezTo>
                  <a:lnTo>
                    <a:pt x="381" y="3469"/>
                  </a:lnTo>
                  <a:lnTo>
                    <a:pt x="377" y="3465"/>
                  </a:lnTo>
                  <a:lnTo>
                    <a:pt x="369" y="3457"/>
                  </a:lnTo>
                  <a:cubicBezTo>
                    <a:pt x="357" y="3445"/>
                    <a:pt x="345" y="3433"/>
                    <a:pt x="337" y="3421"/>
                  </a:cubicBezTo>
                  <a:cubicBezTo>
                    <a:pt x="245" y="3325"/>
                    <a:pt x="177" y="3217"/>
                    <a:pt x="133" y="3097"/>
                  </a:cubicBezTo>
                  <a:cubicBezTo>
                    <a:pt x="85" y="2973"/>
                    <a:pt x="81" y="2841"/>
                    <a:pt x="113" y="2717"/>
                  </a:cubicBezTo>
                  <a:cubicBezTo>
                    <a:pt x="149" y="2593"/>
                    <a:pt x="221" y="2481"/>
                    <a:pt x="317" y="2393"/>
                  </a:cubicBezTo>
                  <a:cubicBezTo>
                    <a:pt x="501" y="2232"/>
                    <a:pt x="737" y="2141"/>
                    <a:pt x="986" y="2141"/>
                  </a:cubicBezTo>
                  <a:close/>
                  <a:moveTo>
                    <a:pt x="2629" y="4593"/>
                  </a:moveTo>
                  <a:lnTo>
                    <a:pt x="2629" y="4593"/>
                  </a:lnTo>
                  <a:cubicBezTo>
                    <a:pt x="2633" y="4597"/>
                    <a:pt x="2637" y="4601"/>
                    <a:pt x="2645" y="4601"/>
                  </a:cubicBezTo>
                  <a:cubicBezTo>
                    <a:pt x="2637" y="4597"/>
                    <a:pt x="2633" y="4593"/>
                    <a:pt x="2629" y="4593"/>
                  </a:cubicBezTo>
                  <a:close/>
                  <a:moveTo>
                    <a:pt x="4185" y="3429"/>
                  </a:moveTo>
                  <a:lnTo>
                    <a:pt x="4185" y="3429"/>
                  </a:lnTo>
                  <a:cubicBezTo>
                    <a:pt x="4309" y="3513"/>
                    <a:pt x="4445" y="3585"/>
                    <a:pt x="4585" y="3645"/>
                  </a:cubicBezTo>
                  <a:cubicBezTo>
                    <a:pt x="4765" y="3721"/>
                    <a:pt x="4957" y="3781"/>
                    <a:pt x="5149" y="3817"/>
                  </a:cubicBezTo>
                  <a:lnTo>
                    <a:pt x="5317" y="3841"/>
                  </a:lnTo>
                  <a:cubicBezTo>
                    <a:pt x="5373" y="3849"/>
                    <a:pt x="5429" y="3849"/>
                    <a:pt x="5489" y="3857"/>
                  </a:cubicBezTo>
                  <a:cubicBezTo>
                    <a:pt x="5545" y="3861"/>
                    <a:pt x="5605" y="3861"/>
                    <a:pt x="5665" y="3861"/>
                  </a:cubicBezTo>
                  <a:cubicBezTo>
                    <a:pt x="5685" y="3862"/>
                    <a:pt x="5705" y="3863"/>
                    <a:pt x="5725" y="3863"/>
                  </a:cubicBezTo>
                  <a:cubicBezTo>
                    <a:pt x="5765" y="3863"/>
                    <a:pt x="5805" y="3861"/>
                    <a:pt x="5845" y="3861"/>
                  </a:cubicBezTo>
                  <a:cubicBezTo>
                    <a:pt x="6093" y="3861"/>
                    <a:pt x="6349" y="3821"/>
                    <a:pt x="6609" y="3821"/>
                  </a:cubicBezTo>
                  <a:cubicBezTo>
                    <a:pt x="6737" y="3825"/>
                    <a:pt x="6869" y="3845"/>
                    <a:pt x="6965" y="3937"/>
                  </a:cubicBezTo>
                  <a:lnTo>
                    <a:pt x="6961" y="3937"/>
                  </a:lnTo>
                  <a:cubicBezTo>
                    <a:pt x="7005" y="3981"/>
                    <a:pt x="7041" y="4037"/>
                    <a:pt x="7061" y="4101"/>
                  </a:cubicBezTo>
                  <a:cubicBezTo>
                    <a:pt x="7081" y="4165"/>
                    <a:pt x="7097" y="4229"/>
                    <a:pt x="7105" y="4297"/>
                  </a:cubicBezTo>
                  <a:cubicBezTo>
                    <a:pt x="7109" y="4329"/>
                    <a:pt x="7113" y="4365"/>
                    <a:pt x="7113" y="4401"/>
                  </a:cubicBezTo>
                  <a:cubicBezTo>
                    <a:pt x="7113" y="4417"/>
                    <a:pt x="7113" y="4433"/>
                    <a:pt x="7113" y="4449"/>
                  </a:cubicBezTo>
                  <a:lnTo>
                    <a:pt x="7109" y="4501"/>
                  </a:lnTo>
                  <a:cubicBezTo>
                    <a:pt x="7101" y="4569"/>
                    <a:pt x="7089" y="4637"/>
                    <a:pt x="7069" y="4701"/>
                  </a:cubicBezTo>
                  <a:cubicBezTo>
                    <a:pt x="7021" y="4829"/>
                    <a:pt x="6953" y="4949"/>
                    <a:pt x="6861" y="5049"/>
                  </a:cubicBezTo>
                  <a:lnTo>
                    <a:pt x="6789" y="5121"/>
                  </a:lnTo>
                  <a:lnTo>
                    <a:pt x="6709" y="5185"/>
                  </a:lnTo>
                  <a:cubicBezTo>
                    <a:pt x="6681" y="5205"/>
                    <a:pt x="6653" y="5221"/>
                    <a:pt x="6625" y="5241"/>
                  </a:cubicBezTo>
                  <a:cubicBezTo>
                    <a:pt x="6597" y="5257"/>
                    <a:pt x="6565" y="5273"/>
                    <a:pt x="6537" y="5289"/>
                  </a:cubicBezTo>
                  <a:lnTo>
                    <a:pt x="6445" y="5333"/>
                  </a:lnTo>
                  <a:lnTo>
                    <a:pt x="6349" y="5365"/>
                  </a:lnTo>
                  <a:cubicBezTo>
                    <a:pt x="6317" y="5377"/>
                    <a:pt x="6285" y="5385"/>
                    <a:pt x="6253" y="5389"/>
                  </a:cubicBezTo>
                  <a:cubicBezTo>
                    <a:pt x="6221" y="5397"/>
                    <a:pt x="6189" y="5405"/>
                    <a:pt x="6157" y="5409"/>
                  </a:cubicBezTo>
                  <a:cubicBezTo>
                    <a:pt x="6091" y="5418"/>
                    <a:pt x="6024" y="5423"/>
                    <a:pt x="5958" y="5423"/>
                  </a:cubicBezTo>
                  <a:cubicBezTo>
                    <a:pt x="5765" y="5423"/>
                    <a:pt x="5575" y="5385"/>
                    <a:pt x="5393" y="5313"/>
                  </a:cubicBezTo>
                  <a:cubicBezTo>
                    <a:pt x="5169" y="5217"/>
                    <a:pt x="4957" y="5089"/>
                    <a:pt x="4765" y="4933"/>
                  </a:cubicBezTo>
                  <a:cubicBezTo>
                    <a:pt x="4593" y="4793"/>
                    <a:pt x="4437" y="4633"/>
                    <a:pt x="4305" y="4457"/>
                  </a:cubicBezTo>
                  <a:cubicBezTo>
                    <a:pt x="4189" y="4305"/>
                    <a:pt x="4093" y="4145"/>
                    <a:pt x="4017" y="3973"/>
                  </a:cubicBezTo>
                  <a:cubicBezTo>
                    <a:pt x="4009" y="3957"/>
                    <a:pt x="4005" y="3945"/>
                    <a:pt x="3997" y="3929"/>
                  </a:cubicBezTo>
                  <a:cubicBezTo>
                    <a:pt x="3969" y="3805"/>
                    <a:pt x="3933" y="3693"/>
                    <a:pt x="3901" y="3597"/>
                  </a:cubicBezTo>
                  <a:cubicBezTo>
                    <a:pt x="3901" y="3581"/>
                    <a:pt x="3897" y="3569"/>
                    <a:pt x="3893" y="3553"/>
                  </a:cubicBezTo>
                  <a:cubicBezTo>
                    <a:pt x="3889" y="3513"/>
                    <a:pt x="3885" y="3473"/>
                    <a:pt x="3881" y="3433"/>
                  </a:cubicBezTo>
                  <a:lnTo>
                    <a:pt x="3881" y="3433"/>
                  </a:lnTo>
                  <a:cubicBezTo>
                    <a:pt x="3901" y="3469"/>
                    <a:pt x="3917" y="3509"/>
                    <a:pt x="3925" y="3549"/>
                  </a:cubicBezTo>
                  <a:cubicBezTo>
                    <a:pt x="3941" y="3601"/>
                    <a:pt x="3969" y="3649"/>
                    <a:pt x="4009" y="3685"/>
                  </a:cubicBezTo>
                  <a:cubicBezTo>
                    <a:pt x="4009" y="3729"/>
                    <a:pt x="4021" y="3773"/>
                    <a:pt x="4037" y="3813"/>
                  </a:cubicBezTo>
                  <a:cubicBezTo>
                    <a:pt x="4065" y="3873"/>
                    <a:pt x="4101" y="3929"/>
                    <a:pt x="4137" y="3985"/>
                  </a:cubicBezTo>
                  <a:cubicBezTo>
                    <a:pt x="4181" y="4049"/>
                    <a:pt x="4225" y="4109"/>
                    <a:pt x="4277" y="4165"/>
                  </a:cubicBezTo>
                  <a:cubicBezTo>
                    <a:pt x="4365" y="4273"/>
                    <a:pt x="4469" y="4373"/>
                    <a:pt x="4585" y="4457"/>
                  </a:cubicBezTo>
                  <a:cubicBezTo>
                    <a:pt x="4625" y="4485"/>
                    <a:pt x="4665" y="4505"/>
                    <a:pt x="4709" y="4525"/>
                  </a:cubicBezTo>
                  <a:cubicBezTo>
                    <a:pt x="4725" y="4533"/>
                    <a:pt x="4741" y="4537"/>
                    <a:pt x="4757" y="4545"/>
                  </a:cubicBezTo>
                  <a:cubicBezTo>
                    <a:pt x="4757" y="4545"/>
                    <a:pt x="4741" y="4533"/>
                    <a:pt x="4713" y="4517"/>
                  </a:cubicBezTo>
                  <a:cubicBezTo>
                    <a:pt x="4673" y="4489"/>
                    <a:pt x="4637" y="4461"/>
                    <a:pt x="4605" y="4433"/>
                  </a:cubicBezTo>
                  <a:cubicBezTo>
                    <a:pt x="4561" y="4393"/>
                    <a:pt x="4517" y="4349"/>
                    <a:pt x="4465" y="4297"/>
                  </a:cubicBezTo>
                  <a:cubicBezTo>
                    <a:pt x="4417" y="4245"/>
                    <a:pt x="4365" y="4189"/>
                    <a:pt x="4317" y="4129"/>
                  </a:cubicBezTo>
                  <a:cubicBezTo>
                    <a:pt x="4265" y="4073"/>
                    <a:pt x="4221" y="4013"/>
                    <a:pt x="4177" y="3957"/>
                  </a:cubicBezTo>
                  <a:cubicBezTo>
                    <a:pt x="4137" y="3905"/>
                    <a:pt x="4101" y="3853"/>
                    <a:pt x="4065" y="3797"/>
                  </a:cubicBezTo>
                  <a:cubicBezTo>
                    <a:pt x="4045" y="3765"/>
                    <a:pt x="4033" y="3733"/>
                    <a:pt x="4025" y="3697"/>
                  </a:cubicBezTo>
                  <a:lnTo>
                    <a:pt x="4025" y="3697"/>
                  </a:lnTo>
                  <a:cubicBezTo>
                    <a:pt x="4088" y="3753"/>
                    <a:pt x="4169" y="3784"/>
                    <a:pt x="4226" y="3784"/>
                  </a:cubicBezTo>
                  <a:cubicBezTo>
                    <a:pt x="4288" y="3784"/>
                    <a:pt x="4323" y="3747"/>
                    <a:pt x="4277" y="3661"/>
                  </a:cubicBezTo>
                  <a:cubicBezTo>
                    <a:pt x="4265" y="3637"/>
                    <a:pt x="4253" y="3617"/>
                    <a:pt x="4245" y="3593"/>
                  </a:cubicBezTo>
                  <a:lnTo>
                    <a:pt x="4245" y="3593"/>
                  </a:lnTo>
                  <a:cubicBezTo>
                    <a:pt x="4265" y="3617"/>
                    <a:pt x="4289" y="3637"/>
                    <a:pt x="4313" y="3661"/>
                  </a:cubicBezTo>
                  <a:cubicBezTo>
                    <a:pt x="4353" y="3693"/>
                    <a:pt x="4397" y="3725"/>
                    <a:pt x="4445" y="3753"/>
                  </a:cubicBezTo>
                  <a:cubicBezTo>
                    <a:pt x="4493" y="3785"/>
                    <a:pt x="4545" y="3817"/>
                    <a:pt x="4601" y="3845"/>
                  </a:cubicBezTo>
                  <a:cubicBezTo>
                    <a:pt x="4709" y="3901"/>
                    <a:pt x="4833" y="3949"/>
                    <a:pt x="4953" y="3997"/>
                  </a:cubicBezTo>
                  <a:cubicBezTo>
                    <a:pt x="5073" y="4049"/>
                    <a:pt x="5197" y="4085"/>
                    <a:pt x="5325" y="4113"/>
                  </a:cubicBezTo>
                  <a:cubicBezTo>
                    <a:pt x="5395" y="4126"/>
                    <a:pt x="5467" y="4132"/>
                    <a:pt x="5539" y="4132"/>
                  </a:cubicBezTo>
                  <a:cubicBezTo>
                    <a:pt x="5582" y="4132"/>
                    <a:pt x="5626" y="4130"/>
                    <a:pt x="5669" y="4125"/>
                  </a:cubicBezTo>
                  <a:cubicBezTo>
                    <a:pt x="5745" y="4117"/>
                    <a:pt x="5825" y="4101"/>
                    <a:pt x="5901" y="4081"/>
                  </a:cubicBezTo>
                  <a:cubicBezTo>
                    <a:pt x="5957" y="4065"/>
                    <a:pt x="5989" y="4057"/>
                    <a:pt x="5989" y="4057"/>
                  </a:cubicBezTo>
                  <a:lnTo>
                    <a:pt x="5989" y="4057"/>
                  </a:lnTo>
                  <a:lnTo>
                    <a:pt x="5901" y="4069"/>
                  </a:lnTo>
                  <a:cubicBezTo>
                    <a:pt x="5845" y="4077"/>
                    <a:pt x="5761" y="4089"/>
                    <a:pt x="5665" y="4093"/>
                  </a:cubicBezTo>
                  <a:cubicBezTo>
                    <a:pt x="5638" y="4095"/>
                    <a:pt x="5611" y="4096"/>
                    <a:pt x="5584" y="4096"/>
                  </a:cubicBezTo>
                  <a:cubicBezTo>
                    <a:pt x="5501" y="4096"/>
                    <a:pt x="5419" y="4086"/>
                    <a:pt x="5337" y="4065"/>
                  </a:cubicBezTo>
                  <a:cubicBezTo>
                    <a:pt x="5213" y="4037"/>
                    <a:pt x="5093" y="3997"/>
                    <a:pt x="4973" y="3945"/>
                  </a:cubicBezTo>
                  <a:cubicBezTo>
                    <a:pt x="4853" y="3901"/>
                    <a:pt x="4729" y="3853"/>
                    <a:pt x="4621" y="3801"/>
                  </a:cubicBezTo>
                  <a:cubicBezTo>
                    <a:pt x="4517" y="3753"/>
                    <a:pt x="4421" y="3701"/>
                    <a:pt x="4333" y="3633"/>
                  </a:cubicBezTo>
                  <a:cubicBezTo>
                    <a:pt x="4293" y="3605"/>
                    <a:pt x="4257" y="3573"/>
                    <a:pt x="4221" y="3541"/>
                  </a:cubicBezTo>
                  <a:cubicBezTo>
                    <a:pt x="4205" y="3505"/>
                    <a:pt x="4193" y="3465"/>
                    <a:pt x="4185" y="3429"/>
                  </a:cubicBezTo>
                  <a:close/>
                  <a:moveTo>
                    <a:pt x="3437" y="3397"/>
                  </a:moveTo>
                  <a:lnTo>
                    <a:pt x="3437" y="3397"/>
                  </a:lnTo>
                  <a:cubicBezTo>
                    <a:pt x="3413" y="3529"/>
                    <a:pt x="3381" y="3741"/>
                    <a:pt x="3429" y="3845"/>
                  </a:cubicBezTo>
                  <a:cubicBezTo>
                    <a:pt x="3441" y="3869"/>
                    <a:pt x="3453" y="3881"/>
                    <a:pt x="3461" y="3885"/>
                  </a:cubicBezTo>
                  <a:lnTo>
                    <a:pt x="3453" y="3925"/>
                  </a:lnTo>
                  <a:cubicBezTo>
                    <a:pt x="3445" y="3965"/>
                    <a:pt x="3429" y="4001"/>
                    <a:pt x="3409" y="4037"/>
                  </a:cubicBezTo>
                  <a:cubicBezTo>
                    <a:pt x="3385" y="4073"/>
                    <a:pt x="3353" y="4105"/>
                    <a:pt x="3321" y="4133"/>
                  </a:cubicBezTo>
                  <a:lnTo>
                    <a:pt x="3213" y="4225"/>
                  </a:lnTo>
                  <a:cubicBezTo>
                    <a:pt x="3181" y="4261"/>
                    <a:pt x="3145" y="4289"/>
                    <a:pt x="3109" y="4325"/>
                  </a:cubicBezTo>
                  <a:cubicBezTo>
                    <a:pt x="3081" y="4365"/>
                    <a:pt x="3053" y="4405"/>
                    <a:pt x="3037" y="4449"/>
                  </a:cubicBezTo>
                  <a:cubicBezTo>
                    <a:pt x="3017" y="4485"/>
                    <a:pt x="2993" y="4513"/>
                    <a:pt x="2961" y="4537"/>
                  </a:cubicBezTo>
                  <a:cubicBezTo>
                    <a:pt x="2929" y="4557"/>
                    <a:pt x="2893" y="4569"/>
                    <a:pt x="2861" y="4577"/>
                  </a:cubicBezTo>
                  <a:cubicBezTo>
                    <a:pt x="2805" y="4589"/>
                    <a:pt x="2749" y="4597"/>
                    <a:pt x="2689" y="4605"/>
                  </a:cubicBezTo>
                  <a:cubicBezTo>
                    <a:pt x="2673" y="4605"/>
                    <a:pt x="2661" y="4605"/>
                    <a:pt x="2645" y="4601"/>
                  </a:cubicBezTo>
                  <a:lnTo>
                    <a:pt x="2645" y="4601"/>
                  </a:lnTo>
                  <a:cubicBezTo>
                    <a:pt x="2657" y="4609"/>
                    <a:pt x="2673" y="4613"/>
                    <a:pt x="2689" y="4613"/>
                  </a:cubicBezTo>
                  <a:lnTo>
                    <a:pt x="2765" y="4613"/>
                  </a:lnTo>
                  <a:cubicBezTo>
                    <a:pt x="2801" y="4613"/>
                    <a:pt x="2833" y="4613"/>
                    <a:pt x="2865" y="4605"/>
                  </a:cubicBezTo>
                  <a:cubicBezTo>
                    <a:pt x="2905" y="4601"/>
                    <a:pt x="2945" y="4585"/>
                    <a:pt x="2981" y="4569"/>
                  </a:cubicBezTo>
                  <a:cubicBezTo>
                    <a:pt x="3021" y="4545"/>
                    <a:pt x="3057" y="4509"/>
                    <a:pt x="3077" y="4469"/>
                  </a:cubicBezTo>
                  <a:cubicBezTo>
                    <a:pt x="3097" y="4429"/>
                    <a:pt x="3121" y="4393"/>
                    <a:pt x="3149" y="4357"/>
                  </a:cubicBezTo>
                  <a:cubicBezTo>
                    <a:pt x="3181" y="4325"/>
                    <a:pt x="3217" y="4293"/>
                    <a:pt x="3249" y="4261"/>
                  </a:cubicBezTo>
                  <a:lnTo>
                    <a:pt x="3353" y="4165"/>
                  </a:lnTo>
                  <a:cubicBezTo>
                    <a:pt x="3393" y="4137"/>
                    <a:pt x="3425" y="4101"/>
                    <a:pt x="3449" y="4057"/>
                  </a:cubicBezTo>
                  <a:cubicBezTo>
                    <a:pt x="3473" y="4017"/>
                    <a:pt x="3485" y="3973"/>
                    <a:pt x="3489" y="3929"/>
                  </a:cubicBezTo>
                  <a:cubicBezTo>
                    <a:pt x="3493" y="3905"/>
                    <a:pt x="3497" y="3881"/>
                    <a:pt x="3501" y="3857"/>
                  </a:cubicBezTo>
                  <a:cubicBezTo>
                    <a:pt x="3547" y="3811"/>
                    <a:pt x="3600" y="3708"/>
                    <a:pt x="3692" y="3708"/>
                  </a:cubicBezTo>
                  <a:cubicBezTo>
                    <a:pt x="3704" y="3708"/>
                    <a:pt x="3716" y="3710"/>
                    <a:pt x="3729" y="3713"/>
                  </a:cubicBezTo>
                  <a:cubicBezTo>
                    <a:pt x="3753" y="3721"/>
                    <a:pt x="3773" y="3729"/>
                    <a:pt x="3793" y="3745"/>
                  </a:cubicBezTo>
                  <a:cubicBezTo>
                    <a:pt x="3793" y="3765"/>
                    <a:pt x="3797" y="3785"/>
                    <a:pt x="3797" y="3809"/>
                  </a:cubicBezTo>
                  <a:cubicBezTo>
                    <a:pt x="3801" y="3841"/>
                    <a:pt x="3801" y="3873"/>
                    <a:pt x="3805" y="3905"/>
                  </a:cubicBezTo>
                  <a:cubicBezTo>
                    <a:pt x="3805" y="3973"/>
                    <a:pt x="3805" y="4045"/>
                    <a:pt x="3805" y="4113"/>
                  </a:cubicBezTo>
                  <a:cubicBezTo>
                    <a:pt x="3805" y="4149"/>
                    <a:pt x="3801" y="4185"/>
                    <a:pt x="3797" y="4221"/>
                  </a:cubicBezTo>
                  <a:cubicBezTo>
                    <a:pt x="3793" y="4257"/>
                    <a:pt x="3789" y="4289"/>
                    <a:pt x="3781" y="4321"/>
                  </a:cubicBezTo>
                  <a:cubicBezTo>
                    <a:pt x="3777" y="4353"/>
                    <a:pt x="3769" y="4385"/>
                    <a:pt x="3765" y="4417"/>
                  </a:cubicBezTo>
                  <a:cubicBezTo>
                    <a:pt x="3757" y="4445"/>
                    <a:pt x="3749" y="4473"/>
                    <a:pt x="3741" y="4497"/>
                  </a:cubicBezTo>
                  <a:cubicBezTo>
                    <a:pt x="3729" y="4541"/>
                    <a:pt x="3713" y="4581"/>
                    <a:pt x="3697" y="4621"/>
                  </a:cubicBezTo>
                  <a:cubicBezTo>
                    <a:pt x="3685" y="4649"/>
                    <a:pt x="3681" y="4669"/>
                    <a:pt x="3681" y="4669"/>
                  </a:cubicBezTo>
                  <a:cubicBezTo>
                    <a:pt x="3681" y="4669"/>
                    <a:pt x="3689" y="4653"/>
                    <a:pt x="3709" y="4625"/>
                  </a:cubicBezTo>
                  <a:cubicBezTo>
                    <a:pt x="3717" y="4613"/>
                    <a:pt x="3725" y="4597"/>
                    <a:pt x="3737" y="4577"/>
                  </a:cubicBezTo>
                  <a:cubicBezTo>
                    <a:pt x="3749" y="4553"/>
                    <a:pt x="3761" y="4533"/>
                    <a:pt x="3769" y="4509"/>
                  </a:cubicBezTo>
                  <a:cubicBezTo>
                    <a:pt x="3797" y="4449"/>
                    <a:pt x="3813" y="4389"/>
                    <a:pt x="3829" y="4329"/>
                  </a:cubicBezTo>
                  <a:cubicBezTo>
                    <a:pt x="3837" y="4297"/>
                    <a:pt x="3845" y="4261"/>
                    <a:pt x="3849" y="4225"/>
                  </a:cubicBezTo>
                  <a:cubicBezTo>
                    <a:pt x="3853" y="4189"/>
                    <a:pt x="3853" y="4153"/>
                    <a:pt x="3857" y="4117"/>
                  </a:cubicBezTo>
                  <a:cubicBezTo>
                    <a:pt x="3861" y="4077"/>
                    <a:pt x="3857" y="4041"/>
                    <a:pt x="3857" y="4005"/>
                  </a:cubicBezTo>
                  <a:cubicBezTo>
                    <a:pt x="3857" y="3969"/>
                    <a:pt x="3853" y="3933"/>
                    <a:pt x="3853" y="3901"/>
                  </a:cubicBezTo>
                  <a:cubicBezTo>
                    <a:pt x="3849" y="3865"/>
                    <a:pt x="3841" y="3825"/>
                    <a:pt x="3837" y="3789"/>
                  </a:cubicBezTo>
                  <a:lnTo>
                    <a:pt x="3837" y="3789"/>
                  </a:lnTo>
                  <a:cubicBezTo>
                    <a:pt x="3857" y="3821"/>
                    <a:pt x="3873" y="3853"/>
                    <a:pt x="3885" y="3889"/>
                  </a:cubicBezTo>
                  <a:cubicBezTo>
                    <a:pt x="3901" y="3969"/>
                    <a:pt x="3913" y="4049"/>
                    <a:pt x="3921" y="4137"/>
                  </a:cubicBezTo>
                  <a:cubicBezTo>
                    <a:pt x="3937" y="4293"/>
                    <a:pt x="3941" y="4449"/>
                    <a:pt x="3933" y="4609"/>
                  </a:cubicBezTo>
                  <a:cubicBezTo>
                    <a:pt x="3929" y="4773"/>
                    <a:pt x="3893" y="4941"/>
                    <a:pt x="3833" y="5097"/>
                  </a:cubicBezTo>
                  <a:cubicBezTo>
                    <a:pt x="3801" y="5177"/>
                    <a:pt x="3761" y="5249"/>
                    <a:pt x="3705" y="5317"/>
                  </a:cubicBezTo>
                  <a:cubicBezTo>
                    <a:pt x="3653" y="5381"/>
                    <a:pt x="3585" y="5441"/>
                    <a:pt x="3513" y="5485"/>
                  </a:cubicBezTo>
                  <a:cubicBezTo>
                    <a:pt x="3369" y="5577"/>
                    <a:pt x="3181" y="5613"/>
                    <a:pt x="2993" y="5617"/>
                  </a:cubicBezTo>
                  <a:cubicBezTo>
                    <a:pt x="2961" y="5619"/>
                    <a:pt x="2929" y="5619"/>
                    <a:pt x="2897" y="5619"/>
                  </a:cubicBezTo>
                  <a:cubicBezTo>
                    <a:pt x="2737" y="5619"/>
                    <a:pt x="2578" y="5603"/>
                    <a:pt x="2425" y="5569"/>
                  </a:cubicBezTo>
                  <a:cubicBezTo>
                    <a:pt x="2241" y="5529"/>
                    <a:pt x="2061" y="5465"/>
                    <a:pt x="1897" y="5377"/>
                  </a:cubicBezTo>
                  <a:cubicBezTo>
                    <a:pt x="1745" y="5293"/>
                    <a:pt x="1605" y="5185"/>
                    <a:pt x="1485" y="5061"/>
                  </a:cubicBezTo>
                  <a:cubicBezTo>
                    <a:pt x="1373" y="4945"/>
                    <a:pt x="1289" y="4817"/>
                    <a:pt x="1277" y="4701"/>
                  </a:cubicBezTo>
                  <a:cubicBezTo>
                    <a:pt x="1269" y="4645"/>
                    <a:pt x="1281" y="4585"/>
                    <a:pt x="1313" y="4537"/>
                  </a:cubicBezTo>
                  <a:cubicBezTo>
                    <a:pt x="1341" y="4489"/>
                    <a:pt x="1377" y="4449"/>
                    <a:pt x="1421" y="4413"/>
                  </a:cubicBezTo>
                  <a:cubicBezTo>
                    <a:pt x="1497" y="4349"/>
                    <a:pt x="1581" y="4297"/>
                    <a:pt x="1669" y="4253"/>
                  </a:cubicBezTo>
                  <a:cubicBezTo>
                    <a:pt x="1717" y="4229"/>
                    <a:pt x="1757" y="4213"/>
                    <a:pt x="1789" y="4197"/>
                  </a:cubicBezTo>
                  <a:cubicBezTo>
                    <a:pt x="1829" y="4199"/>
                    <a:pt x="1868" y="4200"/>
                    <a:pt x="1907" y="4200"/>
                  </a:cubicBezTo>
                  <a:cubicBezTo>
                    <a:pt x="1945" y="4200"/>
                    <a:pt x="1983" y="4199"/>
                    <a:pt x="2021" y="4197"/>
                  </a:cubicBezTo>
                  <a:cubicBezTo>
                    <a:pt x="2241" y="4189"/>
                    <a:pt x="2465" y="4157"/>
                    <a:pt x="2681" y="4109"/>
                  </a:cubicBezTo>
                  <a:cubicBezTo>
                    <a:pt x="2733" y="4097"/>
                    <a:pt x="2781" y="4081"/>
                    <a:pt x="2833" y="4069"/>
                  </a:cubicBezTo>
                  <a:lnTo>
                    <a:pt x="2869" y="4053"/>
                  </a:lnTo>
                  <a:cubicBezTo>
                    <a:pt x="2881" y="4049"/>
                    <a:pt x="2897" y="4045"/>
                    <a:pt x="2909" y="4037"/>
                  </a:cubicBezTo>
                  <a:cubicBezTo>
                    <a:pt x="2933" y="4025"/>
                    <a:pt x="2953" y="4013"/>
                    <a:pt x="2977" y="3997"/>
                  </a:cubicBezTo>
                  <a:cubicBezTo>
                    <a:pt x="3053" y="3945"/>
                    <a:pt x="3125" y="3881"/>
                    <a:pt x="3181" y="3809"/>
                  </a:cubicBezTo>
                  <a:cubicBezTo>
                    <a:pt x="3273" y="3697"/>
                    <a:pt x="3353" y="3573"/>
                    <a:pt x="3417" y="3441"/>
                  </a:cubicBezTo>
                  <a:lnTo>
                    <a:pt x="3437" y="3397"/>
                  </a:lnTo>
                  <a:close/>
                  <a:moveTo>
                    <a:pt x="3813" y="0"/>
                  </a:moveTo>
                  <a:cubicBezTo>
                    <a:pt x="3803" y="0"/>
                    <a:pt x="3792" y="1"/>
                    <a:pt x="3781" y="1"/>
                  </a:cubicBezTo>
                  <a:cubicBezTo>
                    <a:pt x="3772" y="1"/>
                    <a:pt x="3763" y="1"/>
                    <a:pt x="3754" y="1"/>
                  </a:cubicBezTo>
                  <a:cubicBezTo>
                    <a:pt x="3619" y="1"/>
                    <a:pt x="3481" y="28"/>
                    <a:pt x="3353" y="77"/>
                  </a:cubicBezTo>
                  <a:cubicBezTo>
                    <a:pt x="3217" y="125"/>
                    <a:pt x="3089" y="197"/>
                    <a:pt x="2977" y="285"/>
                  </a:cubicBezTo>
                  <a:cubicBezTo>
                    <a:pt x="2761" y="457"/>
                    <a:pt x="2581" y="673"/>
                    <a:pt x="2449" y="921"/>
                  </a:cubicBezTo>
                  <a:cubicBezTo>
                    <a:pt x="2381" y="1041"/>
                    <a:pt x="2333" y="1165"/>
                    <a:pt x="2301" y="1301"/>
                  </a:cubicBezTo>
                  <a:cubicBezTo>
                    <a:pt x="2273" y="1429"/>
                    <a:pt x="2269" y="1561"/>
                    <a:pt x="2285" y="1693"/>
                  </a:cubicBezTo>
                  <a:cubicBezTo>
                    <a:pt x="2325" y="1933"/>
                    <a:pt x="2421" y="2157"/>
                    <a:pt x="2573" y="2349"/>
                  </a:cubicBezTo>
                  <a:cubicBezTo>
                    <a:pt x="2689" y="2501"/>
                    <a:pt x="2825" y="2637"/>
                    <a:pt x="2977" y="2757"/>
                  </a:cubicBezTo>
                  <a:cubicBezTo>
                    <a:pt x="2937" y="2737"/>
                    <a:pt x="2897" y="2713"/>
                    <a:pt x="2853" y="2693"/>
                  </a:cubicBezTo>
                  <a:cubicBezTo>
                    <a:pt x="2705" y="2613"/>
                    <a:pt x="2537" y="2533"/>
                    <a:pt x="2353" y="2449"/>
                  </a:cubicBezTo>
                  <a:cubicBezTo>
                    <a:pt x="2165" y="2361"/>
                    <a:pt x="1965" y="2277"/>
                    <a:pt x="1741" y="2197"/>
                  </a:cubicBezTo>
                  <a:cubicBezTo>
                    <a:pt x="1625" y="2157"/>
                    <a:pt x="1509" y="2125"/>
                    <a:pt x="1393" y="2097"/>
                  </a:cubicBezTo>
                  <a:cubicBezTo>
                    <a:pt x="1278" y="2068"/>
                    <a:pt x="1163" y="2052"/>
                    <a:pt x="1045" y="2052"/>
                  </a:cubicBezTo>
                  <a:cubicBezTo>
                    <a:pt x="1032" y="2052"/>
                    <a:pt x="1018" y="2053"/>
                    <a:pt x="1005" y="2053"/>
                  </a:cubicBezTo>
                  <a:cubicBezTo>
                    <a:pt x="873" y="2061"/>
                    <a:pt x="741" y="2093"/>
                    <a:pt x="621" y="2145"/>
                  </a:cubicBezTo>
                  <a:cubicBezTo>
                    <a:pt x="493" y="2193"/>
                    <a:pt x="377" y="2269"/>
                    <a:pt x="277" y="2361"/>
                  </a:cubicBezTo>
                  <a:cubicBezTo>
                    <a:pt x="173" y="2453"/>
                    <a:pt x="93" y="2569"/>
                    <a:pt x="49" y="2701"/>
                  </a:cubicBezTo>
                  <a:cubicBezTo>
                    <a:pt x="5" y="2837"/>
                    <a:pt x="1" y="2985"/>
                    <a:pt x="41" y="3121"/>
                  </a:cubicBezTo>
                  <a:cubicBezTo>
                    <a:pt x="81" y="3257"/>
                    <a:pt x="149" y="3385"/>
                    <a:pt x="237" y="3497"/>
                  </a:cubicBezTo>
                  <a:cubicBezTo>
                    <a:pt x="249" y="3513"/>
                    <a:pt x="257" y="3525"/>
                    <a:pt x="269" y="3537"/>
                  </a:cubicBezTo>
                  <a:lnTo>
                    <a:pt x="277" y="3549"/>
                  </a:lnTo>
                  <a:lnTo>
                    <a:pt x="289" y="3561"/>
                  </a:lnTo>
                  <a:lnTo>
                    <a:pt x="305" y="3577"/>
                  </a:lnTo>
                  <a:cubicBezTo>
                    <a:pt x="329" y="3605"/>
                    <a:pt x="349" y="3629"/>
                    <a:pt x="377" y="3653"/>
                  </a:cubicBezTo>
                  <a:cubicBezTo>
                    <a:pt x="425" y="3701"/>
                    <a:pt x="477" y="3749"/>
                    <a:pt x="533" y="3789"/>
                  </a:cubicBezTo>
                  <a:cubicBezTo>
                    <a:pt x="753" y="3953"/>
                    <a:pt x="1001" y="4069"/>
                    <a:pt x="1269" y="4129"/>
                  </a:cubicBezTo>
                  <a:cubicBezTo>
                    <a:pt x="1385" y="4157"/>
                    <a:pt x="1505" y="4177"/>
                    <a:pt x="1629" y="4189"/>
                  </a:cubicBezTo>
                  <a:cubicBezTo>
                    <a:pt x="1525" y="4217"/>
                    <a:pt x="1433" y="4261"/>
                    <a:pt x="1345" y="4321"/>
                  </a:cubicBezTo>
                  <a:cubicBezTo>
                    <a:pt x="1285" y="4361"/>
                    <a:pt x="1233" y="4413"/>
                    <a:pt x="1193" y="4469"/>
                  </a:cubicBezTo>
                  <a:cubicBezTo>
                    <a:pt x="1145" y="4541"/>
                    <a:pt x="1125" y="4629"/>
                    <a:pt x="1129" y="4713"/>
                  </a:cubicBezTo>
                  <a:cubicBezTo>
                    <a:pt x="1137" y="4801"/>
                    <a:pt x="1169" y="4885"/>
                    <a:pt x="1217" y="4961"/>
                  </a:cubicBezTo>
                  <a:cubicBezTo>
                    <a:pt x="1269" y="5033"/>
                    <a:pt x="1329" y="5097"/>
                    <a:pt x="1397" y="5153"/>
                  </a:cubicBezTo>
                  <a:cubicBezTo>
                    <a:pt x="1545" y="5261"/>
                    <a:pt x="1701" y="5353"/>
                    <a:pt x="1869" y="5425"/>
                  </a:cubicBezTo>
                  <a:cubicBezTo>
                    <a:pt x="2041" y="5509"/>
                    <a:pt x="2217" y="5581"/>
                    <a:pt x="2401" y="5641"/>
                  </a:cubicBezTo>
                  <a:cubicBezTo>
                    <a:pt x="2589" y="5709"/>
                    <a:pt x="2789" y="5749"/>
                    <a:pt x="2989" y="5761"/>
                  </a:cubicBezTo>
                  <a:cubicBezTo>
                    <a:pt x="3012" y="5762"/>
                    <a:pt x="3036" y="5763"/>
                    <a:pt x="3059" y="5763"/>
                  </a:cubicBezTo>
                  <a:cubicBezTo>
                    <a:pt x="3140" y="5763"/>
                    <a:pt x="3220" y="5757"/>
                    <a:pt x="3297" y="5741"/>
                  </a:cubicBezTo>
                  <a:cubicBezTo>
                    <a:pt x="3405" y="5725"/>
                    <a:pt x="3505" y="5689"/>
                    <a:pt x="3597" y="5633"/>
                  </a:cubicBezTo>
                  <a:cubicBezTo>
                    <a:pt x="3777" y="5525"/>
                    <a:pt x="3917" y="5361"/>
                    <a:pt x="3993" y="5165"/>
                  </a:cubicBezTo>
                  <a:cubicBezTo>
                    <a:pt x="4057" y="4989"/>
                    <a:pt x="4089" y="4801"/>
                    <a:pt x="4085" y="4613"/>
                  </a:cubicBezTo>
                  <a:cubicBezTo>
                    <a:pt x="4085" y="4529"/>
                    <a:pt x="4081" y="4445"/>
                    <a:pt x="4073" y="4361"/>
                  </a:cubicBezTo>
                  <a:lnTo>
                    <a:pt x="4073" y="4361"/>
                  </a:lnTo>
                  <a:cubicBezTo>
                    <a:pt x="4109" y="4421"/>
                    <a:pt x="4145" y="4485"/>
                    <a:pt x="4185" y="4545"/>
                  </a:cubicBezTo>
                  <a:cubicBezTo>
                    <a:pt x="4317" y="4737"/>
                    <a:pt x="4477" y="4913"/>
                    <a:pt x="4657" y="5069"/>
                  </a:cubicBezTo>
                  <a:cubicBezTo>
                    <a:pt x="4753" y="5153"/>
                    <a:pt x="4857" y="5229"/>
                    <a:pt x="4969" y="5297"/>
                  </a:cubicBezTo>
                  <a:cubicBezTo>
                    <a:pt x="5085" y="5365"/>
                    <a:pt x="5205" y="5425"/>
                    <a:pt x="5333" y="5473"/>
                  </a:cubicBezTo>
                  <a:cubicBezTo>
                    <a:pt x="5519" y="5544"/>
                    <a:pt x="5715" y="5580"/>
                    <a:pt x="5911" y="5580"/>
                  </a:cubicBezTo>
                  <a:cubicBezTo>
                    <a:pt x="6001" y="5580"/>
                    <a:pt x="6092" y="5572"/>
                    <a:pt x="6181" y="5557"/>
                  </a:cubicBezTo>
                  <a:cubicBezTo>
                    <a:pt x="6217" y="5549"/>
                    <a:pt x="6253" y="5537"/>
                    <a:pt x="6289" y="5529"/>
                  </a:cubicBezTo>
                  <a:cubicBezTo>
                    <a:pt x="6325" y="5521"/>
                    <a:pt x="6357" y="5509"/>
                    <a:pt x="6393" y="5493"/>
                  </a:cubicBezTo>
                  <a:lnTo>
                    <a:pt x="6497" y="5453"/>
                  </a:lnTo>
                  <a:lnTo>
                    <a:pt x="6597" y="5401"/>
                  </a:lnTo>
                  <a:cubicBezTo>
                    <a:pt x="6629" y="5381"/>
                    <a:pt x="6657" y="5361"/>
                    <a:pt x="6689" y="5341"/>
                  </a:cubicBezTo>
                  <a:cubicBezTo>
                    <a:pt x="6717" y="5317"/>
                    <a:pt x="6749" y="5297"/>
                    <a:pt x="6777" y="5273"/>
                  </a:cubicBezTo>
                  <a:lnTo>
                    <a:pt x="6857" y="5197"/>
                  </a:lnTo>
                  <a:lnTo>
                    <a:pt x="6929" y="5113"/>
                  </a:lnTo>
                  <a:cubicBezTo>
                    <a:pt x="7021" y="4997"/>
                    <a:pt x="7089" y="4865"/>
                    <a:pt x="7129" y="4725"/>
                  </a:cubicBezTo>
                  <a:cubicBezTo>
                    <a:pt x="7145" y="4653"/>
                    <a:pt x="7157" y="4581"/>
                    <a:pt x="7161" y="4509"/>
                  </a:cubicBezTo>
                  <a:lnTo>
                    <a:pt x="7165" y="4453"/>
                  </a:lnTo>
                  <a:cubicBezTo>
                    <a:pt x="7165" y="4437"/>
                    <a:pt x="7165" y="4421"/>
                    <a:pt x="7165" y="4405"/>
                  </a:cubicBezTo>
                  <a:cubicBezTo>
                    <a:pt x="7161" y="4369"/>
                    <a:pt x="7161" y="4337"/>
                    <a:pt x="7157" y="4297"/>
                  </a:cubicBezTo>
                  <a:cubicBezTo>
                    <a:pt x="7137" y="4161"/>
                    <a:pt x="7105" y="4013"/>
                    <a:pt x="7005" y="3901"/>
                  </a:cubicBezTo>
                  <a:cubicBezTo>
                    <a:pt x="6953" y="3849"/>
                    <a:pt x="6889" y="3809"/>
                    <a:pt x="6821" y="3785"/>
                  </a:cubicBezTo>
                  <a:cubicBezTo>
                    <a:pt x="6769" y="3769"/>
                    <a:pt x="6721" y="3757"/>
                    <a:pt x="6665" y="3749"/>
                  </a:cubicBezTo>
                  <a:lnTo>
                    <a:pt x="6733" y="3737"/>
                  </a:lnTo>
                  <a:cubicBezTo>
                    <a:pt x="6993" y="3689"/>
                    <a:pt x="7269" y="3613"/>
                    <a:pt x="7505" y="3429"/>
                  </a:cubicBezTo>
                  <a:cubicBezTo>
                    <a:pt x="7517" y="3417"/>
                    <a:pt x="7533" y="3405"/>
                    <a:pt x="7545" y="3393"/>
                  </a:cubicBezTo>
                  <a:lnTo>
                    <a:pt x="7581" y="3357"/>
                  </a:lnTo>
                  <a:lnTo>
                    <a:pt x="7621" y="3321"/>
                  </a:lnTo>
                  <a:lnTo>
                    <a:pt x="7625" y="3317"/>
                  </a:lnTo>
                  <a:lnTo>
                    <a:pt x="7629" y="3313"/>
                  </a:lnTo>
                  <a:lnTo>
                    <a:pt x="7637" y="3301"/>
                  </a:lnTo>
                  <a:lnTo>
                    <a:pt x="7657" y="3281"/>
                  </a:lnTo>
                  <a:cubicBezTo>
                    <a:pt x="7677" y="3257"/>
                    <a:pt x="7701" y="3233"/>
                    <a:pt x="7725" y="3201"/>
                  </a:cubicBezTo>
                  <a:cubicBezTo>
                    <a:pt x="7745" y="3173"/>
                    <a:pt x="7769" y="3149"/>
                    <a:pt x="7789" y="3121"/>
                  </a:cubicBezTo>
                  <a:cubicBezTo>
                    <a:pt x="7833" y="3061"/>
                    <a:pt x="7869" y="3001"/>
                    <a:pt x="7905" y="2937"/>
                  </a:cubicBezTo>
                  <a:cubicBezTo>
                    <a:pt x="7941" y="2873"/>
                    <a:pt x="7965" y="2801"/>
                    <a:pt x="7981" y="2729"/>
                  </a:cubicBezTo>
                  <a:cubicBezTo>
                    <a:pt x="7985" y="2689"/>
                    <a:pt x="7985" y="2649"/>
                    <a:pt x="7981" y="2613"/>
                  </a:cubicBezTo>
                  <a:cubicBezTo>
                    <a:pt x="7973" y="2569"/>
                    <a:pt x="7957" y="2529"/>
                    <a:pt x="7937" y="2493"/>
                  </a:cubicBezTo>
                  <a:cubicBezTo>
                    <a:pt x="7893" y="2433"/>
                    <a:pt x="7833" y="2381"/>
                    <a:pt x="7769" y="2349"/>
                  </a:cubicBezTo>
                  <a:cubicBezTo>
                    <a:pt x="7705" y="2317"/>
                    <a:pt x="7641" y="2289"/>
                    <a:pt x="7573" y="2269"/>
                  </a:cubicBezTo>
                  <a:cubicBezTo>
                    <a:pt x="7505" y="2249"/>
                    <a:pt x="7441" y="2233"/>
                    <a:pt x="7373" y="2217"/>
                  </a:cubicBezTo>
                  <a:cubicBezTo>
                    <a:pt x="7237" y="2185"/>
                    <a:pt x="7105" y="2161"/>
                    <a:pt x="6973" y="2137"/>
                  </a:cubicBezTo>
                  <a:cubicBezTo>
                    <a:pt x="6841" y="2113"/>
                    <a:pt x="6713" y="2089"/>
                    <a:pt x="6577" y="2077"/>
                  </a:cubicBezTo>
                  <a:cubicBezTo>
                    <a:pt x="6529" y="2073"/>
                    <a:pt x="6481" y="2070"/>
                    <a:pt x="6432" y="2070"/>
                  </a:cubicBezTo>
                  <a:cubicBezTo>
                    <a:pt x="6351" y="2070"/>
                    <a:pt x="6269" y="2077"/>
                    <a:pt x="6189" y="2089"/>
                  </a:cubicBezTo>
                  <a:cubicBezTo>
                    <a:pt x="6065" y="2101"/>
                    <a:pt x="5941" y="2129"/>
                    <a:pt x="5821" y="2161"/>
                  </a:cubicBezTo>
                  <a:cubicBezTo>
                    <a:pt x="5605" y="2225"/>
                    <a:pt x="5393" y="2309"/>
                    <a:pt x="5189" y="2405"/>
                  </a:cubicBezTo>
                  <a:cubicBezTo>
                    <a:pt x="5001" y="2497"/>
                    <a:pt x="4833" y="2589"/>
                    <a:pt x="4689" y="2681"/>
                  </a:cubicBezTo>
                  <a:lnTo>
                    <a:pt x="4617" y="2725"/>
                  </a:lnTo>
                  <a:cubicBezTo>
                    <a:pt x="4713" y="2621"/>
                    <a:pt x="4797" y="2509"/>
                    <a:pt x="4873" y="2389"/>
                  </a:cubicBezTo>
                  <a:cubicBezTo>
                    <a:pt x="4997" y="2189"/>
                    <a:pt x="5093" y="1969"/>
                    <a:pt x="5149" y="1737"/>
                  </a:cubicBezTo>
                  <a:cubicBezTo>
                    <a:pt x="5181" y="1609"/>
                    <a:pt x="5197" y="1481"/>
                    <a:pt x="5201" y="1349"/>
                  </a:cubicBezTo>
                  <a:cubicBezTo>
                    <a:pt x="5205" y="1209"/>
                    <a:pt x="5185" y="1069"/>
                    <a:pt x="5141" y="937"/>
                  </a:cubicBezTo>
                  <a:cubicBezTo>
                    <a:pt x="5093" y="797"/>
                    <a:pt x="5021" y="673"/>
                    <a:pt x="4925" y="561"/>
                  </a:cubicBezTo>
                  <a:cubicBezTo>
                    <a:pt x="4741" y="333"/>
                    <a:pt x="4497" y="161"/>
                    <a:pt x="4217" y="65"/>
                  </a:cubicBezTo>
                  <a:cubicBezTo>
                    <a:pt x="4087" y="24"/>
                    <a:pt x="3950" y="0"/>
                    <a:pt x="3813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89"/>
            <p:cNvSpPr/>
            <p:nvPr/>
          </p:nvSpPr>
          <p:spPr>
            <a:xfrm flipH="1">
              <a:off x="1052997" y="259658"/>
              <a:ext cx="41828" cy="100225"/>
            </a:xfrm>
            <a:custGeom>
              <a:avLst/>
              <a:gdLst/>
              <a:ahLst/>
              <a:cxnLst/>
              <a:rect l="l" t="t" r="r" b="b"/>
              <a:pathLst>
                <a:path w="361" h="865" extrusionOk="0">
                  <a:moveTo>
                    <a:pt x="52" y="0"/>
                  </a:moveTo>
                  <a:lnTo>
                    <a:pt x="0" y="16"/>
                  </a:lnTo>
                  <a:lnTo>
                    <a:pt x="132" y="468"/>
                  </a:lnTo>
                  <a:cubicBezTo>
                    <a:pt x="140" y="500"/>
                    <a:pt x="152" y="532"/>
                    <a:pt x="164" y="564"/>
                  </a:cubicBezTo>
                  <a:cubicBezTo>
                    <a:pt x="176" y="596"/>
                    <a:pt x="188" y="624"/>
                    <a:pt x="204" y="648"/>
                  </a:cubicBezTo>
                  <a:lnTo>
                    <a:pt x="316" y="864"/>
                  </a:lnTo>
                  <a:lnTo>
                    <a:pt x="360" y="840"/>
                  </a:lnTo>
                  <a:lnTo>
                    <a:pt x="248" y="624"/>
                  </a:lnTo>
                  <a:cubicBezTo>
                    <a:pt x="236" y="600"/>
                    <a:pt x="220" y="572"/>
                    <a:pt x="212" y="544"/>
                  </a:cubicBezTo>
                  <a:cubicBezTo>
                    <a:pt x="200" y="516"/>
                    <a:pt x="188" y="484"/>
                    <a:pt x="180" y="456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89"/>
            <p:cNvSpPr/>
            <p:nvPr/>
          </p:nvSpPr>
          <p:spPr>
            <a:xfrm flipH="1">
              <a:off x="1033067" y="250852"/>
              <a:ext cx="13556" cy="95591"/>
            </a:xfrm>
            <a:custGeom>
              <a:avLst/>
              <a:gdLst/>
              <a:ahLst/>
              <a:cxnLst/>
              <a:rect l="l" t="t" r="r" b="b"/>
              <a:pathLst>
                <a:path w="117" h="825" extrusionOk="0">
                  <a:moveTo>
                    <a:pt x="92" y="0"/>
                  </a:moveTo>
                  <a:lnTo>
                    <a:pt x="40" y="4"/>
                  </a:lnTo>
                  <a:lnTo>
                    <a:pt x="56" y="248"/>
                  </a:lnTo>
                  <a:cubicBezTo>
                    <a:pt x="60" y="292"/>
                    <a:pt x="60" y="336"/>
                    <a:pt x="56" y="384"/>
                  </a:cubicBezTo>
                  <a:cubicBezTo>
                    <a:pt x="52" y="400"/>
                    <a:pt x="48" y="420"/>
                    <a:pt x="40" y="436"/>
                  </a:cubicBezTo>
                  <a:lnTo>
                    <a:pt x="36" y="460"/>
                  </a:lnTo>
                  <a:cubicBezTo>
                    <a:pt x="0" y="580"/>
                    <a:pt x="0" y="704"/>
                    <a:pt x="36" y="824"/>
                  </a:cubicBezTo>
                  <a:lnTo>
                    <a:pt x="88" y="812"/>
                  </a:lnTo>
                  <a:cubicBezTo>
                    <a:pt x="56" y="700"/>
                    <a:pt x="56" y="588"/>
                    <a:pt x="84" y="476"/>
                  </a:cubicBezTo>
                  <a:lnTo>
                    <a:pt x="92" y="452"/>
                  </a:lnTo>
                  <a:cubicBezTo>
                    <a:pt x="96" y="436"/>
                    <a:pt x="104" y="416"/>
                    <a:pt x="108" y="396"/>
                  </a:cubicBezTo>
                  <a:cubicBezTo>
                    <a:pt x="116" y="344"/>
                    <a:pt x="116" y="292"/>
                    <a:pt x="108" y="244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89"/>
            <p:cNvSpPr/>
            <p:nvPr/>
          </p:nvSpPr>
          <p:spPr>
            <a:xfrm flipH="1">
              <a:off x="1007576" y="283758"/>
              <a:ext cx="17264" cy="77979"/>
            </a:xfrm>
            <a:custGeom>
              <a:avLst/>
              <a:gdLst/>
              <a:ahLst/>
              <a:cxnLst/>
              <a:rect l="l" t="t" r="r" b="b"/>
              <a:pathLst>
                <a:path w="149" h="673" extrusionOk="0">
                  <a:moveTo>
                    <a:pt x="96" y="0"/>
                  </a:moveTo>
                  <a:cubicBezTo>
                    <a:pt x="40" y="128"/>
                    <a:pt x="16" y="268"/>
                    <a:pt x="28" y="404"/>
                  </a:cubicBezTo>
                  <a:lnTo>
                    <a:pt x="28" y="432"/>
                  </a:lnTo>
                  <a:cubicBezTo>
                    <a:pt x="36" y="508"/>
                    <a:pt x="40" y="584"/>
                    <a:pt x="0" y="632"/>
                  </a:cubicBezTo>
                  <a:lnTo>
                    <a:pt x="40" y="672"/>
                  </a:lnTo>
                  <a:cubicBezTo>
                    <a:pt x="96" y="604"/>
                    <a:pt x="88" y="512"/>
                    <a:pt x="84" y="428"/>
                  </a:cubicBezTo>
                  <a:lnTo>
                    <a:pt x="84" y="400"/>
                  </a:lnTo>
                  <a:cubicBezTo>
                    <a:pt x="72" y="272"/>
                    <a:pt x="96" y="140"/>
                    <a:pt x="148" y="20"/>
                  </a:cubicBezTo>
                  <a:lnTo>
                    <a:pt x="96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89"/>
            <p:cNvSpPr/>
            <p:nvPr/>
          </p:nvSpPr>
          <p:spPr>
            <a:xfrm flipH="1">
              <a:off x="954741" y="299516"/>
              <a:ext cx="53415" cy="70100"/>
            </a:xfrm>
            <a:custGeom>
              <a:avLst/>
              <a:gdLst/>
              <a:ahLst/>
              <a:cxnLst/>
              <a:rect l="l" t="t" r="r" b="b"/>
              <a:pathLst>
                <a:path w="461" h="605" extrusionOk="0">
                  <a:moveTo>
                    <a:pt x="432" y="0"/>
                  </a:moveTo>
                  <a:cubicBezTo>
                    <a:pt x="224" y="140"/>
                    <a:pt x="72" y="348"/>
                    <a:pt x="0" y="588"/>
                  </a:cubicBezTo>
                  <a:lnTo>
                    <a:pt x="52" y="604"/>
                  </a:lnTo>
                  <a:cubicBezTo>
                    <a:pt x="120" y="376"/>
                    <a:pt x="264" y="176"/>
                    <a:pt x="460" y="44"/>
                  </a:cubicBezTo>
                  <a:lnTo>
                    <a:pt x="432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89"/>
            <p:cNvSpPr/>
            <p:nvPr/>
          </p:nvSpPr>
          <p:spPr>
            <a:xfrm flipH="1">
              <a:off x="1091001" y="258731"/>
              <a:ext cx="44609" cy="104397"/>
            </a:xfrm>
            <a:custGeom>
              <a:avLst/>
              <a:gdLst/>
              <a:ahLst/>
              <a:cxnLst/>
              <a:rect l="l" t="t" r="r" b="b"/>
              <a:pathLst>
                <a:path w="385" h="901" extrusionOk="0">
                  <a:moveTo>
                    <a:pt x="56" y="0"/>
                  </a:moveTo>
                  <a:lnTo>
                    <a:pt x="0" y="12"/>
                  </a:lnTo>
                  <a:cubicBezTo>
                    <a:pt x="12" y="48"/>
                    <a:pt x="24" y="84"/>
                    <a:pt x="40" y="116"/>
                  </a:cubicBezTo>
                  <a:cubicBezTo>
                    <a:pt x="132" y="316"/>
                    <a:pt x="212" y="524"/>
                    <a:pt x="288" y="728"/>
                  </a:cubicBezTo>
                  <a:cubicBezTo>
                    <a:pt x="312" y="784"/>
                    <a:pt x="328" y="840"/>
                    <a:pt x="328" y="900"/>
                  </a:cubicBezTo>
                  <a:lnTo>
                    <a:pt x="384" y="900"/>
                  </a:lnTo>
                  <a:cubicBezTo>
                    <a:pt x="380" y="832"/>
                    <a:pt x="364" y="768"/>
                    <a:pt x="340" y="708"/>
                  </a:cubicBezTo>
                  <a:cubicBezTo>
                    <a:pt x="260" y="504"/>
                    <a:pt x="176" y="296"/>
                    <a:pt x="88" y="96"/>
                  </a:cubicBezTo>
                  <a:cubicBezTo>
                    <a:pt x="72" y="64"/>
                    <a:pt x="64" y="32"/>
                    <a:pt x="5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89"/>
            <p:cNvSpPr/>
            <p:nvPr/>
          </p:nvSpPr>
          <p:spPr>
            <a:xfrm flipH="1">
              <a:off x="1086830" y="243668"/>
              <a:ext cx="18191" cy="26765"/>
            </a:xfrm>
            <a:custGeom>
              <a:avLst/>
              <a:gdLst/>
              <a:ahLst/>
              <a:cxnLst/>
              <a:rect l="l" t="t" r="r" b="b"/>
              <a:pathLst>
                <a:path w="157" h="231" extrusionOk="0">
                  <a:moveTo>
                    <a:pt x="64" y="54"/>
                  </a:moveTo>
                  <a:cubicBezTo>
                    <a:pt x="72" y="54"/>
                    <a:pt x="76" y="58"/>
                    <a:pt x="80" y="62"/>
                  </a:cubicBezTo>
                  <a:cubicBezTo>
                    <a:pt x="92" y="78"/>
                    <a:pt x="100" y="98"/>
                    <a:pt x="96" y="118"/>
                  </a:cubicBezTo>
                  <a:lnTo>
                    <a:pt x="96" y="150"/>
                  </a:lnTo>
                  <a:cubicBezTo>
                    <a:pt x="76" y="130"/>
                    <a:pt x="64" y="102"/>
                    <a:pt x="60" y="78"/>
                  </a:cubicBezTo>
                  <a:cubicBezTo>
                    <a:pt x="56" y="70"/>
                    <a:pt x="60" y="62"/>
                    <a:pt x="64" y="54"/>
                  </a:cubicBezTo>
                  <a:close/>
                  <a:moveTo>
                    <a:pt x="68" y="0"/>
                  </a:moveTo>
                  <a:cubicBezTo>
                    <a:pt x="58" y="0"/>
                    <a:pt x="49" y="2"/>
                    <a:pt x="40" y="6"/>
                  </a:cubicBezTo>
                  <a:cubicBezTo>
                    <a:pt x="12" y="22"/>
                    <a:pt x="0" y="54"/>
                    <a:pt x="4" y="86"/>
                  </a:cubicBezTo>
                  <a:cubicBezTo>
                    <a:pt x="12" y="142"/>
                    <a:pt x="48" y="194"/>
                    <a:pt x="104" y="218"/>
                  </a:cubicBezTo>
                  <a:lnTo>
                    <a:pt x="128" y="230"/>
                  </a:lnTo>
                  <a:lnTo>
                    <a:pt x="136" y="206"/>
                  </a:lnTo>
                  <a:cubicBezTo>
                    <a:pt x="140" y="202"/>
                    <a:pt x="140" y="198"/>
                    <a:pt x="140" y="198"/>
                  </a:cubicBezTo>
                  <a:cubicBezTo>
                    <a:pt x="148" y="170"/>
                    <a:pt x="152" y="146"/>
                    <a:pt x="152" y="118"/>
                  </a:cubicBezTo>
                  <a:cubicBezTo>
                    <a:pt x="156" y="82"/>
                    <a:pt x="144" y="50"/>
                    <a:pt x="120" y="22"/>
                  </a:cubicBezTo>
                  <a:cubicBezTo>
                    <a:pt x="107" y="8"/>
                    <a:pt x="87" y="0"/>
                    <a:pt x="6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89"/>
            <p:cNvSpPr/>
            <p:nvPr/>
          </p:nvSpPr>
          <p:spPr>
            <a:xfrm flipH="1">
              <a:off x="1123908" y="245290"/>
              <a:ext cx="20972" cy="23753"/>
            </a:xfrm>
            <a:custGeom>
              <a:avLst/>
              <a:gdLst/>
              <a:ahLst/>
              <a:cxnLst/>
              <a:rect l="l" t="t" r="r" b="b"/>
              <a:pathLst>
                <a:path w="181" h="205" extrusionOk="0">
                  <a:moveTo>
                    <a:pt x="80" y="56"/>
                  </a:moveTo>
                  <a:cubicBezTo>
                    <a:pt x="88" y="56"/>
                    <a:pt x="100" y="60"/>
                    <a:pt x="108" y="68"/>
                  </a:cubicBezTo>
                  <a:cubicBezTo>
                    <a:pt x="120" y="84"/>
                    <a:pt x="124" y="104"/>
                    <a:pt x="124" y="124"/>
                  </a:cubicBezTo>
                  <a:cubicBezTo>
                    <a:pt x="124" y="132"/>
                    <a:pt x="120" y="140"/>
                    <a:pt x="116" y="148"/>
                  </a:cubicBezTo>
                  <a:cubicBezTo>
                    <a:pt x="104" y="140"/>
                    <a:pt x="96" y="128"/>
                    <a:pt x="92" y="116"/>
                  </a:cubicBezTo>
                  <a:cubicBezTo>
                    <a:pt x="84" y="96"/>
                    <a:pt x="80" y="76"/>
                    <a:pt x="80" y="56"/>
                  </a:cubicBezTo>
                  <a:close/>
                  <a:moveTo>
                    <a:pt x="81" y="1"/>
                  </a:moveTo>
                  <a:cubicBezTo>
                    <a:pt x="70" y="1"/>
                    <a:pt x="59" y="3"/>
                    <a:pt x="48" y="8"/>
                  </a:cubicBezTo>
                  <a:cubicBezTo>
                    <a:pt x="0" y="36"/>
                    <a:pt x="40" y="140"/>
                    <a:pt x="40" y="140"/>
                  </a:cubicBezTo>
                  <a:cubicBezTo>
                    <a:pt x="52" y="164"/>
                    <a:pt x="72" y="188"/>
                    <a:pt x="100" y="200"/>
                  </a:cubicBezTo>
                  <a:cubicBezTo>
                    <a:pt x="108" y="200"/>
                    <a:pt x="116" y="204"/>
                    <a:pt x="124" y="204"/>
                  </a:cubicBezTo>
                  <a:cubicBezTo>
                    <a:pt x="128" y="200"/>
                    <a:pt x="136" y="200"/>
                    <a:pt x="140" y="196"/>
                  </a:cubicBezTo>
                  <a:cubicBezTo>
                    <a:pt x="156" y="192"/>
                    <a:pt x="176" y="172"/>
                    <a:pt x="176" y="124"/>
                  </a:cubicBezTo>
                  <a:cubicBezTo>
                    <a:pt x="180" y="92"/>
                    <a:pt x="168" y="60"/>
                    <a:pt x="152" y="36"/>
                  </a:cubicBezTo>
                  <a:cubicBezTo>
                    <a:pt x="132" y="14"/>
                    <a:pt x="107" y="1"/>
                    <a:pt x="81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89"/>
            <p:cNvSpPr/>
            <p:nvPr/>
          </p:nvSpPr>
          <p:spPr>
            <a:xfrm flipH="1">
              <a:off x="997843" y="266494"/>
              <a:ext cx="19118" cy="26765"/>
            </a:xfrm>
            <a:custGeom>
              <a:avLst/>
              <a:gdLst/>
              <a:ahLst/>
              <a:cxnLst/>
              <a:rect l="l" t="t" r="r" b="b"/>
              <a:pathLst>
                <a:path w="165" h="231" extrusionOk="0">
                  <a:moveTo>
                    <a:pt x="92" y="57"/>
                  </a:moveTo>
                  <a:cubicBezTo>
                    <a:pt x="100" y="61"/>
                    <a:pt x="108" y="73"/>
                    <a:pt x="108" y="85"/>
                  </a:cubicBezTo>
                  <a:cubicBezTo>
                    <a:pt x="100" y="113"/>
                    <a:pt x="84" y="141"/>
                    <a:pt x="64" y="165"/>
                  </a:cubicBezTo>
                  <a:cubicBezTo>
                    <a:pt x="60" y="149"/>
                    <a:pt x="60" y="133"/>
                    <a:pt x="64" y="117"/>
                  </a:cubicBezTo>
                  <a:cubicBezTo>
                    <a:pt x="72" y="93"/>
                    <a:pt x="80" y="73"/>
                    <a:pt x="92" y="57"/>
                  </a:cubicBezTo>
                  <a:close/>
                  <a:moveTo>
                    <a:pt x="90" y="1"/>
                  </a:moveTo>
                  <a:cubicBezTo>
                    <a:pt x="38" y="1"/>
                    <a:pt x="12" y="105"/>
                    <a:pt x="12" y="105"/>
                  </a:cubicBezTo>
                  <a:cubicBezTo>
                    <a:pt x="0" y="145"/>
                    <a:pt x="8" y="193"/>
                    <a:pt x="40" y="225"/>
                  </a:cubicBezTo>
                  <a:cubicBezTo>
                    <a:pt x="43" y="228"/>
                    <a:pt x="48" y="231"/>
                    <a:pt x="55" y="231"/>
                  </a:cubicBezTo>
                  <a:cubicBezTo>
                    <a:pt x="57" y="231"/>
                    <a:pt x="61" y="230"/>
                    <a:pt x="64" y="229"/>
                  </a:cubicBezTo>
                  <a:lnTo>
                    <a:pt x="76" y="229"/>
                  </a:lnTo>
                  <a:cubicBezTo>
                    <a:pt x="120" y="189"/>
                    <a:pt x="148" y="141"/>
                    <a:pt x="164" y="85"/>
                  </a:cubicBezTo>
                  <a:cubicBezTo>
                    <a:pt x="160" y="45"/>
                    <a:pt x="136" y="9"/>
                    <a:pt x="96" y="1"/>
                  </a:cubicBezTo>
                  <a:cubicBezTo>
                    <a:pt x="94" y="1"/>
                    <a:pt x="92" y="1"/>
                    <a:pt x="9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89"/>
            <p:cNvSpPr/>
            <p:nvPr/>
          </p:nvSpPr>
          <p:spPr>
            <a:xfrm flipH="1">
              <a:off x="941763" y="285264"/>
              <a:ext cx="23289" cy="21320"/>
            </a:xfrm>
            <a:custGeom>
              <a:avLst/>
              <a:gdLst/>
              <a:ahLst/>
              <a:cxnLst/>
              <a:rect l="l" t="t" r="r" b="b"/>
              <a:pathLst>
                <a:path w="201" h="184" extrusionOk="0">
                  <a:moveTo>
                    <a:pt x="132" y="55"/>
                  </a:moveTo>
                  <a:cubicBezTo>
                    <a:pt x="136" y="63"/>
                    <a:pt x="136" y="79"/>
                    <a:pt x="132" y="87"/>
                  </a:cubicBezTo>
                  <a:cubicBezTo>
                    <a:pt x="120" y="103"/>
                    <a:pt x="104" y="115"/>
                    <a:pt x="84" y="119"/>
                  </a:cubicBezTo>
                  <a:cubicBezTo>
                    <a:pt x="77" y="123"/>
                    <a:pt x="67" y="126"/>
                    <a:pt x="56" y="127"/>
                  </a:cubicBezTo>
                  <a:lnTo>
                    <a:pt x="56" y="127"/>
                  </a:lnTo>
                  <a:cubicBezTo>
                    <a:pt x="60" y="111"/>
                    <a:pt x="72" y="99"/>
                    <a:pt x="84" y="87"/>
                  </a:cubicBezTo>
                  <a:cubicBezTo>
                    <a:pt x="96" y="75"/>
                    <a:pt x="116" y="63"/>
                    <a:pt x="132" y="55"/>
                  </a:cubicBezTo>
                  <a:close/>
                  <a:moveTo>
                    <a:pt x="139" y="1"/>
                  </a:moveTo>
                  <a:cubicBezTo>
                    <a:pt x="98" y="1"/>
                    <a:pt x="47" y="45"/>
                    <a:pt x="44" y="51"/>
                  </a:cubicBezTo>
                  <a:cubicBezTo>
                    <a:pt x="40" y="55"/>
                    <a:pt x="0" y="99"/>
                    <a:pt x="0" y="135"/>
                  </a:cubicBezTo>
                  <a:cubicBezTo>
                    <a:pt x="0" y="151"/>
                    <a:pt x="8" y="167"/>
                    <a:pt x="20" y="175"/>
                  </a:cubicBezTo>
                  <a:cubicBezTo>
                    <a:pt x="32" y="183"/>
                    <a:pt x="48" y="183"/>
                    <a:pt x="60" y="183"/>
                  </a:cubicBezTo>
                  <a:cubicBezTo>
                    <a:pt x="76" y="179"/>
                    <a:pt x="92" y="175"/>
                    <a:pt x="104" y="171"/>
                  </a:cubicBezTo>
                  <a:cubicBezTo>
                    <a:pt x="136" y="163"/>
                    <a:pt x="164" y="143"/>
                    <a:pt x="180" y="115"/>
                  </a:cubicBezTo>
                  <a:cubicBezTo>
                    <a:pt x="200" y="79"/>
                    <a:pt x="196" y="35"/>
                    <a:pt x="168" y="11"/>
                  </a:cubicBezTo>
                  <a:cubicBezTo>
                    <a:pt x="160" y="4"/>
                    <a:pt x="150" y="1"/>
                    <a:pt x="13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89"/>
            <p:cNvSpPr/>
            <p:nvPr/>
          </p:nvSpPr>
          <p:spPr>
            <a:xfrm flipH="1">
              <a:off x="1033067" y="235905"/>
              <a:ext cx="21435" cy="23869"/>
            </a:xfrm>
            <a:custGeom>
              <a:avLst/>
              <a:gdLst/>
              <a:ahLst/>
              <a:cxnLst/>
              <a:rect l="l" t="t" r="r" b="b"/>
              <a:pathLst>
                <a:path w="185" h="206" extrusionOk="0">
                  <a:moveTo>
                    <a:pt x="68" y="53"/>
                  </a:moveTo>
                  <a:lnTo>
                    <a:pt x="68" y="57"/>
                  </a:lnTo>
                  <a:cubicBezTo>
                    <a:pt x="88" y="69"/>
                    <a:pt x="100" y="85"/>
                    <a:pt x="112" y="105"/>
                  </a:cubicBezTo>
                  <a:cubicBezTo>
                    <a:pt x="124" y="117"/>
                    <a:pt x="128" y="133"/>
                    <a:pt x="128" y="145"/>
                  </a:cubicBezTo>
                  <a:cubicBezTo>
                    <a:pt x="120" y="141"/>
                    <a:pt x="108" y="137"/>
                    <a:pt x="100" y="129"/>
                  </a:cubicBezTo>
                  <a:cubicBezTo>
                    <a:pt x="84" y="121"/>
                    <a:pt x="68" y="105"/>
                    <a:pt x="64" y="89"/>
                  </a:cubicBezTo>
                  <a:cubicBezTo>
                    <a:pt x="60" y="77"/>
                    <a:pt x="64" y="65"/>
                    <a:pt x="68" y="53"/>
                  </a:cubicBezTo>
                  <a:close/>
                  <a:moveTo>
                    <a:pt x="68" y="0"/>
                  </a:moveTo>
                  <a:cubicBezTo>
                    <a:pt x="61" y="0"/>
                    <a:pt x="55" y="2"/>
                    <a:pt x="48" y="5"/>
                  </a:cubicBezTo>
                  <a:cubicBezTo>
                    <a:pt x="16" y="25"/>
                    <a:pt x="0" y="65"/>
                    <a:pt x="12" y="105"/>
                  </a:cubicBezTo>
                  <a:cubicBezTo>
                    <a:pt x="20" y="137"/>
                    <a:pt x="44" y="165"/>
                    <a:pt x="72" y="181"/>
                  </a:cubicBezTo>
                  <a:cubicBezTo>
                    <a:pt x="92" y="193"/>
                    <a:pt x="116" y="205"/>
                    <a:pt x="140" y="205"/>
                  </a:cubicBezTo>
                  <a:cubicBezTo>
                    <a:pt x="144" y="205"/>
                    <a:pt x="148" y="201"/>
                    <a:pt x="152" y="201"/>
                  </a:cubicBezTo>
                  <a:cubicBezTo>
                    <a:pt x="168" y="193"/>
                    <a:pt x="180" y="181"/>
                    <a:pt x="184" y="165"/>
                  </a:cubicBezTo>
                  <a:cubicBezTo>
                    <a:pt x="184" y="133"/>
                    <a:pt x="180" y="105"/>
                    <a:pt x="160" y="77"/>
                  </a:cubicBezTo>
                  <a:cubicBezTo>
                    <a:pt x="160" y="77"/>
                    <a:pt x="114" y="0"/>
                    <a:pt x="6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89"/>
            <p:cNvSpPr/>
            <p:nvPr/>
          </p:nvSpPr>
          <p:spPr>
            <a:xfrm flipH="1">
              <a:off x="1090538" y="246680"/>
              <a:ext cx="11471" cy="19582"/>
            </a:xfrm>
            <a:custGeom>
              <a:avLst/>
              <a:gdLst/>
              <a:ahLst/>
              <a:cxnLst/>
              <a:rect l="l" t="t" r="r" b="b"/>
              <a:pathLst>
                <a:path w="99" h="169" extrusionOk="0">
                  <a:moveTo>
                    <a:pt x="40" y="0"/>
                  </a:moveTo>
                  <a:cubicBezTo>
                    <a:pt x="16" y="0"/>
                    <a:pt x="1" y="25"/>
                    <a:pt x="6" y="56"/>
                  </a:cubicBezTo>
                  <a:cubicBezTo>
                    <a:pt x="10" y="104"/>
                    <a:pt x="42" y="144"/>
                    <a:pt x="86" y="168"/>
                  </a:cubicBezTo>
                  <a:cubicBezTo>
                    <a:pt x="86" y="164"/>
                    <a:pt x="86" y="164"/>
                    <a:pt x="86" y="160"/>
                  </a:cubicBezTo>
                  <a:cubicBezTo>
                    <a:pt x="94" y="140"/>
                    <a:pt x="98" y="116"/>
                    <a:pt x="98" y="92"/>
                  </a:cubicBezTo>
                  <a:cubicBezTo>
                    <a:pt x="98" y="64"/>
                    <a:pt x="90" y="36"/>
                    <a:pt x="74" y="16"/>
                  </a:cubicBezTo>
                  <a:cubicBezTo>
                    <a:pt x="62" y="5"/>
                    <a:pt x="50" y="0"/>
                    <a:pt x="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89"/>
            <p:cNvSpPr/>
            <p:nvPr/>
          </p:nvSpPr>
          <p:spPr>
            <a:xfrm flipH="1">
              <a:off x="1127152" y="248534"/>
              <a:ext cx="13093" cy="17380"/>
            </a:xfrm>
            <a:custGeom>
              <a:avLst/>
              <a:gdLst/>
              <a:ahLst/>
              <a:cxnLst/>
              <a:rect l="l" t="t" r="r" b="b"/>
              <a:pathLst>
                <a:path w="113" h="150" extrusionOk="0">
                  <a:moveTo>
                    <a:pt x="43" y="0"/>
                  </a:moveTo>
                  <a:cubicBezTo>
                    <a:pt x="35" y="0"/>
                    <a:pt x="27" y="2"/>
                    <a:pt x="20" y="4"/>
                  </a:cubicBezTo>
                  <a:cubicBezTo>
                    <a:pt x="0" y="16"/>
                    <a:pt x="20" y="84"/>
                    <a:pt x="28" y="100"/>
                  </a:cubicBezTo>
                  <a:cubicBezTo>
                    <a:pt x="42" y="131"/>
                    <a:pt x="64" y="150"/>
                    <a:pt x="80" y="150"/>
                  </a:cubicBezTo>
                  <a:cubicBezTo>
                    <a:pt x="83" y="150"/>
                    <a:pt x="86" y="149"/>
                    <a:pt x="88" y="148"/>
                  </a:cubicBezTo>
                  <a:cubicBezTo>
                    <a:pt x="100" y="140"/>
                    <a:pt x="108" y="124"/>
                    <a:pt x="108" y="96"/>
                  </a:cubicBezTo>
                  <a:cubicBezTo>
                    <a:pt x="112" y="68"/>
                    <a:pt x="104" y="44"/>
                    <a:pt x="88" y="24"/>
                  </a:cubicBezTo>
                  <a:cubicBezTo>
                    <a:pt x="77" y="7"/>
                    <a:pt x="60" y="0"/>
                    <a:pt x="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89"/>
            <p:cNvSpPr/>
            <p:nvPr/>
          </p:nvSpPr>
          <p:spPr>
            <a:xfrm flipH="1">
              <a:off x="1001088" y="269738"/>
              <a:ext cx="12630" cy="20277"/>
            </a:xfrm>
            <a:custGeom>
              <a:avLst/>
              <a:gdLst/>
              <a:ahLst/>
              <a:cxnLst/>
              <a:rect l="l" t="t" r="r" b="b"/>
              <a:pathLst>
                <a:path w="109" h="175" extrusionOk="0">
                  <a:moveTo>
                    <a:pt x="62" y="1"/>
                  </a:moveTo>
                  <a:cubicBezTo>
                    <a:pt x="39" y="1"/>
                    <a:pt x="12" y="65"/>
                    <a:pt x="8" y="81"/>
                  </a:cubicBezTo>
                  <a:cubicBezTo>
                    <a:pt x="0" y="113"/>
                    <a:pt x="4" y="149"/>
                    <a:pt x="28" y="173"/>
                  </a:cubicBezTo>
                  <a:cubicBezTo>
                    <a:pt x="29" y="174"/>
                    <a:pt x="30" y="175"/>
                    <a:pt x="32" y="175"/>
                  </a:cubicBezTo>
                  <a:cubicBezTo>
                    <a:pt x="52" y="175"/>
                    <a:pt x="108" y="76"/>
                    <a:pt x="108" y="57"/>
                  </a:cubicBezTo>
                  <a:cubicBezTo>
                    <a:pt x="108" y="29"/>
                    <a:pt x="88" y="5"/>
                    <a:pt x="64" y="1"/>
                  </a:cubicBezTo>
                  <a:cubicBezTo>
                    <a:pt x="63" y="1"/>
                    <a:pt x="63" y="1"/>
                    <a:pt x="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89"/>
            <p:cNvSpPr/>
            <p:nvPr/>
          </p:nvSpPr>
          <p:spPr>
            <a:xfrm flipH="1">
              <a:off x="945008" y="288393"/>
              <a:ext cx="17264" cy="14831"/>
            </a:xfrm>
            <a:custGeom>
              <a:avLst/>
              <a:gdLst/>
              <a:ahLst/>
              <a:cxnLst/>
              <a:rect l="l" t="t" r="r" b="b"/>
              <a:pathLst>
                <a:path w="149" h="128" extrusionOk="0">
                  <a:moveTo>
                    <a:pt x="114" y="1"/>
                  </a:moveTo>
                  <a:cubicBezTo>
                    <a:pt x="92" y="1"/>
                    <a:pt x="50" y="33"/>
                    <a:pt x="40" y="40"/>
                  </a:cubicBezTo>
                  <a:cubicBezTo>
                    <a:pt x="28" y="52"/>
                    <a:pt x="0" y="84"/>
                    <a:pt x="4" y="104"/>
                  </a:cubicBezTo>
                  <a:cubicBezTo>
                    <a:pt x="0" y="112"/>
                    <a:pt x="4" y="120"/>
                    <a:pt x="12" y="124"/>
                  </a:cubicBezTo>
                  <a:cubicBezTo>
                    <a:pt x="16" y="127"/>
                    <a:pt x="21" y="127"/>
                    <a:pt x="27" y="127"/>
                  </a:cubicBezTo>
                  <a:cubicBezTo>
                    <a:pt x="41" y="127"/>
                    <a:pt x="58" y="123"/>
                    <a:pt x="72" y="120"/>
                  </a:cubicBezTo>
                  <a:cubicBezTo>
                    <a:pt x="96" y="112"/>
                    <a:pt x="120" y="96"/>
                    <a:pt x="132" y="72"/>
                  </a:cubicBezTo>
                  <a:cubicBezTo>
                    <a:pt x="148" y="52"/>
                    <a:pt x="144" y="20"/>
                    <a:pt x="124" y="4"/>
                  </a:cubicBezTo>
                  <a:cubicBezTo>
                    <a:pt x="122" y="2"/>
                    <a:pt x="118" y="1"/>
                    <a:pt x="11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89"/>
            <p:cNvSpPr/>
            <p:nvPr/>
          </p:nvSpPr>
          <p:spPr>
            <a:xfrm flipH="1">
              <a:off x="1036775" y="239033"/>
              <a:ext cx="14947" cy="17496"/>
            </a:xfrm>
            <a:custGeom>
              <a:avLst/>
              <a:gdLst/>
              <a:ahLst/>
              <a:cxnLst/>
              <a:rect l="l" t="t" r="r" b="b"/>
              <a:pathLst>
                <a:path w="129" h="151" extrusionOk="0">
                  <a:moveTo>
                    <a:pt x="39" y="1"/>
                  </a:moveTo>
                  <a:cubicBezTo>
                    <a:pt x="36" y="1"/>
                    <a:pt x="34" y="1"/>
                    <a:pt x="32" y="2"/>
                  </a:cubicBezTo>
                  <a:cubicBezTo>
                    <a:pt x="12" y="18"/>
                    <a:pt x="0" y="46"/>
                    <a:pt x="8" y="70"/>
                  </a:cubicBezTo>
                  <a:cubicBezTo>
                    <a:pt x="16" y="94"/>
                    <a:pt x="36" y="114"/>
                    <a:pt x="60" y="130"/>
                  </a:cubicBezTo>
                  <a:cubicBezTo>
                    <a:pt x="71" y="137"/>
                    <a:pt x="94" y="151"/>
                    <a:pt x="111" y="151"/>
                  </a:cubicBezTo>
                  <a:cubicBezTo>
                    <a:pt x="113" y="151"/>
                    <a:pt x="114" y="150"/>
                    <a:pt x="116" y="150"/>
                  </a:cubicBezTo>
                  <a:cubicBezTo>
                    <a:pt x="124" y="146"/>
                    <a:pt x="128" y="138"/>
                    <a:pt x="128" y="130"/>
                  </a:cubicBezTo>
                  <a:cubicBezTo>
                    <a:pt x="128" y="110"/>
                    <a:pt x="124" y="86"/>
                    <a:pt x="108" y="66"/>
                  </a:cubicBezTo>
                  <a:cubicBezTo>
                    <a:pt x="101" y="55"/>
                    <a:pt x="63" y="1"/>
                    <a:pt x="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89"/>
            <p:cNvSpPr/>
            <p:nvPr/>
          </p:nvSpPr>
          <p:spPr>
            <a:xfrm flipH="1">
              <a:off x="1057168" y="316201"/>
              <a:ext cx="26070" cy="74735"/>
            </a:xfrm>
            <a:custGeom>
              <a:avLst/>
              <a:gdLst/>
              <a:ahLst/>
              <a:cxnLst/>
              <a:rect l="l" t="t" r="r" b="b"/>
              <a:pathLst>
                <a:path w="225" h="645" extrusionOk="0">
                  <a:moveTo>
                    <a:pt x="8" y="0"/>
                  </a:moveTo>
                  <a:cubicBezTo>
                    <a:pt x="0" y="136"/>
                    <a:pt x="28" y="276"/>
                    <a:pt x="88" y="404"/>
                  </a:cubicBezTo>
                  <a:lnTo>
                    <a:pt x="100" y="428"/>
                  </a:lnTo>
                  <a:cubicBezTo>
                    <a:pt x="132" y="496"/>
                    <a:pt x="168" y="564"/>
                    <a:pt x="144" y="624"/>
                  </a:cubicBezTo>
                  <a:lnTo>
                    <a:pt x="196" y="644"/>
                  </a:lnTo>
                  <a:cubicBezTo>
                    <a:pt x="224" y="560"/>
                    <a:pt x="184" y="480"/>
                    <a:pt x="152" y="404"/>
                  </a:cubicBezTo>
                  <a:lnTo>
                    <a:pt x="136" y="376"/>
                  </a:lnTo>
                  <a:cubicBezTo>
                    <a:pt x="80" y="260"/>
                    <a:pt x="56" y="128"/>
                    <a:pt x="6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89"/>
            <p:cNvSpPr/>
            <p:nvPr/>
          </p:nvSpPr>
          <p:spPr>
            <a:xfrm flipH="1">
              <a:off x="1069682" y="297430"/>
              <a:ext cx="18191" cy="26765"/>
            </a:xfrm>
            <a:custGeom>
              <a:avLst/>
              <a:gdLst/>
              <a:ahLst/>
              <a:cxnLst/>
              <a:rect l="l" t="t" r="r" b="b"/>
              <a:pathLst>
                <a:path w="157" h="231" extrusionOk="0">
                  <a:moveTo>
                    <a:pt x="72" y="54"/>
                  </a:moveTo>
                  <a:cubicBezTo>
                    <a:pt x="84" y="54"/>
                    <a:pt x="96" y="62"/>
                    <a:pt x="100" y="74"/>
                  </a:cubicBezTo>
                  <a:cubicBezTo>
                    <a:pt x="100" y="106"/>
                    <a:pt x="96" y="138"/>
                    <a:pt x="88" y="166"/>
                  </a:cubicBezTo>
                  <a:cubicBezTo>
                    <a:pt x="76" y="150"/>
                    <a:pt x="72" y="134"/>
                    <a:pt x="68" y="118"/>
                  </a:cubicBezTo>
                  <a:cubicBezTo>
                    <a:pt x="68" y="94"/>
                    <a:pt x="68" y="74"/>
                    <a:pt x="72" y="54"/>
                  </a:cubicBezTo>
                  <a:close/>
                  <a:moveTo>
                    <a:pt x="72" y="0"/>
                  </a:moveTo>
                  <a:cubicBezTo>
                    <a:pt x="67" y="0"/>
                    <a:pt x="61" y="1"/>
                    <a:pt x="56" y="2"/>
                  </a:cubicBezTo>
                  <a:cubicBezTo>
                    <a:pt x="0" y="14"/>
                    <a:pt x="16" y="130"/>
                    <a:pt x="16" y="130"/>
                  </a:cubicBezTo>
                  <a:cubicBezTo>
                    <a:pt x="20" y="170"/>
                    <a:pt x="44" y="210"/>
                    <a:pt x="84" y="230"/>
                  </a:cubicBezTo>
                  <a:lnTo>
                    <a:pt x="96" y="230"/>
                  </a:lnTo>
                  <a:cubicBezTo>
                    <a:pt x="108" y="230"/>
                    <a:pt x="116" y="226"/>
                    <a:pt x="120" y="218"/>
                  </a:cubicBezTo>
                  <a:cubicBezTo>
                    <a:pt x="148" y="170"/>
                    <a:pt x="156" y="110"/>
                    <a:pt x="148" y="54"/>
                  </a:cubicBezTo>
                  <a:cubicBezTo>
                    <a:pt x="138" y="23"/>
                    <a:pt x="106" y="0"/>
                    <a:pt x="7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89"/>
            <p:cNvSpPr/>
            <p:nvPr/>
          </p:nvSpPr>
          <p:spPr>
            <a:xfrm flipH="1">
              <a:off x="1072578" y="300327"/>
              <a:ext cx="10660" cy="20624"/>
            </a:xfrm>
            <a:custGeom>
              <a:avLst/>
              <a:gdLst/>
              <a:ahLst/>
              <a:cxnLst/>
              <a:rect l="l" t="t" r="r" b="b"/>
              <a:pathLst>
                <a:path w="92" h="178" extrusionOk="0">
                  <a:moveTo>
                    <a:pt x="32" y="0"/>
                  </a:moveTo>
                  <a:cubicBezTo>
                    <a:pt x="29" y="0"/>
                    <a:pt x="27" y="1"/>
                    <a:pt x="24" y="1"/>
                  </a:cubicBezTo>
                  <a:cubicBezTo>
                    <a:pt x="0" y="5"/>
                    <a:pt x="0" y="81"/>
                    <a:pt x="4" y="97"/>
                  </a:cubicBezTo>
                  <a:cubicBezTo>
                    <a:pt x="4" y="129"/>
                    <a:pt x="24" y="161"/>
                    <a:pt x="52" y="177"/>
                  </a:cubicBezTo>
                  <a:cubicBezTo>
                    <a:pt x="53" y="177"/>
                    <a:pt x="54" y="177"/>
                    <a:pt x="54" y="177"/>
                  </a:cubicBezTo>
                  <a:cubicBezTo>
                    <a:pt x="77" y="177"/>
                    <a:pt x="92" y="56"/>
                    <a:pt x="84" y="37"/>
                  </a:cubicBezTo>
                  <a:cubicBezTo>
                    <a:pt x="77" y="16"/>
                    <a:pt x="54" y="0"/>
                    <a:pt x="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89"/>
            <p:cNvSpPr/>
            <p:nvPr/>
          </p:nvSpPr>
          <p:spPr>
            <a:xfrm flipH="1">
              <a:off x="1010357" y="322690"/>
              <a:ext cx="32095" cy="80296"/>
            </a:xfrm>
            <a:custGeom>
              <a:avLst/>
              <a:gdLst/>
              <a:ahLst/>
              <a:cxnLst/>
              <a:rect l="l" t="t" r="r" b="b"/>
              <a:pathLst>
                <a:path w="277" h="693" extrusionOk="0">
                  <a:moveTo>
                    <a:pt x="232" y="0"/>
                  </a:moveTo>
                  <a:cubicBezTo>
                    <a:pt x="80" y="196"/>
                    <a:pt x="0" y="440"/>
                    <a:pt x="4" y="692"/>
                  </a:cubicBezTo>
                  <a:lnTo>
                    <a:pt x="60" y="692"/>
                  </a:lnTo>
                  <a:cubicBezTo>
                    <a:pt x="52" y="452"/>
                    <a:pt x="128" y="220"/>
                    <a:pt x="276" y="32"/>
                  </a:cubicBezTo>
                  <a:lnTo>
                    <a:pt x="232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89"/>
            <p:cNvSpPr/>
            <p:nvPr/>
          </p:nvSpPr>
          <p:spPr>
            <a:xfrm flipH="1">
              <a:off x="1001088" y="306005"/>
              <a:ext cx="20972" cy="24216"/>
            </a:xfrm>
            <a:custGeom>
              <a:avLst/>
              <a:gdLst/>
              <a:ahLst/>
              <a:cxnLst/>
              <a:rect l="l" t="t" r="r" b="b"/>
              <a:pathLst>
                <a:path w="181" h="209" extrusionOk="0">
                  <a:moveTo>
                    <a:pt x="112" y="56"/>
                  </a:moveTo>
                  <a:cubicBezTo>
                    <a:pt x="120" y="64"/>
                    <a:pt x="124" y="80"/>
                    <a:pt x="120" y="92"/>
                  </a:cubicBezTo>
                  <a:cubicBezTo>
                    <a:pt x="112" y="112"/>
                    <a:pt x="100" y="128"/>
                    <a:pt x="84" y="140"/>
                  </a:cubicBezTo>
                  <a:cubicBezTo>
                    <a:pt x="76" y="144"/>
                    <a:pt x="68" y="152"/>
                    <a:pt x="56" y="156"/>
                  </a:cubicBezTo>
                  <a:cubicBezTo>
                    <a:pt x="60" y="140"/>
                    <a:pt x="64" y="124"/>
                    <a:pt x="72" y="108"/>
                  </a:cubicBezTo>
                  <a:cubicBezTo>
                    <a:pt x="80" y="88"/>
                    <a:pt x="96" y="72"/>
                    <a:pt x="112" y="56"/>
                  </a:cubicBezTo>
                  <a:close/>
                  <a:moveTo>
                    <a:pt x="112" y="0"/>
                  </a:moveTo>
                  <a:cubicBezTo>
                    <a:pt x="66" y="0"/>
                    <a:pt x="24" y="80"/>
                    <a:pt x="24" y="80"/>
                  </a:cubicBezTo>
                  <a:cubicBezTo>
                    <a:pt x="8" y="108"/>
                    <a:pt x="0" y="140"/>
                    <a:pt x="4" y="172"/>
                  </a:cubicBezTo>
                  <a:cubicBezTo>
                    <a:pt x="12" y="188"/>
                    <a:pt x="24" y="204"/>
                    <a:pt x="40" y="208"/>
                  </a:cubicBezTo>
                  <a:lnTo>
                    <a:pt x="56" y="208"/>
                  </a:lnTo>
                  <a:cubicBezTo>
                    <a:pt x="112" y="196"/>
                    <a:pt x="156" y="152"/>
                    <a:pt x="172" y="100"/>
                  </a:cubicBezTo>
                  <a:cubicBezTo>
                    <a:pt x="180" y="60"/>
                    <a:pt x="164" y="24"/>
                    <a:pt x="128" y="4"/>
                  </a:cubicBezTo>
                  <a:cubicBezTo>
                    <a:pt x="123" y="1"/>
                    <a:pt x="117" y="0"/>
                    <a:pt x="11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89"/>
            <p:cNvSpPr/>
            <p:nvPr/>
          </p:nvSpPr>
          <p:spPr>
            <a:xfrm flipH="1">
              <a:off x="1004332" y="309133"/>
              <a:ext cx="14483" cy="17844"/>
            </a:xfrm>
            <a:custGeom>
              <a:avLst/>
              <a:gdLst/>
              <a:ahLst/>
              <a:cxnLst/>
              <a:rect l="l" t="t" r="r" b="b"/>
              <a:pathLst>
                <a:path w="125" h="154" extrusionOk="0">
                  <a:moveTo>
                    <a:pt x="84" y="0"/>
                  </a:moveTo>
                  <a:cubicBezTo>
                    <a:pt x="63" y="0"/>
                    <a:pt x="28" y="50"/>
                    <a:pt x="20" y="65"/>
                  </a:cubicBezTo>
                  <a:cubicBezTo>
                    <a:pt x="8" y="85"/>
                    <a:pt x="0" y="109"/>
                    <a:pt x="4" y="137"/>
                  </a:cubicBezTo>
                  <a:cubicBezTo>
                    <a:pt x="4" y="141"/>
                    <a:pt x="12" y="149"/>
                    <a:pt x="16" y="153"/>
                  </a:cubicBezTo>
                  <a:cubicBezTo>
                    <a:pt x="18" y="153"/>
                    <a:pt x="20" y="154"/>
                    <a:pt x="22" y="154"/>
                  </a:cubicBezTo>
                  <a:cubicBezTo>
                    <a:pt x="37" y="154"/>
                    <a:pt x="58" y="140"/>
                    <a:pt x="72" y="129"/>
                  </a:cubicBezTo>
                  <a:cubicBezTo>
                    <a:pt x="96" y="113"/>
                    <a:pt x="112" y="89"/>
                    <a:pt x="116" y="65"/>
                  </a:cubicBezTo>
                  <a:cubicBezTo>
                    <a:pt x="124" y="41"/>
                    <a:pt x="112" y="13"/>
                    <a:pt x="88" y="1"/>
                  </a:cubicBezTo>
                  <a:cubicBezTo>
                    <a:pt x="87" y="1"/>
                    <a:pt x="85" y="0"/>
                    <a:pt x="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89"/>
            <p:cNvSpPr/>
            <p:nvPr/>
          </p:nvSpPr>
          <p:spPr>
            <a:xfrm flipH="1">
              <a:off x="1045118" y="353047"/>
              <a:ext cx="17728" cy="26302"/>
            </a:xfrm>
            <a:custGeom>
              <a:avLst/>
              <a:gdLst/>
              <a:ahLst/>
              <a:cxnLst/>
              <a:rect l="l" t="t" r="r" b="b"/>
              <a:pathLst>
                <a:path w="153" h="227" extrusionOk="0">
                  <a:moveTo>
                    <a:pt x="64" y="54"/>
                  </a:moveTo>
                  <a:cubicBezTo>
                    <a:pt x="68" y="54"/>
                    <a:pt x="76" y="58"/>
                    <a:pt x="80" y="62"/>
                  </a:cubicBezTo>
                  <a:cubicBezTo>
                    <a:pt x="92" y="78"/>
                    <a:pt x="96" y="98"/>
                    <a:pt x="96" y="118"/>
                  </a:cubicBezTo>
                  <a:lnTo>
                    <a:pt x="96" y="150"/>
                  </a:lnTo>
                  <a:cubicBezTo>
                    <a:pt x="76" y="130"/>
                    <a:pt x="64" y="102"/>
                    <a:pt x="60" y="78"/>
                  </a:cubicBezTo>
                  <a:cubicBezTo>
                    <a:pt x="56" y="66"/>
                    <a:pt x="60" y="54"/>
                    <a:pt x="64" y="54"/>
                  </a:cubicBezTo>
                  <a:close/>
                  <a:moveTo>
                    <a:pt x="65" y="0"/>
                  </a:moveTo>
                  <a:cubicBezTo>
                    <a:pt x="56" y="0"/>
                    <a:pt x="48" y="2"/>
                    <a:pt x="40" y="6"/>
                  </a:cubicBezTo>
                  <a:cubicBezTo>
                    <a:pt x="12" y="22"/>
                    <a:pt x="0" y="54"/>
                    <a:pt x="4" y="86"/>
                  </a:cubicBezTo>
                  <a:cubicBezTo>
                    <a:pt x="12" y="142"/>
                    <a:pt x="48" y="194"/>
                    <a:pt x="104" y="218"/>
                  </a:cubicBezTo>
                  <a:lnTo>
                    <a:pt x="124" y="226"/>
                  </a:lnTo>
                  <a:lnTo>
                    <a:pt x="136" y="206"/>
                  </a:lnTo>
                  <a:cubicBezTo>
                    <a:pt x="136" y="202"/>
                    <a:pt x="140" y="198"/>
                    <a:pt x="140" y="198"/>
                  </a:cubicBezTo>
                  <a:cubicBezTo>
                    <a:pt x="148" y="170"/>
                    <a:pt x="152" y="146"/>
                    <a:pt x="152" y="118"/>
                  </a:cubicBezTo>
                  <a:cubicBezTo>
                    <a:pt x="152" y="82"/>
                    <a:pt x="140" y="46"/>
                    <a:pt x="116" y="22"/>
                  </a:cubicBezTo>
                  <a:cubicBezTo>
                    <a:pt x="103" y="8"/>
                    <a:pt x="83" y="0"/>
                    <a:pt x="6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89"/>
            <p:cNvSpPr/>
            <p:nvPr/>
          </p:nvSpPr>
          <p:spPr>
            <a:xfrm flipH="1">
              <a:off x="1048362" y="356059"/>
              <a:ext cx="11471" cy="19582"/>
            </a:xfrm>
            <a:custGeom>
              <a:avLst/>
              <a:gdLst/>
              <a:ahLst/>
              <a:cxnLst/>
              <a:rect l="l" t="t" r="r" b="b"/>
              <a:pathLst>
                <a:path w="99" h="169" extrusionOk="0">
                  <a:moveTo>
                    <a:pt x="40" y="1"/>
                  </a:moveTo>
                  <a:cubicBezTo>
                    <a:pt x="16" y="1"/>
                    <a:pt x="1" y="25"/>
                    <a:pt x="6" y="56"/>
                  </a:cubicBezTo>
                  <a:cubicBezTo>
                    <a:pt x="14" y="104"/>
                    <a:pt x="42" y="144"/>
                    <a:pt x="86" y="168"/>
                  </a:cubicBezTo>
                  <a:cubicBezTo>
                    <a:pt x="86" y="164"/>
                    <a:pt x="86" y="164"/>
                    <a:pt x="90" y="160"/>
                  </a:cubicBezTo>
                  <a:cubicBezTo>
                    <a:pt x="94" y="140"/>
                    <a:pt x="98" y="116"/>
                    <a:pt x="98" y="92"/>
                  </a:cubicBezTo>
                  <a:cubicBezTo>
                    <a:pt x="98" y="64"/>
                    <a:pt x="90" y="36"/>
                    <a:pt x="74" y="16"/>
                  </a:cubicBezTo>
                  <a:cubicBezTo>
                    <a:pt x="62" y="5"/>
                    <a:pt x="50" y="1"/>
                    <a:pt x="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89"/>
            <p:cNvSpPr/>
            <p:nvPr/>
          </p:nvSpPr>
          <p:spPr>
            <a:xfrm flipH="1">
              <a:off x="383748" y="1081274"/>
              <a:ext cx="1093094" cy="1051034"/>
            </a:xfrm>
            <a:custGeom>
              <a:avLst/>
              <a:gdLst/>
              <a:ahLst/>
              <a:cxnLst/>
              <a:rect l="l" t="t" r="r" b="b"/>
              <a:pathLst>
                <a:path w="9434" h="9071" extrusionOk="0">
                  <a:moveTo>
                    <a:pt x="5941" y="3189"/>
                  </a:moveTo>
                  <a:lnTo>
                    <a:pt x="5941" y="3189"/>
                  </a:lnTo>
                  <a:cubicBezTo>
                    <a:pt x="5909" y="3229"/>
                    <a:pt x="5877" y="3269"/>
                    <a:pt x="5845" y="3309"/>
                  </a:cubicBezTo>
                  <a:cubicBezTo>
                    <a:pt x="5741" y="3449"/>
                    <a:pt x="5649" y="3597"/>
                    <a:pt x="5557" y="3746"/>
                  </a:cubicBezTo>
                  <a:cubicBezTo>
                    <a:pt x="5517" y="3818"/>
                    <a:pt x="5477" y="3890"/>
                    <a:pt x="5441" y="3962"/>
                  </a:cubicBezTo>
                  <a:lnTo>
                    <a:pt x="5413" y="4010"/>
                  </a:lnTo>
                  <a:lnTo>
                    <a:pt x="5409" y="4018"/>
                  </a:lnTo>
                  <a:lnTo>
                    <a:pt x="5409" y="4022"/>
                  </a:lnTo>
                  <a:lnTo>
                    <a:pt x="5401" y="4034"/>
                  </a:lnTo>
                  <a:lnTo>
                    <a:pt x="5385" y="4058"/>
                  </a:lnTo>
                  <a:cubicBezTo>
                    <a:pt x="5365" y="4090"/>
                    <a:pt x="5349" y="4126"/>
                    <a:pt x="5329" y="4154"/>
                  </a:cubicBezTo>
                  <a:cubicBezTo>
                    <a:pt x="5249" y="4262"/>
                    <a:pt x="5157" y="4358"/>
                    <a:pt x="5049" y="4434"/>
                  </a:cubicBezTo>
                  <a:cubicBezTo>
                    <a:pt x="4929" y="4522"/>
                    <a:pt x="4805" y="4598"/>
                    <a:pt x="4677" y="4662"/>
                  </a:cubicBezTo>
                  <a:cubicBezTo>
                    <a:pt x="4634" y="4677"/>
                    <a:pt x="4592" y="4688"/>
                    <a:pt x="4561" y="4688"/>
                  </a:cubicBezTo>
                  <a:cubicBezTo>
                    <a:pt x="4521" y="4688"/>
                    <a:pt x="4498" y="4670"/>
                    <a:pt x="4509" y="4618"/>
                  </a:cubicBezTo>
                  <a:cubicBezTo>
                    <a:pt x="4673" y="4494"/>
                    <a:pt x="4817" y="4350"/>
                    <a:pt x="4937" y="4182"/>
                  </a:cubicBezTo>
                  <a:cubicBezTo>
                    <a:pt x="5013" y="4078"/>
                    <a:pt x="5089" y="3962"/>
                    <a:pt x="5169" y="3846"/>
                  </a:cubicBezTo>
                  <a:cubicBezTo>
                    <a:pt x="5205" y="3786"/>
                    <a:pt x="5249" y="3730"/>
                    <a:pt x="5293" y="3673"/>
                  </a:cubicBezTo>
                  <a:cubicBezTo>
                    <a:pt x="5317" y="3645"/>
                    <a:pt x="5341" y="3621"/>
                    <a:pt x="5365" y="3597"/>
                  </a:cubicBezTo>
                  <a:lnTo>
                    <a:pt x="5405" y="3561"/>
                  </a:lnTo>
                  <a:lnTo>
                    <a:pt x="5449" y="3525"/>
                  </a:lnTo>
                  <a:cubicBezTo>
                    <a:pt x="5577" y="3429"/>
                    <a:pt x="5709" y="3337"/>
                    <a:pt x="5849" y="3253"/>
                  </a:cubicBezTo>
                  <a:cubicBezTo>
                    <a:pt x="5877" y="3233"/>
                    <a:pt x="5909" y="3213"/>
                    <a:pt x="5941" y="3189"/>
                  </a:cubicBezTo>
                  <a:close/>
                  <a:moveTo>
                    <a:pt x="4553" y="1"/>
                  </a:moveTo>
                  <a:cubicBezTo>
                    <a:pt x="4487" y="1"/>
                    <a:pt x="4421" y="4"/>
                    <a:pt x="4357" y="9"/>
                  </a:cubicBezTo>
                  <a:cubicBezTo>
                    <a:pt x="4305" y="13"/>
                    <a:pt x="4253" y="21"/>
                    <a:pt x="4201" y="29"/>
                  </a:cubicBezTo>
                  <a:cubicBezTo>
                    <a:pt x="4173" y="33"/>
                    <a:pt x="4149" y="37"/>
                    <a:pt x="4121" y="45"/>
                  </a:cubicBezTo>
                  <a:cubicBezTo>
                    <a:pt x="4097" y="49"/>
                    <a:pt x="4069" y="53"/>
                    <a:pt x="4045" y="61"/>
                  </a:cubicBezTo>
                  <a:cubicBezTo>
                    <a:pt x="3997" y="81"/>
                    <a:pt x="3945" y="89"/>
                    <a:pt x="3897" y="109"/>
                  </a:cubicBezTo>
                  <a:cubicBezTo>
                    <a:pt x="3845" y="129"/>
                    <a:pt x="3797" y="149"/>
                    <a:pt x="3749" y="173"/>
                  </a:cubicBezTo>
                  <a:cubicBezTo>
                    <a:pt x="3657" y="221"/>
                    <a:pt x="3573" y="285"/>
                    <a:pt x="3497" y="357"/>
                  </a:cubicBezTo>
                  <a:cubicBezTo>
                    <a:pt x="3421" y="433"/>
                    <a:pt x="3361" y="517"/>
                    <a:pt x="3313" y="613"/>
                  </a:cubicBezTo>
                  <a:cubicBezTo>
                    <a:pt x="3269" y="705"/>
                    <a:pt x="3237" y="805"/>
                    <a:pt x="3217" y="905"/>
                  </a:cubicBezTo>
                  <a:cubicBezTo>
                    <a:pt x="3181" y="1101"/>
                    <a:pt x="3181" y="1305"/>
                    <a:pt x="3213" y="1501"/>
                  </a:cubicBezTo>
                  <a:cubicBezTo>
                    <a:pt x="3253" y="1689"/>
                    <a:pt x="3317" y="1873"/>
                    <a:pt x="3397" y="2045"/>
                  </a:cubicBezTo>
                  <a:cubicBezTo>
                    <a:pt x="3537" y="2381"/>
                    <a:pt x="3693" y="2685"/>
                    <a:pt x="3829" y="2969"/>
                  </a:cubicBezTo>
                  <a:cubicBezTo>
                    <a:pt x="3897" y="3109"/>
                    <a:pt x="3961" y="3245"/>
                    <a:pt x="4021" y="3373"/>
                  </a:cubicBezTo>
                  <a:cubicBezTo>
                    <a:pt x="4049" y="3441"/>
                    <a:pt x="4073" y="3497"/>
                    <a:pt x="4097" y="3565"/>
                  </a:cubicBezTo>
                  <a:lnTo>
                    <a:pt x="4105" y="3589"/>
                  </a:lnTo>
                  <a:lnTo>
                    <a:pt x="4105" y="3593"/>
                  </a:lnTo>
                  <a:cubicBezTo>
                    <a:pt x="4105" y="3593"/>
                    <a:pt x="4105" y="3597"/>
                    <a:pt x="4105" y="3597"/>
                  </a:cubicBezTo>
                  <a:lnTo>
                    <a:pt x="4109" y="3609"/>
                  </a:lnTo>
                  <a:cubicBezTo>
                    <a:pt x="4113" y="3621"/>
                    <a:pt x="4113" y="3637"/>
                    <a:pt x="4117" y="3649"/>
                  </a:cubicBezTo>
                  <a:cubicBezTo>
                    <a:pt x="4125" y="3678"/>
                    <a:pt x="4125" y="3710"/>
                    <a:pt x="4129" y="3742"/>
                  </a:cubicBezTo>
                  <a:cubicBezTo>
                    <a:pt x="4133" y="3958"/>
                    <a:pt x="4113" y="4174"/>
                    <a:pt x="4069" y="4382"/>
                  </a:cubicBezTo>
                  <a:cubicBezTo>
                    <a:pt x="4049" y="4486"/>
                    <a:pt x="4029" y="4578"/>
                    <a:pt x="4013" y="4654"/>
                  </a:cubicBezTo>
                  <a:cubicBezTo>
                    <a:pt x="3997" y="4654"/>
                    <a:pt x="3981" y="4650"/>
                    <a:pt x="3973" y="4638"/>
                  </a:cubicBezTo>
                  <a:lnTo>
                    <a:pt x="3973" y="4442"/>
                  </a:lnTo>
                  <a:cubicBezTo>
                    <a:pt x="3969" y="4250"/>
                    <a:pt x="3953" y="4054"/>
                    <a:pt x="3929" y="3862"/>
                  </a:cubicBezTo>
                  <a:cubicBezTo>
                    <a:pt x="3897" y="3609"/>
                    <a:pt x="3837" y="3361"/>
                    <a:pt x="3757" y="3121"/>
                  </a:cubicBezTo>
                  <a:cubicBezTo>
                    <a:pt x="3705" y="2981"/>
                    <a:pt x="3645" y="2849"/>
                    <a:pt x="3569" y="2721"/>
                  </a:cubicBezTo>
                  <a:cubicBezTo>
                    <a:pt x="3485" y="2581"/>
                    <a:pt x="3377" y="2457"/>
                    <a:pt x="3249" y="2357"/>
                  </a:cubicBezTo>
                  <a:cubicBezTo>
                    <a:pt x="3217" y="2333"/>
                    <a:pt x="3181" y="2309"/>
                    <a:pt x="3141" y="2285"/>
                  </a:cubicBezTo>
                  <a:cubicBezTo>
                    <a:pt x="3105" y="2265"/>
                    <a:pt x="3073" y="2245"/>
                    <a:pt x="3037" y="2225"/>
                  </a:cubicBezTo>
                  <a:cubicBezTo>
                    <a:pt x="2965" y="2189"/>
                    <a:pt x="2889" y="2153"/>
                    <a:pt x="2813" y="2117"/>
                  </a:cubicBezTo>
                  <a:cubicBezTo>
                    <a:pt x="2665" y="2045"/>
                    <a:pt x="2505" y="1981"/>
                    <a:pt x="2345" y="1921"/>
                  </a:cubicBezTo>
                  <a:cubicBezTo>
                    <a:pt x="2177" y="1861"/>
                    <a:pt x="2009" y="1813"/>
                    <a:pt x="1837" y="1773"/>
                  </a:cubicBezTo>
                  <a:cubicBezTo>
                    <a:pt x="1661" y="1733"/>
                    <a:pt x="1481" y="1713"/>
                    <a:pt x="1301" y="1713"/>
                  </a:cubicBezTo>
                  <a:cubicBezTo>
                    <a:pt x="1113" y="1713"/>
                    <a:pt x="929" y="1765"/>
                    <a:pt x="769" y="1865"/>
                  </a:cubicBezTo>
                  <a:cubicBezTo>
                    <a:pt x="689" y="1917"/>
                    <a:pt x="617" y="1985"/>
                    <a:pt x="561" y="2061"/>
                  </a:cubicBezTo>
                  <a:cubicBezTo>
                    <a:pt x="509" y="2141"/>
                    <a:pt x="461" y="2221"/>
                    <a:pt x="425" y="2309"/>
                  </a:cubicBezTo>
                  <a:cubicBezTo>
                    <a:pt x="269" y="2637"/>
                    <a:pt x="93" y="2965"/>
                    <a:pt x="21" y="3341"/>
                  </a:cubicBezTo>
                  <a:cubicBezTo>
                    <a:pt x="13" y="3385"/>
                    <a:pt x="5" y="3433"/>
                    <a:pt x="5" y="3481"/>
                  </a:cubicBezTo>
                  <a:cubicBezTo>
                    <a:pt x="1" y="3533"/>
                    <a:pt x="5" y="3577"/>
                    <a:pt x="5" y="3625"/>
                  </a:cubicBezTo>
                  <a:cubicBezTo>
                    <a:pt x="5" y="3678"/>
                    <a:pt x="17" y="3726"/>
                    <a:pt x="25" y="3774"/>
                  </a:cubicBezTo>
                  <a:cubicBezTo>
                    <a:pt x="37" y="3818"/>
                    <a:pt x="53" y="3866"/>
                    <a:pt x="69" y="3910"/>
                  </a:cubicBezTo>
                  <a:cubicBezTo>
                    <a:pt x="141" y="4086"/>
                    <a:pt x="249" y="4242"/>
                    <a:pt x="393" y="4366"/>
                  </a:cubicBezTo>
                  <a:cubicBezTo>
                    <a:pt x="401" y="4374"/>
                    <a:pt x="405" y="4382"/>
                    <a:pt x="417" y="4394"/>
                  </a:cubicBezTo>
                  <a:lnTo>
                    <a:pt x="441" y="4414"/>
                  </a:lnTo>
                  <a:lnTo>
                    <a:pt x="493" y="4454"/>
                  </a:lnTo>
                  <a:cubicBezTo>
                    <a:pt x="525" y="4482"/>
                    <a:pt x="557" y="4510"/>
                    <a:pt x="593" y="4534"/>
                  </a:cubicBezTo>
                  <a:lnTo>
                    <a:pt x="701" y="4610"/>
                  </a:lnTo>
                  <a:lnTo>
                    <a:pt x="809" y="4682"/>
                  </a:lnTo>
                  <a:cubicBezTo>
                    <a:pt x="881" y="4726"/>
                    <a:pt x="957" y="4762"/>
                    <a:pt x="1029" y="4802"/>
                  </a:cubicBezTo>
                  <a:cubicBezTo>
                    <a:pt x="1101" y="4842"/>
                    <a:pt x="1177" y="4874"/>
                    <a:pt x="1253" y="4902"/>
                  </a:cubicBezTo>
                  <a:cubicBezTo>
                    <a:pt x="1533" y="5018"/>
                    <a:pt x="1825" y="5098"/>
                    <a:pt x="2125" y="5138"/>
                  </a:cubicBezTo>
                  <a:cubicBezTo>
                    <a:pt x="2302" y="5160"/>
                    <a:pt x="2481" y="5173"/>
                    <a:pt x="2659" y="5173"/>
                  </a:cubicBezTo>
                  <a:cubicBezTo>
                    <a:pt x="2734" y="5173"/>
                    <a:pt x="2810" y="5170"/>
                    <a:pt x="2885" y="5166"/>
                  </a:cubicBezTo>
                  <a:cubicBezTo>
                    <a:pt x="3077" y="5154"/>
                    <a:pt x="3273" y="5126"/>
                    <a:pt x="3461" y="5086"/>
                  </a:cubicBezTo>
                  <a:lnTo>
                    <a:pt x="3533" y="5070"/>
                  </a:lnTo>
                  <a:lnTo>
                    <a:pt x="3517" y="5090"/>
                  </a:lnTo>
                  <a:lnTo>
                    <a:pt x="3445" y="5114"/>
                  </a:lnTo>
                  <a:cubicBezTo>
                    <a:pt x="3285" y="5166"/>
                    <a:pt x="3093" y="5230"/>
                    <a:pt x="2865" y="5286"/>
                  </a:cubicBezTo>
                  <a:cubicBezTo>
                    <a:pt x="2753" y="5314"/>
                    <a:pt x="2633" y="5338"/>
                    <a:pt x="2505" y="5362"/>
                  </a:cubicBezTo>
                  <a:cubicBezTo>
                    <a:pt x="2441" y="5374"/>
                    <a:pt x="2377" y="5386"/>
                    <a:pt x="2313" y="5390"/>
                  </a:cubicBezTo>
                  <a:lnTo>
                    <a:pt x="2205" y="5402"/>
                  </a:lnTo>
                  <a:lnTo>
                    <a:pt x="2101" y="5414"/>
                  </a:lnTo>
                  <a:cubicBezTo>
                    <a:pt x="1945" y="5442"/>
                    <a:pt x="1797" y="5482"/>
                    <a:pt x="1649" y="5538"/>
                  </a:cubicBezTo>
                  <a:cubicBezTo>
                    <a:pt x="1497" y="5598"/>
                    <a:pt x="1345" y="5670"/>
                    <a:pt x="1205" y="5758"/>
                  </a:cubicBezTo>
                  <a:cubicBezTo>
                    <a:pt x="893" y="5942"/>
                    <a:pt x="637" y="6198"/>
                    <a:pt x="453" y="6510"/>
                  </a:cubicBezTo>
                  <a:cubicBezTo>
                    <a:pt x="265" y="6838"/>
                    <a:pt x="261" y="7250"/>
                    <a:pt x="377" y="7618"/>
                  </a:cubicBezTo>
                  <a:cubicBezTo>
                    <a:pt x="433" y="7802"/>
                    <a:pt x="521" y="7978"/>
                    <a:pt x="637" y="8134"/>
                  </a:cubicBezTo>
                  <a:cubicBezTo>
                    <a:pt x="753" y="8294"/>
                    <a:pt x="897" y="8430"/>
                    <a:pt x="1065" y="8542"/>
                  </a:cubicBezTo>
                  <a:cubicBezTo>
                    <a:pt x="1105" y="8570"/>
                    <a:pt x="1149" y="8594"/>
                    <a:pt x="1193" y="8618"/>
                  </a:cubicBezTo>
                  <a:lnTo>
                    <a:pt x="1325" y="8682"/>
                  </a:lnTo>
                  <a:cubicBezTo>
                    <a:pt x="1369" y="8702"/>
                    <a:pt x="1417" y="8718"/>
                    <a:pt x="1465" y="8734"/>
                  </a:cubicBezTo>
                  <a:cubicBezTo>
                    <a:pt x="1489" y="8742"/>
                    <a:pt x="1513" y="8750"/>
                    <a:pt x="1537" y="8758"/>
                  </a:cubicBezTo>
                  <a:lnTo>
                    <a:pt x="1609" y="8774"/>
                  </a:lnTo>
                  <a:cubicBezTo>
                    <a:pt x="1657" y="8786"/>
                    <a:pt x="1705" y="8798"/>
                    <a:pt x="1753" y="8810"/>
                  </a:cubicBezTo>
                  <a:lnTo>
                    <a:pt x="1897" y="8834"/>
                  </a:lnTo>
                  <a:cubicBezTo>
                    <a:pt x="1989" y="8846"/>
                    <a:pt x="2085" y="8862"/>
                    <a:pt x="2181" y="8870"/>
                  </a:cubicBezTo>
                  <a:cubicBezTo>
                    <a:pt x="2299" y="8887"/>
                    <a:pt x="2419" y="8895"/>
                    <a:pt x="2538" y="8895"/>
                  </a:cubicBezTo>
                  <a:cubicBezTo>
                    <a:pt x="2613" y="8895"/>
                    <a:pt x="2687" y="8892"/>
                    <a:pt x="2761" y="8886"/>
                  </a:cubicBezTo>
                  <a:cubicBezTo>
                    <a:pt x="2957" y="8874"/>
                    <a:pt x="3153" y="8818"/>
                    <a:pt x="3321" y="8718"/>
                  </a:cubicBezTo>
                  <a:cubicBezTo>
                    <a:pt x="3489" y="8614"/>
                    <a:pt x="3621" y="8466"/>
                    <a:pt x="3709" y="8290"/>
                  </a:cubicBezTo>
                  <a:cubicBezTo>
                    <a:pt x="3753" y="8210"/>
                    <a:pt x="3789" y="8126"/>
                    <a:pt x="3817" y="8042"/>
                  </a:cubicBezTo>
                  <a:lnTo>
                    <a:pt x="3853" y="7914"/>
                  </a:lnTo>
                  <a:lnTo>
                    <a:pt x="3865" y="7882"/>
                  </a:lnTo>
                  <a:lnTo>
                    <a:pt x="3869" y="7866"/>
                  </a:lnTo>
                  <a:lnTo>
                    <a:pt x="3869" y="7858"/>
                  </a:lnTo>
                  <a:lnTo>
                    <a:pt x="3869" y="7850"/>
                  </a:lnTo>
                  <a:lnTo>
                    <a:pt x="3869" y="7846"/>
                  </a:lnTo>
                  <a:lnTo>
                    <a:pt x="3881" y="7786"/>
                  </a:lnTo>
                  <a:cubicBezTo>
                    <a:pt x="3889" y="7746"/>
                    <a:pt x="3897" y="7706"/>
                    <a:pt x="3905" y="7666"/>
                  </a:cubicBezTo>
                  <a:cubicBezTo>
                    <a:pt x="3913" y="7626"/>
                    <a:pt x="3913" y="7582"/>
                    <a:pt x="3921" y="7538"/>
                  </a:cubicBezTo>
                  <a:cubicBezTo>
                    <a:pt x="3933" y="7454"/>
                    <a:pt x="3933" y="7374"/>
                    <a:pt x="3937" y="7294"/>
                  </a:cubicBezTo>
                  <a:cubicBezTo>
                    <a:pt x="3941" y="7214"/>
                    <a:pt x="3937" y="7134"/>
                    <a:pt x="3937" y="7058"/>
                  </a:cubicBezTo>
                  <a:cubicBezTo>
                    <a:pt x="3937" y="6982"/>
                    <a:pt x="3929" y="6910"/>
                    <a:pt x="3929" y="6834"/>
                  </a:cubicBezTo>
                  <a:cubicBezTo>
                    <a:pt x="3905" y="6542"/>
                    <a:pt x="3873" y="6282"/>
                    <a:pt x="3849" y="6050"/>
                  </a:cubicBezTo>
                  <a:cubicBezTo>
                    <a:pt x="3833" y="5894"/>
                    <a:pt x="3825" y="5742"/>
                    <a:pt x="3825" y="5586"/>
                  </a:cubicBezTo>
                  <a:cubicBezTo>
                    <a:pt x="3838" y="5583"/>
                    <a:pt x="3852" y="5582"/>
                    <a:pt x="3865" y="5582"/>
                  </a:cubicBezTo>
                  <a:cubicBezTo>
                    <a:pt x="3895" y="5582"/>
                    <a:pt x="3923" y="5589"/>
                    <a:pt x="3945" y="5606"/>
                  </a:cubicBezTo>
                  <a:cubicBezTo>
                    <a:pt x="3973" y="5666"/>
                    <a:pt x="4001" y="5734"/>
                    <a:pt x="4033" y="5806"/>
                  </a:cubicBezTo>
                  <a:cubicBezTo>
                    <a:pt x="4101" y="5970"/>
                    <a:pt x="4185" y="6170"/>
                    <a:pt x="4269" y="6402"/>
                  </a:cubicBezTo>
                  <a:cubicBezTo>
                    <a:pt x="4313" y="6518"/>
                    <a:pt x="4353" y="6642"/>
                    <a:pt x="4389" y="6774"/>
                  </a:cubicBezTo>
                  <a:cubicBezTo>
                    <a:pt x="4409" y="6838"/>
                    <a:pt x="4421" y="6906"/>
                    <a:pt x="4429" y="6974"/>
                  </a:cubicBezTo>
                  <a:cubicBezTo>
                    <a:pt x="4437" y="7046"/>
                    <a:pt x="4445" y="7122"/>
                    <a:pt x="4449" y="7198"/>
                  </a:cubicBezTo>
                  <a:cubicBezTo>
                    <a:pt x="4481" y="7530"/>
                    <a:pt x="4537" y="7862"/>
                    <a:pt x="4617" y="8182"/>
                  </a:cubicBezTo>
                  <a:cubicBezTo>
                    <a:pt x="4665" y="8366"/>
                    <a:pt x="4737" y="8538"/>
                    <a:pt x="4833" y="8698"/>
                  </a:cubicBezTo>
                  <a:cubicBezTo>
                    <a:pt x="4885" y="8786"/>
                    <a:pt x="4949" y="8866"/>
                    <a:pt x="5025" y="8930"/>
                  </a:cubicBezTo>
                  <a:cubicBezTo>
                    <a:pt x="5069" y="8962"/>
                    <a:pt x="5113" y="8990"/>
                    <a:pt x="5161" y="9010"/>
                  </a:cubicBezTo>
                  <a:cubicBezTo>
                    <a:pt x="5189" y="9022"/>
                    <a:pt x="5209" y="9026"/>
                    <a:pt x="5233" y="9034"/>
                  </a:cubicBezTo>
                  <a:cubicBezTo>
                    <a:pt x="5261" y="9042"/>
                    <a:pt x="5285" y="9046"/>
                    <a:pt x="5309" y="9050"/>
                  </a:cubicBezTo>
                  <a:cubicBezTo>
                    <a:pt x="5406" y="9063"/>
                    <a:pt x="5503" y="9070"/>
                    <a:pt x="5599" y="9070"/>
                  </a:cubicBezTo>
                  <a:cubicBezTo>
                    <a:pt x="5702" y="9070"/>
                    <a:pt x="5804" y="9062"/>
                    <a:pt x="5905" y="9046"/>
                  </a:cubicBezTo>
                  <a:cubicBezTo>
                    <a:pt x="6105" y="9022"/>
                    <a:pt x="6305" y="8978"/>
                    <a:pt x="6497" y="8918"/>
                  </a:cubicBezTo>
                  <a:cubicBezTo>
                    <a:pt x="6693" y="8862"/>
                    <a:pt x="6881" y="8786"/>
                    <a:pt x="7065" y="8690"/>
                  </a:cubicBezTo>
                  <a:cubicBezTo>
                    <a:pt x="7253" y="8598"/>
                    <a:pt x="7425" y="8482"/>
                    <a:pt x="7581" y="8342"/>
                  </a:cubicBezTo>
                  <a:cubicBezTo>
                    <a:pt x="7741" y="8198"/>
                    <a:pt x="7869" y="8030"/>
                    <a:pt x="7965" y="7838"/>
                  </a:cubicBezTo>
                  <a:cubicBezTo>
                    <a:pt x="8009" y="7742"/>
                    <a:pt x="8045" y="7642"/>
                    <a:pt x="8069" y="7538"/>
                  </a:cubicBezTo>
                  <a:cubicBezTo>
                    <a:pt x="8073" y="7514"/>
                    <a:pt x="8081" y="7486"/>
                    <a:pt x="8085" y="7462"/>
                  </a:cubicBezTo>
                  <a:lnTo>
                    <a:pt x="8101" y="7382"/>
                  </a:lnTo>
                  <a:cubicBezTo>
                    <a:pt x="8109" y="7330"/>
                    <a:pt x="8113" y="7278"/>
                    <a:pt x="8121" y="7226"/>
                  </a:cubicBezTo>
                  <a:cubicBezTo>
                    <a:pt x="8153" y="6806"/>
                    <a:pt x="8029" y="6390"/>
                    <a:pt x="7769" y="6058"/>
                  </a:cubicBezTo>
                  <a:cubicBezTo>
                    <a:pt x="7709" y="5978"/>
                    <a:pt x="7637" y="5906"/>
                    <a:pt x="7561" y="5838"/>
                  </a:cubicBezTo>
                  <a:cubicBezTo>
                    <a:pt x="7485" y="5774"/>
                    <a:pt x="7405" y="5714"/>
                    <a:pt x="7321" y="5666"/>
                  </a:cubicBezTo>
                  <a:cubicBezTo>
                    <a:pt x="7153" y="5562"/>
                    <a:pt x="6965" y="5502"/>
                    <a:pt x="6769" y="5482"/>
                  </a:cubicBezTo>
                  <a:cubicBezTo>
                    <a:pt x="6730" y="5478"/>
                    <a:pt x="6690" y="5476"/>
                    <a:pt x="6651" y="5476"/>
                  </a:cubicBezTo>
                  <a:cubicBezTo>
                    <a:pt x="6596" y="5476"/>
                    <a:pt x="6542" y="5480"/>
                    <a:pt x="6485" y="5490"/>
                  </a:cubicBezTo>
                  <a:lnTo>
                    <a:pt x="6357" y="5514"/>
                  </a:lnTo>
                  <a:cubicBezTo>
                    <a:pt x="6321" y="5514"/>
                    <a:pt x="6289" y="5522"/>
                    <a:pt x="6249" y="5522"/>
                  </a:cubicBezTo>
                  <a:cubicBezTo>
                    <a:pt x="6234" y="5522"/>
                    <a:pt x="6219" y="5522"/>
                    <a:pt x="6203" y="5522"/>
                  </a:cubicBezTo>
                  <a:cubicBezTo>
                    <a:pt x="6067" y="5522"/>
                    <a:pt x="5930" y="5506"/>
                    <a:pt x="5793" y="5478"/>
                  </a:cubicBezTo>
                  <a:cubicBezTo>
                    <a:pt x="5497" y="5426"/>
                    <a:pt x="5229" y="5346"/>
                    <a:pt x="4985" y="5286"/>
                  </a:cubicBezTo>
                  <a:cubicBezTo>
                    <a:pt x="4777" y="5226"/>
                    <a:pt x="4565" y="5182"/>
                    <a:pt x="4349" y="5150"/>
                  </a:cubicBezTo>
                  <a:cubicBezTo>
                    <a:pt x="4301" y="5142"/>
                    <a:pt x="4257" y="5142"/>
                    <a:pt x="4213" y="5138"/>
                  </a:cubicBezTo>
                  <a:lnTo>
                    <a:pt x="4249" y="5126"/>
                  </a:lnTo>
                  <a:cubicBezTo>
                    <a:pt x="4341" y="5106"/>
                    <a:pt x="4457" y="5082"/>
                    <a:pt x="4597" y="5058"/>
                  </a:cubicBezTo>
                  <a:cubicBezTo>
                    <a:pt x="4785" y="5026"/>
                    <a:pt x="5013" y="4990"/>
                    <a:pt x="5273" y="4962"/>
                  </a:cubicBezTo>
                  <a:cubicBezTo>
                    <a:pt x="5468" y="4940"/>
                    <a:pt x="5664" y="4930"/>
                    <a:pt x="5861" y="4930"/>
                  </a:cubicBezTo>
                  <a:cubicBezTo>
                    <a:pt x="5960" y="4930"/>
                    <a:pt x="6059" y="4932"/>
                    <a:pt x="6157" y="4938"/>
                  </a:cubicBezTo>
                  <a:cubicBezTo>
                    <a:pt x="6233" y="4946"/>
                    <a:pt x="6317" y="4954"/>
                    <a:pt x="6397" y="4966"/>
                  </a:cubicBezTo>
                  <a:cubicBezTo>
                    <a:pt x="6481" y="4974"/>
                    <a:pt x="6561" y="4990"/>
                    <a:pt x="6649" y="5014"/>
                  </a:cubicBezTo>
                  <a:lnTo>
                    <a:pt x="7185" y="5138"/>
                  </a:lnTo>
                  <a:cubicBezTo>
                    <a:pt x="7369" y="5178"/>
                    <a:pt x="7557" y="5218"/>
                    <a:pt x="7753" y="5254"/>
                  </a:cubicBezTo>
                  <a:cubicBezTo>
                    <a:pt x="7953" y="5290"/>
                    <a:pt x="8157" y="5314"/>
                    <a:pt x="8361" y="5330"/>
                  </a:cubicBezTo>
                  <a:cubicBezTo>
                    <a:pt x="8420" y="5335"/>
                    <a:pt x="8479" y="5338"/>
                    <a:pt x="8539" y="5338"/>
                  </a:cubicBezTo>
                  <a:cubicBezTo>
                    <a:pt x="8692" y="5338"/>
                    <a:pt x="8846" y="5319"/>
                    <a:pt x="8993" y="5282"/>
                  </a:cubicBezTo>
                  <a:cubicBezTo>
                    <a:pt x="9101" y="5250"/>
                    <a:pt x="9201" y="5190"/>
                    <a:pt x="9277" y="5106"/>
                  </a:cubicBezTo>
                  <a:cubicBezTo>
                    <a:pt x="9345" y="5018"/>
                    <a:pt x="9389" y="4910"/>
                    <a:pt x="9401" y="4798"/>
                  </a:cubicBezTo>
                  <a:cubicBezTo>
                    <a:pt x="9429" y="4578"/>
                    <a:pt x="9433" y="4358"/>
                    <a:pt x="9409" y="4142"/>
                  </a:cubicBezTo>
                  <a:cubicBezTo>
                    <a:pt x="9389" y="3922"/>
                    <a:pt x="9349" y="3702"/>
                    <a:pt x="9293" y="3489"/>
                  </a:cubicBezTo>
                  <a:cubicBezTo>
                    <a:pt x="9233" y="3273"/>
                    <a:pt x="9145" y="3065"/>
                    <a:pt x="9033" y="2869"/>
                  </a:cubicBezTo>
                  <a:cubicBezTo>
                    <a:pt x="8917" y="2673"/>
                    <a:pt x="8761" y="2501"/>
                    <a:pt x="8573" y="2369"/>
                  </a:cubicBezTo>
                  <a:cubicBezTo>
                    <a:pt x="8473" y="2309"/>
                    <a:pt x="8369" y="2261"/>
                    <a:pt x="8257" y="2225"/>
                  </a:cubicBezTo>
                  <a:cubicBezTo>
                    <a:pt x="8149" y="2197"/>
                    <a:pt x="8033" y="2181"/>
                    <a:pt x="7917" y="2181"/>
                  </a:cubicBezTo>
                  <a:cubicBezTo>
                    <a:pt x="7889" y="2181"/>
                    <a:pt x="7861" y="2185"/>
                    <a:pt x="7833" y="2185"/>
                  </a:cubicBezTo>
                  <a:cubicBezTo>
                    <a:pt x="7805" y="2189"/>
                    <a:pt x="7781" y="2185"/>
                    <a:pt x="7749" y="2193"/>
                  </a:cubicBezTo>
                  <a:lnTo>
                    <a:pt x="7593" y="2217"/>
                  </a:lnTo>
                  <a:cubicBezTo>
                    <a:pt x="7565" y="2221"/>
                    <a:pt x="7541" y="2225"/>
                    <a:pt x="7513" y="2229"/>
                  </a:cubicBezTo>
                  <a:lnTo>
                    <a:pt x="7437" y="2249"/>
                  </a:lnTo>
                  <a:cubicBezTo>
                    <a:pt x="7381" y="2261"/>
                    <a:pt x="7329" y="2273"/>
                    <a:pt x="7277" y="2289"/>
                  </a:cubicBezTo>
                  <a:cubicBezTo>
                    <a:pt x="7077" y="2349"/>
                    <a:pt x="6885" y="2433"/>
                    <a:pt x="6701" y="2537"/>
                  </a:cubicBezTo>
                  <a:cubicBezTo>
                    <a:pt x="6645" y="2569"/>
                    <a:pt x="6593" y="2605"/>
                    <a:pt x="6537" y="2641"/>
                  </a:cubicBezTo>
                  <a:cubicBezTo>
                    <a:pt x="6577" y="2585"/>
                    <a:pt x="6613" y="2529"/>
                    <a:pt x="6641" y="2473"/>
                  </a:cubicBezTo>
                  <a:cubicBezTo>
                    <a:pt x="6689" y="2381"/>
                    <a:pt x="6729" y="2285"/>
                    <a:pt x="6761" y="2189"/>
                  </a:cubicBezTo>
                  <a:cubicBezTo>
                    <a:pt x="6773" y="2137"/>
                    <a:pt x="6785" y="2089"/>
                    <a:pt x="6797" y="2033"/>
                  </a:cubicBezTo>
                  <a:lnTo>
                    <a:pt x="6813" y="1957"/>
                  </a:lnTo>
                  <a:lnTo>
                    <a:pt x="6821" y="1885"/>
                  </a:lnTo>
                  <a:lnTo>
                    <a:pt x="6833" y="1737"/>
                  </a:lnTo>
                  <a:cubicBezTo>
                    <a:pt x="6833" y="1733"/>
                    <a:pt x="6833" y="1729"/>
                    <a:pt x="6833" y="1725"/>
                  </a:cubicBezTo>
                  <a:lnTo>
                    <a:pt x="6833" y="1649"/>
                  </a:lnTo>
                  <a:cubicBezTo>
                    <a:pt x="6833" y="1625"/>
                    <a:pt x="6833" y="1597"/>
                    <a:pt x="6829" y="1569"/>
                  </a:cubicBezTo>
                  <a:cubicBezTo>
                    <a:pt x="6821" y="1461"/>
                    <a:pt x="6801" y="1357"/>
                    <a:pt x="6769" y="1253"/>
                  </a:cubicBezTo>
                  <a:cubicBezTo>
                    <a:pt x="6697" y="1045"/>
                    <a:pt x="6581" y="857"/>
                    <a:pt x="6425" y="701"/>
                  </a:cubicBezTo>
                  <a:cubicBezTo>
                    <a:pt x="6273" y="549"/>
                    <a:pt x="6097" y="421"/>
                    <a:pt x="5905" y="321"/>
                  </a:cubicBezTo>
                  <a:cubicBezTo>
                    <a:pt x="5713" y="225"/>
                    <a:pt x="5513" y="149"/>
                    <a:pt x="5305" y="97"/>
                  </a:cubicBezTo>
                  <a:cubicBezTo>
                    <a:pt x="5097" y="45"/>
                    <a:pt x="4889" y="13"/>
                    <a:pt x="4673" y="5"/>
                  </a:cubicBezTo>
                  <a:cubicBezTo>
                    <a:pt x="4633" y="2"/>
                    <a:pt x="4593" y="1"/>
                    <a:pt x="45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89"/>
            <p:cNvSpPr/>
            <p:nvPr/>
          </p:nvSpPr>
          <p:spPr>
            <a:xfrm flipH="1">
              <a:off x="720689" y="1101203"/>
              <a:ext cx="356524" cy="341346"/>
            </a:xfrm>
            <a:custGeom>
              <a:avLst/>
              <a:gdLst/>
              <a:ahLst/>
              <a:cxnLst/>
              <a:rect l="l" t="t" r="r" b="b"/>
              <a:pathLst>
                <a:path w="3077" h="2946" extrusionOk="0">
                  <a:moveTo>
                    <a:pt x="1354" y="0"/>
                  </a:moveTo>
                  <a:cubicBezTo>
                    <a:pt x="1335" y="0"/>
                    <a:pt x="1315" y="0"/>
                    <a:pt x="1296" y="1"/>
                  </a:cubicBezTo>
                  <a:cubicBezTo>
                    <a:pt x="1228" y="1"/>
                    <a:pt x="1160" y="9"/>
                    <a:pt x="1096" y="29"/>
                  </a:cubicBezTo>
                  <a:cubicBezTo>
                    <a:pt x="1028" y="53"/>
                    <a:pt x="968" y="89"/>
                    <a:pt x="916" y="129"/>
                  </a:cubicBezTo>
                  <a:cubicBezTo>
                    <a:pt x="768" y="245"/>
                    <a:pt x="652" y="393"/>
                    <a:pt x="580" y="569"/>
                  </a:cubicBezTo>
                  <a:cubicBezTo>
                    <a:pt x="520" y="425"/>
                    <a:pt x="524" y="265"/>
                    <a:pt x="584" y="125"/>
                  </a:cubicBezTo>
                  <a:lnTo>
                    <a:pt x="584" y="125"/>
                  </a:lnTo>
                  <a:cubicBezTo>
                    <a:pt x="484" y="201"/>
                    <a:pt x="384" y="281"/>
                    <a:pt x="292" y="369"/>
                  </a:cubicBezTo>
                  <a:cubicBezTo>
                    <a:pt x="240" y="417"/>
                    <a:pt x="192" y="469"/>
                    <a:pt x="156" y="533"/>
                  </a:cubicBezTo>
                  <a:cubicBezTo>
                    <a:pt x="128" y="589"/>
                    <a:pt x="108" y="649"/>
                    <a:pt x="100" y="713"/>
                  </a:cubicBezTo>
                  <a:cubicBezTo>
                    <a:pt x="0" y="1305"/>
                    <a:pt x="228" y="1901"/>
                    <a:pt x="500" y="2433"/>
                  </a:cubicBezTo>
                  <a:cubicBezTo>
                    <a:pt x="448" y="2265"/>
                    <a:pt x="400" y="2093"/>
                    <a:pt x="412" y="1917"/>
                  </a:cubicBezTo>
                  <a:cubicBezTo>
                    <a:pt x="424" y="1737"/>
                    <a:pt x="504" y="1557"/>
                    <a:pt x="660" y="1473"/>
                  </a:cubicBezTo>
                  <a:lnTo>
                    <a:pt x="660" y="1473"/>
                  </a:lnTo>
                  <a:cubicBezTo>
                    <a:pt x="636" y="1597"/>
                    <a:pt x="632" y="1721"/>
                    <a:pt x="644" y="1849"/>
                  </a:cubicBezTo>
                  <a:cubicBezTo>
                    <a:pt x="668" y="2005"/>
                    <a:pt x="712" y="2161"/>
                    <a:pt x="776" y="2309"/>
                  </a:cubicBezTo>
                  <a:lnTo>
                    <a:pt x="868" y="2561"/>
                  </a:lnTo>
                  <a:cubicBezTo>
                    <a:pt x="888" y="2641"/>
                    <a:pt x="932" y="2717"/>
                    <a:pt x="992" y="2777"/>
                  </a:cubicBezTo>
                  <a:cubicBezTo>
                    <a:pt x="1012" y="2501"/>
                    <a:pt x="1044" y="2197"/>
                    <a:pt x="1252" y="2013"/>
                  </a:cubicBezTo>
                  <a:cubicBezTo>
                    <a:pt x="1384" y="2181"/>
                    <a:pt x="1268" y="2433"/>
                    <a:pt x="1332" y="2637"/>
                  </a:cubicBezTo>
                  <a:cubicBezTo>
                    <a:pt x="1416" y="2449"/>
                    <a:pt x="1524" y="2277"/>
                    <a:pt x="1652" y="2117"/>
                  </a:cubicBezTo>
                  <a:cubicBezTo>
                    <a:pt x="1670" y="2096"/>
                    <a:pt x="1694" y="2072"/>
                    <a:pt x="1721" y="2072"/>
                  </a:cubicBezTo>
                  <a:cubicBezTo>
                    <a:pt x="1725" y="2072"/>
                    <a:pt x="1728" y="2072"/>
                    <a:pt x="1732" y="2073"/>
                  </a:cubicBezTo>
                  <a:cubicBezTo>
                    <a:pt x="1760" y="2081"/>
                    <a:pt x="1768" y="2113"/>
                    <a:pt x="1772" y="2137"/>
                  </a:cubicBezTo>
                  <a:cubicBezTo>
                    <a:pt x="1836" y="2413"/>
                    <a:pt x="1756" y="2697"/>
                    <a:pt x="1568" y="2905"/>
                  </a:cubicBezTo>
                  <a:lnTo>
                    <a:pt x="1772" y="2689"/>
                  </a:lnTo>
                  <a:cubicBezTo>
                    <a:pt x="1888" y="2569"/>
                    <a:pt x="2004" y="2441"/>
                    <a:pt x="2060" y="2285"/>
                  </a:cubicBezTo>
                  <a:cubicBezTo>
                    <a:pt x="2148" y="2037"/>
                    <a:pt x="2072" y="1721"/>
                    <a:pt x="2244" y="1513"/>
                  </a:cubicBezTo>
                  <a:cubicBezTo>
                    <a:pt x="2252" y="1497"/>
                    <a:pt x="2268" y="1489"/>
                    <a:pt x="2284" y="1489"/>
                  </a:cubicBezTo>
                  <a:cubicBezTo>
                    <a:pt x="2316" y="1489"/>
                    <a:pt x="2324" y="1525"/>
                    <a:pt x="2328" y="1553"/>
                  </a:cubicBezTo>
                  <a:cubicBezTo>
                    <a:pt x="2344" y="1673"/>
                    <a:pt x="2356" y="1793"/>
                    <a:pt x="2372" y="1913"/>
                  </a:cubicBezTo>
                  <a:cubicBezTo>
                    <a:pt x="2380" y="1981"/>
                    <a:pt x="2380" y="2053"/>
                    <a:pt x="2372" y="2125"/>
                  </a:cubicBezTo>
                  <a:cubicBezTo>
                    <a:pt x="2352" y="2189"/>
                    <a:pt x="2324" y="2253"/>
                    <a:pt x="2292" y="2309"/>
                  </a:cubicBezTo>
                  <a:lnTo>
                    <a:pt x="1948" y="2921"/>
                  </a:lnTo>
                  <a:lnTo>
                    <a:pt x="1948" y="2945"/>
                  </a:lnTo>
                  <a:cubicBezTo>
                    <a:pt x="2196" y="2741"/>
                    <a:pt x="2432" y="2525"/>
                    <a:pt x="2664" y="2301"/>
                  </a:cubicBezTo>
                  <a:cubicBezTo>
                    <a:pt x="2740" y="2229"/>
                    <a:pt x="2812" y="2149"/>
                    <a:pt x="2876" y="2061"/>
                  </a:cubicBezTo>
                  <a:cubicBezTo>
                    <a:pt x="3028" y="1825"/>
                    <a:pt x="3076" y="1533"/>
                    <a:pt x="3008" y="1261"/>
                  </a:cubicBezTo>
                  <a:cubicBezTo>
                    <a:pt x="2936" y="989"/>
                    <a:pt x="2780" y="749"/>
                    <a:pt x="2560" y="569"/>
                  </a:cubicBezTo>
                  <a:lnTo>
                    <a:pt x="2560" y="569"/>
                  </a:lnTo>
                  <a:cubicBezTo>
                    <a:pt x="2596" y="645"/>
                    <a:pt x="2592" y="737"/>
                    <a:pt x="2548" y="813"/>
                  </a:cubicBezTo>
                  <a:cubicBezTo>
                    <a:pt x="2460" y="557"/>
                    <a:pt x="2288" y="341"/>
                    <a:pt x="2060" y="201"/>
                  </a:cubicBezTo>
                  <a:cubicBezTo>
                    <a:pt x="1845" y="71"/>
                    <a:pt x="1602" y="0"/>
                    <a:pt x="13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89"/>
            <p:cNvSpPr/>
            <p:nvPr/>
          </p:nvSpPr>
          <p:spPr>
            <a:xfrm flipH="1">
              <a:off x="409699" y="1379054"/>
              <a:ext cx="370892" cy="287931"/>
            </a:xfrm>
            <a:custGeom>
              <a:avLst/>
              <a:gdLst/>
              <a:ahLst/>
              <a:cxnLst/>
              <a:rect l="l" t="t" r="r" b="b"/>
              <a:pathLst>
                <a:path w="3201" h="2485" extrusionOk="0">
                  <a:moveTo>
                    <a:pt x="1918" y="1"/>
                  </a:moveTo>
                  <a:cubicBezTo>
                    <a:pt x="1690" y="1"/>
                    <a:pt x="1453" y="51"/>
                    <a:pt x="1228" y="103"/>
                  </a:cubicBezTo>
                  <a:cubicBezTo>
                    <a:pt x="1116" y="127"/>
                    <a:pt x="1008" y="159"/>
                    <a:pt x="908" y="203"/>
                  </a:cubicBezTo>
                  <a:cubicBezTo>
                    <a:pt x="724" y="291"/>
                    <a:pt x="576" y="431"/>
                    <a:pt x="428" y="571"/>
                  </a:cubicBezTo>
                  <a:lnTo>
                    <a:pt x="0" y="987"/>
                  </a:lnTo>
                  <a:lnTo>
                    <a:pt x="48" y="1015"/>
                  </a:lnTo>
                  <a:cubicBezTo>
                    <a:pt x="244" y="887"/>
                    <a:pt x="444" y="767"/>
                    <a:pt x="644" y="651"/>
                  </a:cubicBezTo>
                  <a:lnTo>
                    <a:pt x="644" y="651"/>
                  </a:lnTo>
                  <a:cubicBezTo>
                    <a:pt x="612" y="719"/>
                    <a:pt x="580" y="783"/>
                    <a:pt x="544" y="851"/>
                  </a:cubicBezTo>
                  <a:cubicBezTo>
                    <a:pt x="828" y="631"/>
                    <a:pt x="1304" y="623"/>
                    <a:pt x="1660" y="599"/>
                  </a:cubicBezTo>
                  <a:lnTo>
                    <a:pt x="1660" y="599"/>
                  </a:lnTo>
                  <a:cubicBezTo>
                    <a:pt x="1232" y="759"/>
                    <a:pt x="732" y="943"/>
                    <a:pt x="492" y="1332"/>
                  </a:cubicBezTo>
                  <a:cubicBezTo>
                    <a:pt x="604" y="1244"/>
                    <a:pt x="736" y="1180"/>
                    <a:pt x="876" y="1152"/>
                  </a:cubicBezTo>
                  <a:lnTo>
                    <a:pt x="876" y="1152"/>
                  </a:lnTo>
                  <a:cubicBezTo>
                    <a:pt x="728" y="1252"/>
                    <a:pt x="576" y="1360"/>
                    <a:pt x="484" y="1512"/>
                  </a:cubicBezTo>
                  <a:cubicBezTo>
                    <a:pt x="616" y="1484"/>
                    <a:pt x="744" y="1468"/>
                    <a:pt x="876" y="1460"/>
                  </a:cubicBezTo>
                  <a:lnTo>
                    <a:pt x="876" y="1460"/>
                  </a:lnTo>
                  <a:cubicBezTo>
                    <a:pt x="856" y="1468"/>
                    <a:pt x="848" y="1488"/>
                    <a:pt x="852" y="1504"/>
                  </a:cubicBezTo>
                  <a:cubicBezTo>
                    <a:pt x="885" y="1497"/>
                    <a:pt x="918" y="1494"/>
                    <a:pt x="951" y="1494"/>
                  </a:cubicBezTo>
                  <a:cubicBezTo>
                    <a:pt x="978" y="1494"/>
                    <a:pt x="1005" y="1496"/>
                    <a:pt x="1032" y="1500"/>
                  </a:cubicBezTo>
                  <a:cubicBezTo>
                    <a:pt x="980" y="1568"/>
                    <a:pt x="920" y="1628"/>
                    <a:pt x="852" y="1680"/>
                  </a:cubicBezTo>
                  <a:cubicBezTo>
                    <a:pt x="986" y="1672"/>
                    <a:pt x="1121" y="1665"/>
                    <a:pt x="1256" y="1665"/>
                  </a:cubicBezTo>
                  <a:cubicBezTo>
                    <a:pt x="1572" y="1665"/>
                    <a:pt x="1884" y="1703"/>
                    <a:pt x="2152" y="1860"/>
                  </a:cubicBezTo>
                  <a:cubicBezTo>
                    <a:pt x="2076" y="1856"/>
                    <a:pt x="1999" y="1855"/>
                    <a:pt x="1922" y="1855"/>
                  </a:cubicBezTo>
                  <a:cubicBezTo>
                    <a:pt x="1615" y="1855"/>
                    <a:pt x="1308" y="1880"/>
                    <a:pt x="1004" y="1932"/>
                  </a:cubicBezTo>
                  <a:cubicBezTo>
                    <a:pt x="1029" y="1942"/>
                    <a:pt x="1054" y="1951"/>
                    <a:pt x="1079" y="1959"/>
                  </a:cubicBezTo>
                  <a:lnTo>
                    <a:pt x="1079" y="1959"/>
                  </a:lnTo>
                  <a:cubicBezTo>
                    <a:pt x="1044" y="1957"/>
                    <a:pt x="1009" y="1957"/>
                    <a:pt x="974" y="1957"/>
                  </a:cubicBezTo>
                  <a:cubicBezTo>
                    <a:pt x="729" y="1957"/>
                    <a:pt x="483" y="1982"/>
                    <a:pt x="240" y="2008"/>
                  </a:cubicBezTo>
                  <a:lnTo>
                    <a:pt x="896" y="2200"/>
                  </a:lnTo>
                  <a:cubicBezTo>
                    <a:pt x="996" y="2232"/>
                    <a:pt x="1104" y="2260"/>
                    <a:pt x="1208" y="2276"/>
                  </a:cubicBezTo>
                  <a:cubicBezTo>
                    <a:pt x="1420" y="2304"/>
                    <a:pt x="1632" y="2268"/>
                    <a:pt x="1836" y="2316"/>
                  </a:cubicBezTo>
                  <a:cubicBezTo>
                    <a:pt x="2008" y="2360"/>
                    <a:pt x="2164" y="2456"/>
                    <a:pt x="2340" y="2480"/>
                  </a:cubicBezTo>
                  <a:cubicBezTo>
                    <a:pt x="2367" y="2482"/>
                    <a:pt x="2393" y="2482"/>
                    <a:pt x="2419" y="2482"/>
                  </a:cubicBezTo>
                  <a:cubicBezTo>
                    <a:pt x="2478" y="2482"/>
                    <a:pt x="2536" y="2479"/>
                    <a:pt x="2595" y="2479"/>
                  </a:cubicBezTo>
                  <a:cubicBezTo>
                    <a:pt x="2610" y="2479"/>
                    <a:pt x="2625" y="2479"/>
                    <a:pt x="2640" y="2480"/>
                  </a:cubicBezTo>
                  <a:cubicBezTo>
                    <a:pt x="2677" y="2483"/>
                    <a:pt x="2713" y="2485"/>
                    <a:pt x="2748" y="2485"/>
                  </a:cubicBezTo>
                  <a:cubicBezTo>
                    <a:pt x="2799" y="2485"/>
                    <a:pt x="2849" y="2481"/>
                    <a:pt x="2900" y="2472"/>
                  </a:cubicBezTo>
                  <a:cubicBezTo>
                    <a:pt x="3036" y="2436"/>
                    <a:pt x="3136" y="2308"/>
                    <a:pt x="3172" y="2168"/>
                  </a:cubicBezTo>
                  <a:cubicBezTo>
                    <a:pt x="3200" y="2028"/>
                    <a:pt x="3192" y="1880"/>
                    <a:pt x="3156" y="1744"/>
                  </a:cubicBezTo>
                  <a:lnTo>
                    <a:pt x="3156" y="1744"/>
                  </a:lnTo>
                  <a:cubicBezTo>
                    <a:pt x="3160" y="1816"/>
                    <a:pt x="3140" y="1888"/>
                    <a:pt x="3092" y="1948"/>
                  </a:cubicBezTo>
                  <a:cubicBezTo>
                    <a:pt x="3148" y="1680"/>
                    <a:pt x="3088" y="1400"/>
                    <a:pt x="3028" y="1132"/>
                  </a:cubicBezTo>
                  <a:cubicBezTo>
                    <a:pt x="2996" y="967"/>
                    <a:pt x="2944" y="811"/>
                    <a:pt x="2872" y="663"/>
                  </a:cubicBezTo>
                  <a:cubicBezTo>
                    <a:pt x="2800" y="511"/>
                    <a:pt x="2668" y="399"/>
                    <a:pt x="2508" y="347"/>
                  </a:cubicBezTo>
                  <a:lnTo>
                    <a:pt x="2508" y="347"/>
                  </a:lnTo>
                  <a:cubicBezTo>
                    <a:pt x="2636" y="363"/>
                    <a:pt x="2752" y="431"/>
                    <a:pt x="2828" y="535"/>
                  </a:cubicBezTo>
                  <a:cubicBezTo>
                    <a:pt x="2740" y="347"/>
                    <a:pt x="2592" y="195"/>
                    <a:pt x="2408" y="103"/>
                  </a:cubicBezTo>
                  <a:cubicBezTo>
                    <a:pt x="2255" y="28"/>
                    <a:pt x="2089" y="1"/>
                    <a:pt x="19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89"/>
            <p:cNvSpPr/>
            <p:nvPr/>
          </p:nvSpPr>
          <p:spPr>
            <a:xfrm flipH="1">
              <a:off x="1078489" y="1303160"/>
              <a:ext cx="364056" cy="333583"/>
            </a:xfrm>
            <a:custGeom>
              <a:avLst/>
              <a:gdLst/>
              <a:ahLst/>
              <a:cxnLst/>
              <a:rect l="l" t="t" r="r" b="b"/>
              <a:pathLst>
                <a:path w="3142" h="2879" extrusionOk="0">
                  <a:moveTo>
                    <a:pt x="2717" y="1670"/>
                  </a:moveTo>
                  <a:lnTo>
                    <a:pt x="2717" y="1670"/>
                  </a:lnTo>
                  <a:cubicBezTo>
                    <a:pt x="2715" y="1670"/>
                    <a:pt x="2712" y="1670"/>
                    <a:pt x="2709" y="1670"/>
                  </a:cubicBezTo>
                  <a:cubicBezTo>
                    <a:pt x="2714" y="1672"/>
                    <a:pt x="2720" y="1675"/>
                    <a:pt x="2725" y="1677"/>
                  </a:cubicBezTo>
                  <a:lnTo>
                    <a:pt x="2725" y="1677"/>
                  </a:lnTo>
                  <a:cubicBezTo>
                    <a:pt x="2722" y="1675"/>
                    <a:pt x="2720" y="1672"/>
                    <a:pt x="2717" y="1670"/>
                  </a:cubicBezTo>
                  <a:close/>
                  <a:moveTo>
                    <a:pt x="2725" y="1677"/>
                  </a:moveTo>
                  <a:cubicBezTo>
                    <a:pt x="2759" y="1711"/>
                    <a:pt x="2790" y="1750"/>
                    <a:pt x="2813" y="1795"/>
                  </a:cubicBezTo>
                  <a:cubicBezTo>
                    <a:pt x="2806" y="1744"/>
                    <a:pt x="2772" y="1700"/>
                    <a:pt x="2725" y="1677"/>
                  </a:cubicBezTo>
                  <a:close/>
                  <a:moveTo>
                    <a:pt x="1153" y="0"/>
                  </a:moveTo>
                  <a:cubicBezTo>
                    <a:pt x="1120" y="0"/>
                    <a:pt x="1087" y="1"/>
                    <a:pt x="1053" y="2"/>
                  </a:cubicBezTo>
                  <a:cubicBezTo>
                    <a:pt x="1045" y="2"/>
                    <a:pt x="1036" y="2"/>
                    <a:pt x="1028" y="2"/>
                  </a:cubicBezTo>
                  <a:cubicBezTo>
                    <a:pt x="936" y="2"/>
                    <a:pt x="846" y="22"/>
                    <a:pt x="765" y="62"/>
                  </a:cubicBezTo>
                  <a:cubicBezTo>
                    <a:pt x="605" y="146"/>
                    <a:pt x="533" y="330"/>
                    <a:pt x="485" y="506"/>
                  </a:cubicBezTo>
                  <a:cubicBezTo>
                    <a:pt x="441" y="682"/>
                    <a:pt x="405" y="870"/>
                    <a:pt x="281" y="1002"/>
                  </a:cubicBezTo>
                  <a:cubicBezTo>
                    <a:pt x="261" y="902"/>
                    <a:pt x="241" y="802"/>
                    <a:pt x="225" y="702"/>
                  </a:cubicBezTo>
                  <a:cubicBezTo>
                    <a:pt x="105" y="966"/>
                    <a:pt x="33" y="1246"/>
                    <a:pt x="13" y="1534"/>
                  </a:cubicBezTo>
                  <a:cubicBezTo>
                    <a:pt x="1" y="1638"/>
                    <a:pt x="13" y="1746"/>
                    <a:pt x="57" y="1847"/>
                  </a:cubicBezTo>
                  <a:cubicBezTo>
                    <a:pt x="85" y="1895"/>
                    <a:pt x="121" y="1943"/>
                    <a:pt x="161" y="1983"/>
                  </a:cubicBezTo>
                  <a:cubicBezTo>
                    <a:pt x="369" y="2215"/>
                    <a:pt x="605" y="2419"/>
                    <a:pt x="861" y="2591"/>
                  </a:cubicBezTo>
                  <a:cubicBezTo>
                    <a:pt x="1121" y="2759"/>
                    <a:pt x="1421" y="2863"/>
                    <a:pt x="1733" y="2879"/>
                  </a:cubicBezTo>
                  <a:cubicBezTo>
                    <a:pt x="1521" y="2851"/>
                    <a:pt x="1337" y="2711"/>
                    <a:pt x="1249" y="2515"/>
                  </a:cubicBezTo>
                  <a:lnTo>
                    <a:pt x="1249" y="2515"/>
                  </a:lnTo>
                  <a:cubicBezTo>
                    <a:pt x="1377" y="2551"/>
                    <a:pt x="1505" y="2591"/>
                    <a:pt x="1629" y="2639"/>
                  </a:cubicBezTo>
                  <a:cubicBezTo>
                    <a:pt x="1609" y="2579"/>
                    <a:pt x="1565" y="2527"/>
                    <a:pt x="1505" y="2499"/>
                  </a:cubicBezTo>
                  <a:lnTo>
                    <a:pt x="1505" y="2499"/>
                  </a:lnTo>
                  <a:lnTo>
                    <a:pt x="1641" y="2551"/>
                  </a:lnTo>
                  <a:cubicBezTo>
                    <a:pt x="1629" y="2515"/>
                    <a:pt x="1613" y="2479"/>
                    <a:pt x="1601" y="2447"/>
                  </a:cubicBezTo>
                  <a:cubicBezTo>
                    <a:pt x="1633" y="2432"/>
                    <a:pt x="1669" y="2423"/>
                    <a:pt x="1705" y="2423"/>
                  </a:cubicBezTo>
                  <a:cubicBezTo>
                    <a:pt x="1728" y="2423"/>
                    <a:pt x="1751" y="2427"/>
                    <a:pt x="1773" y="2435"/>
                  </a:cubicBezTo>
                  <a:cubicBezTo>
                    <a:pt x="1813" y="2447"/>
                    <a:pt x="1849" y="2467"/>
                    <a:pt x="1889" y="2483"/>
                  </a:cubicBezTo>
                  <a:cubicBezTo>
                    <a:pt x="1945" y="2503"/>
                    <a:pt x="2001" y="2515"/>
                    <a:pt x="2061" y="2523"/>
                  </a:cubicBezTo>
                  <a:lnTo>
                    <a:pt x="2405" y="2571"/>
                  </a:lnTo>
                  <a:cubicBezTo>
                    <a:pt x="2393" y="2535"/>
                    <a:pt x="2345" y="2527"/>
                    <a:pt x="2317" y="2503"/>
                  </a:cubicBezTo>
                  <a:cubicBezTo>
                    <a:pt x="2291" y="2480"/>
                    <a:pt x="2296" y="2421"/>
                    <a:pt x="2325" y="2421"/>
                  </a:cubicBezTo>
                  <a:cubicBezTo>
                    <a:pt x="2328" y="2421"/>
                    <a:pt x="2330" y="2422"/>
                    <a:pt x="2333" y="2423"/>
                  </a:cubicBezTo>
                  <a:cubicBezTo>
                    <a:pt x="2293" y="2379"/>
                    <a:pt x="2245" y="2347"/>
                    <a:pt x="2193" y="2327"/>
                  </a:cubicBezTo>
                  <a:cubicBezTo>
                    <a:pt x="2033" y="2239"/>
                    <a:pt x="1933" y="2079"/>
                    <a:pt x="1845" y="1923"/>
                  </a:cubicBezTo>
                  <a:cubicBezTo>
                    <a:pt x="1669" y="1630"/>
                    <a:pt x="1505" y="1330"/>
                    <a:pt x="1345" y="1030"/>
                  </a:cubicBezTo>
                  <a:cubicBezTo>
                    <a:pt x="1265" y="886"/>
                    <a:pt x="1185" y="722"/>
                    <a:pt x="1225" y="558"/>
                  </a:cubicBezTo>
                  <a:lnTo>
                    <a:pt x="1225" y="558"/>
                  </a:lnTo>
                  <a:cubicBezTo>
                    <a:pt x="1493" y="1158"/>
                    <a:pt x="1937" y="1658"/>
                    <a:pt x="2501" y="1991"/>
                  </a:cubicBezTo>
                  <a:cubicBezTo>
                    <a:pt x="2433" y="1803"/>
                    <a:pt x="2349" y="1598"/>
                    <a:pt x="2173" y="1498"/>
                  </a:cubicBezTo>
                  <a:cubicBezTo>
                    <a:pt x="2185" y="1496"/>
                    <a:pt x="2197" y="1495"/>
                    <a:pt x="2208" y="1495"/>
                  </a:cubicBezTo>
                  <a:cubicBezTo>
                    <a:pt x="2334" y="1495"/>
                    <a:pt x="2443" y="1609"/>
                    <a:pt x="2501" y="1718"/>
                  </a:cubicBezTo>
                  <a:cubicBezTo>
                    <a:pt x="2565" y="1843"/>
                    <a:pt x="2601" y="1987"/>
                    <a:pt x="2693" y="2091"/>
                  </a:cubicBezTo>
                  <a:lnTo>
                    <a:pt x="2665" y="1626"/>
                  </a:lnTo>
                  <a:lnTo>
                    <a:pt x="2665" y="1626"/>
                  </a:lnTo>
                  <a:cubicBezTo>
                    <a:pt x="2683" y="1640"/>
                    <a:pt x="2701" y="1654"/>
                    <a:pt x="2717" y="1670"/>
                  </a:cubicBezTo>
                  <a:lnTo>
                    <a:pt x="2717" y="1670"/>
                  </a:lnTo>
                  <a:cubicBezTo>
                    <a:pt x="2728" y="1669"/>
                    <a:pt x="2738" y="1669"/>
                    <a:pt x="2748" y="1669"/>
                  </a:cubicBezTo>
                  <a:cubicBezTo>
                    <a:pt x="2866" y="1669"/>
                    <a:pt x="2981" y="1715"/>
                    <a:pt x="3093" y="1758"/>
                  </a:cubicBezTo>
                  <a:cubicBezTo>
                    <a:pt x="2813" y="1562"/>
                    <a:pt x="2545" y="1346"/>
                    <a:pt x="2301" y="1110"/>
                  </a:cubicBezTo>
                  <a:cubicBezTo>
                    <a:pt x="2341" y="1107"/>
                    <a:pt x="2380" y="1105"/>
                    <a:pt x="2420" y="1105"/>
                  </a:cubicBezTo>
                  <a:cubicBezTo>
                    <a:pt x="2508" y="1105"/>
                    <a:pt x="2595" y="1114"/>
                    <a:pt x="2681" y="1130"/>
                  </a:cubicBezTo>
                  <a:cubicBezTo>
                    <a:pt x="2809" y="1154"/>
                    <a:pt x="2921" y="1226"/>
                    <a:pt x="2997" y="1330"/>
                  </a:cubicBezTo>
                  <a:cubicBezTo>
                    <a:pt x="3009" y="1354"/>
                    <a:pt x="3029" y="1378"/>
                    <a:pt x="3057" y="1398"/>
                  </a:cubicBezTo>
                  <a:cubicBezTo>
                    <a:pt x="3063" y="1402"/>
                    <a:pt x="3071" y="1403"/>
                    <a:pt x="3078" y="1403"/>
                  </a:cubicBezTo>
                  <a:cubicBezTo>
                    <a:pt x="3101" y="1403"/>
                    <a:pt x="3125" y="1390"/>
                    <a:pt x="3125" y="1366"/>
                  </a:cubicBezTo>
                  <a:lnTo>
                    <a:pt x="3141" y="1362"/>
                  </a:lnTo>
                  <a:cubicBezTo>
                    <a:pt x="3021" y="1062"/>
                    <a:pt x="2881" y="762"/>
                    <a:pt x="2641" y="546"/>
                  </a:cubicBezTo>
                  <a:cubicBezTo>
                    <a:pt x="2469" y="394"/>
                    <a:pt x="2261" y="294"/>
                    <a:pt x="2049" y="206"/>
                  </a:cubicBezTo>
                  <a:cubicBezTo>
                    <a:pt x="1889" y="130"/>
                    <a:pt x="1721" y="74"/>
                    <a:pt x="1549" y="38"/>
                  </a:cubicBezTo>
                  <a:cubicBezTo>
                    <a:pt x="1418" y="13"/>
                    <a:pt x="1287" y="0"/>
                    <a:pt x="1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89"/>
            <p:cNvSpPr/>
            <p:nvPr/>
          </p:nvSpPr>
          <p:spPr>
            <a:xfrm flipH="1">
              <a:off x="1061804" y="1729785"/>
              <a:ext cx="355713" cy="335668"/>
            </a:xfrm>
            <a:custGeom>
              <a:avLst/>
              <a:gdLst/>
              <a:ahLst/>
              <a:cxnLst/>
              <a:rect l="l" t="t" r="r" b="b"/>
              <a:pathLst>
                <a:path w="3070" h="2897" extrusionOk="0">
                  <a:moveTo>
                    <a:pt x="1917" y="1"/>
                  </a:moveTo>
                  <a:lnTo>
                    <a:pt x="1205" y="273"/>
                  </a:lnTo>
                  <a:cubicBezTo>
                    <a:pt x="1049" y="329"/>
                    <a:pt x="897" y="397"/>
                    <a:pt x="749" y="481"/>
                  </a:cubicBezTo>
                  <a:cubicBezTo>
                    <a:pt x="249" y="793"/>
                    <a:pt x="1" y="1461"/>
                    <a:pt x="181" y="2025"/>
                  </a:cubicBezTo>
                  <a:cubicBezTo>
                    <a:pt x="189" y="1849"/>
                    <a:pt x="289" y="1689"/>
                    <a:pt x="441" y="1601"/>
                  </a:cubicBezTo>
                  <a:lnTo>
                    <a:pt x="465" y="2189"/>
                  </a:lnTo>
                  <a:cubicBezTo>
                    <a:pt x="461" y="2241"/>
                    <a:pt x="473" y="2297"/>
                    <a:pt x="501" y="2345"/>
                  </a:cubicBezTo>
                  <a:cubicBezTo>
                    <a:pt x="521" y="2377"/>
                    <a:pt x="554" y="2394"/>
                    <a:pt x="588" y="2394"/>
                  </a:cubicBezTo>
                  <a:cubicBezTo>
                    <a:pt x="607" y="2394"/>
                    <a:pt x="627" y="2389"/>
                    <a:pt x="645" y="2377"/>
                  </a:cubicBezTo>
                  <a:cubicBezTo>
                    <a:pt x="689" y="2469"/>
                    <a:pt x="789" y="2517"/>
                    <a:pt x="881" y="2557"/>
                  </a:cubicBezTo>
                  <a:lnTo>
                    <a:pt x="993" y="2609"/>
                  </a:lnTo>
                  <a:cubicBezTo>
                    <a:pt x="1040" y="2628"/>
                    <a:pt x="1094" y="2648"/>
                    <a:pt x="1145" y="2648"/>
                  </a:cubicBezTo>
                  <a:cubicBezTo>
                    <a:pt x="1177" y="2648"/>
                    <a:pt x="1207" y="2641"/>
                    <a:pt x="1233" y="2621"/>
                  </a:cubicBezTo>
                  <a:lnTo>
                    <a:pt x="1265" y="2701"/>
                  </a:lnTo>
                  <a:cubicBezTo>
                    <a:pt x="1465" y="2673"/>
                    <a:pt x="1665" y="2629"/>
                    <a:pt x="1857" y="2565"/>
                  </a:cubicBezTo>
                  <a:lnTo>
                    <a:pt x="1857" y="2565"/>
                  </a:lnTo>
                  <a:cubicBezTo>
                    <a:pt x="1825" y="2625"/>
                    <a:pt x="1809" y="2693"/>
                    <a:pt x="1801" y="2761"/>
                  </a:cubicBezTo>
                  <a:lnTo>
                    <a:pt x="1897" y="2749"/>
                  </a:lnTo>
                  <a:lnTo>
                    <a:pt x="1825" y="2881"/>
                  </a:lnTo>
                  <a:cubicBezTo>
                    <a:pt x="1870" y="2891"/>
                    <a:pt x="1915" y="2896"/>
                    <a:pt x="1959" y="2896"/>
                  </a:cubicBezTo>
                  <a:cubicBezTo>
                    <a:pt x="2201" y="2896"/>
                    <a:pt x="2435" y="2754"/>
                    <a:pt x="2637" y="2609"/>
                  </a:cubicBezTo>
                  <a:cubicBezTo>
                    <a:pt x="2693" y="2573"/>
                    <a:pt x="2741" y="2533"/>
                    <a:pt x="2785" y="2485"/>
                  </a:cubicBezTo>
                  <a:cubicBezTo>
                    <a:pt x="2817" y="2441"/>
                    <a:pt x="2841" y="2393"/>
                    <a:pt x="2861" y="2341"/>
                  </a:cubicBezTo>
                  <a:cubicBezTo>
                    <a:pt x="3009" y="1985"/>
                    <a:pt x="3069" y="1597"/>
                    <a:pt x="3041" y="1213"/>
                  </a:cubicBezTo>
                  <a:lnTo>
                    <a:pt x="3041" y="1213"/>
                  </a:lnTo>
                  <a:cubicBezTo>
                    <a:pt x="3029" y="1381"/>
                    <a:pt x="2937" y="1533"/>
                    <a:pt x="2793" y="1625"/>
                  </a:cubicBezTo>
                  <a:cubicBezTo>
                    <a:pt x="2709" y="1425"/>
                    <a:pt x="2873" y="1213"/>
                    <a:pt x="2885" y="1001"/>
                  </a:cubicBezTo>
                  <a:lnTo>
                    <a:pt x="2885" y="1001"/>
                  </a:lnTo>
                  <a:cubicBezTo>
                    <a:pt x="2741" y="1357"/>
                    <a:pt x="2569" y="1741"/>
                    <a:pt x="2229" y="1913"/>
                  </a:cubicBezTo>
                  <a:cubicBezTo>
                    <a:pt x="2301" y="1817"/>
                    <a:pt x="2365" y="1709"/>
                    <a:pt x="2417" y="1597"/>
                  </a:cubicBezTo>
                  <a:lnTo>
                    <a:pt x="2417" y="1597"/>
                  </a:lnTo>
                  <a:cubicBezTo>
                    <a:pt x="2361" y="1690"/>
                    <a:pt x="2263" y="1745"/>
                    <a:pt x="2155" y="1745"/>
                  </a:cubicBezTo>
                  <a:cubicBezTo>
                    <a:pt x="2148" y="1745"/>
                    <a:pt x="2140" y="1745"/>
                    <a:pt x="2133" y="1745"/>
                  </a:cubicBezTo>
                  <a:cubicBezTo>
                    <a:pt x="2117" y="1693"/>
                    <a:pt x="2117" y="1641"/>
                    <a:pt x="2133" y="1593"/>
                  </a:cubicBezTo>
                  <a:lnTo>
                    <a:pt x="2133" y="1593"/>
                  </a:lnTo>
                  <a:cubicBezTo>
                    <a:pt x="2109" y="1597"/>
                    <a:pt x="2081" y="1601"/>
                    <a:pt x="2057" y="1609"/>
                  </a:cubicBezTo>
                  <a:cubicBezTo>
                    <a:pt x="2141" y="1265"/>
                    <a:pt x="2497" y="1037"/>
                    <a:pt x="2585" y="689"/>
                  </a:cubicBezTo>
                  <a:lnTo>
                    <a:pt x="2585" y="689"/>
                  </a:lnTo>
                  <a:lnTo>
                    <a:pt x="2393" y="797"/>
                  </a:lnTo>
                  <a:cubicBezTo>
                    <a:pt x="2366" y="775"/>
                    <a:pt x="2332" y="764"/>
                    <a:pt x="2297" y="764"/>
                  </a:cubicBezTo>
                  <a:cubicBezTo>
                    <a:pt x="2261" y="764"/>
                    <a:pt x="2224" y="776"/>
                    <a:pt x="2193" y="801"/>
                  </a:cubicBezTo>
                  <a:lnTo>
                    <a:pt x="2249" y="737"/>
                  </a:lnTo>
                  <a:cubicBezTo>
                    <a:pt x="2237" y="729"/>
                    <a:pt x="2223" y="725"/>
                    <a:pt x="2209" y="725"/>
                  </a:cubicBezTo>
                  <a:cubicBezTo>
                    <a:pt x="2194" y="725"/>
                    <a:pt x="2179" y="729"/>
                    <a:pt x="2165" y="737"/>
                  </a:cubicBezTo>
                  <a:cubicBezTo>
                    <a:pt x="2205" y="641"/>
                    <a:pt x="2249" y="545"/>
                    <a:pt x="2293" y="449"/>
                  </a:cubicBezTo>
                  <a:cubicBezTo>
                    <a:pt x="2287" y="448"/>
                    <a:pt x="2281" y="448"/>
                    <a:pt x="2276" y="448"/>
                  </a:cubicBezTo>
                  <a:cubicBezTo>
                    <a:pt x="2139" y="448"/>
                    <a:pt x="2020" y="536"/>
                    <a:pt x="1909" y="617"/>
                  </a:cubicBezTo>
                  <a:lnTo>
                    <a:pt x="1573" y="873"/>
                  </a:lnTo>
                  <a:cubicBezTo>
                    <a:pt x="1209" y="1153"/>
                    <a:pt x="837" y="1441"/>
                    <a:pt x="605" y="1833"/>
                  </a:cubicBezTo>
                  <a:cubicBezTo>
                    <a:pt x="561" y="1749"/>
                    <a:pt x="585" y="1641"/>
                    <a:pt x="621" y="1553"/>
                  </a:cubicBezTo>
                  <a:cubicBezTo>
                    <a:pt x="805" y="1061"/>
                    <a:pt x="1233" y="709"/>
                    <a:pt x="1641" y="381"/>
                  </a:cubicBezTo>
                  <a:lnTo>
                    <a:pt x="1641" y="381"/>
                  </a:lnTo>
                  <a:lnTo>
                    <a:pt x="1393" y="397"/>
                  </a:lnTo>
                  <a:lnTo>
                    <a:pt x="1893" y="53"/>
                  </a:lnTo>
                  <a:lnTo>
                    <a:pt x="19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89"/>
            <p:cNvSpPr/>
            <p:nvPr/>
          </p:nvSpPr>
          <p:spPr>
            <a:xfrm flipH="1">
              <a:off x="570524" y="1753653"/>
              <a:ext cx="390358" cy="344938"/>
            </a:xfrm>
            <a:custGeom>
              <a:avLst/>
              <a:gdLst/>
              <a:ahLst/>
              <a:cxnLst/>
              <a:rect l="l" t="t" r="r" b="b"/>
              <a:pathLst>
                <a:path w="3369" h="2977" extrusionOk="0">
                  <a:moveTo>
                    <a:pt x="2149" y="0"/>
                  </a:moveTo>
                  <a:cubicBezTo>
                    <a:pt x="2132" y="0"/>
                    <a:pt x="2114" y="1"/>
                    <a:pt x="2096" y="3"/>
                  </a:cubicBezTo>
                  <a:cubicBezTo>
                    <a:pt x="2196" y="11"/>
                    <a:pt x="2272" y="87"/>
                    <a:pt x="2284" y="187"/>
                  </a:cubicBezTo>
                  <a:cubicBezTo>
                    <a:pt x="2066" y="88"/>
                    <a:pt x="1830" y="38"/>
                    <a:pt x="1592" y="38"/>
                  </a:cubicBezTo>
                  <a:cubicBezTo>
                    <a:pt x="1551" y="38"/>
                    <a:pt x="1509" y="40"/>
                    <a:pt x="1468" y="43"/>
                  </a:cubicBezTo>
                  <a:cubicBezTo>
                    <a:pt x="1892" y="131"/>
                    <a:pt x="2284" y="323"/>
                    <a:pt x="2616" y="603"/>
                  </a:cubicBezTo>
                  <a:cubicBezTo>
                    <a:pt x="2720" y="683"/>
                    <a:pt x="2808" y="787"/>
                    <a:pt x="2872" y="903"/>
                  </a:cubicBezTo>
                  <a:cubicBezTo>
                    <a:pt x="2924" y="1011"/>
                    <a:pt x="2932" y="1163"/>
                    <a:pt x="2836" y="1239"/>
                  </a:cubicBezTo>
                  <a:cubicBezTo>
                    <a:pt x="2801" y="1266"/>
                    <a:pt x="2760" y="1278"/>
                    <a:pt x="2717" y="1278"/>
                  </a:cubicBezTo>
                  <a:cubicBezTo>
                    <a:pt x="2651" y="1278"/>
                    <a:pt x="2583" y="1250"/>
                    <a:pt x="2532" y="1207"/>
                  </a:cubicBezTo>
                  <a:cubicBezTo>
                    <a:pt x="2448" y="1135"/>
                    <a:pt x="2396" y="1035"/>
                    <a:pt x="2336" y="939"/>
                  </a:cubicBezTo>
                  <a:cubicBezTo>
                    <a:pt x="2276" y="847"/>
                    <a:pt x="2200" y="759"/>
                    <a:pt x="2092" y="731"/>
                  </a:cubicBezTo>
                  <a:lnTo>
                    <a:pt x="2092" y="731"/>
                  </a:lnTo>
                  <a:cubicBezTo>
                    <a:pt x="2092" y="775"/>
                    <a:pt x="2108" y="823"/>
                    <a:pt x="2132" y="859"/>
                  </a:cubicBezTo>
                  <a:cubicBezTo>
                    <a:pt x="1996" y="811"/>
                    <a:pt x="1864" y="747"/>
                    <a:pt x="1744" y="667"/>
                  </a:cubicBezTo>
                  <a:lnTo>
                    <a:pt x="1244" y="363"/>
                  </a:lnTo>
                  <a:lnTo>
                    <a:pt x="1244" y="363"/>
                  </a:lnTo>
                  <a:cubicBezTo>
                    <a:pt x="1408" y="503"/>
                    <a:pt x="1512" y="699"/>
                    <a:pt x="1540" y="911"/>
                  </a:cubicBezTo>
                  <a:cubicBezTo>
                    <a:pt x="1340" y="899"/>
                    <a:pt x="1212" y="703"/>
                    <a:pt x="1116" y="531"/>
                  </a:cubicBezTo>
                  <a:lnTo>
                    <a:pt x="1116" y="531"/>
                  </a:lnTo>
                  <a:cubicBezTo>
                    <a:pt x="1152" y="675"/>
                    <a:pt x="1176" y="827"/>
                    <a:pt x="1184" y="979"/>
                  </a:cubicBezTo>
                  <a:cubicBezTo>
                    <a:pt x="992" y="827"/>
                    <a:pt x="904" y="591"/>
                    <a:pt x="820" y="363"/>
                  </a:cubicBezTo>
                  <a:lnTo>
                    <a:pt x="820" y="363"/>
                  </a:lnTo>
                  <a:cubicBezTo>
                    <a:pt x="948" y="839"/>
                    <a:pt x="1124" y="1295"/>
                    <a:pt x="1340" y="1739"/>
                  </a:cubicBezTo>
                  <a:cubicBezTo>
                    <a:pt x="1396" y="1867"/>
                    <a:pt x="1472" y="1987"/>
                    <a:pt x="1560" y="2095"/>
                  </a:cubicBezTo>
                  <a:cubicBezTo>
                    <a:pt x="1644" y="2191"/>
                    <a:pt x="1752" y="2271"/>
                    <a:pt x="1796" y="2387"/>
                  </a:cubicBezTo>
                  <a:cubicBezTo>
                    <a:pt x="1768" y="2396"/>
                    <a:pt x="1739" y="2400"/>
                    <a:pt x="1711" y="2400"/>
                  </a:cubicBezTo>
                  <a:cubicBezTo>
                    <a:pt x="1653" y="2400"/>
                    <a:pt x="1596" y="2383"/>
                    <a:pt x="1548" y="2351"/>
                  </a:cubicBezTo>
                  <a:cubicBezTo>
                    <a:pt x="1472" y="2311"/>
                    <a:pt x="1404" y="2251"/>
                    <a:pt x="1328" y="2215"/>
                  </a:cubicBezTo>
                  <a:cubicBezTo>
                    <a:pt x="1264" y="2195"/>
                    <a:pt x="1208" y="2167"/>
                    <a:pt x="1152" y="2131"/>
                  </a:cubicBezTo>
                  <a:cubicBezTo>
                    <a:pt x="1108" y="2095"/>
                    <a:pt x="1068" y="2051"/>
                    <a:pt x="1040" y="1999"/>
                  </a:cubicBezTo>
                  <a:cubicBezTo>
                    <a:pt x="832" y="1647"/>
                    <a:pt x="676" y="1267"/>
                    <a:pt x="580" y="871"/>
                  </a:cubicBezTo>
                  <a:lnTo>
                    <a:pt x="580" y="871"/>
                  </a:lnTo>
                  <a:cubicBezTo>
                    <a:pt x="592" y="1031"/>
                    <a:pt x="604" y="1191"/>
                    <a:pt x="612" y="1351"/>
                  </a:cubicBezTo>
                  <a:cubicBezTo>
                    <a:pt x="616" y="1411"/>
                    <a:pt x="608" y="1491"/>
                    <a:pt x="548" y="1511"/>
                  </a:cubicBezTo>
                  <a:cubicBezTo>
                    <a:pt x="468" y="1339"/>
                    <a:pt x="428" y="1151"/>
                    <a:pt x="436" y="963"/>
                  </a:cubicBezTo>
                  <a:lnTo>
                    <a:pt x="436" y="963"/>
                  </a:lnTo>
                  <a:cubicBezTo>
                    <a:pt x="408" y="1035"/>
                    <a:pt x="392" y="1107"/>
                    <a:pt x="380" y="1179"/>
                  </a:cubicBezTo>
                  <a:cubicBezTo>
                    <a:pt x="388" y="951"/>
                    <a:pt x="316" y="727"/>
                    <a:pt x="180" y="543"/>
                  </a:cubicBezTo>
                  <a:cubicBezTo>
                    <a:pt x="160" y="507"/>
                    <a:pt x="120" y="479"/>
                    <a:pt x="80" y="475"/>
                  </a:cubicBezTo>
                  <a:cubicBezTo>
                    <a:pt x="36" y="475"/>
                    <a:pt x="0" y="535"/>
                    <a:pt x="36" y="559"/>
                  </a:cubicBezTo>
                  <a:lnTo>
                    <a:pt x="48" y="503"/>
                  </a:lnTo>
                  <a:cubicBezTo>
                    <a:pt x="80" y="683"/>
                    <a:pt x="108" y="863"/>
                    <a:pt x="140" y="1043"/>
                  </a:cubicBezTo>
                  <a:cubicBezTo>
                    <a:pt x="148" y="1107"/>
                    <a:pt x="164" y="1171"/>
                    <a:pt x="180" y="1235"/>
                  </a:cubicBezTo>
                  <a:cubicBezTo>
                    <a:pt x="204" y="1327"/>
                    <a:pt x="244" y="1415"/>
                    <a:pt x="272" y="1507"/>
                  </a:cubicBezTo>
                  <a:cubicBezTo>
                    <a:pt x="320" y="1687"/>
                    <a:pt x="312" y="1883"/>
                    <a:pt x="344" y="2067"/>
                  </a:cubicBezTo>
                  <a:cubicBezTo>
                    <a:pt x="384" y="2323"/>
                    <a:pt x="496" y="2563"/>
                    <a:pt x="672" y="2759"/>
                  </a:cubicBezTo>
                  <a:cubicBezTo>
                    <a:pt x="712" y="2811"/>
                    <a:pt x="768" y="2855"/>
                    <a:pt x="828" y="2887"/>
                  </a:cubicBezTo>
                  <a:cubicBezTo>
                    <a:pt x="876" y="2903"/>
                    <a:pt x="928" y="2919"/>
                    <a:pt x="980" y="2923"/>
                  </a:cubicBezTo>
                  <a:cubicBezTo>
                    <a:pt x="1184" y="2959"/>
                    <a:pt x="1391" y="2977"/>
                    <a:pt x="1598" y="2977"/>
                  </a:cubicBezTo>
                  <a:cubicBezTo>
                    <a:pt x="1639" y="2977"/>
                    <a:pt x="1679" y="2976"/>
                    <a:pt x="1720" y="2975"/>
                  </a:cubicBezTo>
                  <a:cubicBezTo>
                    <a:pt x="1968" y="2963"/>
                    <a:pt x="2212" y="2887"/>
                    <a:pt x="2420" y="2751"/>
                  </a:cubicBezTo>
                  <a:lnTo>
                    <a:pt x="2176" y="2731"/>
                  </a:lnTo>
                  <a:cubicBezTo>
                    <a:pt x="2236" y="2675"/>
                    <a:pt x="2324" y="2667"/>
                    <a:pt x="2408" y="2639"/>
                  </a:cubicBezTo>
                  <a:cubicBezTo>
                    <a:pt x="2524" y="2599"/>
                    <a:pt x="2612" y="2507"/>
                    <a:pt x="2700" y="2419"/>
                  </a:cubicBezTo>
                  <a:cubicBezTo>
                    <a:pt x="2908" y="2211"/>
                    <a:pt x="3128" y="1983"/>
                    <a:pt x="3168" y="1691"/>
                  </a:cubicBezTo>
                  <a:cubicBezTo>
                    <a:pt x="3216" y="1735"/>
                    <a:pt x="3240" y="1795"/>
                    <a:pt x="3240" y="1859"/>
                  </a:cubicBezTo>
                  <a:cubicBezTo>
                    <a:pt x="3304" y="1623"/>
                    <a:pt x="3368" y="1375"/>
                    <a:pt x="3300" y="1143"/>
                  </a:cubicBezTo>
                  <a:cubicBezTo>
                    <a:pt x="3272" y="1055"/>
                    <a:pt x="3232" y="967"/>
                    <a:pt x="3184" y="887"/>
                  </a:cubicBezTo>
                  <a:cubicBezTo>
                    <a:pt x="3060" y="671"/>
                    <a:pt x="2940" y="451"/>
                    <a:pt x="2764" y="279"/>
                  </a:cubicBezTo>
                  <a:cubicBezTo>
                    <a:pt x="2597" y="119"/>
                    <a:pt x="2378" y="0"/>
                    <a:pt x="21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89"/>
            <p:cNvSpPr/>
            <p:nvPr/>
          </p:nvSpPr>
          <p:spPr>
            <a:xfrm flipH="1">
              <a:off x="383748" y="1081274"/>
              <a:ext cx="1093094" cy="1051034"/>
            </a:xfrm>
            <a:custGeom>
              <a:avLst/>
              <a:gdLst/>
              <a:ahLst/>
              <a:cxnLst/>
              <a:rect l="l" t="t" r="r" b="b"/>
              <a:pathLst>
                <a:path w="9434" h="9071" extrusionOk="0">
                  <a:moveTo>
                    <a:pt x="4484" y="64"/>
                  </a:moveTo>
                  <a:cubicBezTo>
                    <a:pt x="4546" y="64"/>
                    <a:pt x="4608" y="67"/>
                    <a:pt x="4669" y="73"/>
                  </a:cubicBezTo>
                  <a:cubicBezTo>
                    <a:pt x="4873" y="89"/>
                    <a:pt x="5077" y="133"/>
                    <a:pt x="5277" y="193"/>
                  </a:cubicBezTo>
                  <a:cubicBezTo>
                    <a:pt x="5473" y="257"/>
                    <a:pt x="5661" y="341"/>
                    <a:pt x="5837" y="445"/>
                  </a:cubicBezTo>
                  <a:cubicBezTo>
                    <a:pt x="6013" y="541"/>
                    <a:pt x="6169" y="669"/>
                    <a:pt x="6305" y="817"/>
                  </a:cubicBezTo>
                  <a:cubicBezTo>
                    <a:pt x="6437" y="957"/>
                    <a:pt x="6537" y="1125"/>
                    <a:pt x="6593" y="1309"/>
                  </a:cubicBezTo>
                  <a:cubicBezTo>
                    <a:pt x="6621" y="1397"/>
                    <a:pt x="6637" y="1489"/>
                    <a:pt x="6641" y="1581"/>
                  </a:cubicBezTo>
                  <a:cubicBezTo>
                    <a:pt x="6641" y="1605"/>
                    <a:pt x="6641" y="1629"/>
                    <a:pt x="6641" y="1653"/>
                  </a:cubicBezTo>
                  <a:lnTo>
                    <a:pt x="6641" y="1713"/>
                  </a:lnTo>
                  <a:cubicBezTo>
                    <a:pt x="6637" y="1765"/>
                    <a:pt x="6629" y="1813"/>
                    <a:pt x="6625" y="1865"/>
                  </a:cubicBezTo>
                  <a:lnTo>
                    <a:pt x="6613" y="1937"/>
                  </a:lnTo>
                  <a:lnTo>
                    <a:pt x="6597" y="2005"/>
                  </a:lnTo>
                  <a:cubicBezTo>
                    <a:pt x="6589" y="2041"/>
                    <a:pt x="6577" y="2089"/>
                    <a:pt x="6565" y="2129"/>
                  </a:cubicBezTo>
                  <a:cubicBezTo>
                    <a:pt x="6541" y="2213"/>
                    <a:pt x="6505" y="2293"/>
                    <a:pt x="6465" y="2373"/>
                  </a:cubicBezTo>
                  <a:lnTo>
                    <a:pt x="6433" y="2433"/>
                  </a:lnTo>
                  <a:cubicBezTo>
                    <a:pt x="6421" y="2453"/>
                    <a:pt x="6409" y="2469"/>
                    <a:pt x="6397" y="2485"/>
                  </a:cubicBezTo>
                  <a:cubicBezTo>
                    <a:pt x="6373" y="2525"/>
                    <a:pt x="6349" y="2557"/>
                    <a:pt x="6321" y="2593"/>
                  </a:cubicBezTo>
                  <a:cubicBezTo>
                    <a:pt x="6293" y="2625"/>
                    <a:pt x="6265" y="2661"/>
                    <a:pt x="6237" y="2693"/>
                  </a:cubicBezTo>
                  <a:lnTo>
                    <a:pt x="6145" y="2785"/>
                  </a:lnTo>
                  <a:cubicBezTo>
                    <a:pt x="5893" y="3021"/>
                    <a:pt x="5593" y="3181"/>
                    <a:pt x="5341" y="3397"/>
                  </a:cubicBezTo>
                  <a:lnTo>
                    <a:pt x="5293" y="3437"/>
                  </a:lnTo>
                  <a:lnTo>
                    <a:pt x="5253" y="3481"/>
                  </a:lnTo>
                  <a:cubicBezTo>
                    <a:pt x="5221" y="3509"/>
                    <a:pt x="5193" y="3541"/>
                    <a:pt x="5169" y="3573"/>
                  </a:cubicBezTo>
                  <a:cubicBezTo>
                    <a:pt x="5125" y="3633"/>
                    <a:pt x="5081" y="3698"/>
                    <a:pt x="5045" y="3766"/>
                  </a:cubicBezTo>
                  <a:cubicBezTo>
                    <a:pt x="4969" y="3890"/>
                    <a:pt x="4905" y="4010"/>
                    <a:pt x="4837" y="4114"/>
                  </a:cubicBezTo>
                  <a:cubicBezTo>
                    <a:pt x="4773" y="4214"/>
                    <a:pt x="4701" y="4306"/>
                    <a:pt x="4625" y="4394"/>
                  </a:cubicBezTo>
                  <a:cubicBezTo>
                    <a:pt x="4605" y="4414"/>
                    <a:pt x="4589" y="4430"/>
                    <a:pt x="4569" y="4450"/>
                  </a:cubicBezTo>
                  <a:cubicBezTo>
                    <a:pt x="4597" y="4370"/>
                    <a:pt x="4609" y="4286"/>
                    <a:pt x="4609" y="4198"/>
                  </a:cubicBezTo>
                  <a:cubicBezTo>
                    <a:pt x="4617" y="4186"/>
                    <a:pt x="4625" y="4170"/>
                    <a:pt x="4637" y="4154"/>
                  </a:cubicBezTo>
                  <a:cubicBezTo>
                    <a:pt x="4709" y="4034"/>
                    <a:pt x="4805" y="3894"/>
                    <a:pt x="4901" y="3742"/>
                  </a:cubicBezTo>
                  <a:lnTo>
                    <a:pt x="5201" y="3265"/>
                  </a:lnTo>
                  <a:lnTo>
                    <a:pt x="5493" y="2785"/>
                  </a:lnTo>
                  <a:cubicBezTo>
                    <a:pt x="5541" y="2713"/>
                    <a:pt x="5585" y="2637"/>
                    <a:pt x="5617" y="2557"/>
                  </a:cubicBezTo>
                  <a:cubicBezTo>
                    <a:pt x="5649" y="2481"/>
                    <a:pt x="5669" y="2405"/>
                    <a:pt x="5673" y="2325"/>
                  </a:cubicBezTo>
                  <a:cubicBezTo>
                    <a:pt x="5681" y="2257"/>
                    <a:pt x="5677" y="2193"/>
                    <a:pt x="5665" y="2125"/>
                  </a:cubicBezTo>
                  <a:cubicBezTo>
                    <a:pt x="5653" y="2069"/>
                    <a:pt x="5641" y="2017"/>
                    <a:pt x="5633" y="1977"/>
                  </a:cubicBezTo>
                  <a:cubicBezTo>
                    <a:pt x="5613" y="1894"/>
                    <a:pt x="5597" y="1850"/>
                    <a:pt x="5597" y="1849"/>
                  </a:cubicBezTo>
                  <a:lnTo>
                    <a:pt x="5597" y="1849"/>
                  </a:lnTo>
                  <a:lnTo>
                    <a:pt x="5621" y="1977"/>
                  </a:lnTo>
                  <a:cubicBezTo>
                    <a:pt x="5645" y="2089"/>
                    <a:pt x="5649" y="2205"/>
                    <a:pt x="5641" y="2321"/>
                  </a:cubicBezTo>
                  <a:cubicBezTo>
                    <a:pt x="5629" y="2393"/>
                    <a:pt x="5609" y="2465"/>
                    <a:pt x="5577" y="2533"/>
                  </a:cubicBezTo>
                  <a:cubicBezTo>
                    <a:pt x="5537" y="2609"/>
                    <a:pt x="5497" y="2685"/>
                    <a:pt x="5449" y="2757"/>
                  </a:cubicBezTo>
                  <a:cubicBezTo>
                    <a:pt x="5353" y="2905"/>
                    <a:pt x="5249" y="3069"/>
                    <a:pt x="5149" y="3229"/>
                  </a:cubicBezTo>
                  <a:lnTo>
                    <a:pt x="4853" y="3710"/>
                  </a:lnTo>
                  <a:cubicBezTo>
                    <a:pt x="4809" y="3786"/>
                    <a:pt x="4765" y="3862"/>
                    <a:pt x="4721" y="3934"/>
                  </a:cubicBezTo>
                  <a:cubicBezTo>
                    <a:pt x="4681" y="4006"/>
                    <a:pt x="4641" y="4070"/>
                    <a:pt x="4605" y="4134"/>
                  </a:cubicBezTo>
                  <a:cubicBezTo>
                    <a:pt x="4593" y="4014"/>
                    <a:pt x="4549" y="3934"/>
                    <a:pt x="4493" y="3922"/>
                  </a:cubicBezTo>
                  <a:lnTo>
                    <a:pt x="4493" y="3882"/>
                  </a:lnTo>
                  <a:lnTo>
                    <a:pt x="4493" y="3818"/>
                  </a:lnTo>
                  <a:cubicBezTo>
                    <a:pt x="4493" y="3778"/>
                    <a:pt x="4489" y="3734"/>
                    <a:pt x="4481" y="3694"/>
                  </a:cubicBezTo>
                  <a:cubicBezTo>
                    <a:pt x="4473" y="3601"/>
                    <a:pt x="4457" y="3513"/>
                    <a:pt x="4437" y="3429"/>
                  </a:cubicBezTo>
                  <a:cubicBezTo>
                    <a:pt x="4413" y="3341"/>
                    <a:pt x="4385" y="3253"/>
                    <a:pt x="4357" y="3165"/>
                  </a:cubicBezTo>
                  <a:cubicBezTo>
                    <a:pt x="4297" y="2993"/>
                    <a:pt x="4229" y="2821"/>
                    <a:pt x="4169" y="2665"/>
                  </a:cubicBezTo>
                  <a:cubicBezTo>
                    <a:pt x="4137" y="2585"/>
                    <a:pt x="4109" y="2509"/>
                    <a:pt x="4085" y="2433"/>
                  </a:cubicBezTo>
                  <a:cubicBezTo>
                    <a:pt x="4057" y="2361"/>
                    <a:pt x="4037" y="2289"/>
                    <a:pt x="4021" y="2225"/>
                  </a:cubicBezTo>
                  <a:cubicBezTo>
                    <a:pt x="4009" y="2157"/>
                    <a:pt x="3997" y="2097"/>
                    <a:pt x="3985" y="2041"/>
                  </a:cubicBezTo>
                  <a:cubicBezTo>
                    <a:pt x="3973" y="1989"/>
                    <a:pt x="3969" y="1941"/>
                    <a:pt x="3969" y="1901"/>
                  </a:cubicBezTo>
                  <a:cubicBezTo>
                    <a:pt x="3965" y="1821"/>
                    <a:pt x="3961" y="1773"/>
                    <a:pt x="3961" y="1773"/>
                  </a:cubicBezTo>
                  <a:cubicBezTo>
                    <a:pt x="3961" y="1773"/>
                    <a:pt x="3961" y="1821"/>
                    <a:pt x="3953" y="1901"/>
                  </a:cubicBezTo>
                  <a:cubicBezTo>
                    <a:pt x="3953" y="1941"/>
                    <a:pt x="3957" y="1989"/>
                    <a:pt x="3961" y="2045"/>
                  </a:cubicBezTo>
                  <a:cubicBezTo>
                    <a:pt x="3965" y="2109"/>
                    <a:pt x="3977" y="2169"/>
                    <a:pt x="3989" y="2233"/>
                  </a:cubicBezTo>
                  <a:cubicBezTo>
                    <a:pt x="4001" y="2301"/>
                    <a:pt x="4021" y="2373"/>
                    <a:pt x="4037" y="2449"/>
                  </a:cubicBezTo>
                  <a:cubicBezTo>
                    <a:pt x="4057" y="2525"/>
                    <a:pt x="4085" y="2605"/>
                    <a:pt x="4113" y="2685"/>
                  </a:cubicBezTo>
                  <a:cubicBezTo>
                    <a:pt x="4173" y="2845"/>
                    <a:pt x="4241" y="3017"/>
                    <a:pt x="4297" y="3189"/>
                  </a:cubicBezTo>
                  <a:cubicBezTo>
                    <a:pt x="4357" y="3353"/>
                    <a:pt x="4401" y="3525"/>
                    <a:pt x="4425" y="3702"/>
                  </a:cubicBezTo>
                  <a:cubicBezTo>
                    <a:pt x="4433" y="3742"/>
                    <a:pt x="4437" y="3782"/>
                    <a:pt x="4437" y="3822"/>
                  </a:cubicBezTo>
                  <a:cubicBezTo>
                    <a:pt x="4437" y="3846"/>
                    <a:pt x="4441" y="3862"/>
                    <a:pt x="4441" y="3882"/>
                  </a:cubicBezTo>
                  <a:cubicBezTo>
                    <a:pt x="4441" y="3902"/>
                    <a:pt x="4441" y="3918"/>
                    <a:pt x="4441" y="3934"/>
                  </a:cubicBezTo>
                  <a:lnTo>
                    <a:pt x="4433" y="3938"/>
                  </a:lnTo>
                  <a:cubicBezTo>
                    <a:pt x="4349" y="3994"/>
                    <a:pt x="4241" y="4178"/>
                    <a:pt x="4165" y="4322"/>
                  </a:cubicBezTo>
                  <a:cubicBezTo>
                    <a:pt x="4185" y="4254"/>
                    <a:pt x="4201" y="4178"/>
                    <a:pt x="4217" y="4098"/>
                  </a:cubicBezTo>
                  <a:cubicBezTo>
                    <a:pt x="4241" y="3978"/>
                    <a:pt x="4253" y="3854"/>
                    <a:pt x="4253" y="3730"/>
                  </a:cubicBezTo>
                  <a:cubicBezTo>
                    <a:pt x="4253" y="3694"/>
                    <a:pt x="4249" y="3661"/>
                    <a:pt x="4245" y="3625"/>
                  </a:cubicBezTo>
                  <a:cubicBezTo>
                    <a:pt x="4241" y="3605"/>
                    <a:pt x="4241" y="3589"/>
                    <a:pt x="4237" y="3569"/>
                  </a:cubicBezTo>
                  <a:lnTo>
                    <a:pt x="4233" y="3557"/>
                  </a:lnTo>
                  <a:cubicBezTo>
                    <a:pt x="4233" y="3553"/>
                    <a:pt x="4233" y="3549"/>
                    <a:pt x="4233" y="3549"/>
                  </a:cubicBezTo>
                  <a:lnTo>
                    <a:pt x="4233" y="3541"/>
                  </a:lnTo>
                  <a:lnTo>
                    <a:pt x="4225" y="3517"/>
                  </a:lnTo>
                  <a:cubicBezTo>
                    <a:pt x="4209" y="3453"/>
                    <a:pt x="4181" y="3381"/>
                    <a:pt x="4153" y="3317"/>
                  </a:cubicBezTo>
                  <a:cubicBezTo>
                    <a:pt x="4101" y="3181"/>
                    <a:pt x="4037" y="3041"/>
                    <a:pt x="3973" y="2897"/>
                  </a:cubicBezTo>
                  <a:cubicBezTo>
                    <a:pt x="3841" y="2613"/>
                    <a:pt x="3697" y="2305"/>
                    <a:pt x="3549" y="1977"/>
                  </a:cubicBezTo>
                  <a:cubicBezTo>
                    <a:pt x="3509" y="1897"/>
                    <a:pt x="3473" y="1813"/>
                    <a:pt x="3437" y="1725"/>
                  </a:cubicBezTo>
                  <a:cubicBezTo>
                    <a:pt x="3401" y="1645"/>
                    <a:pt x="3373" y="1561"/>
                    <a:pt x="3349" y="1477"/>
                  </a:cubicBezTo>
                  <a:cubicBezTo>
                    <a:pt x="3341" y="1429"/>
                    <a:pt x="3333" y="1385"/>
                    <a:pt x="3325" y="1341"/>
                  </a:cubicBezTo>
                  <a:cubicBezTo>
                    <a:pt x="3317" y="1297"/>
                    <a:pt x="3313" y="1249"/>
                    <a:pt x="3309" y="1201"/>
                  </a:cubicBezTo>
                  <a:cubicBezTo>
                    <a:pt x="3305" y="1105"/>
                    <a:pt x="3305" y="1013"/>
                    <a:pt x="3317" y="921"/>
                  </a:cubicBezTo>
                  <a:cubicBezTo>
                    <a:pt x="3329" y="825"/>
                    <a:pt x="3353" y="733"/>
                    <a:pt x="3385" y="645"/>
                  </a:cubicBezTo>
                  <a:cubicBezTo>
                    <a:pt x="3425" y="557"/>
                    <a:pt x="3477" y="473"/>
                    <a:pt x="3545" y="405"/>
                  </a:cubicBezTo>
                  <a:cubicBezTo>
                    <a:pt x="3685" y="261"/>
                    <a:pt x="3865" y="161"/>
                    <a:pt x="4061" y="117"/>
                  </a:cubicBezTo>
                  <a:cubicBezTo>
                    <a:pt x="4198" y="81"/>
                    <a:pt x="4341" y="64"/>
                    <a:pt x="4484" y="64"/>
                  </a:cubicBezTo>
                  <a:close/>
                  <a:moveTo>
                    <a:pt x="5941" y="3189"/>
                  </a:moveTo>
                  <a:lnTo>
                    <a:pt x="5941" y="3189"/>
                  </a:lnTo>
                  <a:cubicBezTo>
                    <a:pt x="5909" y="3229"/>
                    <a:pt x="5877" y="3269"/>
                    <a:pt x="5845" y="3309"/>
                  </a:cubicBezTo>
                  <a:cubicBezTo>
                    <a:pt x="5741" y="3449"/>
                    <a:pt x="5649" y="3597"/>
                    <a:pt x="5557" y="3746"/>
                  </a:cubicBezTo>
                  <a:cubicBezTo>
                    <a:pt x="5517" y="3818"/>
                    <a:pt x="5477" y="3890"/>
                    <a:pt x="5441" y="3962"/>
                  </a:cubicBezTo>
                  <a:lnTo>
                    <a:pt x="5413" y="4010"/>
                  </a:lnTo>
                  <a:lnTo>
                    <a:pt x="5409" y="4018"/>
                  </a:lnTo>
                  <a:lnTo>
                    <a:pt x="5409" y="4022"/>
                  </a:lnTo>
                  <a:lnTo>
                    <a:pt x="5401" y="4034"/>
                  </a:lnTo>
                  <a:lnTo>
                    <a:pt x="5385" y="4058"/>
                  </a:lnTo>
                  <a:cubicBezTo>
                    <a:pt x="5365" y="4090"/>
                    <a:pt x="5349" y="4126"/>
                    <a:pt x="5329" y="4154"/>
                  </a:cubicBezTo>
                  <a:cubicBezTo>
                    <a:pt x="5249" y="4262"/>
                    <a:pt x="5157" y="4358"/>
                    <a:pt x="5049" y="4434"/>
                  </a:cubicBezTo>
                  <a:cubicBezTo>
                    <a:pt x="4929" y="4522"/>
                    <a:pt x="4805" y="4598"/>
                    <a:pt x="4677" y="4662"/>
                  </a:cubicBezTo>
                  <a:cubicBezTo>
                    <a:pt x="4634" y="4677"/>
                    <a:pt x="4592" y="4688"/>
                    <a:pt x="4561" y="4688"/>
                  </a:cubicBezTo>
                  <a:cubicBezTo>
                    <a:pt x="4521" y="4688"/>
                    <a:pt x="4498" y="4670"/>
                    <a:pt x="4509" y="4618"/>
                  </a:cubicBezTo>
                  <a:cubicBezTo>
                    <a:pt x="4673" y="4494"/>
                    <a:pt x="4817" y="4350"/>
                    <a:pt x="4937" y="4182"/>
                  </a:cubicBezTo>
                  <a:cubicBezTo>
                    <a:pt x="5013" y="4078"/>
                    <a:pt x="5089" y="3962"/>
                    <a:pt x="5169" y="3846"/>
                  </a:cubicBezTo>
                  <a:cubicBezTo>
                    <a:pt x="5205" y="3786"/>
                    <a:pt x="5249" y="3730"/>
                    <a:pt x="5293" y="3673"/>
                  </a:cubicBezTo>
                  <a:cubicBezTo>
                    <a:pt x="5317" y="3645"/>
                    <a:pt x="5341" y="3621"/>
                    <a:pt x="5365" y="3597"/>
                  </a:cubicBezTo>
                  <a:lnTo>
                    <a:pt x="5405" y="3561"/>
                  </a:lnTo>
                  <a:lnTo>
                    <a:pt x="5449" y="3525"/>
                  </a:lnTo>
                  <a:cubicBezTo>
                    <a:pt x="5577" y="3429"/>
                    <a:pt x="5709" y="3337"/>
                    <a:pt x="5849" y="3253"/>
                  </a:cubicBezTo>
                  <a:cubicBezTo>
                    <a:pt x="5877" y="3233"/>
                    <a:pt x="5909" y="3213"/>
                    <a:pt x="5941" y="3189"/>
                  </a:cubicBezTo>
                  <a:close/>
                  <a:moveTo>
                    <a:pt x="1301" y="1769"/>
                  </a:moveTo>
                  <a:cubicBezTo>
                    <a:pt x="1389" y="1769"/>
                    <a:pt x="1477" y="1773"/>
                    <a:pt x="1565" y="1785"/>
                  </a:cubicBezTo>
                  <a:cubicBezTo>
                    <a:pt x="1653" y="1797"/>
                    <a:pt x="1737" y="1813"/>
                    <a:pt x="1821" y="1837"/>
                  </a:cubicBezTo>
                  <a:cubicBezTo>
                    <a:pt x="1989" y="1881"/>
                    <a:pt x="2149" y="1941"/>
                    <a:pt x="2305" y="2013"/>
                  </a:cubicBezTo>
                  <a:cubicBezTo>
                    <a:pt x="2461" y="2081"/>
                    <a:pt x="2609" y="2157"/>
                    <a:pt x="2753" y="2237"/>
                  </a:cubicBezTo>
                  <a:cubicBezTo>
                    <a:pt x="2821" y="2277"/>
                    <a:pt x="2893" y="2317"/>
                    <a:pt x="2961" y="2357"/>
                  </a:cubicBezTo>
                  <a:cubicBezTo>
                    <a:pt x="2993" y="2381"/>
                    <a:pt x="3029" y="2401"/>
                    <a:pt x="3061" y="2421"/>
                  </a:cubicBezTo>
                  <a:cubicBezTo>
                    <a:pt x="3089" y="2441"/>
                    <a:pt x="3117" y="2461"/>
                    <a:pt x="3145" y="2485"/>
                  </a:cubicBezTo>
                  <a:cubicBezTo>
                    <a:pt x="3257" y="2577"/>
                    <a:pt x="3349" y="2685"/>
                    <a:pt x="3425" y="2805"/>
                  </a:cubicBezTo>
                  <a:cubicBezTo>
                    <a:pt x="3497" y="2921"/>
                    <a:pt x="3557" y="3045"/>
                    <a:pt x="3605" y="3173"/>
                  </a:cubicBezTo>
                  <a:cubicBezTo>
                    <a:pt x="3693" y="3405"/>
                    <a:pt x="3761" y="3637"/>
                    <a:pt x="3805" y="3882"/>
                  </a:cubicBezTo>
                  <a:cubicBezTo>
                    <a:pt x="3849" y="4094"/>
                    <a:pt x="3873" y="4290"/>
                    <a:pt x="3893" y="4442"/>
                  </a:cubicBezTo>
                  <a:cubicBezTo>
                    <a:pt x="3897" y="4478"/>
                    <a:pt x="3901" y="4510"/>
                    <a:pt x="3905" y="4542"/>
                  </a:cubicBezTo>
                  <a:cubicBezTo>
                    <a:pt x="3865" y="4506"/>
                    <a:pt x="3817" y="4474"/>
                    <a:pt x="3761" y="4458"/>
                  </a:cubicBezTo>
                  <a:cubicBezTo>
                    <a:pt x="3753" y="4426"/>
                    <a:pt x="3741" y="4386"/>
                    <a:pt x="3725" y="4342"/>
                  </a:cubicBezTo>
                  <a:cubicBezTo>
                    <a:pt x="3701" y="4258"/>
                    <a:pt x="3681" y="4174"/>
                    <a:pt x="3669" y="4090"/>
                  </a:cubicBezTo>
                  <a:cubicBezTo>
                    <a:pt x="3657" y="3990"/>
                    <a:pt x="3641" y="3890"/>
                    <a:pt x="3621" y="3790"/>
                  </a:cubicBezTo>
                  <a:cubicBezTo>
                    <a:pt x="3609" y="3738"/>
                    <a:pt x="3589" y="3686"/>
                    <a:pt x="3561" y="3641"/>
                  </a:cubicBezTo>
                  <a:cubicBezTo>
                    <a:pt x="3537" y="3593"/>
                    <a:pt x="3509" y="3553"/>
                    <a:pt x="3473" y="3513"/>
                  </a:cubicBezTo>
                  <a:cubicBezTo>
                    <a:pt x="3417" y="3445"/>
                    <a:pt x="3349" y="3385"/>
                    <a:pt x="3277" y="3333"/>
                  </a:cubicBezTo>
                  <a:cubicBezTo>
                    <a:pt x="3249" y="3309"/>
                    <a:pt x="3217" y="3289"/>
                    <a:pt x="3193" y="3269"/>
                  </a:cubicBezTo>
                  <a:cubicBezTo>
                    <a:pt x="3169" y="3253"/>
                    <a:pt x="3149" y="3237"/>
                    <a:pt x="3121" y="3225"/>
                  </a:cubicBezTo>
                  <a:cubicBezTo>
                    <a:pt x="3109" y="3217"/>
                    <a:pt x="3089" y="3213"/>
                    <a:pt x="3073" y="3213"/>
                  </a:cubicBezTo>
                  <a:cubicBezTo>
                    <a:pt x="3089" y="3217"/>
                    <a:pt x="3105" y="3225"/>
                    <a:pt x="3117" y="3233"/>
                  </a:cubicBezTo>
                  <a:cubicBezTo>
                    <a:pt x="3153" y="3257"/>
                    <a:pt x="3197" y="3305"/>
                    <a:pt x="3257" y="3357"/>
                  </a:cubicBezTo>
                  <a:cubicBezTo>
                    <a:pt x="3321" y="3413"/>
                    <a:pt x="3381" y="3477"/>
                    <a:pt x="3433" y="3545"/>
                  </a:cubicBezTo>
                  <a:cubicBezTo>
                    <a:pt x="3461" y="3581"/>
                    <a:pt x="3489" y="3621"/>
                    <a:pt x="3509" y="3665"/>
                  </a:cubicBezTo>
                  <a:cubicBezTo>
                    <a:pt x="3533" y="3710"/>
                    <a:pt x="3549" y="3754"/>
                    <a:pt x="3561" y="3802"/>
                  </a:cubicBezTo>
                  <a:cubicBezTo>
                    <a:pt x="3585" y="3898"/>
                    <a:pt x="3593" y="4002"/>
                    <a:pt x="3609" y="4098"/>
                  </a:cubicBezTo>
                  <a:cubicBezTo>
                    <a:pt x="3629" y="4182"/>
                    <a:pt x="3657" y="4270"/>
                    <a:pt x="3689" y="4350"/>
                  </a:cubicBezTo>
                  <a:cubicBezTo>
                    <a:pt x="3705" y="4386"/>
                    <a:pt x="3717" y="4418"/>
                    <a:pt x="3733" y="4450"/>
                  </a:cubicBezTo>
                  <a:cubicBezTo>
                    <a:pt x="3681" y="4435"/>
                    <a:pt x="3625" y="4428"/>
                    <a:pt x="3572" y="4428"/>
                  </a:cubicBezTo>
                  <a:cubicBezTo>
                    <a:pt x="3477" y="4428"/>
                    <a:pt x="3388" y="4450"/>
                    <a:pt x="3337" y="4494"/>
                  </a:cubicBezTo>
                  <a:cubicBezTo>
                    <a:pt x="3325" y="4502"/>
                    <a:pt x="3313" y="4518"/>
                    <a:pt x="3309" y="4534"/>
                  </a:cubicBezTo>
                  <a:cubicBezTo>
                    <a:pt x="3265" y="4510"/>
                    <a:pt x="3221" y="4486"/>
                    <a:pt x="3169" y="4462"/>
                  </a:cubicBezTo>
                  <a:cubicBezTo>
                    <a:pt x="3137" y="4446"/>
                    <a:pt x="3105" y="4434"/>
                    <a:pt x="3073" y="4414"/>
                  </a:cubicBezTo>
                  <a:lnTo>
                    <a:pt x="2977" y="4354"/>
                  </a:lnTo>
                  <a:lnTo>
                    <a:pt x="2877" y="4290"/>
                  </a:lnTo>
                  <a:lnTo>
                    <a:pt x="2777" y="4218"/>
                  </a:lnTo>
                  <a:lnTo>
                    <a:pt x="2673" y="4142"/>
                  </a:lnTo>
                  <a:lnTo>
                    <a:pt x="2573" y="4054"/>
                  </a:lnTo>
                  <a:cubicBezTo>
                    <a:pt x="2541" y="4026"/>
                    <a:pt x="2505" y="3998"/>
                    <a:pt x="2473" y="3966"/>
                  </a:cubicBezTo>
                  <a:lnTo>
                    <a:pt x="2381" y="3870"/>
                  </a:lnTo>
                  <a:cubicBezTo>
                    <a:pt x="2313" y="3810"/>
                    <a:pt x="2257" y="3738"/>
                    <a:pt x="2197" y="3673"/>
                  </a:cubicBezTo>
                  <a:cubicBezTo>
                    <a:pt x="2137" y="3605"/>
                    <a:pt x="2085" y="3533"/>
                    <a:pt x="2037" y="3465"/>
                  </a:cubicBezTo>
                  <a:cubicBezTo>
                    <a:pt x="1985" y="3397"/>
                    <a:pt x="1937" y="3333"/>
                    <a:pt x="1897" y="3265"/>
                  </a:cubicBezTo>
                  <a:cubicBezTo>
                    <a:pt x="1857" y="3201"/>
                    <a:pt x="1813" y="3137"/>
                    <a:pt x="1777" y="3081"/>
                  </a:cubicBezTo>
                  <a:cubicBezTo>
                    <a:pt x="1745" y="3021"/>
                    <a:pt x="1713" y="2965"/>
                    <a:pt x="1689" y="2917"/>
                  </a:cubicBezTo>
                  <a:cubicBezTo>
                    <a:pt x="1661" y="2869"/>
                    <a:pt x="1637" y="2829"/>
                    <a:pt x="1621" y="2793"/>
                  </a:cubicBezTo>
                  <a:cubicBezTo>
                    <a:pt x="1585" y="2722"/>
                    <a:pt x="1569" y="2678"/>
                    <a:pt x="1569" y="2677"/>
                  </a:cubicBezTo>
                  <a:lnTo>
                    <a:pt x="1569" y="2677"/>
                  </a:lnTo>
                  <a:cubicBezTo>
                    <a:pt x="1569" y="2678"/>
                    <a:pt x="1581" y="2722"/>
                    <a:pt x="1609" y="2797"/>
                  </a:cubicBezTo>
                  <a:cubicBezTo>
                    <a:pt x="1625" y="2833"/>
                    <a:pt x="1645" y="2877"/>
                    <a:pt x="1665" y="2929"/>
                  </a:cubicBezTo>
                  <a:cubicBezTo>
                    <a:pt x="1689" y="2981"/>
                    <a:pt x="1717" y="3037"/>
                    <a:pt x="1749" y="3097"/>
                  </a:cubicBezTo>
                  <a:cubicBezTo>
                    <a:pt x="1781" y="3157"/>
                    <a:pt x="1817" y="3225"/>
                    <a:pt x="1857" y="3289"/>
                  </a:cubicBezTo>
                  <a:cubicBezTo>
                    <a:pt x="1897" y="3357"/>
                    <a:pt x="1941" y="3429"/>
                    <a:pt x="1989" y="3497"/>
                  </a:cubicBezTo>
                  <a:cubicBezTo>
                    <a:pt x="2041" y="3569"/>
                    <a:pt x="2093" y="3637"/>
                    <a:pt x="2153" y="3710"/>
                  </a:cubicBezTo>
                  <a:cubicBezTo>
                    <a:pt x="2209" y="3778"/>
                    <a:pt x="2269" y="3850"/>
                    <a:pt x="2333" y="3914"/>
                  </a:cubicBezTo>
                  <a:lnTo>
                    <a:pt x="2433" y="4010"/>
                  </a:lnTo>
                  <a:cubicBezTo>
                    <a:pt x="2469" y="4042"/>
                    <a:pt x="2505" y="4070"/>
                    <a:pt x="2537" y="4098"/>
                  </a:cubicBezTo>
                  <a:lnTo>
                    <a:pt x="2641" y="4186"/>
                  </a:lnTo>
                  <a:lnTo>
                    <a:pt x="2749" y="4262"/>
                  </a:lnTo>
                  <a:cubicBezTo>
                    <a:pt x="2785" y="4286"/>
                    <a:pt x="2817" y="4310"/>
                    <a:pt x="2853" y="4334"/>
                  </a:cubicBezTo>
                  <a:lnTo>
                    <a:pt x="2957" y="4394"/>
                  </a:lnTo>
                  <a:lnTo>
                    <a:pt x="3057" y="4450"/>
                  </a:lnTo>
                  <a:cubicBezTo>
                    <a:pt x="3089" y="4466"/>
                    <a:pt x="3125" y="4478"/>
                    <a:pt x="3157" y="4494"/>
                  </a:cubicBezTo>
                  <a:cubicBezTo>
                    <a:pt x="3209" y="4514"/>
                    <a:pt x="3257" y="4538"/>
                    <a:pt x="3301" y="4554"/>
                  </a:cubicBezTo>
                  <a:cubicBezTo>
                    <a:pt x="3281" y="4638"/>
                    <a:pt x="3313" y="4762"/>
                    <a:pt x="3321" y="4874"/>
                  </a:cubicBezTo>
                  <a:cubicBezTo>
                    <a:pt x="3169" y="4862"/>
                    <a:pt x="3013" y="4834"/>
                    <a:pt x="2865" y="4794"/>
                  </a:cubicBezTo>
                  <a:cubicBezTo>
                    <a:pt x="2821" y="4786"/>
                    <a:pt x="2777" y="4770"/>
                    <a:pt x="2733" y="4758"/>
                  </a:cubicBezTo>
                  <a:cubicBezTo>
                    <a:pt x="2693" y="4746"/>
                    <a:pt x="2649" y="4730"/>
                    <a:pt x="2609" y="4714"/>
                  </a:cubicBezTo>
                  <a:cubicBezTo>
                    <a:pt x="2533" y="4686"/>
                    <a:pt x="2457" y="4654"/>
                    <a:pt x="2393" y="4626"/>
                  </a:cubicBezTo>
                  <a:cubicBezTo>
                    <a:pt x="2345" y="4602"/>
                    <a:pt x="2289" y="4582"/>
                    <a:pt x="2237" y="4570"/>
                  </a:cubicBezTo>
                  <a:cubicBezTo>
                    <a:pt x="2213" y="4566"/>
                    <a:pt x="2193" y="4562"/>
                    <a:pt x="2173" y="4562"/>
                  </a:cubicBezTo>
                  <a:cubicBezTo>
                    <a:pt x="2193" y="4566"/>
                    <a:pt x="2213" y="4574"/>
                    <a:pt x="2233" y="4582"/>
                  </a:cubicBezTo>
                  <a:cubicBezTo>
                    <a:pt x="2281" y="4602"/>
                    <a:pt x="2333" y="4630"/>
                    <a:pt x="2377" y="4658"/>
                  </a:cubicBezTo>
                  <a:cubicBezTo>
                    <a:pt x="2445" y="4698"/>
                    <a:pt x="2517" y="4734"/>
                    <a:pt x="2589" y="4766"/>
                  </a:cubicBezTo>
                  <a:cubicBezTo>
                    <a:pt x="2629" y="4786"/>
                    <a:pt x="2673" y="4802"/>
                    <a:pt x="2717" y="4818"/>
                  </a:cubicBezTo>
                  <a:cubicBezTo>
                    <a:pt x="2757" y="4834"/>
                    <a:pt x="2805" y="4846"/>
                    <a:pt x="2849" y="4858"/>
                  </a:cubicBezTo>
                  <a:cubicBezTo>
                    <a:pt x="2937" y="4882"/>
                    <a:pt x="3025" y="4898"/>
                    <a:pt x="3117" y="4906"/>
                  </a:cubicBezTo>
                  <a:cubicBezTo>
                    <a:pt x="3161" y="4914"/>
                    <a:pt x="3201" y="4914"/>
                    <a:pt x="3241" y="4914"/>
                  </a:cubicBezTo>
                  <a:lnTo>
                    <a:pt x="3325" y="4914"/>
                  </a:lnTo>
                  <a:cubicBezTo>
                    <a:pt x="3329" y="4954"/>
                    <a:pt x="3321" y="4990"/>
                    <a:pt x="3309" y="5026"/>
                  </a:cubicBezTo>
                  <a:cubicBezTo>
                    <a:pt x="3181" y="5038"/>
                    <a:pt x="3041" y="5042"/>
                    <a:pt x="2885" y="5042"/>
                  </a:cubicBezTo>
                  <a:cubicBezTo>
                    <a:pt x="2637" y="5038"/>
                    <a:pt x="2393" y="5014"/>
                    <a:pt x="2153" y="4970"/>
                  </a:cubicBezTo>
                  <a:cubicBezTo>
                    <a:pt x="1869" y="4918"/>
                    <a:pt x="1593" y="4834"/>
                    <a:pt x="1329" y="4722"/>
                  </a:cubicBezTo>
                  <a:cubicBezTo>
                    <a:pt x="1189" y="4658"/>
                    <a:pt x="1049" y="4586"/>
                    <a:pt x="917" y="4506"/>
                  </a:cubicBezTo>
                  <a:lnTo>
                    <a:pt x="817" y="4442"/>
                  </a:lnTo>
                  <a:lnTo>
                    <a:pt x="721" y="4374"/>
                  </a:lnTo>
                  <a:cubicBezTo>
                    <a:pt x="689" y="4350"/>
                    <a:pt x="653" y="4322"/>
                    <a:pt x="621" y="4298"/>
                  </a:cubicBezTo>
                  <a:lnTo>
                    <a:pt x="569" y="4258"/>
                  </a:lnTo>
                  <a:lnTo>
                    <a:pt x="545" y="4238"/>
                  </a:lnTo>
                  <a:lnTo>
                    <a:pt x="525" y="4218"/>
                  </a:lnTo>
                  <a:cubicBezTo>
                    <a:pt x="401" y="4118"/>
                    <a:pt x="305" y="3986"/>
                    <a:pt x="237" y="3842"/>
                  </a:cubicBezTo>
                  <a:cubicBezTo>
                    <a:pt x="221" y="3806"/>
                    <a:pt x="213" y="3766"/>
                    <a:pt x="201" y="3730"/>
                  </a:cubicBezTo>
                  <a:cubicBezTo>
                    <a:pt x="185" y="3690"/>
                    <a:pt x="185" y="3649"/>
                    <a:pt x="181" y="3609"/>
                  </a:cubicBezTo>
                  <a:cubicBezTo>
                    <a:pt x="173" y="3569"/>
                    <a:pt x="173" y="3529"/>
                    <a:pt x="177" y="3485"/>
                  </a:cubicBezTo>
                  <a:cubicBezTo>
                    <a:pt x="177" y="3445"/>
                    <a:pt x="181" y="3405"/>
                    <a:pt x="185" y="3361"/>
                  </a:cubicBezTo>
                  <a:cubicBezTo>
                    <a:pt x="213" y="3189"/>
                    <a:pt x="261" y="3021"/>
                    <a:pt x="325" y="2857"/>
                  </a:cubicBezTo>
                  <a:cubicBezTo>
                    <a:pt x="385" y="2689"/>
                    <a:pt x="453" y="2517"/>
                    <a:pt x="521" y="2349"/>
                  </a:cubicBezTo>
                  <a:cubicBezTo>
                    <a:pt x="549" y="2265"/>
                    <a:pt x="589" y="2185"/>
                    <a:pt x="633" y="2109"/>
                  </a:cubicBezTo>
                  <a:cubicBezTo>
                    <a:pt x="681" y="2037"/>
                    <a:pt x="737" y="1973"/>
                    <a:pt x="809" y="1921"/>
                  </a:cubicBezTo>
                  <a:cubicBezTo>
                    <a:pt x="953" y="1821"/>
                    <a:pt x="1125" y="1769"/>
                    <a:pt x="1301" y="1769"/>
                  </a:cubicBezTo>
                  <a:close/>
                  <a:moveTo>
                    <a:pt x="7956" y="2365"/>
                  </a:moveTo>
                  <a:cubicBezTo>
                    <a:pt x="8042" y="2365"/>
                    <a:pt x="8126" y="2376"/>
                    <a:pt x="8209" y="2393"/>
                  </a:cubicBezTo>
                  <a:cubicBezTo>
                    <a:pt x="8305" y="2421"/>
                    <a:pt x="8397" y="2461"/>
                    <a:pt x="8481" y="2509"/>
                  </a:cubicBezTo>
                  <a:cubicBezTo>
                    <a:pt x="8653" y="2621"/>
                    <a:pt x="8801" y="2769"/>
                    <a:pt x="8913" y="2945"/>
                  </a:cubicBezTo>
                  <a:cubicBezTo>
                    <a:pt x="9029" y="3121"/>
                    <a:pt x="9121" y="3313"/>
                    <a:pt x="9189" y="3517"/>
                  </a:cubicBezTo>
                  <a:cubicBezTo>
                    <a:pt x="9325" y="3926"/>
                    <a:pt x="9397" y="4370"/>
                    <a:pt x="9341" y="4790"/>
                  </a:cubicBezTo>
                  <a:cubicBezTo>
                    <a:pt x="9329" y="4890"/>
                    <a:pt x="9293" y="4986"/>
                    <a:pt x="9229" y="5066"/>
                  </a:cubicBezTo>
                  <a:cubicBezTo>
                    <a:pt x="9157" y="5138"/>
                    <a:pt x="9069" y="5190"/>
                    <a:pt x="8969" y="5218"/>
                  </a:cubicBezTo>
                  <a:cubicBezTo>
                    <a:pt x="8874" y="5243"/>
                    <a:pt x="8776" y="5252"/>
                    <a:pt x="8677" y="5252"/>
                  </a:cubicBezTo>
                  <a:cubicBezTo>
                    <a:pt x="8573" y="5252"/>
                    <a:pt x="8468" y="5242"/>
                    <a:pt x="8365" y="5230"/>
                  </a:cubicBezTo>
                  <a:cubicBezTo>
                    <a:pt x="7965" y="5178"/>
                    <a:pt x="7585" y="5066"/>
                    <a:pt x="7221" y="4978"/>
                  </a:cubicBezTo>
                  <a:cubicBezTo>
                    <a:pt x="7037" y="4930"/>
                    <a:pt x="6861" y="4886"/>
                    <a:pt x="6685" y="4850"/>
                  </a:cubicBezTo>
                  <a:cubicBezTo>
                    <a:pt x="6597" y="4830"/>
                    <a:pt x="6509" y="4818"/>
                    <a:pt x="6421" y="4806"/>
                  </a:cubicBezTo>
                  <a:cubicBezTo>
                    <a:pt x="6337" y="4790"/>
                    <a:pt x="6249" y="4786"/>
                    <a:pt x="6165" y="4782"/>
                  </a:cubicBezTo>
                  <a:cubicBezTo>
                    <a:pt x="6108" y="4779"/>
                    <a:pt x="6050" y="4778"/>
                    <a:pt x="5993" y="4778"/>
                  </a:cubicBezTo>
                  <a:cubicBezTo>
                    <a:pt x="5747" y="4778"/>
                    <a:pt x="5504" y="4799"/>
                    <a:pt x="5261" y="4838"/>
                  </a:cubicBezTo>
                  <a:lnTo>
                    <a:pt x="5217" y="4846"/>
                  </a:lnTo>
                  <a:cubicBezTo>
                    <a:pt x="5321" y="4754"/>
                    <a:pt x="5417" y="4650"/>
                    <a:pt x="5501" y="4538"/>
                  </a:cubicBezTo>
                  <a:lnTo>
                    <a:pt x="5585" y="4510"/>
                  </a:lnTo>
                  <a:cubicBezTo>
                    <a:pt x="5625" y="4498"/>
                    <a:pt x="5665" y="4486"/>
                    <a:pt x="5705" y="4478"/>
                  </a:cubicBezTo>
                  <a:cubicBezTo>
                    <a:pt x="5745" y="4470"/>
                    <a:pt x="5785" y="4458"/>
                    <a:pt x="5829" y="4450"/>
                  </a:cubicBezTo>
                  <a:cubicBezTo>
                    <a:pt x="5913" y="4434"/>
                    <a:pt x="5997" y="4414"/>
                    <a:pt x="6089" y="4406"/>
                  </a:cubicBezTo>
                  <a:cubicBezTo>
                    <a:pt x="6181" y="4394"/>
                    <a:pt x="6269" y="4386"/>
                    <a:pt x="6361" y="4378"/>
                  </a:cubicBezTo>
                  <a:cubicBezTo>
                    <a:pt x="6453" y="4370"/>
                    <a:pt x="6545" y="4366"/>
                    <a:pt x="6637" y="4366"/>
                  </a:cubicBezTo>
                  <a:cubicBezTo>
                    <a:pt x="6683" y="4364"/>
                    <a:pt x="6728" y="4364"/>
                    <a:pt x="6773" y="4364"/>
                  </a:cubicBezTo>
                  <a:cubicBezTo>
                    <a:pt x="6817" y="4364"/>
                    <a:pt x="6861" y="4364"/>
                    <a:pt x="6905" y="4362"/>
                  </a:cubicBezTo>
                  <a:cubicBezTo>
                    <a:pt x="7077" y="4362"/>
                    <a:pt x="7241" y="4362"/>
                    <a:pt x="7381" y="4366"/>
                  </a:cubicBezTo>
                  <a:cubicBezTo>
                    <a:pt x="7473" y="4367"/>
                    <a:pt x="7556" y="4367"/>
                    <a:pt x="7624" y="4367"/>
                  </a:cubicBezTo>
                  <a:cubicBezTo>
                    <a:pt x="7762" y="4367"/>
                    <a:pt x="7845" y="4366"/>
                    <a:pt x="7845" y="4366"/>
                  </a:cubicBezTo>
                  <a:lnTo>
                    <a:pt x="7717" y="4358"/>
                  </a:lnTo>
                  <a:cubicBezTo>
                    <a:pt x="7637" y="4350"/>
                    <a:pt x="7521" y="4342"/>
                    <a:pt x="7381" y="4330"/>
                  </a:cubicBezTo>
                  <a:cubicBezTo>
                    <a:pt x="7241" y="4322"/>
                    <a:pt x="7081" y="4310"/>
                    <a:pt x="6905" y="4306"/>
                  </a:cubicBezTo>
                  <a:cubicBezTo>
                    <a:pt x="6847" y="4306"/>
                    <a:pt x="6788" y="4304"/>
                    <a:pt x="6728" y="4304"/>
                  </a:cubicBezTo>
                  <a:cubicBezTo>
                    <a:pt x="6698" y="4304"/>
                    <a:pt x="6668" y="4304"/>
                    <a:pt x="6637" y="4306"/>
                  </a:cubicBezTo>
                  <a:cubicBezTo>
                    <a:pt x="6545" y="4310"/>
                    <a:pt x="6453" y="4310"/>
                    <a:pt x="6357" y="4314"/>
                  </a:cubicBezTo>
                  <a:cubicBezTo>
                    <a:pt x="6265" y="4318"/>
                    <a:pt x="6173" y="4330"/>
                    <a:pt x="6081" y="4346"/>
                  </a:cubicBezTo>
                  <a:cubicBezTo>
                    <a:pt x="5989" y="4362"/>
                    <a:pt x="5901" y="4378"/>
                    <a:pt x="5813" y="4398"/>
                  </a:cubicBezTo>
                  <a:cubicBezTo>
                    <a:pt x="5773" y="4406"/>
                    <a:pt x="5729" y="4418"/>
                    <a:pt x="5689" y="4430"/>
                  </a:cubicBezTo>
                  <a:cubicBezTo>
                    <a:pt x="5649" y="4442"/>
                    <a:pt x="5609" y="4454"/>
                    <a:pt x="5573" y="4470"/>
                  </a:cubicBezTo>
                  <a:lnTo>
                    <a:pt x="5513" y="4490"/>
                  </a:lnTo>
                  <a:cubicBezTo>
                    <a:pt x="5453" y="4510"/>
                    <a:pt x="5317" y="4546"/>
                    <a:pt x="5193" y="4574"/>
                  </a:cubicBezTo>
                  <a:cubicBezTo>
                    <a:pt x="5213" y="4562"/>
                    <a:pt x="5237" y="4546"/>
                    <a:pt x="5261" y="4534"/>
                  </a:cubicBezTo>
                  <a:cubicBezTo>
                    <a:pt x="5285" y="4522"/>
                    <a:pt x="5321" y="4502"/>
                    <a:pt x="5353" y="4482"/>
                  </a:cubicBezTo>
                  <a:lnTo>
                    <a:pt x="5445" y="4418"/>
                  </a:lnTo>
                  <a:cubicBezTo>
                    <a:pt x="5509" y="4378"/>
                    <a:pt x="5573" y="4330"/>
                    <a:pt x="5641" y="4278"/>
                  </a:cubicBezTo>
                  <a:cubicBezTo>
                    <a:pt x="5705" y="4226"/>
                    <a:pt x="5773" y="4174"/>
                    <a:pt x="5841" y="4114"/>
                  </a:cubicBezTo>
                  <a:lnTo>
                    <a:pt x="6041" y="3942"/>
                  </a:lnTo>
                  <a:cubicBezTo>
                    <a:pt x="6109" y="3886"/>
                    <a:pt x="6173" y="3830"/>
                    <a:pt x="6245" y="3778"/>
                  </a:cubicBezTo>
                  <a:cubicBezTo>
                    <a:pt x="6313" y="3722"/>
                    <a:pt x="6381" y="3669"/>
                    <a:pt x="6445" y="3621"/>
                  </a:cubicBezTo>
                  <a:cubicBezTo>
                    <a:pt x="6513" y="3573"/>
                    <a:pt x="6581" y="3529"/>
                    <a:pt x="6645" y="3493"/>
                  </a:cubicBezTo>
                  <a:lnTo>
                    <a:pt x="6741" y="3441"/>
                  </a:lnTo>
                  <a:lnTo>
                    <a:pt x="6833" y="3397"/>
                  </a:lnTo>
                  <a:cubicBezTo>
                    <a:pt x="6889" y="3369"/>
                    <a:pt x="6945" y="3349"/>
                    <a:pt x="7001" y="3329"/>
                  </a:cubicBezTo>
                  <a:lnTo>
                    <a:pt x="7073" y="3305"/>
                  </a:lnTo>
                  <a:lnTo>
                    <a:pt x="7137" y="3289"/>
                  </a:lnTo>
                  <a:lnTo>
                    <a:pt x="7253" y="3257"/>
                  </a:lnTo>
                  <a:lnTo>
                    <a:pt x="7253" y="3257"/>
                  </a:lnTo>
                  <a:lnTo>
                    <a:pt x="7133" y="3277"/>
                  </a:lnTo>
                  <a:lnTo>
                    <a:pt x="7069" y="3289"/>
                  </a:lnTo>
                  <a:lnTo>
                    <a:pt x="6997" y="3309"/>
                  </a:lnTo>
                  <a:cubicBezTo>
                    <a:pt x="6937" y="3321"/>
                    <a:pt x="6877" y="3341"/>
                    <a:pt x="6821" y="3365"/>
                  </a:cubicBezTo>
                  <a:lnTo>
                    <a:pt x="6725" y="3405"/>
                  </a:lnTo>
                  <a:lnTo>
                    <a:pt x="6625" y="3453"/>
                  </a:lnTo>
                  <a:cubicBezTo>
                    <a:pt x="6553" y="3489"/>
                    <a:pt x="6481" y="3529"/>
                    <a:pt x="6413" y="3573"/>
                  </a:cubicBezTo>
                  <a:cubicBezTo>
                    <a:pt x="6345" y="3625"/>
                    <a:pt x="6273" y="3669"/>
                    <a:pt x="6205" y="3726"/>
                  </a:cubicBezTo>
                  <a:cubicBezTo>
                    <a:pt x="6137" y="3778"/>
                    <a:pt x="6069" y="3838"/>
                    <a:pt x="5997" y="3894"/>
                  </a:cubicBezTo>
                  <a:cubicBezTo>
                    <a:pt x="5865" y="4010"/>
                    <a:pt x="5729" y="4126"/>
                    <a:pt x="5601" y="4230"/>
                  </a:cubicBezTo>
                  <a:cubicBezTo>
                    <a:pt x="5537" y="4282"/>
                    <a:pt x="5477" y="4334"/>
                    <a:pt x="5417" y="4382"/>
                  </a:cubicBezTo>
                  <a:cubicBezTo>
                    <a:pt x="5385" y="4406"/>
                    <a:pt x="5357" y="4426"/>
                    <a:pt x="5325" y="4446"/>
                  </a:cubicBezTo>
                  <a:cubicBezTo>
                    <a:pt x="5297" y="4470"/>
                    <a:pt x="5269" y="4486"/>
                    <a:pt x="5241" y="4502"/>
                  </a:cubicBezTo>
                  <a:cubicBezTo>
                    <a:pt x="5189" y="4538"/>
                    <a:pt x="5141" y="4566"/>
                    <a:pt x="5093" y="4594"/>
                  </a:cubicBezTo>
                  <a:cubicBezTo>
                    <a:pt x="5065" y="4598"/>
                    <a:pt x="5037" y="4602"/>
                    <a:pt x="5013" y="4602"/>
                  </a:cubicBezTo>
                  <a:cubicBezTo>
                    <a:pt x="5049" y="4582"/>
                    <a:pt x="5081" y="4562"/>
                    <a:pt x="5117" y="4538"/>
                  </a:cubicBezTo>
                  <a:cubicBezTo>
                    <a:pt x="5245" y="4458"/>
                    <a:pt x="5357" y="4358"/>
                    <a:pt x="5449" y="4238"/>
                  </a:cubicBezTo>
                  <a:cubicBezTo>
                    <a:pt x="5473" y="4206"/>
                    <a:pt x="5493" y="4178"/>
                    <a:pt x="5513" y="4146"/>
                  </a:cubicBezTo>
                  <a:lnTo>
                    <a:pt x="5529" y="4122"/>
                  </a:lnTo>
                  <a:lnTo>
                    <a:pt x="5537" y="4110"/>
                  </a:lnTo>
                  <a:lnTo>
                    <a:pt x="5549" y="4090"/>
                  </a:lnTo>
                  <a:lnTo>
                    <a:pt x="5577" y="4042"/>
                  </a:lnTo>
                  <a:cubicBezTo>
                    <a:pt x="5617" y="3974"/>
                    <a:pt x="5661" y="3906"/>
                    <a:pt x="5701" y="3838"/>
                  </a:cubicBezTo>
                  <a:cubicBezTo>
                    <a:pt x="5881" y="3541"/>
                    <a:pt x="6101" y="3273"/>
                    <a:pt x="6353" y="3037"/>
                  </a:cubicBezTo>
                  <a:cubicBezTo>
                    <a:pt x="6493" y="2913"/>
                    <a:pt x="6641" y="2805"/>
                    <a:pt x="6801" y="2709"/>
                  </a:cubicBezTo>
                  <a:cubicBezTo>
                    <a:pt x="6969" y="2613"/>
                    <a:pt x="7149" y="2537"/>
                    <a:pt x="7333" y="2477"/>
                  </a:cubicBezTo>
                  <a:cubicBezTo>
                    <a:pt x="7381" y="2461"/>
                    <a:pt x="7425" y="2449"/>
                    <a:pt x="7473" y="2437"/>
                  </a:cubicBezTo>
                  <a:lnTo>
                    <a:pt x="7545" y="2417"/>
                  </a:lnTo>
                  <a:cubicBezTo>
                    <a:pt x="7569" y="2413"/>
                    <a:pt x="7597" y="2409"/>
                    <a:pt x="7621" y="2405"/>
                  </a:cubicBezTo>
                  <a:lnTo>
                    <a:pt x="7777" y="2377"/>
                  </a:lnTo>
                  <a:cubicBezTo>
                    <a:pt x="7793" y="2373"/>
                    <a:pt x="7821" y="2373"/>
                    <a:pt x="7845" y="2369"/>
                  </a:cubicBezTo>
                  <a:cubicBezTo>
                    <a:pt x="7869" y="2365"/>
                    <a:pt x="7893" y="2365"/>
                    <a:pt x="7917" y="2365"/>
                  </a:cubicBezTo>
                  <a:cubicBezTo>
                    <a:pt x="7930" y="2365"/>
                    <a:pt x="7943" y="2365"/>
                    <a:pt x="7956" y="2365"/>
                  </a:cubicBezTo>
                  <a:close/>
                  <a:moveTo>
                    <a:pt x="3369" y="5234"/>
                  </a:moveTo>
                  <a:lnTo>
                    <a:pt x="3369" y="5234"/>
                  </a:lnTo>
                  <a:cubicBezTo>
                    <a:pt x="3301" y="5330"/>
                    <a:pt x="3277" y="5454"/>
                    <a:pt x="3309" y="5570"/>
                  </a:cubicBezTo>
                  <a:lnTo>
                    <a:pt x="3261" y="5586"/>
                  </a:lnTo>
                  <a:cubicBezTo>
                    <a:pt x="3221" y="5598"/>
                    <a:pt x="3177" y="5618"/>
                    <a:pt x="3125" y="5638"/>
                  </a:cubicBezTo>
                  <a:cubicBezTo>
                    <a:pt x="3073" y="5658"/>
                    <a:pt x="3013" y="5678"/>
                    <a:pt x="2949" y="5706"/>
                  </a:cubicBezTo>
                  <a:cubicBezTo>
                    <a:pt x="2889" y="5734"/>
                    <a:pt x="2821" y="5762"/>
                    <a:pt x="2749" y="5794"/>
                  </a:cubicBezTo>
                  <a:cubicBezTo>
                    <a:pt x="2677" y="5826"/>
                    <a:pt x="2601" y="5866"/>
                    <a:pt x="2525" y="5902"/>
                  </a:cubicBezTo>
                  <a:cubicBezTo>
                    <a:pt x="2449" y="5942"/>
                    <a:pt x="2373" y="5986"/>
                    <a:pt x="2297" y="6034"/>
                  </a:cubicBezTo>
                  <a:cubicBezTo>
                    <a:pt x="2217" y="6082"/>
                    <a:pt x="2141" y="6130"/>
                    <a:pt x="2065" y="6182"/>
                  </a:cubicBezTo>
                  <a:cubicBezTo>
                    <a:pt x="1989" y="6230"/>
                    <a:pt x="1913" y="6290"/>
                    <a:pt x="1849" y="6350"/>
                  </a:cubicBezTo>
                  <a:cubicBezTo>
                    <a:pt x="1781" y="6410"/>
                    <a:pt x="1713" y="6470"/>
                    <a:pt x="1653" y="6530"/>
                  </a:cubicBezTo>
                  <a:cubicBezTo>
                    <a:pt x="1593" y="6586"/>
                    <a:pt x="1537" y="6650"/>
                    <a:pt x="1485" y="6714"/>
                  </a:cubicBezTo>
                  <a:lnTo>
                    <a:pt x="1413" y="6802"/>
                  </a:lnTo>
                  <a:lnTo>
                    <a:pt x="1349" y="6890"/>
                  </a:lnTo>
                  <a:cubicBezTo>
                    <a:pt x="1313" y="6942"/>
                    <a:pt x="1281" y="6994"/>
                    <a:pt x="1249" y="7046"/>
                  </a:cubicBezTo>
                  <a:lnTo>
                    <a:pt x="1213" y="7114"/>
                  </a:lnTo>
                  <a:cubicBezTo>
                    <a:pt x="1201" y="7138"/>
                    <a:pt x="1189" y="7158"/>
                    <a:pt x="1181" y="7174"/>
                  </a:cubicBezTo>
                  <a:lnTo>
                    <a:pt x="1129" y="7286"/>
                  </a:lnTo>
                  <a:lnTo>
                    <a:pt x="1193" y="7182"/>
                  </a:lnTo>
                  <a:lnTo>
                    <a:pt x="1225" y="7126"/>
                  </a:lnTo>
                  <a:cubicBezTo>
                    <a:pt x="1241" y="7106"/>
                    <a:pt x="1253" y="7082"/>
                    <a:pt x="1269" y="7062"/>
                  </a:cubicBezTo>
                  <a:cubicBezTo>
                    <a:pt x="1301" y="7014"/>
                    <a:pt x="1337" y="6962"/>
                    <a:pt x="1381" y="6910"/>
                  </a:cubicBezTo>
                  <a:cubicBezTo>
                    <a:pt x="1401" y="6882"/>
                    <a:pt x="1421" y="6854"/>
                    <a:pt x="1445" y="6826"/>
                  </a:cubicBezTo>
                  <a:lnTo>
                    <a:pt x="1521" y="6742"/>
                  </a:lnTo>
                  <a:cubicBezTo>
                    <a:pt x="1545" y="6714"/>
                    <a:pt x="1573" y="6682"/>
                    <a:pt x="1601" y="6654"/>
                  </a:cubicBezTo>
                  <a:lnTo>
                    <a:pt x="1689" y="6566"/>
                  </a:lnTo>
                  <a:cubicBezTo>
                    <a:pt x="1753" y="6510"/>
                    <a:pt x="1817" y="6450"/>
                    <a:pt x="1885" y="6394"/>
                  </a:cubicBezTo>
                  <a:cubicBezTo>
                    <a:pt x="1957" y="6342"/>
                    <a:pt x="2029" y="6286"/>
                    <a:pt x="2101" y="6234"/>
                  </a:cubicBezTo>
                  <a:cubicBezTo>
                    <a:pt x="2173" y="6178"/>
                    <a:pt x="2253" y="6130"/>
                    <a:pt x="2325" y="6082"/>
                  </a:cubicBezTo>
                  <a:cubicBezTo>
                    <a:pt x="2401" y="6038"/>
                    <a:pt x="2477" y="5994"/>
                    <a:pt x="2553" y="5950"/>
                  </a:cubicBezTo>
                  <a:cubicBezTo>
                    <a:pt x="2629" y="5906"/>
                    <a:pt x="2697" y="5870"/>
                    <a:pt x="2769" y="5834"/>
                  </a:cubicBezTo>
                  <a:cubicBezTo>
                    <a:pt x="2837" y="5802"/>
                    <a:pt x="2905" y="5766"/>
                    <a:pt x="2969" y="5734"/>
                  </a:cubicBezTo>
                  <a:cubicBezTo>
                    <a:pt x="3093" y="5674"/>
                    <a:pt x="3193" y="5626"/>
                    <a:pt x="3269" y="5594"/>
                  </a:cubicBezTo>
                  <a:lnTo>
                    <a:pt x="3317" y="5570"/>
                  </a:lnTo>
                  <a:cubicBezTo>
                    <a:pt x="3351" y="5676"/>
                    <a:pt x="3426" y="5755"/>
                    <a:pt x="3526" y="5755"/>
                  </a:cubicBezTo>
                  <a:cubicBezTo>
                    <a:pt x="3546" y="5755"/>
                    <a:pt x="3567" y="5752"/>
                    <a:pt x="3589" y="5746"/>
                  </a:cubicBezTo>
                  <a:lnTo>
                    <a:pt x="3589" y="5746"/>
                  </a:lnTo>
                  <a:cubicBezTo>
                    <a:pt x="3565" y="5838"/>
                    <a:pt x="3529" y="5922"/>
                    <a:pt x="3489" y="6006"/>
                  </a:cubicBezTo>
                  <a:lnTo>
                    <a:pt x="3417" y="6158"/>
                  </a:lnTo>
                  <a:cubicBezTo>
                    <a:pt x="3393" y="6210"/>
                    <a:pt x="3365" y="6266"/>
                    <a:pt x="3341" y="6318"/>
                  </a:cubicBezTo>
                  <a:cubicBezTo>
                    <a:pt x="3289" y="6426"/>
                    <a:pt x="3237" y="6526"/>
                    <a:pt x="3181" y="6626"/>
                  </a:cubicBezTo>
                  <a:cubicBezTo>
                    <a:pt x="3129" y="6722"/>
                    <a:pt x="3077" y="6810"/>
                    <a:pt x="3029" y="6882"/>
                  </a:cubicBezTo>
                  <a:cubicBezTo>
                    <a:pt x="2981" y="6958"/>
                    <a:pt x="2941" y="7022"/>
                    <a:pt x="2913" y="7062"/>
                  </a:cubicBezTo>
                  <a:cubicBezTo>
                    <a:pt x="2885" y="7106"/>
                    <a:pt x="2869" y="7130"/>
                    <a:pt x="2869" y="7130"/>
                  </a:cubicBezTo>
                  <a:cubicBezTo>
                    <a:pt x="2869" y="7130"/>
                    <a:pt x="2889" y="7110"/>
                    <a:pt x="2921" y="7070"/>
                  </a:cubicBezTo>
                  <a:cubicBezTo>
                    <a:pt x="2957" y="7030"/>
                    <a:pt x="3005" y="6974"/>
                    <a:pt x="3057" y="6902"/>
                  </a:cubicBezTo>
                  <a:cubicBezTo>
                    <a:pt x="3109" y="6830"/>
                    <a:pt x="3173" y="6746"/>
                    <a:pt x="3229" y="6654"/>
                  </a:cubicBezTo>
                  <a:cubicBezTo>
                    <a:pt x="3289" y="6558"/>
                    <a:pt x="3345" y="6454"/>
                    <a:pt x="3397" y="6346"/>
                  </a:cubicBezTo>
                  <a:lnTo>
                    <a:pt x="3469" y="6186"/>
                  </a:lnTo>
                  <a:cubicBezTo>
                    <a:pt x="3497" y="6138"/>
                    <a:pt x="3521" y="6082"/>
                    <a:pt x="3541" y="6030"/>
                  </a:cubicBezTo>
                  <a:cubicBezTo>
                    <a:pt x="3581" y="5938"/>
                    <a:pt x="3613" y="5838"/>
                    <a:pt x="3633" y="5738"/>
                  </a:cubicBezTo>
                  <a:cubicBezTo>
                    <a:pt x="3633" y="5738"/>
                    <a:pt x="3633" y="5734"/>
                    <a:pt x="3633" y="5734"/>
                  </a:cubicBezTo>
                  <a:cubicBezTo>
                    <a:pt x="3673" y="5714"/>
                    <a:pt x="3713" y="5690"/>
                    <a:pt x="3745" y="5658"/>
                  </a:cubicBezTo>
                  <a:lnTo>
                    <a:pt x="3745" y="5658"/>
                  </a:lnTo>
                  <a:cubicBezTo>
                    <a:pt x="3737" y="5778"/>
                    <a:pt x="3737" y="5910"/>
                    <a:pt x="3741" y="6054"/>
                  </a:cubicBezTo>
                  <a:cubicBezTo>
                    <a:pt x="3745" y="6290"/>
                    <a:pt x="3765" y="6554"/>
                    <a:pt x="3773" y="6842"/>
                  </a:cubicBezTo>
                  <a:lnTo>
                    <a:pt x="3773" y="7058"/>
                  </a:lnTo>
                  <a:cubicBezTo>
                    <a:pt x="3773" y="7134"/>
                    <a:pt x="3773" y="7210"/>
                    <a:pt x="3761" y="7282"/>
                  </a:cubicBezTo>
                  <a:cubicBezTo>
                    <a:pt x="3753" y="7358"/>
                    <a:pt x="3753" y="7438"/>
                    <a:pt x="3741" y="7510"/>
                  </a:cubicBezTo>
                  <a:cubicBezTo>
                    <a:pt x="3737" y="7546"/>
                    <a:pt x="3729" y="7586"/>
                    <a:pt x="3725" y="7622"/>
                  </a:cubicBezTo>
                  <a:cubicBezTo>
                    <a:pt x="3721" y="7662"/>
                    <a:pt x="3705" y="7702"/>
                    <a:pt x="3697" y="7746"/>
                  </a:cubicBezTo>
                  <a:lnTo>
                    <a:pt x="3685" y="7806"/>
                  </a:lnTo>
                  <a:lnTo>
                    <a:pt x="3669" y="7858"/>
                  </a:lnTo>
                  <a:cubicBezTo>
                    <a:pt x="3657" y="7898"/>
                    <a:pt x="3645" y="7934"/>
                    <a:pt x="3633" y="7974"/>
                  </a:cubicBezTo>
                  <a:cubicBezTo>
                    <a:pt x="3605" y="8050"/>
                    <a:pt x="3573" y="8126"/>
                    <a:pt x="3537" y="8194"/>
                  </a:cubicBezTo>
                  <a:cubicBezTo>
                    <a:pt x="3465" y="8338"/>
                    <a:pt x="3357" y="8462"/>
                    <a:pt x="3225" y="8550"/>
                  </a:cubicBezTo>
                  <a:cubicBezTo>
                    <a:pt x="3081" y="8638"/>
                    <a:pt x="2917" y="8690"/>
                    <a:pt x="2749" y="8706"/>
                  </a:cubicBezTo>
                  <a:cubicBezTo>
                    <a:pt x="2659" y="8714"/>
                    <a:pt x="2568" y="8718"/>
                    <a:pt x="2477" y="8718"/>
                  </a:cubicBezTo>
                  <a:cubicBezTo>
                    <a:pt x="2386" y="8718"/>
                    <a:pt x="2295" y="8714"/>
                    <a:pt x="2205" y="8706"/>
                  </a:cubicBezTo>
                  <a:cubicBezTo>
                    <a:pt x="2109" y="8698"/>
                    <a:pt x="2017" y="8690"/>
                    <a:pt x="1925" y="8678"/>
                  </a:cubicBezTo>
                  <a:lnTo>
                    <a:pt x="1781" y="8662"/>
                  </a:lnTo>
                  <a:cubicBezTo>
                    <a:pt x="1737" y="8654"/>
                    <a:pt x="1689" y="8646"/>
                    <a:pt x="1645" y="8638"/>
                  </a:cubicBezTo>
                  <a:lnTo>
                    <a:pt x="1577" y="8626"/>
                  </a:lnTo>
                  <a:cubicBezTo>
                    <a:pt x="1553" y="8622"/>
                    <a:pt x="1533" y="8614"/>
                    <a:pt x="1509" y="8606"/>
                  </a:cubicBezTo>
                  <a:cubicBezTo>
                    <a:pt x="1465" y="8594"/>
                    <a:pt x="1421" y="8582"/>
                    <a:pt x="1377" y="8566"/>
                  </a:cubicBezTo>
                  <a:lnTo>
                    <a:pt x="1249" y="8514"/>
                  </a:lnTo>
                  <a:cubicBezTo>
                    <a:pt x="1205" y="8494"/>
                    <a:pt x="1165" y="8474"/>
                    <a:pt x="1125" y="8450"/>
                  </a:cubicBezTo>
                  <a:cubicBezTo>
                    <a:pt x="961" y="8358"/>
                    <a:pt x="817" y="8234"/>
                    <a:pt x="697" y="8090"/>
                  </a:cubicBezTo>
                  <a:cubicBezTo>
                    <a:pt x="581" y="7942"/>
                    <a:pt x="493" y="7774"/>
                    <a:pt x="437" y="7598"/>
                  </a:cubicBezTo>
                  <a:cubicBezTo>
                    <a:pt x="377" y="7422"/>
                    <a:pt x="357" y="7238"/>
                    <a:pt x="369" y="7054"/>
                  </a:cubicBezTo>
                  <a:lnTo>
                    <a:pt x="369" y="7054"/>
                  </a:lnTo>
                  <a:lnTo>
                    <a:pt x="369" y="7058"/>
                  </a:lnTo>
                  <a:cubicBezTo>
                    <a:pt x="385" y="6878"/>
                    <a:pt x="445" y="6710"/>
                    <a:pt x="545" y="6562"/>
                  </a:cubicBezTo>
                  <a:cubicBezTo>
                    <a:pt x="637" y="6418"/>
                    <a:pt x="753" y="6290"/>
                    <a:pt x="885" y="6178"/>
                  </a:cubicBezTo>
                  <a:cubicBezTo>
                    <a:pt x="1013" y="6074"/>
                    <a:pt x="1149" y="5982"/>
                    <a:pt x="1289" y="5898"/>
                  </a:cubicBezTo>
                  <a:cubicBezTo>
                    <a:pt x="1425" y="5818"/>
                    <a:pt x="1565" y="5754"/>
                    <a:pt x="1709" y="5694"/>
                  </a:cubicBezTo>
                  <a:cubicBezTo>
                    <a:pt x="1845" y="5642"/>
                    <a:pt x="1981" y="5602"/>
                    <a:pt x="2125" y="5574"/>
                  </a:cubicBezTo>
                  <a:lnTo>
                    <a:pt x="2333" y="5542"/>
                  </a:lnTo>
                  <a:cubicBezTo>
                    <a:pt x="2405" y="5534"/>
                    <a:pt x="2469" y="5518"/>
                    <a:pt x="2537" y="5506"/>
                  </a:cubicBezTo>
                  <a:cubicBezTo>
                    <a:pt x="2669" y="5478"/>
                    <a:pt x="2789" y="5442"/>
                    <a:pt x="2905" y="5406"/>
                  </a:cubicBezTo>
                  <a:cubicBezTo>
                    <a:pt x="3081" y="5350"/>
                    <a:pt x="3237" y="5290"/>
                    <a:pt x="3369" y="5234"/>
                  </a:cubicBezTo>
                  <a:close/>
                  <a:moveTo>
                    <a:pt x="4537" y="5270"/>
                  </a:moveTo>
                  <a:lnTo>
                    <a:pt x="4537" y="5270"/>
                  </a:lnTo>
                  <a:cubicBezTo>
                    <a:pt x="4661" y="5306"/>
                    <a:pt x="4801" y="5346"/>
                    <a:pt x="4953" y="5398"/>
                  </a:cubicBezTo>
                  <a:cubicBezTo>
                    <a:pt x="5189" y="5478"/>
                    <a:pt x="5453" y="5570"/>
                    <a:pt x="5761" y="5642"/>
                  </a:cubicBezTo>
                  <a:cubicBezTo>
                    <a:pt x="5921" y="5682"/>
                    <a:pt x="6085" y="5702"/>
                    <a:pt x="6253" y="5706"/>
                  </a:cubicBezTo>
                  <a:cubicBezTo>
                    <a:pt x="6301" y="5706"/>
                    <a:pt x="6345" y="5702"/>
                    <a:pt x="6393" y="5698"/>
                  </a:cubicBezTo>
                  <a:lnTo>
                    <a:pt x="6517" y="5678"/>
                  </a:lnTo>
                  <a:cubicBezTo>
                    <a:pt x="6559" y="5671"/>
                    <a:pt x="6602" y="5668"/>
                    <a:pt x="6645" y="5668"/>
                  </a:cubicBezTo>
                  <a:cubicBezTo>
                    <a:pt x="6680" y="5668"/>
                    <a:pt x="6715" y="5670"/>
                    <a:pt x="6749" y="5674"/>
                  </a:cubicBezTo>
                  <a:cubicBezTo>
                    <a:pt x="6833" y="5682"/>
                    <a:pt x="6909" y="5702"/>
                    <a:pt x="6989" y="5730"/>
                  </a:cubicBezTo>
                  <a:cubicBezTo>
                    <a:pt x="7069" y="5758"/>
                    <a:pt x="7145" y="5790"/>
                    <a:pt x="7217" y="5834"/>
                  </a:cubicBezTo>
                  <a:cubicBezTo>
                    <a:pt x="7369" y="5926"/>
                    <a:pt x="7505" y="6042"/>
                    <a:pt x="7617" y="6174"/>
                  </a:cubicBezTo>
                  <a:cubicBezTo>
                    <a:pt x="7733" y="6318"/>
                    <a:pt x="7821" y="6482"/>
                    <a:pt x="7881" y="6654"/>
                  </a:cubicBezTo>
                  <a:cubicBezTo>
                    <a:pt x="7937" y="6834"/>
                    <a:pt x="7961" y="7022"/>
                    <a:pt x="7953" y="7214"/>
                  </a:cubicBezTo>
                  <a:cubicBezTo>
                    <a:pt x="7953" y="7262"/>
                    <a:pt x="7949" y="7310"/>
                    <a:pt x="7941" y="7354"/>
                  </a:cubicBezTo>
                  <a:lnTo>
                    <a:pt x="7933" y="7426"/>
                  </a:lnTo>
                  <a:cubicBezTo>
                    <a:pt x="7929" y="7450"/>
                    <a:pt x="7925" y="7478"/>
                    <a:pt x="7921" y="7502"/>
                  </a:cubicBezTo>
                  <a:cubicBezTo>
                    <a:pt x="7901" y="7594"/>
                    <a:pt x="7873" y="7686"/>
                    <a:pt x="7837" y="7778"/>
                  </a:cubicBezTo>
                  <a:cubicBezTo>
                    <a:pt x="7761" y="7958"/>
                    <a:pt x="7649" y="8122"/>
                    <a:pt x="7509" y="8262"/>
                  </a:cubicBezTo>
                  <a:cubicBezTo>
                    <a:pt x="7221" y="8546"/>
                    <a:pt x="6869" y="8750"/>
                    <a:pt x="6481" y="8862"/>
                  </a:cubicBezTo>
                  <a:cubicBezTo>
                    <a:pt x="6293" y="8918"/>
                    <a:pt x="6097" y="8958"/>
                    <a:pt x="5901" y="8978"/>
                  </a:cubicBezTo>
                  <a:cubicBezTo>
                    <a:pt x="5836" y="8985"/>
                    <a:pt x="5770" y="8988"/>
                    <a:pt x="5704" y="8988"/>
                  </a:cubicBezTo>
                  <a:cubicBezTo>
                    <a:pt x="5580" y="8988"/>
                    <a:pt x="5456" y="8976"/>
                    <a:pt x="5333" y="8950"/>
                  </a:cubicBezTo>
                  <a:cubicBezTo>
                    <a:pt x="5313" y="8946"/>
                    <a:pt x="5293" y="8938"/>
                    <a:pt x="5273" y="8930"/>
                  </a:cubicBezTo>
                  <a:cubicBezTo>
                    <a:pt x="5253" y="8922"/>
                    <a:pt x="5229" y="8914"/>
                    <a:pt x="5209" y="8906"/>
                  </a:cubicBezTo>
                  <a:cubicBezTo>
                    <a:pt x="5173" y="8886"/>
                    <a:pt x="5141" y="8862"/>
                    <a:pt x="5109" y="8834"/>
                  </a:cubicBezTo>
                  <a:cubicBezTo>
                    <a:pt x="5049" y="8774"/>
                    <a:pt x="4997" y="8706"/>
                    <a:pt x="4957" y="8626"/>
                  </a:cubicBezTo>
                  <a:cubicBezTo>
                    <a:pt x="4881" y="8470"/>
                    <a:pt x="4825" y="8306"/>
                    <a:pt x="4785" y="8138"/>
                  </a:cubicBezTo>
                  <a:cubicBezTo>
                    <a:pt x="4709" y="7822"/>
                    <a:pt x="4653" y="7498"/>
                    <a:pt x="4613" y="7174"/>
                  </a:cubicBezTo>
                  <a:cubicBezTo>
                    <a:pt x="4605" y="7098"/>
                    <a:pt x="4593" y="7026"/>
                    <a:pt x="4585" y="6950"/>
                  </a:cubicBezTo>
                  <a:cubicBezTo>
                    <a:pt x="4581" y="6914"/>
                    <a:pt x="4569" y="6874"/>
                    <a:pt x="4565" y="6838"/>
                  </a:cubicBezTo>
                  <a:cubicBezTo>
                    <a:pt x="4557" y="6802"/>
                    <a:pt x="4545" y="6766"/>
                    <a:pt x="4533" y="6730"/>
                  </a:cubicBezTo>
                  <a:cubicBezTo>
                    <a:pt x="4493" y="6602"/>
                    <a:pt x="4445" y="6478"/>
                    <a:pt x="4393" y="6354"/>
                  </a:cubicBezTo>
                  <a:cubicBezTo>
                    <a:pt x="4293" y="6126"/>
                    <a:pt x="4193" y="5934"/>
                    <a:pt x="4109" y="5774"/>
                  </a:cubicBezTo>
                  <a:cubicBezTo>
                    <a:pt x="4085" y="5730"/>
                    <a:pt x="4061" y="5690"/>
                    <a:pt x="4041" y="5650"/>
                  </a:cubicBezTo>
                  <a:cubicBezTo>
                    <a:pt x="4024" y="5589"/>
                    <a:pt x="4025" y="5503"/>
                    <a:pt x="4150" y="5503"/>
                  </a:cubicBezTo>
                  <a:cubicBezTo>
                    <a:pt x="4174" y="5503"/>
                    <a:pt x="4203" y="5507"/>
                    <a:pt x="4237" y="5514"/>
                  </a:cubicBezTo>
                  <a:cubicBezTo>
                    <a:pt x="4457" y="5562"/>
                    <a:pt x="4696" y="5755"/>
                    <a:pt x="4753" y="5755"/>
                  </a:cubicBezTo>
                  <a:cubicBezTo>
                    <a:pt x="4761" y="5755"/>
                    <a:pt x="4765" y="5751"/>
                    <a:pt x="4765" y="5742"/>
                  </a:cubicBezTo>
                  <a:cubicBezTo>
                    <a:pt x="4809" y="5790"/>
                    <a:pt x="4853" y="5846"/>
                    <a:pt x="4893" y="5902"/>
                  </a:cubicBezTo>
                  <a:cubicBezTo>
                    <a:pt x="4945" y="5978"/>
                    <a:pt x="4989" y="6062"/>
                    <a:pt x="5025" y="6150"/>
                  </a:cubicBezTo>
                  <a:cubicBezTo>
                    <a:pt x="5093" y="6346"/>
                    <a:pt x="5149" y="6546"/>
                    <a:pt x="5185" y="6750"/>
                  </a:cubicBezTo>
                  <a:cubicBezTo>
                    <a:pt x="5209" y="6854"/>
                    <a:pt x="5241" y="6958"/>
                    <a:pt x="5277" y="7062"/>
                  </a:cubicBezTo>
                  <a:cubicBezTo>
                    <a:pt x="5309" y="7158"/>
                    <a:pt x="5353" y="7254"/>
                    <a:pt x="5401" y="7350"/>
                  </a:cubicBezTo>
                  <a:cubicBezTo>
                    <a:pt x="5445" y="7434"/>
                    <a:pt x="5497" y="7518"/>
                    <a:pt x="5557" y="7598"/>
                  </a:cubicBezTo>
                  <a:cubicBezTo>
                    <a:pt x="5609" y="7666"/>
                    <a:pt x="5661" y="7734"/>
                    <a:pt x="5721" y="7798"/>
                  </a:cubicBezTo>
                  <a:cubicBezTo>
                    <a:pt x="5773" y="7854"/>
                    <a:pt x="5825" y="7902"/>
                    <a:pt x="5881" y="7950"/>
                  </a:cubicBezTo>
                  <a:cubicBezTo>
                    <a:pt x="5933" y="7994"/>
                    <a:pt x="5977" y="8030"/>
                    <a:pt x="6013" y="8058"/>
                  </a:cubicBezTo>
                  <a:cubicBezTo>
                    <a:pt x="6053" y="8086"/>
                    <a:pt x="6081" y="8106"/>
                    <a:pt x="6101" y="8118"/>
                  </a:cubicBezTo>
                  <a:lnTo>
                    <a:pt x="6137" y="8142"/>
                  </a:lnTo>
                  <a:lnTo>
                    <a:pt x="6105" y="8118"/>
                  </a:lnTo>
                  <a:cubicBezTo>
                    <a:pt x="6085" y="8102"/>
                    <a:pt x="6053" y="8078"/>
                    <a:pt x="6021" y="8046"/>
                  </a:cubicBezTo>
                  <a:cubicBezTo>
                    <a:pt x="5977" y="8010"/>
                    <a:pt x="5937" y="7974"/>
                    <a:pt x="5897" y="7934"/>
                  </a:cubicBezTo>
                  <a:cubicBezTo>
                    <a:pt x="5849" y="7890"/>
                    <a:pt x="5801" y="7834"/>
                    <a:pt x="5749" y="7774"/>
                  </a:cubicBezTo>
                  <a:cubicBezTo>
                    <a:pt x="5693" y="7710"/>
                    <a:pt x="5641" y="7642"/>
                    <a:pt x="5593" y="7570"/>
                  </a:cubicBezTo>
                  <a:cubicBezTo>
                    <a:pt x="5541" y="7490"/>
                    <a:pt x="5493" y="7406"/>
                    <a:pt x="5449" y="7322"/>
                  </a:cubicBezTo>
                  <a:cubicBezTo>
                    <a:pt x="5401" y="7230"/>
                    <a:pt x="5361" y="7138"/>
                    <a:pt x="5329" y="7042"/>
                  </a:cubicBezTo>
                  <a:cubicBezTo>
                    <a:pt x="5297" y="6942"/>
                    <a:pt x="5269" y="6838"/>
                    <a:pt x="5245" y="6738"/>
                  </a:cubicBezTo>
                  <a:cubicBezTo>
                    <a:pt x="5205" y="6530"/>
                    <a:pt x="5145" y="6326"/>
                    <a:pt x="5073" y="6126"/>
                  </a:cubicBezTo>
                  <a:cubicBezTo>
                    <a:pt x="5037" y="6038"/>
                    <a:pt x="4985" y="5950"/>
                    <a:pt x="4929" y="5870"/>
                  </a:cubicBezTo>
                  <a:cubicBezTo>
                    <a:pt x="4873" y="5802"/>
                    <a:pt x="4817" y="5734"/>
                    <a:pt x="4757" y="5670"/>
                  </a:cubicBezTo>
                  <a:lnTo>
                    <a:pt x="4729" y="5646"/>
                  </a:lnTo>
                  <a:lnTo>
                    <a:pt x="4725" y="5638"/>
                  </a:lnTo>
                  <a:cubicBezTo>
                    <a:pt x="4697" y="5586"/>
                    <a:pt x="4673" y="5546"/>
                    <a:pt x="4649" y="5506"/>
                  </a:cubicBezTo>
                  <a:lnTo>
                    <a:pt x="4665" y="5502"/>
                  </a:lnTo>
                  <a:cubicBezTo>
                    <a:pt x="4693" y="5494"/>
                    <a:pt x="4725" y="5490"/>
                    <a:pt x="4753" y="5486"/>
                  </a:cubicBezTo>
                  <a:cubicBezTo>
                    <a:pt x="4797" y="5486"/>
                    <a:pt x="4845" y="5490"/>
                    <a:pt x="4889" y="5498"/>
                  </a:cubicBezTo>
                  <a:cubicBezTo>
                    <a:pt x="4945" y="5510"/>
                    <a:pt x="5005" y="5530"/>
                    <a:pt x="5057" y="5554"/>
                  </a:cubicBezTo>
                  <a:cubicBezTo>
                    <a:pt x="5177" y="5602"/>
                    <a:pt x="5313" y="5682"/>
                    <a:pt x="5457" y="5758"/>
                  </a:cubicBezTo>
                  <a:cubicBezTo>
                    <a:pt x="5605" y="5834"/>
                    <a:pt x="5761" y="5918"/>
                    <a:pt x="5917" y="5998"/>
                  </a:cubicBezTo>
                  <a:cubicBezTo>
                    <a:pt x="6073" y="6078"/>
                    <a:pt x="6233" y="6154"/>
                    <a:pt x="6377" y="6238"/>
                  </a:cubicBezTo>
                  <a:cubicBezTo>
                    <a:pt x="6505" y="6310"/>
                    <a:pt x="6629" y="6394"/>
                    <a:pt x="6745" y="6490"/>
                  </a:cubicBezTo>
                  <a:cubicBezTo>
                    <a:pt x="6825" y="6558"/>
                    <a:pt x="6901" y="6630"/>
                    <a:pt x="6973" y="6710"/>
                  </a:cubicBezTo>
                  <a:cubicBezTo>
                    <a:pt x="7025" y="6766"/>
                    <a:pt x="7053" y="6802"/>
                    <a:pt x="7053" y="6802"/>
                  </a:cubicBezTo>
                  <a:cubicBezTo>
                    <a:pt x="7053" y="6802"/>
                    <a:pt x="7029" y="6762"/>
                    <a:pt x="6985" y="6702"/>
                  </a:cubicBezTo>
                  <a:cubicBezTo>
                    <a:pt x="6917" y="6614"/>
                    <a:pt x="6845" y="6534"/>
                    <a:pt x="6769" y="6462"/>
                  </a:cubicBezTo>
                  <a:cubicBezTo>
                    <a:pt x="6657" y="6358"/>
                    <a:pt x="6533" y="6266"/>
                    <a:pt x="6405" y="6186"/>
                  </a:cubicBezTo>
                  <a:cubicBezTo>
                    <a:pt x="6261" y="6102"/>
                    <a:pt x="6105" y="6022"/>
                    <a:pt x="5945" y="5942"/>
                  </a:cubicBezTo>
                  <a:cubicBezTo>
                    <a:pt x="5789" y="5858"/>
                    <a:pt x="5633" y="5782"/>
                    <a:pt x="5481" y="5706"/>
                  </a:cubicBezTo>
                  <a:lnTo>
                    <a:pt x="5269" y="5602"/>
                  </a:lnTo>
                  <a:cubicBezTo>
                    <a:pt x="5205" y="5570"/>
                    <a:pt x="5137" y="5542"/>
                    <a:pt x="5069" y="5518"/>
                  </a:cubicBezTo>
                  <a:cubicBezTo>
                    <a:pt x="4991" y="5486"/>
                    <a:pt x="4905" y="5470"/>
                    <a:pt x="4820" y="5470"/>
                  </a:cubicBezTo>
                  <a:cubicBezTo>
                    <a:pt x="4796" y="5470"/>
                    <a:pt x="4773" y="5471"/>
                    <a:pt x="4749" y="5474"/>
                  </a:cubicBezTo>
                  <a:cubicBezTo>
                    <a:pt x="4721" y="5478"/>
                    <a:pt x="4689" y="5486"/>
                    <a:pt x="4661" y="5498"/>
                  </a:cubicBezTo>
                  <a:lnTo>
                    <a:pt x="4645" y="5502"/>
                  </a:lnTo>
                  <a:cubicBezTo>
                    <a:pt x="4569" y="5378"/>
                    <a:pt x="4525" y="5310"/>
                    <a:pt x="4537" y="5270"/>
                  </a:cubicBezTo>
                  <a:close/>
                  <a:moveTo>
                    <a:pt x="4553" y="1"/>
                  </a:moveTo>
                  <a:cubicBezTo>
                    <a:pt x="4487" y="1"/>
                    <a:pt x="4421" y="4"/>
                    <a:pt x="4357" y="9"/>
                  </a:cubicBezTo>
                  <a:cubicBezTo>
                    <a:pt x="4305" y="13"/>
                    <a:pt x="4253" y="21"/>
                    <a:pt x="4201" y="29"/>
                  </a:cubicBezTo>
                  <a:cubicBezTo>
                    <a:pt x="4173" y="33"/>
                    <a:pt x="4149" y="37"/>
                    <a:pt x="4121" y="45"/>
                  </a:cubicBezTo>
                  <a:cubicBezTo>
                    <a:pt x="4097" y="49"/>
                    <a:pt x="4069" y="53"/>
                    <a:pt x="4045" y="61"/>
                  </a:cubicBezTo>
                  <a:cubicBezTo>
                    <a:pt x="3997" y="81"/>
                    <a:pt x="3945" y="89"/>
                    <a:pt x="3897" y="109"/>
                  </a:cubicBezTo>
                  <a:cubicBezTo>
                    <a:pt x="3845" y="129"/>
                    <a:pt x="3797" y="149"/>
                    <a:pt x="3749" y="173"/>
                  </a:cubicBezTo>
                  <a:cubicBezTo>
                    <a:pt x="3657" y="221"/>
                    <a:pt x="3573" y="285"/>
                    <a:pt x="3497" y="357"/>
                  </a:cubicBezTo>
                  <a:cubicBezTo>
                    <a:pt x="3421" y="433"/>
                    <a:pt x="3361" y="517"/>
                    <a:pt x="3313" y="613"/>
                  </a:cubicBezTo>
                  <a:cubicBezTo>
                    <a:pt x="3269" y="705"/>
                    <a:pt x="3237" y="805"/>
                    <a:pt x="3217" y="905"/>
                  </a:cubicBezTo>
                  <a:cubicBezTo>
                    <a:pt x="3181" y="1101"/>
                    <a:pt x="3181" y="1305"/>
                    <a:pt x="3213" y="1501"/>
                  </a:cubicBezTo>
                  <a:cubicBezTo>
                    <a:pt x="3253" y="1689"/>
                    <a:pt x="3317" y="1873"/>
                    <a:pt x="3397" y="2045"/>
                  </a:cubicBezTo>
                  <a:cubicBezTo>
                    <a:pt x="3537" y="2381"/>
                    <a:pt x="3693" y="2685"/>
                    <a:pt x="3829" y="2969"/>
                  </a:cubicBezTo>
                  <a:cubicBezTo>
                    <a:pt x="3897" y="3109"/>
                    <a:pt x="3961" y="3245"/>
                    <a:pt x="4021" y="3373"/>
                  </a:cubicBezTo>
                  <a:cubicBezTo>
                    <a:pt x="4049" y="3441"/>
                    <a:pt x="4073" y="3497"/>
                    <a:pt x="4097" y="3565"/>
                  </a:cubicBezTo>
                  <a:lnTo>
                    <a:pt x="4105" y="3589"/>
                  </a:lnTo>
                  <a:lnTo>
                    <a:pt x="4105" y="3593"/>
                  </a:lnTo>
                  <a:cubicBezTo>
                    <a:pt x="4105" y="3593"/>
                    <a:pt x="4105" y="3597"/>
                    <a:pt x="4105" y="3597"/>
                  </a:cubicBezTo>
                  <a:lnTo>
                    <a:pt x="4109" y="3609"/>
                  </a:lnTo>
                  <a:cubicBezTo>
                    <a:pt x="4113" y="3621"/>
                    <a:pt x="4113" y="3637"/>
                    <a:pt x="4117" y="3649"/>
                  </a:cubicBezTo>
                  <a:cubicBezTo>
                    <a:pt x="4125" y="3678"/>
                    <a:pt x="4125" y="3710"/>
                    <a:pt x="4129" y="3742"/>
                  </a:cubicBezTo>
                  <a:cubicBezTo>
                    <a:pt x="4133" y="3958"/>
                    <a:pt x="4113" y="4174"/>
                    <a:pt x="4069" y="4382"/>
                  </a:cubicBezTo>
                  <a:cubicBezTo>
                    <a:pt x="4049" y="4486"/>
                    <a:pt x="4029" y="4578"/>
                    <a:pt x="4013" y="4654"/>
                  </a:cubicBezTo>
                  <a:cubicBezTo>
                    <a:pt x="3997" y="4654"/>
                    <a:pt x="3981" y="4650"/>
                    <a:pt x="3973" y="4638"/>
                  </a:cubicBezTo>
                  <a:lnTo>
                    <a:pt x="3973" y="4442"/>
                  </a:lnTo>
                  <a:cubicBezTo>
                    <a:pt x="3969" y="4250"/>
                    <a:pt x="3953" y="4054"/>
                    <a:pt x="3929" y="3862"/>
                  </a:cubicBezTo>
                  <a:cubicBezTo>
                    <a:pt x="3897" y="3609"/>
                    <a:pt x="3837" y="3361"/>
                    <a:pt x="3757" y="3121"/>
                  </a:cubicBezTo>
                  <a:cubicBezTo>
                    <a:pt x="3705" y="2981"/>
                    <a:pt x="3645" y="2849"/>
                    <a:pt x="3569" y="2721"/>
                  </a:cubicBezTo>
                  <a:cubicBezTo>
                    <a:pt x="3485" y="2581"/>
                    <a:pt x="3377" y="2457"/>
                    <a:pt x="3249" y="2357"/>
                  </a:cubicBezTo>
                  <a:cubicBezTo>
                    <a:pt x="3217" y="2333"/>
                    <a:pt x="3181" y="2309"/>
                    <a:pt x="3141" y="2285"/>
                  </a:cubicBezTo>
                  <a:cubicBezTo>
                    <a:pt x="3105" y="2265"/>
                    <a:pt x="3073" y="2245"/>
                    <a:pt x="3037" y="2225"/>
                  </a:cubicBezTo>
                  <a:cubicBezTo>
                    <a:pt x="2965" y="2189"/>
                    <a:pt x="2889" y="2153"/>
                    <a:pt x="2813" y="2117"/>
                  </a:cubicBezTo>
                  <a:cubicBezTo>
                    <a:pt x="2665" y="2045"/>
                    <a:pt x="2505" y="1981"/>
                    <a:pt x="2345" y="1921"/>
                  </a:cubicBezTo>
                  <a:cubicBezTo>
                    <a:pt x="2177" y="1861"/>
                    <a:pt x="2009" y="1813"/>
                    <a:pt x="1837" y="1773"/>
                  </a:cubicBezTo>
                  <a:cubicBezTo>
                    <a:pt x="1661" y="1733"/>
                    <a:pt x="1481" y="1713"/>
                    <a:pt x="1301" y="1713"/>
                  </a:cubicBezTo>
                  <a:cubicBezTo>
                    <a:pt x="1113" y="1713"/>
                    <a:pt x="929" y="1765"/>
                    <a:pt x="769" y="1865"/>
                  </a:cubicBezTo>
                  <a:cubicBezTo>
                    <a:pt x="689" y="1917"/>
                    <a:pt x="617" y="1985"/>
                    <a:pt x="561" y="2061"/>
                  </a:cubicBezTo>
                  <a:cubicBezTo>
                    <a:pt x="509" y="2141"/>
                    <a:pt x="461" y="2221"/>
                    <a:pt x="425" y="2309"/>
                  </a:cubicBezTo>
                  <a:cubicBezTo>
                    <a:pt x="269" y="2637"/>
                    <a:pt x="93" y="2965"/>
                    <a:pt x="21" y="3341"/>
                  </a:cubicBezTo>
                  <a:cubicBezTo>
                    <a:pt x="13" y="3385"/>
                    <a:pt x="5" y="3433"/>
                    <a:pt x="5" y="3481"/>
                  </a:cubicBezTo>
                  <a:cubicBezTo>
                    <a:pt x="1" y="3533"/>
                    <a:pt x="5" y="3577"/>
                    <a:pt x="5" y="3625"/>
                  </a:cubicBezTo>
                  <a:cubicBezTo>
                    <a:pt x="5" y="3678"/>
                    <a:pt x="17" y="3726"/>
                    <a:pt x="25" y="3774"/>
                  </a:cubicBezTo>
                  <a:cubicBezTo>
                    <a:pt x="37" y="3818"/>
                    <a:pt x="53" y="3866"/>
                    <a:pt x="69" y="3910"/>
                  </a:cubicBezTo>
                  <a:cubicBezTo>
                    <a:pt x="141" y="4086"/>
                    <a:pt x="249" y="4242"/>
                    <a:pt x="393" y="4366"/>
                  </a:cubicBezTo>
                  <a:cubicBezTo>
                    <a:pt x="401" y="4374"/>
                    <a:pt x="405" y="4382"/>
                    <a:pt x="417" y="4394"/>
                  </a:cubicBezTo>
                  <a:lnTo>
                    <a:pt x="441" y="4414"/>
                  </a:lnTo>
                  <a:lnTo>
                    <a:pt x="493" y="4454"/>
                  </a:lnTo>
                  <a:cubicBezTo>
                    <a:pt x="525" y="4482"/>
                    <a:pt x="557" y="4510"/>
                    <a:pt x="593" y="4534"/>
                  </a:cubicBezTo>
                  <a:lnTo>
                    <a:pt x="701" y="4610"/>
                  </a:lnTo>
                  <a:lnTo>
                    <a:pt x="809" y="4682"/>
                  </a:lnTo>
                  <a:cubicBezTo>
                    <a:pt x="881" y="4726"/>
                    <a:pt x="957" y="4762"/>
                    <a:pt x="1029" y="4802"/>
                  </a:cubicBezTo>
                  <a:cubicBezTo>
                    <a:pt x="1101" y="4842"/>
                    <a:pt x="1177" y="4874"/>
                    <a:pt x="1253" y="4902"/>
                  </a:cubicBezTo>
                  <a:cubicBezTo>
                    <a:pt x="1533" y="5018"/>
                    <a:pt x="1825" y="5098"/>
                    <a:pt x="2125" y="5138"/>
                  </a:cubicBezTo>
                  <a:cubicBezTo>
                    <a:pt x="2302" y="5160"/>
                    <a:pt x="2481" y="5173"/>
                    <a:pt x="2659" y="5173"/>
                  </a:cubicBezTo>
                  <a:cubicBezTo>
                    <a:pt x="2734" y="5173"/>
                    <a:pt x="2810" y="5170"/>
                    <a:pt x="2885" y="5166"/>
                  </a:cubicBezTo>
                  <a:cubicBezTo>
                    <a:pt x="3077" y="5154"/>
                    <a:pt x="3273" y="5126"/>
                    <a:pt x="3461" y="5086"/>
                  </a:cubicBezTo>
                  <a:lnTo>
                    <a:pt x="3533" y="5070"/>
                  </a:lnTo>
                  <a:lnTo>
                    <a:pt x="3517" y="5090"/>
                  </a:lnTo>
                  <a:lnTo>
                    <a:pt x="3445" y="5114"/>
                  </a:lnTo>
                  <a:cubicBezTo>
                    <a:pt x="3285" y="5166"/>
                    <a:pt x="3093" y="5230"/>
                    <a:pt x="2865" y="5286"/>
                  </a:cubicBezTo>
                  <a:cubicBezTo>
                    <a:pt x="2753" y="5314"/>
                    <a:pt x="2633" y="5338"/>
                    <a:pt x="2505" y="5362"/>
                  </a:cubicBezTo>
                  <a:cubicBezTo>
                    <a:pt x="2441" y="5374"/>
                    <a:pt x="2377" y="5386"/>
                    <a:pt x="2313" y="5390"/>
                  </a:cubicBezTo>
                  <a:lnTo>
                    <a:pt x="2205" y="5402"/>
                  </a:lnTo>
                  <a:lnTo>
                    <a:pt x="2101" y="5414"/>
                  </a:lnTo>
                  <a:cubicBezTo>
                    <a:pt x="1945" y="5442"/>
                    <a:pt x="1797" y="5482"/>
                    <a:pt x="1649" y="5538"/>
                  </a:cubicBezTo>
                  <a:cubicBezTo>
                    <a:pt x="1497" y="5598"/>
                    <a:pt x="1345" y="5670"/>
                    <a:pt x="1205" y="5758"/>
                  </a:cubicBezTo>
                  <a:cubicBezTo>
                    <a:pt x="893" y="5942"/>
                    <a:pt x="637" y="6198"/>
                    <a:pt x="453" y="6510"/>
                  </a:cubicBezTo>
                  <a:cubicBezTo>
                    <a:pt x="265" y="6838"/>
                    <a:pt x="261" y="7250"/>
                    <a:pt x="377" y="7618"/>
                  </a:cubicBezTo>
                  <a:cubicBezTo>
                    <a:pt x="433" y="7802"/>
                    <a:pt x="521" y="7978"/>
                    <a:pt x="637" y="8134"/>
                  </a:cubicBezTo>
                  <a:cubicBezTo>
                    <a:pt x="753" y="8294"/>
                    <a:pt x="897" y="8430"/>
                    <a:pt x="1065" y="8542"/>
                  </a:cubicBezTo>
                  <a:cubicBezTo>
                    <a:pt x="1105" y="8570"/>
                    <a:pt x="1149" y="8594"/>
                    <a:pt x="1193" y="8618"/>
                  </a:cubicBezTo>
                  <a:lnTo>
                    <a:pt x="1325" y="8682"/>
                  </a:lnTo>
                  <a:cubicBezTo>
                    <a:pt x="1369" y="8702"/>
                    <a:pt x="1417" y="8718"/>
                    <a:pt x="1465" y="8734"/>
                  </a:cubicBezTo>
                  <a:cubicBezTo>
                    <a:pt x="1489" y="8742"/>
                    <a:pt x="1513" y="8750"/>
                    <a:pt x="1537" y="8758"/>
                  </a:cubicBezTo>
                  <a:lnTo>
                    <a:pt x="1609" y="8774"/>
                  </a:lnTo>
                  <a:cubicBezTo>
                    <a:pt x="1657" y="8786"/>
                    <a:pt x="1705" y="8798"/>
                    <a:pt x="1753" y="8810"/>
                  </a:cubicBezTo>
                  <a:lnTo>
                    <a:pt x="1897" y="8834"/>
                  </a:lnTo>
                  <a:cubicBezTo>
                    <a:pt x="1989" y="8846"/>
                    <a:pt x="2085" y="8862"/>
                    <a:pt x="2181" y="8870"/>
                  </a:cubicBezTo>
                  <a:cubicBezTo>
                    <a:pt x="2299" y="8887"/>
                    <a:pt x="2419" y="8895"/>
                    <a:pt x="2538" y="8895"/>
                  </a:cubicBezTo>
                  <a:cubicBezTo>
                    <a:pt x="2613" y="8895"/>
                    <a:pt x="2687" y="8892"/>
                    <a:pt x="2761" y="8886"/>
                  </a:cubicBezTo>
                  <a:cubicBezTo>
                    <a:pt x="2957" y="8874"/>
                    <a:pt x="3153" y="8818"/>
                    <a:pt x="3321" y="8718"/>
                  </a:cubicBezTo>
                  <a:cubicBezTo>
                    <a:pt x="3489" y="8614"/>
                    <a:pt x="3621" y="8466"/>
                    <a:pt x="3709" y="8290"/>
                  </a:cubicBezTo>
                  <a:cubicBezTo>
                    <a:pt x="3753" y="8210"/>
                    <a:pt x="3789" y="8126"/>
                    <a:pt x="3817" y="8042"/>
                  </a:cubicBezTo>
                  <a:lnTo>
                    <a:pt x="3853" y="7914"/>
                  </a:lnTo>
                  <a:lnTo>
                    <a:pt x="3865" y="7882"/>
                  </a:lnTo>
                  <a:lnTo>
                    <a:pt x="3869" y="7866"/>
                  </a:lnTo>
                  <a:lnTo>
                    <a:pt x="3869" y="7858"/>
                  </a:lnTo>
                  <a:lnTo>
                    <a:pt x="3869" y="7850"/>
                  </a:lnTo>
                  <a:lnTo>
                    <a:pt x="3869" y="7846"/>
                  </a:lnTo>
                  <a:lnTo>
                    <a:pt x="3881" y="7786"/>
                  </a:lnTo>
                  <a:cubicBezTo>
                    <a:pt x="3889" y="7746"/>
                    <a:pt x="3897" y="7706"/>
                    <a:pt x="3905" y="7666"/>
                  </a:cubicBezTo>
                  <a:cubicBezTo>
                    <a:pt x="3913" y="7626"/>
                    <a:pt x="3913" y="7582"/>
                    <a:pt x="3921" y="7538"/>
                  </a:cubicBezTo>
                  <a:cubicBezTo>
                    <a:pt x="3933" y="7454"/>
                    <a:pt x="3933" y="7374"/>
                    <a:pt x="3937" y="7294"/>
                  </a:cubicBezTo>
                  <a:cubicBezTo>
                    <a:pt x="3941" y="7214"/>
                    <a:pt x="3937" y="7134"/>
                    <a:pt x="3937" y="7058"/>
                  </a:cubicBezTo>
                  <a:cubicBezTo>
                    <a:pt x="3937" y="6982"/>
                    <a:pt x="3929" y="6910"/>
                    <a:pt x="3929" y="6834"/>
                  </a:cubicBezTo>
                  <a:cubicBezTo>
                    <a:pt x="3905" y="6542"/>
                    <a:pt x="3873" y="6282"/>
                    <a:pt x="3849" y="6050"/>
                  </a:cubicBezTo>
                  <a:cubicBezTo>
                    <a:pt x="3833" y="5894"/>
                    <a:pt x="3825" y="5742"/>
                    <a:pt x="3825" y="5586"/>
                  </a:cubicBezTo>
                  <a:cubicBezTo>
                    <a:pt x="3838" y="5583"/>
                    <a:pt x="3852" y="5582"/>
                    <a:pt x="3865" y="5582"/>
                  </a:cubicBezTo>
                  <a:cubicBezTo>
                    <a:pt x="3895" y="5582"/>
                    <a:pt x="3923" y="5589"/>
                    <a:pt x="3945" y="5606"/>
                  </a:cubicBezTo>
                  <a:cubicBezTo>
                    <a:pt x="3973" y="5666"/>
                    <a:pt x="4001" y="5734"/>
                    <a:pt x="4033" y="5806"/>
                  </a:cubicBezTo>
                  <a:cubicBezTo>
                    <a:pt x="4101" y="5970"/>
                    <a:pt x="4185" y="6170"/>
                    <a:pt x="4269" y="6402"/>
                  </a:cubicBezTo>
                  <a:cubicBezTo>
                    <a:pt x="4313" y="6518"/>
                    <a:pt x="4353" y="6642"/>
                    <a:pt x="4389" y="6774"/>
                  </a:cubicBezTo>
                  <a:cubicBezTo>
                    <a:pt x="4409" y="6838"/>
                    <a:pt x="4421" y="6906"/>
                    <a:pt x="4429" y="6974"/>
                  </a:cubicBezTo>
                  <a:cubicBezTo>
                    <a:pt x="4437" y="7046"/>
                    <a:pt x="4445" y="7122"/>
                    <a:pt x="4449" y="7198"/>
                  </a:cubicBezTo>
                  <a:cubicBezTo>
                    <a:pt x="4481" y="7530"/>
                    <a:pt x="4537" y="7862"/>
                    <a:pt x="4617" y="8182"/>
                  </a:cubicBezTo>
                  <a:cubicBezTo>
                    <a:pt x="4665" y="8366"/>
                    <a:pt x="4737" y="8538"/>
                    <a:pt x="4833" y="8698"/>
                  </a:cubicBezTo>
                  <a:cubicBezTo>
                    <a:pt x="4885" y="8786"/>
                    <a:pt x="4949" y="8866"/>
                    <a:pt x="5025" y="8930"/>
                  </a:cubicBezTo>
                  <a:cubicBezTo>
                    <a:pt x="5069" y="8962"/>
                    <a:pt x="5113" y="8990"/>
                    <a:pt x="5161" y="9010"/>
                  </a:cubicBezTo>
                  <a:cubicBezTo>
                    <a:pt x="5189" y="9022"/>
                    <a:pt x="5209" y="9026"/>
                    <a:pt x="5233" y="9034"/>
                  </a:cubicBezTo>
                  <a:cubicBezTo>
                    <a:pt x="5261" y="9042"/>
                    <a:pt x="5285" y="9046"/>
                    <a:pt x="5309" y="9050"/>
                  </a:cubicBezTo>
                  <a:cubicBezTo>
                    <a:pt x="5406" y="9063"/>
                    <a:pt x="5503" y="9070"/>
                    <a:pt x="5599" y="9070"/>
                  </a:cubicBezTo>
                  <a:cubicBezTo>
                    <a:pt x="5702" y="9070"/>
                    <a:pt x="5804" y="9062"/>
                    <a:pt x="5905" y="9046"/>
                  </a:cubicBezTo>
                  <a:cubicBezTo>
                    <a:pt x="6105" y="9022"/>
                    <a:pt x="6305" y="8978"/>
                    <a:pt x="6497" y="8918"/>
                  </a:cubicBezTo>
                  <a:cubicBezTo>
                    <a:pt x="6693" y="8862"/>
                    <a:pt x="6881" y="8786"/>
                    <a:pt x="7065" y="8690"/>
                  </a:cubicBezTo>
                  <a:cubicBezTo>
                    <a:pt x="7253" y="8598"/>
                    <a:pt x="7425" y="8482"/>
                    <a:pt x="7581" y="8342"/>
                  </a:cubicBezTo>
                  <a:cubicBezTo>
                    <a:pt x="7741" y="8198"/>
                    <a:pt x="7869" y="8030"/>
                    <a:pt x="7965" y="7838"/>
                  </a:cubicBezTo>
                  <a:cubicBezTo>
                    <a:pt x="8009" y="7742"/>
                    <a:pt x="8045" y="7642"/>
                    <a:pt x="8069" y="7538"/>
                  </a:cubicBezTo>
                  <a:cubicBezTo>
                    <a:pt x="8073" y="7514"/>
                    <a:pt x="8081" y="7486"/>
                    <a:pt x="8085" y="7462"/>
                  </a:cubicBezTo>
                  <a:lnTo>
                    <a:pt x="8101" y="7382"/>
                  </a:lnTo>
                  <a:cubicBezTo>
                    <a:pt x="8109" y="7330"/>
                    <a:pt x="8113" y="7278"/>
                    <a:pt x="8121" y="7226"/>
                  </a:cubicBezTo>
                  <a:cubicBezTo>
                    <a:pt x="8153" y="6806"/>
                    <a:pt x="8029" y="6390"/>
                    <a:pt x="7769" y="6058"/>
                  </a:cubicBezTo>
                  <a:cubicBezTo>
                    <a:pt x="7709" y="5978"/>
                    <a:pt x="7637" y="5906"/>
                    <a:pt x="7561" y="5838"/>
                  </a:cubicBezTo>
                  <a:cubicBezTo>
                    <a:pt x="7485" y="5774"/>
                    <a:pt x="7405" y="5714"/>
                    <a:pt x="7321" y="5666"/>
                  </a:cubicBezTo>
                  <a:cubicBezTo>
                    <a:pt x="7153" y="5562"/>
                    <a:pt x="6965" y="5502"/>
                    <a:pt x="6769" y="5482"/>
                  </a:cubicBezTo>
                  <a:cubicBezTo>
                    <a:pt x="6730" y="5478"/>
                    <a:pt x="6690" y="5476"/>
                    <a:pt x="6651" y="5476"/>
                  </a:cubicBezTo>
                  <a:cubicBezTo>
                    <a:pt x="6596" y="5476"/>
                    <a:pt x="6542" y="5480"/>
                    <a:pt x="6485" y="5490"/>
                  </a:cubicBezTo>
                  <a:lnTo>
                    <a:pt x="6357" y="5514"/>
                  </a:lnTo>
                  <a:cubicBezTo>
                    <a:pt x="6321" y="5514"/>
                    <a:pt x="6289" y="5522"/>
                    <a:pt x="6249" y="5522"/>
                  </a:cubicBezTo>
                  <a:cubicBezTo>
                    <a:pt x="6234" y="5522"/>
                    <a:pt x="6219" y="5522"/>
                    <a:pt x="6203" y="5522"/>
                  </a:cubicBezTo>
                  <a:cubicBezTo>
                    <a:pt x="6067" y="5522"/>
                    <a:pt x="5930" y="5506"/>
                    <a:pt x="5793" y="5478"/>
                  </a:cubicBezTo>
                  <a:cubicBezTo>
                    <a:pt x="5497" y="5426"/>
                    <a:pt x="5229" y="5346"/>
                    <a:pt x="4985" y="5286"/>
                  </a:cubicBezTo>
                  <a:cubicBezTo>
                    <a:pt x="4777" y="5226"/>
                    <a:pt x="4565" y="5182"/>
                    <a:pt x="4349" y="5150"/>
                  </a:cubicBezTo>
                  <a:cubicBezTo>
                    <a:pt x="4301" y="5142"/>
                    <a:pt x="4257" y="5142"/>
                    <a:pt x="4213" y="5138"/>
                  </a:cubicBezTo>
                  <a:lnTo>
                    <a:pt x="4249" y="5126"/>
                  </a:lnTo>
                  <a:cubicBezTo>
                    <a:pt x="4341" y="5106"/>
                    <a:pt x="4457" y="5082"/>
                    <a:pt x="4597" y="5058"/>
                  </a:cubicBezTo>
                  <a:cubicBezTo>
                    <a:pt x="4785" y="5026"/>
                    <a:pt x="5013" y="4990"/>
                    <a:pt x="5273" y="4962"/>
                  </a:cubicBezTo>
                  <a:cubicBezTo>
                    <a:pt x="5468" y="4940"/>
                    <a:pt x="5664" y="4930"/>
                    <a:pt x="5861" y="4930"/>
                  </a:cubicBezTo>
                  <a:cubicBezTo>
                    <a:pt x="5960" y="4930"/>
                    <a:pt x="6059" y="4932"/>
                    <a:pt x="6157" y="4938"/>
                  </a:cubicBezTo>
                  <a:cubicBezTo>
                    <a:pt x="6233" y="4946"/>
                    <a:pt x="6317" y="4954"/>
                    <a:pt x="6397" y="4966"/>
                  </a:cubicBezTo>
                  <a:cubicBezTo>
                    <a:pt x="6481" y="4974"/>
                    <a:pt x="6561" y="4990"/>
                    <a:pt x="6649" y="5014"/>
                  </a:cubicBezTo>
                  <a:lnTo>
                    <a:pt x="7185" y="5138"/>
                  </a:lnTo>
                  <a:cubicBezTo>
                    <a:pt x="7369" y="5178"/>
                    <a:pt x="7557" y="5218"/>
                    <a:pt x="7753" y="5254"/>
                  </a:cubicBezTo>
                  <a:cubicBezTo>
                    <a:pt x="7953" y="5290"/>
                    <a:pt x="8157" y="5314"/>
                    <a:pt x="8361" y="5330"/>
                  </a:cubicBezTo>
                  <a:cubicBezTo>
                    <a:pt x="8420" y="5335"/>
                    <a:pt x="8479" y="5338"/>
                    <a:pt x="8539" y="5338"/>
                  </a:cubicBezTo>
                  <a:cubicBezTo>
                    <a:pt x="8692" y="5338"/>
                    <a:pt x="8846" y="5319"/>
                    <a:pt x="8993" y="5282"/>
                  </a:cubicBezTo>
                  <a:cubicBezTo>
                    <a:pt x="9101" y="5250"/>
                    <a:pt x="9201" y="5190"/>
                    <a:pt x="9277" y="5106"/>
                  </a:cubicBezTo>
                  <a:cubicBezTo>
                    <a:pt x="9345" y="5018"/>
                    <a:pt x="9389" y="4910"/>
                    <a:pt x="9401" y="4798"/>
                  </a:cubicBezTo>
                  <a:cubicBezTo>
                    <a:pt x="9429" y="4578"/>
                    <a:pt x="9433" y="4358"/>
                    <a:pt x="9409" y="4142"/>
                  </a:cubicBezTo>
                  <a:cubicBezTo>
                    <a:pt x="9389" y="3922"/>
                    <a:pt x="9349" y="3702"/>
                    <a:pt x="9293" y="3489"/>
                  </a:cubicBezTo>
                  <a:cubicBezTo>
                    <a:pt x="9233" y="3273"/>
                    <a:pt x="9145" y="3065"/>
                    <a:pt x="9033" y="2869"/>
                  </a:cubicBezTo>
                  <a:cubicBezTo>
                    <a:pt x="8917" y="2673"/>
                    <a:pt x="8761" y="2501"/>
                    <a:pt x="8573" y="2369"/>
                  </a:cubicBezTo>
                  <a:cubicBezTo>
                    <a:pt x="8473" y="2309"/>
                    <a:pt x="8369" y="2261"/>
                    <a:pt x="8257" y="2225"/>
                  </a:cubicBezTo>
                  <a:cubicBezTo>
                    <a:pt x="8149" y="2197"/>
                    <a:pt x="8033" y="2181"/>
                    <a:pt x="7917" y="2181"/>
                  </a:cubicBezTo>
                  <a:cubicBezTo>
                    <a:pt x="7889" y="2181"/>
                    <a:pt x="7861" y="2185"/>
                    <a:pt x="7833" y="2185"/>
                  </a:cubicBezTo>
                  <a:cubicBezTo>
                    <a:pt x="7805" y="2189"/>
                    <a:pt x="7781" y="2185"/>
                    <a:pt x="7749" y="2193"/>
                  </a:cubicBezTo>
                  <a:lnTo>
                    <a:pt x="7593" y="2217"/>
                  </a:lnTo>
                  <a:cubicBezTo>
                    <a:pt x="7565" y="2221"/>
                    <a:pt x="7541" y="2225"/>
                    <a:pt x="7513" y="2229"/>
                  </a:cubicBezTo>
                  <a:lnTo>
                    <a:pt x="7437" y="2249"/>
                  </a:lnTo>
                  <a:cubicBezTo>
                    <a:pt x="7381" y="2261"/>
                    <a:pt x="7329" y="2273"/>
                    <a:pt x="7277" y="2289"/>
                  </a:cubicBezTo>
                  <a:cubicBezTo>
                    <a:pt x="7077" y="2349"/>
                    <a:pt x="6885" y="2433"/>
                    <a:pt x="6701" y="2537"/>
                  </a:cubicBezTo>
                  <a:cubicBezTo>
                    <a:pt x="6645" y="2569"/>
                    <a:pt x="6593" y="2605"/>
                    <a:pt x="6537" y="2641"/>
                  </a:cubicBezTo>
                  <a:cubicBezTo>
                    <a:pt x="6577" y="2585"/>
                    <a:pt x="6613" y="2529"/>
                    <a:pt x="6641" y="2473"/>
                  </a:cubicBezTo>
                  <a:cubicBezTo>
                    <a:pt x="6689" y="2381"/>
                    <a:pt x="6729" y="2285"/>
                    <a:pt x="6761" y="2189"/>
                  </a:cubicBezTo>
                  <a:cubicBezTo>
                    <a:pt x="6773" y="2137"/>
                    <a:pt x="6785" y="2089"/>
                    <a:pt x="6797" y="2033"/>
                  </a:cubicBezTo>
                  <a:lnTo>
                    <a:pt x="6813" y="1957"/>
                  </a:lnTo>
                  <a:lnTo>
                    <a:pt x="6821" y="1885"/>
                  </a:lnTo>
                  <a:lnTo>
                    <a:pt x="6833" y="1737"/>
                  </a:lnTo>
                  <a:cubicBezTo>
                    <a:pt x="6833" y="1733"/>
                    <a:pt x="6833" y="1729"/>
                    <a:pt x="6833" y="1725"/>
                  </a:cubicBezTo>
                  <a:lnTo>
                    <a:pt x="6833" y="1649"/>
                  </a:lnTo>
                  <a:cubicBezTo>
                    <a:pt x="6833" y="1625"/>
                    <a:pt x="6833" y="1597"/>
                    <a:pt x="6829" y="1569"/>
                  </a:cubicBezTo>
                  <a:cubicBezTo>
                    <a:pt x="6821" y="1461"/>
                    <a:pt x="6801" y="1357"/>
                    <a:pt x="6769" y="1253"/>
                  </a:cubicBezTo>
                  <a:cubicBezTo>
                    <a:pt x="6697" y="1045"/>
                    <a:pt x="6581" y="857"/>
                    <a:pt x="6425" y="701"/>
                  </a:cubicBezTo>
                  <a:cubicBezTo>
                    <a:pt x="6273" y="549"/>
                    <a:pt x="6097" y="421"/>
                    <a:pt x="5905" y="321"/>
                  </a:cubicBezTo>
                  <a:cubicBezTo>
                    <a:pt x="5713" y="225"/>
                    <a:pt x="5513" y="149"/>
                    <a:pt x="5305" y="97"/>
                  </a:cubicBezTo>
                  <a:cubicBezTo>
                    <a:pt x="5097" y="45"/>
                    <a:pt x="4889" y="13"/>
                    <a:pt x="4673" y="5"/>
                  </a:cubicBezTo>
                  <a:cubicBezTo>
                    <a:pt x="4633" y="2"/>
                    <a:pt x="4593" y="1"/>
                    <a:pt x="455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89"/>
            <p:cNvSpPr/>
            <p:nvPr/>
          </p:nvSpPr>
          <p:spPr>
            <a:xfrm flipH="1">
              <a:off x="1000161" y="1494342"/>
              <a:ext cx="26070" cy="122008"/>
            </a:xfrm>
            <a:custGeom>
              <a:avLst/>
              <a:gdLst/>
              <a:ahLst/>
              <a:cxnLst/>
              <a:rect l="l" t="t" r="r" b="b"/>
              <a:pathLst>
                <a:path w="225" h="1053" extrusionOk="0">
                  <a:moveTo>
                    <a:pt x="160" y="0"/>
                  </a:moveTo>
                  <a:lnTo>
                    <a:pt x="116" y="549"/>
                  </a:lnTo>
                  <a:cubicBezTo>
                    <a:pt x="116" y="585"/>
                    <a:pt x="112" y="625"/>
                    <a:pt x="104" y="661"/>
                  </a:cubicBezTo>
                  <a:cubicBezTo>
                    <a:pt x="96" y="693"/>
                    <a:pt x="88" y="729"/>
                    <a:pt x="80" y="761"/>
                  </a:cubicBezTo>
                  <a:lnTo>
                    <a:pt x="0" y="1033"/>
                  </a:lnTo>
                  <a:lnTo>
                    <a:pt x="60" y="1053"/>
                  </a:lnTo>
                  <a:lnTo>
                    <a:pt x="140" y="781"/>
                  </a:lnTo>
                  <a:cubicBezTo>
                    <a:pt x="148" y="745"/>
                    <a:pt x="160" y="709"/>
                    <a:pt x="168" y="673"/>
                  </a:cubicBezTo>
                  <a:cubicBezTo>
                    <a:pt x="172" y="633"/>
                    <a:pt x="176" y="597"/>
                    <a:pt x="180" y="557"/>
                  </a:cubicBezTo>
                  <a:lnTo>
                    <a:pt x="224" y="4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89"/>
            <p:cNvSpPr/>
            <p:nvPr/>
          </p:nvSpPr>
          <p:spPr>
            <a:xfrm flipH="1">
              <a:off x="1039093" y="1495269"/>
              <a:ext cx="31168" cy="109031"/>
            </a:xfrm>
            <a:custGeom>
              <a:avLst/>
              <a:gdLst/>
              <a:ahLst/>
              <a:cxnLst/>
              <a:rect l="l" t="t" r="r" b="b"/>
              <a:pathLst>
                <a:path w="269" h="941" extrusionOk="0">
                  <a:moveTo>
                    <a:pt x="64" y="0"/>
                  </a:moveTo>
                  <a:lnTo>
                    <a:pt x="0" y="8"/>
                  </a:lnTo>
                  <a:lnTo>
                    <a:pt x="36" y="293"/>
                  </a:lnTo>
                  <a:cubicBezTo>
                    <a:pt x="44" y="353"/>
                    <a:pt x="56" y="409"/>
                    <a:pt x="76" y="465"/>
                  </a:cubicBezTo>
                  <a:cubicBezTo>
                    <a:pt x="84" y="485"/>
                    <a:pt x="96" y="505"/>
                    <a:pt x="108" y="529"/>
                  </a:cubicBezTo>
                  <a:lnTo>
                    <a:pt x="120" y="553"/>
                  </a:lnTo>
                  <a:cubicBezTo>
                    <a:pt x="180" y="673"/>
                    <a:pt x="204" y="805"/>
                    <a:pt x="192" y="937"/>
                  </a:cubicBezTo>
                  <a:lnTo>
                    <a:pt x="256" y="941"/>
                  </a:lnTo>
                  <a:cubicBezTo>
                    <a:pt x="268" y="797"/>
                    <a:pt x="240" y="653"/>
                    <a:pt x="176" y="525"/>
                  </a:cubicBezTo>
                  <a:lnTo>
                    <a:pt x="160" y="497"/>
                  </a:lnTo>
                  <a:cubicBezTo>
                    <a:pt x="152" y="477"/>
                    <a:pt x="140" y="461"/>
                    <a:pt x="132" y="441"/>
                  </a:cubicBezTo>
                  <a:cubicBezTo>
                    <a:pt x="116" y="389"/>
                    <a:pt x="104" y="337"/>
                    <a:pt x="100" y="285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89"/>
            <p:cNvSpPr/>
            <p:nvPr/>
          </p:nvSpPr>
          <p:spPr>
            <a:xfrm flipH="1">
              <a:off x="1057631" y="1538835"/>
              <a:ext cx="35803" cy="87712"/>
            </a:xfrm>
            <a:custGeom>
              <a:avLst/>
              <a:gdLst/>
              <a:ahLst/>
              <a:cxnLst/>
              <a:rect l="l" t="t" r="r" b="b"/>
              <a:pathLst>
                <a:path w="309" h="757" extrusionOk="0">
                  <a:moveTo>
                    <a:pt x="48" y="1"/>
                  </a:moveTo>
                  <a:lnTo>
                    <a:pt x="0" y="37"/>
                  </a:lnTo>
                  <a:cubicBezTo>
                    <a:pt x="88" y="165"/>
                    <a:pt x="144" y="309"/>
                    <a:pt x="160" y="461"/>
                  </a:cubicBezTo>
                  <a:lnTo>
                    <a:pt x="164" y="493"/>
                  </a:lnTo>
                  <a:cubicBezTo>
                    <a:pt x="176" y="589"/>
                    <a:pt x="188" y="693"/>
                    <a:pt x="268" y="757"/>
                  </a:cubicBezTo>
                  <a:lnTo>
                    <a:pt x="308" y="705"/>
                  </a:lnTo>
                  <a:cubicBezTo>
                    <a:pt x="248" y="661"/>
                    <a:pt x="236" y="573"/>
                    <a:pt x="228" y="485"/>
                  </a:cubicBezTo>
                  <a:lnTo>
                    <a:pt x="224" y="453"/>
                  </a:lnTo>
                  <a:cubicBezTo>
                    <a:pt x="200" y="289"/>
                    <a:pt x="144" y="137"/>
                    <a:pt x="4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89"/>
            <p:cNvSpPr/>
            <p:nvPr/>
          </p:nvSpPr>
          <p:spPr>
            <a:xfrm flipH="1">
              <a:off x="1074317" y="1569424"/>
              <a:ext cx="76125" cy="70563"/>
            </a:xfrm>
            <a:custGeom>
              <a:avLst/>
              <a:gdLst/>
              <a:ahLst/>
              <a:cxnLst/>
              <a:rect l="l" t="t" r="r" b="b"/>
              <a:pathLst>
                <a:path w="657" h="609" extrusionOk="0">
                  <a:moveTo>
                    <a:pt x="28" y="1"/>
                  </a:moveTo>
                  <a:lnTo>
                    <a:pt x="0" y="61"/>
                  </a:lnTo>
                  <a:cubicBezTo>
                    <a:pt x="256" y="169"/>
                    <a:pt x="468" y="361"/>
                    <a:pt x="600" y="609"/>
                  </a:cubicBezTo>
                  <a:lnTo>
                    <a:pt x="656" y="577"/>
                  </a:lnTo>
                  <a:cubicBezTo>
                    <a:pt x="516" y="321"/>
                    <a:pt x="296" y="117"/>
                    <a:pt x="2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89"/>
            <p:cNvSpPr/>
            <p:nvPr/>
          </p:nvSpPr>
          <p:spPr>
            <a:xfrm flipH="1">
              <a:off x="954277" y="1483682"/>
              <a:ext cx="27924" cy="128497"/>
            </a:xfrm>
            <a:custGeom>
              <a:avLst/>
              <a:gdLst/>
              <a:ahLst/>
              <a:cxnLst/>
              <a:rect l="l" t="t" r="r" b="b"/>
              <a:pathLst>
                <a:path w="241" h="1109" extrusionOk="0">
                  <a:moveTo>
                    <a:pt x="180" y="0"/>
                  </a:moveTo>
                  <a:cubicBezTo>
                    <a:pt x="176" y="40"/>
                    <a:pt x="172" y="76"/>
                    <a:pt x="160" y="116"/>
                  </a:cubicBezTo>
                  <a:cubicBezTo>
                    <a:pt x="104" y="365"/>
                    <a:pt x="56" y="625"/>
                    <a:pt x="16" y="877"/>
                  </a:cubicBezTo>
                  <a:cubicBezTo>
                    <a:pt x="0" y="953"/>
                    <a:pt x="0" y="1033"/>
                    <a:pt x="12" y="1109"/>
                  </a:cubicBezTo>
                  <a:lnTo>
                    <a:pt x="76" y="1093"/>
                  </a:lnTo>
                  <a:cubicBezTo>
                    <a:pt x="60" y="1025"/>
                    <a:pt x="64" y="957"/>
                    <a:pt x="80" y="889"/>
                  </a:cubicBezTo>
                  <a:cubicBezTo>
                    <a:pt x="120" y="637"/>
                    <a:pt x="168" y="381"/>
                    <a:pt x="224" y="132"/>
                  </a:cubicBezTo>
                  <a:cubicBezTo>
                    <a:pt x="232" y="88"/>
                    <a:pt x="240" y="44"/>
                    <a:pt x="24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89"/>
            <p:cNvSpPr/>
            <p:nvPr/>
          </p:nvSpPr>
          <p:spPr>
            <a:xfrm flipH="1">
              <a:off x="989964" y="1473717"/>
              <a:ext cx="20509" cy="32327"/>
            </a:xfrm>
            <a:custGeom>
              <a:avLst/>
              <a:gdLst/>
              <a:ahLst/>
              <a:cxnLst/>
              <a:rect l="l" t="t" r="r" b="b"/>
              <a:pathLst>
                <a:path w="177" h="279" extrusionOk="0">
                  <a:moveTo>
                    <a:pt x="96" y="66"/>
                  </a:moveTo>
                  <a:cubicBezTo>
                    <a:pt x="100" y="66"/>
                    <a:pt x="108" y="74"/>
                    <a:pt x="108" y="90"/>
                  </a:cubicBezTo>
                  <a:cubicBezTo>
                    <a:pt x="108" y="122"/>
                    <a:pt x="100" y="154"/>
                    <a:pt x="84" y="178"/>
                  </a:cubicBezTo>
                  <a:cubicBezTo>
                    <a:pt x="80" y="170"/>
                    <a:pt x="76" y="158"/>
                    <a:pt x="76" y="146"/>
                  </a:cubicBezTo>
                  <a:cubicBezTo>
                    <a:pt x="68" y="126"/>
                    <a:pt x="68" y="98"/>
                    <a:pt x="80" y="78"/>
                  </a:cubicBezTo>
                  <a:cubicBezTo>
                    <a:pt x="84" y="70"/>
                    <a:pt x="88" y="66"/>
                    <a:pt x="96" y="66"/>
                  </a:cubicBezTo>
                  <a:close/>
                  <a:moveTo>
                    <a:pt x="95" y="0"/>
                  </a:moveTo>
                  <a:cubicBezTo>
                    <a:pt x="68" y="0"/>
                    <a:pt x="41" y="16"/>
                    <a:pt x="28" y="42"/>
                  </a:cubicBezTo>
                  <a:cubicBezTo>
                    <a:pt x="4" y="74"/>
                    <a:pt x="0" y="118"/>
                    <a:pt x="12" y="158"/>
                  </a:cubicBezTo>
                  <a:cubicBezTo>
                    <a:pt x="16" y="186"/>
                    <a:pt x="28" y="218"/>
                    <a:pt x="40" y="246"/>
                  </a:cubicBezTo>
                  <a:cubicBezTo>
                    <a:pt x="44" y="246"/>
                    <a:pt x="44" y="250"/>
                    <a:pt x="48" y="254"/>
                  </a:cubicBezTo>
                  <a:lnTo>
                    <a:pt x="68" y="278"/>
                  </a:lnTo>
                  <a:lnTo>
                    <a:pt x="92" y="262"/>
                  </a:lnTo>
                  <a:cubicBezTo>
                    <a:pt x="144" y="218"/>
                    <a:pt x="176" y="154"/>
                    <a:pt x="172" y="86"/>
                  </a:cubicBezTo>
                  <a:cubicBezTo>
                    <a:pt x="172" y="50"/>
                    <a:pt x="148" y="18"/>
                    <a:pt x="112" y="2"/>
                  </a:cubicBezTo>
                  <a:cubicBezTo>
                    <a:pt x="107" y="1"/>
                    <a:pt x="101" y="0"/>
                    <a:pt x="9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89"/>
            <p:cNvSpPr/>
            <p:nvPr/>
          </p:nvSpPr>
          <p:spPr>
            <a:xfrm flipH="1">
              <a:off x="945008" y="1467576"/>
              <a:ext cx="22826" cy="28272"/>
            </a:xfrm>
            <a:custGeom>
              <a:avLst/>
              <a:gdLst/>
              <a:ahLst/>
              <a:cxnLst/>
              <a:rect l="l" t="t" r="r" b="b"/>
              <a:pathLst>
                <a:path w="197" h="244" extrusionOk="0">
                  <a:moveTo>
                    <a:pt x="108" y="59"/>
                  </a:moveTo>
                  <a:cubicBezTo>
                    <a:pt x="112" y="83"/>
                    <a:pt x="112" y="107"/>
                    <a:pt x="108" y="135"/>
                  </a:cubicBezTo>
                  <a:cubicBezTo>
                    <a:pt x="104" y="151"/>
                    <a:pt x="96" y="163"/>
                    <a:pt x="84" y="175"/>
                  </a:cubicBezTo>
                  <a:cubicBezTo>
                    <a:pt x="80" y="167"/>
                    <a:pt x="76" y="159"/>
                    <a:pt x="72" y="147"/>
                  </a:cubicBezTo>
                  <a:cubicBezTo>
                    <a:pt x="68" y="127"/>
                    <a:pt x="68" y="103"/>
                    <a:pt x="76" y="83"/>
                  </a:cubicBezTo>
                  <a:cubicBezTo>
                    <a:pt x="84" y="71"/>
                    <a:pt x="92" y="63"/>
                    <a:pt x="108" y="59"/>
                  </a:cubicBezTo>
                  <a:close/>
                  <a:moveTo>
                    <a:pt x="107" y="0"/>
                  </a:moveTo>
                  <a:cubicBezTo>
                    <a:pt x="72" y="0"/>
                    <a:pt x="40" y="19"/>
                    <a:pt x="20" y="51"/>
                  </a:cubicBezTo>
                  <a:cubicBezTo>
                    <a:pt x="4" y="87"/>
                    <a:pt x="0" y="127"/>
                    <a:pt x="12" y="163"/>
                  </a:cubicBezTo>
                  <a:cubicBezTo>
                    <a:pt x="24" y="215"/>
                    <a:pt x="52" y="231"/>
                    <a:pt x="68" y="235"/>
                  </a:cubicBezTo>
                  <a:cubicBezTo>
                    <a:pt x="76" y="239"/>
                    <a:pt x="84" y="243"/>
                    <a:pt x="92" y="243"/>
                  </a:cubicBezTo>
                  <a:cubicBezTo>
                    <a:pt x="100" y="239"/>
                    <a:pt x="108" y="239"/>
                    <a:pt x="120" y="231"/>
                  </a:cubicBezTo>
                  <a:cubicBezTo>
                    <a:pt x="144" y="211"/>
                    <a:pt x="164" y="183"/>
                    <a:pt x="168" y="151"/>
                  </a:cubicBezTo>
                  <a:cubicBezTo>
                    <a:pt x="168" y="147"/>
                    <a:pt x="196" y="19"/>
                    <a:pt x="132" y="3"/>
                  </a:cubicBezTo>
                  <a:cubicBezTo>
                    <a:pt x="124" y="1"/>
                    <a:pt x="115" y="0"/>
                    <a:pt x="10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89"/>
            <p:cNvSpPr/>
            <p:nvPr/>
          </p:nvSpPr>
          <p:spPr>
            <a:xfrm flipH="1">
              <a:off x="1083586" y="1520875"/>
              <a:ext cx="24680" cy="30126"/>
            </a:xfrm>
            <a:custGeom>
              <a:avLst/>
              <a:gdLst/>
              <a:ahLst/>
              <a:cxnLst/>
              <a:rect l="l" t="t" r="r" b="b"/>
              <a:pathLst>
                <a:path w="213" h="260" extrusionOk="0">
                  <a:moveTo>
                    <a:pt x="84" y="68"/>
                  </a:moveTo>
                  <a:cubicBezTo>
                    <a:pt x="100" y="84"/>
                    <a:pt x="116" y="104"/>
                    <a:pt x="128" y="128"/>
                  </a:cubicBezTo>
                  <a:cubicBezTo>
                    <a:pt x="136" y="148"/>
                    <a:pt x="140" y="164"/>
                    <a:pt x="140" y="184"/>
                  </a:cubicBezTo>
                  <a:cubicBezTo>
                    <a:pt x="112" y="160"/>
                    <a:pt x="88" y="132"/>
                    <a:pt x="72" y="100"/>
                  </a:cubicBezTo>
                  <a:cubicBezTo>
                    <a:pt x="68" y="88"/>
                    <a:pt x="72" y="76"/>
                    <a:pt x="84" y="68"/>
                  </a:cubicBezTo>
                  <a:close/>
                  <a:moveTo>
                    <a:pt x="81" y="0"/>
                  </a:moveTo>
                  <a:cubicBezTo>
                    <a:pt x="75" y="0"/>
                    <a:pt x="70" y="1"/>
                    <a:pt x="64" y="4"/>
                  </a:cubicBezTo>
                  <a:cubicBezTo>
                    <a:pt x="24" y="24"/>
                    <a:pt x="0" y="68"/>
                    <a:pt x="8" y="116"/>
                  </a:cubicBezTo>
                  <a:cubicBezTo>
                    <a:pt x="36" y="176"/>
                    <a:pt x="80" y="224"/>
                    <a:pt x="140" y="260"/>
                  </a:cubicBezTo>
                  <a:lnTo>
                    <a:pt x="156" y="260"/>
                  </a:lnTo>
                  <a:cubicBezTo>
                    <a:pt x="168" y="260"/>
                    <a:pt x="176" y="252"/>
                    <a:pt x="184" y="248"/>
                  </a:cubicBezTo>
                  <a:cubicBezTo>
                    <a:pt x="208" y="204"/>
                    <a:pt x="212" y="148"/>
                    <a:pt x="184" y="104"/>
                  </a:cubicBezTo>
                  <a:cubicBezTo>
                    <a:pt x="184" y="104"/>
                    <a:pt x="138" y="0"/>
                    <a:pt x="8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89"/>
            <p:cNvSpPr/>
            <p:nvPr/>
          </p:nvSpPr>
          <p:spPr>
            <a:xfrm flipH="1">
              <a:off x="1138739" y="1555288"/>
              <a:ext cx="29314" cy="22594"/>
            </a:xfrm>
            <a:custGeom>
              <a:avLst/>
              <a:gdLst/>
              <a:ahLst/>
              <a:cxnLst/>
              <a:rect l="l" t="t" r="r" b="b"/>
              <a:pathLst>
                <a:path w="253" h="195" extrusionOk="0">
                  <a:moveTo>
                    <a:pt x="72" y="67"/>
                  </a:moveTo>
                  <a:cubicBezTo>
                    <a:pt x="96" y="71"/>
                    <a:pt x="120" y="79"/>
                    <a:pt x="140" y="95"/>
                  </a:cubicBezTo>
                  <a:lnTo>
                    <a:pt x="140" y="91"/>
                  </a:lnTo>
                  <a:cubicBezTo>
                    <a:pt x="156" y="103"/>
                    <a:pt x="168" y="115"/>
                    <a:pt x="184" y="131"/>
                  </a:cubicBezTo>
                  <a:lnTo>
                    <a:pt x="140" y="131"/>
                  </a:lnTo>
                  <a:cubicBezTo>
                    <a:pt x="120" y="131"/>
                    <a:pt x="96" y="119"/>
                    <a:pt x="80" y="103"/>
                  </a:cubicBezTo>
                  <a:cubicBezTo>
                    <a:pt x="72" y="95"/>
                    <a:pt x="68" y="79"/>
                    <a:pt x="72" y="67"/>
                  </a:cubicBezTo>
                  <a:close/>
                  <a:moveTo>
                    <a:pt x="69" y="1"/>
                  </a:moveTo>
                  <a:cubicBezTo>
                    <a:pt x="51" y="1"/>
                    <a:pt x="35" y="6"/>
                    <a:pt x="24" y="19"/>
                  </a:cubicBezTo>
                  <a:cubicBezTo>
                    <a:pt x="0" y="59"/>
                    <a:pt x="4" y="107"/>
                    <a:pt x="36" y="143"/>
                  </a:cubicBezTo>
                  <a:cubicBezTo>
                    <a:pt x="60" y="171"/>
                    <a:pt x="96" y="191"/>
                    <a:pt x="136" y="195"/>
                  </a:cubicBezTo>
                  <a:cubicBezTo>
                    <a:pt x="152" y="195"/>
                    <a:pt x="172" y="195"/>
                    <a:pt x="188" y="191"/>
                  </a:cubicBezTo>
                  <a:cubicBezTo>
                    <a:pt x="204" y="191"/>
                    <a:pt x="220" y="183"/>
                    <a:pt x="232" y="175"/>
                  </a:cubicBezTo>
                  <a:cubicBezTo>
                    <a:pt x="244" y="159"/>
                    <a:pt x="252" y="143"/>
                    <a:pt x="248" y="123"/>
                  </a:cubicBezTo>
                  <a:cubicBezTo>
                    <a:pt x="240" y="83"/>
                    <a:pt x="176" y="39"/>
                    <a:pt x="176" y="39"/>
                  </a:cubicBezTo>
                  <a:cubicBezTo>
                    <a:pt x="176" y="36"/>
                    <a:pt x="116" y="1"/>
                    <a:pt x="69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89"/>
            <p:cNvSpPr/>
            <p:nvPr/>
          </p:nvSpPr>
          <p:spPr>
            <a:xfrm flipH="1">
              <a:off x="1050216" y="1476962"/>
              <a:ext cx="22826" cy="29083"/>
            </a:xfrm>
            <a:custGeom>
              <a:avLst/>
              <a:gdLst/>
              <a:ahLst/>
              <a:cxnLst/>
              <a:rect l="l" t="t" r="r" b="b"/>
              <a:pathLst>
                <a:path w="197" h="251" extrusionOk="0">
                  <a:moveTo>
                    <a:pt x="116" y="62"/>
                  </a:moveTo>
                  <a:cubicBezTo>
                    <a:pt x="124" y="74"/>
                    <a:pt x="132" y="86"/>
                    <a:pt x="128" y="98"/>
                  </a:cubicBezTo>
                  <a:cubicBezTo>
                    <a:pt x="128" y="122"/>
                    <a:pt x="116" y="142"/>
                    <a:pt x="96" y="158"/>
                  </a:cubicBezTo>
                  <a:cubicBezTo>
                    <a:pt x="88" y="166"/>
                    <a:pt x="80" y="174"/>
                    <a:pt x="68" y="182"/>
                  </a:cubicBezTo>
                  <a:cubicBezTo>
                    <a:pt x="68" y="166"/>
                    <a:pt x="68" y="146"/>
                    <a:pt x="76" y="130"/>
                  </a:cubicBezTo>
                  <a:cubicBezTo>
                    <a:pt x="84" y="106"/>
                    <a:pt x="100" y="82"/>
                    <a:pt x="116" y="62"/>
                  </a:cubicBezTo>
                  <a:close/>
                  <a:moveTo>
                    <a:pt x="115" y="0"/>
                  </a:moveTo>
                  <a:cubicBezTo>
                    <a:pt x="58" y="0"/>
                    <a:pt x="16" y="114"/>
                    <a:pt x="16" y="114"/>
                  </a:cubicBezTo>
                  <a:cubicBezTo>
                    <a:pt x="0" y="146"/>
                    <a:pt x="0" y="182"/>
                    <a:pt x="12" y="214"/>
                  </a:cubicBezTo>
                  <a:cubicBezTo>
                    <a:pt x="16" y="230"/>
                    <a:pt x="36" y="246"/>
                    <a:pt x="56" y="250"/>
                  </a:cubicBezTo>
                  <a:lnTo>
                    <a:pt x="68" y="250"/>
                  </a:lnTo>
                  <a:cubicBezTo>
                    <a:pt x="96" y="242"/>
                    <a:pt x="120" y="226"/>
                    <a:pt x="140" y="206"/>
                  </a:cubicBezTo>
                  <a:cubicBezTo>
                    <a:pt x="168" y="182"/>
                    <a:pt x="188" y="146"/>
                    <a:pt x="192" y="106"/>
                  </a:cubicBezTo>
                  <a:cubicBezTo>
                    <a:pt x="196" y="62"/>
                    <a:pt x="168" y="18"/>
                    <a:pt x="128" y="2"/>
                  </a:cubicBezTo>
                  <a:cubicBezTo>
                    <a:pt x="124" y="1"/>
                    <a:pt x="119" y="0"/>
                    <a:pt x="11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89"/>
            <p:cNvSpPr/>
            <p:nvPr/>
          </p:nvSpPr>
          <p:spPr>
            <a:xfrm flipH="1">
              <a:off x="993672" y="1477541"/>
              <a:ext cx="13093" cy="23405"/>
            </a:xfrm>
            <a:custGeom>
              <a:avLst/>
              <a:gdLst/>
              <a:ahLst/>
              <a:cxnLst/>
              <a:rect l="l" t="t" r="r" b="b"/>
              <a:pathLst>
                <a:path w="113" h="202" extrusionOk="0">
                  <a:moveTo>
                    <a:pt x="62" y="1"/>
                  </a:moveTo>
                  <a:cubicBezTo>
                    <a:pt x="48" y="1"/>
                    <a:pt x="33" y="8"/>
                    <a:pt x="20" y="25"/>
                  </a:cubicBezTo>
                  <a:cubicBezTo>
                    <a:pt x="4" y="53"/>
                    <a:pt x="0" y="85"/>
                    <a:pt x="12" y="117"/>
                  </a:cubicBezTo>
                  <a:cubicBezTo>
                    <a:pt x="16" y="141"/>
                    <a:pt x="24" y="169"/>
                    <a:pt x="36" y="193"/>
                  </a:cubicBezTo>
                  <a:lnTo>
                    <a:pt x="40" y="201"/>
                  </a:lnTo>
                  <a:cubicBezTo>
                    <a:pt x="84" y="165"/>
                    <a:pt x="112" y="113"/>
                    <a:pt x="108" y="53"/>
                  </a:cubicBezTo>
                  <a:cubicBezTo>
                    <a:pt x="106" y="23"/>
                    <a:pt x="85" y="1"/>
                    <a:pt x="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89"/>
            <p:cNvSpPr/>
            <p:nvPr/>
          </p:nvSpPr>
          <p:spPr>
            <a:xfrm flipH="1">
              <a:off x="950569" y="1470937"/>
              <a:ext cx="13556" cy="20740"/>
            </a:xfrm>
            <a:custGeom>
              <a:avLst/>
              <a:gdLst/>
              <a:ahLst/>
              <a:cxnLst/>
              <a:rect l="l" t="t" r="r" b="b"/>
              <a:pathLst>
                <a:path w="117" h="179" extrusionOk="0">
                  <a:moveTo>
                    <a:pt x="76" y="0"/>
                  </a:moveTo>
                  <a:cubicBezTo>
                    <a:pt x="51" y="0"/>
                    <a:pt x="29" y="15"/>
                    <a:pt x="16" y="38"/>
                  </a:cubicBezTo>
                  <a:cubicBezTo>
                    <a:pt x="4" y="66"/>
                    <a:pt x="0" y="98"/>
                    <a:pt x="12" y="126"/>
                  </a:cubicBezTo>
                  <a:cubicBezTo>
                    <a:pt x="16" y="158"/>
                    <a:pt x="32" y="174"/>
                    <a:pt x="44" y="178"/>
                  </a:cubicBezTo>
                  <a:cubicBezTo>
                    <a:pt x="46" y="179"/>
                    <a:pt x="47" y="179"/>
                    <a:pt x="49" y="179"/>
                  </a:cubicBezTo>
                  <a:cubicBezTo>
                    <a:pt x="72" y="179"/>
                    <a:pt x="97" y="152"/>
                    <a:pt x="108" y="110"/>
                  </a:cubicBezTo>
                  <a:cubicBezTo>
                    <a:pt x="112" y="94"/>
                    <a:pt x="116" y="10"/>
                    <a:pt x="92" y="2"/>
                  </a:cubicBezTo>
                  <a:cubicBezTo>
                    <a:pt x="87" y="1"/>
                    <a:pt x="81" y="0"/>
                    <a:pt x="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89"/>
            <p:cNvSpPr/>
            <p:nvPr/>
          </p:nvSpPr>
          <p:spPr>
            <a:xfrm flipH="1">
              <a:off x="1087757" y="1524815"/>
              <a:ext cx="16801" cy="22362"/>
            </a:xfrm>
            <a:custGeom>
              <a:avLst/>
              <a:gdLst/>
              <a:ahLst/>
              <a:cxnLst/>
              <a:rect l="l" t="t" r="r" b="b"/>
              <a:pathLst>
                <a:path w="145" h="193" extrusionOk="0">
                  <a:moveTo>
                    <a:pt x="50" y="0"/>
                  </a:moveTo>
                  <a:cubicBezTo>
                    <a:pt x="48" y="0"/>
                    <a:pt x="46" y="1"/>
                    <a:pt x="44" y="2"/>
                  </a:cubicBezTo>
                  <a:cubicBezTo>
                    <a:pt x="16" y="14"/>
                    <a:pt x="0" y="46"/>
                    <a:pt x="8" y="74"/>
                  </a:cubicBezTo>
                  <a:cubicBezTo>
                    <a:pt x="12" y="95"/>
                    <a:pt x="91" y="193"/>
                    <a:pt x="118" y="193"/>
                  </a:cubicBezTo>
                  <a:cubicBezTo>
                    <a:pt x="120" y="193"/>
                    <a:pt x="123" y="192"/>
                    <a:pt x="124" y="190"/>
                  </a:cubicBezTo>
                  <a:cubicBezTo>
                    <a:pt x="144" y="158"/>
                    <a:pt x="144" y="114"/>
                    <a:pt x="124" y="82"/>
                  </a:cubicBezTo>
                  <a:cubicBezTo>
                    <a:pt x="117" y="67"/>
                    <a:pt x="78" y="0"/>
                    <a:pt x="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89"/>
            <p:cNvSpPr/>
            <p:nvPr/>
          </p:nvSpPr>
          <p:spPr>
            <a:xfrm flipH="1">
              <a:off x="1142910" y="1559228"/>
              <a:ext cx="21435" cy="15063"/>
            </a:xfrm>
            <a:custGeom>
              <a:avLst/>
              <a:gdLst/>
              <a:ahLst/>
              <a:cxnLst/>
              <a:rect l="l" t="t" r="r" b="b"/>
              <a:pathLst>
                <a:path w="185" h="130" extrusionOk="0">
                  <a:moveTo>
                    <a:pt x="38" y="0"/>
                  </a:moveTo>
                  <a:cubicBezTo>
                    <a:pt x="30" y="0"/>
                    <a:pt x="23" y="3"/>
                    <a:pt x="20" y="9"/>
                  </a:cubicBezTo>
                  <a:cubicBezTo>
                    <a:pt x="0" y="33"/>
                    <a:pt x="4" y="69"/>
                    <a:pt x="24" y="89"/>
                  </a:cubicBezTo>
                  <a:cubicBezTo>
                    <a:pt x="48" y="113"/>
                    <a:pt x="76" y="125"/>
                    <a:pt x="108" y="129"/>
                  </a:cubicBezTo>
                  <a:cubicBezTo>
                    <a:pt x="118" y="129"/>
                    <a:pt x="129" y="129"/>
                    <a:pt x="139" y="129"/>
                  </a:cubicBezTo>
                  <a:cubicBezTo>
                    <a:pt x="155" y="129"/>
                    <a:pt x="169" y="128"/>
                    <a:pt x="176" y="121"/>
                  </a:cubicBezTo>
                  <a:cubicBezTo>
                    <a:pt x="184" y="113"/>
                    <a:pt x="184" y="105"/>
                    <a:pt x="184" y="97"/>
                  </a:cubicBezTo>
                  <a:cubicBezTo>
                    <a:pt x="180" y="73"/>
                    <a:pt x="140" y="41"/>
                    <a:pt x="124" y="33"/>
                  </a:cubicBezTo>
                  <a:cubicBezTo>
                    <a:pt x="112" y="23"/>
                    <a:pt x="65" y="0"/>
                    <a:pt x="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89"/>
            <p:cNvSpPr/>
            <p:nvPr/>
          </p:nvSpPr>
          <p:spPr>
            <a:xfrm flipH="1">
              <a:off x="1053924" y="1480322"/>
              <a:ext cx="15410" cy="22015"/>
            </a:xfrm>
            <a:custGeom>
              <a:avLst/>
              <a:gdLst/>
              <a:ahLst/>
              <a:cxnLst/>
              <a:rect l="l" t="t" r="r" b="b"/>
              <a:pathLst>
                <a:path w="133" h="190" extrusionOk="0">
                  <a:moveTo>
                    <a:pt x="81" y="1"/>
                  </a:moveTo>
                  <a:cubicBezTo>
                    <a:pt x="56" y="1"/>
                    <a:pt x="20" y="74"/>
                    <a:pt x="12" y="93"/>
                  </a:cubicBezTo>
                  <a:cubicBezTo>
                    <a:pt x="4" y="117"/>
                    <a:pt x="0" y="145"/>
                    <a:pt x="8" y="173"/>
                  </a:cubicBezTo>
                  <a:cubicBezTo>
                    <a:pt x="12" y="181"/>
                    <a:pt x="16" y="185"/>
                    <a:pt x="28" y="189"/>
                  </a:cubicBezTo>
                  <a:cubicBezTo>
                    <a:pt x="29" y="190"/>
                    <a:pt x="31" y="190"/>
                    <a:pt x="32" y="190"/>
                  </a:cubicBezTo>
                  <a:cubicBezTo>
                    <a:pt x="52" y="190"/>
                    <a:pt x="77" y="165"/>
                    <a:pt x="88" y="153"/>
                  </a:cubicBezTo>
                  <a:cubicBezTo>
                    <a:pt x="112" y="133"/>
                    <a:pt x="124" y="105"/>
                    <a:pt x="128" y="73"/>
                  </a:cubicBezTo>
                  <a:cubicBezTo>
                    <a:pt x="132" y="41"/>
                    <a:pt x="116" y="13"/>
                    <a:pt x="84" y="1"/>
                  </a:cubicBezTo>
                  <a:cubicBezTo>
                    <a:pt x="83" y="1"/>
                    <a:pt x="82" y="1"/>
                    <a:pt x="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89"/>
            <p:cNvSpPr/>
            <p:nvPr/>
          </p:nvSpPr>
          <p:spPr>
            <a:xfrm flipH="1">
              <a:off x="996916" y="1560155"/>
              <a:ext cx="18655" cy="90956"/>
            </a:xfrm>
            <a:custGeom>
              <a:avLst/>
              <a:gdLst/>
              <a:ahLst/>
              <a:cxnLst/>
              <a:rect l="l" t="t" r="r" b="b"/>
              <a:pathLst>
                <a:path w="161" h="785" extrusionOk="0">
                  <a:moveTo>
                    <a:pt x="120" y="1"/>
                  </a:moveTo>
                  <a:lnTo>
                    <a:pt x="60" y="17"/>
                  </a:lnTo>
                  <a:cubicBezTo>
                    <a:pt x="96" y="165"/>
                    <a:pt x="96" y="317"/>
                    <a:pt x="60" y="465"/>
                  </a:cubicBezTo>
                  <a:lnTo>
                    <a:pt x="52" y="497"/>
                  </a:lnTo>
                  <a:cubicBezTo>
                    <a:pt x="24" y="593"/>
                    <a:pt x="0" y="697"/>
                    <a:pt x="56" y="785"/>
                  </a:cubicBezTo>
                  <a:lnTo>
                    <a:pt x="108" y="749"/>
                  </a:lnTo>
                  <a:cubicBezTo>
                    <a:pt x="68" y="685"/>
                    <a:pt x="92" y="601"/>
                    <a:pt x="112" y="517"/>
                  </a:cubicBezTo>
                  <a:lnTo>
                    <a:pt x="120" y="485"/>
                  </a:lnTo>
                  <a:cubicBezTo>
                    <a:pt x="160" y="325"/>
                    <a:pt x="160" y="161"/>
                    <a:pt x="12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89"/>
            <p:cNvSpPr/>
            <p:nvPr/>
          </p:nvSpPr>
          <p:spPr>
            <a:xfrm flipH="1">
              <a:off x="997380" y="1539298"/>
              <a:ext cx="20972" cy="31400"/>
            </a:xfrm>
            <a:custGeom>
              <a:avLst/>
              <a:gdLst/>
              <a:ahLst/>
              <a:cxnLst/>
              <a:rect l="l" t="t" r="r" b="b"/>
              <a:pathLst>
                <a:path w="181" h="271" extrusionOk="0">
                  <a:moveTo>
                    <a:pt x="88" y="65"/>
                  </a:moveTo>
                  <a:cubicBezTo>
                    <a:pt x="100" y="89"/>
                    <a:pt x="104" y="113"/>
                    <a:pt x="108" y="137"/>
                  </a:cubicBezTo>
                  <a:cubicBezTo>
                    <a:pt x="108" y="157"/>
                    <a:pt x="108" y="177"/>
                    <a:pt x="100" y="193"/>
                  </a:cubicBezTo>
                  <a:cubicBezTo>
                    <a:pt x="84" y="161"/>
                    <a:pt x="72" y="129"/>
                    <a:pt x="64" y="93"/>
                  </a:cubicBezTo>
                  <a:cubicBezTo>
                    <a:pt x="68" y="81"/>
                    <a:pt x="76" y="69"/>
                    <a:pt x="88" y="65"/>
                  </a:cubicBezTo>
                  <a:close/>
                  <a:moveTo>
                    <a:pt x="96" y="1"/>
                  </a:moveTo>
                  <a:cubicBezTo>
                    <a:pt x="48" y="1"/>
                    <a:pt x="12" y="37"/>
                    <a:pt x="0" y="81"/>
                  </a:cubicBezTo>
                  <a:cubicBezTo>
                    <a:pt x="4" y="149"/>
                    <a:pt x="32" y="213"/>
                    <a:pt x="72" y="261"/>
                  </a:cubicBezTo>
                  <a:cubicBezTo>
                    <a:pt x="78" y="266"/>
                    <a:pt x="86" y="270"/>
                    <a:pt x="95" y="270"/>
                  </a:cubicBezTo>
                  <a:cubicBezTo>
                    <a:pt x="98" y="270"/>
                    <a:pt x="101" y="270"/>
                    <a:pt x="104" y="269"/>
                  </a:cubicBezTo>
                  <a:cubicBezTo>
                    <a:pt x="108" y="269"/>
                    <a:pt x="112" y="269"/>
                    <a:pt x="116" y="265"/>
                  </a:cubicBezTo>
                  <a:cubicBezTo>
                    <a:pt x="160" y="237"/>
                    <a:pt x="180" y="185"/>
                    <a:pt x="172" y="137"/>
                  </a:cubicBezTo>
                  <a:cubicBezTo>
                    <a:pt x="172" y="133"/>
                    <a:pt x="160" y="1"/>
                    <a:pt x="96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89"/>
            <p:cNvSpPr/>
            <p:nvPr/>
          </p:nvSpPr>
          <p:spPr>
            <a:xfrm flipH="1">
              <a:off x="1001551" y="1543006"/>
              <a:ext cx="13556" cy="24332"/>
            </a:xfrm>
            <a:custGeom>
              <a:avLst/>
              <a:gdLst/>
              <a:ahLst/>
              <a:cxnLst/>
              <a:rect l="l" t="t" r="r" b="b"/>
              <a:pathLst>
                <a:path w="117" h="210" extrusionOk="0">
                  <a:moveTo>
                    <a:pt x="68" y="1"/>
                  </a:moveTo>
                  <a:cubicBezTo>
                    <a:pt x="36" y="1"/>
                    <a:pt x="12" y="25"/>
                    <a:pt x="4" y="57"/>
                  </a:cubicBezTo>
                  <a:cubicBezTo>
                    <a:pt x="0" y="80"/>
                    <a:pt x="48" y="209"/>
                    <a:pt x="70" y="209"/>
                  </a:cubicBezTo>
                  <a:cubicBezTo>
                    <a:pt x="70" y="209"/>
                    <a:pt x="71" y="209"/>
                    <a:pt x="72" y="209"/>
                  </a:cubicBezTo>
                  <a:cubicBezTo>
                    <a:pt x="104" y="181"/>
                    <a:pt x="116" y="145"/>
                    <a:pt x="112" y="105"/>
                  </a:cubicBezTo>
                  <a:cubicBezTo>
                    <a:pt x="112" y="85"/>
                    <a:pt x="96" y="1"/>
                    <a:pt x="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89"/>
            <p:cNvSpPr/>
            <p:nvPr/>
          </p:nvSpPr>
          <p:spPr>
            <a:xfrm flipH="1">
              <a:off x="1027969" y="1583792"/>
              <a:ext cx="53415" cy="87248"/>
            </a:xfrm>
            <a:custGeom>
              <a:avLst/>
              <a:gdLst/>
              <a:ahLst/>
              <a:cxnLst/>
              <a:rect l="l" t="t" r="r" b="b"/>
              <a:pathLst>
                <a:path w="461" h="753" extrusionOk="0">
                  <a:moveTo>
                    <a:pt x="40" y="1"/>
                  </a:moveTo>
                  <a:lnTo>
                    <a:pt x="0" y="49"/>
                  </a:lnTo>
                  <a:cubicBezTo>
                    <a:pt x="208" y="229"/>
                    <a:pt x="348" y="477"/>
                    <a:pt x="396" y="753"/>
                  </a:cubicBezTo>
                  <a:lnTo>
                    <a:pt x="460" y="741"/>
                  </a:lnTo>
                  <a:cubicBezTo>
                    <a:pt x="408" y="453"/>
                    <a:pt x="260" y="189"/>
                    <a:pt x="4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89"/>
            <p:cNvSpPr/>
            <p:nvPr/>
          </p:nvSpPr>
          <p:spPr>
            <a:xfrm flipH="1">
              <a:off x="1069218" y="1565716"/>
              <a:ext cx="26534" cy="26534"/>
            </a:xfrm>
            <a:custGeom>
              <a:avLst/>
              <a:gdLst/>
              <a:ahLst/>
              <a:cxnLst/>
              <a:rect l="l" t="t" r="r" b="b"/>
              <a:pathLst>
                <a:path w="229" h="229" extrusionOk="0">
                  <a:moveTo>
                    <a:pt x="84" y="69"/>
                  </a:moveTo>
                  <a:cubicBezTo>
                    <a:pt x="104" y="81"/>
                    <a:pt x="120" y="97"/>
                    <a:pt x="136" y="117"/>
                  </a:cubicBezTo>
                  <a:cubicBezTo>
                    <a:pt x="148" y="129"/>
                    <a:pt x="160" y="145"/>
                    <a:pt x="164" y="165"/>
                  </a:cubicBezTo>
                  <a:cubicBezTo>
                    <a:pt x="152" y="161"/>
                    <a:pt x="140" y="157"/>
                    <a:pt x="128" y="153"/>
                  </a:cubicBezTo>
                  <a:cubicBezTo>
                    <a:pt x="108" y="141"/>
                    <a:pt x="92" y="125"/>
                    <a:pt x="80" y="109"/>
                  </a:cubicBezTo>
                  <a:lnTo>
                    <a:pt x="80" y="105"/>
                  </a:lnTo>
                  <a:cubicBezTo>
                    <a:pt x="76" y="93"/>
                    <a:pt x="76" y="81"/>
                    <a:pt x="84" y="69"/>
                  </a:cubicBezTo>
                  <a:close/>
                  <a:moveTo>
                    <a:pt x="78" y="1"/>
                  </a:moveTo>
                  <a:cubicBezTo>
                    <a:pt x="69" y="1"/>
                    <a:pt x="60" y="3"/>
                    <a:pt x="52" y="9"/>
                  </a:cubicBezTo>
                  <a:cubicBezTo>
                    <a:pt x="12" y="37"/>
                    <a:pt x="0" y="89"/>
                    <a:pt x="20" y="129"/>
                  </a:cubicBezTo>
                  <a:cubicBezTo>
                    <a:pt x="36" y="165"/>
                    <a:pt x="68" y="193"/>
                    <a:pt x="100" y="209"/>
                  </a:cubicBezTo>
                  <a:cubicBezTo>
                    <a:pt x="124" y="221"/>
                    <a:pt x="152" y="229"/>
                    <a:pt x="180" y="229"/>
                  </a:cubicBezTo>
                  <a:cubicBezTo>
                    <a:pt x="184" y="225"/>
                    <a:pt x="192" y="225"/>
                    <a:pt x="200" y="221"/>
                  </a:cubicBezTo>
                  <a:cubicBezTo>
                    <a:pt x="216" y="213"/>
                    <a:pt x="228" y="197"/>
                    <a:pt x="228" y="177"/>
                  </a:cubicBezTo>
                  <a:cubicBezTo>
                    <a:pt x="228" y="137"/>
                    <a:pt x="212" y="101"/>
                    <a:pt x="188" y="73"/>
                  </a:cubicBezTo>
                  <a:cubicBezTo>
                    <a:pt x="185" y="73"/>
                    <a:pt x="127" y="1"/>
                    <a:pt x="7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89"/>
            <p:cNvSpPr/>
            <p:nvPr/>
          </p:nvSpPr>
          <p:spPr>
            <a:xfrm flipH="1">
              <a:off x="1072926" y="1569192"/>
              <a:ext cx="18655" cy="19118"/>
            </a:xfrm>
            <a:custGeom>
              <a:avLst/>
              <a:gdLst/>
              <a:ahLst/>
              <a:cxnLst/>
              <a:rect l="l" t="t" r="r" b="b"/>
              <a:pathLst>
                <a:path w="161" h="165" extrusionOk="0">
                  <a:moveTo>
                    <a:pt x="40" y="1"/>
                  </a:moveTo>
                  <a:cubicBezTo>
                    <a:pt x="37" y="1"/>
                    <a:pt x="34" y="1"/>
                    <a:pt x="32" y="3"/>
                  </a:cubicBezTo>
                  <a:cubicBezTo>
                    <a:pt x="8" y="23"/>
                    <a:pt x="0" y="59"/>
                    <a:pt x="16" y="87"/>
                  </a:cubicBezTo>
                  <a:cubicBezTo>
                    <a:pt x="28" y="111"/>
                    <a:pt x="52" y="135"/>
                    <a:pt x="80" y="147"/>
                  </a:cubicBezTo>
                  <a:cubicBezTo>
                    <a:pt x="96" y="153"/>
                    <a:pt x="120" y="165"/>
                    <a:pt x="137" y="165"/>
                  </a:cubicBezTo>
                  <a:cubicBezTo>
                    <a:pt x="141" y="165"/>
                    <a:pt x="145" y="164"/>
                    <a:pt x="148" y="163"/>
                  </a:cubicBezTo>
                  <a:cubicBezTo>
                    <a:pt x="156" y="155"/>
                    <a:pt x="160" y="147"/>
                    <a:pt x="160" y="139"/>
                  </a:cubicBezTo>
                  <a:cubicBezTo>
                    <a:pt x="156" y="111"/>
                    <a:pt x="144" y="83"/>
                    <a:pt x="128" y="59"/>
                  </a:cubicBezTo>
                  <a:cubicBezTo>
                    <a:pt x="117" y="48"/>
                    <a:pt x="67" y="1"/>
                    <a:pt x="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89"/>
            <p:cNvSpPr/>
            <p:nvPr/>
          </p:nvSpPr>
          <p:spPr>
            <a:xfrm flipH="1">
              <a:off x="1013138" y="1608819"/>
              <a:ext cx="20509" cy="32095"/>
            </a:xfrm>
            <a:custGeom>
              <a:avLst/>
              <a:gdLst/>
              <a:ahLst/>
              <a:cxnLst/>
              <a:rect l="l" t="t" r="r" b="b"/>
              <a:pathLst>
                <a:path w="177" h="277" extrusionOk="0">
                  <a:moveTo>
                    <a:pt x="96" y="65"/>
                  </a:moveTo>
                  <a:cubicBezTo>
                    <a:pt x="100" y="65"/>
                    <a:pt x="108" y="73"/>
                    <a:pt x="108" y="89"/>
                  </a:cubicBezTo>
                  <a:cubicBezTo>
                    <a:pt x="108" y="121"/>
                    <a:pt x="100" y="153"/>
                    <a:pt x="80" y="181"/>
                  </a:cubicBezTo>
                  <a:cubicBezTo>
                    <a:pt x="80" y="169"/>
                    <a:pt x="72" y="157"/>
                    <a:pt x="72" y="145"/>
                  </a:cubicBezTo>
                  <a:cubicBezTo>
                    <a:pt x="64" y="125"/>
                    <a:pt x="68" y="97"/>
                    <a:pt x="76" y="77"/>
                  </a:cubicBezTo>
                  <a:cubicBezTo>
                    <a:pt x="84" y="69"/>
                    <a:pt x="88" y="65"/>
                    <a:pt x="96" y="65"/>
                  </a:cubicBezTo>
                  <a:close/>
                  <a:moveTo>
                    <a:pt x="90" y="1"/>
                  </a:moveTo>
                  <a:cubicBezTo>
                    <a:pt x="65" y="1"/>
                    <a:pt x="41" y="16"/>
                    <a:pt x="28" y="41"/>
                  </a:cubicBezTo>
                  <a:cubicBezTo>
                    <a:pt x="4" y="73"/>
                    <a:pt x="0" y="117"/>
                    <a:pt x="12" y="157"/>
                  </a:cubicBezTo>
                  <a:cubicBezTo>
                    <a:pt x="16" y="185"/>
                    <a:pt x="28" y="217"/>
                    <a:pt x="40" y="245"/>
                  </a:cubicBezTo>
                  <a:cubicBezTo>
                    <a:pt x="44" y="245"/>
                    <a:pt x="44" y="249"/>
                    <a:pt x="48" y="253"/>
                  </a:cubicBezTo>
                  <a:lnTo>
                    <a:pt x="64" y="277"/>
                  </a:lnTo>
                  <a:lnTo>
                    <a:pt x="88" y="261"/>
                  </a:lnTo>
                  <a:cubicBezTo>
                    <a:pt x="144" y="221"/>
                    <a:pt x="176" y="153"/>
                    <a:pt x="168" y="85"/>
                  </a:cubicBezTo>
                  <a:cubicBezTo>
                    <a:pt x="168" y="49"/>
                    <a:pt x="148" y="17"/>
                    <a:pt x="112" y="5"/>
                  </a:cubicBezTo>
                  <a:cubicBezTo>
                    <a:pt x="105" y="2"/>
                    <a:pt x="98" y="1"/>
                    <a:pt x="9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89"/>
            <p:cNvSpPr/>
            <p:nvPr/>
          </p:nvSpPr>
          <p:spPr>
            <a:xfrm flipH="1">
              <a:off x="1017309" y="1612411"/>
              <a:ext cx="12630" cy="23405"/>
            </a:xfrm>
            <a:custGeom>
              <a:avLst/>
              <a:gdLst/>
              <a:ahLst/>
              <a:cxnLst/>
              <a:rect l="l" t="t" r="r" b="b"/>
              <a:pathLst>
                <a:path w="109" h="202" extrusionOk="0">
                  <a:moveTo>
                    <a:pt x="61" y="1"/>
                  </a:moveTo>
                  <a:cubicBezTo>
                    <a:pt x="48" y="1"/>
                    <a:pt x="33" y="8"/>
                    <a:pt x="20" y="26"/>
                  </a:cubicBezTo>
                  <a:cubicBezTo>
                    <a:pt x="4" y="54"/>
                    <a:pt x="0" y="86"/>
                    <a:pt x="8" y="118"/>
                  </a:cubicBezTo>
                  <a:cubicBezTo>
                    <a:pt x="16" y="146"/>
                    <a:pt x="24" y="170"/>
                    <a:pt x="36" y="198"/>
                  </a:cubicBezTo>
                  <a:lnTo>
                    <a:pt x="40" y="202"/>
                  </a:lnTo>
                  <a:cubicBezTo>
                    <a:pt x="84" y="166"/>
                    <a:pt x="108" y="114"/>
                    <a:pt x="104" y="58"/>
                  </a:cubicBezTo>
                  <a:cubicBezTo>
                    <a:pt x="104" y="24"/>
                    <a:pt x="85" y="1"/>
                    <a:pt x="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89"/>
            <p:cNvSpPr/>
            <p:nvPr/>
          </p:nvSpPr>
          <p:spPr>
            <a:xfrm flipH="1">
              <a:off x="2809213" y="336246"/>
              <a:ext cx="745839" cy="718263"/>
            </a:xfrm>
            <a:custGeom>
              <a:avLst/>
              <a:gdLst/>
              <a:ahLst/>
              <a:cxnLst/>
              <a:rect l="l" t="t" r="r" b="b"/>
              <a:pathLst>
                <a:path w="6437" h="6199" extrusionOk="0">
                  <a:moveTo>
                    <a:pt x="4056" y="2183"/>
                  </a:moveTo>
                  <a:cubicBezTo>
                    <a:pt x="4032" y="2211"/>
                    <a:pt x="4012" y="2239"/>
                    <a:pt x="3992" y="2267"/>
                  </a:cubicBezTo>
                  <a:cubicBezTo>
                    <a:pt x="3920" y="2363"/>
                    <a:pt x="3852" y="2463"/>
                    <a:pt x="3796" y="2567"/>
                  </a:cubicBezTo>
                  <a:cubicBezTo>
                    <a:pt x="3768" y="2615"/>
                    <a:pt x="3740" y="2667"/>
                    <a:pt x="3712" y="2711"/>
                  </a:cubicBezTo>
                  <a:lnTo>
                    <a:pt x="3696" y="2747"/>
                  </a:lnTo>
                  <a:lnTo>
                    <a:pt x="3696" y="2751"/>
                  </a:lnTo>
                  <a:lnTo>
                    <a:pt x="3692" y="2751"/>
                  </a:lnTo>
                  <a:lnTo>
                    <a:pt x="3688" y="2759"/>
                  </a:lnTo>
                  <a:lnTo>
                    <a:pt x="3676" y="2775"/>
                  </a:lnTo>
                  <a:cubicBezTo>
                    <a:pt x="3664" y="2795"/>
                    <a:pt x="3648" y="2823"/>
                    <a:pt x="3636" y="2839"/>
                  </a:cubicBezTo>
                  <a:cubicBezTo>
                    <a:pt x="3580" y="2915"/>
                    <a:pt x="3516" y="2979"/>
                    <a:pt x="3444" y="3035"/>
                  </a:cubicBezTo>
                  <a:cubicBezTo>
                    <a:pt x="3364" y="3091"/>
                    <a:pt x="3280" y="3143"/>
                    <a:pt x="3192" y="3187"/>
                  </a:cubicBezTo>
                  <a:cubicBezTo>
                    <a:pt x="3161" y="3198"/>
                    <a:pt x="3132" y="3206"/>
                    <a:pt x="3111" y="3206"/>
                  </a:cubicBezTo>
                  <a:cubicBezTo>
                    <a:pt x="3085" y="3206"/>
                    <a:pt x="3070" y="3194"/>
                    <a:pt x="3076" y="3159"/>
                  </a:cubicBezTo>
                  <a:cubicBezTo>
                    <a:pt x="3188" y="3075"/>
                    <a:pt x="3288" y="2975"/>
                    <a:pt x="3368" y="2859"/>
                  </a:cubicBezTo>
                  <a:cubicBezTo>
                    <a:pt x="3420" y="2787"/>
                    <a:pt x="3472" y="2711"/>
                    <a:pt x="3528" y="2631"/>
                  </a:cubicBezTo>
                  <a:cubicBezTo>
                    <a:pt x="3552" y="2587"/>
                    <a:pt x="3580" y="2551"/>
                    <a:pt x="3612" y="2511"/>
                  </a:cubicBezTo>
                  <a:cubicBezTo>
                    <a:pt x="3628" y="2495"/>
                    <a:pt x="3644" y="2479"/>
                    <a:pt x="3664" y="2463"/>
                  </a:cubicBezTo>
                  <a:lnTo>
                    <a:pt x="3688" y="2435"/>
                  </a:lnTo>
                  <a:lnTo>
                    <a:pt x="3720" y="2415"/>
                  </a:lnTo>
                  <a:cubicBezTo>
                    <a:pt x="3808" y="2347"/>
                    <a:pt x="3896" y="2283"/>
                    <a:pt x="3992" y="2227"/>
                  </a:cubicBezTo>
                  <a:lnTo>
                    <a:pt x="4056" y="2183"/>
                  </a:lnTo>
                  <a:close/>
                  <a:moveTo>
                    <a:pt x="3099" y="0"/>
                  </a:moveTo>
                  <a:cubicBezTo>
                    <a:pt x="3057" y="0"/>
                    <a:pt x="3014" y="2"/>
                    <a:pt x="2972" y="7"/>
                  </a:cubicBezTo>
                  <a:cubicBezTo>
                    <a:pt x="2936" y="11"/>
                    <a:pt x="2900" y="15"/>
                    <a:pt x="2864" y="19"/>
                  </a:cubicBezTo>
                  <a:cubicBezTo>
                    <a:pt x="2848" y="19"/>
                    <a:pt x="2828" y="27"/>
                    <a:pt x="2812" y="31"/>
                  </a:cubicBezTo>
                  <a:cubicBezTo>
                    <a:pt x="2796" y="35"/>
                    <a:pt x="2780" y="39"/>
                    <a:pt x="2764" y="43"/>
                  </a:cubicBezTo>
                  <a:cubicBezTo>
                    <a:pt x="2728" y="55"/>
                    <a:pt x="2692" y="63"/>
                    <a:pt x="2660" y="75"/>
                  </a:cubicBezTo>
                  <a:cubicBezTo>
                    <a:pt x="2624" y="91"/>
                    <a:pt x="2592" y="103"/>
                    <a:pt x="2560" y="119"/>
                  </a:cubicBezTo>
                  <a:cubicBezTo>
                    <a:pt x="2496" y="151"/>
                    <a:pt x="2436" y="195"/>
                    <a:pt x="2384" y="247"/>
                  </a:cubicBezTo>
                  <a:cubicBezTo>
                    <a:pt x="2336" y="295"/>
                    <a:pt x="2292" y="355"/>
                    <a:pt x="2260" y="419"/>
                  </a:cubicBezTo>
                  <a:cubicBezTo>
                    <a:pt x="2228" y="483"/>
                    <a:pt x="2208" y="551"/>
                    <a:pt x="2196" y="619"/>
                  </a:cubicBezTo>
                  <a:cubicBezTo>
                    <a:pt x="2172" y="755"/>
                    <a:pt x="2172" y="891"/>
                    <a:pt x="2196" y="1027"/>
                  </a:cubicBezTo>
                  <a:cubicBezTo>
                    <a:pt x="2224" y="1155"/>
                    <a:pt x="2264" y="1279"/>
                    <a:pt x="2320" y="1399"/>
                  </a:cubicBezTo>
                  <a:cubicBezTo>
                    <a:pt x="2420" y="1627"/>
                    <a:pt x="2520" y="1835"/>
                    <a:pt x="2612" y="2027"/>
                  </a:cubicBezTo>
                  <a:cubicBezTo>
                    <a:pt x="2660" y="2123"/>
                    <a:pt x="2704" y="2215"/>
                    <a:pt x="2744" y="2307"/>
                  </a:cubicBezTo>
                  <a:cubicBezTo>
                    <a:pt x="2764" y="2351"/>
                    <a:pt x="2780" y="2391"/>
                    <a:pt x="2796" y="2435"/>
                  </a:cubicBezTo>
                  <a:lnTo>
                    <a:pt x="2804" y="2451"/>
                  </a:lnTo>
                  <a:lnTo>
                    <a:pt x="2804" y="2455"/>
                  </a:lnTo>
                  <a:lnTo>
                    <a:pt x="2804" y="2463"/>
                  </a:lnTo>
                  <a:cubicBezTo>
                    <a:pt x="2804" y="2471"/>
                    <a:pt x="2808" y="2483"/>
                    <a:pt x="2812" y="2491"/>
                  </a:cubicBezTo>
                  <a:cubicBezTo>
                    <a:pt x="2816" y="2511"/>
                    <a:pt x="2816" y="2531"/>
                    <a:pt x="2820" y="2551"/>
                  </a:cubicBezTo>
                  <a:cubicBezTo>
                    <a:pt x="2820" y="2699"/>
                    <a:pt x="2808" y="2847"/>
                    <a:pt x="2776" y="2991"/>
                  </a:cubicBezTo>
                  <a:cubicBezTo>
                    <a:pt x="2764" y="3063"/>
                    <a:pt x="2748" y="3123"/>
                    <a:pt x="2736" y="3175"/>
                  </a:cubicBezTo>
                  <a:cubicBezTo>
                    <a:pt x="2734" y="3176"/>
                    <a:pt x="2732" y="3177"/>
                    <a:pt x="2730" y="3177"/>
                  </a:cubicBezTo>
                  <a:cubicBezTo>
                    <a:pt x="2723" y="3177"/>
                    <a:pt x="2715" y="3172"/>
                    <a:pt x="2712" y="3163"/>
                  </a:cubicBezTo>
                  <a:lnTo>
                    <a:pt x="2712" y="3031"/>
                  </a:lnTo>
                  <a:cubicBezTo>
                    <a:pt x="2708" y="2899"/>
                    <a:pt x="2700" y="2767"/>
                    <a:pt x="2680" y="2635"/>
                  </a:cubicBezTo>
                  <a:cubicBezTo>
                    <a:pt x="2660" y="2463"/>
                    <a:pt x="2620" y="2295"/>
                    <a:pt x="2564" y="2131"/>
                  </a:cubicBezTo>
                  <a:cubicBezTo>
                    <a:pt x="2528" y="2035"/>
                    <a:pt x="2488" y="1943"/>
                    <a:pt x="2436" y="1855"/>
                  </a:cubicBezTo>
                  <a:cubicBezTo>
                    <a:pt x="2376" y="1763"/>
                    <a:pt x="2304" y="1675"/>
                    <a:pt x="2216" y="1607"/>
                  </a:cubicBezTo>
                  <a:cubicBezTo>
                    <a:pt x="2192" y="1587"/>
                    <a:pt x="2168" y="1571"/>
                    <a:pt x="2144" y="1555"/>
                  </a:cubicBezTo>
                  <a:cubicBezTo>
                    <a:pt x="2120" y="1543"/>
                    <a:pt x="2092" y="1531"/>
                    <a:pt x="2072" y="1515"/>
                  </a:cubicBezTo>
                  <a:cubicBezTo>
                    <a:pt x="2020" y="1491"/>
                    <a:pt x="1972" y="1467"/>
                    <a:pt x="1920" y="1443"/>
                  </a:cubicBezTo>
                  <a:cubicBezTo>
                    <a:pt x="1820" y="1391"/>
                    <a:pt x="1712" y="1347"/>
                    <a:pt x="1600" y="1307"/>
                  </a:cubicBezTo>
                  <a:cubicBezTo>
                    <a:pt x="1488" y="1267"/>
                    <a:pt x="1372" y="1235"/>
                    <a:pt x="1256" y="1207"/>
                  </a:cubicBezTo>
                  <a:cubicBezTo>
                    <a:pt x="1136" y="1179"/>
                    <a:pt x="1012" y="1167"/>
                    <a:pt x="888" y="1167"/>
                  </a:cubicBezTo>
                  <a:cubicBezTo>
                    <a:pt x="760" y="1167"/>
                    <a:pt x="632" y="1203"/>
                    <a:pt x="524" y="1271"/>
                  </a:cubicBezTo>
                  <a:cubicBezTo>
                    <a:pt x="468" y="1307"/>
                    <a:pt x="420" y="1351"/>
                    <a:pt x="380" y="1403"/>
                  </a:cubicBezTo>
                  <a:cubicBezTo>
                    <a:pt x="348" y="1459"/>
                    <a:pt x="316" y="1515"/>
                    <a:pt x="288" y="1575"/>
                  </a:cubicBezTo>
                  <a:cubicBezTo>
                    <a:pt x="184" y="1799"/>
                    <a:pt x="60" y="2023"/>
                    <a:pt x="12" y="2279"/>
                  </a:cubicBezTo>
                  <a:cubicBezTo>
                    <a:pt x="8" y="2311"/>
                    <a:pt x="4" y="2343"/>
                    <a:pt x="0" y="2375"/>
                  </a:cubicBezTo>
                  <a:cubicBezTo>
                    <a:pt x="0" y="2407"/>
                    <a:pt x="0" y="2439"/>
                    <a:pt x="0" y="2475"/>
                  </a:cubicBezTo>
                  <a:cubicBezTo>
                    <a:pt x="0" y="2507"/>
                    <a:pt x="8" y="2539"/>
                    <a:pt x="16" y="2575"/>
                  </a:cubicBezTo>
                  <a:cubicBezTo>
                    <a:pt x="24" y="2607"/>
                    <a:pt x="32" y="2639"/>
                    <a:pt x="44" y="2671"/>
                  </a:cubicBezTo>
                  <a:cubicBezTo>
                    <a:pt x="96" y="2787"/>
                    <a:pt x="172" y="2895"/>
                    <a:pt x="268" y="2983"/>
                  </a:cubicBezTo>
                  <a:cubicBezTo>
                    <a:pt x="272" y="2987"/>
                    <a:pt x="276" y="2991"/>
                    <a:pt x="284" y="2999"/>
                  </a:cubicBezTo>
                  <a:lnTo>
                    <a:pt x="300" y="3011"/>
                  </a:lnTo>
                  <a:lnTo>
                    <a:pt x="336" y="3039"/>
                  </a:lnTo>
                  <a:cubicBezTo>
                    <a:pt x="356" y="3059"/>
                    <a:pt x="380" y="3079"/>
                    <a:pt x="404" y="3095"/>
                  </a:cubicBezTo>
                  <a:lnTo>
                    <a:pt x="476" y="3147"/>
                  </a:lnTo>
                  <a:lnTo>
                    <a:pt x="552" y="3195"/>
                  </a:lnTo>
                  <a:cubicBezTo>
                    <a:pt x="600" y="3227"/>
                    <a:pt x="652" y="3251"/>
                    <a:pt x="700" y="3279"/>
                  </a:cubicBezTo>
                  <a:cubicBezTo>
                    <a:pt x="752" y="3307"/>
                    <a:pt x="804" y="3327"/>
                    <a:pt x="856" y="3351"/>
                  </a:cubicBezTo>
                  <a:cubicBezTo>
                    <a:pt x="1044" y="3427"/>
                    <a:pt x="1248" y="3479"/>
                    <a:pt x="1452" y="3511"/>
                  </a:cubicBezTo>
                  <a:cubicBezTo>
                    <a:pt x="1569" y="3525"/>
                    <a:pt x="1686" y="3533"/>
                    <a:pt x="1803" y="3533"/>
                  </a:cubicBezTo>
                  <a:cubicBezTo>
                    <a:pt x="1858" y="3533"/>
                    <a:pt x="1913" y="3531"/>
                    <a:pt x="1968" y="3527"/>
                  </a:cubicBezTo>
                  <a:cubicBezTo>
                    <a:pt x="2104" y="3519"/>
                    <a:pt x="2236" y="3503"/>
                    <a:pt x="2364" y="3475"/>
                  </a:cubicBezTo>
                  <a:lnTo>
                    <a:pt x="2416" y="3463"/>
                  </a:lnTo>
                  <a:lnTo>
                    <a:pt x="2416" y="3463"/>
                  </a:lnTo>
                  <a:cubicBezTo>
                    <a:pt x="2412" y="3467"/>
                    <a:pt x="2408" y="3471"/>
                    <a:pt x="2404" y="3479"/>
                  </a:cubicBezTo>
                  <a:lnTo>
                    <a:pt x="2352" y="3495"/>
                  </a:lnTo>
                  <a:cubicBezTo>
                    <a:pt x="2244" y="3527"/>
                    <a:pt x="2112" y="3571"/>
                    <a:pt x="1956" y="3611"/>
                  </a:cubicBezTo>
                  <a:cubicBezTo>
                    <a:pt x="1880" y="3631"/>
                    <a:pt x="1796" y="3647"/>
                    <a:pt x="1712" y="3663"/>
                  </a:cubicBezTo>
                  <a:cubicBezTo>
                    <a:pt x="1668" y="3671"/>
                    <a:pt x="1624" y="3675"/>
                    <a:pt x="1576" y="3679"/>
                  </a:cubicBezTo>
                  <a:lnTo>
                    <a:pt x="1504" y="3687"/>
                  </a:lnTo>
                  <a:lnTo>
                    <a:pt x="1432" y="3699"/>
                  </a:lnTo>
                  <a:cubicBezTo>
                    <a:pt x="1328" y="3715"/>
                    <a:pt x="1224" y="3743"/>
                    <a:pt x="1124" y="3783"/>
                  </a:cubicBezTo>
                  <a:cubicBezTo>
                    <a:pt x="1020" y="3823"/>
                    <a:pt x="916" y="3871"/>
                    <a:pt x="820" y="3931"/>
                  </a:cubicBezTo>
                  <a:cubicBezTo>
                    <a:pt x="608" y="4059"/>
                    <a:pt x="432" y="4235"/>
                    <a:pt x="308" y="4447"/>
                  </a:cubicBezTo>
                  <a:cubicBezTo>
                    <a:pt x="176" y="4675"/>
                    <a:pt x="176" y="4955"/>
                    <a:pt x="252" y="5207"/>
                  </a:cubicBezTo>
                  <a:cubicBezTo>
                    <a:pt x="292" y="5331"/>
                    <a:pt x="352" y="5451"/>
                    <a:pt x="432" y="5559"/>
                  </a:cubicBezTo>
                  <a:cubicBezTo>
                    <a:pt x="512" y="5671"/>
                    <a:pt x="608" y="5763"/>
                    <a:pt x="724" y="5839"/>
                  </a:cubicBezTo>
                  <a:cubicBezTo>
                    <a:pt x="752" y="5855"/>
                    <a:pt x="780" y="5871"/>
                    <a:pt x="808" y="5887"/>
                  </a:cubicBezTo>
                  <a:lnTo>
                    <a:pt x="900" y="5931"/>
                  </a:lnTo>
                  <a:cubicBezTo>
                    <a:pt x="932" y="5947"/>
                    <a:pt x="964" y="5955"/>
                    <a:pt x="996" y="5967"/>
                  </a:cubicBezTo>
                  <a:cubicBezTo>
                    <a:pt x="1012" y="5975"/>
                    <a:pt x="1028" y="5979"/>
                    <a:pt x="1048" y="5983"/>
                  </a:cubicBezTo>
                  <a:lnTo>
                    <a:pt x="1096" y="5999"/>
                  </a:lnTo>
                  <a:cubicBezTo>
                    <a:pt x="1128" y="6003"/>
                    <a:pt x="1164" y="6011"/>
                    <a:pt x="1196" y="6019"/>
                  </a:cubicBezTo>
                  <a:lnTo>
                    <a:pt x="1292" y="6035"/>
                  </a:lnTo>
                  <a:cubicBezTo>
                    <a:pt x="1356" y="6047"/>
                    <a:pt x="1424" y="6055"/>
                    <a:pt x="1488" y="6063"/>
                  </a:cubicBezTo>
                  <a:cubicBezTo>
                    <a:pt x="1576" y="6074"/>
                    <a:pt x="1664" y="6079"/>
                    <a:pt x="1752" y="6079"/>
                  </a:cubicBezTo>
                  <a:cubicBezTo>
                    <a:pt x="1796" y="6079"/>
                    <a:pt x="1840" y="6078"/>
                    <a:pt x="1884" y="6075"/>
                  </a:cubicBezTo>
                  <a:cubicBezTo>
                    <a:pt x="2020" y="6067"/>
                    <a:pt x="2152" y="6027"/>
                    <a:pt x="2268" y="5959"/>
                  </a:cubicBezTo>
                  <a:cubicBezTo>
                    <a:pt x="2380" y="5887"/>
                    <a:pt x="2472" y="5787"/>
                    <a:pt x="2532" y="5667"/>
                  </a:cubicBezTo>
                  <a:cubicBezTo>
                    <a:pt x="2564" y="5611"/>
                    <a:pt x="2588" y="5551"/>
                    <a:pt x="2608" y="5495"/>
                  </a:cubicBezTo>
                  <a:cubicBezTo>
                    <a:pt x="2616" y="5467"/>
                    <a:pt x="2624" y="5435"/>
                    <a:pt x="2632" y="5407"/>
                  </a:cubicBezTo>
                  <a:lnTo>
                    <a:pt x="2640" y="5387"/>
                  </a:lnTo>
                  <a:lnTo>
                    <a:pt x="2640" y="5375"/>
                  </a:lnTo>
                  <a:lnTo>
                    <a:pt x="2640" y="5371"/>
                  </a:lnTo>
                  <a:lnTo>
                    <a:pt x="2640" y="5363"/>
                  </a:lnTo>
                  <a:lnTo>
                    <a:pt x="2648" y="5323"/>
                  </a:lnTo>
                  <a:lnTo>
                    <a:pt x="2664" y="5239"/>
                  </a:lnTo>
                  <a:lnTo>
                    <a:pt x="2676" y="5155"/>
                  </a:lnTo>
                  <a:cubicBezTo>
                    <a:pt x="2684" y="5095"/>
                    <a:pt x="2684" y="5039"/>
                    <a:pt x="2688" y="4987"/>
                  </a:cubicBezTo>
                  <a:cubicBezTo>
                    <a:pt x="2692" y="4931"/>
                    <a:pt x="2688" y="4879"/>
                    <a:pt x="2688" y="4827"/>
                  </a:cubicBezTo>
                  <a:cubicBezTo>
                    <a:pt x="2688" y="4775"/>
                    <a:pt x="2684" y="4723"/>
                    <a:pt x="2680" y="4671"/>
                  </a:cubicBezTo>
                  <a:cubicBezTo>
                    <a:pt x="2668" y="4471"/>
                    <a:pt x="2644" y="4295"/>
                    <a:pt x="2628" y="4135"/>
                  </a:cubicBezTo>
                  <a:cubicBezTo>
                    <a:pt x="2616" y="4031"/>
                    <a:pt x="2612" y="3927"/>
                    <a:pt x="2612" y="3819"/>
                  </a:cubicBezTo>
                  <a:cubicBezTo>
                    <a:pt x="2619" y="3818"/>
                    <a:pt x="2626" y="3818"/>
                    <a:pt x="2633" y="3818"/>
                  </a:cubicBezTo>
                  <a:cubicBezTo>
                    <a:pt x="2655" y="3818"/>
                    <a:pt x="2678" y="3823"/>
                    <a:pt x="2696" y="3835"/>
                  </a:cubicBezTo>
                  <a:cubicBezTo>
                    <a:pt x="2712" y="3875"/>
                    <a:pt x="2732" y="3919"/>
                    <a:pt x="2752" y="3971"/>
                  </a:cubicBezTo>
                  <a:cubicBezTo>
                    <a:pt x="2800" y="4083"/>
                    <a:pt x="2856" y="4219"/>
                    <a:pt x="2916" y="4379"/>
                  </a:cubicBezTo>
                  <a:cubicBezTo>
                    <a:pt x="2944" y="4459"/>
                    <a:pt x="2972" y="4543"/>
                    <a:pt x="2996" y="4631"/>
                  </a:cubicBezTo>
                  <a:cubicBezTo>
                    <a:pt x="3008" y="4675"/>
                    <a:pt x="3020" y="4723"/>
                    <a:pt x="3024" y="4767"/>
                  </a:cubicBezTo>
                  <a:cubicBezTo>
                    <a:pt x="3028" y="4819"/>
                    <a:pt x="3032" y="4867"/>
                    <a:pt x="3040" y="4919"/>
                  </a:cubicBezTo>
                  <a:cubicBezTo>
                    <a:pt x="3060" y="5147"/>
                    <a:pt x="3096" y="5371"/>
                    <a:pt x="3152" y="5591"/>
                  </a:cubicBezTo>
                  <a:cubicBezTo>
                    <a:pt x="3188" y="5715"/>
                    <a:pt x="3236" y="5835"/>
                    <a:pt x="3300" y="5947"/>
                  </a:cubicBezTo>
                  <a:cubicBezTo>
                    <a:pt x="3336" y="6003"/>
                    <a:pt x="3380" y="6055"/>
                    <a:pt x="3432" y="6103"/>
                  </a:cubicBezTo>
                  <a:cubicBezTo>
                    <a:pt x="3460" y="6123"/>
                    <a:pt x="3492" y="6143"/>
                    <a:pt x="3524" y="6159"/>
                  </a:cubicBezTo>
                  <a:cubicBezTo>
                    <a:pt x="3540" y="6163"/>
                    <a:pt x="3560" y="6171"/>
                    <a:pt x="3576" y="6175"/>
                  </a:cubicBezTo>
                  <a:cubicBezTo>
                    <a:pt x="3592" y="6179"/>
                    <a:pt x="3612" y="6183"/>
                    <a:pt x="3628" y="6187"/>
                  </a:cubicBezTo>
                  <a:cubicBezTo>
                    <a:pt x="3692" y="6195"/>
                    <a:pt x="3757" y="6199"/>
                    <a:pt x="3821" y="6199"/>
                  </a:cubicBezTo>
                  <a:cubicBezTo>
                    <a:pt x="3893" y="6199"/>
                    <a:pt x="3964" y="6194"/>
                    <a:pt x="4036" y="6183"/>
                  </a:cubicBezTo>
                  <a:cubicBezTo>
                    <a:pt x="4172" y="6163"/>
                    <a:pt x="4304" y="6135"/>
                    <a:pt x="4436" y="6095"/>
                  </a:cubicBezTo>
                  <a:cubicBezTo>
                    <a:pt x="4572" y="6055"/>
                    <a:pt x="4700" y="6003"/>
                    <a:pt x="4824" y="5939"/>
                  </a:cubicBezTo>
                  <a:cubicBezTo>
                    <a:pt x="4952" y="5875"/>
                    <a:pt x="5072" y="5795"/>
                    <a:pt x="5176" y="5699"/>
                  </a:cubicBezTo>
                  <a:cubicBezTo>
                    <a:pt x="5284" y="5603"/>
                    <a:pt x="5372" y="5487"/>
                    <a:pt x="5436" y="5355"/>
                  </a:cubicBezTo>
                  <a:cubicBezTo>
                    <a:pt x="5468" y="5291"/>
                    <a:pt x="5492" y="5219"/>
                    <a:pt x="5508" y="5151"/>
                  </a:cubicBezTo>
                  <a:cubicBezTo>
                    <a:pt x="5512" y="5131"/>
                    <a:pt x="5516" y="5115"/>
                    <a:pt x="5520" y="5099"/>
                  </a:cubicBezTo>
                  <a:lnTo>
                    <a:pt x="5532" y="5047"/>
                  </a:lnTo>
                  <a:cubicBezTo>
                    <a:pt x="5536" y="5011"/>
                    <a:pt x="5540" y="4975"/>
                    <a:pt x="5544" y="4939"/>
                  </a:cubicBezTo>
                  <a:cubicBezTo>
                    <a:pt x="5576" y="4579"/>
                    <a:pt x="5432" y="4227"/>
                    <a:pt x="5164" y="3987"/>
                  </a:cubicBezTo>
                  <a:cubicBezTo>
                    <a:pt x="5112" y="3943"/>
                    <a:pt x="5056" y="3903"/>
                    <a:pt x="4996" y="3871"/>
                  </a:cubicBezTo>
                  <a:cubicBezTo>
                    <a:pt x="4884" y="3799"/>
                    <a:pt x="4756" y="3759"/>
                    <a:pt x="4620" y="3743"/>
                  </a:cubicBezTo>
                  <a:cubicBezTo>
                    <a:pt x="4597" y="3742"/>
                    <a:pt x="4573" y="3741"/>
                    <a:pt x="4550" y="3741"/>
                  </a:cubicBezTo>
                  <a:cubicBezTo>
                    <a:pt x="4509" y="3741"/>
                    <a:pt x="4469" y="3744"/>
                    <a:pt x="4428" y="3751"/>
                  </a:cubicBezTo>
                  <a:lnTo>
                    <a:pt x="4340" y="3767"/>
                  </a:lnTo>
                  <a:cubicBezTo>
                    <a:pt x="4316" y="3767"/>
                    <a:pt x="4292" y="3775"/>
                    <a:pt x="4264" y="3775"/>
                  </a:cubicBezTo>
                  <a:cubicBezTo>
                    <a:pt x="4160" y="3775"/>
                    <a:pt x="4056" y="3763"/>
                    <a:pt x="3956" y="3743"/>
                  </a:cubicBezTo>
                  <a:cubicBezTo>
                    <a:pt x="3756" y="3707"/>
                    <a:pt x="3568" y="3651"/>
                    <a:pt x="3404" y="3611"/>
                  </a:cubicBezTo>
                  <a:cubicBezTo>
                    <a:pt x="3264" y="3571"/>
                    <a:pt x="3116" y="3539"/>
                    <a:pt x="2968" y="3519"/>
                  </a:cubicBezTo>
                  <a:cubicBezTo>
                    <a:pt x="2936" y="3515"/>
                    <a:pt x="2908" y="3511"/>
                    <a:pt x="2876" y="3511"/>
                  </a:cubicBezTo>
                  <a:lnTo>
                    <a:pt x="2900" y="3503"/>
                  </a:lnTo>
                  <a:cubicBezTo>
                    <a:pt x="2964" y="3491"/>
                    <a:pt x="3044" y="3471"/>
                    <a:pt x="3136" y="3455"/>
                  </a:cubicBezTo>
                  <a:cubicBezTo>
                    <a:pt x="3268" y="3431"/>
                    <a:pt x="3424" y="3403"/>
                    <a:pt x="3600" y="3387"/>
                  </a:cubicBezTo>
                  <a:cubicBezTo>
                    <a:pt x="3736" y="3374"/>
                    <a:pt x="3872" y="3366"/>
                    <a:pt x="4008" y="3366"/>
                  </a:cubicBezTo>
                  <a:cubicBezTo>
                    <a:pt x="4072" y="3366"/>
                    <a:pt x="4136" y="3367"/>
                    <a:pt x="4200" y="3371"/>
                  </a:cubicBezTo>
                  <a:cubicBezTo>
                    <a:pt x="4256" y="3375"/>
                    <a:pt x="4312" y="3383"/>
                    <a:pt x="4368" y="3391"/>
                  </a:cubicBezTo>
                  <a:cubicBezTo>
                    <a:pt x="4424" y="3395"/>
                    <a:pt x="4480" y="3407"/>
                    <a:pt x="4540" y="3423"/>
                  </a:cubicBezTo>
                  <a:lnTo>
                    <a:pt x="4904" y="3507"/>
                  </a:lnTo>
                  <a:cubicBezTo>
                    <a:pt x="5028" y="3535"/>
                    <a:pt x="5156" y="3563"/>
                    <a:pt x="5292" y="3583"/>
                  </a:cubicBezTo>
                  <a:cubicBezTo>
                    <a:pt x="5428" y="3611"/>
                    <a:pt x="5568" y="3627"/>
                    <a:pt x="5704" y="3639"/>
                  </a:cubicBezTo>
                  <a:cubicBezTo>
                    <a:pt x="5741" y="3642"/>
                    <a:pt x="5778" y="3644"/>
                    <a:pt x="5815" y="3644"/>
                  </a:cubicBezTo>
                  <a:cubicBezTo>
                    <a:pt x="5924" y="3644"/>
                    <a:pt x="6032" y="3630"/>
                    <a:pt x="6140" y="3603"/>
                  </a:cubicBezTo>
                  <a:cubicBezTo>
                    <a:pt x="6212" y="3583"/>
                    <a:pt x="6280" y="3539"/>
                    <a:pt x="6332" y="3483"/>
                  </a:cubicBezTo>
                  <a:cubicBezTo>
                    <a:pt x="6380" y="3423"/>
                    <a:pt x="6408" y="3351"/>
                    <a:pt x="6416" y="3271"/>
                  </a:cubicBezTo>
                  <a:cubicBezTo>
                    <a:pt x="6436" y="3123"/>
                    <a:pt x="6436" y="2971"/>
                    <a:pt x="6420" y="2823"/>
                  </a:cubicBezTo>
                  <a:cubicBezTo>
                    <a:pt x="6408" y="2671"/>
                    <a:pt x="6384" y="2523"/>
                    <a:pt x="6340" y="2375"/>
                  </a:cubicBezTo>
                  <a:cubicBezTo>
                    <a:pt x="6300" y="2227"/>
                    <a:pt x="6240" y="2087"/>
                    <a:pt x="6164" y="1955"/>
                  </a:cubicBezTo>
                  <a:cubicBezTo>
                    <a:pt x="6088" y="1819"/>
                    <a:pt x="5980" y="1703"/>
                    <a:pt x="5848" y="1615"/>
                  </a:cubicBezTo>
                  <a:cubicBezTo>
                    <a:pt x="5784" y="1571"/>
                    <a:pt x="5712" y="1535"/>
                    <a:pt x="5636" y="1515"/>
                  </a:cubicBezTo>
                  <a:cubicBezTo>
                    <a:pt x="5560" y="1495"/>
                    <a:pt x="5480" y="1483"/>
                    <a:pt x="5404" y="1483"/>
                  </a:cubicBezTo>
                  <a:lnTo>
                    <a:pt x="5344" y="1483"/>
                  </a:lnTo>
                  <a:cubicBezTo>
                    <a:pt x="5324" y="1483"/>
                    <a:pt x="5308" y="1483"/>
                    <a:pt x="5288" y="1491"/>
                  </a:cubicBezTo>
                  <a:lnTo>
                    <a:pt x="5180" y="1507"/>
                  </a:lnTo>
                  <a:cubicBezTo>
                    <a:pt x="5164" y="1507"/>
                    <a:pt x="5144" y="1511"/>
                    <a:pt x="5128" y="1515"/>
                  </a:cubicBezTo>
                  <a:lnTo>
                    <a:pt x="5072" y="1527"/>
                  </a:lnTo>
                  <a:cubicBezTo>
                    <a:pt x="5036" y="1535"/>
                    <a:pt x="5000" y="1543"/>
                    <a:pt x="4964" y="1555"/>
                  </a:cubicBezTo>
                  <a:cubicBezTo>
                    <a:pt x="4828" y="1595"/>
                    <a:pt x="4696" y="1651"/>
                    <a:pt x="4572" y="1723"/>
                  </a:cubicBezTo>
                  <a:cubicBezTo>
                    <a:pt x="4532" y="1747"/>
                    <a:pt x="4496" y="1771"/>
                    <a:pt x="4460" y="1795"/>
                  </a:cubicBezTo>
                  <a:cubicBezTo>
                    <a:pt x="4488" y="1759"/>
                    <a:pt x="4512" y="1719"/>
                    <a:pt x="4532" y="1679"/>
                  </a:cubicBezTo>
                  <a:cubicBezTo>
                    <a:pt x="4564" y="1619"/>
                    <a:pt x="4592" y="1551"/>
                    <a:pt x="4612" y="1487"/>
                  </a:cubicBezTo>
                  <a:cubicBezTo>
                    <a:pt x="4620" y="1451"/>
                    <a:pt x="4628" y="1415"/>
                    <a:pt x="4636" y="1379"/>
                  </a:cubicBezTo>
                  <a:lnTo>
                    <a:pt x="4648" y="1327"/>
                  </a:lnTo>
                  <a:lnTo>
                    <a:pt x="4652" y="1279"/>
                  </a:lnTo>
                  <a:lnTo>
                    <a:pt x="4660" y="1179"/>
                  </a:lnTo>
                  <a:cubicBezTo>
                    <a:pt x="4664" y="1175"/>
                    <a:pt x="4664" y="1171"/>
                    <a:pt x="4660" y="1171"/>
                  </a:cubicBezTo>
                  <a:lnTo>
                    <a:pt x="4660" y="1119"/>
                  </a:lnTo>
                  <a:cubicBezTo>
                    <a:pt x="4664" y="1103"/>
                    <a:pt x="4664" y="1083"/>
                    <a:pt x="4660" y="1067"/>
                  </a:cubicBezTo>
                  <a:cubicBezTo>
                    <a:pt x="4656" y="991"/>
                    <a:pt x="4644" y="919"/>
                    <a:pt x="4620" y="847"/>
                  </a:cubicBezTo>
                  <a:cubicBezTo>
                    <a:pt x="4572" y="707"/>
                    <a:pt x="4492" y="579"/>
                    <a:pt x="4388" y="471"/>
                  </a:cubicBezTo>
                  <a:cubicBezTo>
                    <a:pt x="4284" y="367"/>
                    <a:pt x="4160" y="279"/>
                    <a:pt x="4032" y="211"/>
                  </a:cubicBezTo>
                  <a:cubicBezTo>
                    <a:pt x="3900" y="147"/>
                    <a:pt x="3760" y="99"/>
                    <a:pt x="3620" y="67"/>
                  </a:cubicBezTo>
                  <a:cubicBezTo>
                    <a:pt x="3480" y="31"/>
                    <a:pt x="3336" y="7"/>
                    <a:pt x="3188" y="3"/>
                  </a:cubicBezTo>
                  <a:cubicBezTo>
                    <a:pt x="3158" y="1"/>
                    <a:pt x="3129" y="0"/>
                    <a:pt x="30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89"/>
            <p:cNvSpPr/>
            <p:nvPr/>
          </p:nvSpPr>
          <p:spPr>
            <a:xfrm flipH="1">
              <a:off x="3038629" y="349918"/>
              <a:ext cx="244365" cy="233357"/>
            </a:xfrm>
            <a:custGeom>
              <a:avLst/>
              <a:gdLst/>
              <a:ahLst/>
              <a:cxnLst/>
              <a:rect l="l" t="t" r="r" b="b"/>
              <a:pathLst>
                <a:path w="2109" h="2014" extrusionOk="0">
                  <a:moveTo>
                    <a:pt x="928" y="0"/>
                  </a:moveTo>
                  <a:cubicBezTo>
                    <a:pt x="915" y="0"/>
                    <a:pt x="901" y="0"/>
                    <a:pt x="888" y="1"/>
                  </a:cubicBezTo>
                  <a:cubicBezTo>
                    <a:pt x="840" y="1"/>
                    <a:pt x="796" y="9"/>
                    <a:pt x="752" y="21"/>
                  </a:cubicBezTo>
                  <a:cubicBezTo>
                    <a:pt x="708" y="37"/>
                    <a:pt x="664" y="61"/>
                    <a:pt x="628" y="89"/>
                  </a:cubicBezTo>
                  <a:cubicBezTo>
                    <a:pt x="528" y="165"/>
                    <a:pt x="448" y="269"/>
                    <a:pt x="400" y="389"/>
                  </a:cubicBezTo>
                  <a:cubicBezTo>
                    <a:pt x="360" y="293"/>
                    <a:pt x="360" y="185"/>
                    <a:pt x="404" y="89"/>
                  </a:cubicBezTo>
                  <a:lnTo>
                    <a:pt x="404" y="89"/>
                  </a:lnTo>
                  <a:cubicBezTo>
                    <a:pt x="332" y="141"/>
                    <a:pt x="268" y="197"/>
                    <a:pt x="204" y="257"/>
                  </a:cubicBezTo>
                  <a:cubicBezTo>
                    <a:pt x="164" y="285"/>
                    <a:pt x="136" y="325"/>
                    <a:pt x="108" y="365"/>
                  </a:cubicBezTo>
                  <a:cubicBezTo>
                    <a:pt x="92" y="405"/>
                    <a:pt x="76" y="445"/>
                    <a:pt x="72" y="489"/>
                  </a:cubicBezTo>
                  <a:cubicBezTo>
                    <a:pt x="0" y="893"/>
                    <a:pt x="160" y="1301"/>
                    <a:pt x="344" y="1665"/>
                  </a:cubicBezTo>
                  <a:cubicBezTo>
                    <a:pt x="304" y="1553"/>
                    <a:pt x="280" y="1433"/>
                    <a:pt x="284" y="1313"/>
                  </a:cubicBezTo>
                  <a:cubicBezTo>
                    <a:pt x="284" y="1189"/>
                    <a:pt x="348" y="1073"/>
                    <a:pt x="452" y="1009"/>
                  </a:cubicBezTo>
                  <a:lnTo>
                    <a:pt x="452" y="1009"/>
                  </a:lnTo>
                  <a:cubicBezTo>
                    <a:pt x="436" y="1093"/>
                    <a:pt x="432" y="1181"/>
                    <a:pt x="440" y="1265"/>
                  </a:cubicBezTo>
                  <a:cubicBezTo>
                    <a:pt x="460" y="1373"/>
                    <a:pt x="488" y="1481"/>
                    <a:pt x="532" y="1581"/>
                  </a:cubicBezTo>
                  <a:cubicBezTo>
                    <a:pt x="552" y="1637"/>
                    <a:pt x="572" y="1693"/>
                    <a:pt x="592" y="1753"/>
                  </a:cubicBezTo>
                  <a:cubicBezTo>
                    <a:pt x="608" y="1809"/>
                    <a:pt x="640" y="1857"/>
                    <a:pt x="680" y="1897"/>
                  </a:cubicBezTo>
                  <a:cubicBezTo>
                    <a:pt x="692" y="1709"/>
                    <a:pt x="716" y="1505"/>
                    <a:pt x="856" y="1377"/>
                  </a:cubicBezTo>
                  <a:cubicBezTo>
                    <a:pt x="948" y="1493"/>
                    <a:pt x="868" y="1665"/>
                    <a:pt x="912" y="1805"/>
                  </a:cubicBezTo>
                  <a:cubicBezTo>
                    <a:pt x="968" y="1677"/>
                    <a:pt x="1044" y="1557"/>
                    <a:pt x="1132" y="1449"/>
                  </a:cubicBezTo>
                  <a:cubicBezTo>
                    <a:pt x="1142" y="1433"/>
                    <a:pt x="1157" y="1419"/>
                    <a:pt x="1173" y="1419"/>
                  </a:cubicBezTo>
                  <a:cubicBezTo>
                    <a:pt x="1177" y="1419"/>
                    <a:pt x="1181" y="1420"/>
                    <a:pt x="1184" y="1421"/>
                  </a:cubicBezTo>
                  <a:cubicBezTo>
                    <a:pt x="1204" y="1425"/>
                    <a:pt x="1208" y="1445"/>
                    <a:pt x="1212" y="1461"/>
                  </a:cubicBezTo>
                  <a:cubicBezTo>
                    <a:pt x="1256" y="1649"/>
                    <a:pt x="1204" y="1845"/>
                    <a:pt x="1072" y="1989"/>
                  </a:cubicBezTo>
                  <a:cubicBezTo>
                    <a:pt x="1120" y="1937"/>
                    <a:pt x="1168" y="1889"/>
                    <a:pt x="1212" y="1837"/>
                  </a:cubicBezTo>
                  <a:cubicBezTo>
                    <a:pt x="1296" y="1761"/>
                    <a:pt x="1364" y="1665"/>
                    <a:pt x="1408" y="1561"/>
                  </a:cubicBezTo>
                  <a:cubicBezTo>
                    <a:pt x="1468" y="1389"/>
                    <a:pt x="1416" y="1177"/>
                    <a:pt x="1532" y="1033"/>
                  </a:cubicBezTo>
                  <a:cubicBezTo>
                    <a:pt x="1540" y="1025"/>
                    <a:pt x="1552" y="1017"/>
                    <a:pt x="1564" y="1017"/>
                  </a:cubicBezTo>
                  <a:cubicBezTo>
                    <a:pt x="1584" y="1017"/>
                    <a:pt x="1592" y="1041"/>
                    <a:pt x="1592" y="1061"/>
                  </a:cubicBezTo>
                  <a:lnTo>
                    <a:pt x="1620" y="1305"/>
                  </a:lnTo>
                  <a:cubicBezTo>
                    <a:pt x="1628" y="1353"/>
                    <a:pt x="1628" y="1405"/>
                    <a:pt x="1620" y="1453"/>
                  </a:cubicBezTo>
                  <a:cubicBezTo>
                    <a:pt x="1608" y="1497"/>
                    <a:pt x="1592" y="1537"/>
                    <a:pt x="1568" y="1577"/>
                  </a:cubicBezTo>
                  <a:lnTo>
                    <a:pt x="1332" y="1997"/>
                  </a:lnTo>
                  <a:lnTo>
                    <a:pt x="1336" y="2013"/>
                  </a:lnTo>
                  <a:cubicBezTo>
                    <a:pt x="1504" y="1873"/>
                    <a:pt x="1668" y="1729"/>
                    <a:pt x="1824" y="1577"/>
                  </a:cubicBezTo>
                  <a:cubicBezTo>
                    <a:pt x="1876" y="1525"/>
                    <a:pt x="1928" y="1469"/>
                    <a:pt x="1968" y="1413"/>
                  </a:cubicBezTo>
                  <a:cubicBezTo>
                    <a:pt x="2076" y="1249"/>
                    <a:pt x="2108" y="1049"/>
                    <a:pt x="2060" y="861"/>
                  </a:cubicBezTo>
                  <a:cubicBezTo>
                    <a:pt x="2008" y="677"/>
                    <a:pt x="1904" y="509"/>
                    <a:pt x="1756" y="389"/>
                  </a:cubicBezTo>
                  <a:lnTo>
                    <a:pt x="1756" y="389"/>
                  </a:lnTo>
                  <a:cubicBezTo>
                    <a:pt x="1780" y="441"/>
                    <a:pt x="1776" y="505"/>
                    <a:pt x="1748" y="553"/>
                  </a:cubicBezTo>
                  <a:cubicBezTo>
                    <a:pt x="1688" y="381"/>
                    <a:pt x="1568" y="233"/>
                    <a:pt x="1412" y="137"/>
                  </a:cubicBezTo>
                  <a:cubicBezTo>
                    <a:pt x="1264" y="48"/>
                    <a:pt x="1098" y="0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89"/>
            <p:cNvSpPr/>
            <p:nvPr/>
          </p:nvSpPr>
          <p:spPr>
            <a:xfrm flipH="1">
              <a:off x="2826359" y="539825"/>
              <a:ext cx="253170" cy="196975"/>
            </a:xfrm>
            <a:custGeom>
              <a:avLst/>
              <a:gdLst/>
              <a:ahLst/>
              <a:cxnLst/>
              <a:rect l="l" t="t" r="r" b="b"/>
              <a:pathLst>
                <a:path w="2185" h="1700" extrusionOk="0">
                  <a:moveTo>
                    <a:pt x="1304" y="1"/>
                  </a:moveTo>
                  <a:cubicBezTo>
                    <a:pt x="1149" y="1"/>
                    <a:pt x="989" y="35"/>
                    <a:pt x="836" y="74"/>
                  </a:cubicBezTo>
                  <a:cubicBezTo>
                    <a:pt x="760" y="90"/>
                    <a:pt x="688" y="114"/>
                    <a:pt x="616" y="142"/>
                  </a:cubicBezTo>
                  <a:cubicBezTo>
                    <a:pt x="496" y="206"/>
                    <a:pt x="384" y="290"/>
                    <a:pt x="292" y="394"/>
                  </a:cubicBezTo>
                  <a:lnTo>
                    <a:pt x="0" y="674"/>
                  </a:lnTo>
                  <a:lnTo>
                    <a:pt x="32" y="698"/>
                  </a:lnTo>
                  <a:cubicBezTo>
                    <a:pt x="168" y="610"/>
                    <a:pt x="300" y="530"/>
                    <a:pt x="440" y="450"/>
                  </a:cubicBezTo>
                  <a:lnTo>
                    <a:pt x="440" y="450"/>
                  </a:lnTo>
                  <a:lnTo>
                    <a:pt x="372" y="586"/>
                  </a:lnTo>
                  <a:cubicBezTo>
                    <a:pt x="564" y="434"/>
                    <a:pt x="888" y="430"/>
                    <a:pt x="1132" y="414"/>
                  </a:cubicBezTo>
                  <a:lnTo>
                    <a:pt x="1132" y="414"/>
                  </a:lnTo>
                  <a:cubicBezTo>
                    <a:pt x="836" y="522"/>
                    <a:pt x="496" y="646"/>
                    <a:pt x="332" y="914"/>
                  </a:cubicBezTo>
                  <a:cubicBezTo>
                    <a:pt x="408" y="854"/>
                    <a:pt x="500" y="810"/>
                    <a:pt x="596" y="790"/>
                  </a:cubicBezTo>
                  <a:lnTo>
                    <a:pt x="596" y="790"/>
                  </a:lnTo>
                  <a:cubicBezTo>
                    <a:pt x="496" y="858"/>
                    <a:pt x="392" y="930"/>
                    <a:pt x="328" y="1038"/>
                  </a:cubicBezTo>
                  <a:cubicBezTo>
                    <a:pt x="416" y="1018"/>
                    <a:pt x="504" y="1006"/>
                    <a:pt x="596" y="1002"/>
                  </a:cubicBezTo>
                  <a:lnTo>
                    <a:pt x="596" y="1002"/>
                  </a:lnTo>
                  <a:cubicBezTo>
                    <a:pt x="584" y="1006"/>
                    <a:pt x="576" y="1018"/>
                    <a:pt x="580" y="1030"/>
                  </a:cubicBezTo>
                  <a:cubicBezTo>
                    <a:pt x="604" y="1025"/>
                    <a:pt x="627" y="1024"/>
                    <a:pt x="651" y="1024"/>
                  </a:cubicBezTo>
                  <a:cubicBezTo>
                    <a:pt x="669" y="1024"/>
                    <a:pt x="686" y="1025"/>
                    <a:pt x="704" y="1026"/>
                  </a:cubicBezTo>
                  <a:cubicBezTo>
                    <a:pt x="668" y="1074"/>
                    <a:pt x="624" y="1114"/>
                    <a:pt x="580" y="1150"/>
                  </a:cubicBezTo>
                  <a:cubicBezTo>
                    <a:pt x="669" y="1146"/>
                    <a:pt x="759" y="1141"/>
                    <a:pt x="849" y="1141"/>
                  </a:cubicBezTo>
                  <a:cubicBezTo>
                    <a:pt x="1067" y="1141"/>
                    <a:pt x="1281" y="1167"/>
                    <a:pt x="1468" y="1274"/>
                  </a:cubicBezTo>
                  <a:cubicBezTo>
                    <a:pt x="1412" y="1272"/>
                    <a:pt x="1355" y="1270"/>
                    <a:pt x="1299" y="1270"/>
                  </a:cubicBezTo>
                  <a:cubicBezTo>
                    <a:pt x="1093" y="1270"/>
                    <a:pt x="889" y="1288"/>
                    <a:pt x="684" y="1322"/>
                  </a:cubicBezTo>
                  <a:cubicBezTo>
                    <a:pt x="701" y="1329"/>
                    <a:pt x="718" y="1335"/>
                    <a:pt x="735" y="1341"/>
                  </a:cubicBezTo>
                  <a:lnTo>
                    <a:pt x="735" y="1341"/>
                  </a:lnTo>
                  <a:cubicBezTo>
                    <a:pt x="709" y="1340"/>
                    <a:pt x="682" y="1339"/>
                    <a:pt x="656" y="1339"/>
                  </a:cubicBezTo>
                  <a:cubicBezTo>
                    <a:pt x="491" y="1339"/>
                    <a:pt x="325" y="1357"/>
                    <a:pt x="160" y="1374"/>
                  </a:cubicBezTo>
                  <a:lnTo>
                    <a:pt x="608" y="1506"/>
                  </a:lnTo>
                  <a:cubicBezTo>
                    <a:pt x="680" y="1526"/>
                    <a:pt x="752" y="1546"/>
                    <a:pt x="824" y="1554"/>
                  </a:cubicBezTo>
                  <a:cubicBezTo>
                    <a:pt x="968" y="1574"/>
                    <a:pt x="1116" y="1550"/>
                    <a:pt x="1252" y="1582"/>
                  </a:cubicBezTo>
                  <a:cubicBezTo>
                    <a:pt x="1372" y="1614"/>
                    <a:pt x="1476" y="1682"/>
                    <a:pt x="1596" y="1694"/>
                  </a:cubicBezTo>
                  <a:cubicBezTo>
                    <a:pt x="1630" y="1696"/>
                    <a:pt x="1664" y="1697"/>
                    <a:pt x="1698" y="1697"/>
                  </a:cubicBezTo>
                  <a:cubicBezTo>
                    <a:pt x="1732" y="1697"/>
                    <a:pt x="1766" y="1696"/>
                    <a:pt x="1800" y="1694"/>
                  </a:cubicBezTo>
                  <a:cubicBezTo>
                    <a:pt x="1827" y="1698"/>
                    <a:pt x="1854" y="1700"/>
                    <a:pt x="1881" y="1700"/>
                  </a:cubicBezTo>
                  <a:cubicBezTo>
                    <a:pt x="1914" y="1700"/>
                    <a:pt x="1947" y="1697"/>
                    <a:pt x="1980" y="1690"/>
                  </a:cubicBezTo>
                  <a:cubicBezTo>
                    <a:pt x="2072" y="1658"/>
                    <a:pt x="2144" y="1578"/>
                    <a:pt x="2164" y="1482"/>
                  </a:cubicBezTo>
                  <a:cubicBezTo>
                    <a:pt x="2184" y="1386"/>
                    <a:pt x="2180" y="1286"/>
                    <a:pt x="2152" y="1190"/>
                  </a:cubicBezTo>
                  <a:lnTo>
                    <a:pt x="2152" y="1190"/>
                  </a:lnTo>
                  <a:cubicBezTo>
                    <a:pt x="2156" y="1242"/>
                    <a:pt x="2144" y="1290"/>
                    <a:pt x="2112" y="1330"/>
                  </a:cubicBezTo>
                  <a:cubicBezTo>
                    <a:pt x="2148" y="1146"/>
                    <a:pt x="2108" y="958"/>
                    <a:pt x="2064" y="774"/>
                  </a:cubicBezTo>
                  <a:cubicBezTo>
                    <a:pt x="2044" y="662"/>
                    <a:pt x="2008" y="554"/>
                    <a:pt x="1960" y="454"/>
                  </a:cubicBezTo>
                  <a:cubicBezTo>
                    <a:pt x="1908" y="350"/>
                    <a:pt x="1820" y="274"/>
                    <a:pt x="1712" y="238"/>
                  </a:cubicBezTo>
                  <a:lnTo>
                    <a:pt x="1712" y="238"/>
                  </a:lnTo>
                  <a:cubicBezTo>
                    <a:pt x="1796" y="250"/>
                    <a:pt x="1876" y="298"/>
                    <a:pt x="1928" y="366"/>
                  </a:cubicBezTo>
                  <a:cubicBezTo>
                    <a:pt x="1868" y="238"/>
                    <a:pt x="1768" y="134"/>
                    <a:pt x="1644" y="74"/>
                  </a:cubicBezTo>
                  <a:cubicBezTo>
                    <a:pt x="1537" y="21"/>
                    <a:pt x="1422" y="1"/>
                    <a:pt x="1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89"/>
            <p:cNvSpPr/>
            <p:nvPr/>
          </p:nvSpPr>
          <p:spPr>
            <a:xfrm flipH="1">
              <a:off x="3283343" y="488032"/>
              <a:ext cx="248536" cy="228259"/>
            </a:xfrm>
            <a:custGeom>
              <a:avLst/>
              <a:gdLst/>
              <a:ahLst/>
              <a:cxnLst/>
              <a:rect l="l" t="t" r="r" b="b"/>
              <a:pathLst>
                <a:path w="2145" h="1970" extrusionOk="0">
                  <a:moveTo>
                    <a:pt x="1855" y="1137"/>
                  </a:moveTo>
                  <a:lnTo>
                    <a:pt x="1855" y="1137"/>
                  </a:lnTo>
                  <a:cubicBezTo>
                    <a:pt x="1853" y="1137"/>
                    <a:pt x="1851" y="1137"/>
                    <a:pt x="1848" y="1137"/>
                  </a:cubicBezTo>
                  <a:cubicBezTo>
                    <a:pt x="1852" y="1138"/>
                    <a:pt x="1857" y="1140"/>
                    <a:pt x="1860" y="1142"/>
                  </a:cubicBezTo>
                  <a:lnTo>
                    <a:pt x="1860" y="1142"/>
                  </a:lnTo>
                  <a:cubicBezTo>
                    <a:pt x="1859" y="1140"/>
                    <a:pt x="1857" y="1138"/>
                    <a:pt x="1855" y="1137"/>
                  </a:cubicBezTo>
                  <a:close/>
                  <a:moveTo>
                    <a:pt x="1860" y="1142"/>
                  </a:moveTo>
                  <a:lnTo>
                    <a:pt x="1860" y="1142"/>
                  </a:lnTo>
                  <a:cubicBezTo>
                    <a:pt x="1885" y="1165"/>
                    <a:pt x="1905" y="1190"/>
                    <a:pt x="1920" y="1221"/>
                  </a:cubicBezTo>
                  <a:cubicBezTo>
                    <a:pt x="1913" y="1185"/>
                    <a:pt x="1893" y="1156"/>
                    <a:pt x="1860" y="1142"/>
                  </a:cubicBezTo>
                  <a:close/>
                  <a:moveTo>
                    <a:pt x="774" y="0"/>
                  </a:moveTo>
                  <a:cubicBezTo>
                    <a:pt x="755" y="0"/>
                    <a:pt x="735" y="0"/>
                    <a:pt x="716" y="1"/>
                  </a:cubicBezTo>
                  <a:cubicBezTo>
                    <a:pt x="652" y="1"/>
                    <a:pt x="584" y="13"/>
                    <a:pt x="520" y="41"/>
                  </a:cubicBezTo>
                  <a:cubicBezTo>
                    <a:pt x="412" y="101"/>
                    <a:pt x="360" y="229"/>
                    <a:pt x="332" y="349"/>
                  </a:cubicBezTo>
                  <a:cubicBezTo>
                    <a:pt x="300" y="465"/>
                    <a:pt x="272" y="597"/>
                    <a:pt x="188" y="685"/>
                  </a:cubicBezTo>
                  <a:cubicBezTo>
                    <a:pt x="176" y="617"/>
                    <a:pt x="164" y="549"/>
                    <a:pt x="152" y="481"/>
                  </a:cubicBezTo>
                  <a:cubicBezTo>
                    <a:pt x="72" y="661"/>
                    <a:pt x="24" y="853"/>
                    <a:pt x="8" y="1049"/>
                  </a:cubicBezTo>
                  <a:cubicBezTo>
                    <a:pt x="0" y="1121"/>
                    <a:pt x="8" y="1197"/>
                    <a:pt x="36" y="1261"/>
                  </a:cubicBezTo>
                  <a:cubicBezTo>
                    <a:pt x="56" y="1297"/>
                    <a:pt x="80" y="1329"/>
                    <a:pt x="108" y="1357"/>
                  </a:cubicBezTo>
                  <a:cubicBezTo>
                    <a:pt x="252" y="1513"/>
                    <a:pt x="412" y="1653"/>
                    <a:pt x="588" y="1769"/>
                  </a:cubicBezTo>
                  <a:cubicBezTo>
                    <a:pt x="764" y="1889"/>
                    <a:pt x="968" y="1957"/>
                    <a:pt x="1184" y="1969"/>
                  </a:cubicBezTo>
                  <a:cubicBezTo>
                    <a:pt x="1036" y="1949"/>
                    <a:pt x="912" y="1853"/>
                    <a:pt x="852" y="1721"/>
                  </a:cubicBezTo>
                  <a:lnTo>
                    <a:pt x="852" y="1721"/>
                  </a:lnTo>
                  <a:cubicBezTo>
                    <a:pt x="940" y="1741"/>
                    <a:pt x="1028" y="1769"/>
                    <a:pt x="1112" y="1805"/>
                  </a:cubicBezTo>
                  <a:cubicBezTo>
                    <a:pt x="1100" y="1761"/>
                    <a:pt x="1068" y="1725"/>
                    <a:pt x="1028" y="1709"/>
                  </a:cubicBezTo>
                  <a:lnTo>
                    <a:pt x="1028" y="1709"/>
                  </a:lnTo>
                  <a:lnTo>
                    <a:pt x="1120" y="1745"/>
                  </a:lnTo>
                  <a:cubicBezTo>
                    <a:pt x="1112" y="1721"/>
                    <a:pt x="1100" y="1697"/>
                    <a:pt x="1092" y="1673"/>
                  </a:cubicBezTo>
                  <a:cubicBezTo>
                    <a:pt x="1114" y="1663"/>
                    <a:pt x="1139" y="1658"/>
                    <a:pt x="1164" y="1658"/>
                  </a:cubicBezTo>
                  <a:cubicBezTo>
                    <a:pt x="1180" y="1658"/>
                    <a:pt x="1196" y="1660"/>
                    <a:pt x="1212" y="1665"/>
                  </a:cubicBezTo>
                  <a:cubicBezTo>
                    <a:pt x="1236" y="1673"/>
                    <a:pt x="1260" y="1685"/>
                    <a:pt x="1288" y="1697"/>
                  </a:cubicBezTo>
                  <a:cubicBezTo>
                    <a:pt x="1328" y="1709"/>
                    <a:pt x="1368" y="1717"/>
                    <a:pt x="1408" y="1721"/>
                  </a:cubicBezTo>
                  <a:lnTo>
                    <a:pt x="1640" y="1757"/>
                  </a:lnTo>
                  <a:cubicBezTo>
                    <a:pt x="1632" y="1729"/>
                    <a:pt x="1600" y="1725"/>
                    <a:pt x="1580" y="1705"/>
                  </a:cubicBezTo>
                  <a:cubicBezTo>
                    <a:pt x="1563" y="1688"/>
                    <a:pt x="1567" y="1651"/>
                    <a:pt x="1584" y="1651"/>
                  </a:cubicBezTo>
                  <a:cubicBezTo>
                    <a:pt x="1587" y="1651"/>
                    <a:pt x="1589" y="1652"/>
                    <a:pt x="1592" y="1653"/>
                  </a:cubicBezTo>
                  <a:cubicBezTo>
                    <a:pt x="1564" y="1621"/>
                    <a:pt x="1532" y="1601"/>
                    <a:pt x="1496" y="1585"/>
                  </a:cubicBezTo>
                  <a:cubicBezTo>
                    <a:pt x="1388" y="1525"/>
                    <a:pt x="1320" y="1417"/>
                    <a:pt x="1256" y="1309"/>
                  </a:cubicBezTo>
                  <a:cubicBezTo>
                    <a:pt x="1140" y="1109"/>
                    <a:pt x="1024" y="905"/>
                    <a:pt x="916" y="701"/>
                  </a:cubicBezTo>
                  <a:cubicBezTo>
                    <a:pt x="860" y="601"/>
                    <a:pt x="808" y="489"/>
                    <a:pt x="836" y="381"/>
                  </a:cubicBezTo>
                  <a:lnTo>
                    <a:pt x="836" y="381"/>
                  </a:lnTo>
                  <a:cubicBezTo>
                    <a:pt x="1016" y="789"/>
                    <a:pt x="1320" y="1129"/>
                    <a:pt x="1708" y="1357"/>
                  </a:cubicBezTo>
                  <a:cubicBezTo>
                    <a:pt x="1656" y="1229"/>
                    <a:pt x="1600" y="1089"/>
                    <a:pt x="1484" y="1021"/>
                  </a:cubicBezTo>
                  <a:cubicBezTo>
                    <a:pt x="1492" y="1020"/>
                    <a:pt x="1500" y="1019"/>
                    <a:pt x="1508" y="1019"/>
                  </a:cubicBezTo>
                  <a:cubicBezTo>
                    <a:pt x="1590" y="1019"/>
                    <a:pt x="1664" y="1092"/>
                    <a:pt x="1704" y="1169"/>
                  </a:cubicBezTo>
                  <a:cubicBezTo>
                    <a:pt x="1748" y="1253"/>
                    <a:pt x="1772" y="1353"/>
                    <a:pt x="1836" y="1425"/>
                  </a:cubicBezTo>
                  <a:cubicBezTo>
                    <a:pt x="1828" y="1317"/>
                    <a:pt x="1824" y="1213"/>
                    <a:pt x="1816" y="1105"/>
                  </a:cubicBezTo>
                  <a:lnTo>
                    <a:pt x="1816" y="1105"/>
                  </a:lnTo>
                  <a:cubicBezTo>
                    <a:pt x="1830" y="1115"/>
                    <a:pt x="1843" y="1126"/>
                    <a:pt x="1855" y="1137"/>
                  </a:cubicBezTo>
                  <a:lnTo>
                    <a:pt x="1855" y="1137"/>
                  </a:lnTo>
                  <a:cubicBezTo>
                    <a:pt x="1861" y="1137"/>
                    <a:pt x="1866" y="1137"/>
                    <a:pt x="1871" y="1137"/>
                  </a:cubicBezTo>
                  <a:cubicBezTo>
                    <a:pt x="1955" y="1137"/>
                    <a:pt x="2039" y="1157"/>
                    <a:pt x="2112" y="1197"/>
                  </a:cubicBezTo>
                  <a:cubicBezTo>
                    <a:pt x="1920" y="1065"/>
                    <a:pt x="1740" y="917"/>
                    <a:pt x="1572" y="757"/>
                  </a:cubicBezTo>
                  <a:cubicBezTo>
                    <a:pt x="1599" y="755"/>
                    <a:pt x="1626" y="753"/>
                    <a:pt x="1653" y="753"/>
                  </a:cubicBezTo>
                  <a:cubicBezTo>
                    <a:pt x="1712" y="753"/>
                    <a:pt x="1772" y="759"/>
                    <a:pt x="1832" y="773"/>
                  </a:cubicBezTo>
                  <a:cubicBezTo>
                    <a:pt x="1916" y="789"/>
                    <a:pt x="1992" y="837"/>
                    <a:pt x="2044" y="909"/>
                  </a:cubicBezTo>
                  <a:cubicBezTo>
                    <a:pt x="2056" y="929"/>
                    <a:pt x="2068" y="945"/>
                    <a:pt x="2084" y="957"/>
                  </a:cubicBezTo>
                  <a:cubicBezTo>
                    <a:pt x="2089" y="959"/>
                    <a:pt x="2095" y="960"/>
                    <a:pt x="2101" y="960"/>
                  </a:cubicBezTo>
                  <a:cubicBezTo>
                    <a:pt x="2118" y="960"/>
                    <a:pt x="2136" y="951"/>
                    <a:pt x="2136" y="933"/>
                  </a:cubicBezTo>
                  <a:lnTo>
                    <a:pt x="2144" y="933"/>
                  </a:lnTo>
                  <a:cubicBezTo>
                    <a:pt x="2064" y="729"/>
                    <a:pt x="1964" y="521"/>
                    <a:pt x="1800" y="377"/>
                  </a:cubicBezTo>
                  <a:cubicBezTo>
                    <a:pt x="1680" y="277"/>
                    <a:pt x="1544" y="197"/>
                    <a:pt x="1400" y="141"/>
                  </a:cubicBezTo>
                  <a:cubicBezTo>
                    <a:pt x="1288" y="93"/>
                    <a:pt x="1176" y="53"/>
                    <a:pt x="1056" y="25"/>
                  </a:cubicBezTo>
                  <a:cubicBezTo>
                    <a:pt x="963" y="8"/>
                    <a:pt x="869" y="0"/>
                    <a:pt x="7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89"/>
            <p:cNvSpPr/>
            <p:nvPr/>
          </p:nvSpPr>
          <p:spPr>
            <a:xfrm flipH="1">
              <a:off x="3271756" y="779671"/>
              <a:ext cx="242511" cy="229186"/>
            </a:xfrm>
            <a:custGeom>
              <a:avLst/>
              <a:gdLst/>
              <a:ahLst/>
              <a:cxnLst/>
              <a:rect l="l" t="t" r="r" b="b"/>
              <a:pathLst>
                <a:path w="2093" h="1978" extrusionOk="0">
                  <a:moveTo>
                    <a:pt x="1304" y="0"/>
                  </a:moveTo>
                  <a:lnTo>
                    <a:pt x="820" y="188"/>
                  </a:lnTo>
                  <a:cubicBezTo>
                    <a:pt x="708" y="224"/>
                    <a:pt x="604" y="272"/>
                    <a:pt x="508" y="328"/>
                  </a:cubicBezTo>
                  <a:cubicBezTo>
                    <a:pt x="156" y="556"/>
                    <a:pt x="0" y="984"/>
                    <a:pt x="116" y="1380"/>
                  </a:cubicBezTo>
                  <a:cubicBezTo>
                    <a:pt x="124" y="1260"/>
                    <a:pt x="192" y="1152"/>
                    <a:pt x="296" y="1092"/>
                  </a:cubicBezTo>
                  <a:cubicBezTo>
                    <a:pt x="300" y="1228"/>
                    <a:pt x="308" y="1360"/>
                    <a:pt x="312" y="1492"/>
                  </a:cubicBezTo>
                  <a:cubicBezTo>
                    <a:pt x="308" y="1532"/>
                    <a:pt x="316" y="1568"/>
                    <a:pt x="336" y="1604"/>
                  </a:cubicBezTo>
                  <a:cubicBezTo>
                    <a:pt x="349" y="1625"/>
                    <a:pt x="373" y="1637"/>
                    <a:pt x="397" y="1637"/>
                  </a:cubicBezTo>
                  <a:cubicBezTo>
                    <a:pt x="411" y="1637"/>
                    <a:pt x="425" y="1633"/>
                    <a:pt x="436" y="1624"/>
                  </a:cubicBezTo>
                  <a:cubicBezTo>
                    <a:pt x="464" y="1684"/>
                    <a:pt x="536" y="1720"/>
                    <a:pt x="600" y="1748"/>
                  </a:cubicBezTo>
                  <a:lnTo>
                    <a:pt x="676" y="1780"/>
                  </a:lnTo>
                  <a:cubicBezTo>
                    <a:pt x="708" y="1795"/>
                    <a:pt x="744" y="1808"/>
                    <a:pt x="778" y="1808"/>
                  </a:cubicBezTo>
                  <a:cubicBezTo>
                    <a:pt x="800" y="1808"/>
                    <a:pt x="821" y="1802"/>
                    <a:pt x="840" y="1788"/>
                  </a:cubicBezTo>
                  <a:cubicBezTo>
                    <a:pt x="848" y="1808"/>
                    <a:pt x="852" y="1824"/>
                    <a:pt x="860" y="1844"/>
                  </a:cubicBezTo>
                  <a:cubicBezTo>
                    <a:pt x="996" y="1824"/>
                    <a:pt x="1132" y="1796"/>
                    <a:pt x="1264" y="1752"/>
                  </a:cubicBezTo>
                  <a:lnTo>
                    <a:pt x="1264" y="1752"/>
                  </a:lnTo>
                  <a:cubicBezTo>
                    <a:pt x="1244" y="1792"/>
                    <a:pt x="1232" y="1840"/>
                    <a:pt x="1228" y="1884"/>
                  </a:cubicBezTo>
                  <a:lnTo>
                    <a:pt x="1292" y="1876"/>
                  </a:lnTo>
                  <a:lnTo>
                    <a:pt x="1240" y="1968"/>
                  </a:lnTo>
                  <a:cubicBezTo>
                    <a:pt x="1269" y="1975"/>
                    <a:pt x="1298" y="1978"/>
                    <a:pt x="1327" y="1978"/>
                  </a:cubicBezTo>
                  <a:cubicBezTo>
                    <a:pt x="1494" y="1978"/>
                    <a:pt x="1657" y="1879"/>
                    <a:pt x="1796" y="1780"/>
                  </a:cubicBezTo>
                  <a:cubicBezTo>
                    <a:pt x="1836" y="1756"/>
                    <a:pt x="1868" y="1728"/>
                    <a:pt x="1896" y="1696"/>
                  </a:cubicBezTo>
                  <a:cubicBezTo>
                    <a:pt x="1920" y="1664"/>
                    <a:pt x="1936" y="1632"/>
                    <a:pt x="1948" y="1600"/>
                  </a:cubicBezTo>
                  <a:cubicBezTo>
                    <a:pt x="2048" y="1356"/>
                    <a:pt x="2092" y="1088"/>
                    <a:pt x="2072" y="828"/>
                  </a:cubicBezTo>
                  <a:lnTo>
                    <a:pt x="2072" y="828"/>
                  </a:lnTo>
                  <a:cubicBezTo>
                    <a:pt x="2064" y="940"/>
                    <a:pt x="2000" y="1048"/>
                    <a:pt x="1900" y="1108"/>
                  </a:cubicBezTo>
                  <a:cubicBezTo>
                    <a:pt x="1844" y="972"/>
                    <a:pt x="1956" y="828"/>
                    <a:pt x="1964" y="680"/>
                  </a:cubicBezTo>
                  <a:lnTo>
                    <a:pt x="1964" y="680"/>
                  </a:lnTo>
                  <a:cubicBezTo>
                    <a:pt x="1864" y="924"/>
                    <a:pt x="1748" y="1188"/>
                    <a:pt x="1512" y="1308"/>
                  </a:cubicBezTo>
                  <a:cubicBezTo>
                    <a:pt x="1564" y="1240"/>
                    <a:pt x="1608" y="1168"/>
                    <a:pt x="1644" y="1092"/>
                  </a:cubicBezTo>
                  <a:lnTo>
                    <a:pt x="1644" y="1092"/>
                  </a:lnTo>
                  <a:cubicBezTo>
                    <a:pt x="1606" y="1153"/>
                    <a:pt x="1535" y="1193"/>
                    <a:pt x="1459" y="1193"/>
                  </a:cubicBezTo>
                  <a:cubicBezTo>
                    <a:pt x="1456" y="1193"/>
                    <a:pt x="1452" y="1192"/>
                    <a:pt x="1448" y="1192"/>
                  </a:cubicBezTo>
                  <a:cubicBezTo>
                    <a:pt x="1436" y="1156"/>
                    <a:pt x="1436" y="1120"/>
                    <a:pt x="1448" y="1088"/>
                  </a:cubicBezTo>
                  <a:cubicBezTo>
                    <a:pt x="1432" y="1088"/>
                    <a:pt x="1416" y="1092"/>
                    <a:pt x="1400" y="1096"/>
                  </a:cubicBezTo>
                  <a:cubicBezTo>
                    <a:pt x="1456" y="860"/>
                    <a:pt x="1700" y="708"/>
                    <a:pt x="1760" y="472"/>
                  </a:cubicBezTo>
                  <a:lnTo>
                    <a:pt x="1760" y="472"/>
                  </a:lnTo>
                  <a:lnTo>
                    <a:pt x="1628" y="544"/>
                  </a:lnTo>
                  <a:cubicBezTo>
                    <a:pt x="1608" y="528"/>
                    <a:pt x="1584" y="520"/>
                    <a:pt x="1560" y="520"/>
                  </a:cubicBezTo>
                  <a:cubicBezTo>
                    <a:pt x="1536" y="520"/>
                    <a:pt x="1512" y="528"/>
                    <a:pt x="1492" y="544"/>
                  </a:cubicBezTo>
                  <a:lnTo>
                    <a:pt x="1532" y="500"/>
                  </a:lnTo>
                  <a:cubicBezTo>
                    <a:pt x="1522" y="494"/>
                    <a:pt x="1511" y="491"/>
                    <a:pt x="1501" y="491"/>
                  </a:cubicBezTo>
                  <a:cubicBezTo>
                    <a:pt x="1490" y="491"/>
                    <a:pt x="1480" y="494"/>
                    <a:pt x="1472" y="500"/>
                  </a:cubicBezTo>
                  <a:cubicBezTo>
                    <a:pt x="1500" y="432"/>
                    <a:pt x="1528" y="368"/>
                    <a:pt x="1560" y="304"/>
                  </a:cubicBezTo>
                  <a:cubicBezTo>
                    <a:pt x="1554" y="304"/>
                    <a:pt x="1549" y="304"/>
                    <a:pt x="1543" y="304"/>
                  </a:cubicBezTo>
                  <a:cubicBezTo>
                    <a:pt x="1451" y="304"/>
                    <a:pt x="1372" y="364"/>
                    <a:pt x="1300" y="420"/>
                  </a:cubicBezTo>
                  <a:cubicBezTo>
                    <a:pt x="1220" y="476"/>
                    <a:pt x="1144" y="536"/>
                    <a:pt x="1068" y="592"/>
                  </a:cubicBezTo>
                  <a:cubicBezTo>
                    <a:pt x="820" y="784"/>
                    <a:pt x="564" y="980"/>
                    <a:pt x="408" y="1248"/>
                  </a:cubicBezTo>
                  <a:cubicBezTo>
                    <a:pt x="384" y="1184"/>
                    <a:pt x="388" y="1116"/>
                    <a:pt x="416" y="1056"/>
                  </a:cubicBezTo>
                  <a:cubicBezTo>
                    <a:pt x="544" y="720"/>
                    <a:pt x="836" y="480"/>
                    <a:pt x="1116" y="256"/>
                  </a:cubicBezTo>
                  <a:lnTo>
                    <a:pt x="1116" y="256"/>
                  </a:lnTo>
                  <a:lnTo>
                    <a:pt x="944" y="264"/>
                  </a:lnTo>
                  <a:lnTo>
                    <a:pt x="1288" y="32"/>
                  </a:lnTo>
                  <a:lnTo>
                    <a:pt x="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89"/>
            <p:cNvSpPr/>
            <p:nvPr/>
          </p:nvSpPr>
          <p:spPr>
            <a:xfrm flipH="1">
              <a:off x="2936202" y="795777"/>
              <a:ext cx="267075" cy="235906"/>
            </a:xfrm>
            <a:custGeom>
              <a:avLst/>
              <a:gdLst/>
              <a:ahLst/>
              <a:cxnLst/>
              <a:rect l="l" t="t" r="r" b="b"/>
              <a:pathLst>
                <a:path w="2305" h="2036" extrusionOk="0">
                  <a:moveTo>
                    <a:pt x="1466" y="0"/>
                  </a:moveTo>
                  <a:cubicBezTo>
                    <a:pt x="1455" y="0"/>
                    <a:pt x="1444" y="0"/>
                    <a:pt x="1432" y="1"/>
                  </a:cubicBezTo>
                  <a:cubicBezTo>
                    <a:pt x="1500" y="5"/>
                    <a:pt x="1556" y="57"/>
                    <a:pt x="1564" y="125"/>
                  </a:cubicBezTo>
                  <a:cubicBezTo>
                    <a:pt x="1412" y="60"/>
                    <a:pt x="1248" y="27"/>
                    <a:pt x="1085" y="27"/>
                  </a:cubicBezTo>
                  <a:cubicBezTo>
                    <a:pt x="1060" y="27"/>
                    <a:pt x="1034" y="28"/>
                    <a:pt x="1008" y="29"/>
                  </a:cubicBezTo>
                  <a:cubicBezTo>
                    <a:pt x="1296" y="89"/>
                    <a:pt x="1564" y="221"/>
                    <a:pt x="1788" y="413"/>
                  </a:cubicBezTo>
                  <a:cubicBezTo>
                    <a:pt x="1860" y="465"/>
                    <a:pt x="1920" y="537"/>
                    <a:pt x="1964" y="617"/>
                  </a:cubicBezTo>
                  <a:cubicBezTo>
                    <a:pt x="2000" y="693"/>
                    <a:pt x="2008" y="797"/>
                    <a:pt x="1940" y="849"/>
                  </a:cubicBezTo>
                  <a:cubicBezTo>
                    <a:pt x="1916" y="869"/>
                    <a:pt x="1889" y="877"/>
                    <a:pt x="1861" y="877"/>
                  </a:cubicBezTo>
                  <a:cubicBezTo>
                    <a:pt x="1816" y="877"/>
                    <a:pt x="1770" y="855"/>
                    <a:pt x="1732" y="825"/>
                  </a:cubicBezTo>
                  <a:cubicBezTo>
                    <a:pt x="1680" y="773"/>
                    <a:pt x="1636" y="709"/>
                    <a:pt x="1600" y="645"/>
                  </a:cubicBezTo>
                  <a:cubicBezTo>
                    <a:pt x="1564" y="577"/>
                    <a:pt x="1504" y="525"/>
                    <a:pt x="1436" y="501"/>
                  </a:cubicBezTo>
                  <a:lnTo>
                    <a:pt x="1436" y="501"/>
                  </a:lnTo>
                  <a:cubicBezTo>
                    <a:pt x="1436" y="533"/>
                    <a:pt x="1444" y="561"/>
                    <a:pt x="1464" y="589"/>
                  </a:cubicBezTo>
                  <a:cubicBezTo>
                    <a:pt x="1368" y="557"/>
                    <a:pt x="1280" y="509"/>
                    <a:pt x="1196" y="457"/>
                  </a:cubicBezTo>
                  <a:lnTo>
                    <a:pt x="856" y="249"/>
                  </a:lnTo>
                  <a:lnTo>
                    <a:pt x="856" y="249"/>
                  </a:lnTo>
                  <a:cubicBezTo>
                    <a:pt x="964" y="345"/>
                    <a:pt x="1036" y="477"/>
                    <a:pt x="1056" y="625"/>
                  </a:cubicBezTo>
                  <a:cubicBezTo>
                    <a:pt x="920" y="613"/>
                    <a:pt x="832" y="481"/>
                    <a:pt x="764" y="365"/>
                  </a:cubicBezTo>
                  <a:lnTo>
                    <a:pt x="764" y="365"/>
                  </a:lnTo>
                  <a:cubicBezTo>
                    <a:pt x="792" y="465"/>
                    <a:pt x="808" y="565"/>
                    <a:pt x="812" y="669"/>
                  </a:cubicBezTo>
                  <a:cubicBezTo>
                    <a:pt x="680" y="569"/>
                    <a:pt x="620" y="405"/>
                    <a:pt x="560" y="249"/>
                  </a:cubicBezTo>
                  <a:lnTo>
                    <a:pt x="560" y="249"/>
                  </a:lnTo>
                  <a:cubicBezTo>
                    <a:pt x="652" y="573"/>
                    <a:pt x="768" y="885"/>
                    <a:pt x="916" y="1189"/>
                  </a:cubicBezTo>
                  <a:cubicBezTo>
                    <a:pt x="956" y="1277"/>
                    <a:pt x="1008" y="1357"/>
                    <a:pt x="1068" y="1433"/>
                  </a:cubicBezTo>
                  <a:cubicBezTo>
                    <a:pt x="1124" y="1497"/>
                    <a:pt x="1200" y="1553"/>
                    <a:pt x="1228" y="1633"/>
                  </a:cubicBezTo>
                  <a:cubicBezTo>
                    <a:pt x="1210" y="1639"/>
                    <a:pt x="1190" y="1641"/>
                    <a:pt x="1171" y="1641"/>
                  </a:cubicBezTo>
                  <a:cubicBezTo>
                    <a:pt x="1131" y="1641"/>
                    <a:pt x="1092" y="1631"/>
                    <a:pt x="1060" y="1609"/>
                  </a:cubicBezTo>
                  <a:cubicBezTo>
                    <a:pt x="1008" y="1581"/>
                    <a:pt x="960" y="1541"/>
                    <a:pt x="908" y="1517"/>
                  </a:cubicBezTo>
                  <a:cubicBezTo>
                    <a:pt x="868" y="1501"/>
                    <a:pt x="828" y="1481"/>
                    <a:pt x="788" y="1457"/>
                  </a:cubicBezTo>
                  <a:cubicBezTo>
                    <a:pt x="760" y="1433"/>
                    <a:pt x="732" y="1401"/>
                    <a:pt x="716" y="1365"/>
                  </a:cubicBezTo>
                  <a:cubicBezTo>
                    <a:pt x="568" y="1129"/>
                    <a:pt x="464" y="869"/>
                    <a:pt x="400" y="597"/>
                  </a:cubicBezTo>
                  <a:lnTo>
                    <a:pt x="400" y="597"/>
                  </a:lnTo>
                  <a:cubicBezTo>
                    <a:pt x="408" y="705"/>
                    <a:pt x="416" y="813"/>
                    <a:pt x="420" y="921"/>
                  </a:cubicBezTo>
                  <a:cubicBezTo>
                    <a:pt x="424" y="965"/>
                    <a:pt x="416" y="1021"/>
                    <a:pt x="376" y="1033"/>
                  </a:cubicBezTo>
                  <a:cubicBezTo>
                    <a:pt x="320" y="917"/>
                    <a:pt x="296" y="789"/>
                    <a:pt x="300" y="661"/>
                  </a:cubicBezTo>
                  <a:lnTo>
                    <a:pt x="300" y="661"/>
                  </a:lnTo>
                  <a:cubicBezTo>
                    <a:pt x="284" y="709"/>
                    <a:pt x="268" y="757"/>
                    <a:pt x="264" y="809"/>
                  </a:cubicBezTo>
                  <a:cubicBezTo>
                    <a:pt x="268" y="653"/>
                    <a:pt x="220" y="501"/>
                    <a:pt x="124" y="377"/>
                  </a:cubicBezTo>
                  <a:cubicBezTo>
                    <a:pt x="112" y="349"/>
                    <a:pt x="84" y="329"/>
                    <a:pt x="56" y="325"/>
                  </a:cubicBezTo>
                  <a:cubicBezTo>
                    <a:pt x="24" y="325"/>
                    <a:pt x="0" y="365"/>
                    <a:pt x="24" y="385"/>
                  </a:cubicBezTo>
                  <a:lnTo>
                    <a:pt x="36" y="345"/>
                  </a:lnTo>
                  <a:cubicBezTo>
                    <a:pt x="56" y="469"/>
                    <a:pt x="76" y="589"/>
                    <a:pt x="96" y="713"/>
                  </a:cubicBezTo>
                  <a:cubicBezTo>
                    <a:pt x="104" y="757"/>
                    <a:pt x="112" y="801"/>
                    <a:pt x="124" y="845"/>
                  </a:cubicBezTo>
                  <a:cubicBezTo>
                    <a:pt x="140" y="909"/>
                    <a:pt x="168" y="969"/>
                    <a:pt x="188" y="1029"/>
                  </a:cubicBezTo>
                  <a:cubicBezTo>
                    <a:pt x="220" y="1153"/>
                    <a:pt x="216" y="1285"/>
                    <a:pt x="236" y="1413"/>
                  </a:cubicBezTo>
                  <a:cubicBezTo>
                    <a:pt x="264" y="1589"/>
                    <a:pt x="340" y="1753"/>
                    <a:pt x="460" y="1885"/>
                  </a:cubicBezTo>
                  <a:cubicBezTo>
                    <a:pt x="488" y="1921"/>
                    <a:pt x="528" y="1953"/>
                    <a:pt x="568" y="1973"/>
                  </a:cubicBezTo>
                  <a:cubicBezTo>
                    <a:pt x="600" y="1985"/>
                    <a:pt x="636" y="1993"/>
                    <a:pt x="672" y="1997"/>
                  </a:cubicBezTo>
                  <a:cubicBezTo>
                    <a:pt x="807" y="2023"/>
                    <a:pt x="941" y="2036"/>
                    <a:pt x="1075" y="2036"/>
                  </a:cubicBezTo>
                  <a:cubicBezTo>
                    <a:pt x="1109" y="2036"/>
                    <a:pt x="1143" y="2035"/>
                    <a:pt x="1176" y="2033"/>
                  </a:cubicBezTo>
                  <a:cubicBezTo>
                    <a:pt x="1348" y="2025"/>
                    <a:pt x="1512" y="1973"/>
                    <a:pt x="1656" y="1881"/>
                  </a:cubicBezTo>
                  <a:lnTo>
                    <a:pt x="1488" y="1865"/>
                  </a:lnTo>
                  <a:cubicBezTo>
                    <a:pt x="1528" y="1829"/>
                    <a:pt x="1592" y="1825"/>
                    <a:pt x="1644" y="1805"/>
                  </a:cubicBezTo>
                  <a:cubicBezTo>
                    <a:pt x="1720" y="1769"/>
                    <a:pt x="1792" y="1717"/>
                    <a:pt x="1844" y="1653"/>
                  </a:cubicBezTo>
                  <a:cubicBezTo>
                    <a:pt x="1988" y="1513"/>
                    <a:pt x="2136" y="1353"/>
                    <a:pt x="2164" y="1153"/>
                  </a:cubicBezTo>
                  <a:cubicBezTo>
                    <a:pt x="2196" y="1181"/>
                    <a:pt x="2216" y="1225"/>
                    <a:pt x="2212" y="1269"/>
                  </a:cubicBezTo>
                  <a:cubicBezTo>
                    <a:pt x="2260" y="1109"/>
                    <a:pt x="2304" y="937"/>
                    <a:pt x="2256" y="777"/>
                  </a:cubicBezTo>
                  <a:cubicBezTo>
                    <a:pt x="2236" y="717"/>
                    <a:pt x="2208" y="661"/>
                    <a:pt x="2176" y="605"/>
                  </a:cubicBezTo>
                  <a:cubicBezTo>
                    <a:pt x="2100" y="453"/>
                    <a:pt x="2004" y="313"/>
                    <a:pt x="1888" y="189"/>
                  </a:cubicBezTo>
                  <a:cubicBezTo>
                    <a:pt x="1776" y="77"/>
                    <a:pt x="1626" y="0"/>
                    <a:pt x="1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89"/>
            <p:cNvSpPr/>
            <p:nvPr/>
          </p:nvSpPr>
          <p:spPr>
            <a:xfrm flipH="1">
              <a:off x="2809213" y="336246"/>
              <a:ext cx="745839" cy="718263"/>
            </a:xfrm>
            <a:custGeom>
              <a:avLst/>
              <a:gdLst/>
              <a:ahLst/>
              <a:cxnLst/>
              <a:rect l="l" t="t" r="r" b="b"/>
              <a:pathLst>
                <a:path w="6437" h="6199" extrusionOk="0">
                  <a:moveTo>
                    <a:pt x="3073" y="50"/>
                  </a:moveTo>
                  <a:cubicBezTo>
                    <a:pt x="3113" y="50"/>
                    <a:pt x="3153" y="52"/>
                    <a:pt x="3192" y="55"/>
                  </a:cubicBezTo>
                  <a:cubicBezTo>
                    <a:pt x="3332" y="67"/>
                    <a:pt x="3472" y="95"/>
                    <a:pt x="3608" y="139"/>
                  </a:cubicBezTo>
                  <a:cubicBezTo>
                    <a:pt x="3740" y="183"/>
                    <a:pt x="3868" y="239"/>
                    <a:pt x="3988" y="311"/>
                  </a:cubicBezTo>
                  <a:cubicBezTo>
                    <a:pt x="4108" y="379"/>
                    <a:pt x="4216" y="463"/>
                    <a:pt x="4308" y="563"/>
                  </a:cubicBezTo>
                  <a:cubicBezTo>
                    <a:pt x="4400" y="659"/>
                    <a:pt x="4468" y="775"/>
                    <a:pt x="4508" y="899"/>
                  </a:cubicBezTo>
                  <a:cubicBezTo>
                    <a:pt x="4524" y="959"/>
                    <a:pt x="4536" y="1023"/>
                    <a:pt x="4540" y="1087"/>
                  </a:cubicBezTo>
                  <a:cubicBezTo>
                    <a:pt x="4540" y="1103"/>
                    <a:pt x="4540" y="1119"/>
                    <a:pt x="4540" y="1135"/>
                  </a:cubicBezTo>
                  <a:lnTo>
                    <a:pt x="4540" y="1179"/>
                  </a:lnTo>
                  <a:cubicBezTo>
                    <a:pt x="4536" y="1211"/>
                    <a:pt x="4532" y="1247"/>
                    <a:pt x="4528" y="1279"/>
                  </a:cubicBezTo>
                  <a:lnTo>
                    <a:pt x="4520" y="1327"/>
                  </a:lnTo>
                  <a:lnTo>
                    <a:pt x="4512" y="1371"/>
                  </a:lnTo>
                  <a:cubicBezTo>
                    <a:pt x="4496" y="1399"/>
                    <a:pt x="4492" y="1427"/>
                    <a:pt x="4484" y="1455"/>
                  </a:cubicBezTo>
                  <a:cubicBezTo>
                    <a:pt x="4464" y="1515"/>
                    <a:pt x="4440" y="1571"/>
                    <a:pt x="4412" y="1623"/>
                  </a:cubicBezTo>
                  <a:lnTo>
                    <a:pt x="4392" y="1663"/>
                  </a:lnTo>
                  <a:cubicBezTo>
                    <a:pt x="4384" y="1679"/>
                    <a:pt x="4376" y="1691"/>
                    <a:pt x="4368" y="1703"/>
                  </a:cubicBezTo>
                  <a:cubicBezTo>
                    <a:pt x="4352" y="1727"/>
                    <a:pt x="4336" y="1751"/>
                    <a:pt x="4316" y="1775"/>
                  </a:cubicBezTo>
                  <a:lnTo>
                    <a:pt x="4260" y="1843"/>
                  </a:lnTo>
                  <a:lnTo>
                    <a:pt x="4196" y="1903"/>
                  </a:lnTo>
                  <a:cubicBezTo>
                    <a:pt x="4024" y="2067"/>
                    <a:pt x="3820" y="2175"/>
                    <a:pt x="3648" y="2323"/>
                  </a:cubicBezTo>
                  <a:lnTo>
                    <a:pt x="3616" y="2351"/>
                  </a:lnTo>
                  <a:lnTo>
                    <a:pt x="3584" y="2379"/>
                  </a:lnTo>
                  <a:cubicBezTo>
                    <a:pt x="3564" y="2399"/>
                    <a:pt x="3548" y="2423"/>
                    <a:pt x="3528" y="2443"/>
                  </a:cubicBezTo>
                  <a:cubicBezTo>
                    <a:pt x="3500" y="2487"/>
                    <a:pt x="3468" y="2531"/>
                    <a:pt x="3444" y="2575"/>
                  </a:cubicBezTo>
                  <a:cubicBezTo>
                    <a:pt x="3392" y="2659"/>
                    <a:pt x="3348" y="2739"/>
                    <a:pt x="3300" y="2811"/>
                  </a:cubicBezTo>
                  <a:cubicBezTo>
                    <a:pt x="3260" y="2879"/>
                    <a:pt x="3212" y="2943"/>
                    <a:pt x="3156" y="3003"/>
                  </a:cubicBezTo>
                  <a:cubicBezTo>
                    <a:pt x="3144" y="3015"/>
                    <a:pt x="3132" y="3027"/>
                    <a:pt x="3120" y="3039"/>
                  </a:cubicBezTo>
                  <a:cubicBezTo>
                    <a:pt x="3140" y="2987"/>
                    <a:pt x="3148" y="2927"/>
                    <a:pt x="3148" y="2871"/>
                  </a:cubicBezTo>
                  <a:cubicBezTo>
                    <a:pt x="3152" y="2859"/>
                    <a:pt x="3160" y="2851"/>
                    <a:pt x="3164" y="2839"/>
                  </a:cubicBezTo>
                  <a:cubicBezTo>
                    <a:pt x="3216" y="2759"/>
                    <a:pt x="3280" y="2663"/>
                    <a:pt x="3348" y="2559"/>
                  </a:cubicBezTo>
                  <a:lnTo>
                    <a:pt x="3552" y="2235"/>
                  </a:lnTo>
                  <a:lnTo>
                    <a:pt x="3752" y="1907"/>
                  </a:lnTo>
                  <a:cubicBezTo>
                    <a:pt x="3784" y="1855"/>
                    <a:pt x="3812" y="1803"/>
                    <a:pt x="3836" y="1747"/>
                  </a:cubicBezTo>
                  <a:cubicBezTo>
                    <a:pt x="3856" y="1699"/>
                    <a:pt x="3872" y="1643"/>
                    <a:pt x="3876" y="1591"/>
                  </a:cubicBezTo>
                  <a:cubicBezTo>
                    <a:pt x="3876" y="1547"/>
                    <a:pt x="3876" y="1499"/>
                    <a:pt x="3868" y="1455"/>
                  </a:cubicBezTo>
                  <a:cubicBezTo>
                    <a:pt x="3860" y="1415"/>
                    <a:pt x="3852" y="1383"/>
                    <a:pt x="3844" y="1355"/>
                  </a:cubicBezTo>
                  <a:cubicBezTo>
                    <a:pt x="3832" y="1299"/>
                    <a:pt x="3820" y="1267"/>
                    <a:pt x="3820" y="1267"/>
                  </a:cubicBezTo>
                  <a:lnTo>
                    <a:pt x="3820" y="1267"/>
                  </a:lnTo>
                  <a:lnTo>
                    <a:pt x="3836" y="1355"/>
                  </a:lnTo>
                  <a:cubicBezTo>
                    <a:pt x="3852" y="1435"/>
                    <a:pt x="3856" y="1511"/>
                    <a:pt x="3852" y="1591"/>
                  </a:cubicBezTo>
                  <a:cubicBezTo>
                    <a:pt x="3844" y="1643"/>
                    <a:pt x="3828" y="1691"/>
                    <a:pt x="3808" y="1735"/>
                  </a:cubicBezTo>
                  <a:cubicBezTo>
                    <a:pt x="3780" y="1787"/>
                    <a:pt x="3752" y="1839"/>
                    <a:pt x="3720" y="1887"/>
                  </a:cubicBezTo>
                  <a:cubicBezTo>
                    <a:pt x="3656" y="1991"/>
                    <a:pt x="3584" y="2099"/>
                    <a:pt x="3516" y="2211"/>
                  </a:cubicBezTo>
                  <a:lnTo>
                    <a:pt x="3316" y="2539"/>
                  </a:lnTo>
                  <a:cubicBezTo>
                    <a:pt x="3284" y="2591"/>
                    <a:pt x="3252" y="2643"/>
                    <a:pt x="3224" y="2691"/>
                  </a:cubicBezTo>
                  <a:cubicBezTo>
                    <a:pt x="3196" y="2735"/>
                    <a:pt x="3168" y="2783"/>
                    <a:pt x="3144" y="2823"/>
                  </a:cubicBezTo>
                  <a:cubicBezTo>
                    <a:pt x="3136" y="2743"/>
                    <a:pt x="3104" y="2687"/>
                    <a:pt x="3068" y="2679"/>
                  </a:cubicBezTo>
                  <a:lnTo>
                    <a:pt x="3068" y="2651"/>
                  </a:lnTo>
                  <a:lnTo>
                    <a:pt x="3068" y="2611"/>
                  </a:lnTo>
                  <a:cubicBezTo>
                    <a:pt x="3068" y="2583"/>
                    <a:pt x="3064" y="2551"/>
                    <a:pt x="3060" y="2523"/>
                  </a:cubicBezTo>
                  <a:cubicBezTo>
                    <a:pt x="3052" y="2463"/>
                    <a:pt x="3044" y="2403"/>
                    <a:pt x="3028" y="2343"/>
                  </a:cubicBezTo>
                  <a:cubicBezTo>
                    <a:pt x="3016" y="2283"/>
                    <a:pt x="2996" y="2223"/>
                    <a:pt x="2976" y="2163"/>
                  </a:cubicBezTo>
                  <a:cubicBezTo>
                    <a:pt x="2936" y="2043"/>
                    <a:pt x="2888" y="1931"/>
                    <a:pt x="2844" y="1819"/>
                  </a:cubicBezTo>
                  <a:cubicBezTo>
                    <a:pt x="2824" y="1767"/>
                    <a:pt x="2804" y="1715"/>
                    <a:pt x="2788" y="1663"/>
                  </a:cubicBezTo>
                  <a:cubicBezTo>
                    <a:pt x="2772" y="1611"/>
                    <a:pt x="2756" y="1563"/>
                    <a:pt x="2748" y="1519"/>
                  </a:cubicBezTo>
                  <a:cubicBezTo>
                    <a:pt x="2736" y="1475"/>
                    <a:pt x="2728" y="1431"/>
                    <a:pt x="2720" y="1395"/>
                  </a:cubicBezTo>
                  <a:cubicBezTo>
                    <a:pt x="2712" y="1359"/>
                    <a:pt x="2712" y="1327"/>
                    <a:pt x="2708" y="1299"/>
                  </a:cubicBezTo>
                  <a:cubicBezTo>
                    <a:pt x="2708" y="1243"/>
                    <a:pt x="2704" y="1211"/>
                    <a:pt x="2704" y="1211"/>
                  </a:cubicBezTo>
                  <a:cubicBezTo>
                    <a:pt x="2704" y="1211"/>
                    <a:pt x="2704" y="1243"/>
                    <a:pt x="2700" y="1299"/>
                  </a:cubicBezTo>
                  <a:cubicBezTo>
                    <a:pt x="2700" y="1327"/>
                    <a:pt x="2700" y="1359"/>
                    <a:pt x="2704" y="1399"/>
                  </a:cubicBezTo>
                  <a:cubicBezTo>
                    <a:pt x="2708" y="1443"/>
                    <a:pt x="2716" y="1483"/>
                    <a:pt x="2724" y="1527"/>
                  </a:cubicBezTo>
                  <a:cubicBezTo>
                    <a:pt x="2732" y="1571"/>
                    <a:pt x="2744" y="1623"/>
                    <a:pt x="2760" y="1675"/>
                  </a:cubicBezTo>
                  <a:cubicBezTo>
                    <a:pt x="2772" y="1731"/>
                    <a:pt x="2792" y="1783"/>
                    <a:pt x="2812" y="1835"/>
                  </a:cubicBezTo>
                  <a:cubicBezTo>
                    <a:pt x="2852" y="1947"/>
                    <a:pt x="2896" y="2063"/>
                    <a:pt x="2936" y="2179"/>
                  </a:cubicBezTo>
                  <a:cubicBezTo>
                    <a:pt x="2976" y="2295"/>
                    <a:pt x="3008" y="2411"/>
                    <a:pt x="3024" y="2531"/>
                  </a:cubicBezTo>
                  <a:cubicBezTo>
                    <a:pt x="3028" y="2559"/>
                    <a:pt x="3028" y="2587"/>
                    <a:pt x="3032" y="2615"/>
                  </a:cubicBezTo>
                  <a:lnTo>
                    <a:pt x="3036" y="2655"/>
                  </a:lnTo>
                  <a:lnTo>
                    <a:pt x="3036" y="2691"/>
                  </a:lnTo>
                  <a:lnTo>
                    <a:pt x="3028" y="2695"/>
                  </a:lnTo>
                  <a:cubicBezTo>
                    <a:pt x="2972" y="2731"/>
                    <a:pt x="2896" y="2859"/>
                    <a:pt x="2848" y="2955"/>
                  </a:cubicBezTo>
                  <a:cubicBezTo>
                    <a:pt x="2860" y="2907"/>
                    <a:pt x="2872" y="2855"/>
                    <a:pt x="2880" y="2807"/>
                  </a:cubicBezTo>
                  <a:cubicBezTo>
                    <a:pt x="2896" y="2723"/>
                    <a:pt x="2908" y="2639"/>
                    <a:pt x="2908" y="2555"/>
                  </a:cubicBezTo>
                  <a:cubicBezTo>
                    <a:pt x="2908" y="2531"/>
                    <a:pt x="2904" y="2507"/>
                    <a:pt x="2900" y="2483"/>
                  </a:cubicBezTo>
                  <a:cubicBezTo>
                    <a:pt x="2900" y="2471"/>
                    <a:pt x="2896" y="2459"/>
                    <a:pt x="2896" y="2447"/>
                  </a:cubicBezTo>
                  <a:lnTo>
                    <a:pt x="2896" y="2435"/>
                  </a:lnTo>
                  <a:cubicBezTo>
                    <a:pt x="2896" y="2435"/>
                    <a:pt x="2896" y="2431"/>
                    <a:pt x="2896" y="2431"/>
                  </a:cubicBezTo>
                  <a:lnTo>
                    <a:pt x="2896" y="2427"/>
                  </a:lnTo>
                  <a:lnTo>
                    <a:pt x="2888" y="2411"/>
                  </a:lnTo>
                  <a:cubicBezTo>
                    <a:pt x="2876" y="2363"/>
                    <a:pt x="2856" y="2319"/>
                    <a:pt x="2840" y="2271"/>
                  </a:cubicBezTo>
                  <a:cubicBezTo>
                    <a:pt x="2804" y="2179"/>
                    <a:pt x="2760" y="2083"/>
                    <a:pt x="2716" y="1987"/>
                  </a:cubicBezTo>
                  <a:lnTo>
                    <a:pt x="2424" y="1355"/>
                  </a:lnTo>
                  <a:cubicBezTo>
                    <a:pt x="2400" y="1299"/>
                    <a:pt x="2376" y="1243"/>
                    <a:pt x="2352" y="1187"/>
                  </a:cubicBezTo>
                  <a:cubicBezTo>
                    <a:pt x="2328" y="1131"/>
                    <a:pt x="2308" y="1075"/>
                    <a:pt x="2292" y="1015"/>
                  </a:cubicBezTo>
                  <a:cubicBezTo>
                    <a:pt x="2284" y="983"/>
                    <a:pt x="2280" y="951"/>
                    <a:pt x="2272" y="923"/>
                  </a:cubicBezTo>
                  <a:cubicBezTo>
                    <a:pt x="2268" y="891"/>
                    <a:pt x="2264" y="859"/>
                    <a:pt x="2264" y="827"/>
                  </a:cubicBezTo>
                  <a:cubicBezTo>
                    <a:pt x="2260" y="763"/>
                    <a:pt x="2260" y="699"/>
                    <a:pt x="2268" y="635"/>
                  </a:cubicBezTo>
                  <a:cubicBezTo>
                    <a:pt x="2276" y="571"/>
                    <a:pt x="2292" y="507"/>
                    <a:pt x="2316" y="447"/>
                  </a:cubicBezTo>
                  <a:cubicBezTo>
                    <a:pt x="2344" y="387"/>
                    <a:pt x="2380" y="331"/>
                    <a:pt x="2424" y="283"/>
                  </a:cubicBezTo>
                  <a:cubicBezTo>
                    <a:pt x="2520" y="183"/>
                    <a:pt x="2640" y="115"/>
                    <a:pt x="2776" y="87"/>
                  </a:cubicBezTo>
                  <a:cubicBezTo>
                    <a:pt x="2874" y="61"/>
                    <a:pt x="2973" y="50"/>
                    <a:pt x="3073" y="50"/>
                  </a:cubicBezTo>
                  <a:close/>
                  <a:moveTo>
                    <a:pt x="4056" y="2183"/>
                  </a:moveTo>
                  <a:cubicBezTo>
                    <a:pt x="4032" y="2211"/>
                    <a:pt x="4012" y="2239"/>
                    <a:pt x="3992" y="2267"/>
                  </a:cubicBezTo>
                  <a:cubicBezTo>
                    <a:pt x="3920" y="2363"/>
                    <a:pt x="3852" y="2463"/>
                    <a:pt x="3796" y="2567"/>
                  </a:cubicBezTo>
                  <a:cubicBezTo>
                    <a:pt x="3768" y="2615"/>
                    <a:pt x="3740" y="2667"/>
                    <a:pt x="3712" y="2711"/>
                  </a:cubicBezTo>
                  <a:lnTo>
                    <a:pt x="3696" y="2747"/>
                  </a:lnTo>
                  <a:lnTo>
                    <a:pt x="3696" y="2751"/>
                  </a:lnTo>
                  <a:lnTo>
                    <a:pt x="3692" y="2751"/>
                  </a:lnTo>
                  <a:lnTo>
                    <a:pt x="3688" y="2759"/>
                  </a:lnTo>
                  <a:lnTo>
                    <a:pt x="3676" y="2775"/>
                  </a:lnTo>
                  <a:cubicBezTo>
                    <a:pt x="3664" y="2795"/>
                    <a:pt x="3648" y="2823"/>
                    <a:pt x="3636" y="2839"/>
                  </a:cubicBezTo>
                  <a:cubicBezTo>
                    <a:pt x="3580" y="2915"/>
                    <a:pt x="3516" y="2979"/>
                    <a:pt x="3444" y="3035"/>
                  </a:cubicBezTo>
                  <a:cubicBezTo>
                    <a:pt x="3364" y="3091"/>
                    <a:pt x="3280" y="3143"/>
                    <a:pt x="3192" y="3187"/>
                  </a:cubicBezTo>
                  <a:cubicBezTo>
                    <a:pt x="3161" y="3198"/>
                    <a:pt x="3132" y="3206"/>
                    <a:pt x="3111" y="3206"/>
                  </a:cubicBezTo>
                  <a:cubicBezTo>
                    <a:pt x="3085" y="3206"/>
                    <a:pt x="3070" y="3194"/>
                    <a:pt x="3076" y="3159"/>
                  </a:cubicBezTo>
                  <a:cubicBezTo>
                    <a:pt x="3188" y="3075"/>
                    <a:pt x="3288" y="2975"/>
                    <a:pt x="3368" y="2859"/>
                  </a:cubicBezTo>
                  <a:cubicBezTo>
                    <a:pt x="3420" y="2787"/>
                    <a:pt x="3472" y="2711"/>
                    <a:pt x="3528" y="2631"/>
                  </a:cubicBezTo>
                  <a:cubicBezTo>
                    <a:pt x="3552" y="2587"/>
                    <a:pt x="3580" y="2551"/>
                    <a:pt x="3612" y="2511"/>
                  </a:cubicBezTo>
                  <a:cubicBezTo>
                    <a:pt x="3628" y="2495"/>
                    <a:pt x="3644" y="2479"/>
                    <a:pt x="3664" y="2463"/>
                  </a:cubicBezTo>
                  <a:lnTo>
                    <a:pt x="3688" y="2435"/>
                  </a:lnTo>
                  <a:lnTo>
                    <a:pt x="3720" y="2415"/>
                  </a:lnTo>
                  <a:cubicBezTo>
                    <a:pt x="3808" y="2347"/>
                    <a:pt x="3896" y="2283"/>
                    <a:pt x="3992" y="2227"/>
                  </a:cubicBezTo>
                  <a:lnTo>
                    <a:pt x="4056" y="2183"/>
                  </a:lnTo>
                  <a:close/>
                  <a:moveTo>
                    <a:pt x="936" y="1206"/>
                  </a:moveTo>
                  <a:cubicBezTo>
                    <a:pt x="980" y="1206"/>
                    <a:pt x="1024" y="1209"/>
                    <a:pt x="1068" y="1215"/>
                  </a:cubicBezTo>
                  <a:cubicBezTo>
                    <a:pt x="1128" y="1223"/>
                    <a:pt x="1188" y="1235"/>
                    <a:pt x="1244" y="1251"/>
                  </a:cubicBezTo>
                  <a:cubicBezTo>
                    <a:pt x="1356" y="1283"/>
                    <a:pt x="1468" y="1323"/>
                    <a:pt x="1576" y="1371"/>
                  </a:cubicBezTo>
                  <a:cubicBezTo>
                    <a:pt x="1680" y="1419"/>
                    <a:pt x="1780" y="1471"/>
                    <a:pt x="1880" y="1527"/>
                  </a:cubicBezTo>
                  <a:cubicBezTo>
                    <a:pt x="1928" y="1555"/>
                    <a:pt x="1976" y="1583"/>
                    <a:pt x="2020" y="1611"/>
                  </a:cubicBezTo>
                  <a:cubicBezTo>
                    <a:pt x="2044" y="1623"/>
                    <a:pt x="2072" y="1639"/>
                    <a:pt x="2088" y="1651"/>
                  </a:cubicBezTo>
                  <a:cubicBezTo>
                    <a:pt x="2112" y="1663"/>
                    <a:pt x="2132" y="1679"/>
                    <a:pt x="2148" y="1695"/>
                  </a:cubicBezTo>
                  <a:cubicBezTo>
                    <a:pt x="2224" y="1759"/>
                    <a:pt x="2288" y="1831"/>
                    <a:pt x="2340" y="1915"/>
                  </a:cubicBezTo>
                  <a:cubicBezTo>
                    <a:pt x="2388" y="1995"/>
                    <a:pt x="2428" y="2079"/>
                    <a:pt x="2464" y="2167"/>
                  </a:cubicBezTo>
                  <a:cubicBezTo>
                    <a:pt x="2520" y="2323"/>
                    <a:pt x="2568" y="2483"/>
                    <a:pt x="2600" y="2647"/>
                  </a:cubicBezTo>
                  <a:cubicBezTo>
                    <a:pt x="2624" y="2799"/>
                    <a:pt x="2644" y="2931"/>
                    <a:pt x="2656" y="3039"/>
                  </a:cubicBezTo>
                  <a:cubicBezTo>
                    <a:pt x="2660" y="3063"/>
                    <a:pt x="2664" y="3083"/>
                    <a:pt x="2664" y="3107"/>
                  </a:cubicBezTo>
                  <a:cubicBezTo>
                    <a:pt x="2636" y="3079"/>
                    <a:pt x="2604" y="3059"/>
                    <a:pt x="2564" y="3047"/>
                  </a:cubicBezTo>
                  <a:lnTo>
                    <a:pt x="2540" y="2967"/>
                  </a:lnTo>
                  <a:cubicBezTo>
                    <a:pt x="2524" y="2911"/>
                    <a:pt x="2508" y="2851"/>
                    <a:pt x="2500" y="2795"/>
                  </a:cubicBezTo>
                  <a:cubicBezTo>
                    <a:pt x="2492" y="2727"/>
                    <a:pt x="2484" y="2655"/>
                    <a:pt x="2468" y="2591"/>
                  </a:cubicBezTo>
                  <a:cubicBezTo>
                    <a:pt x="2460" y="2555"/>
                    <a:pt x="2444" y="2519"/>
                    <a:pt x="2428" y="2491"/>
                  </a:cubicBezTo>
                  <a:cubicBezTo>
                    <a:pt x="2412" y="2459"/>
                    <a:pt x="2392" y="2431"/>
                    <a:pt x="2368" y="2403"/>
                  </a:cubicBezTo>
                  <a:cubicBezTo>
                    <a:pt x="2328" y="2359"/>
                    <a:pt x="2284" y="2315"/>
                    <a:pt x="2232" y="2279"/>
                  </a:cubicBezTo>
                  <a:cubicBezTo>
                    <a:pt x="2212" y="2263"/>
                    <a:pt x="2192" y="2251"/>
                    <a:pt x="2176" y="2235"/>
                  </a:cubicBezTo>
                  <a:cubicBezTo>
                    <a:pt x="2160" y="2227"/>
                    <a:pt x="2144" y="2215"/>
                    <a:pt x="2124" y="2207"/>
                  </a:cubicBezTo>
                  <a:cubicBezTo>
                    <a:pt x="2116" y="2199"/>
                    <a:pt x="2104" y="2199"/>
                    <a:pt x="2092" y="2199"/>
                  </a:cubicBezTo>
                  <a:lnTo>
                    <a:pt x="2088" y="2199"/>
                  </a:lnTo>
                  <a:cubicBezTo>
                    <a:pt x="2100" y="2199"/>
                    <a:pt x="2112" y="2203"/>
                    <a:pt x="2120" y="2211"/>
                  </a:cubicBezTo>
                  <a:cubicBezTo>
                    <a:pt x="2144" y="2227"/>
                    <a:pt x="2176" y="2263"/>
                    <a:pt x="2216" y="2295"/>
                  </a:cubicBezTo>
                  <a:cubicBezTo>
                    <a:pt x="2260" y="2335"/>
                    <a:pt x="2300" y="2379"/>
                    <a:pt x="2336" y="2423"/>
                  </a:cubicBezTo>
                  <a:cubicBezTo>
                    <a:pt x="2356" y="2451"/>
                    <a:pt x="2372" y="2479"/>
                    <a:pt x="2388" y="2507"/>
                  </a:cubicBezTo>
                  <a:cubicBezTo>
                    <a:pt x="2404" y="2535"/>
                    <a:pt x="2416" y="2567"/>
                    <a:pt x="2424" y="2599"/>
                  </a:cubicBezTo>
                  <a:cubicBezTo>
                    <a:pt x="2440" y="2663"/>
                    <a:pt x="2448" y="2735"/>
                    <a:pt x="2460" y="2799"/>
                  </a:cubicBezTo>
                  <a:cubicBezTo>
                    <a:pt x="2472" y="2859"/>
                    <a:pt x="2492" y="2915"/>
                    <a:pt x="2516" y="2975"/>
                  </a:cubicBezTo>
                  <a:cubicBezTo>
                    <a:pt x="2524" y="2999"/>
                    <a:pt x="2536" y="3019"/>
                    <a:pt x="2544" y="3039"/>
                  </a:cubicBezTo>
                  <a:cubicBezTo>
                    <a:pt x="2508" y="3029"/>
                    <a:pt x="2469" y="3024"/>
                    <a:pt x="2433" y="3024"/>
                  </a:cubicBezTo>
                  <a:cubicBezTo>
                    <a:pt x="2368" y="3024"/>
                    <a:pt x="2308" y="3039"/>
                    <a:pt x="2272" y="3067"/>
                  </a:cubicBezTo>
                  <a:cubicBezTo>
                    <a:pt x="2264" y="3075"/>
                    <a:pt x="2256" y="3083"/>
                    <a:pt x="2252" y="3095"/>
                  </a:cubicBezTo>
                  <a:cubicBezTo>
                    <a:pt x="2224" y="3083"/>
                    <a:pt x="2192" y="3063"/>
                    <a:pt x="2160" y="3047"/>
                  </a:cubicBezTo>
                  <a:cubicBezTo>
                    <a:pt x="2136" y="3039"/>
                    <a:pt x="2116" y="3027"/>
                    <a:pt x="2092" y="3015"/>
                  </a:cubicBezTo>
                  <a:lnTo>
                    <a:pt x="2028" y="2975"/>
                  </a:lnTo>
                  <a:lnTo>
                    <a:pt x="1960" y="2931"/>
                  </a:lnTo>
                  <a:lnTo>
                    <a:pt x="1892" y="2883"/>
                  </a:lnTo>
                  <a:lnTo>
                    <a:pt x="1820" y="2831"/>
                  </a:lnTo>
                  <a:lnTo>
                    <a:pt x="1752" y="2771"/>
                  </a:lnTo>
                  <a:cubicBezTo>
                    <a:pt x="1728" y="2751"/>
                    <a:pt x="1704" y="2735"/>
                    <a:pt x="1684" y="2711"/>
                  </a:cubicBezTo>
                  <a:lnTo>
                    <a:pt x="1620" y="2647"/>
                  </a:lnTo>
                  <a:cubicBezTo>
                    <a:pt x="1572" y="2603"/>
                    <a:pt x="1536" y="2555"/>
                    <a:pt x="1492" y="2511"/>
                  </a:cubicBezTo>
                  <a:cubicBezTo>
                    <a:pt x="1452" y="2467"/>
                    <a:pt x="1416" y="2419"/>
                    <a:pt x="1384" y="2371"/>
                  </a:cubicBezTo>
                  <a:cubicBezTo>
                    <a:pt x="1348" y="2323"/>
                    <a:pt x="1316" y="2279"/>
                    <a:pt x="1288" y="2235"/>
                  </a:cubicBezTo>
                  <a:cubicBezTo>
                    <a:pt x="1260" y="2191"/>
                    <a:pt x="1232" y="2147"/>
                    <a:pt x="1208" y="2107"/>
                  </a:cubicBezTo>
                  <a:cubicBezTo>
                    <a:pt x="1184" y="2067"/>
                    <a:pt x="1164" y="2031"/>
                    <a:pt x="1144" y="1999"/>
                  </a:cubicBezTo>
                  <a:cubicBezTo>
                    <a:pt x="1128" y="1963"/>
                    <a:pt x="1112" y="1935"/>
                    <a:pt x="1100" y="1911"/>
                  </a:cubicBezTo>
                  <a:cubicBezTo>
                    <a:pt x="1076" y="1859"/>
                    <a:pt x="1064" y="1835"/>
                    <a:pt x="1064" y="1835"/>
                  </a:cubicBezTo>
                  <a:lnTo>
                    <a:pt x="1064" y="1835"/>
                  </a:lnTo>
                  <a:cubicBezTo>
                    <a:pt x="1064" y="1835"/>
                    <a:pt x="1072" y="1863"/>
                    <a:pt x="1092" y="1915"/>
                  </a:cubicBezTo>
                  <a:cubicBezTo>
                    <a:pt x="1104" y="1939"/>
                    <a:pt x="1116" y="1967"/>
                    <a:pt x="1132" y="2003"/>
                  </a:cubicBezTo>
                  <a:cubicBezTo>
                    <a:pt x="1144" y="2039"/>
                    <a:pt x="1164" y="2079"/>
                    <a:pt x="1188" y="2119"/>
                  </a:cubicBezTo>
                  <a:cubicBezTo>
                    <a:pt x="1212" y="2159"/>
                    <a:pt x="1232" y="2203"/>
                    <a:pt x="1260" y="2251"/>
                  </a:cubicBezTo>
                  <a:cubicBezTo>
                    <a:pt x="1288" y="2299"/>
                    <a:pt x="1320" y="2343"/>
                    <a:pt x="1352" y="2391"/>
                  </a:cubicBezTo>
                  <a:cubicBezTo>
                    <a:pt x="1384" y="2443"/>
                    <a:pt x="1424" y="2487"/>
                    <a:pt x="1464" y="2539"/>
                  </a:cubicBezTo>
                  <a:cubicBezTo>
                    <a:pt x="1500" y="2587"/>
                    <a:pt x="1544" y="2635"/>
                    <a:pt x="1588" y="2675"/>
                  </a:cubicBezTo>
                  <a:lnTo>
                    <a:pt x="1656" y="2743"/>
                  </a:lnTo>
                  <a:cubicBezTo>
                    <a:pt x="1676" y="2763"/>
                    <a:pt x="1704" y="2783"/>
                    <a:pt x="1724" y="2803"/>
                  </a:cubicBezTo>
                  <a:cubicBezTo>
                    <a:pt x="1748" y="2823"/>
                    <a:pt x="1772" y="2843"/>
                    <a:pt x="1796" y="2863"/>
                  </a:cubicBezTo>
                  <a:lnTo>
                    <a:pt x="1868" y="2911"/>
                  </a:lnTo>
                  <a:cubicBezTo>
                    <a:pt x="1892" y="2927"/>
                    <a:pt x="1916" y="2947"/>
                    <a:pt x="1940" y="2963"/>
                  </a:cubicBezTo>
                  <a:lnTo>
                    <a:pt x="2012" y="3003"/>
                  </a:lnTo>
                  <a:lnTo>
                    <a:pt x="2080" y="3039"/>
                  </a:lnTo>
                  <a:cubicBezTo>
                    <a:pt x="2104" y="3051"/>
                    <a:pt x="2128" y="3063"/>
                    <a:pt x="2148" y="3071"/>
                  </a:cubicBezTo>
                  <a:cubicBezTo>
                    <a:pt x="2184" y="3087"/>
                    <a:pt x="2216" y="3099"/>
                    <a:pt x="2248" y="3111"/>
                  </a:cubicBezTo>
                  <a:cubicBezTo>
                    <a:pt x="2232" y="3171"/>
                    <a:pt x="2256" y="3255"/>
                    <a:pt x="2264" y="3331"/>
                  </a:cubicBezTo>
                  <a:cubicBezTo>
                    <a:pt x="2156" y="3323"/>
                    <a:pt x="2052" y="3303"/>
                    <a:pt x="1948" y="3279"/>
                  </a:cubicBezTo>
                  <a:cubicBezTo>
                    <a:pt x="1920" y="3271"/>
                    <a:pt x="1888" y="3259"/>
                    <a:pt x="1860" y="3251"/>
                  </a:cubicBezTo>
                  <a:cubicBezTo>
                    <a:pt x="1832" y="3243"/>
                    <a:pt x="1804" y="3231"/>
                    <a:pt x="1776" y="3223"/>
                  </a:cubicBezTo>
                  <a:cubicBezTo>
                    <a:pt x="1720" y="3203"/>
                    <a:pt x="1672" y="3179"/>
                    <a:pt x="1628" y="3163"/>
                  </a:cubicBezTo>
                  <a:cubicBezTo>
                    <a:pt x="1592" y="3147"/>
                    <a:pt x="1556" y="3131"/>
                    <a:pt x="1520" y="3123"/>
                  </a:cubicBezTo>
                  <a:cubicBezTo>
                    <a:pt x="1504" y="3119"/>
                    <a:pt x="1492" y="3119"/>
                    <a:pt x="1476" y="3119"/>
                  </a:cubicBezTo>
                  <a:cubicBezTo>
                    <a:pt x="1488" y="3123"/>
                    <a:pt x="1504" y="3127"/>
                    <a:pt x="1516" y="3131"/>
                  </a:cubicBezTo>
                  <a:cubicBezTo>
                    <a:pt x="1552" y="3147"/>
                    <a:pt x="1584" y="3163"/>
                    <a:pt x="1616" y="3183"/>
                  </a:cubicBezTo>
                  <a:cubicBezTo>
                    <a:pt x="1664" y="3211"/>
                    <a:pt x="1712" y="3235"/>
                    <a:pt x="1760" y="3255"/>
                  </a:cubicBezTo>
                  <a:cubicBezTo>
                    <a:pt x="1788" y="3267"/>
                    <a:pt x="1816" y="3279"/>
                    <a:pt x="1848" y="3291"/>
                  </a:cubicBezTo>
                  <a:cubicBezTo>
                    <a:pt x="1876" y="3299"/>
                    <a:pt x="1908" y="3311"/>
                    <a:pt x="1936" y="3319"/>
                  </a:cubicBezTo>
                  <a:cubicBezTo>
                    <a:pt x="1996" y="3335"/>
                    <a:pt x="2060" y="3343"/>
                    <a:pt x="2120" y="3351"/>
                  </a:cubicBezTo>
                  <a:cubicBezTo>
                    <a:pt x="2152" y="3355"/>
                    <a:pt x="2180" y="3355"/>
                    <a:pt x="2208" y="3355"/>
                  </a:cubicBezTo>
                  <a:lnTo>
                    <a:pt x="2272" y="3355"/>
                  </a:lnTo>
                  <a:cubicBezTo>
                    <a:pt x="2272" y="3383"/>
                    <a:pt x="2268" y="3407"/>
                    <a:pt x="2260" y="3431"/>
                  </a:cubicBezTo>
                  <a:cubicBezTo>
                    <a:pt x="2172" y="3439"/>
                    <a:pt x="2076" y="3443"/>
                    <a:pt x="1968" y="3443"/>
                  </a:cubicBezTo>
                  <a:cubicBezTo>
                    <a:pt x="1800" y="3439"/>
                    <a:pt x="1632" y="3423"/>
                    <a:pt x="1468" y="3395"/>
                  </a:cubicBezTo>
                  <a:cubicBezTo>
                    <a:pt x="1276" y="3359"/>
                    <a:pt x="1088" y="3299"/>
                    <a:pt x="904" y="3223"/>
                  </a:cubicBezTo>
                  <a:cubicBezTo>
                    <a:pt x="808" y="3179"/>
                    <a:pt x="712" y="3127"/>
                    <a:pt x="624" y="3071"/>
                  </a:cubicBezTo>
                  <a:lnTo>
                    <a:pt x="552" y="3031"/>
                  </a:lnTo>
                  <a:lnTo>
                    <a:pt x="488" y="2983"/>
                  </a:lnTo>
                  <a:cubicBezTo>
                    <a:pt x="464" y="2967"/>
                    <a:pt x="444" y="2951"/>
                    <a:pt x="420" y="2931"/>
                  </a:cubicBezTo>
                  <a:lnTo>
                    <a:pt x="388" y="2907"/>
                  </a:lnTo>
                  <a:lnTo>
                    <a:pt x="368" y="2891"/>
                  </a:lnTo>
                  <a:lnTo>
                    <a:pt x="356" y="2879"/>
                  </a:lnTo>
                  <a:cubicBezTo>
                    <a:pt x="272" y="2811"/>
                    <a:pt x="204" y="2719"/>
                    <a:pt x="160" y="2619"/>
                  </a:cubicBezTo>
                  <a:cubicBezTo>
                    <a:pt x="148" y="2595"/>
                    <a:pt x="144" y="2571"/>
                    <a:pt x="136" y="2543"/>
                  </a:cubicBezTo>
                  <a:cubicBezTo>
                    <a:pt x="124" y="2515"/>
                    <a:pt x="124" y="2491"/>
                    <a:pt x="120" y="2463"/>
                  </a:cubicBezTo>
                  <a:cubicBezTo>
                    <a:pt x="116" y="2435"/>
                    <a:pt x="116" y="2407"/>
                    <a:pt x="120" y="2379"/>
                  </a:cubicBezTo>
                  <a:cubicBezTo>
                    <a:pt x="124" y="2351"/>
                    <a:pt x="120" y="2323"/>
                    <a:pt x="128" y="2295"/>
                  </a:cubicBezTo>
                  <a:cubicBezTo>
                    <a:pt x="144" y="2175"/>
                    <a:pt x="176" y="2059"/>
                    <a:pt x="220" y="1947"/>
                  </a:cubicBezTo>
                  <a:cubicBezTo>
                    <a:pt x="260" y="1835"/>
                    <a:pt x="308" y="1719"/>
                    <a:pt x="356" y="1603"/>
                  </a:cubicBezTo>
                  <a:cubicBezTo>
                    <a:pt x="376" y="1547"/>
                    <a:pt x="400" y="1491"/>
                    <a:pt x="432" y="1439"/>
                  </a:cubicBezTo>
                  <a:cubicBezTo>
                    <a:pt x="464" y="1387"/>
                    <a:pt x="504" y="1343"/>
                    <a:pt x="552" y="1311"/>
                  </a:cubicBezTo>
                  <a:cubicBezTo>
                    <a:pt x="652" y="1243"/>
                    <a:pt x="768" y="1207"/>
                    <a:pt x="888" y="1207"/>
                  </a:cubicBezTo>
                  <a:cubicBezTo>
                    <a:pt x="904" y="1206"/>
                    <a:pt x="920" y="1206"/>
                    <a:pt x="936" y="1206"/>
                  </a:cubicBezTo>
                  <a:close/>
                  <a:moveTo>
                    <a:pt x="5450" y="1618"/>
                  </a:moveTo>
                  <a:cubicBezTo>
                    <a:pt x="5572" y="1618"/>
                    <a:pt x="5691" y="1654"/>
                    <a:pt x="5796" y="1719"/>
                  </a:cubicBezTo>
                  <a:cubicBezTo>
                    <a:pt x="5916" y="1795"/>
                    <a:pt x="6016" y="1895"/>
                    <a:pt x="6092" y="2015"/>
                  </a:cubicBezTo>
                  <a:cubicBezTo>
                    <a:pt x="6172" y="2135"/>
                    <a:pt x="6236" y="2267"/>
                    <a:pt x="6280" y="2407"/>
                  </a:cubicBezTo>
                  <a:cubicBezTo>
                    <a:pt x="6380" y="2683"/>
                    <a:pt x="6416" y="2979"/>
                    <a:pt x="6384" y="3275"/>
                  </a:cubicBezTo>
                  <a:cubicBezTo>
                    <a:pt x="6380" y="3415"/>
                    <a:pt x="6276" y="3535"/>
                    <a:pt x="6136" y="3567"/>
                  </a:cubicBezTo>
                  <a:cubicBezTo>
                    <a:pt x="6061" y="3583"/>
                    <a:pt x="5984" y="3591"/>
                    <a:pt x="5906" y="3591"/>
                  </a:cubicBezTo>
                  <a:cubicBezTo>
                    <a:pt x="5844" y="3591"/>
                    <a:pt x="5782" y="3586"/>
                    <a:pt x="5720" y="3575"/>
                  </a:cubicBezTo>
                  <a:cubicBezTo>
                    <a:pt x="5456" y="3531"/>
                    <a:pt x="5196" y="3475"/>
                    <a:pt x="4940" y="3403"/>
                  </a:cubicBezTo>
                  <a:cubicBezTo>
                    <a:pt x="4816" y="3371"/>
                    <a:pt x="4692" y="3339"/>
                    <a:pt x="4572" y="3315"/>
                  </a:cubicBezTo>
                  <a:cubicBezTo>
                    <a:pt x="4516" y="3303"/>
                    <a:pt x="4452" y="3295"/>
                    <a:pt x="4392" y="3283"/>
                  </a:cubicBezTo>
                  <a:cubicBezTo>
                    <a:pt x="4336" y="3275"/>
                    <a:pt x="4276" y="3271"/>
                    <a:pt x="4220" y="3267"/>
                  </a:cubicBezTo>
                  <a:cubicBezTo>
                    <a:pt x="4184" y="3266"/>
                    <a:pt x="4148" y="3265"/>
                    <a:pt x="4112" y="3265"/>
                  </a:cubicBezTo>
                  <a:cubicBezTo>
                    <a:pt x="3937" y="3265"/>
                    <a:pt x="3765" y="3281"/>
                    <a:pt x="3592" y="3307"/>
                  </a:cubicBezTo>
                  <a:lnTo>
                    <a:pt x="3560" y="3311"/>
                  </a:lnTo>
                  <a:cubicBezTo>
                    <a:pt x="3632" y="3247"/>
                    <a:pt x="3696" y="3179"/>
                    <a:pt x="3756" y="3103"/>
                  </a:cubicBezTo>
                  <a:lnTo>
                    <a:pt x="3812" y="3083"/>
                  </a:lnTo>
                  <a:cubicBezTo>
                    <a:pt x="3840" y="3075"/>
                    <a:pt x="3864" y="3067"/>
                    <a:pt x="3892" y="3063"/>
                  </a:cubicBezTo>
                  <a:cubicBezTo>
                    <a:pt x="3920" y="3055"/>
                    <a:pt x="3948" y="3047"/>
                    <a:pt x="3976" y="3039"/>
                  </a:cubicBezTo>
                  <a:cubicBezTo>
                    <a:pt x="4036" y="3031"/>
                    <a:pt x="4096" y="3019"/>
                    <a:pt x="4156" y="3011"/>
                  </a:cubicBezTo>
                  <a:cubicBezTo>
                    <a:pt x="4216" y="3003"/>
                    <a:pt x="4280" y="2999"/>
                    <a:pt x="4344" y="2991"/>
                  </a:cubicBezTo>
                  <a:cubicBezTo>
                    <a:pt x="4404" y="2987"/>
                    <a:pt x="4468" y="2983"/>
                    <a:pt x="4532" y="2983"/>
                  </a:cubicBezTo>
                  <a:lnTo>
                    <a:pt x="4712" y="2983"/>
                  </a:lnTo>
                  <a:cubicBezTo>
                    <a:pt x="4832" y="2983"/>
                    <a:pt x="4944" y="2983"/>
                    <a:pt x="5036" y="2987"/>
                  </a:cubicBezTo>
                  <a:cubicBezTo>
                    <a:pt x="5100" y="2989"/>
                    <a:pt x="5157" y="2989"/>
                    <a:pt x="5205" y="2989"/>
                  </a:cubicBezTo>
                  <a:cubicBezTo>
                    <a:pt x="5299" y="2989"/>
                    <a:pt x="5356" y="2987"/>
                    <a:pt x="5356" y="2987"/>
                  </a:cubicBezTo>
                  <a:lnTo>
                    <a:pt x="5268" y="2979"/>
                  </a:lnTo>
                  <a:cubicBezTo>
                    <a:pt x="5212" y="2975"/>
                    <a:pt x="5132" y="2967"/>
                    <a:pt x="5040" y="2963"/>
                  </a:cubicBezTo>
                  <a:cubicBezTo>
                    <a:pt x="4944" y="2955"/>
                    <a:pt x="4832" y="2947"/>
                    <a:pt x="4712" y="2947"/>
                  </a:cubicBezTo>
                  <a:lnTo>
                    <a:pt x="4528" y="2947"/>
                  </a:lnTo>
                  <a:cubicBezTo>
                    <a:pt x="4468" y="2947"/>
                    <a:pt x="4404" y="2951"/>
                    <a:pt x="4340" y="2951"/>
                  </a:cubicBezTo>
                  <a:cubicBezTo>
                    <a:pt x="4276" y="2955"/>
                    <a:pt x="4212" y="2963"/>
                    <a:pt x="4152" y="2975"/>
                  </a:cubicBezTo>
                  <a:cubicBezTo>
                    <a:pt x="4088" y="2983"/>
                    <a:pt x="4028" y="2995"/>
                    <a:pt x="3968" y="3007"/>
                  </a:cubicBezTo>
                  <a:cubicBezTo>
                    <a:pt x="3940" y="3011"/>
                    <a:pt x="3912" y="3023"/>
                    <a:pt x="3884" y="3031"/>
                  </a:cubicBezTo>
                  <a:cubicBezTo>
                    <a:pt x="3856" y="3039"/>
                    <a:pt x="3828" y="3047"/>
                    <a:pt x="3804" y="3055"/>
                  </a:cubicBezTo>
                  <a:lnTo>
                    <a:pt x="3764" y="3071"/>
                  </a:lnTo>
                  <a:cubicBezTo>
                    <a:pt x="3720" y="3083"/>
                    <a:pt x="3628" y="3111"/>
                    <a:pt x="3544" y="3127"/>
                  </a:cubicBezTo>
                  <a:cubicBezTo>
                    <a:pt x="3560" y="3119"/>
                    <a:pt x="3572" y="3111"/>
                    <a:pt x="3592" y="3099"/>
                  </a:cubicBezTo>
                  <a:cubicBezTo>
                    <a:pt x="3612" y="3091"/>
                    <a:pt x="3632" y="3079"/>
                    <a:pt x="3656" y="3063"/>
                  </a:cubicBezTo>
                  <a:lnTo>
                    <a:pt x="3720" y="3023"/>
                  </a:lnTo>
                  <a:cubicBezTo>
                    <a:pt x="3764" y="2995"/>
                    <a:pt x="3804" y="2959"/>
                    <a:pt x="3852" y="2927"/>
                  </a:cubicBezTo>
                  <a:cubicBezTo>
                    <a:pt x="3896" y="2891"/>
                    <a:pt x="3944" y="2855"/>
                    <a:pt x="3988" y="2815"/>
                  </a:cubicBezTo>
                  <a:lnTo>
                    <a:pt x="4124" y="2699"/>
                  </a:lnTo>
                  <a:cubicBezTo>
                    <a:pt x="4172" y="2659"/>
                    <a:pt x="4216" y="2619"/>
                    <a:pt x="4264" y="2583"/>
                  </a:cubicBezTo>
                  <a:cubicBezTo>
                    <a:pt x="4312" y="2547"/>
                    <a:pt x="4360" y="2511"/>
                    <a:pt x="4404" y="2479"/>
                  </a:cubicBezTo>
                  <a:cubicBezTo>
                    <a:pt x="4448" y="2443"/>
                    <a:pt x="4496" y="2415"/>
                    <a:pt x="4540" y="2391"/>
                  </a:cubicBezTo>
                  <a:lnTo>
                    <a:pt x="4604" y="2355"/>
                  </a:lnTo>
                  <a:lnTo>
                    <a:pt x="4668" y="2323"/>
                  </a:lnTo>
                  <a:cubicBezTo>
                    <a:pt x="4708" y="2307"/>
                    <a:pt x="4744" y="2291"/>
                    <a:pt x="4784" y="2279"/>
                  </a:cubicBezTo>
                  <a:lnTo>
                    <a:pt x="4832" y="2263"/>
                  </a:lnTo>
                  <a:lnTo>
                    <a:pt x="4876" y="2251"/>
                  </a:lnTo>
                  <a:lnTo>
                    <a:pt x="4956" y="2231"/>
                  </a:lnTo>
                  <a:lnTo>
                    <a:pt x="4876" y="2243"/>
                  </a:lnTo>
                  <a:lnTo>
                    <a:pt x="4832" y="2251"/>
                  </a:lnTo>
                  <a:lnTo>
                    <a:pt x="4780" y="2263"/>
                  </a:lnTo>
                  <a:cubicBezTo>
                    <a:pt x="4740" y="2271"/>
                    <a:pt x="4700" y="2287"/>
                    <a:pt x="4660" y="2303"/>
                  </a:cubicBezTo>
                  <a:lnTo>
                    <a:pt x="4596" y="2327"/>
                  </a:lnTo>
                  <a:lnTo>
                    <a:pt x="4528" y="2363"/>
                  </a:lnTo>
                  <a:cubicBezTo>
                    <a:pt x="4476" y="2387"/>
                    <a:pt x="4428" y="2415"/>
                    <a:pt x="4384" y="2447"/>
                  </a:cubicBezTo>
                  <a:cubicBezTo>
                    <a:pt x="4336" y="2479"/>
                    <a:pt x="4288" y="2511"/>
                    <a:pt x="4240" y="2551"/>
                  </a:cubicBezTo>
                  <a:cubicBezTo>
                    <a:pt x="4196" y="2587"/>
                    <a:pt x="4148" y="2627"/>
                    <a:pt x="4100" y="2663"/>
                  </a:cubicBezTo>
                  <a:cubicBezTo>
                    <a:pt x="4008" y="2743"/>
                    <a:pt x="3916" y="2823"/>
                    <a:pt x="3828" y="2895"/>
                  </a:cubicBezTo>
                  <a:cubicBezTo>
                    <a:pt x="3784" y="2931"/>
                    <a:pt x="3744" y="2967"/>
                    <a:pt x="3700" y="2995"/>
                  </a:cubicBezTo>
                  <a:lnTo>
                    <a:pt x="3640" y="3039"/>
                  </a:lnTo>
                  <a:cubicBezTo>
                    <a:pt x="3620" y="3055"/>
                    <a:pt x="3600" y="3067"/>
                    <a:pt x="3580" y="3079"/>
                  </a:cubicBezTo>
                  <a:cubicBezTo>
                    <a:pt x="3548" y="3103"/>
                    <a:pt x="3512" y="3123"/>
                    <a:pt x="3480" y="3139"/>
                  </a:cubicBezTo>
                  <a:cubicBezTo>
                    <a:pt x="3464" y="3143"/>
                    <a:pt x="3444" y="3147"/>
                    <a:pt x="3428" y="3147"/>
                  </a:cubicBezTo>
                  <a:cubicBezTo>
                    <a:pt x="3452" y="3135"/>
                    <a:pt x="3472" y="3119"/>
                    <a:pt x="3496" y="3103"/>
                  </a:cubicBezTo>
                  <a:cubicBezTo>
                    <a:pt x="3584" y="3047"/>
                    <a:pt x="3660" y="2979"/>
                    <a:pt x="3724" y="2899"/>
                  </a:cubicBezTo>
                  <a:cubicBezTo>
                    <a:pt x="3740" y="2875"/>
                    <a:pt x="3752" y="2855"/>
                    <a:pt x="3768" y="2831"/>
                  </a:cubicBezTo>
                  <a:lnTo>
                    <a:pt x="3780" y="2815"/>
                  </a:lnTo>
                  <a:lnTo>
                    <a:pt x="3784" y="2807"/>
                  </a:lnTo>
                  <a:lnTo>
                    <a:pt x="3792" y="2795"/>
                  </a:lnTo>
                  <a:lnTo>
                    <a:pt x="3812" y="2763"/>
                  </a:lnTo>
                  <a:cubicBezTo>
                    <a:pt x="3840" y="2715"/>
                    <a:pt x="3868" y="2671"/>
                    <a:pt x="3896" y="2623"/>
                  </a:cubicBezTo>
                  <a:cubicBezTo>
                    <a:pt x="4020" y="2423"/>
                    <a:pt x="4172" y="2239"/>
                    <a:pt x="4344" y="2079"/>
                  </a:cubicBezTo>
                  <a:cubicBezTo>
                    <a:pt x="4436" y="1995"/>
                    <a:pt x="4540" y="1919"/>
                    <a:pt x="4648" y="1855"/>
                  </a:cubicBezTo>
                  <a:cubicBezTo>
                    <a:pt x="4764" y="1791"/>
                    <a:pt x="4884" y="1735"/>
                    <a:pt x="5012" y="1695"/>
                  </a:cubicBezTo>
                  <a:cubicBezTo>
                    <a:pt x="5044" y="1687"/>
                    <a:pt x="5076" y="1679"/>
                    <a:pt x="5108" y="1667"/>
                  </a:cubicBezTo>
                  <a:lnTo>
                    <a:pt x="5156" y="1655"/>
                  </a:lnTo>
                  <a:cubicBezTo>
                    <a:pt x="5176" y="1651"/>
                    <a:pt x="5192" y="1651"/>
                    <a:pt x="5208" y="1647"/>
                  </a:cubicBezTo>
                  <a:lnTo>
                    <a:pt x="5312" y="1627"/>
                  </a:lnTo>
                  <a:cubicBezTo>
                    <a:pt x="5328" y="1623"/>
                    <a:pt x="5348" y="1623"/>
                    <a:pt x="5364" y="1623"/>
                  </a:cubicBezTo>
                  <a:cubicBezTo>
                    <a:pt x="5380" y="1619"/>
                    <a:pt x="5396" y="1619"/>
                    <a:pt x="5412" y="1619"/>
                  </a:cubicBezTo>
                  <a:cubicBezTo>
                    <a:pt x="5425" y="1618"/>
                    <a:pt x="5437" y="1618"/>
                    <a:pt x="5450" y="1618"/>
                  </a:cubicBezTo>
                  <a:close/>
                  <a:moveTo>
                    <a:pt x="2296" y="3579"/>
                  </a:moveTo>
                  <a:lnTo>
                    <a:pt x="2296" y="3579"/>
                  </a:lnTo>
                  <a:cubicBezTo>
                    <a:pt x="2252" y="3643"/>
                    <a:pt x="2236" y="3727"/>
                    <a:pt x="2256" y="3807"/>
                  </a:cubicBezTo>
                  <a:lnTo>
                    <a:pt x="2220" y="3819"/>
                  </a:lnTo>
                  <a:lnTo>
                    <a:pt x="2128" y="3855"/>
                  </a:lnTo>
                  <a:cubicBezTo>
                    <a:pt x="2092" y="3867"/>
                    <a:pt x="2052" y="3883"/>
                    <a:pt x="2012" y="3903"/>
                  </a:cubicBezTo>
                  <a:cubicBezTo>
                    <a:pt x="1968" y="3923"/>
                    <a:pt x="1920" y="3943"/>
                    <a:pt x="1872" y="3963"/>
                  </a:cubicBezTo>
                  <a:cubicBezTo>
                    <a:pt x="1824" y="3987"/>
                    <a:pt x="1772" y="4011"/>
                    <a:pt x="1720" y="4039"/>
                  </a:cubicBezTo>
                  <a:cubicBezTo>
                    <a:pt x="1672" y="4063"/>
                    <a:pt x="1616" y="4095"/>
                    <a:pt x="1564" y="4127"/>
                  </a:cubicBezTo>
                  <a:cubicBezTo>
                    <a:pt x="1512" y="4159"/>
                    <a:pt x="1460" y="4195"/>
                    <a:pt x="1408" y="4227"/>
                  </a:cubicBezTo>
                  <a:cubicBezTo>
                    <a:pt x="1356" y="4259"/>
                    <a:pt x="1308" y="4303"/>
                    <a:pt x="1260" y="4343"/>
                  </a:cubicBezTo>
                  <a:cubicBezTo>
                    <a:pt x="1212" y="4383"/>
                    <a:pt x="1168" y="4423"/>
                    <a:pt x="1124" y="4463"/>
                  </a:cubicBezTo>
                  <a:cubicBezTo>
                    <a:pt x="1080" y="4503"/>
                    <a:pt x="1044" y="4547"/>
                    <a:pt x="1012" y="4591"/>
                  </a:cubicBezTo>
                  <a:cubicBezTo>
                    <a:pt x="992" y="4611"/>
                    <a:pt x="976" y="4631"/>
                    <a:pt x="960" y="4651"/>
                  </a:cubicBezTo>
                  <a:lnTo>
                    <a:pt x="920" y="4711"/>
                  </a:lnTo>
                  <a:cubicBezTo>
                    <a:pt x="892" y="4747"/>
                    <a:pt x="868" y="4783"/>
                    <a:pt x="848" y="4819"/>
                  </a:cubicBezTo>
                  <a:lnTo>
                    <a:pt x="824" y="4863"/>
                  </a:lnTo>
                  <a:lnTo>
                    <a:pt x="804" y="4907"/>
                  </a:lnTo>
                  <a:lnTo>
                    <a:pt x="764" y="4983"/>
                  </a:lnTo>
                  <a:lnTo>
                    <a:pt x="808" y="4911"/>
                  </a:lnTo>
                  <a:lnTo>
                    <a:pt x="832" y="4871"/>
                  </a:lnTo>
                  <a:lnTo>
                    <a:pt x="864" y="4827"/>
                  </a:lnTo>
                  <a:cubicBezTo>
                    <a:pt x="884" y="4795"/>
                    <a:pt x="908" y="4763"/>
                    <a:pt x="936" y="4727"/>
                  </a:cubicBezTo>
                  <a:cubicBezTo>
                    <a:pt x="952" y="4711"/>
                    <a:pt x="968" y="4691"/>
                    <a:pt x="984" y="4671"/>
                  </a:cubicBezTo>
                  <a:lnTo>
                    <a:pt x="1032" y="4615"/>
                  </a:lnTo>
                  <a:cubicBezTo>
                    <a:pt x="1048" y="4591"/>
                    <a:pt x="1068" y="4571"/>
                    <a:pt x="1088" y="4555"/>
                  </a:cubicBezTo>
                  <a:lnTo>
                    <a:pt x="1148" y="4495"/>
                  </a:lnTo>
                  <a:cubicBezTo>
                    <a:pt x="1192" y="4455"/>
                    <a:pt x="1236" y="4415"/>
                    <a:pt x="1284" y="4375"/>
                  </a:cubicBezTo>
                  <a:cubicBezTo>
                    <a:pt x="1332" y="4339"/>
                    <a:pt x="1380" y="4303"/>
                    <a:pt x="1428" y="4263"/>
                  </a:cubicBezTo>
                  <a:cubicBezTo>
                    <a:pt x="1480" y="4227"/>
                    <a:pt x="1528" y="4195"/>
                    <a:pt x="1584" y="4163"/>
                  </a:cubicBezTo>
                  <a:cubicBezTo>
                    <a:pt x="1636" y="4135"/>
                    <a:pt x="1688" y="4103"/>
                    <a:pt x="1736" y="4075"/>
                  </a:cubicBezTo>
                  <a:cubicBezTo>
                    <a:pt x="1788" y="4043"/>
                    <a:pt x="1836" y="4019"/>
                    <a:pt x="1888" y="3995"/>
                  </a:cubicBezTo>
                  <a:cubicBezTo>
                    <a:pt x="1936" y="3971"/>
                    <a:pt x="1980" y="3947"/>
                    <a:pt x="2020" y="3927"/>
                  </a:cubicBezTo>
                  <a:cubicBezTo>
                    <a:pt x="2104" y="3887"/>
                    <a:pt x="2176" y="3855"/>
                    <a:pt x="2224" y="3831"/>
                  </a:cubicBezTo>
                  <a:lnTo>
                    <a:pt x="2260" y="3819"/>
                  </a:lnTo>
                  <a:cubicBezTo>
                    <a:pt x="2281" y="3891"/>
                    <a:pt x="2333" y="3945"/>
                    <a:pt x="2404" y="3945"/>
                  </a:cubicBezTo>
                  <a:cubicBezTo>
                    <a:pt x="2417" y="3945"/>
                    <a:pt x="2430" y="3943"/>
                    <a:pt x="2444" y="3939"/>
                  </a:cubicBezTo>
                  <a:lnTo>
                    <a:pt x="2444" y="3939"/>
                  </a:lnTo>
                  <a:cubicBezTo>
                    <a:pt x="2428" y="3999"/>
                    <a:pt x="2404" y="4055"/>
                    <a:pt x="2376" y="4115"/>
                  </a:cubicBezTo>
                  <a:lnTo>
                    <a:pt x="2324" y="4219"/>
                  </a:lnTo>
                  <a:cubicBezTo>
                    <a:pt x="2308" y="4255"/>
                    <a:pt x="2292" y="4291"/>
                    <a:pt x="2276" y="4327"/>
                  </a:cubicBezTo>
                  <a:cubicBezTo>
                    <a:pt x="2240" y="4399"/>
                    <a:pt x="2204" y="4471"/>
                    <a:pt x="2168" y="4535"/>
                  </a:cubicBezTo>
                  <a:cubicBezTo>
                    <a:pt x="2132" y="4603"/>
                    <a:pt x="2096" y="4663"/>
                    <a:pt x="2064" y="4711"/>
                  </a:cubicBezTo>
                  <a:cubicBezTo>
                    <a:pt x="2028" y="4763"/>
                    <a:pt x="2004" y="4807"/>
                    <a:pt x="1984" y="4835"/>
                  </a:cubicBezTo>
                  <a:lnTo>
                    <a:pt x="1952" y="4883"/>
                  </a:lnTo>
                  <a:cubicBezTo>
                    <a:pt x="1952" y="4883"/>
                    <a:pt x="1968" y="4867"/>
                    <a:pt x="1988" y="4839"/>
                  </a:cubicBezTo>
                  <a:cubicBezTo>
                    <a:pt x="2012" y="4815"/>
                    <a:pt x="2048" y="4775"/>
                    <a:pt x="2084" y="4727"/>
                  </a:cubicBezTo>
                  <a:cubicBezTo>
                    <a:pt x="2120" y="4679"/>
                    <a:pt x="2160" y="4619"/>
                    <a:pt x="2200" y="4555"/>
                  </a:cubicBezTo>
                  <a:cubicBezTo>
                    <a:pt x="2240" y="4491"/>
                    <a:pt x="2280" y="4419"/>
                    <a:pt x="2316" y="4347"/>
                  </a:cubicBezTo>
                  <a:lnTo>
                    <a:pt x="2364" y="4235"/>
                  </a:lnTo>
                  <a:cubicBezTo>
                    <a:pt x="2380" y="4199"/>
                    <a:pt x="2396" y="4163"/>
                    <a:pt x="2416" y="4131"/>
                  </a:cubicBezTo>
                  <a:cubicBezTo>
                    <a:pt x="2444" y="4063"/>
                    <a:pt x="2464" y="3999"/>
                    <a:pt x="2476" y="3931"/>
                  </a:cubicBezTo>
                  <a:cubicBezTo>
                    <a:pt x="2476" y="3927"/>
                    <a:pt x="2476" y="3927"/>
                    <a:pt x="2476" y="3927"/>
                  </a:cubicBezTo>
                  <a:cubicBezTo>
                    <a:pt x="2504" y="3915"/>
                    <a:pt x="2532" y="3895"/>
                    <a:pt x="2552" y="3875"/>
                  </a:cubicBezTo>
                  <a:lnTo>
                    <a:pt x="2552" y="3875"/>
                  </a:lnTo>
                  <a:cubicBezTo>
                    <a:pt x="2548" y="3959"/>
                    <a:pt x="2548" y="4051"/>
                    <a:pt x="2552" y="4147"/>
                  </a:cubicBezTo>
                  <a:cubicBezTo>
                    <a:pt x="2552" y="4311"/>
                    <a:pt x="2568" y="4491"/>
                    <a:pt x="2572" y="4683"/>
                  </a:cubicBezTo>
                  <a:lnTo>
                    <a:pt x="2572" y="4835"/>
                  </a:lnTo>
                  <a:cubicBezTo>
                    <a:pt x="2572" y="4883"/>
                    <a:pt x="2572" y="4935"/>
                    <a:pt x="2564" y="4987"/>
                  </a:cubicBezTo>
                  <a:cubicBezTo>
                    <a:pt x="2560" y="5039"/>
                    <a:pt x="2560" y="5091"/>
                    <a:pt x="2552" y="5143"/>
                  </a:cubicBezTo>
                  <a:lnTo>
                    <a:pt x="2540" y="5219"/>
                  </a:lnTo>
                  <a:cubicBezTo>
                    <a:pt x="2532" y="5247"/>
                    <a:pt x="2528" y="5275"/>
                    <a:pt x="2520" y="5303"/>
                  </a:cubicBezTo>
                  <a:lnTo>
                    <a:pt x="2512" y="5343"/>
                  </a:lnTo>
                  <a:lnTo>
                    <a:pt x="2500" y="5383"/>
                  </a:lnTo>
                  <a:cubicBezTo>
                    <a:pt x="2492" y="5407"/>
                    <a:pt x="2484" y="5435"/>
                    <a:pt x="2476" y="5459"/>
                  </a:cubicBezTo>
                  <a:cubicBezTo>
                    <a:pt x="2460" y="5511"/>
                    <a:pt x="2436" y="5563"/>
                    <a:pt x="2412" y="5611"/>
                  </a:cubicBezTo>
                  <a:cubicBezTo>
                    <a:pt x="2364" y="5707"/>
                    <a:pt x="2288" y="5791"/>
                    <a:pt x="2200" y="5855"/>
                  </a:cubicBezTo>
                  <a:cubicBezTo>
                    <a:pt x="2100" y="5911"/>
                    <a:pt x="1988" y="5947"/>
                    <a:pt x="1872" y="5959"/>
                  </a:cubicBezTo>
                  <a:cubicBezTo>
                    <a:pt x="1810" y="5965"/>
                    <a:pt x="1748" y="5968"/>
                    <a:pt x="1686" y="5968"/>
                  </a:cubicBezTo>
                  <a:cubicBezTo>
                    <a:pt x="1624" y="5968"/>
                    <a:pt x="1562" y="5965"/>
                    <a:pt x="1500" y="5959"/>
                  </a:cubicBezTo>
                  <a:cubicBezTo>
                    <a:pt x="1436" y="5955"/>
                    <a:pt x="1372" y="5947"/>
                    <a:pt x="1308" y="5939"/>
                  </a:cubicBezTo>
                  <a:lnTo>
                    <a:pt x="1212" y="5927"/>
                  </a:lnTo>
                  <a:cubicBezTo>
                    <a:pt x="1180" y="5923"/>
                    <a:pt x="1148" y="5919"/>
                    <a:pt x="1120" y="5911"/>
                  </a:cubicBezTo>
                  <a:lnTo>
                    <a:pt x="1072" y="5903"/>
                  </a:lnTo>
                  <a:cubicBezTo>
                    <a:pt x="1056" y="5899"/>
                    <a:pt x="1040" y="5895"/>
                    <a:pt x="1028" y="5891"/>
                  </a:cubicBezTo>
                  <a:cubicBezTo>
                    <a:pt x="996" y="5883"/>
                    <a:pt x="964" y="5875"/>
                    <a:pt x="936" y="5863"/>
                  </a:cubicBezTo>
                  <a:lnTo>
                    <a:pt x="848" y="5827"/>
                  </a:lnTo>
                  <a:cubicBezTo>
                    <a:pt x="820" y="5815"/>
                    <a:pt x="792" y="5799"/>
                    <a:pt x="764" y="5783"/>
                  </a:cubicBezTo>
                  <a:cubicBezTo>
                    <a:pt x="652" y="5719"/>
                    <a:pt x="552" y="5635"/>
                    <a:pt x="472" y="5539"/>
                  </a:cubicBezTo>
                  <a:cubicBezTo>
                    <a:pt x="392" y="5439"/>
                    <a:pt x="332" y="5323"/>
                    <a:pt x="292" y="5199"/>
                  </a:cubicBezTo>
                  <a:cubicBezTo>
                    <a:pt x="252" y="5079"/>
                    <a:pt x="236" y="4951"/>
                    <a:pt x="248" y="4823"/>
                  </a:cubicBezTo>
                  <a:cubicBezTo>
                    <a:pt x="260" y="4703"/>
                    <a:pt x="300" y="4587"/>
                    <a:pt x="368" y="4483"/>
                  </a:cubicBezTo>
                  <a:cubicBezTo>
                    <a:pt x="432" y="4387"/>
                    <a:pt x="512" y="4299"/>
                    <a:pt x="600" y="4223"/>
                  </a:cubicBezTo>
                  <a:cubicBezTo>
                    <a:pt x="688" y="4151"/>
                    <a:pt x="780" y="4087"/>
                    <a:pt x="876" y="4031"/>
                  </a:cubicBezTo>
                  <a:cubicBezTo>
                    <a:pt x="968" y="3979"/>
                    <a:pt x="1064" y="3931"/>
                    <a:pt x="1164" y="3891"/>
                  </a:cubicBezTo>
                  <a:cubicBezTo>
                    <a:pt x="1256" y="3855"/>
                    <a:pt x="1352" y="3827"/>
                    <a:pt x="1448" y="3811"/>
                  </a:cubicBezTo>
                  <a:lnTo>
                    <a:pt x="1592" y="3787"/>
                  </a:lnTo>
                  <a:cubicBezTo>
                    <a:pt x="1640" y="3779"/>
                    <a:pt x="1684" y="3771"/>
                    <a:pt x="1728" y="3763"/>
                  </a:cubicBezTo>
                  <a:cubicBezTo>
                    <a:pt x="1820" y="3743"/>
                    <a:pt x="1904" y="3719"/>
                    <a:pt x="1980" y="3695"/>
                  </a:cubicBezTo>
                  <a:cubicBezTo>
                    <a:pt x="2100" y="3655"/>
                    <a:pt x="2208" y="3615"/>
                    <a:pt x="2296" y="3579"/>
                  </a:cubicBezTo>
                  <a:close/>
                  <a:moveTo>
                    <a:pt x="3092" y="3607"/>
                  </a:moveTo>
                  <a:cubicBezTo>
                    <a:pt x="3180" y="3627"/>
                    <a:pt x="3272" y="3659"/>
                    <a:pt x="3376" y="3695"/>
                  </a:cubicBezTo>
                  <a:cubicBezTo>
                    <a:pt x="3540" y="3747"/>
                    <a:pt x="3720" y="3811"/>
                    <a:pt x="3928" y="3859"/>
                  </a:cubicBezTo>
                  <a:cubicBezTo>
                    <a:pt x="4036" y="3887"/>
                    <a:pt x="4148" y="3899"/>
                    <a:pt x="4264" y="3903"/>
                  </a:cubicBezTo>
                  <a:cubicBezTo>
                    <a:pt x="4296" y="3903"/>
                    <a:pt x="4328" y="3903"/>
                    <a:pt x="4360" y="3899"/>
                  </a:cubicBezTo>
                  <a:lnTo>
                    <a:pt x="4444" y="3883"/>
                  </a:lnTo>
                  <a:cubicBezTo>
                    <a:pt x="4470" y="3879"/>
                    <a:pt x="4497" y="3877"/>
                    <a:pt x="4524" y="3877"/>
                  </a:cubicBezTo>
                  <a:cubicBezTo>
                    <a:pt x="4551" y="3877"/>
                    <a:pt x="4578" y="3879"/>
                    <a:pt x="4604" y="3883"/>
                  </a:cubicBezTo>
                  <a:cubicBezTo>
                    <a:pt x="4660" y="3891"/>
                    <a:pt x="4712" y="3903"/>
                    <a:pt x="4764" y="3923"/>
                  </a:cubicBezTo>
                  <a:cubicBezTo>
                    <a:pt x="4820" y="3939"/>
                    <a:pt x="4872" y="3963"/>
                    <a:pt x="4920" y="3995"/>
                  </a:cubicBezTo>
                  <a:cubicBezTo>
                    <a:pt x="5136" y="4119"/>
                    <a:pt x="5296" y="4319"/>
                    <a:pt x="5372" y="4555"/>
                  </a:cubicBezTo>
                  <a:cubicBezTo>
                    <a:pt x="5412" y="4675"/>
                    <a:pt x="5428" y="4807"/>
                    <a:pt x="5420" y="4935"/>
                  </a:cubicBezTo>
                  <a:cubicBezTo>
                    <a:pt x="5420" y="4967"/>
                    <a:pt x="5420" y="4999"/>
                    <a:pt x="5412" y="5035"/>
                  </a:cubicBezTo>
                  <a:lnTo>
                    <a:pt x="5408" y="5083"/>
                  </a:lnTo>
                  <a:cubicBezTo>
                    <a:pt x="5404" y="5103"/>
                    <a:pt x="5400" y="5119"/>
                    <a:pt x="5396" y="5135"/>
                  </a:cubicBezTo>
                  <a:cubicBezTo>
                    <a:pt x="5384" y="5199"/>
                    <a:pt x="5368" y="5263"/>
                    <a:pt x="5340" y="5323"/>
                  </a:cubicBezTo>
                  <a:cubicBezTo>
                    <a:pt x="5288" y="5447"/>
                    <a:pt x="5212" y="5559"/>
                    <a:pt x="5120" y="5655"/>
                  </a:cubicBezTo>
                  <a:cubicBezTo>
                    <a:pt x="4920" y="5847"/>
                    <a:pt x="4680" y="5987"/>
                    <a:pt x="4416" y="6063"/>
                  </a:cubicBezTo>
                  <a:cubicBezTo>
                    <a:pt x="4288" y="6103"/>
                    <a:pt x="4152" y="6131"/>
                    <a:pt x="4020" y="6143"/>
                  </a:cubicBezTo>
                  <a:cubicBezTo>
                    <a:pt x="3975" y="6149"/>
                    <a:pt x="3930" y="6151"/>
                    <a:pt x="3886" y="6151"/>
                  </a:cubicBezTo>
                  <a:cubicBezTo>
                    <a:pt x="3800" y="6151"/>
                    <a:pt x="3716" y="6142"/>
                    <a:pt x="3632" y="6123"/>
                  </a:cubicBezTo>
                  <a:cubicBezTo>
                    <a:pt x="3616" y="6123"/>
                    <a:pt x="3604" y="6115"/>
                    <a:pt x="3588" y="6111"/>
                  </a:cubicBezTo>
                  <a:cubicBezTo>
                    <a:pt x="3576" y="6107"/>
                    <a:pt x="3556" y="6099"/>
                    <a:pt x="3548" y="6095"/>
                  </a:cubicBezTo>
                  <a:cubicBezTo>
                    <a:pt x="3520" y="6083"/>
                    <a:pt x="3496" y="6063"/>
                    <a:pt x="3476" y="6047"/>
                  </a:cubicBezTo>
                  <a:cubicBezTo>
                    <a:pt x="3436" y="6003"/>
                    <a:pt x="3400" y="5955"/>
                    <a:pt x="3372" y="5903"/>
                  </a:cubicBezTo>
                  <a:cubicBezTo>
                    <a:pt x="3320" y="5799"/>
                    <a:pt x="3280" y="5687"/>
                    <a:pt x="3256" y="5571"/>
                  </a:cubicBezTo>
                  <a:cubicBezTo>
                    <a:pt x="3204" y="5351"/>
                    <a:pt x="3164" y="5135"/>
                    <a:pt x="3140" y="4911"/>
                  </a:cubicBezTo>
                  <a:cubicBezTo>
                    <a:pt x="3132" y="4859"/>
                    <a:pt x="3124" y="4811"/>
                    <a:pt x="3116" y="4759"/>
                  </a:cubicBezTo>
                  <a:cubicBezTo>
                    <a:pt x="3116" y="4735"/>
                    <a:pt x="3108" y="4711"/>
                    <a:pt x="3104" y="4683"/>
                  </a:cubicBezTo>
                  <a:cubicBezTo>
                    <a:pt x="3100" y="4655"/>
                    <a:pt x="3092" y="4631"/>
                    <a:pt x="3084" y="4607"/>
                  </a:cubicBezTo>
                  <a:cubicBezTo>
                    <a:pt x="3056" y="4519"/>
                    <a:pt x="3024" y="4435"/>
                    <a:pt x="2988" y="4351"/>
                  </a:cubicBezTo>
                  <a:cubicBezTo>
                    <a:pt x="2928" y="4187"/>
                    <a:pt x="2860" y="4055"/>
                    <a:pt x="2804" y="3947"/>
                  </a:cubicBezTo>
                  <a:cubicBezTo>
                    <a:pt x="2788" y="3915"/>
                    <a:pt x="2772" y="3887"/>
                    <a:pt x="2756" y="3863"/>
                  </a:cubicBezTo>
                  <a:cubicBezTo>
                    <a:pt x="2746" y="3820"/>
                    <a:pt x="2747" y="3763"/>
                    <a:pt x="2830" y="3763"/>
                  </a:cubicBezTo>
                  <a:cubicBezTo>
                    <a:pt x="2847" y="3763"/>
                    <a:pt x="2868" y="3766"/>
                    <a:pt x="2892" y="3771"/>
                  </a:cubicBezTo>
                  <a:cubicBezTo>
                    <a:pt x="3042" y="3802"/>
                    <a:pt x="3203" y="3933"/>
                    <a:pt x="3243" y="3933"/>
                  </a:cubicBezTo>
                  <a:cubicBezTo>
                    <a:pt x="3249" y="3933"/>
                    <a:pt x="3252" y="3930"/>
                    <a:pt x="3252" y="3923"/>
                  </a:cubicBezTo>
                  <a:cubicBezTo>
                    <a:pt x="3284" y="3959"/>
                    <a:pt x="3312" y="3995"/>
                    <a:pt x="3340" y="4035"/>
                  </a:cubicBezTo>
                  <a:cubicBezTo>
                    <a:pt x="3372" y="4087"/>
                    <a:pt x="3404" y="4143"/>
                    <a:pt x="3428" y="4203"/>
                  </a:cubicBezTo>
                  <a:cubicBezTo>
                    <a:pt x="3476" y="4339"/>
                    <a:pt x="3512" y="4475"/>
                    <a:pt x="3540" y="4615"/>
                  </a:cubicBezTo>
                  <a:cubicBezTo>
                    <a:pt x="3556" y="4687"/>
                    <a:pt x="3576" y="4759"/>
                    <a:pt x="3600" y="4827"/>
                  </a:cubicBezTo>
                  <a:cubicBezTo>
                    <a:pt x="3624" y="4895"/>
                    <a:pt x="3652" y="4959"/>
                    <a:pt x="3688" y="5023"/>
                  </a:cubicBezTo>
                  <a:cubicBezTo>
                    <a:pt x="3716" y="5083"/>
                    <a:pt x="3752" y="5139"/>
                    <a:pt x="3792" y="5195"/>
                  </a:cubicBezTo>
                  <a:cubicBezTo>
                    <a:pt x="3828" y="5243"/>
                    <a:pt x="3864" y="5287"/>
                    <a:pt x="3904" y="5331"/>
                  </a:cubicBezTo>
                  <a:cubicBezTo>
                    <a:pt x="3940" y="5367"/>
                    <a:pt x="3976" y="5403"/>
                    <a:pt x="4012" y="5435"/>
                  </a:cubicBezTo>
                  <a:cubicBezTo>
                    <a:pt x="4048" y="5467"/>
                    <a:pt x="4080" y="5491"/>
                    <a:pt x="4104" y="5507"/>
                  </a:cubicBezTo>
                  <a:cubicBezTo>
                    <a:pt x="4128" y="5527"/>
                    <a:pt x="4152" y="5543"/>
                    <a:pt x="4164" y="5551"/>
                  </a:cubicBezTo>
                  <a:lnTo>
                    <a:pt x="4188" y="5563"/>
                  </a:lnTo>
                  <a:lnTo>
                    <a:pt x="4168" y="5547"/>
                  </a:lnTo>
                  <a:cubicBezTo>
                    <a:pt x="4152" y="5539"/>
                    <a:pt x="4136" y="5523"/>
                    <a:pt x="4108" y="5503"/>
                  </a:cubicBezTo>
                  <a:cubicBezTo>
                    <a:pt x="4084" y="5483"/>
                    <a:pt x="4056" y="5455"/>
                    <a:pt x="4024" y="5423"/>
                  </a:cubicBezTo>
                  <a:cubicBezTo>
                    <a:pt x="3992" y="5395"/>
                    <a:pt x="3960" y="5355"/>
                    <a:pt x="3924" y="5315"/>
                  </a:cubicBezTo>
                  <a:cubicBezTo>
                    <a:pt x="3888" y="5271"/>
                    <a:pt x="3852" y="5223"/>
                    <a:pt x="3820" y="5175"/>
                  </a:cubicBezTo>
                  <a:cubicBezTo>
                    <a:pt x="3784" y="5119"/>
                    <a:pt x="3748" y="5063"/>
                    <a:pt x="3720" y="5007"/>
                  </a:cubicBezTo>
                  <a:cubicBezTo>
                    <a:pt x="3688" y="4943"/>
                    <a:pt x="3660" y="4879"/>
                    <a:pt x="3636" y="4815"/>
                  </a:cubicBezTo>
                  <a:cubicBezTo>
                    <a:pt x="3616" y="4747"/>
                    <a:pt x="3596" y="4675"/>
                    <a:pt x="3580" y="4607"/>
                  </a:cubicBezTo>
                  <a:cubicBezTo>
                    <a:pt x="3552" y="4463"/>
                    <a:pt x="3512" y="4323"/>
                    <a:pt x="3464" y="4191"/>
                  </a:cubicBezTo>
                  <a:cubicBezTo>
                    <a:pt x="3436" y="4127"/>
                    <a:pt x="3404" y="4067"/>
                    <a:pt x="3364" y="4015"/>
                  </a:cubicBezTo>
                  <a:cubicBezTo>
                    <a:pt x="3328" y="3967"/>
                    <a:pt x="3288" y="3923"/>
                    <a:pt x="3244" y="3879"/>
                  </a:cubicBezTo>
                  <a:lnTo>
                    <a:pt x="3228" y="3863"/>
                  </a:lnTo>
                  <a:lnTo>
                    <a:pt x="3224" y="3855"/>
                  </a:lnTo>
                  <a:cubicBezTo>
                    <a:pt x="3204" y="3823"/>
                    <a:pt x="3188" y="3791"/>
                    <a:pt x="3176" y="3767"/>
                  </a:cubicBezTo>
                  <a:lnTo>
                    <a:pt x="3184" y="3763"/>
                  </a:lnTo>
                  <a:cubicBezTo>
                    <a:pt x="3204" y="3759"/>
                    <a:pt x="3224" y="3755"/>
                    <a:pt x="3244" y="3755"/>
                  </a:cubicBezTo>
                  <a:cubicBezTo>
                    <a:pt x="3253" y="3754"/>
                    <a:pt x="3261" y="3754"/>
                    <a:pt x="3270" y="3754"/>
                  </a:cubicBezTo>
                  <a:cubicBezTo>
                    <a:pt x="3293" y="3754"/>
                    <a:pt x="3316" y="3757"/>
                    <a:pt x="3336" y="3763"/>
                  </a:cubicBezTo>
                  <a:cubicBezTo>
                    <a:pt x="3376" y="3771"/>
                    <a:pt x="3416" y="3783"/>
                    <a:pt x="3452" y="3799"/>
                  </a:cubicBezTo>
                  <a:cubicBezTo>
                    <a:pt x="3536" y="3831"/>
                    <a:pt x="3628" y="3887"/>
                    <a:pt x="3728" y="3939"/>
                  </a:cubicBezTo>
                  <a:cubicBezTo>
                    <a:pt x="3828" y="3991"/>
                    <a:pt x="3932" y="4047"/>
                    <a:pt x="4040" y="4103"/>
                  </a:cubicBezTo>
                  <a:cubicBezTo>
                    <a:pt x="4148" y="4159"/>
                    <a:pt x="4256" y="4211"/>
                    <a:pt x="4352" y="4267"/>
                  </a:cubicBezTo>
                  <a:cubicBezTo>
                    <a:pt x="4440" y="4315"/>
                    <a:pt x="4524" y="4375"/>
                    <a:pt x="4604" y="4439"/>
                  </a:cubicBezTo>
                  <a:cubicBezTo>
                    <a:pt x="4660" y="4483"/>
                    <a:pt x="4712" y="4535"/>
                    <a:pt x="4760" y="4587"/>
                  </a:cubicBezTo>
                  <a:cubicBezTo>
                    <a:pt x="4796" y="4627"/>
                    <a:pt x="4816" y="4651"/>
                    <a:pt x="4816" y="4651"/>
                  </a:cubicBezTo>
                  <a:cubicBezTo>
                    <a:pt x="4816" y="4651"/>
                    <a:pt x="4800" y="4627"/>
                    <a:pt x="4764" y="4583"/>
                  </a:cubicBezTo>
                  <a:cubicBezTo>
                    <a:pt x="4720" y="4523"/>
                    <a:pt x="4672" y="4471"/>
                    <a:pt x="4616" y="4419"/>
                  </a:cubicBezTo>
                  <a:cubicBezTo>
                    <a:pt x="4540" y="4347"/>
                    <a:pt x="4456" y="4287"/>
                    <a:pt x="4368" y="4231"/>
                  </a:cubicBezTo>
                  <a:cubicBezTo>
                    <a:pt x="4268" y="4171"/>
                    <a:pt x="4164" y="4119"/>
                    <a:pt x="4056" y="4063"/>
                  </a:cubicBezTo>
                  <a:cubicBezTo>
                    <a:pt x="3948" y="4007"/>
                    <a:pt x="3840" y="3955"/>
                    <a:pt x="3740" y="3903"/>
                  </a:cubicBezTo>
                  <a:lnTo>
                    <a:pt x="3592" y="3835"/>
                  </a:lnTo>
                  <a:cubicBezTo>
                    <a:pt x="3544" y="3811"/>
                    <a:pt x="3500" y="3791"/>
                    <a:pt x="3456" y="3775"/>
                  </a:cubicBezTo>
                  <a:cubicBezTo>
                    <a:pt x="3399" y="3752"/>
                    <a:pt x="3336" y="3742"/>
                    <a:pt x="3275" y="3742"/>
                  </a:cubicBezTo>
                  <a:cubicBezTo>
                    <a:pt x="3263" y="3742"/>
                    <a:pt x="3252" y="3743"/>
                    <a:pt x="3240" y="3743"/>
                  </a:cubicBezTo>
                  <a:cubicBezTo>
                    <a:pt x="3216" y="3747"/>
                    <a:pt x="3196" y="3755"/>
                    <a:pt x="3180" y="3759"/>
                  </a:cubicBezTo>
                  <a:lnTo>
                    <a:pt x="3168" y="3767"/>
                  </a:lnTo>
                  <a:cubicBezTo>
                    <a:pt x="3120" y="3679"/>
                    <a:pt x="3084" y="3631"/>
                    <a:pt x="3092" y="3607"/>
                  </a:cubicBezTo>
                  <a:close/>
                  <a:moveTo>
                    <a:pt x="3099" y="0"/>
                  </a:moveTo>
                  <a:cubicBezTo>
                    <a:pt x="3057" y="0"/>
                    <a:pt x="3014" y="2"/>
                    <a:pt x="2972" y="7"/>
                  </a:cubicBezTo>
                  <a:cubicBezTo>
                    <a:pt x="2936" y="11"/>
                    <a:pt x="2900" y="15"/>
                    <a:pt x="2864" y="19"/>
                  </a:cubicBezTo>
                  <a:cubicBezTo>
                    <a:pt x="2848" y="19"/>
                    <a:pt x="2828" y="27"/>
                    <a:pt x="2812" y="31"/>
                  </a:cubicBezTo>
                  <a:cubicBezTo>
                    <a:pt x="2796" y="35"/>
                    <a:pt x="2780" y="39"/>
                    <a:pt x="2764" y="43"/>
                  </a:cubicBezTo>
                  <a:cubicBezTo>
                    <a:pt x="2728" y="55"/>
                    <a:pt x="2692" y="63"/>
                    <a:pt x="2660" y="75"/>
                  </a:cubicBezTo>
                  <a:cubicBezTo>
                    <a:pt x="2624" y="91"/>
                    <a:pt x="2592" y="103"/>
                    <a:pt x="2560" y="119"/>
                  </a:cubicBezTo>
                  <a:cubicBezTo>
                    <a:pt x="2496" y="151"/>
                    <a:pt x="2436" y="195"/>
                    <a:pt x="2384" y="247"/>
                  </a:cubicBezTo>
                  <a:cubicBezTo>
                    <a:pt x="2336" y="295"/>
                    <a:pt x="2292" y="355"/>
                    <a:pt x="2260" y="419"/>
                  </a:cubicBezTo>
                  <a:cubicBezTo>
                    <a:pt x="2228" y="483"/>
                    <a:pt x="2208" y="551"/>
                    <a:pt x="2196" y="619"/>
                  </a:cubicBezTo>
                  <a:cubicBezTo>
                    <a:pt x="2172" y="755"/>
                    <a:pt x="2172" y="891"/>
                    <a:pt x="2196" y="1027"/>
                  </a:cubicBezTo>
                  <a:cubicBezTo>
                    <a:pt x="2224" y="1155"/>
                    <a:pt x="2264" y="1279"/>
                    <a:pt x="2320" y="1399"/>
                  </a:cubicBezTo>
                  <a:cubicBezTo>
                    <a:pt x="2420" y="1627"/>
                    <a:pt x="2520" y="1835"/>
                    <a:pt x="2612" y="2027"/>
                  </a:cubicBezTo>
                  <a:cubicBezTo>
                    <a:pt x="2660" y="2123"/>
                    <a:pt x="2704" y="2215"/>
                    <a:pt x="2744" y="2307"/>
                  </a:cubicBezTo>
                  <a:cubicBezTo>
                    <a:pt x="2764" y="2351"/>
                    <a:pt x="2780" y="2391"/>
                    <a:pt x="2796" y="2435"/>
                  </a:cubicBezTo>
                  <a:lnTo>
                    <a:pt x="2804" y="2451"/>
                  </a:lnTo>
                  <a:lnTo>
                    <a:pt x="2804" y="2455"/>
                  </a:lnTo>
                  <a:lnTo>
                    <a:pt x="2804" y="2463"/>
                  </a:lnTo>
                  <a:cubicBezTo>
                    <a:pt x="2804" y="2471"/>
                    <a:pt x="2808" y="2483"/>
                    <a:pt x="2812" y="2491"/>
                  </a:cubicBezTo>
                  <a:cubicBezTo>
                    <a:pt x="2816" y="2511"/>
                    <a:pt x="2816" y="2531"/>
                    <a:pt x="2820" y="2551"/>
                  </a:cubicBezTo>
                  <a:cubicBezTo>
                    <a:pt x="2820" y="2699"/>
                    <a:pt x="2808" y="2847"/>
                    <a:pt x="2776" y="2991"/>
                  </a:cubicBezTo>
                  <a:cubicBezTo>
                    <a:pt x="2764" y="3063"/>
                    <a:pt x="2748" y="3123"/>
                    <a:pt x="2736" y="3175"/>
                  </a:cubicBezTo>
                  <a:cubicBezTo>
                    <a:pt x="2734" y="3176"/>
                    <a:pt x="2732" y="3177"/>
                    <a:pt x="2730" y="3177"/>
                  </a:cubicBezTo>
                  <a:cubicBezTo>
                    <a:pt x="2723" y="3177"/>
                    <a:pt x="2715" y="3172"/>
                    <a:pt x="2712" y="3163"/>
                  </a:cubicBezTo>
                  <a:lnTo>
                    <a:pt x="2712" y="3031"/>
                  </a:lnTo>
                  <a:cubicBezTo>
                    <a:pt x="2708" y="2899"/>
                    <a:pt x="2700" y="2767"/>
                    <a:pt x="2680" y="2635"/>
                  </a:cubicBezTo>
                  <a:cubicBezTo>
                    <a:pt x="2660" y="2463"/>
                    <a:pt x="2620" y="2295"/>
                    <a:pt x="2564" y="2131"/>
                  </a:cubicBezTo>
                  <a:cubicBezTo>
                    <a:pt x="2528" y="2035"/>
                    <a:pt x="2488" y="1943"/>
                    <a:pt x="2436" y="1855"/>
                  </a:cubicBezTo>
                  <a:cubicBezTo>
                    <a:pt x="2376" y="1763"/>
                    <a:pt x="2304" y="1675"/>
                    <a:pt x="2216" y="1607"/>
                  </a:cubicBezTo>
                  <a:cubicBezTo>
                    <a:pt x="2192" y="1587"/>
                    <a:pt x="2168" y="1571"/>
                    <a:pt x="2144" y="1555"/>
                  </a:cubicBezTo>
                  <a:cubicBezTo>
                    <a:pt x="2120" y="1543"/>
                    <a:pt x="2092" y="1531"/>
                    <a:pt x="2072" y="1515"/>
                  </a:cubicBezTo>
                  <a:cubicBezTo>
                    <a:pt x="2020" y="1491"/>
                    <a:pt x="1972" y="1467"/>
                    <a:pt x="1920" y="1443"/>
                  </a:cubicBezTo>
                  <a:cubicBezTo>
                    <a:pt x="1820" y="1391"/>
                    <a:pt x="1712" y="1347"/>
                    <a:pt x="1600" y="1307"/>
                  </a:cubicBezTo>
                  <a:cubicBezTo>
                    <a:pt x="1488" y="1267"/>
                    <a:pt x="1372" y="1235"/>
                    <a:pt x="1256" y="1207"/>
                  </a:cubicBezTo>
                  <a:cubicBezTo>
                    <a:pt x="1136" y="1179"/>
                    <a:pt x="1012" y="1167"/>
                    <a:pt x="888" y="1167"/>
                  </a:cubicBezTo>
                  <a:cubicBezTo>
                    <a:pt x="760" y="1167"/>
                    <a:pt x="632" y="1203"/>
                    <a:pt x="524" y="1271"/>
                  </a:cubicBezTo>
                  <a:cubicBezTo>
                    <a:pt x="468" y="1307"/>
                    <a:pt x="420" y="1351"/>
                    <a:pt x="380" y="1403"/>
                  </a:cubicBezTo>
                  <a:cubicBezTo>
                    <a:pt x="348" y="1459"/>
                    <a:pt x="316" y="1515"/>
                    <a:pt x="288" y="1575"/>
                  </a:cubicBezTo>
                  <a:cubicBezTo>
                    <a:pt x="184" y="1799"/>
                    <a:pt x="60" y="2023"/>
                    <a:pt x="12" y="2279"/>
                  </a:cubicBezTo>
                  <a:cubicBezTo>
                    <a:pt x="8" y="2311"/>
                    <a:pt x="4" y="2343"/>
                    <a:pt x="0" y="2375"/>
                  </a:cubicBezTo>
                  <a:cubicBezTo>
                    <a:pt x="0" y="2407"/>
                    <a:pt x="0" y="2439"/>
                    <a:pt x="0" y="2475"/>
                  </a:cubicBezTo>
                  <a:cubicBezTo>
                    <a:pt x="0" y="2507"/>
                    <a:pt x="8" y="2539"/>
                    <a:pt x="16" y="2575"/>
                  </a:cubicBezTo>
                  <a:cubicBezTo>
                    <a:pt x="24" y="2607"/>
                    <a:pt x="32" y="2639"/>
                    <a:pt x="44" y="2671"/>
                  </a:cubicBezTo>
                  <a:cubicBezTo>
                    <a:pt x="96" y="2787"/>
                    <a:pt x="172" y="2895"/>
                    <a:pt x="268" y="2983"/>
                  </a:cubicBezTo>
                  <a:cubicBezTo>
                    <a:pt x="272" y="2987"/>
                    <a:pt x="276" y="2991"/>
                    <a:pt x="284" y="2999"/>
                  </a:cubicBezTo>
                  <a:lnTo>
                    <a:pt x="300" y="3011"/>
                  </a:lnTo>
                  <a:lnTo>
                    <a:pt x="336" y="3039"/>
                  </a:lnTo>
                  <a:cubicBezTo>
                    <a:pt x="356" y="3059"/>
                    <a:pt x="380" y="3079"/>
                    <a:pt x="404" y="3095"/>
                  </a:cubicBezTo>
                  <a:lnTo>
                    <a:pt x="476" y="3147"/>
                  </a:lnTo>
                  <a:lnTo>
                    <a:pt x="552" y="3195"/>
                  </a:lnTo>
                  <a:cubicBezTo>
                    <a:pt x="600" y="3227"/>
                    <a:pt x="652" y="3251"/>
                    <a:pt x="700" y="3279"/>
                  </a:cubicBezTo>
                  <a:cubicBezTo>
                    <a:pt x="752" y="3307"/>
                    <a:pt x="804" y="3327"/>
                    <a:pt x="856" y="3351"/>
                  </a:cubicBezTo>
                  <a:cubicBezTo>
                    <a:pt x="1044" y="3427"/>
                    <a:pt x="1248" y="3479"/>
                    <a:pt x="1452" y="3511"/>
                  </a:cubicBezTo>
                  <a:cubicBezTo>
                    <a:pt x="1569" y="3525"/>
                    <a:pt x="1686" y="3533"/>
                    <a:pt x="1803" y="3533"/>
                  </a:cubicBezTo>
                  <a:cubicBezTo>
                    <a:pt x="1858" y="3533"/>
                    <a:pt x="1913" y="3531"/>
                    <a:pt x="1968" y="3527"/>
                  </a:cubicBezTo>
                  <a:cubicBezTo>
                    <a:pt x="2104" y="3519"/>
                    <a:pt x="2236" y="3503"/>
                    <a:pt x="2364" y="3475"/>
                  </a:cubicBezTo>
                  <a:lnTo>
                    <a:pt x="2416" y="3463"/>
                  </a:lnTo>
                  <a:lnTo>
                    <a:pt x="2416" y="3463"/>
                  </a:lnTo>
                  <a:cubicBezTo>
                    <a:pt x="2412" y="3467"/>
                    <a:pt x="2408" y="3471"/>
                    <a:pt x="2404" y="3479"/>
                  </a:cubicBezTo>
                  <a:lnTo>
                    <a:pt x="2352" y="3495"/>
                  </a:lnTo>
                  <a:cubicBezTo>
                    <a:pt x="2244" y="3527"/>
                    <a:pt x="2112" y="3571"/>
                    <a:pt x="1956" y="3611"/>
                  </a:cubicBezTo>
                  <a:cubicBezTo>
                    <a:pt x="1880" y="3631"/>
                    <a:pt x="1796" y="3647"/>
                    <a:pt x="1712" y="3663"/>
                  </a:cubicBezTo>
                  <a:cubicBezTo>
                    <a:pt x="1668" y="3671"/>
                    <a:pt x="1624" y="3675"/>
                    <a:pt x="1576" y="3679"/>
                  </a:cubicBezTo>
                  <a:lnTo>
                    <a:pt x="1504" y="3687"/>
                  </a:lnTo>
                  <a:lnTo>
                    <a:pt x="1432" y="3699"/>
                  </a:lnTo>
                  <a:cubicBezTo>
                    <a:pt x="1328" y="3715"/>
                    <a:pt x="1224" y="3743"/>
                    <a:pt x="1124" y="3783"/>
                  </a:cubicBezTo>
                  <a:cubicBezTo>
                    <a:pt x="1020" y="3823"/>
                    <a:pt x="916" y="3871"/>
                    <a:pt x="820" y="3931"/>
                  </a:cubicBezTo>
                  <a:cubicBezTo>
                    <a:pt x="608" y="4059"/>
                    <a:pt x="432" y="4235"/>
                    <a:pt x="308" y="4447"/>
                  </a:cubicBezTo>
                  <a:cubicBezTo>
                    <a:pt x="176" y="4675"/>
                    <a:pt x="176" y="4955"/>
                    <a:pt x="252" y="5207"/>
                  </a:cubicBezTo>
                  <a:cubicBezTo>
                    <a:pt x="292" y="5331"/>
                    <a:pt x="352" y="5451"/>
                    <a:pt x="432" y="5559"/>
                  </a:cubicBezTo>
                  <a:cubicBezTo>
                    <a:pt x="512" y="5671"/>
                    <a:pt x="608" y="5763"/>
                    <a:pt x="724" y="5839"/>
                  </a:cubicBezTo>
                  <a:cubicBezTo>
                    <a:pt x="752" y="5855"/>
                    <a:pt x="780" y="5871"/>
                    <a:pt x="808" y="5887"/>
                  </a:cubicBezTo>
                  <a:lnTo>
                    <a:pt x="900" y="5931"/>
                  </a:lnTo>
                  <a:cubicBezTo>
                    <a:pt x="932" y="5947"/>
                    <a:pt x="964" y="5955"/>
                    <a:pt x="996" y="5967"/>
                  </a:cubicBezTo>
                  <a:cubicBezTo>
                    <a:pt x="1012" y="5975"/>
                    <a:pt x="1028" y="5979"/>
                    <a:pt x="1048" y="5983"/>
                  </a:cubicBezTo>
                  <a:lnTo>
                    <a:pt x="1096" y="5999"/>
                  </a:lnTo>
                  <a:cubicBezTo>
                    <a:pt x="1128" y="6003"/>
                    <a:pt x="1164" y="6011"/>
                    <a:pt x="1196" y="6019"/>
                  </a:cubicBezTo>
                  <a:lnTo>
                    <a:pt x="1292" y="6035"/>
                  </a:lnTo>
                  <a:cubicBezTo>
                    <a:pt x="1356" y="6047"/>
                    <a:pt x="1424" y="6055"/>
                    <a:pt x="1488" y="6063"/>
                  </a:cubicBezTo>
                  <a:cubicBezTo>
                    <a:pt x="1576" y="6074"/>
                    <a:pt x="1664" y="6079"/>
                    <a:pt x="1752" y="6079"/>
                  </a:cubicBezTo>
                  <a:cubicBezTo>
                    <a:pt x="1796" y="6079"/>
                    <a:pt x="1840" y="6078"/>
                    <a:pt x="1884" y="6075"/>
                  </a:cubicBezTo>
                  <a:cubicBezTo>
                    <a:pt x="2020" y="6067"/>
                    <a:pt x="2152" y="6027"/>
                    <a:pt x="2268" y="5959"/>
                  </a:cubicBezTo>
                  <a:cubicBezTo>
                    <a:pt x="2380" y="5887"/>
                    <a:pt x="2472" y="5787"/>
                    <a:pt x="2532" y="5667"/>
                  </a:cubicBezTo>
                  <a:cubicBezTo>
                    <a:pt x="2564" y="5611"/>
                    <a:pt x="2588" y="5551"/>
                    <a:pt x="2608" y="5495"/>
                  </a:cubicBezTo>
                  <a:cubicBezTo>
                    <a:pt x="2616" y="5467"/>
                    <a:pt x="2624" y="5435"/>
                    <a:pt x="2632" y="5407"/>
                  </a:cubicBezTo>
                  <a:lnTo>
                    <a:pt x="2640" y="5387"/>
                  </a:lnTo>
                  <a:lnTo>
                    <a:pt x="2640" y="5375"/>
                  </a:lnTo>
                  <a:lnTo>
                    <a:pt x="2640" y="5371"/>
                  </a:lnTo>
                  <a:lnTo>
                    <a:pt x="2640" y="5363"/>
                  </a:lnTo>
                  <a:lnTo>
                    <a:pt x="2648" y="5323"/>
                  </a:lnTo>
                  <a:lnTo>
                    <a:pt x="2664" y="5239"/>
                  </a:lnTo>
                  <a:lnTo>
                    <a:pt x="2676" y="5155"/>
                  </a:lnTo>
                  <a:cubicBezTo>
                    <a:pt x="2684" y="5095"/>
                    <a:pt x="2684" y="5039"/>
                    <a:pt x="2688" y="4987"/>
                  </a:cubicBezTo>
                  <a:cubicBezTo>
                    <a:pt x="2692" y="4931"/>
                    <a:pt x="2688" y="4879"/>
                    <a:pt x="2688" y="4827"/>
                  </a:cubicBezTo>
                  <a:cubicBezTo>
                    <a:pt x="2688" y="4775"/>
                    <a:pt x="2684" y="4723"/>
                    <a:pt x="2680" y="4671"/>
                  </a:cubicBezTo>
                  <a:cubicBezTo>
                    <a:pt x="2668" y="4471"/>
                    <a:pt x="2644" y="4295"/>
                    <a:pt x="2628" y="4135"/>
                  </a:cubicBezTo>
                  <a:cubicBezTo>
                    <a:pt x="2616" y="4031"/>
                    <a:pt x="2612" y="3927"/>
                    <a:pt x="2612" y="3819"/>
                  </a:cubicBezTo>
                  <a:cubicBezTo>
                    <a:pt x="2619" y="3818"/>
                    <a:pt x="2626" y="3818"/>
                    <a:pt x="2633" y="3818"/>
                  </a:cubicBezTo>
                  <a:cubicBezTo>
                    <a:pt x="2655" y="3818"/>
                    <a:pt x="2678" y="3823"/>
                    <a:pt x="2696" y="3835"/>
                  </a:cubicBezTo>
                  <a:cubicBezTo>
                    <a:pt x="2712" y="3875"/>
                    <a:pt x="2732" y="3919"/>
                    <a:pt x="2752" y="3971"/>
                  </a:cubicBezTo>
                  <a:cubicBezTo>
                    <a:pt x="2800" y="4083"/>
                    <a:pt x="2856" y="4219"/>
                    <a:pt x="2916" y="4379"/>
                  </a:cubicBezTo>
                  <a:cubicBezTo>
                    <a:pt x="2944" y="4459"/>
                    <a:pt x="2972" y="4543"/>
                    <a:pt x="2996" y="4631"/>
                  </a:cubicBezTo>
                  <a:cubicBezTo>
                    <a:pt x="3008" y="4675"/>
                    <a:pt x="3020" y="4723"/>
                    <a:pt x="3024" y="4767"/>
                  </a:cubicBezTo>
                  <a:cubicBezTo>
                    <a:pt x="3028" y="4819"/>
                    <a:pt x="3032" y="4867"/>
                    <a:pt x="3040" y="4919"/>
                  </a:cubicBezTo>
                  <a:cubicBezTo>
                    <a:pt x="3060" y="5147"/>
                    <a:pt x="3096" y="5371"/>
                    <a:pt x="3152" y="5591"/>
                  </a:cubicBezTo>
                  <a:cubicBezTo>
                    <a:pt x="3188" y="5715"/>
                    <a:pt x="3236" y="5835"/>
                    <a:pt x="3300" y="5947"/>
                  </a:cubicBezTo>
                  <a:cubicBezTo>
                    <a:pt x="3336" y="6003"/>
                    <a:pt x="3380" y="6055"/>
                    <a:pt x="3432" y="6103"/>
                  </a:cubicBezTo>
                  <a:cubicBezTo>
                    <a:pt x="3460" y="6123"/>
                    <a:pt x="3492" y="6143"/>
                    <a:pt x="3524" y="6159"/>
                  </a:cubicBezTo>
                  <a:cubicBezTo>
                    <a:pt x="3540" y="6163"/>
                    <a:pt x="3560" y="6171"/>
                    <a:pt x="3576" y="6175"/>
                  </a:cubicBezTo>
                  <a:cubicBezTo>
                    <a:pt x="3592" y="6179"/>
                    <a:pt x="3612" y="6183"/>
                    <a:pt x="3628" y="6187"/>
                  </a:cubicBezTo>
                  <a:cubicBezTo>
                    <a:pt x="3692" y="6195"/>
                    <a:pt x="3757" y="6199"/>
                    <a:pt x="3821" y="6199"/>
                  </a:cubicBezTo>
                  <a:cubicBezTo>
                    <a:pt x="3893" y="6199"/>
                    <a:pt x="3964" y="6194"/>
                    <a:pt x="4036" y="6183"/>
                  </a:cubicBezTo>
                  <a:cubicBezTo>
                    <a:pt x="4172" y="6163"/>
                    <a:pt x="4304" y="6135"/>
                    <a:pt x="4436" y="6095"/>
                  </a:cubicBezTo>
                  <a:cubicBezTo>
                    <a:pt x="4572" y="6055"/>
                    <a:pt x="4700" y="6003"/>
                    <a:pt x="4824" y="5939"/>
                  </a:cubicBezTo>
                  <a:cubicBezTo>
                    <a:pt x="4952" y="5875"/>
                    <a:pt x="5072" y="5795"/>
                    <a:pt x="5176" y="5699"/>
                  </a:cubicBezTo>
                  <a:cubicBezTo>
                    <a:pt x="5284" y="5603"/>
                    <a:pt x="5372" y="5487"/>
                    <a:pt x="5436" y="5355"/>
                  </a:cubicBezTo>
                  <a:cubicBezTo>
                    <a:pt x="5468" y="5291"/>
                    <a:pt x="5492" y="5219"/>
                    <a:pt x="5508" y="5151"/>
                  </a:cubicBezTo>
                  <a:cubicBezTo>
                    <a:pt x="5512" y="5131"/>
                    <a:pt x="5516" y="5115"/>
                    <a:pt x="5520" y="5099"/>
                  </a:cubicBezTo>
                  <a:lnTo>
                    <a:pt x="5532" y="5047"/>
                  </a:lnTo>
                  <a:cubicBezTo>
                    <a:pt x="5536" y="5011"/>
                    <a:pt x="5540" y="4975"/>
                    <a:pt x="5544" y="4939"/>
                  </a:cubicBezTo>
                  <a:cubicBezTo>
                    <a:pt x="5576" y="4579"/>
                    <a:pt x="5432" y="4227"/>
                    <a:pt x="5164" y="3987"/>
                  </a:cubicBezTo>
                  <a:cubicBezTo>
                    <a:pt x="5112" y="3943"/>
                    <a:pt x="5056" y="3903"/>
                    <a:pt x="4996" y="3871"/>
                  </a:cubicBezTo>
                  <a:cubicBezTo>
                    <a:pt x="4884" y="3799"/>
                    <a:pt x="4756" y="3759"/>
                    <a:pt x="4620" y="3743"/>
                  </a:cubicBezTo>
                  <a:cubicBezTo>
                    <a:pt x="4597" y="3742"/>
                    <a:pt x="4573" y="3741"/>
                    <a:pt x="4550" y="3741"/>
                  </a:cubicBezTo>
                  <a:cubicBezTo>
                    <a:pt x="4509" y="3741"/>
                    <a:pt x="4469" y="3744"/>
                    <a:pt x="4428" y="3751"/>
                  </a:cubicBezTo>
                  <a:lnTo>
                    <a:pt x="4340" y="3767"/>
                  </a:lnTo>
                  <a:cubicBezTo>
                    <a:pt x="4316" y="3767"/>
                    <a:pt x="4292" y="3775"/>
                    <a:pt x="4264" y="3775"/>
                  </a:cubicBezTo>
                  <a:cubicBezTo>
                    <a:pt x="4160" y="3775"/>
                    <a:pt x="4056" y="3763"/>
                    <a:pt x="3956" y="3743"/>
                  </a:cubicBezTo>
                  <a:cubicBezTo>
                    <a:pt x="3756" y="3707"/>
                    <a:pt x="3568" y="3651"/>
                    <a:pt x="3404" y="3611"/>
                  </a:cubicBezTo>
                  <a:cubicBezTo>
                    <a:pt x="3264" y="3571"/>
                    <a:pt x="3116" y="3539"/>
                    <a:pt x="2968" y="3519"/>
                  </a:cubicBezTo>
                  <a:cubicBezTo>
                    <a:pt x="2936" y="3515"/>
                    <a:pt x="2908" y="3511"/>
                    <a:pt x="2876" y="3511"/>
                  </a:cubicBezTo>
                  <a:lnTo>
                    <a:pt x="2900" y="3503"/>
                  </a:lnTo>
                  <a:cubicBezTo>
                    <a:pt x="2964" y="3491"/>
                    <a:pt x="3044" y="3471"/>
                    <a:pt x="3136" y="3455"/>
                  </a:cubicBezTo>
                  <a:cubicBezTo>
                    <a:pt x="3268" y="3431"/>
                    <a:pt x="3424" y="3403"/>
                    <a:pt x="3600" y="3387"/>
                  </a:cubicBezTo>
                  <a:cubicBezTo>
                    <a:pt x="3736" y="3374"/>
                    <a:pt x="3872" y="3366"/>
                    <a:pt x="4008" y="3366"/>
                  </a:cubicBezTo>
                  <a:cubicBezTo>
                    <a:pt x="4072" y="3366"/>
                    <a:pt x="4136" y="3367"/>
                    <a:pt x="4200" y="3371"/>
                  </a:cubicBezTo>
                  <a:cubicBezTo>
                    <a:pt x="4256" y="3375"/>
                    <a:pt x="4312" y="3383"/>
                    <a:pt x="4368" y="3391"/>
                  </a:cubicBezTo>
                  <a:cubicBezTo>
                    <a:pt x="4424" y="3395"/>
                    <a:pt x="4480" y="3407"/>
                    <a:pt x="4540" y="3423"/>
                  </a:cubicBezTo>
                  <a:lnTo>
                    <a:pt x="4904" y="3507"/>
                  </a:lnTo>
                  <a:cubicBezTo>
                    <a:pt x="5028" y="3535"/>
                    <a:pt x="5156" y="3563"/>
                    <a:pt x="5292" y="3583"/>
                  </a:cubicBezTo>
                  <a:cubicBezTo>
                    <a:pt x="5428" y="3611"/>
                    <a:pt x="5568" y="3627"/>
                    <a:pt x="5704" y="3639"/>
                  </a:cubicBezTo>
                  <a:cubicBezTo>
                    <a:pt x="5741" y="3642"/>
                    <a:pt x="5778" y="3644"/>
                    <a:pt x="5815" y="3644"/>
                  </a:cubicBezTo>
                  <a:cubicBezTo>
                    <a:pt x="5924" y="3644"/>
                    <a:pt x="6032" y="3630"/>
                    <a:pt x="6140" y="3603"/>
                  </a:cubicBezTo>
                  <a:cubicBezTo>
                    <a:pt x="6212" y="3583"/>
                    <a:pt x="6280" y="3539"/>
                    <a:pt x="6332" y="3483"/>
                  </a:cubicBezTo>
                  <a:cubicBezTo>
                    <a:pt x="6380" y="3423"/>
                    <a:pt x="6408" y="3351"/>
                    <a:pt x="6416" y="3271"/>
                  </a:cubicBezTo>
                  <a:cubicBezTo>
                    <a:pt x="6436" y="3123"/>
                    <a:pt x="6436" y="2971"/>
                    <a:pt x="6420" y="2823"/>
                  </a:cubicBezTo>
                  <a:cubicBezTo>
                    <a:pt x="6408" y="2671"/>
                    <a:pt x="6384" y="2523"/>
                    <a:pt x="6340" y="2375"/>
                  </a:cubicBezTo>
                  <a:cubicBezTo>
                    <a:pt x="6300" y="2227"/>
                    <a:pt x="6240" y="2087"/>
                    <a:pt x="6164" y="1955"/>
                  </a:cubicBezTo>
                  <a:cubicBezTo>
                    <a:pt x="6088" y="1819"/>
                    <a:pt x="5980" y="1703"/>
                    <a:pt x="5848" y="1615"/>
                  </a:cubicBezTo>
                  <a:cubicBezTo>
                    <a:pt x="5784" y="1571"/>
                    <a:pt x="5712" y="1535"/>
                    <a:pt x="5636" y="1515"/>
                  </a:cubicBezTo>
                  <a:cubicBezTo>
                    <a:pt x="5560" y="1495"/>
                    <a:pt x="5480" y="1483"/>
                    <a:pt x="5404" y="1483"/>
                  </a:cubicBezTo>
                  <a:lnTo>
                    <a:pt x="5344" y="1483"/>
                  </a:lnTo>
                  <a:cubicBezTo>
                    <a:pt x="5324" y="1483"/>
                    <a:pt x="5308" y="1483"/>
                    <a:pt x="5288" y="1491"/>
                  </a:cubicBezTo>
                  <a:lnTo>
                    <a:pt x="5180" y="1507"/>
                  </a:lnTo>
                  <a:cubicBezTo>
                    <a:pt x="5164" y="1507"/>
                    <a:pt x="5144" y="1511"/>
                    <a:pt x="5128" y="1515"/>
                  </a:cubicBezTo>
                  <a:lnTo>
                    <a:pt x="5072" y="1527"/>
                  </a:lnTo>
                  <a:cubicBezTo>
                    <a:pt x="5036" y="1535"/>
                    <a:pt x="5000" y="1543"/>
                    <a:pt x="4964" y="1555"/>
                  </a:cubicBezTo>
                  <a:cubicBezTo>
                    <a:pt x="4828" y="1595"/>
                    <a:pt x="4696" y="1651"/>
                    <a:pt x="4572" y="1723"/>
                  </a:cubicBezTo>
                  <a:cubicBezTo>
                    <a:pt x="4532" y="1747"/>
                    <a:pt x="4496" y="1771"/>
                    <a:pt x="4460" y="1795"/>
                  </a:cubicBezTo>
                  <a:cubicBezTo>
                    <a:pt x="4488" y="1759"/>
                    <a:pt x="4512" y="1719"/>
                    <a:pt x="4532" y="1679"/>
                  </a:cubicBezTo>
                  <a:cubicBezTo>
                    <a:pt x="4564" y="1619"/>
                    <a:pt x="4592" y="1551"/>
                    <a:pt x="4612" y="1487"/>
                  </a:cubicBezTo>
                  <a:cubicBezTo>
                    <a:pt x="4620" y="1451"/>
                    <a:pt x="4628" y="1415"/>
                    <a:pt x="4636" y="1379"/>
                  </a:cubicBezTo>
                  <a:lnTo>
                    <a:pt x="4648" y="1327"/>
                  </a:lnTo>
                  <a:lnTo>
                    <a:pt x="4652" y="1279"/>
                  </a:lnTo>
                  <a:lnTo>
                    <a:pt x="4660" y="1179"/>
                  </a:lnTo>
                  <a:cubicBezTo>
                    <a:pt x="4664" y="1175"/>
                    <a:pt x="4664" y="1171"/>
                    <a:pt x="4660" y="1171"/>
                  </a:cubicBezTo>
                  <a:lnTo>
                    <a:pt x="4660" y="1119"/>
                  </a:lnTo>
                  <a:cubicBezTo>
                    <a:pt x="4664" y="1103"/>
                    <a:pt x="4664" y="1083"/>
                    <a:pt x="4660" y="1067"/>
                  </a:cubicBezTo>
                  <a:cubicBezTo>
                    <a:pt x="4656" y="991"/>
                    <a:pt x="4644" y="919"/>
                    <a:pt x="4620" y="847"/>
                  </a:cubicBezTo>
                  <a:cubicBezTo>
                    <a:pt x="4572" y="707"/>
                    <a:pt x="4492" y="579"/>
                    <a:pt x="4388" y="471"/>
                  </a:cubicBezTo>
                  <a:cubicBezTo>
                    <a:pt x="4284" y="367"/>
                    <a:pt x="4160" y="279"/>
                    <a:pt x="4032" y="211"/>
                  </a:cubicBezTo>
                  <a:cubicBezTo>
                    <a:pt x="3900" y="147"/>
                    <a:pt x="3760" y="99"/>
                    <a:pt x="3620" y="67"/>
                  </a:cubicBezTo>
                  <a:cubicBezTo>
                    <a:pt x="3480" y="31"/>
                    <a:pt x="3336" y="7"/>
                    <a:pt x="3188" y="3"/>
                  </a:cubicBezTo>
                  <a:cubicBezTo>
                    <a:pt x="3158" y="1"/>
                    <a:pt x="3129" y="0"/>
                    <a:pt x="3099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89"/>
            <p:cNvSpPr/>
            <p:nvPr/>
          </p:nvSpPr>
          <p:spPr>
            <a:xfrm flipH="1">
              <a:off x="3229579" y="618847"/>
              <a:ext cx="18191" cy="83077"/>
            </a:xfrm>
            <a:custGeom>
              <a:avLst/>
              <a:gdLst/>
              <a:ahLst/>
              <a:cxnLst/>
              <a:rect l="l" t="t" r="r" b="b"/>
              <a:pathLst>
                <a:path w="157" h="717" extrusionOk="0">
                  <a:moveTo>
                    <a:pt x="112" y="0"/>
                  </a:moveTo>
                  <a:lnTo>
                    <a:pt x="80" y="376"/>
                  </a:lnTo>
                  <a:cubicBezTo>
                    <a:pt x="80" y="404"/>
                    <a:pt x="76" y="424"/>
                    <a:pt x="72" y="452"/>
                  </a:cubicBezTo>
                  <a:cubicBezTo>
                    <a:pt x="68" y="472"/>
                    <a:pt x="60" y="496"/>
                    <a:pt x="56" y="520"/>
                  </a:cubicBezTo>
                  <a:lnTo>
                    <a:pt x="0" y="704"/>
                  </a:lnTo>
                  <a:lnTo>
                    <a:pt x="44" y="716"/>
                  </a:lnTo>
                  <a:lnTo>
                    <a:pt x="96" y="532"/>
                  </a:lnTo>
                  <a:cubicBezTo>
                    <a:pt x="104" y="508"/>
                    <a:pt x="108" y="484"/>
                    <a:pt x="116" y="460"/>
                  </a:cubicBezTo>
                  <a:cubicBezTo>
                    <a:pt x="120" y="432"/>
                    <a:pt x="120" y="404"/>
                    <a:pt x="124" y="380"/>
                  </a:cubicBezTo>
                  <a:lnTo>
                    <a:pt x="156" y="4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89"/>
            <p:cNvSpPr/>
            <p:nvPr/>
          </p:nvSpPr>
          <p:spPr>
            <a:xfrm flipH="1">
              <a:off x="3255997" y="619310"/>
              <a:ext cx="21435" cy="74735"/>
            </a:xfrm>
            <a:custGeom>
              <a:avLst/>
              <a:gdLst/>
              <a:ahLst/>
              <a:cxnLst/>
              <a:rect l="l" t="t" r="r" b="b"/>
              <a:pathLst>
                <a:path w="185" h="645" extrusionOk="0">
                  <a:moveTo>
                    <a:pt x="44" y="0"/>
                  </a:moveTo>
                  <a:lnTo>
                    <a:pt x="0" y="8"/>
                  </a:lnTo>
                  <a:lnTo>
                    <a:pt x="24" y="200"/>
                  </a:lnTo>
                  <a:cubicBezTo>
                    <a:pt x="28" y="240"/>
                    <a:pt x="36" y="280"/>
                    <a:pt x="48" y="316"/>
                  </a:cubicBezTo>
                  <a:cubicBezTo>
                    <a:pt x="56" y="332"/>
                    <a:pt x="64" y="348"/>
                    <a:pt x="72" y="360"/>
                  </a:cubicBezTo>
                  <a:lnTo>
                    <a:pt x="80" y="380"/>
                  </a:lnTo>
                  <a:cubicBezTo>
                    <a:pt x="120" y="460"/>
                    <a:pt x="140" y="548"/>
                    <a:pt x="132" y="640"/>
                  </a:cubicBezTo>
                  <a:lnTo>
                    <a:pt x="176" y="644"/>
                  </a:lnTo>
                  <a:cubicBezTo>
                    <a:pt x="184" y="544"/>
                    <a:pt x="164" y="448"/>
                    <a:pt x="120" y="360"/>
                  </a:cubicBezTo>
                  <a:lnTo>
                    <a:pt x="112" y="340"/>
                  </a:lnTo>
                  <a:cubicBezTo>
                    <a:pt x="104" y="328"/>
                    <a:pt x="96" y="316"/>
                    <a:pt x="92" y="300"/>
                  </a:cubicBezTo>
                  <a:cubicBezTo>
                    <a:pt x="80" y="268"/>
                    <a:pt x="72" y="232"/>
                    <a:pt x="68" y="196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89"/>
            <p:cNvSpPr/>
            <p:nvPr/>
          </p:nvSpPr>
          <p:spPr>
            <a:xfrm flipH="1">
              <a:off x="3268974" y="649436"/>
              <a:ext cx="24680" cy="59903"/>
            </a:xfrm>
            <a:custGeom>
              <a:avLst/>
              <a:gdLst/>
              <a:ahLst/>
              <a:cxnLst/>
              <a:rect l="l" t="t" r="r" b="b"/>
              <a:pathLst>
                <a:path w="213" h="517" extrusionOk="0">
                  <a:moveTo>
                    <a:pt x="36" y="0"/>
                  </a:moveTo>
                  <a:lnTo>
                    <a:pt x="0" y="24"/>
                  </a:lnTo>
                  <a:cubicBezTo>
                    <a:pt x="60" y="108"/>
                    <a:pt x="96" y="208"/>
                    <a:pt x="108" y="312"/>
                  </a:cubicBezTo>
                  <a:lnTo>
                    <a:pt x="112" y="336"/>
                  </a:lnTo>
                  <a:cubicBezTo>
                    <a:pt x="120" y="400"/>
                    <a:pt x="128" y="472"/>
                    <a:pt x="184" y="516"/>
                  </a:cubicBezTo>
                  <a:lnTo>
                    <a:pt x="212" y="480"/>
                  </a:lnTo>
                  <a:cubicBezTo>
                    <a:pt x="168" y="448"/>
                    <a:pt x="160" y="388"/>
                    <a:pt x="156" y="328"/>
                  </a:cubicBezTo>
                  <a:lnTo>
                    <a:pt x="152" y="308"/>
                  </a:lnTo>
                  <a:cubicBezTo>
                    <a:pt x="140" y="196"/>
                    <a:pt x="100" y="92"/>
                    <a:pt x="3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89"/>
            <p:cNvSpPr/>
            <p:nvPr/>
          </p:nvSpPr>
          <p:spPr>
            <a:xfrm flipH="1">
              <a:off x="3280561" y="670292"/>
              <a:ext cx="52025" cy="47853"/>
            </a:xfrm>
            <a:custGeom>
              <a:avLst/>
              <a:gdLst/>
              <a:ahLst/>
              <a:cxnLst/>
              <a:rect l="l" t="t" r="r" b="b"/>
              <a:pathLst>
                <a:path w="449" h="413" extrusionOk="0">
                  <a:moveTo>
                    <a:pt x="20" y="0"/>
                  </a:moveTo>
                  <a:lnTo>
                    <a:pt x="0" y="40"/>
                  </a:lnTo>
                  <a:cubicBezTo>
                    <a:pt x="176" y="112"/>
                    <a:pt x="320" y="244"/>
                    <a:pt x="408" y="412"/>
                  </a:cubicBezTo>
                  <a:lnTo>
                    <a:pt x="448" y="392"/>
                  </a:lnTo>
                  <a:cubicBezTo>
                    <a:pt x="352" y="216"/>
                    <a:pt x="204" y="76"/>
                    <a:pt x="2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89"/>
            <p:cNvSpPr/>
            <p:nvPr/>
          </p:nvSpPr>
          <p:spPr>
            <a:xfrm flipH="1">
              <a:off x="3198063" y="611431"/>
              <a:ext cx="19582" cy="87712"/>
            </a:xfrm>
            <a:custGeom>
              <a:avLst/>
              <a:gdLst/>
              <a:ahLst/>
              <a:cxnLst/>
              <a:rect l="l" t="t" r="r" b="b"/>
              <a:pathLst>
                <a:path w="169" h="757" extrusionOk="0">
                  <a:moveTo>
                    <a:pt x="124" y="0"/>
                  </a:moveTo>
                  <a:cubicBezTo>
                    <a:pt x="124" y="28"/>
                    <a:pt x="120" y="56"/>
                    <a:pt x="112" y="80"/>
                  </a:cubicBezTo>
                  <a:cubicBezTo>
                    <a:pt x="72" y="252"/>
                    <a:pt x="40" y="432"/>
                    <a:pt x="12" y="600"/>
                  </a:cubicBezTo>
                  <a:cubicBezTo>
                    <a:pt x="0" y="652"/>
                    <a:pt x="0" y="704"/>
                    <a:pt x="8" y="756"/>
                  </a:cubicBezTo>
                  <a:lnTo>
                    <a:pt x="52" y="748"/>
                  </a:lnTo>
                  <a:cubicBezTo>
                    <a:pt x="40" y="700"/>
                    <a:pt x="44" y="652"/>
                    <a:pt x="52" y="608"/>
                  </a:cubicBezTo>
                  <a:cubicBezTo>
                    <a:pt x="80" y="436"/>
                    <a:pt x="116" y="260"/>
                    <a:pt x="152" y="92"/>
                  </a:cubicBezTo>
                  <a:cubicBezTo>
                    <a:pt x="160" y="60"/>
                    <a:pt x="164" y="32"/>
                    <a:pt x="16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89"/>
            <p:cNvSpPr/>
            <p:nvPr/>
          </p:nvSpPr>
          <p:spPr>
            <a:xfrm flipH="1">
              <a:off x="3223090" y="604827"/>
              <a:ext cx="14020" cy="22015"/>
            </a:xfrm>
            <a:custGeom>
              <a:avLst/>
              <a:gdLst/>
              <a:ahLst/>
              <a:cxnLst/>
              <a:rect l="l" t="t" r="r" b="b"/>
              <a:pathLst>
                <a:path w="121" h="190" extrusionOk="0">
                  <a:moveTo>
                    <a:pt x="68" y="45"/>
                  </a:moveTo>
                  <a:cubicBezTo>
                    <a:pt x="72" y="49"/>
                    <a:pt x="76" y="57"/>
                    <a:pt x="76" y="61"/>
                  </a:cubicBezTo>
                  <a:cubicBezTo>
                    <a:pt x="76" y="85"/>
                    <a:pt x="72" y="105"/>
                    <a:pt x="60" y="125"/>
                  </a:cubicBezTo>
                  <a:cubicBezTo>
                    <a:pt x="56" y="117"/>
                    <a:pt x="52" y="109"/>
                    <a:pt x="52" y="101"/>
                  </a:cubicBezTo>
                  <a:cubicBezTo>
                    <a:pt x="48" y="85"/>
                    <a:pt x="48" y="69"/>
                    <a:pt x="56" y="53"/>
                  </a:cubicBezTo>
                  <a:cubicBezTo>
                    <a:pt x="60" y="45"/>
                    <a:pt x="68" y="45"/>
                    <a:pt x="68" y="45"/>
                  </a:cubicBezTo>
                  <a:close/>
                  <a:moveTo>
                    <a:pt x="68" y="0"/>
                  </a:moveTo>
                  <a:cubicBezTo>
                    <a:pt x="49" y="0"/>
                    <a:pt x="30" y="8"/>
                    <a:pt x="20" y="25"/>
                  </a:cubicBezTo>
                  <a:cubicBezTo>
                    <a:pt x="4" y="49"/>
                    <a:pt x="0" y="81"/>
                    <a:pt x="12" y="105"/>
                  </a:cubicBezTo>
                  <a:cubicBezTo>
                    <a:pt x="12" y="125"/>
                    <a:pt x="20" y="149"/>
                    <a:pt x="32" y="165"/>
                  </a:cubicBezTo>
                  <a:lnTo>
                    <a:pt x="36" y="173"/>
                  </a:lnTo>
                  <a:lnTo>
                    <a:pt x="48" y="189"/>
                  </a:lnTo>
                  <a:lnTo>
                    <a:pt x="64" y="177"/>
                  </a:lnTo>
                  <a:cubicBezTo>
                    <a:pt x="100" y="149"/>
                    <a:pt x="120" y="105"/>
                    <a:pt x="120" y="57"/>
                  </a:cubicBezTo>
                  <a:cubicBezTo>
                    <a:pt x="120" y="33"/>
                    <a:pt x="104" y="9"/>
                    <a:pt x="80" y="1"/>
                  </a:cubicBezTo>
                  <a:cubicBezTo>
                    <a:pt x="76" y="0"/>
                    <a:pt x="72" y="0"/>
                    <a:pt x="6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89"/>
            <p:cNvSpPr/>
            <p:nvPr/>
          </p:nvSpPr>
          <p:spPr>
            <a:xfrm flipH="1">
              <a:off x="3192038" y="600424"/>
              <a:ext cx="15874" cy="19002"/>
            </a:xfrm>
            <a:custGeom>
              <a:avLst/>
              <a:gdLst/>
              <a:ahLst/>
              <a:cxnLst/>
              <a:rect l="l" t="t" r="r" b="b"/>
              <a:pathLst>
                <a:path w="137" h="164" extrusionOk="0">
                  <a:moveTo>
                    <a:pt x="76" y="43"/>
                  </a:moveTo>
                  <a:cubicBezTo>
                    <a:pt x="76" y="59"/>
                    <a:pt x="76" y="75"/>
                    <a:pt x="76" y="91"/>
                  </a:cubicBezTo>
                  <a:cubicBezTo>
                    <a:pt x="72" y="103"/>
                    <a:pt x="68" y="111"/>
                    <a:pt x="60" y="119"/>
                  </a:cubicBezTo>
                  <a:cubicBezTo>
                    <a:pt x="56" y="115"/>
                    <a:pt x="52" y="107"/>
                    <a:pt x="52" y="103"/>
                  </a:cubicBezTo>
                  <a:cubicBezTo>
                    <a:pt x="48" y="87"/>
                    <a:pt x="48" y="71"/>
                    <a:pt x="52" y="55"/>
                  </a:cubicBezTo>
                  <a:cubicBezTo>
                    <a:pt x="56" y="47"/>
                    <a:pt x="64" y="43"/>
                    <a:pt x="76" y="43"/>
                  </a:cubicBezTo>
                  <a:close/>
                  <a:moveTo>
                    <a:pt x="73" y="1"/>
                  </a:moveTo>
                  <a:cubicBezTo>
                    <a:pt x="48" y="1"/>
                    <a:pt x="26" y="13"/>
                    <a:pt x="16" y="35"/>
                  </a:cubicBezTo>
                  <a:cubicBezTo>
                    <a:pt x="4" y="59"/>
                    <a:pt x="0" y="87"/>
                    <a:pt x="8" y="111"/>
                  </a:cubicBezTo>
                  <a:cubicBezTo>
                    <a:pt x="16" y="147"/>
                    <a:pt x="36" y="159"/>
                    <a:pt x="48" y="163"/>
                  </a:cubicBezTo>
                  <a:lnTo>
                    <a:pt x="64" y="163"/>
                  </a:lnTo>
                  <a:cubicBezTo>
                    <a:pt x="68" y="163"/>
                    <a:pt x="76" y="159"/>
                    <a:pt x="80" y="159"/>
                  </a:cubicBezTo>
                  <a:cubicBezTo>
                    <a:pt x="100" y="143"/>
                    <a:pt x="112" y="123"/>
                    <a:pt x="116" y="103"/>
                  </a:cubicBezTo>
                  <a:cubicBezTo>
                    <a:pt x="116" y="103"/>
                    <a:pt x="136" y="15"/>
                    <a:pt x="92" y="3"/>
                  </a:cubicBezTo>
                  <a:cubicBezTo>
                    <a:pt x="86" y="2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89"/>
            <p:cNvSpPr/>
            <p:nvPr/>
          </p:nvSpPr>
          <p:spPr>
            <a:xfrm flipH="1">
              <a:off x="3287049" y="636691"/>
              <a:ext cx="16801" cy="20740"/>
            </a:xfrm>
            <a:custGeom>
              <a:avLst/>
              <a:gdLst/>
              <a:ahLst/>
              <a:cxnLst/>
              <a:rect l="l" t="t" r="r" b="b"/>
              <a:pathLst>
                <a:path w="145" h="179" extrusionOk="0">
                  <a:moveTo>
                    <a:pt x="60" y="46"/>
                  </a:moveTo>
                  <a:cubicBezTo>
                    <a:pt x="72" y="58"/>
                    <a:pt x="84" y="74"/>
                    <a:pt x="92" y="90"/>
                  </a:cubicBezTo>
                  <a:cubicBezTo>
                    <a:pt x="96" y="102"/>
                    <a:pt x="100" y="114"/>
                    <a:pt x="100" y="130"/>
                  </a:cubicBezTo>
                  <a:cubicBezTo>
                    <a:pt x="80" y="110"/>
                    <a:pt x="64" y="94"/>
                    <a:pt x="48" y="70"/>
                  </a:cubicBezTo>
                  <a:lnTo>
                    <a:pt x="52" y="70"/>
                  </a:lnTo>
                  <a:cubicBezTo>
                    <a:pt x="52" y="62"/>
                    <a:pt x="52" y="54"/>
                    <a:pt x="60" y="46"/>
                  </a:cubicBezTo>
                  <a:close/>
                  <a:moveTo>
                    <a:pt x="59" y="0"/>
                  </a:moveTo>
                  <a:cubicBezTo>
                    <a:pt x="55" y="0"/>
                    <a:pt x="52" y="1"/>
                    <a:pt x="48" y="2"/>
                  </a:cubicBezTo>
                  <a:cubicBezTo>
                    <a:pt x="16" y="18"/>
                    <a:pt x="0" y="46"/>
                    <a:pt x="8" y="78"/>
                  </a:cubicBezTo>
                  <a:cubicBezTo>
                    <a:pt x="24" y="122"/>
                    <a:pt x="56" y="154"/>
                    <a:pt x="96" y="178"/>
                  </a:cubicBezTo>
                  <a:lnTo>
                    <a:pt x="112" y="178"/>
                  </a:lnTo>
                  <a:cubicBezTo>
                    <a:pt x="116" y="178"/>
                    <a:pt x="124" y="174"/>
                    <a:pt x="128" y="166"/>
                  </a:cubicBezTo>
                  <a:cubicBezTo>
                    <a:pt x="144" y="138"/>
                    <a:pt x="144" y="102"/>
                    <a:pt x="128" y="70"/>
                  </a:cubicBezTo>
                  <a:cubicBezTo>
                    <a:pt x="128" y="70"/>
                    <a:pt x="95" y="0"/>
                    <a:pt x="59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89"/>
            <p:cNvSpPr/>
            <p:nvPr/>
          </p:nvSpPr>
          <p:spPr>
            <a:xfrm flipH="1">
              <a:off x="3324591" y="660559"/>
              <a:ext cx="20045" cy="15410"/>
            </a:xfrm>
            <a:custGeom>
              <a:avLst/>
              <a:gdLst/>
              <a:ahLst/>
              <a:cxnLst/>
              <a:rect l="l" t="t" r="r" b="b"/>
              <a:pathLst>
                <a:path w="173" h="133" extrusionOk="0">
                  <a:moveTo>
                    <a:pt x="52" y="44"/>
                  </a:moveTo>
                  <a:cubicBezTo>
                    <a:pt x="68" y="48"/>
                    <a:pt x="80" y="52"/>
                    <a:pt x="96" y="60"/>
                  </a:cubicBezTo>
                  <a:cubicBezTo>
                    <a:pt x="108" y="68"/>
                    <a:pt x="116" y="76"/>
                    <a:pt x="124" y="88"/>
                  </a:cubicBezTo>
                  <a:lnTo>
                    <a:pt x="96" y="88"/>
                  </a:lnTo>
                  <a:cubicBezTo>
                    <a:pt x="84" y="88"/>
                    <a:pt x="68" y="80"/>
                    <a:pt x="56" y="68"/>
                  </a:cubicBezTo>
                  <a:cubicBezTo>
                    <a:pt x="52" y="64"/>
                    <a:pt x="48" y="52"/>
                    <a:pt x="52" y="44"/>
                  </a:cubicBezTo>
                  <a:close/>
                  <a:moveTo>
                    <a:pt x="46" y="1"/>
                  </a:moveTo>
                  <a:cubicBezTo>
                    <a:pt x="34" y="1"/>
                    <a:pt x="24" y="4"/>
                    <a:pt x="16" y="12"/>
                  </a:cubicBezTo>
                  <a:cubicBezTo>
                    <a:pt x="0" y="40"/>
                    <a:pt x="4" y="76"/>
                    <a:pt x="24" y="96"/>
                  </a:cubicBezTo>
                  <a:cubicBezTo>
                    <a:pt x="40" y="116"/>
                    <a:pt x="68" y="128"/>
                    <a:pt x="92" y="132"/>
                  </a:cubicBezTo>
                  <a:lnTo>
                    <a:pt x="128" y="132"/>
                  </a:lnTo>
                  <a:cubicBezTo>
                    <a:pt x="140" y="132"/>
                    <a:pt x="148" y="128"/>
                    <a:pt x="156" y="120"/>
                  </a:cubicBezTo>
                  <a:cubicBezTo>
                    <a:pt x="168" y="108"/>
                    <a:pt x="172" y="96"/>
                    <a:pt x="168" y="84"/>
                  </a:cubicBezTo>
                  <a:cubicBezTo>
                    <a:pt x="164" y="56"/>
                    <a:pt x="116" y="24"/>
                    <a:pt x="116" y="24"/>
                  </a:cubicBezTo>
                  <a:cubicBezTo>
                    <a:pt x="116" y="24"/>
                    <a:pt x="77" y="1"/>
                    <a:pt x="46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89"/>
            <p:cNvSpPr/>
            <p:nvPr/>
          </p:nvSpPr>
          <p:spPr>
            <a:xfrm flipH="1">
              <a:off x="3263876" y="606681"/>
              <a:ext cx="15874" cy="20161"/>
            </a:xfrm>
            <a:custGeom>
              <a:avLst/>
              <a:gdLst/>
              <a:ahLst/>
              <a:cxnLst/>
              <a:rect l="l" t="t" r="r" b="b"/>
              <a:pathLst>
                <a:path w="137" h="174" extrusionOk="0">
                  <a:moveTo>
                    <a:pt x="80" y="45"/>
                  </a:moveTo>
                  <a:cubicBezTo>
                    <a:pt x="88" y="53"/>
                    <a:pt x="92" y="61"/>
                    <a:pt x="88" y="69"/>
                  </a:cubicBezTo>
                  <a:cubicBezTo>
                    <a:pt x="88" y="85"/>
                    <a:pt x="80" y="101"/>
                    <a:pt x="68" y="109"/>
                  </a:cubicBezTo>
                  <a:cubicBezTo>
                    <a:pt x="60" y="117"/>
                    <a:pt x="56" y="121"/>
                    <a:pt x="48" y="129"/>
                  </a:cubicBezTo>
                  <a:cubicBezTo>
                    <a:pt x="44" y="113"/>
                    <a:pt x="48" y="101"/>
                    <a:pt x="52" y="93"/>
                  </a:cubicBezTo>
                  <a:cubicBezTo>
                    <a:pt x="60" y="73"/>
                    <a:pt x="68" y="61"/>
                    <a:pt x="80" y="45"/>
                  </a:cubicBezTo>
                  <a:close/>
                  <a:moveTo>
                    <a:pt x="80" y="0"/>
                  </a:moveTo>
                  <a:cubicBezTo>
                    <a:pt x="40" y="0"/>
                    <a:pt x="12" y="77"/>
                    <a:pt x="12" y="77"/>
                  </a:cubicBezTo>
                  <a:cubicBezTo>
                    <a:pt x="0" y="101"/>
                    <a:pt x="0" y="125"/>
                    <a:pt x="8" y="149"/>
                  </a:cubicBezTo>
                  <a:cubicBezTo>
                    <a:pt x="12" y="161"/>
                    <a:pt x="24" y="169"/>
                    <a:pt x="40" y="173"/>
                  </a:cubicBezTo>
                  <a:lnTo>
                    <a:pt x="48" y="173"/>
                  </a:lnTo>
                  <a:cubicBezTo>
                    <a:pt x="64" y="169"/>
                    <a:pt x="84" y="157"/>
                    <a:pt x="96" y="141"/>
                  </a:cubicBezTo>
                  <a:cubicBezTo>
                    <a:pt x="116" y="125"/>
                    <a:pt x="128" y="101"/>
                    <a:pt x="132" y="73"/>
                  </a:cubicBezTo>
                  <a:cubicBezTo>
                    <a:pt x="136" y="41"/>
                    <a:pt x="116" y="13"/>
                    <a:pt x="88" y="1"/>
                  </a:cubicBezTo>
                  <a:cubicBezTo>
                    <a:pt x="85" y="0"/>
                    <a:pt x="83" y="0"/>
                    <a:pt x="8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89"/>
            <p:cNvSpPr/>
            <p:nvPr/>
          </p:nvSpPr>
          <p:spPr>
            <a:xfrm flipH="1">
              <a:off x="3225408" y="607376"/>
              <a:ext cx="8922" cy="16221"/>
            </a:xfrm>
            <a:custGeom>
              <a:avLst/>
              <a:gdLst/>
              <a:ahLst/>
              <a:cxnLst/>
              <a:rect l="l" t="t" r="r" b="b"/>
              <a:pathLst>
                <a:path w="77" h="140" extrusionOk="0">
                  <a:moveTo>
                    <a:pt x="44" y="0"/>
                  </a:moveTo>
                  <a:cubicBezTo>
                    <a:pt x="35" y="0"/>
                    <a:pt x="25" y="6"/>
                    <a:pt x="16" y="19"/>
                  </a:cubicBezTo>
                  <a:cubicBezTo>
                    <a:pt x="4" y="35"/>
                    <a:pt x="0" y="59"/>
                    <a:pt x="8" y="79"/>
                  </a:cubicBezTo>
                  <a:cubicBezTo>
                    <a:pt x="12" y="99"/>
                    <a:pt x="16" y="115"/>
                    <a:pt x="24" y="131"/>
                  </a:cubicBezTo>
                  <a:lnTo>
                    <a:pt x="28" y="139"/>
                  </a:lnTo>
                  <a:cubicBezTo>
                    <a:pt x="60" y="115"/>
                    <a:pt x="76" y="75"/>
                    <a:pt x="72" y="39"/>
                  </a:cubicBezTo>
                  <a:cubicBezTo>
                    <a:pt x="72" y="16"/>
                    <a:pt x="60" y="0"/>
                    <a:pt x="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89"/>
            <p:cNvSpPr/>
            <p:nvPr/>
          </p:nvSpPr>
          <p:spPr>
            <a:xfrm flipH="1">
              <a:off x="3195745" y="602973"/>
              <a:ext cx="9385" cy="14136"/>
            </a:xfrm>
            <a:custGeom>
              <a:avLst/>
              <a:gdLst/>
              <a:ahLst/>
              <a:cxnLst/>
              <a:rect l="l" t="t" r="r" b="b"/>
              <a:pathLst>
                <a:path w="81" h="122" extrusionOk="0">
                  <a:moveTo>
                    <a:pt x="50" y="0"/>
                  </a:moveTo>
                  <a:cubicBezTo>
                    <a:pt x="34" y="0"/>
                    <a:pt x="19" y="8"/>
                    <a:pt x="12" y="25"/>
                  </a:cubicBezTo>
                  <a:cubicBezTo>
                    <a:pt x="0" y="45"/>
                    <a:pt x="0" y="65"/>
                    <a:pt x="8" y="85"/>
                  </a:cubicBezTo>
                  <a:cubicBezTo>
                    <a:pt x="12" y="105"/>
                    <a:pt x="20" y="121"/>
                    <a:pt x="32" y="121"/>
                  </a:cubicBezTo>
                  <a:cubicBezTo>
                    <a:pt x="34" y="121"/>
                    <a:pt x="35" y="122"/>
                    <a:pt x="36" y="122"/>
                  </a:cubicBezTo>
                  <a:cubicBezTo>
                    <a:pt x="51" y="122"/>
                    <a:pt x="65" y="102"/>
                    <a:pt x="72" y="73"/>
                  </a:cubicBezTo>
                  <a:cubicBezTo>
                    <a:pt x="72" y="61"/>
                    <a:pt x="80" y="5"/>
                    <a:pt x="60" y="1"/>
                  </a:cubicBezTo>
                  <a:cubicBezTo>
                    <a:pt x="57" y="0"/>
                    <a:pt x="54" y="0"/>
                    <a:pt x="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89"/>
            <p:cNvSpPr/>
            <p:nvPr/>
          </p:nvSpPr>
          <p:spPr>
            <a:xfrm flipH="1">
              <a:off x="3289830" y="639587"/>
              <a:ext cx="11239" cy="15295"/>
            </a:xfrm>
            <a:custGeom>
              <a:avLst/>
              <a:gdLst/>
              <a:ahLst/>
              <a:cxnLst/>
              <a:rect l="l" t="t" r="r" b="b"/>
              <a:pathLst>
                <a:path w="97" h="132" extrusionOk="0">
                  <a:moveTo>
                    <a:pt x="36" y="0"/>
                  </a:moveTo>
                  <a:cubicBezTo>
                    <a:pt x="35" y="0"/>
                    <a:pt x="33" y="1"/>
                    <a:pt x="32" y="1"/>
                  </a:cubicBezTo>
                  <a:cubicBezTo>
                    <a:pt x="12" y="9"/>
                    <a:pt x="0" y="29"/>
                    <a:pt x="4" y="53"/>
                  </a:cubicBezTo>
                  <a:cubicBezTo>
                    <a:pt x="8" y="68"/>
                    <a:pt x="61" y="131"/>
                    <a:pt x="80" y="131"/>
                  </a:cubicBezTo>
                  <a:cubicBezTo>
                    <a:pt x="81" y="131"/>
                    <a:pt x="83" y="131"/>
                    <a:pt x="84" y="129"/>
                  </a:cubicBezTo>
                  <a:cubicBezTo>
                    <a:pt x="96" y="109"/>
                    <a:pt x="96" y="81"/>
                    <a:pt x="84" y="57"/>
                  </a:cubicBezTo>
                  <a:cubicBezTo>
                    <a:pt x="80" y="46"/>
                    <a:pt x="53" y="0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89"/>
            <p:cNvSpPr/>
            <p:nvPr/>
          </p:nvSpPr>
          <p:spPr>
            <a:xfrm flipH="1">
              <a:off x="3327371" y="663108"/>
              <a:ext cx="14483" cy="10312"/>
            </a:xfrm>
            <a:custGeom>
              <a:avLst/>
              <a:gdLst/>
              <a:ahLst/>
              <a:cxnLst/>
              <a:rect l="l" t="t" r="r" b="b"/>
              <a:pathLst>
                <a:path w="125" h="89" extrusionOk="0">
                  <a:moveTo>
                    <a:pt x="23" y="1"/>
                  </a:moveTo>
                  <a:cubicBezTo>
                    <a:pt x="16" y="1"/>
                    <a:pt x="11" y="2"/>
                    <a:pt x="8" y="6"/>
                  </a:cubicBezTo>
                  <a:cubicBezTo>
                    <a:pt x="0" y="22"/>
                    <a:pt x="0" y="46"/>
                    <a:pt x="16" y="62"/>
                  </a:cubicBezTo>
                  <a:cubicBezTo>
                    <a:pt x="28" y="78"/>
                    <a:pt x="48" y="86"/>
                    <a:pt x="68" y="86"/>
                  </a:cubicBezTo>
                  <a:cubicBezTo>
                    <a:pt x="76" y="88"/>
                    <a:pt x="85" y="89"/>
                    <a:pt x="94" y="89"/>
                  </a:cubicBezTo>
                  <a:cubicBezTo>
                    <a:pt x="105" y="89"/>
                    <a:pt x="116" y="87"/>
                    <a:pt x="120" y="82"/>
                  </a:cubicBezTo>
                  <a:cubicBezTo>
                    <a:pt x="124" y="78"/>
                    <a:pt x="124" y="70"/>
                    <a:pt x="124" y="66"/>
                  </a:cubicBezTo>
                  <a:cubicBezTo>
                    <a:pt x="120" y="50"/>
                    <a:pt x="92" y="26"/>
                    <a:pt x="84" y="22"/>
                  </a:cubicBezTo>
                  <a:cubicBezTo>
                    <a:pt x="75" y="16"/>
                    <a:pt x="43" y="1"/>
                    <a:pt x="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89"/>
            <p:cNvSpPr/>
            <p:nvPr/>
          </p:nvSpPr>
          <p:spPr>
            <a:xfrm flipH="1">
              <a:off x="3266193" y="608998"/>
              <a:ext cx="10776" cy="15063"/>
            </a:xfrm>
            <a:custGeom>
              <a:avLst/>
              <a:gdLst/>
              <a:ahLst/>
              <a:cxnLst/>
              <a:rect l="l" t="t" r="r" b="b"/>
              <a:pathLst>
                <a:path w="93" h="130" extrusionOk="0">
                  <a:moveTo>
                    <a:pt x="55" y="1"/>
                  </a:moveTo>
                  <a:cubicBezTo>
                    <a:pt x="38" y="1"/>
                    <a:pt x="12" y="54"/>
                    <a:pt x="8" y="65"/>
                  </a:cubicBezTo>
                  <a:cubicBezTo>
                    <a:pt x="0" y="81"/>
                    <a:pt x="0" y="101"/>
                    <a:pt x="4" y="117"/>
                  </a:cubicBezTo>
                  <a:cubicBezTo>
                    <a:pt x="8" y="125"/>
                    <a:pt x="12" y="129"/>
                    <a:pt x="16" y="129"/>
                  </a:cubicBezTo>
                  <a:cubicBezTo>
                    <a:pt x="32" y="129"/>
                    <a:pt x="52" y="113"/>
                    <a:pt x="60" y="105"/>
                  </a:cubicBezTo>
                  <a:cubicBezTo>
                    <a:pt x="76" y="93"/>
                    <a:pt x="84" y="73"/>
                    <a:pt x="88" y="53"/>
                  </a:cubicBezTo>
                  <a:cubicBezTo>
                    <a:pt x="92" y="29"/>
                    <a:pt x="76" y="9"/>
                    <a:pt x="56" y="1"/>
                  </a:cubicBezTo>
                  <a:cubicBezTo>
                    <a:pt x="56" y="1"/>
                    <a:pt x="55" y="1"/>
                    <a:pt x="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89"/>
            <p:cNvSpPr/>
            <p:nvPr/>
          </p:nvSpPr>
          <p:spPr>
            <a:xfrm flipH="1">
              <a:off x="3227725" y="663804"/>
              <a:ext cx="12630" cy="62221"/>
            </a:xfrm>
            <a:custGeom>
              <a:avLst/>
              <a:gdLst/>
              <a:ahLst/>
              <a:cxnLst/>
              <a:rect l="l" t="t" r="r" b="b"/>
              <a:pathLst>
                <a:path w="109" h="537" extrusionOk="0">
                  <a:moveTo>
                    <a:pt x="80" y="0"/>
                  </a:moveTo>
                  <a:lnTo>
                    <a:pt x="40" y="12"/>
                  </a:lnTo>
                  <a:cubicBezTo>
                    <a:pt x="64" y="112"/>
                    <a:pt x="64" y="216"/>
                    <a:pt x="40" y="320"/>
                  </a:cubicBezTo>
                  <a:lnTo>
                    <a:pt x="36" y="340"/>
                  </a:lnTo>
                  <a:cubicBezTo>
                    <a:pt x="16" y="404"/>
                    <a:pt x="0" y="476"/>
                    <a:pt x="36" y="536"/>
                  </a:cubicBezTo>
                  <a:lnTo>
                    <a:pt x="72" y="512"/>
                  </a:lnTo>
                  <a:cubicBezTo>
                    <a:pt x="44" y="468"/>
                    <a:pt x="60" y="408"/>
                    <a:pt x="76" y="352"/>
                  </a:cubicBezTo>
                  <a:lnTo>
                    <a:pt x="80" y="328"/>
                  </a:lnTo>
                  <a:cubicBezTo>
                    <a:pt x="108" y="220"/>
                    <a:pt x="108" y="108"/>
                    <a:pt x="8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89"/>
            <p:cNvSpPr/>
            <p:nvPr/>
          </p:nvSpPr>
          <p:spPr>
            <a:xfrm flipH="1">
              <a:off x="3228652" y="649436"/>
              <a:ext cx="13556" cy="21435"/>
            </a:xfrm>
            <a:custGeom>
              <a:avLst/>
              <a:gdLst/>
              <a:ahLst/>
              <a:cxnLst/>
              <a:rect l="l" t="t" r="r" b="b"/>
              <a:pathLst>
                <a:path w="117" h="185" extrusionOk="0">
                  <a:moveTo>
                    <a:pt x="60" y="44"/>
                  </a:moveTo>
                  <a:cubicBezTo>
                    <a:pt x="68" y="60"/>
                    <a:pt x="72" y="76"/>
                    <a:pt x="72" y="96"/>
                  </a:cubicBezTo>
                  <a:cubicBezTo>
                    <a:pt x="72" y="108"/>
                    <a:pt x="72" y="120"/>
                    <a:pt x="68" y="132"/>
                  </a:cubicBezTo>
                  <a:cubicBezTo>
                    <a:pt x="56" y="112"/>
                    <a:pt x="48" y="88"/>
                    <a:pt x="44" y="64"/>
                  </a:cubicBezTo>
                  <a:cubicBezTo>
                    <a:pt x="44" y="56"/>
                    <a:pt x="52" y="48"/>
                    <a:pt x="60" y="44"/>
                  </a:cubicBezTo>
                  <a:close/>
                  <a:moveTo>
                    <a:pt x="64" y="0"/>
                  </a:moveTo>
                  <a:cubicBezTo>
                    <a:pt x="32" y="0"/>
                    <a:pt x="4" y="24"/>
                    <a:pt x="0" y="56"/>
                  </a:cubicBezTo>
                  <a:cubicBezTo>
                    <a:pt x="0" y="100"/>
                    <a:pt x="20" y="144"/>
                    <a:pt x="48" y="180"/>
                  </a:cubicBezTo>
                  <a:cubicBezTo>
                    <a:pt x="52" y="184"/>
                    <a:pt x="60" y="184"/>
                    <a:pt x="64" y="184"/>
                  </a:cubicBezTo>
                  <a:lnTo>
                    <a:pt x="76" y="184"/>
                  </a:lnTo>
                  <a:cubicBezTo>
                    <a:pt x="104" y="160"/>
                    <a:pt x="116" y="128"/>
                    <a:pt x="112" y="92"/>
                  </a:cubicBezTo>
                  <a:cubicBezTo>
                    <a:pt x="112" y="92"/>
                    <a:pt x="108" y="0"/>
                    <a:pt x="6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89"/>
            <p:cNvSpPr/>
            <p:nvPr/>
          </p:nvSpPr>
          <p:spPr>
            <a:xfrm flipH="1">
              <a:off x="3230506" y="652217"/>
              <a:ext cx="9385" cy="16337"/>
            </a:xfrm>
            <a:custGeom>
              <a:avLst/>
              <a:gdLst/>
              <a:ahLst/>
              <a:cxnLst/>
              <a:rect l="l" t="t" r="r" b="b"/>
              <a:pathLst>
                <a:path w="81" h="141" extrusionOk="0">
                  <a:moveTo>
                    <a:pt x="44" y="0"/>
                  </a:moveTo>
                  <a:cubicBezTo>
                    <a:pt x="24" y="0"/>
                    <a:pt x="8" y="16"/>
                    <a:pt x="4" y="36"/>
                  </a:cubicBezTo>
                  <a:cubicBezTo>
                    <a:pt x="0" y="52"/>
                    <a:pt x="33" y="141"/>
                    <a:pt x="50" y="141"/>
                  </a:cubicBezTo>
                  <a:cubicBezTo>
                    <a:pt x="51" y="141"/>
                    <a:pt x="52" y="140"/>
                    <a:pt x="52" y="140"/>
                  </a:cubicBezTo>
                  <a:cubicBezTo>
                    <a:pt x="72" y="124"/>
                    <a:pt x="80" y="96"/>
                    <a:pt x="76" y="72"/>
                  </a:cubicBezTo>
                  <a:cubicBezTo>
                    <a:pt x="76" y="56"/>
                    <a:pt x="64" y="0"/>
                    <a:pt x="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89"/>
            <p:cNvSpPr/>
            <p:nvPr/>
          </p:nvSpPr>
          <p:spPr>
            <a:xfrm flipH="1">
              <a:off x="3248581" y="679561"/>
              <a:ext cx="36730" cy="59903"/>
            </a:xfrm>
            <a:custGeom>
              <a:avLst/>
              <a:gdLst/>
              <a:ahLst/>
              <a:cxnLst/>
              <a:rect l="l" t="t" r="r" b="b"/>
              <a:pathLst>
                <a:path w="317" h="517" extrusionOk="0">
                  <a:moveTo>
                    <a:pt x="28" y="0"/>
                  </a:moveTo>
                  <a:lnTo>
                    <a:pt x="0" y="32"/>
                  </a:lnTo>
                  <a:cubicBezTo>
                    <a:pt x="144" y="156"/>
                    <a:pt x="240" y="328"/>
                    <a:pt x="272" y="516"/>
                  </a:cubicBezTo>
                  <a:lnTo>
                    <a:pt x="316" y="508"/>
                  </a:lnTo>
                  <a:cubicBezTo>
                    <a:pt x="280" y="312"/>
                    <a:pt x="180" y="132"/>
                    <a:pt x="2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89"/>
            <p:cNvSpPr/>
            <p:nvPr/>
          </p:nvSpPr>
          <p:spPr>
            <a:xfrm flipH="1">
              <a:off x="3276853" y="667743"/>
              <a:ext cx="18191" cy="17959"/>
            </a:xfrm>
            <a:custGeom>
              <a:avLst/>
              <a:gdLst/>
              <a:ahLst/>
              <a:cxnLst/>
              <a:rect l="l" t="t" r="r" b="b"/>
              <a:pathLst>
                <a:path w="157" h="155" extrusionOk="0">
                  <a:moveTo>
                    <a:pt x="56" y="42"/>
                  </a:moveTo>
                  <a:cubicBezTo>
                    <a:pt x="68" y="50"/>
                    <a:pt x="80" y="62"/>
                    <a:pt x="92" y="74"/>
                  </a:cubicBezTo>
                  <a:cubicBezTo>
                    <a:pt x="100" y="82"/>
                    <a:pt x="108" y="94"/>
                    <a:pt x="112" y="110"/>
                  </a:cubicBezTo>
                  <a:cubicBezTo>
                    <a:pt x="104" y="106"/>
                    <a:pt x="96" y="102"/>
                    <a:pt x="88" y="98"/>
                  </a:cubicBezTo>
                  <a:cubicBezTo>
                    <a:pt x="72" y="94"/>
                    <a:pt x="60" y="82"/>
                    <a:pt x="52" y="70"/>
                  </a:cubicBezTo>
                  <a:cubicBezTo>
                    <a:pt x="48" y="58"/>
                    <a:pt x="48" y="50"/>
                    <a:pt x="56" y="42"/>
                  </a:cubicBezTo>
                  <a:close/>
                  <a:moveTo>
                    <a:pt x="50" y="1"/>
                  </a:moveTo>
                  <a:cubicBezTo>
                    <a:pt x="44" y="1"/>
                    <a:pt x="38" y="2"/>
                    <a:pt x="32" y="6"/>
                  </a:cubicBezTo>
                  <a:cubicBezTo>
                    <a:pt x="8" y="26"/>
                    <a:pt x="0" y="58"/>
                    <a:pt x="12" y="86"/>
                  </a:cubicBezTo>
                  <a:cubicBezTo>
                    <a:pt x="24" y="110"/>
                    <a:pt x="44" y="130"/>
                    <a:pt x="68" y="138"/>
                  </a:cubicBezTo>
                  <a:cubicBezTo>
                    <a:pt x="84" y="146"/>
                    <a:pt x="104" y="154"/>
                    <a:pt x="120" y="154"/>
                  </a:cubicBezTo>
                  <a:cubicBezTo>
                    <a:pt x="124" y="154"/>
                    <a:pt x="132" y="150"/>
                    <a:pt x="136" y="150"/>
                  </a:cubicBezTo>
                  <a:cubicBezTo>
                    <a:pt x="148" y="142"/>
                    <a:pt x="156" y="134"/>
                    <a:pt x="156" y="118"/>
                  </a:cubicBezTo>
                  <a:cubicBezTo>
                    <a:pt x="152" y="94"/>
                    <a:pt x="144" y="66"/>
                    <a:pt x="128" y="50"/>
                  </a:cubicBezTo>
                  <a:cubicBezTo>
                    <a:pt x="125" y="47"/>
                    <a:pt x="85" y="1"/>
                    <a:pt x="5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89"/>
            <p:cNvSpPr/>
            <p:nvPr/>
          </p:nvSpPr>
          <p:spPr>
            <a:xfrm flipH="1">
              <a:off x="3279170" y="669944"/>
              <a:ext cx="13093" cy="13093"/>
            </a:xfrm>
            <a:custGeom>
              <a:avLst/>
              <a:gdLst/>
              <a:ahLst/>
              <a:cxnLst/>
              <a:rect l="l" t="t" r="r" b="b"/>
              <a:pathLst>
                <a:path w="113" h="113" extrusionOk="0">
                  <a:moveTo>
                    <a:pt x="30" y="1"/>
                  </a:moveTo>
                  <a:cubicBezTo>
                    <a:pt x="28" y="1"/>
                    <a:pt x="26" y="2"/>
                    <a:pt x="24" y="3"/>
                  </a:cubicBezTo>
                  <a:cubicBezTo>
                    <a:pt x="8" y="15"/>
                    <a:pt x="0" y="39"/>
                    <a:pt x="12" y="59"/>
                  </a:cubicBezTo>
                  <a:cubicBezTo>
                    <a:pt x="20" y="75"/>
                    <a:pt x="36" y="91"/>
                    <a:pt x="56" y="99"/>
                  </a:cubicBezTo>
                  <a:cubicBezTo>
                    <a:pt x="66" y="106"/>
                    <a:pt x="84" y="112"/>
                    <a:pt x="97" y="112"/>
                  </a:cubicBezTo>
                  <a:cubicBezTo>
                    <a:pt x="99" y="112"/>
                    <a:pt x="102" y="112"/>
                    <a:pt x="104" y="111"/>
                  </a:cubicBezTo>
                  <a:cubicBezTo>
                    <a:pt x="108" y="107"/>
                    <a:pt x="112" y="103"/>
                    <a:pt x="112" y="95"/>
                  </a:cubicBezTo>
                  <a:cubicBezTo>
                    <a:pt x="112" y="79"/>
                    <a:pt x="96" y="51"/>
                    <a:pt x="88" y="39"/>
                  </a:cubicBezTo>
                  <a:cubicBezTo>
                    <a:pt x="81" y="32"/>
                    <a:pt x="47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89"/>
            <p:cNvSpPr/>
            <p:nvPr/>
          </p:nvSpPr>
          <p:spPr>
            <a:xfrm flipH="1">
              <a:off x="3238848" y="697057"/>
              <a:ext cx="14020" cy="22015"/>
            </a:xfrm>
            <a:custGeom>
              <a:avLst/>
              <a:gdLst/>
              <a:ahLst/>
              <a:cxnLst/>
              <a:rect l="l" t="t" r="r" b="b"/>
              <a:pathLst>
                <a:path w="121" h="190" extrusionOk="0">
                  <a:moveTo>
                    <a:pt x="68" y="41"/>
                  </a:moveTo>
                  <a:cubicBezTo>
                    <a:pt x="72" y="45"/>
                    <a:pt x="76" y="53"/>
                    <a:pt x="76" y="61"/>
                  </a:cubicBezTo>
                  <a:cubicBezTo>
                    <a:pt x="76" y="81"/>
                    <a:pt x="68" y="101"/>
                    <a:pt x="56" y="121"/>
                  </a:cubicBezTo>
                  <a:cubicBezTo>
                    <a:pt x="56" y="113"/>
                    <a:pt x="52" y="105"/>
                    <a:pt x="52" y="97"/>
                  </a:cubicBezTo>
                  <a:cubicBezTo>
                    <a:pt x="44" y="85"/>
                    <a:pt x="48" y="65"/>
                    <a:pt x="56" y="53"/>
                  </a:cubicBezTo>
                  <a:cubicBezTo>
                    <a:pt x="60" y="45"/>
                    <a:pt x="68" y="41"/>
                    <a:pt x="68" y="41"/>
                  </a:cubicBezTo>
                  <a:close/>
                  <a:moveTo>
                    <a:pt x="68" y="0"/>
                  </a:moveTo>
                  <a:cubicBezTo>
                    <a:pt x="49" y="0"/>
                    <a:pt x="30" y="9"/>
                    <a:pt x="20" y="25"/>
                  </a:cubicBezTo>
                  <a:cubicBezTo>
                    <a:pt x="4" y="49"/>
                    <a:pt x="0" y="77"/>
                    <a:pt x="8" y="105"/>
                  </a:cubicBezTo>
                  <a:cubicBezTo>
                    <a:pt x="12" y="125"/>
                    <a:pt x="20" y="145"/>
                    <a:pt x="28" y="165"/>
                  </a:cubicBezTo>
                  <a:cubicBezTo>
                    <a:pt x="32" y="169"/>
                    <a:pt x="32" y="169"/>
                    <a:pt x="32" y="173"/>
                  </a:cubicBezTo>
                  <a:lnTo>
                    <a:pt x="44" y="189"/>
                  </a:lnTo>
                  <a:lnTo>
                    <a:pt x="64" y="177"/>
                  </a:lnTo>
                  <a:cubicBezTo>
                    <a:pt x="100" y="149"/>
                    <a:pt x="120" y="105"/>
                    <a:pt x="116" y="57"/>
                  </a:cubicBezTo>
                  <a:cubicBezTo>
                    <a:pt x="116" y="33"/>
                    <a:pt x="100" y="9"/>
                    <a:pt x="80" y="1"/>
                  </a:cubicBezTo>
                  <a:cubicBezTo>
                    <a:pt x="76" y="1"/>
                    <a:pt x="72" y="0"/>
                    <a:pt x="6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89"/>
            <p:cNvSpPr/>
            <p:nvPr/>
          </p:nvSpPr>
          <p:spPr>
            <a:xfrm flipH="1">
              <a:off x="3241629" y="699259"/>
              <a:ext cx="8458" cy="16106"/>
            </a:xfrm>
            <a:custGeom>
              <a:avLst/>
              <a:gdLst/>
              <a:ahLst/>
              <a:cxnLst/>
              <a:rect l="l" t="t" r="r" b="b"/>
              <a:pathLst>
                <a:path w="73" h="139" extrusionOk="0">
                  <a:moveTo>
                    <a:pt x="42" y="1"/>
                  </a:moveTo>
                  <a:cubicBezTo>
                    <a:pt x="32" y="1"/>
                    <a:pt x="21" y="6"/>
                    <a:pt x="12" y="18"/>
                  </a:cubicBezTo>
                  <a:cubicBezTo>
                    <a:pt x="0" y="38"/>
                    <a:pt x="0" y="58"/>
                    <a:pt x="4" y="82"/>
                  </a:cubicBezTo>
                  <a:cubicBezTo>
                    <a:pt x="8" y="98"/>
                    <a:pt x="16" y="118"/>
                    <a:pt x="24" y="134"/>
                  </a:cubicBezTo>
                  <a:cubicBezTo>
                    <a:pt x="24" y="134"/>
                    <a:pt x="24" y="138"/>
                    <a:pt x="28" y="138"/>
                  </a:cubicBezTo>
                  <a:cubicBezTo>
                    <a:pt x="56" y="114"/>
                    <a:pt x="72" y="78"/>
                    <a:pt x="72" y="38"/>
                  </a:cubicBezTo>
                  <a:cubicBezTo>
                    <a:pt x="72" y="16"/>
                    <a:pt x="58" y="1"/>
                    <a:pt x="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89"/>
            <p:cNvSpPr/>
            <p:nvPr/>
          </p:nvSpPr>
          <p:spPr>
            <a:xfrm flipH="1">
              <a:off x="2039385" y="393948"/>
              <a:ext cx="716177" cy="594864"/>
            </a:xfrm>
            <a:custGeom>
              <a:avLst/>
              <a:gdLst/>
              <a:ahLst/>
              <a:cxnLst/>
              <a:rect l="l" t="t" r="r" b="b"/>
              <a:pathLst>
                <a:path w="6181" h="5134" extrusionOk="0">
                  <a:moveTo>
                    <a:pt x="5679" y="0"/>
                  </a:moveTo>
                  <a:cubicBezTo>
                    <a:pt x="5617" y="0"/>
                    <a:pt x="5557" y="8"/>
                    <a:pt x="5501" y="25"/>
                  </a:cubicBezTo>
                  <a:cubicBezTo>
                    <a:pt x="5365" y="65"/>
                    <a:pt x="5241" y="129"/>
                    <a:pt x="5129" y="217"/>
                  </a:cubicBezTo>
                  <a:cubicBezTo>
                    <a:pt x="5089" y="249"/>
                    <a:pt x="5049" y="281"/>
                    <a:pt x="5013" y="317"/>
                  </a:cubicBezTo>
                  <a:cubicBezTo>
                    <a:pt x="5013" y="313"/>
                    <a:pt x="5013" y="313"/>
                    <a:pt x="5013" y="309"/>
                  </a:cubicBezTo>
                  <a:cubicBezTo>
                    <a:pt x="5021" y="261"/>
                    <a:pt x="5017" y="213"/>
                    <a:pt x="4997" y="169"/>
                  </a:cubicBezTo>
                  <a:cubicBezTo>
                    <a:pt x="4965" y="109"/>
                    <a:pt x="4913" y="61"/>
                    <a:pt x="4853" y="37"/>
                  </a:cubicBezTo>
                  <a:cubicBezTo>
                    <a:pt x="4793" y="16"/>
                    <a:pt x="4734" y="4"/>
                    <a:pt x="4675" y="4"/>
                  </a:cubicBezTo>
                  <a:cubicBezTo>
                    <a:pt x="4666" y="4"/>
                    <a:pt x="4657" y="5"/>
                    <a:pt x="4649" y="5"/>
                  </a:cubicBezTo>
                  <a:lnTo>
                    <a:pt x="4621" y="5"/>
                  </a:lnTo>
                  <a:lnTo>
                    <a:pt x="4597" y="13"/>
                  </a:lnTo>
                  <a:lnTo>
                    <a:pt x="4549" y="25"/>
                  </a:lnTo>
                  <a:cubicBezTo>
                    <a:pt x="4513" y="37"/>
                    <a:pt x="4477" y="53"/>
                    <a:pt x="4441" y="69"/>
                  </a:cubicBezTo>
                  <a:cubicBezTo>
                    <a:pt x="4377" y="101"/>
                    <a:pt x="4313" y="137"/>
                    <a:pt x="4245" y="169"/>
                  </a:cubicBezTo>
                  <a:lnTo>
                    <a:pt x="4145" y="213"/>
                  </a:lnTo>
                  <a:cubicBezTo>
                    <a:pt x="4113" y="229"/>
                    <a:pt x="4077" y="245"/>
                    <a:pt x="4041" y="257"/>
                  </a:cubicBezTo>
                  <a:cubicBezTo>
                    <a:pt x="4005" y="273"/>
                    <a:pt x="3973" y="289"/>
                    <a:pt x="3937" y="305"/>
                  </a:cubicBezTo>
                  <a:cubicBezTo>
                    <a:pt x="3901" y="321"/>
                    <a:pt x="3873" y="341"/>
                    <a:pt x="3841" y="361"/>
                  </a:cubicBezTo>
                  <a:cubicBezTo>
                    <a:pt x="3777" y="405"/>
                    <a:pt x="3721" y="449"/>
                    <a:pt x="3665" y="497"/>
                  </a:cubicBezTo>
                  <a:cubicBezTo>
                    <a:pt x="3609" y="541"/>
                    <a:pt x="3561" y="593"/>
                    <a:pt x="3521" y="653"/>
                  </a:cubicBezTo>
                  <a:cubicBezTo>
                    <a:pt x="3497" y="681"/>
                    <a:pt x="3481" y="713"/>
                    <a:pt x="3465" y="745"/>
                  </a:cubicBezTo>
                  <a:lnTo>
                    <a:pt x="3449" y="789"/>
                  </a:lnTo>
                  <a:lnTo>
                    <a:pt x="3433" y="837"/>
                  </a:lnTo>
                  <a:cubicBezTo>
                    <a:pt x="3405" y="933"/>
                    <a:pt x="3405" y="1029"/>
                    <a:pt x="3421" y="1125"/>
                  </a:cubicBezTo>
                  <a:cubicBezTo>
                    <a:pt x="3425" y="1141"/>
                    <a:pt x="3429" y="1157"/>
                    <a:pt x="3433" y="1169"/>
                  </a:cubicBezTo>
                  <a:cubicBezTo>
                    <a:pt x="3409" y="1161"/>
                    <a:pt x="3381" y="1157"/>
                    <a:pt x="3353" y="1153"/>
                  </a:cubicBezTo>
                  <a:lnTo>
                    <a:pt x="3261" y="1137"/>
                  </a:lnTo>
                  <a:lnTo>
                    <a:pt x="3169" y="1129"/>
                  </a:lnTo>
                  <a:cubicBezTo>
                    <a:pt x="3146" y="1126"/>
                    <a:pt x="3125" y="1123"/>
                    <a:pt x="3104" y="1123"/>
                  </a:cubicBezTo>
                  <a:cubicBezTo>
                    <a:pt x="3095" y="1123"/>
                    <a:pt x="3086" y="1124"/>
                    <a:pt x="3077" y="1125"/>
                  </a:cubicBezTo>
                  <a:lnTo>
                    <a:pt x="2985" y="1125"/>
                  </a:lnTo>
                  <a:cubicBezTo>
                    <a:pt x="2921" y="1129"/>
                    <a:pt x="2857" y="1133"/>
                    <a:pt x="2797" y="1141"/>
                  </a:cubicBezTo>
                  <a:cubicBezTo>
                    <a:pt x="2681" y="1157"/>
                    <a:pt x="2565" y="1185"/>
                    <a:pt x="2453" y="1221"/>
                  </a:cubicBezTo>
                  <a:cubicBezTo>
                    <a:pt x="2449" y="1209"/>
                    <a:pt x="2445" y="1197"/>
                    <a:pt x="2437" y="1189"/>
                  </a:cubicBezTo>
                  <a:cubicBezTo>
                    <a:pt x="2429" y="1173"/>
                    <a:pt x="2421" y="1157"/>
                    <a:pt x="2409" y="1145"/>
                  </a:cubicBezTo>
                  <a:cubicBezTo>
                    <a:pt x="2377" y="1105"/>
                    <a:pt x="2337" y="1073"/>
                    <a:pt x="2293" y="1053"/>
                  </a:cubicBezTo>
                  <a:cubicBezTo>
                    <a:pt x="2233" y="1021"/>
                    <a:pt x="2165" y="1005"/>
                    <a:pt x="2101" y="1005"/>
                  </a:cubicBezTo>
                  <a:cubicBezTo>
                    <a:pt x="2061" y="1005"/>
                    <a:pt x="2021" y="1009"/>
                    <a:pt x="1985" y="1017"/>
                  </a:cubicBezTo>
                  <a:cubicBezTo>
                    <a:pt x="1941" y="1029"/>
                    <a:pt x="1897" y="1049"/>
                    <a:pt x="1857" y="1073"/>
                  </a:cubicBezTo>
                  <a:lnTo>
                    <a:pt x="1837" y="1089"/>
                  </a:lnTo>
                  <a:lnTo>
                    <a:pt x="1833" y="1093"/>
                  </a:lnTo>
                  <a:lnTo>
                    <a:pt x="1825" y="1101"/>
                  </a:lnTo>
                  <a:lnTo>
                    <a:pt x="1821" y="1101"/>
                  </a:lnTo>
                  <a:cubicBezTo>
                    <a:pt x="1817" y="1105"/>
                    <a:pt x="1813" y="1109"/>
                    <a:pt x="1809" y="1113"/>
                  </a:cubicBezTo>
                  <a:lnTo>
                    <a:pt x="1789" y="1121"/>
                  </a:lnTo>
                  <a:cubicBezTo>
                    <a:pt x="1761" y="1133"/>
                    <a:pt x="1729" y="1145"/>
                    <a:pt x="1697" y="1161"/>
                  </a:cubicBezTo>
                  <a:lnTo>
                    <a:pt x="1477" y="1245"/>
                  </a:lnTo>
                  <a:cubicBezTo>
                    <a:pt x="1400" y="1277"/>
                    <a:pt x="1324" y="1313"/>
                    <a:pt x="1252" y="1357"/>
                  </a:cubicBezTo>
                  <a:cubicBezTo>
                    <a:pt x="1180" y="1401"/>
                    <a:pt x="1108" y="1441"/>
                    <a:pt x="1036" y="1485"/>
                  </a:cubicBezTo>
                  <a:cubicBezTo>
                    <a:pt x="1020" y="1497"/>
                    <a:pt x="1004" y="1509"/>
                    <a:pt x="988" y="1521"/>
                  </a:cubicBezTo>
                  <a:cubicBezTo>
                    <a:pt x="972" y="1533"/>
                    <a:pt x="952" y="1541"/>
                    <a:pt x="936" y="1557"/>
                  </a:cubicBezTo>
                  <a:cubicBezTo>
                    <a:pt x="924" y="1569"/>
                    <a:pt x="904" y="1585"/>
                    <a:pt x="888" y="1597"/>
                  </a:cubicBezTo>
                  <a:lnTo>
                    <a:pt x="844" y="1637"/>
                  </a:lnTo>
                  <a:cubicBezTo>
                    <a:pt x="784" y="1697"/>
                    <a:pt x="740" y="1777"/>
                    <a:pt x="724" y="1861"/>
                  </a:cubicBezTo>
                  <a:cubicBezTo>
                    <a:pt x="712" y="1933"/>
                    <a:pt x="716" y="2009"/>
                    <a:pt x="732" y="2085"/>
                  </a:cubicBezTo>
                  <a:cubicBezTo>
                    <a:pt x="748" y="2141"/>
                    <a:pt x="768" y="2201"/>
                    <a:pt x="796" y="2253"/>
                  </a:cubicBezTo>
                  <a:cubicBezTo>
                    <a:pt x="788" y="2253"/>
                    <a:pt x="780" y="2253"/>
                    <a:pt x="772" y="2253"/>
                  </a:cubicBezTo>
                  <a:cubicBezTo>
                    <a:pt x="700" y="2253"/>
                    <a:pt x="629" y="2268"/>
                    <a:pt x="560" y="2293"/>
                  </a:cubicBezTo>
                  <a:cubicBezTo>
                    <a:pt x="492" y="2321"/>
                    <a:pt x="424" y="2353"/>
                    <a:pt x="360" y="2393"/>
                  </a:cubicBezTo>
                  <a:cubicBezTo>
                    <a:pt x="296" y="2433"/>
                    <a:pt x="240" y="2477"/>
                    <a:pt x="184" y="2529"/>
                  </a:cubicBezTo>
                  <a:cubicBezTo>
                    <a:pt x="124" y="2581"/>
                    <a:pt x="72" y="2637"/>
                    <a:pt x="32" y="2705"/>
                  </a:cubicBezTo>
                  <a:cubicBezTo>
                    <a:pt x="28" y="2713"/>
                    <a:pt x="24" y="2721"/>
                    <a:pt x="20" y="2729"/>
                  </a:cubicBezTo>
                  <a:lnTo>
                    <a:pt x="16" y="2737"/>
                  </a:lnTo>
                  <a:cubicBezTo>
                    <a:pt x="16" y="2737"/>
                    <a:pt x="12" y="2741"/>
                    <a:pt x="12" y="2745"/>
                  </a:cubicBezTo>
                  <a:lnTo>
                    <a:pt x="8" y="2765"/>
                  </a:lnTo>
                  <a:cubicBezTo>
                    <a:pt x="0" y="2785"/>
                    <a:pt x="0" y="2809"/>
                    <a:pt x="0" y="2833"/>
                  </a:cubicBezTo>
                  <a:cubicBezTo>
                    <a:pt x="8" y="2877"/>
                    <a:pt x="20" y="2913"/>
                    <a:pt x="40" y="2949"/>
                  </a:cubicBezTo>
                  <a:cubicBezTo>
                    <a:pt x="76" y="3013"/>
                    <a:pt x="120" y="3073"/>
                    <a:pt x="172" y="3125"/>
                  </a:cubicBezTo>
                  <a:cubicBezTo>
                    <a:pt x="276" y="3221"/>
                    <a:pt x="392" y="3309"/>
                    <a:pt x="512" y="3385"/>
                  </a:cubicBezTo>
                  <a:cubicBezTo>
                    <a:pt x="748" y="3529"/>
                    <a:pt x="996" y="3649"/>
                    <a:pt x="1256" y="3745"/>
                  </a:cubicBezTo>
                  <a:cubicBezTo>
                    <a:pt x="1380" y="3793"/>
                    <a:pt x="1509" y="3833"/>
                    <a:pt x="1637" y="3865"/>
                  </a:cubicBezTo>
                  <a:cubicBezTo>
                    <a:pt x="1757" y="3897"/>
                    <a:pt x="1881" y="3921"/>
                    <a:pt x="2009" y="3937"/>
                  </a:cubicBezTo>
                  <a:lnTo>
                    <a:pt x="2001" y="3941"/>
                  </a:lnTo>
                  <a:cubicBezTo>
                    <a:pt x="2033" y="4005"/>
                    <a:pt x="2081" y="4061"/>
                    <a:pt x="2145" y="4101"/>
                  </a:cubicBezTo>
                  <a:cubicBezTo>
                    <a:pt x="2173" y="4125"/>
                    <a:pt x="2205" y="4141"/>
                    <a:pt x="2237" y="4157"/>
                  </a:cubicBezTo>
                  <a:cubicBezTo>
                    <a:pt x="2269" y="4173"/>
                    <a:pt x="2305" y="4185"/>
                    <a:pt x="2337" y="4197"/>
                  </a:cubicBezTo>
                  <a:cubicBezTo>
                    <a:pt x="2373" y="4209"/>
                    <a:pt x="2409" y="4217"/>
                    <a:pt x="2445" y="4225"/>
                  </a:cubicBezTo>
                  <a:cubicBezTo>
                    <a:pt x="2481" y="4229"/>
                    <a:pt x="2517" y="4233"/>
                    <a:pt x="2553" y="4237"/>
                  </a:cubicBezTo>
                  <a:cubicBezTo>
                    <a:pt x="2589" y="4241"/>
                    <a:pt x="2625" y="4241"/>
                    <a:pt x="2661" y="4241"/>
                  </a:cubicBezTo>
                  <a:cubicBezTo>
                    <a:pt x="2697" y="4241"/>
                    <a:pt x="2729" y="4241"/>
                    <a:pt x="2765" y="4237"/>
                  </a:cubicBezTo>
                  <a:cubicBezTo>
                    <a:pt x="2905" y="4233"/>
                    <a:pt x="3041" y="4221"/>
                    <a:pt x="3181" y="4209"/>
                  </a:cubicBezTo>
                  <a:cubicBezTo>
                    <a:pt x="3309" y="4197"/>
                    <a:pt x="3433" y="4177"/>
                    <a:pt x="3561" y="4153"/>
                  </a:cubicBezTo>
                  <a:lnTo>
                    <a:pt x="3613" y="4189"/>
                  </a:lnTo>
                  <a:lnTo>
                    <a:pt x="3693" y="4253"/>
                  </a:lnTo>
                  <a:cubicBezTo>
                    <a:pt x="3749" y="4297"/>
                    <a:pt x="3801" y="4341"/>
                    <a:pt x="3853" y="4385"/>
                  </a:cubicBezTo>
                  <a:cubicBezTo>
                    <a:pt x="3901" y="4433"/>
                    <a:pt x="3953" y="4477"/>
                    <a:pt x="3997" y="4529"/>
                  </a:cubicBezTo>
                  <a:cubicBezTo>
                    <a:pt x="4021" y="4553"/>
                    <a:pt x="4045" y="4577"/>
                    <a:pt x="4069" y="4605"/>
                  </a:cubicBezTo>
                  <a:cubicBezTo>
                    <a:pt x="4089" y="4633"/>
                    <a:pt x="4113" y="4657"/>
                    <a:pt x="4137" y="4685"/>
                  </a:cubicBezTo>
                  <a:cubicBezTo>
                    <a:pt x="4161" y="4709"/>
                    <a:pt x="4189" y="4733"/>
                    <a:pt x="4213" y="4757"/>
                  </a:cubicBezTo>
                  <a:cubicBezTo>
                    <a:pt x="4237" y="4785"/>
                    <a:pt x="4265" y="4809"/>
                    <a:pt x="4293" y="4829"/>
                  </a:cubicBezTo>
                  <a:cubicBezTo>
                    <a:pt x="4325" y="4845"/>
                    <a:pt x="4349" y="4869"/>
                    <a:pt x="4381" y="4889"/>
                  </a:cubicBezTo>
                  <a:cubicBezTo>
                    <a:pt x="4409" y="4909"/>
                    <a:pt x="4437" y="4929"/>
                    <a:pt x="4469" y="4949"/>
                  </a:cubicBezTo>
                  <a:cubicBezTo>
                    <a:pt x="4529" y="4985"/>
                    <a:pt x="4593" y="5017"/>
                    <a:pt x="4657" y="5049"/>
                  </a:cubicBezTo>
                  <a:cubicBezTo>
                    <a:pt x="4689" y="5065"/>
                    <a:pt x="4721" y="5077"/>
                    <a:pt x="4757" y="5089"/>
                  </a:cubicBezTo>
                  <a:cubicBezTo>
                    <a:pt x="4793" y="5105"/>
                    <a:pt x="4821" y="5117"/>
                    <a:pt x="4861" y="5129"/>
                  </a:cubicBezTo>
                  <a:lnTo>
                    <a:pt x="4881" y="5133"/>
                  </a:lnTo>
                  <a:lnTo>
                    <a:pt x="4905" y="5121"/>
                  </a:lnTo>
                  <a:cubicBezTo>
                    <a:pt x="4937" y="5101"/>
                    <a:pt x="4965" y="5085"/>
                    <a:pt x="4993" y="5065"/>
                  </a:cubicBezTo>
                  <a:cubicBezTo>
                    <a:pt x="5021" y="5049"/>
                    <a:pt x="5049" y="5025"/>
                    <a:pt x="5077" y="5005"/>
                  </a:cubicBezTo>
                  <a:cubicBezTo>
                    <a:pt x="5089" y="4993"/>
                    <a:pt x="5105" y="4981"/>
                    <a:pt x="5117" y="4969"/>
                  </a:cubicBezTo>
                  <a:cubicBezTo>
                    <a:pt x="5133" y="4957"/>
                    <a:pt x="5145" y="4941"/>
                    <a:pt x="5157" y="4925"/>
                  </a:cubicBezTo>
                  <a:cubicBezTo>
                    <a:pt x="5165" y="4917"/>
                    <a:pt x="5173" y="4909"/>
                    <a:pt x="5177" y="4897"/>
                  </a:cubicBezTo>
                  <a:cubicBezTo>
                    <a:pt x="5185" y="4889"/>
                    <a:pt x="5189" y="4873"/>
                    <a:pt x="5193" y="4861"/>
                  </a:cubicBezTo>
                  <a:cubicBezTo>
                    <a:pt x="5197" y="4857"/>
                    <a:pt x="5201" y="4849"/>
                    <a:pt x="5201" y="4841"/>
                  </a:cubicBezTo>
                  <a:cubicBezTo>
                    <a:pt x="5201" y="4829"/>
                    <a:pt x="5201" y="4821"/>
                    <a:pt x="5201" y="4809"/>
                  </a:cubicBezTo>
                  <a:cubicBezTo>
                    <a:pt x="5201" y="4789"/>
                    <a:pt x="5193" y="4765"/>
                    <a:pt x="5181" y="4745"/>
                  </a:cubicBezTo>
                  <a:lnTo>
                    <a:pt x="5173" y="4729"/>
                  </a:lnTo>
                  <a:lnTo>
                    <a:pt x="5145" y="4713"/>
                  </a:lnTo>
                  <a:cubicBezTo>
                    <a:pt x="5097" y="4693"/>
                    <a:pt x="5049" y="4669"/>
                    <a:pt x="5001" y="4645"/>
                  </a:cubicBezTo>
                  <a:cubicBezTo>
                    <a:pt x="4953" y="4625"/>
                    <a:pt x="4905" y="4597"/>
                    <a:pt x="4857" y="4573"/>
                  </a:cubicBezTo>
                  <a:cubicBezTo>
                    <a:pt x="4813" y="4545"/>
                    <a:pt x="4769" y="4517"/>
                    <a:pt x="4725" y="4489"/>
                  </a:cubicBezTo>
                  <a:cubicBezTo>
                    <a:pt x="4681" y="4461"/>
                    <a:pt x="4641" y="4429"/>
                    <a:pt x="4601" y="4397"/>
                  </a:cubicBezTo>
                  <a:cubicBezTo>
                    <a:pt x="4565" y="4365"/>
                    <a:pt x="4533" y="4333"/>
                    <a:pt x="4505" y="4297"/>
                  </a:cubicBezTo>
                  <a:cubicBezTo>
                    <a:pt x="4497" y="4289"/>
                    <a:pt x="4497" y="4281"/>
                    <a:pt x="4489" y="4269"/>
                  </a:cubicBezTo>
                  <a:cubicBezTo>
                    <a:pt x="4485" y="4265"/>
                    <a:pt x="4481" y="4257"/>
                    <a:pt x="4477" y="4245"/>
                  </a:cubicBezTo>
                  <a:cubicBezTo>
                    <a:pt x="4477" y="4241"/>
                    <a:pt x="4473" y="4233"/>
                    <a:pt x="4473" y="4229"/>
                  </a:cubicBezTo>
                  <a:lnTo>
                    <a:pt x="4473" y="4217"/>
                  </a:lnTo>
                  <a:lnTo>
                    <a:pt x="4473" y="4209"/>
                  </a:lnTo>
                  <a:lnTo>
                    <a:pt x="4477" y="4197"/>
                  </a:lnTo>
                  <a:cubicBezTo>
                    <a:pt x="4477" y="4185"/>
                    <a:pt x="4481" y="4177"/>
                    <a:pt x="4485" y="4169"/>
                  </a:cubicBezTo>
                  <a:cubicBezTo>
                    <a:pt x="4493" y="4149"/>
                    <a:pt x="4505" y="4129"/>
                    <a:pt x="4517" y="4109"/>
                  </a:cubicBezTo>
                  <a:cubicBezTo>
                    <a:pt x="4545" y="4065"/>
                    <a:pt x="4573" y="4021"/>
                    <a:pt x="4605" y="3981"/>
                  </a:cubicBezTo>
                  <a:cubicBezTo>
                    <a:pt x="4733" y="3813"/>
                    <a:pt x="4885" y="3649"/>
                    <a:pt x="5021" y="3473"/>
                  </a:cubicBezTo>
                  <a:cubicBezTo>
                    <a:pt x="5089" y="3385"/>
                    <a:pt x="5153" y="3289"/>
                    <a:pt x="5209" y="3193"/>
                  </a:cubicBezTo>
                  <a:cubicBezTo>
                    <a:pt x="5237" y="3141"/>
                    <a:pt x="5257" y="3085"/>
                    <a:pt x="5273" y="3033"/>
                  </a:cubicBezTo>
                  <a:cubicBezTo>
                    <a:pt x="5293" y="2973"/>
                    <a:pt x="5289" y="2913"/>
                    <a:pt x="5265" y="2857"/>
                  </a:cubicBezTo>
                  <a:lnTo>
                    <a:pt x="5253" y="2861"/>
                  </a:lnTo>
                  <a:cubicBezTo>
                    <a:pt x="5321" y="2801"/>
                    <a:pt x="5385" y="2741"/>
                    <a:pt x="5445" y="2673"/>
                  </a:cubicBezTo>
                  <a:cubicBezTo>
                    <a:pt x="5537" y="2573"/>
                    <a:pt x="5621" y="2461"/>
                    <a:pt x="5701" y="2349"/>
                  </a:cubicBezTo>
                  <a:lnTo>
                    <a:pt x="5801" y="2193"/>
                  </a:lnTo>
                  <a:cubicBezTo>
                    <a:pt x="5833" y="2141"/>
                    <a:pt x="5861" y="2081"/>
                    <a:pt x="5889" y="2025"/>
                  </a:cubicBezTo>
                  <a:cubicBezTo>
                    <a:pt x="5917" y="1969"/>
                    <a:pt x="5945" y="1909"/>
                    <a:pt x="5969" y="1849"/>
                  </a:cubicBezTo>
                  <a:cubicBezTo>
                    <a:pt x="5981" y="1821"/>
                    <a:pt x="5993" y="1789"/>
                    <a:pt x="6005" y="1757"/>
                  </a:cubicBezTo>
                  <a:cubicBezTo>
                    <a:pt x="6017" y="1729"/>
                    <a:pt x="6025" y="1697"/>
                    <a:pt x="6033" y="1665"/>
                  </a:cubicBezTo>
                  <a:cubicBezTo>
                    <a:pt x="6117" y="1405"/>
                    <a:pt x="6165" y="1137"/>
                    <a:pt x="6173" y="865"/>
                  </a:cubicBezTo>
                  <a:cubicBezTo>
                    <a:pt x="6177" y="797"/>
                    <a:pt x="6181" y="725"/>
                    <a:pt x="6177" y="657"/>
                  </a:cubicBezTo>
                  <a:lnTo>
                    <a:pt x="6173" y="557"/>
                  </a:lnTo>
                  <a:cubicBezTo>
                    <a:pt x="6173" y="517"/>
                    <a:pt x="6169" y="485"/>
                    <a:pt x="6165" y="449"/>
                  </a:cubicBezTo>
                  <a:cubicBezTo>
                    <a:pt x="6149" y="373"/>
                    <a:pt x="6125" y="301"/>
                    <a:pt x="6093" y="233"/>
                  </a:cubicBezTo>
                  <a:cubicBezTo>
                    <a:pt x="6053" y="165"/>
                    <a:pt x="5997" y="105"/>
                    <a:pt x="5933" y="65"/>
                  </a:cubicBezTo>
                  <a:cubicBezTo>
                    <a:pt x="5865" y="25"/>
                    <a:pt x="5793" y="5"/>
                    <a:pt x="5717" y="1"/>
                  </a:cubicBezTo>
                  <a:cubicBezTo>
                    <a:pt x="5704" y="0"/>
                    <a:pt x="5691" y="0"/>
                    <a:pt x="56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89"/>
            <p:cNvSpPr/>
            <p:nvPr/>
          </p:nvSpPr>
          <p:spPr>
            <a:xfrm flipH="1">
              <a:off x="2125125" y="434849"/>
              <a:ext cx="96054" cy="263830"/>
            </a:xfrm>
            <a:custGeom>
              <a:avLst/>
              <a:gdLst/>
              <a:ahLst/>
              <a:cxnLst/>
              <a:rect l="l" t="t" r="r" b="b"/>
              <a:pathLst>
                <a:path w="829" h="2277" extrusionOk="0">
                  <a:moveTo>
                    <a:pt x="645" y="0"/>
                  </a:moveTo>
                  <a:cubicBezTo>
                    <a:pt x="429" y="152"/>
                    <a:pt x="333" y="424"/>
                    <a:pt x="309" y="684"/>
                  </a:cubicBezTo>
                  <a:cubicBezTo>
                    <a:pt x="281" y="944"/>
                    <a:pt x="313" y="1208"/>
                    <a:pt x="289" y="1468"/>
                  </a:cubicBezTo>
                  <a:cubicBezTo>
                    <a:pt x="261" y="1748"/>
                    <a:pt x="169" y="2016"/>
                    <a:pt x="21" y="2256"/>
                  </a:cubicBezTo>
                  <a:lnTo>
                    <a:pt x="1" y="2276"/>
                  </a:lnTo>
                  <a:cubicBezTo>
                    <a:pt x="141" y="2216"/>
                    <a:pt x="249" y="2096"/>
                    <a:pt x="289" y="1948"/>
                  </a:cubicBezTo>
                  <a:cubicBezTo>
                    <a:pt x="333" y="1992"/>
                    <a:pt x="349" y="2060"/>
                    <a:pt x="329" y="2120"/>
                  </a:cubicBezTo>
                  <a:cubicBezTo>
                    <a:pt x="413" y="1940"/>
                    <a:pt x="497" y="1760"/>
                    <a:pt x="581" y="1584"/>
                  </a:cubicBezTo>
                  <a:cubicBezTo>
                    <a:pt x="633" y="1684"/>
                    <a:pt x="633" y="1804"/>
                    <a:pt x="589" y="1904"/>
                  </a:cubicBezTo>
                  <a:cubicBezTo>
                    <a:pt x="685" y="1692"/>
                    <a:pt x="781" y="1480"/>
                    <a:pt x="813" y="1248"/>
                  </a:cubicBezTo>
                  <a:cubicBezTo>
                    <a:pt x="825" y="1116"/>
                    <a:pt x="829" y="980"/>
                    <a:pt x="821" y="848"/>
                  </a:cubicBezTo>
                  <a:lnTo>
                    <a:pt x="805" y="120"/>
                  </a:lnTo>
                  <a:cubicBezTo>
                    <a:pt x="805" y="288"/>
                    <a:pt x="785" y="452"/>
                    <a:pt x="753" y="616"/>
                  </a:cubicBezTo>
                  <a:lnTo>
                    <a:pt x="6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89"/>
            <p:cNvSpPr/>
            <p:nvPr/>
          </p:nvSpPr>
          <p:spPr>
            <a:xfrm flipH="1">
              <a:off x="2067190" y="421988"/>
              <a:ext cx="55732" cy="198365"/>
            </a:xfrm>
            <a:custGeom>
              <a:avLst/>
              <a:gdLst/>
              <a:ahLst/>
              <a:cxnLst/>
              <a:rect l="l" t="t" r="r" b="b"/>
              <a:pathLst>
                <a:path w="481" h="1712" extrusionOk="0">
                  <a:moveTo>
                    <a:pt x="21" y="47"/>
                  </a:moveTo>
                  <a:lnTo>
                    <a:pt x="1" y="75"/>
                  </a:lnTo>
                  <a:cubicBezTo>
                    <a:pt x="13" y="79"/>
                    <a:pt x="25" y="83"/>
                    <a:pt x="37" y="88"/>
                  </a:cubicBezTo>
                  <a:lnTo>
                    <a:pt x="37" y="88"/>
                  </a:lnTo>
                  <a:cubicBezTo>
                    <a:pt x="32" y="75"/>
                    <a:pt x="26" y="61"/>
                    <a:pt x="21" y="47"/>
                  </a:cubicBezTo>
                  <a:close/>
                  <a:moveTo>
                    <a:pt x="216" y="1"/>
                  </a:moveTo>
                  <a:cubicBezTo>
                    <a:pt x="203" y="1"/>
                    <a:pt x="190" y="4"/>
                    <a:pt x="177" y="11"/>
                  </a:cubicBezTo>
                  <a:cubicBezTo>
                    <a:pt x="261" y="87"/>
                    <a:pt x="289" y="203"/>
                    <a:pt x="257" y="311"/>
                  </a:cubicBezTo>
                  <a:cubicBezTo>
                    <a:pt x="214" y="211"/>
                    <a:pt x="136" y="130"/>
                    <a:pt x="37" y="88"/>
                  </a:cubicBezTo>
                  <a:lnTo>
                    <a:pt x="37" y="88"/>
                  </a:lnTo>
                  <a:cubicBezTo>
                    <a:pt x="115" y="288"/>
                    <a:pt x="185" y="494"/>
                    <a:pt x="193" y="707"/>
                  </a:cubicBezTo>
                  <a:cubicBezTo>
                    <a:pt x="193" y="775"/>
                    <a:pt x="189" y="847"/>
                    <a:pt x="181" y="915"/>
                  </a:cubicBezTo>
                  <a:cubicBezTo>
                    <a:pt x="161" y="1183"/>
                    <a:pt x="133" y="1447"/>
                    <a:pt x="105" y="1711"/>
                  </a:cubicBezTo>
                  <a:cubicBezTo>
                    <a:pt x="273" y="1467"/>
                    <a:pt x="385" y="1191"/>
                    <a:pt x="437" y="899"/>
                  </a:cubicBezTo>
                  <a:cubicBezTo>
                    <a:pt x="481" y="631"/>
                    <a:pt x="473" y="343"/>
                    <a:pt x="345" y="103"/>
                  </a:cubicBezTo>
                  <a:cubicBezTo>
                    <a:pt x="319" y="52"/>
                    <a:pt x="268" y="1"/>
                    <a:pt x="2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89"/>
            <p:cNvSpPr/>
            <p:nvPr/>
          </p:nvSpPr>
          <p:spPr>
            <a:xfrm flipH="1">
              <a:off x="2296610" y="554193"/>
              <a:ext cx="246682" cy="223277"/>
            </a:xfrm>
            <a:custGeom>
              <a:avLst/>
              <a:gdLst/>
              <a:ahLst/>
              <a:cxnLst/>
              <a:rect l="l" t="t" r="r" b="b"/>
              <a:pathLst>
                <a:path w="2129" h="1927" extrusionOk="0">
                  <a:moveTo>
                    <a:pt x="1152" y="1"/>
                  </a:moveTo>
                  <a:cubicBezTo>
                    <a:pt x="901" y="1"/>
                    <a:pt x="654" y="114"/>
                    <a:pt x="433" y="238"/>
                  </a:cubicBezTo>
                  <a:cubicBezTo>
                    <a:pt x="373" y="262"/>
                    <a:pt x="325" y="306"/>
                    <a:pt x="297" y="362"/>
                  </a:cubicBezTo>
                  <a:cubicBezTo>
                    <a:pt x="289" y="402"/>
                    <a:pt x="289" y="442"/>
                    <a:pt x="297" y="482"/>
                  </a:cubicBezTo>
                  <a:cubicBezTo>
                    <a:pt x="325" y="618"/>
                    <a:pt x="377" y="746"/>
                    <a:pt x="449" y="866"/>
                  </a:cubicBezTo>
                  <a:cubicBezTo>
                    <a:pt x="305" y="838"/>
                    <a:pt x="173" y="766"/>
                    <a:pt x="77" y="658"/>
                  </a:cubicBezTo>
                  <a:lnTo>
                    <a:pt x="77" y="658"/>
                  </a:lnTo>
                  <a:cubicBezTo>
                    <a:pt x="1" y="870"/>
                    <a:pt x="121" y="1098"/>
                    <a:pt x="237" y="1290"/>
                  </a:cubicBezTo>
                  <a:cubicBezTo>
                    <a:pt x="317" y="1430"/>
                    <a:pt x="409" y="1562"/>
                    <a:pt x="517" y="1686"/>
                  </a:cubicBezTo>
                  <a:cubicBezTo>
                    <a:pt x="625" y="1806"/>
                    <a:pt x="769" y="1890"/>
                    <a:pt x="929" y="1926"/>
                  </a:cubicBezTo>
                  <a:lnTo>
                    <a:pt x="557" y="1506"/>
                  </a:lnTo>
                  <a:cubicBezTo>
                    <a:pt x="453" y="1386"/>
                    <a:pt x="341" y="1258"/>
                    <a:pt x="285" y="1106"/>
                  </a:cubicBezTo>
                  <a:cubicBezTo>
                    <a:pt x="269" y="1058"/>
                    <a:pt x="273" y="990"/>
                    <a:pt x="321" y="982"/>
                  </a:cubicBezTo>
                  <a:cubicBezTo>
                    <a:pt x="341" y="986"/>
                    <a:pt x="361" y="994"/>
                    <a:pt x="377" y="1010"/>
                  </a:cubicBezTo>
                  <a:cubicBezTo>
                    <a:pt x="685" y="1258"/>
                    <a:pt x="969" y="1582"/>
                    <a:pt x="1357" y="1650"/>
                  </a:cubicBezTo>
                  <a:cubicBezTo>
                    <a:pt x="1293" y="1570"/>
                    <a:pt x="1245" y="1474"/>
                    <a:pt x="1217" y="1374"/>
                  </a:cubicBezTo>
                  <a:lnTo>
                    <a:pt x="1217" y="1374"/>
                  </a:lnTo>
                  <a:lnTo>
                    <a:pt x="1473" y="1610"/>
                  </a:lnTo>
                  <a:cubicBezTo>
                    <a:pt x="1253" y="1290"/>
                    <a:pt x="1197" y="890"/>
                    <a:pt x="1149" y="510"/>
                  </a:cubicBezTo>
                  <a:cubicBezTo>
                    <a:pt x="1137" y="434"/>
                    <a:pt x="1133" y="358"/>
                    <a:pt x="1137" y="282"/>
                  </a:cubicBezTo>
                  <a:lnTo>
                    <a:pt x="1137" y="282"/>
                  </a:lnTo>
                  <a:cubicBezTo>
                    <a:pt x="1337" y="606"/>
                    <a:pt x="1497" y="962"/>
                    <a:pt x="1609" y="1330"/>
                  </a:cubicBezTo>
                  <a:cubicBezTo>
                    <a:pt x="1677" y="1198"/>
                    <a:pt x="1693" y="1046"/>
                    <a:pt x="1657" y="902"/>
                  </a:cubicBezTo>
                  <a:lnTo>
                    <a:pt x="1657" y="902"/>
                  </a:lnTo>
                  <a:cubicBezTo>
                    <a:pt x="1693" y="1006"/>
                    <a:pt x="1749" y="1106"/>
                    <a:pt x="1817" y="1194"/>
                  </a:cubicBezTo>
                  <a:cubicBezTo>
                    <a:pt x="1882" y="1279"/>
                    <a:pt x="1988" y="1326"/>
                    <a:pt x="2096" y="1326"/>
                  </a:cubicBezTo>
                  <a:cubicBezTo>
                    <a:pt x="2100" y="1326"/>
                    <a:pt x="2104" y="1326"/>
                    <a:pt x="2109" y="1326"/>
                  </a:cubicBezTo>
                  <a:lnTo>
                    <a:pt x="2093" y="1298"/>
                  </a:lnTo>
                  <a:cubicBezTo>
                    <a:pt x="2129" y="1158"/>
                    <a:pt x="2101" y="1010"/>
                    <a:pt x="2061" y="870"/>
                  </a:cubicBezTo>
                  <a:cubicBezTo>
                    <a:pt x="2009" y="674"/>
                    <a:pt x="1921" y="490"/>
                    <a:pt x="1797" y="330"/>
                  </a:cubicBezTo>
                  <a:cubicBezTo>
                    <a:pt x="1669" y="170"/>
                    <a:pt x="1493" y="58"/>
                    <a:pt x="1297" y="14"/>
                  </a:cubicBezTo>
                  <a:cubicBezTo>
                    <a:pt x="1248" y="5"/>
                    <a:pt x="1200" y="1"/>
                    <a:pt x="11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89"/>
            <p:cNvSpPr/>
            <p:nvPr/>
          </p:nvSpPr>
          <p:spPr>
            <a:xfrm flipH="1">
              <a:off x="2572839" y="690685"/>
              <a:ext cx="153524" cy="108104"/>
            </a:xfrm>
            <a:custGeom>
              <a:avLst/>
              <a:gdLst/>
              <a:ahLst/>
              <a:cxnLst/>
              <a:rect l="l" t="t" r="r" b="b"/>
              <a:pathLst>
                <a:path w="1325" h="933" extrusionOk="0">
                  <a:moveTo>
                    <a:pt x="440" y="0"/>
                  </a:moveTo>
                  <a:cubicBezTo>
                    <a:pt x="416" y="0"/>
                    <a:pt x="392" y="12"/>
                    <a:pt x="372" y="24"/>
                  </a:cubicBezTo>
                  <a:lnTo>
                    <a:pt x="56" y="220"/>
                  </a:lnTo>
                  <a:cubicBezTo>
                    <a:pt x="32" y="232"/>
                    <a:pt x="12" y="252"/>
                    <a:pt x="4" y="276"/>
                  </a:cubicBezTo>
                  <a:cubicBezTo>
                    <a:pt x="0" y="300"/>
                    <a:pt x="4" y="324"/>
                    <a:pt x="16" y="344"/>
                  </a:cubicBezTo>
                  <a:cubicBezTo>
                    <a:pt x="80" y="476"/>
                    <a:pt x="144" y="616"/>
                    <a:pt x="256" y="712"/>
                  </a:cubicBezTo>
                  <a:cubicBezTo>
                    <a:pt x="352" y="780"/>
                    <a:pt x="456" y="832"/>
                    <a:pt x="572" y="868"/>
                  </a:cubicBezTo>
                  <a:lnTo>
                    <a:pt x="691" y="912"/>
                  </a:lnTo>
                  <a:lnTo>
                    <a:pt x="691" y="912"/>
                  </a:lnTo>
                  <a:cubicBezTo>
                    <a:pt x="479" y="826"/>
                    <a:pt x="304" y="667"/>
                    <a:pt x="200" y="460"/>
                  </a:cubicBezTo>
                  <a:cubicBezTo>
                    <a:pt x="176" y="416"/>
                    <a:pt x="168" y="352"/>
                    <a:pt x="212" y="332"/>
                  </a:cubicBezTo>
                  <a:cubicBezTo>
                    <a:pt x="221" y="330"/>
                    <a:pt x="229" y="329"/>
                    <a:pt x="236" y="329"/>
                  </a:cubicBezTo>
                  <a:cubicBezTo>
                    <a:pt x="259" y="329"/>
                    <a:pt x="279" y="337"/>
                    <a:pt x="296" y="352"/>
                  </a:cubicBezTo>
                  <a:lnTo>
                    <a:pt x="1196" y="928"/>
                  </a:lnTo>
                  <a:cubicBezTo>
                    <a:pt x="1162" y="849"/>
                    <a:pt x="1113" y="776"/>
                    <a:pt x="1054" y="714"/>
                  </a:cubicBezTo>
                  <a:lnTo>
                    <a:pt x="1054" y="714"/>
                  </a:lnTo>
                  <a:cubicBezTo>
                    <a:pt x="1090" y="743"/>
                    <a:pt x="1135" y="758"/>
                    <a:pt x="1180" y="758"/>
                  </a:cubicBezTo>
                  <a:cubicBezTo>
                    <a:pt x="1221" y="758"/>
                    <a:pt x="1264" y="745"/>
                    <a:pt x="1300" y="720"/>
                  </a:cubicBezTo>
                  <a:lnTo>
                    <a:pt x="1300" y="720"/>
                  </a:lnTo>
                  <a:lnTo>
                    <a:pt x="1325" y="744"/>
                  </a:lnTo>
                  <a:lnTo>
                    <a:pt x="1325" y="744"/>
                  </a:lnTo>
                  <a:lnTo>
                    <a:pt x="1301" y="720"/>
                  </a:lnTo>
                  <a:cubicBezTo>
                    <a:pt x="1300" y="720"/>
                    <a:pt x="1300" y="720"/>
                    <a:pt x="1300" y="720"/>
                  </a:cubicBezTo>
                  <a:lnTo>
                    <a:pt x="1300" y="720"/>
                  </a:lnTo>
                  <a:lnTo>
                    <a:pt x="1036" y="464"/>
                  </a:lnTo>
                  <a:cubicBezTo>
                    <a:pt x="872" y="300"/>
                    <a:pt x="696" y="156"/>
                    <a:pt x="508" y="24"/>
                  </a:cubicBezTo>
                  <a:cubicBezTo>
                    <a:pt x="488" y="12"/>
                    <a:pt x="464" y="0"/>
                    <a:pt x="440" y="0"/>
                  </a:cubicBezTo>
                  <a:close/>
                  <a:moveTo>
                    <a:pt x="691" y="912"/>
                  </a:moveTo>
                  <a:lnTo>
                    <a:pt x="691" y="912"/>
                  </a:lnTo>
                  <a:cubicBezTo>
                    <a:pt x="709" y="920"/>
                    <a:pt x="726" y="926"/>
                    <a:pt x="744" y="932"/>
                  </a:cubicBezTo>
                  <a:lnTo>
                    <a:pt x="691" y="9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89"/>
            <p:cNvSpPr/>
            <p:nvPr/>
          </p:nvSpPr>
          <p:spPr>
            <a:xfrm flipH="1">
              <a:off x="2039849" y="394064"/>
              <a:ext cx="717104" cy="594748"/>
            </a:xfrm>
            <a:custGeom>
              <a:avLst/>
              <a:gdLst/>
              <a:ahLst/>
              <a:cxnLst/>
              <a:rect l="l" t="t" r="r" b="b"/>
              <a:pathLst>
                <a:path w="6189" h="5133" extrusionOk="0">
                  <a:moveTo>
                    <a:pt x="4577" y="172"/>
                  </a:moveTo>
                  <a:lnTo>
                    <a:pt x="4629" y="176"/>
                  </a:lnTo>
                  <a:lnTo>
                    <a:pt x="4669" y="176"/>
                  </a:lnTo>
                  <a:cubicBezTo>
                    <a:pt x="4717" y="176"/>
                    <a:pt x="4765" y="180"/>
                    <a:pt x="4817" y="188"/>
                  </a:cubicBezTo>
                  <a:cubicBezTo>
                    <a:pt x="4849" y="196"/>
                    <a:pt x="4881" y="212"/>
                    <a:pt x="4905" y="236"/>
                  </a:cubicBezTo>
                  <a:cubicBezTo>
                    <a:pt x="4925" y="260"/>
                    <a:pt x="4941" y="284"/>
                    <a:pt x="4949" y="312"/>
                  </a:cubicBezTo>
                  <a:cubicBezTo>
                    <a:pt x="4953" y="336"/>
                    <a:pt x="4961" y="356"/>
                    <a:pt x="4965" y="380"/>
                  </a:cubicBezTo>
                  <a:cubicBezTo>
                    <a:pt x="4833" y="520"/>
                    <a:pt x="4737" y="684"/>
                    <a:pt x="4677" y="864"/>
                  </a:cubicBezTo>
                  <a:cubicBezTo>
                    <a:pt x="4657" y="928"/>
                    <a:pt x="4641" y="992"/>
                    <a:pt x="4633" y="1060"/>
                  </a:cubicBezTo>
                  <a:cubicBezTo>
                    <a:pt x="4625" y="1124"/>
                    <a:pt x="4617" y="1184"/>
                    <a:pt x="4609" y="1244"/>
                  </a:cubicBezTo>
                  <a:cubicBezTo>
                    <a:pt x="4601" y="1308"/>
                    <a:pt x="4593" y="1364"/>
                    <a:pt x="4585" y="1424"/>
                  </a:cubicBezTo>
                  <a:cubicBezTo>
                    <a:pt x="4573" y="1480"/>
                    <a:pt x="4565" y="1540"/>
                    <a:pt x="4553" y="1596"/>
                  </a:cubicBezTo>
                  <a:cubicBezTo>
                    <a:pt x="4541" y="1676"/>
                    <a:pt x="4525" y="1756"/>
                    <a:pt x="4509" y="1832"/>
                  </a:cubicBezTo>
                  <a:cubicBezTo>
                    <a:pt x="4505" y="1824"/>
                    <a:pt x="4497" y="1816"/>
                    <a:pt x="4489" y="1812"/>
                  </a:cubicBezTo>
                  <a:cubicBezTo>
                    <a:pt x="4489" y="1804"/>
                    <a:pt x="4489" y="1796"/>
                    <a:pt x="4493" y="1792"/>
                  </a:cubicBezTo>
                  <a:cubicBezTo>
                    <a:pt x="4497" y="1756"/>
                    <a:pt x="4501" y="1720"/>
                    <a:pt x="4505" y="1680"/>
                  </a:cubicBezTo>
                  <a:cubicBezTo>
                    <a:pt x="4509" y="1644"/>
                    <a:pt x="4509" y="1600"/>
                    <a:pt x="4509" y="1560"/>
                  </a:cubicBezTo>
                  <a:cubicBezTo>
                    <a:pt x="4513" y="1516"/>
                    <a:pt x="4513" y="1472"/>
                    <a:pt x="4509" y="1428"/>
                  </a:cubicBezTo>
                  <a:cubicBezTo>
                    <a:pt x="4509" y="1380"/>
                    <a:pt x="4505" y="1336"/>
                    <a:pt x="4501" y="1292"/>
                  </a:cubicBezTo>
                  <a:cubicBezTo>
                    <a:pt x="4497" y="1244"/>
                    <a:pt x="4489" y="1200"/>
                    <a:pt x="4481" y="1156"/>
                  </a:cubicBezTo>
                  <a:cubicBezTo>
                    <a:pt x="4473" y="1112"/>
                    <a:pt x="4465" y="1068"/>
                    <a:pt x="4453" y="1028"/>
                  </a:cubicBezTo>
                  <a:cubicBezTo>
                    <a:pt x="4441" y="984"/>
                    <a:pt x="4429" y="944"/>
                    <a:pt x="4417" y="908"/>
                  </a:cubicBezTo>
                  <a:cubicBezTo>
                    <a:pt x="4401" y="876"/>
                    <a:pt x="4389" y="840"/>
                    <a:pt x="4373" y="808"/>
                  </a:cubicBezTo>
                  <a:cubicBezTo>
                    <a:pt x="4357" y="780"/>
                    <a:pt x="4341" y="752"/>
                    <a:pt x="4325" y="728"/>
                  </a:cubicBezTo>
                  <a:cubicBezTo>
                    <a:pt x="4309" y="704"/>
                    <a:pt x="4297" y="684"/>
                    <a:pt x="4285" y="668"/>
                  </a:cubicBezTo>
                  <a:cubicBezTo>
                    <a:pt x="4269" y="652"/>
                    <a:pt x="4257" y="636"/>
                    <a:pt x="4241" y="620"/>
                  </a:cubicBezTo>
                  <a:lnTo>
                    <a:pt x="4241" y="620"/>
                  </a:lnTo>
                  <a:cubicBezTo>
                    <a:pt x="4253" y="640"/>
                    <a:pt x="4261" y="656"/>
                    <a:pt x="4273" y="676"/>
                  </a:cubicBezTo>
                  <a:cubicBezTo>
                    <a:pt x="4297" y="724"/>
                    <a:pt x="4321" y="772"/>
                    <a:pt x="4337" y="824"/>
                  </a:cubicBezTo>
                  <a:cubicBezTo>
                    <a:pt x="4349" y="856"/>
                    <a:pt x="4361" y="892"/>
                    <a:pt x="4369" y="924"/>
                  </a:cubicBezTo>
                  <a:cubicBezTo>
                    <a:pt x="4381" y="960"/>
                    <a:pt x="4389" y="1000"/>
                    <a:pt x="4401" y="1040"/>
                  </a:cubicBezTo>
                  <a:cubicBezTo>
                    <a:pt x="4409" y="1080"/>
                    <a:pt x="4417" y="1124"/>
                    <a:pt x="4421" y="1168"/>
                  </a:cubicBezTo>
                  <a:cubicBezTo>
                    <a:pt x="4429" y="1212"/>
                    <a:pt x="4437" y="1256"/>
                    <a:pt x="4437" y="1300"/>
                  </a:cubicBezTo>
                  <a:cubicBezTo>
                    <a:pt x="4441" y="1344"/>
                    <a:pt x="4449" y="1388"/>
                    <a:pt x="4449" y="1432"/>
                  </a:cubicBezTo>
                  <a:cubicBezTo>
                    <a:pt x="4449" y="1476"/>
                    <a:pt x="4457" y="1520"/>
                    <a:pt x="4457" y="1560"/>
                  </a:cubicBezTo>
                  <a:cubicBezTo>
                    <a:pt x="4457" y="1604"/>
                    <a:pt x="4457" y="1644"/>
                    <a:pt x="4457" y="1680"/>
                  </a:cubicBezTo>
                  <a:cubicBezTo>
                    <a:pt x="4453" y="1720"/>
                    <a:pt x="4457" y="1756"/>
                    <a:pt x="4457" y="1792"/>
                  </a:cubicBezTo>
                  <a:lnTo>
                    <a:pt x="4457" y="1804"/>
                  </a:lnTo>
                  <a:lnTo>
                    <a:pt x="4449" y="1804"/>
                  </a:lnTo>
                  <a:cubicBezTo>
                    <a:pt x="4353" y="1816"/>
                    <a:pt x="4249" y="1948"/>
                    <a:pt x="4185" y="2048"/>
                  </a:cubicBezTo>
                  <a:cubicBezTo>
                    <a:pt x="4161" y="1920"/>
                    <a:pt x="4125" y="1796"/>
                    <a:pt x="4073" y="1680"/>
                  </a:cubicBezTo>
                  <a:cubicBezTo>
                    <a:pt x="4021" y="1568"/>
                    <a:pt x="3949" y="1472"/>
                    <a:pt x="3857" y="1392"/>
                  </a:cubicBezTo>
                  <a:cubicBezTo>
                    <a:pt x="3837" y="1372"/>
                    <a:pt x="3817" y="1352"/>
                    <a:pt x="3793" y="1336"/>
                  </a:cubicBezTo>
                  <a:lnTo>
                    <a:pt x="3713" y="1284"/>
                  </a:lnTo>
                  <a:cubicBezTo>
                    <a:pt x="3685" y="1268"/>
                    <a:pt x="3657" y="1256"/>
                    <a:pt x="3629" y="1244"/>
                  </a:cubicBezTo>
                  <a:cubicBezTo>
                    <a:pt x="3601" y="1228"/>
                    <a:pt x="3573" y="1216"/>
                    <a:pt x="3545" y="1204"/>
                  </a:cubicBezTo>
                  <a:lnTo>
                    <a:pt x="3493" y="1192"/>
                  </a:lnTo>
                  <a:cubicBezTo>
                    <a:pt x="3497" y="1176"/>
                    <a:pt x="3501" y="1156"/>
                    <a:pt x="3509" y="1132"/>
                  </a:cubicBezTo>
                  <a:cubicBezTo>
                    <a:pt x="3529" y="1052"/>
                    <a:pt x="3561" y="976"/>
                    <a:pt x="3601" y="904"/>
                  </a:cubicBezTo>
                  <a:lnTo>
                    <a:pt x="3617" y="872"/>
                  </a:lnTo>
                  <a:lnTo>
                    <a:pt x="3641" y="836"/>
                  </a:lnTo>
                  <a:cubicBezTo>
                    <a:pt x="3653" y="824"/>
                    <a:pt x="3669" y="800"/>
                    <a:pt x="3689" y="780"/>
                  </a:cubicBezTo>
                  <a:lnTo>
                    <a:pt x="3813" y="644"/>
                  </a:lnTo>
                  <a:cubicBezTo>
                    <a:pt x="3857" y="592"/>
                    <a:pt x="3905" y="548"/>
                    <a:pt x="3957" y="500"/>
                  </a:cubicBezTo>
                  <a:cubicBezTo>
                    <a:pt x="4005" y="448"/>
                    <a:pt x="4057" y="400"/>
                    <a:pt x="4109" y="348"/>
                  </a:cubicBezTo>
                  <a:cubicBezTo>
                    <a:pt x="4161" y="300"/>
                    <a:pt x="4221" y="256"/>
                    <a:pt x="4285" y="224"/>
                  </a:cubicBezTo>
                  <a:cubicBezTo>
                    <a:pt x="4345" y="192"/>
                    <a:pt x="4413" y="176"/>
                    <a:pt x="4485" y="172"/>
                  </a:cubicBezTo>
                  <a:close/>
                  <a:moveTo>
                    <a:pt x="2211" y="1168"/>
                  </a:moveTo>
                  <a:cubicBezTo>
                    <a:pt x="2228" y="1168"/>
                    <a:pt x="2246" y="1169"/>
                    <a:pt x="2265" y="1172"/>
                  </a:cubicBezTo>
                  <a:cubicBezTo>
                    <a:pt x="2285" y="1176"/>
                    <a:pt x="2305" y="1180"/>
                    <a:pt x="2321" y="1184"/>
                  </a:cubicBezTo>
                  <a:cubicBezTo>
                    <a:pt x="2341" y="1188"/>
                    <a:pt x="2357" y="1196"/>
                    <a:pt x="2373" y="1204"/>
                  </a:cubicBezTo>
                  <a:cubicBezTo>
                    <a:pt x="2385" y="1212"/>
                    <a:pt x="2401" y="1216"/>
                    <a:pt x="2413" y="1228"/>
                  </a:cubicBezTo>
                  <a:cubicBezTo>
                    <a:pt x="2417" y="1228"/>
                    <a:pt x="2421" y="1232"/>
                    <a:pt x="2425" y="1236"/>
                  </a:cubicBezTo>
                  <a:cubicBezTo>
                    <a:pt x="2309" y="1276"/>
                    <a:pt x="2197" y="1332"/>
                    <a:pt x="2093" y="1404"/>
                  </a:cubicBezTo>
                  <a:cubicBezTo>
                    <a:pt x="2081" y="1416"/>
                    <a:pt x="2065" y="1424"/>
                    <a:pt x="2053" y="1436"/>
                  </a:cubicBezTo>
                  <a:lnTo>
                    <a:pt x="2017" y="1468"/>
                  </a:lnTo>
                  <a:cubicBezTo>
                    <a:pt x="1989" y="1488"/>
                    <a:pt x="1965" y="1512"/>
                    <a:pt x="1941" y="1536"/>
                  </a:cubicBezTo>
                  <a:lnTo>
                    <a:pt x="1877" y="1612"/>
                  </a:lnTo>
                  <a:lnTo>
                    <a:pt x="1817" y="1688"/>
                  </a:lnTo>
                  <a:cubicBezTo>
                    <a:pt x="1745" y="1788"/>
                    <a:pt x="1669" y="1888"/>
                    <a:pt x="1601" y="1996"/>
                  </a:cubicBezTo>
                  <a:cubicBezTo>
                    <a:pt x="1561" y="2056"/>
                    <a:pt x="1533" y="2120"/>
                    <a:pt x="1513" y="2188"/>
                  </a:cubicBezTo>
                  <a:cubicBezTo>
                    <a:pt x="1497" y="2268"/>
                    <a:pt x="1505" y="2348"/>
                    <a:pt x="1537" y="2424"/>
                  </a:cubicBezTo>
                  <a:cubicBezTo>
                    <a:pt x="1565" y="2484"/>
                    <a:pt x="1601" y="2544"/>
                    <a:pt x="1641" y="2596"/>
                  </a:cubicBezTo>
                  <a:lnTo>
                    <a:pt x="1701" y="2672"/>
                  </a:lnTo>
                  <a:cubicBezTo>
                    <a:pt x="1717" y="2696"/>
                    <a:pt x="1741" y="2716"/>
                    <a:pt x="1761" y="2740"/>
                  </a:cubicBezTo>
                  <a:cubicBezTo>
                    <a:pt x="1813" y="2796"/>
                    <a:pt x="1861" y="2844"/>
                    <a:pt x="1913" y="2892"/>
                  </a:cubicBezTo>
                  <a:cubicBezTo>
                    <a:pt x="1897" y="2904"/>
                    <a:pt x="1877" y="2916"/>
                    <a:pt x="1857" y="2928"/>
                  </a:cubicBezTo>
                  <a:lnTo>
                    <a:pt x="1825" y="2888"/>
                  </a:lnTo>
                  <a:cubicBezTo>
                    <a:pt x="1797" y="2860"/>
                    <a:pt x="1773" y="2832"/>
                    <a:pt x="1745" y="2800"/>
                  </a:cubicBezTo>
                  <a:cubicBezTo>
                    <a:pt x="1721" y="2768"/>
                    <a:pt x="1689" y="2736"/>
                    <a:pt x="1665" y="2700"/>
                  </a:cubicBezTo>
                  <a:cubicBezTo>
                    <a:pt x="1637" y="2664"/>
                    <a:pt x="1609" y="2628"/>
                    <a:pt x="1581" y="2588"/>
                  </a:cubicBezTo>
                  <a:cubicBezTo>
                    <a:pt x="1553" y="2548"/>
                    <a:pt x="1525" y="2508"/>
                    <a:pt x="1501" y="2468"/>
                  </a:cubicBezTo>
                  <a:cubicBezTo>
                    <a:pt x="1477" y="2424"/>
                    <a:pt x="1448" y="2384"/>
                    <a:pt x="1424" y="2344"/>
                  </a:cubicBezTo>
                  <a:cubicBezTo>
                    <a:pt x="1400" y="2304"/>
                    <a:pt x="1380" y="2264"/>
                    <a:pt x="1356" y="2224"/>
                  </a:cubicBezTo>
                  <a:cubicBezTo>
                    <a:pt x="1316" y="2140"/>
                    <a:pt x="1280" y="2064"/>
                    <a:pt x="1248" y="2000"/>
                  </a:cubicBezTo>
                  <a:cubicBezTo>
                    <a:pt x="1220" y="1932"/>
                    <a:pt x="1200" y="1876"/>
                    <a:pt x="1180" y="1836"/>
                  </a:cubicBezTo>
                  <a:cubicBezTo>
                    <a:pt x="1165" y="1796"/>
                    <a:pt x="1160" y="1772"/>
                    <a:pt x="1160" y="1772"/>
                  </a:cubicBezTo>
                  <a:lnTo>
                    <a:pt x="1160" y="1772"/>
                  </a:lnTo>
                  <a:cubicBezTo>
                    <a:pt x="1160" y="1772"/>
                    <a:pt x="1161" y="1796"/>
                    <a:pt x="1172" y="1840"/>
                  </a:cubicBezTo>
                  <a:cubicBezTo>
                    <a:pt x="1180" y="1896"/>
                    <a:pt x="1196" y="1956"/>
                    <a:pt x="1216" y="2012"/>
                  </a:cubicBezTo>
                  <a:cubicBezTo>
                    <a:pt x="1224" y="2048"/>
                    <a:pt x="1240" y="2084"/>
                    <a:pt x="1256" y="2124"/>
                  </a:cubicBezTo>
                  <a:cubicBezTo>
                    <a:pt x="1268" y="2164"/>
                    <a:pt x="1288" y="2204"/>
                    <a:pt x="1308" y="2248"/>
                  </a:cubicBezTo>
                  <a:cubicBezTo>
                    <a:pt x="1328" y="2288"/>
                    <a:pt x="1348" y="2332"/>
                    <a:pt x="1372" y="2376"/>
                  </a:cubicBezTo>
                  <a:cubicBezTo>
                    <a:pt x="1396" y="2416"/>
                    <a:pt x="1420" y="2460"/>
                    <a:pt x="1448" y="2500"/>
                  </a:cubicBezTo>
                  <a:cubicBezTo>
                    <a:pt x="1473" y="2544"/>
                    <a:pt x="1505" y="2584"/>
                    <a:pt x="1533" y="2624"/>
                  </a:cubicBezTo>
                  <a:cubicBezTo>
                    <a:pt x="1561" y="2664"/>
                    <a:pt x="1593" y="2700"/>
                    <a:pt x="1621" y="2736"/>
                  </a:cubicBezTo>
                  <a:cubicBezTo>
                    <a:pt x="1649" y="2772"/>
                    <a:pt x="1681" y="2800"/>
                    <a:pt x="1713" y="2836"/>
                  </a:cubicBezTo>
                  <a:cubicBezTo>
                    <a:pt x="1737" y="2864"/>
                    <a:pt x="1769" y="2892"/>
                    <a:pt x="1797" y="2916"/>
                  </a:cubicBezTo>
                  <a:lnTo>
                    <a:pt x="1833" y="2948"/>
                  </a:lnTo>
                  <a:cubicBezTo>
                    <a:pt x="1817" y="2960"/>
                    <a:pt x="1801" y="2976"/>
                    <a:pt x="1789" y="2992"/>
                  </a:cubicBezTo>
                  <a:cubicBezTo>
                    <a:pt x="1685" y="2924"/>
                    <a:pt x="1585" y="2852"/>
                    <a:pt x="1481" y="2776"/>
                  </a:cubicBezTo>
                  <a:cubicBezTo>
                    <a:pt x="1380" y="2700"/>
                    <a:pt x="1276" y="2612"/>
                    <a:pt x="1176" y="2524"/>
                  </a:cubicBezTo>
                  <a:cubicBezTo>
                    <a:pt x="1124" y="2480"/>
                    <a:pt x="1076" y="2436"/>
                    <a:pt x="1024" y="2388"/>
                  </a:cubicBezTo>
                  <a:lnTo>
                    <a:pt x="988" y="2356"/>
                  </a:lnTo>
                  <a:lnTo>
                    <a:pt x="972" y="2336"/>
                  </a:lnTo>
                  <a:lnTo>
                    <a:pt x="960" y="2328"/>
                  </a:lnTo>
                  <a:lnTo>
                    <a:pt x="944" y="2312"/>
                  </a:lnTo>
                  <a:cubicBezTo>
                    <a:pt x="944" y="2312"/>
                    <a:pt x="940" y="2308"/>
                    <a:pt x="936" y="2308"/>
                  </a:cubicBezTo>
                  <a:cubicBezTo>
                    <a:pt x="932" y="2276"/>
                    <a:pt x="924" y="2248"/>
                    <a:pt x="916" y="2212"/>
                  </a:cubicBezTo>
                  <a:cubicBezTo>
                    <a:pt x="908" y="2164"/>
                    <a:pt x="900" y="2112"/>
                    <a:pt x="892" y="2056"/>
                  </a:cubicBezTo>
                  <a:cubicBezTo>
                    <a:pt x="888" y="2000"/>
                    <a:pt x="888" y="1944"/>
                    <a:pt x="892" y="1884"/>
                  </a:cubicBezTo>
                  <a:cubicBezTo>
                    <a:pt x="892" y="1820"/>
                    <a:pt x="904" y="1760"/>
                    <a:pt x="928" y="1700"/>
                  </a:cubicBezTo>
                  <a:cubicBezTo>
                    <a:pt x="936" y="1684"/>
                    <a:pt x="944" y="1664"/>
                    <a:pt x="956" y="1652"/>
                  </a:cubicBezTo>
                  <a:cubicBezTo>
                    <a:pt x="964" y="1636"/>
                    <a:pt x="976" y="1624"/>
                    <a:pt x="988" y="1608"/>
                  </a:cubicBezTo>
                  <a:cubicBezTo>
                    <a:pt x="1000" y="1596"/>
                    <a:pt x="1012" y="1584"/>
                    <a:pt x="1028" y="1572"/>
                  </a:cubicBezTo>
                  <a:cubicBezTo>
                    <a:pt x="1044" y="1560"/>
                    <a:pt x="1060" y="1548"/>
                    <a:pt x="1080" y="1540"/>
                  </a:cubicBezTo>
                  <a:cubicBezTo>
                    <a:pt x="1148" y="1496"/>
                    <a:pt x="1224" y="1468"/>
                    <a:pt x="1300" y="1456"/>
                  </a:cubicBezTo>
                  <a:cubicBezTo>
                    <a:pt x="1380" y="1436"/>
                    <a:pt x="1460" y="1428"/>
                    <a:pt x="1541" y="1404"/>
                  </a:cubicBezTo>
                  <a:cubicBezTo>
                    <a:pt x="1617" y="1384"/>
                    <a:pt x="1697" y="1372"/>
                    <a:pt x="1773" y="1348"/>
                  </a:cubicBezTo>
                  <a:cubicBezTo>
                    <a:pt x="1813" y="1336"/>
                    <a:pt x="1853" y="1320"/>
                    <a:pt x="1889" y="1304"/>
                  </a:cubicBezTo>
                  <a:lnTo>
                    <a:pt x="1921" y="1288"/>
                  </a:lnTo>
                  <a:cubicBezTo>
                    <a:pt x="1933" y="1280"/>
                    <a:pt x="1941" y="1272"/>
                    <a:pt x="1953" y="1264"/>
                  </a:cubicBezTo>
                  <a:lnTo>
                    <a:pt x="1969" y="1252"/>
                  </a:lnTo>
                  <a:lnTo>
                    <a:pt x="1973" y="1248"/>
                  </a:lnTo>
                  <a:lnTo>
                    <a:pt x="1977" y="1248"/>
                  </a:lnTo>
                  <a:lnTo>
                    <a:pt x="1997" y="1232"/>
                  </a:lnTo>
                  <a:cubicBezTo>
                    <a:pt x="2013" y="1220"/>
                    <a:pt x="2033" y="1208"/>
                    <a:pt x="2053" y="1200"/>
                  </a:cubicBezTo>
                  <a:cubicBezTo>
                    <a:pt x="2077" y="1188"/>
                    <a:pt x="2101" y="1180"/>
                    <a:pt x="2125" y="1176"/>
                  </a:cubicBezTo>
                  <a:cubicBezTo>
                    <a:pt x="2154" y="1171"/>
                    <a:pt x="2182" y="1168"/>
                    <a:pt x="2211" y="1168"/>
                  </a:cubicBezTo>
                  <a:close/>
                  <a:moveTo>
                    <a:pt x="4169" y="3192"/>
                  </a:moveTo>
                  <a:lnTo>
                    <a:pt x="4169" y="3208"/>
                  </a:lnTo>
                  <a:lnTo>
                    <a:pt x="4167" y="3215"/>
                  </a:lnTo>
                  <a:lnTo>
                    <a:pt x="4167" y="3215"/>
                  </a:lnTo>
                  <a:lnTo>
                    <a:pt x="4165" y="3212"/>
                  </a:lnTo>
                  <a:lnTo>
                    <a:pt x="4169" y="3192"/>
                  </a:lnTo>
                  <a:close/>
                  <a:moveTo>
                    <a:pt x="4166" y="3217"/>
                  </a:moveTo>
                  <a:lnTo>
                    <a:pt x="4165" y="3224"/>
                  </a:lnTo>
                  <a:cubicBezTo>
                    <a:pt x="4165" y="3221"/>
                    <a:pt x="4165" y="3218"/>
                    <a:pt x="4166" y="3217"/>
                  </a:cubicBezTo>
                  <a:close/>
                  <a:moveTo>
                    <a:pt x="5653" y="80"/>
                  </a:moveTo>
                  <a:cubicBezTo>
                    <a:pt x="5675" y="80"/>
                    <a:pt x="5698" y="81"/>
                    <a:pt x="5721" y="84"/>
                  </a:cubicBezTo>
                  <a:cubicBezTo>
                    <a:pt x="5781" y="88"/>
                    <a:pt x="5837" y="112"/>
                    <a:pt x="5885" y="148"/>
                  </a:cubicBezTo>
                  <a:cubicBezTo>
                    <a:pt x="5933" y="184"/>
                    <a:pt x="5969" y="232"/>
                    <a:pt x="5993" y="284"/>
                  </a:cubicBezTo>
                  <a:cubicBezTo>
                    <a:pt x="6017" y="340"/>
                    <a:pt x="6029" y="400"/>
                    <a:pt x="6033" y="460"/>
                  </a:cubicBezTo>
                  <a:lnTo>
                    <a:pt x="6033" y="552"/>
                  </a:lnTo>
                  <a:lnTo>
                    <a:pt x="6029" y="652"/>
                  </a:lnTo>
                  <a:cubicBezTo>
                    <a:pt x="6029" y="724"/>
                    <a:pt x="6021" y="788"/>
                    <a:pt x="6017" y="852"/>
                  </a:cubicBezTo>
                  <a:cubicBezTo>
                    <a:pt x="5993" y="1108"/>
                    <a:pt x="5941" y="1356"/>
                    <a:pt x="5857" y="1600"/>
                  </a:cubicBezTo>
                  <a:cubicBezTo>
                    <a:pt x="5777" y="1824"/>
                    <a:pt x="5673" y="2036"/>
                    <a:pt x="5545" y="2236"/>
                  </a:cubicBezTo>
                  <a:cubicBezTo>
                    <a:pt x="5541" y="2248"/>
                    <a:pt x="5533" y="2256"/>
                    <a:pt x="5529" y="2264"/>
                  </a:cubicBezTo>
                  <a:cubicBezTo>
                    <a:pt x="5473" y="2304"/>
                    <a:pt x="5409" y="2336"/>
                    <a:pt x="5341" y="2360"/>
                  </a:cubicBezTo>
                  <a:lnTo>
                    <a:pt x="5341" y="2356"/>
                  </a:lnTo>
                  <a:cubicBezTo>
                    <a:pt x="5361" y="2324"/>
                    <a:pt x="5381" y="2284"/>
                    <a:pt x="5401" y="2244"/>
                  </a:cubicBezTo>
                  <a:cubicBezTo>
                    <a:pt x="5425" y="2196"/>
                    <a:pt x="5449" y="2152"/>
                    <a:pt x="5465" y="2104"/>
                  </a:cubicBezTo>
                  <a:cubicBezTo>
                    <a:pt x="5477" y="2076"/>
                    <a:pt x="5489" y="2052"/>
                    <a:pt x="5497" y="2024"/>
                  </a:cubicBezTo>
                  <a:cubicBezTo>
                    <a:pt x="5505" y="1996"/>
                    <a:pt x="5513" y="1968"/>
                    <a:pt x="5521" y="1940"/>
                  </a:cubicBezTo>
                  <a:cubicBezTo>
                    <a:pt x="5541" y="1880"/>
                    <a:pt x="5557" y="1820"/>
                    <a:pt x="5565" y="1760"/>
                  </a:cubicBezTo>
                  <a:cubicBezTo>
                    <a:pt x="5581" y="1700"/>
                    <a:pt x="5585" y="1636"/>
                    <a:pt x="5597" y="1572"/>
                  </a:cubicBezTo>
                  <a:cubicBezTo>
                    <a:pt x="5605" y="1512"/>
                    <a:pt x="5605" y="1448"/>
                    <a:pt x="5609" y="1384"/>
                  </a:cubicBezTo>
                  <a:cubicBezTo>
                    <a:pt x="5617" y="1320"/>
                    <a:pt x="5609" y="1260"/>
                    <a:pt x="5609" y="1200"/>
                  </a:cubicBezTo>
                  <a:cubicBezTo>
                    <a:pt x="5605" y="1092"/>
                    <a:pt x="5593" y="984"/>
                    <a:pt x="5577" y="876"/>
                  </a:cubicBezTo>
                  <a:cubicBezTo>
                    <a:pt x="5565" y="804"/>
                    <a:pt x="5549" y="728"/>
                    <a:pt x="5529" y="652"/>
                  </a:cubicBezTo>
                  <a:cubicBezTo>
                    <a:pt x="5517" y="600"/>
                    <a:pt x="5505" y="572"/>
                    <a:pt x="5505" y="572"/>
                  </a:cubicBezTo>
                  <a:lnTo>
                    <a:pt x="5505" y="572"/>
                  </a:lnTo>
                  <a:cubicBezTo>
                    <a:pt x="5505" y="572"/>
                    <a:pt x="5513" y="600"/>
                    <a:pt x="5517" y="656"/>
                  </a:cubicBezTo>
                  <a:cubicBezTo>
                    <a:pt x="5525" y="712"/>
                    <a:pt x="5533" y="788"/>
                    <a:pt x="5541" y="884"/>
                  </a:cubicBezTo>
                  <a:cubicBezTo>
                    <a:pt x="5545" y="928"/>
                    <a:pt x="5549" y="980"/>
                    <a:pt x="5553" y="1032"/>
                  </a:cubicBezTo>
                  <a:cubicBezTo>
                    <a:pt x="5553" y="1084"/>
                    <a:pt x="5553" y="1144"/>
                    <a:pt x="5553" y="1200"/>
                  </a:cubicBezTo>
                  <a:cubicBezTo>
                    <a:pt x="5553" y="1260"/>
                    <a:pt x="5549" y="1320"/>
                    <a:pt x="5549" y="1380"/>
                  </a:cubicBezTo>
                  <a:cubicBezTo>
                    <a:pt x="5549" y="1444"/>
                    <a:pt x="5541" y="1504"/>
                    <a:pt x="5533" y="1564"/>
                  </a:cubicBezTo>
                  <a:cubicBezTo>
                    <a:pt x="5525" y="1628"/>
                    <a:pt x="5517" y="1688"/>
                    <a:pt x="5505" y="1748"/>
                  </a:cubicBezTo>
                  <a:cubicBezTo>
                    <a:pt x="5501" y="1780"/>
                    <a:pt x="5493" y="1808"/>
                    <a:pt x="5489" y="1836"/>
                  </a:cubicBezTo>
                  <a:cubicBezTo>
                    <a:pt x="5481" y="1868"/>
                    <a:pt x="5473" y="1896"/>
                    <a:pt x="5469" y="1924"/>
                  </a:cubicBezTo>
                  <a:cubicBezTo>
                    <a:pt x="5461" y="1952"/>
                    <a:pt x="5453" y="1980"/>
                    <a:pt x="5445" y="2008"/>
                  </a:cubicBezTo>
                  <a:cubicBezTo>
                    <a:pt x="5441" y="2036"/>
                    <a:pt x="5429" y="2056"/>
                    <a:pt x="5421" y="2084"/>
                  </a:cubicBezTo>
                  <a:cubicBezTo>
                    <a:pt x="5409" y="2132"/>
                    <a:pt x="5389" y="2180"/>
                    <a:pt x="5373" y="2228"/>
                  </a:cubicBezTo>
                  <a:cubicBezTo>
                    <a:pt x="5353" y="2268"/>
                    <a:pt x="5337" y="2308"/>
                    <a:pt x="5321" y="2344"/>
                  </a:cubicBezTo>
                  <a:lnTo>
                    <a:pt x="5309" y="2368"/>
                  </a:lnTo>
                  <a:cubicBezTo>
                    <a:pt x="5297" y="2368"/>
                    <a:pt x="5285" y="2372"/>
                    <a:pt x="5273" y="2372"/>
                  </a:cubicBezTo>
                  <a:cubicBezTo>
                    <a:pt x="5061" y="2400"/>
                    <a:pt x="4573" y="3108"/>
                    <a:pt x="4573" y="3108"/>
                  </a:cubicBezTo>
                  <a:lnTo>
                    <a:pt x="4741" y="2624"/>
                  </a:lnTo>
                  <a:lnTo>
                    <a:pt x="4741" y="2624"/>
                  </a:lnTo>
                  <a:cubicBezTo>
                    <a:pt x="4740" y="2625"/>
                    <a:pt x="4453" y="3224"/>
                    <a:pt x="4205" y="3468"/>
                  </a:cubicBezTo>
                  <a:cubicBezTo>
                    <a:pt x="4189" y="3476"/>
                    <a:pt x="4173" y="3484"/>
                    <a:pt x="4161" y="3492"/>
                  </a:cubicBezTo>
                  <a:lnTo>
                    <a:pt x="4149" y="3500"/>
                  </a:lnTo>
                  <a:lnTo>
                    <a:pt x="4117" y="3508"/>
                  </a:lnTo>
                  <a:cubicBezTo>
                    <a:pt x="4145" y="3452"/>
                    <a:pt x="4193" y="3352"/>
                    <a:pt x="4253" y="3216"/>
                  </a:cubicBezTo>
                  <a:cubicBezTo>
                    <a:pt x="4297" y="3104"/>
                    <a:pt x="4353" y="2968"/>
                    <a:pt x="4409" y="2812"/>
                  </a:cubicBezTo>
                  <a:cubicBezTo>
                    <a:pt x="4469" y="2652"/>
                    <a:pt x="4525" y="2476"/>
                    <a:pt x="4581" y="2276"/>
                  </a:cubicBezTo>
                  <a:cubicBezTo>
                    <a:pt x="4609" y="2176"/>
                    <a:pt x="4629" y="2072"/>
                    <a:pt x="4657" y="1964"/>
                  </a:cubicBezTo>
                  <a:cubicBezTo>
                    <a:pt x="4685" y="1856"/>
                    <a:pt x="4701" y="1740"/>
                    <a:pt x="4721" y="1620"/>
                  </a:cubicBezTo>
                  <a:cubicBezTo>
                    <a:pt x="4729" y="1564"/>
                    <a:pt x="4733" y="1504"/>
                    <a:pt x="4741" y="1440"/>
                  </a:cubicBezTo>
                  <a:cubicBezTo>
                    <a:pt x="4745" y="1380"/>
                    <a:pt x="4749" y="1320"/>
                    <a:pt x="4749" y="1256"/>
                  </a:cubicBezTo>
                  <a:cubicBezTo>
                    <a:pt x="4749" y="1192"/>
                    <a:pt x="4749" y="1132"/>
                    <a:pt x="4753" y="1068"/>
                  </a:cubicBezTo>
                  <a:cubicBezTo>
                    <a:pt x="4757" y="1008"/>
                    <a:pt x="4765" y="948"/>
                    <a:pt x="4777" y="892"/>
                  </a:cubicBezTo>
                  <a:cubicBezTo>
                    <a:pt x="4829" y="640"/>
                    <a:pt x="4973" y="416"/>
                    <a:pt x="5177" y="260"/>
                  </a:cubicBezTo>
                  <a:cubicBezTo>
                    <a:pt x="5281" y="180"/>
                    <a:pt x="5401" y="120"/>
                    <a:pt x="5529" y="92"/>
                  </a:cubicBezTo>
                  <a:cubicBezTo>
                    <a:pt x="5570" y="84"/>
                    <a:pt x="5611" y="80"/>
                    <a:pt x="5653" y="80"/>
                  </a:cubicBezTo>
                  <a:close/>
                  <a:moveTo>
                    <a:pt x="2994" y="1178"/>
                  </a:moveTo>
                  <a:cubicBezTo>
                    <a:pt x="3169" y="1178"/>
                    <a:pt x="3343" y="1217"/>
                    <a:pt x="3505" y="1292"/>
                  </a:cubicBezTo>
                  <a:cubicBezTo>
                    <a:pt x="3533" y="1308"/>
                    <a:pt x="3553" y="1324"/>
                    <a:pt x="3577" y="1336"/>
                  </a:cubicBezTo>
                  <a:cubicBezTo>
                    <a:pt x="3601" y="1348"/>
                    <a:pt x="3621" y="1364"/>
                    <a:pt x="3645" y="1380"/>
                  </a:cubicBezTo>
                  <a:lnTo>
                    <a:pt x="3705" y="1428"/>
                  </a:lnTo>
                  <a:cubicBezTo>
                    <a:pt x="3725" y="1448"/>
                    <a:pt x="3745" y="1468"/>
                    <a:pt x="3761" y="1488"/>
                  </a:cubicBezTo>
                  <a:lnTo>
                    <a:pt x="3789" y="1520"/>
                  </a:lnTo>
                  <a:lnTo>
                    <a:pt x="3805" y="1536"/>
                  </a:lnTo>
                  <a:lnTo>
                    <a:pt x="3809" y="1540"/>
                  </a:lnTo>
                  <a:cubicBezTo>
                    <a:pt x="3809" y="1540"/>
                    <a:pt x="3810" y="1542"/>
                    <a:pt x="3809" y="1542"/>
                  </a:cubicBezTo>
                  <a:cubicBezTo>
                    <a:pt x="3809" y="1542"/>
                    <a:pt x="3807" y="1541"/>
                    <a:pt x="3805" y="1540"/>
                  </a:cubicBezTo>
                  <a:lnTo>
                    <a:pt x="3805" y="1540"/>
                  </a:lnTo>
                  <a:lnTo>
                    <a:pt x="3809" y="1548"/>
                  </a:lnTo>
                  <a:cubicBezTo>
                    <a:pt x="3825" y="1568"/>
                    <a:pt x="3841" y="1588"/>
                    <a:pt x="3853" y="1612"/>
                  </a:cubicBezTo>
                  <a:cubicBezTo>
                    <a:pt x="3865" y="1632"/>
                    <a:pt x="3877" y="1656"/>
                    <a:pt x="3889" y="1676"/>
                  </a:cubicBezTo>
                  <a:cubicBezTo>
                    <a:pt x="3901" y="1700"/>
                    <a:pt x="3909" y="1724"/>
                    <a:pt x="3921" y="1744"/>
                  </a:cubicBezTo>
                  <a:cubicBezTo>
                    <a:pt x="3989" y="1928"/>
                    <a:pt x="4037" y="2116"/>
                    <a:pt x="4057" y="2308"/>
                  </a:cubicBezTo>
                  <a:cubicBezTo>
                    <a:pt x="4073" y="2476"/>
                    <a:pt x="4085" y="2644"/>
                    <a:pt x="4089" y="2812"/>
                  </a:cubicBezTo>
                  <a:lnTo>
                    <a:pt x="4089" y="3208"/>
                  </a:lnTo>
                  <a:cubicBezTo>
                    <a:pt x="4081" y="3348"/>
                    <a:pt x="4077" y="3452"/>
                    <a:pt x="4077" y="3508"/>
                  </a:cubicBezTo>
                  <a:cubicBezTo>
                    <a:pt x="4049" y="3348"/>
                    <a:pt x="3949" y="2844"/>
                    <a:pt x="3721" y="2768"/>
                  </a:cubicBezTo>
                  <a:cubicBezTo>
                    <a:pt x="3696" y="2760"/>
                    <a:pt x="3676" y="2756"/>
                    <a:pt x="3658" y="2756"/>
                  </a:cubicBezTo>
                  <a:cubicBezTo>
                    <a:pt x="3539" y="2756"/>
                    <a:pt x="3574" y="2934"/>
                    <a:pt x="3585" y="3080"/>
                  </a:cubicBezTo>
                  <a:cubicBezTo>
                    <a:pt x="3569" y="3052"/>
                    <a:pt x="3549" y="3020"/>
                    <a:pt x="3533" y="2992"/>
                  </a:cubicBezTo>
                  <a:lnTo>
                    <a:pt x="3453" y="2856"/>
                  </a:lnTo>
                  <a:lnTo>
                    <a:pt x="3377" y="2704"/>
                  </a:lnTo>
                  <a:cubicBezTo>
                    <a:pt x="3353" y="2656"/>
                    <a:pt x="3325" y="2600"/>
                    <a:pt x="3301" y="2548"/>
                  </a:cubicBezTo>
                  <a:cubicBezTo>
                    <a:pt x="3277" y="2496"/>
                    <a:pt x="3249" y="2444"/>
                    <a:pt x="3229" y="2388"/>
                  </a:cubicBezTo>
                  <a:cubicBezTo>
                    <a:pt x="3209" y="2336"/>
                    <a:pt x="3185" y="2284"/>
                    <a:pt x="3165" y="2236"/>
                  </a:cubicBezTo>
                  <a:cubicBezTo>
                    <a:pt x="3121" y="2136"/>
                    <a:pt x="3081" y="2040"/>
                    <a:pt x="3053" y="1956"/>
                  </a:cubicBezTo>
                  <a:lnTo>
                    <a:pt x="2977" y="1756"/>
                  </a:lnTo>
                  <a:lnTo>
                    <a:pt x="2949" y="1680"/>
                  </a:lnTo>
                  <a:lnTo>
                    <a:pt x="2949" y="1680"/>
                  </a:lnTo>
                  <a:cubicBezTo>
                    <a:pt x="2949" y="1680"/>
                    <a:pt x="2969" y="1796"/>
                    <a:pt x="3017" y="1968"/>
                  </a:cubicBezTo>
                  <a:cubicBezTo>
                    <a:pt x="3045" y="2052"/>
                    <a:pt x="3073" y="2148"/>
                    <a:pt x="3113" y="2252"/>
                  </a:cubicBezTo>
                  <a:cubicBezTo>
                    <a:pt x="3129" y="2304"/>
                    <a:pt x="3149" y="2360"/>
                    <a:pt x="3173" y="2412"/>
                  </a:cubicBezTo>
                  <a:cubicBezTo>
                    <a:pt x="3197" y="2464"/>
                    <a:pt x="3221" y="2520"/>
                    <a:pt x="3245" y="2572"/>
                  </a:cubicBezTo>
                  <a:cubicBezTo>
                    <a:pt x="3265" y="2628"/>
                    <a:pt x="3297" y="2680"/>
                    <a:pt x="3321" y="2732"/>
                  </a:cubicBezTo>
                  <a:cubicBezTo>
                    <a:pt x="3349" y="2784"/>
                    <a:pt x="3377" y="2832"/>
                    <a:pt x="3405" y="2880"/>
                  </a:cubicBezTo>
                  <a:cubicBezTo>
                    <a:pt x="3433" y="2932"/>
                    <a:pt x="3465" y="2972"/>
                    <a:pt x="3493" y="3016"/>
                  </a:cubicBezTo>
                  <a:lnTo>
                    <a:pt x="3577" y="3128"/>
                  </a:lnTo>
                  <a:lnTo>
                    <a:pt x="3589" y="3144"/>
                  </a:lnTo>
                  <a:cubicBezTo>
                    <a:pt x="3593" y="3176"/>
                    <a:pt x="3589" y="3208"/>
                    <a:pt x="3577" y="3236"/>
                  </a:cubicBezTo>
                  <a:cubicBezTo>
                    <a:pt x="3562" y="3262"/>
                    <a:pt x="3519" y="3273"/>
                    <a:pt x="3462" y="3273"/>
                  </a:cubicBezTo>
                  <a:cubicBezTo>
                    <a:pt x="3380" y="3273"/>
                    <a:pt x="3268" y="3252"/>
                    <a:pt x="3165" y="3228"/>
                  </a:cubicBezTo>
                  <a:cubicBezTo>
                    <a:pt x="3093" y="3184"/>
                    <a:pt x="3021" y="3140"/>
                    <a:pt x="2953" y="3088"/>
                  </a:cubicBezTo>
                  <a:cubicBezTo>
                    <a:pt x="2873" y="3032"/>
                    <a:pt x="2797" y="2972"/>
                    <a:pt x="2725" y="2916"/>
                  </a:cubicBezTo>
                  <a:cubicBezTo>
                    <a:pt x="2653" y="2860"/>
                    <a:pt x="2589" y="2804"/>
                    <a:pt x="2533" y="2756"/>
                  </a:cubicBezTo>
                  <a:cubicBezTo>
                    <a:pt x="2417" y="2664"/>
                    <a:pt x="2345" y="2600"/>
                    <a:pt x="2345" y="2600"/>
                  </a:cubicBezTo>
                  <a:lnTo>
                    <a:pt x="2345" y="2600"/>
                  </a:lnTo>
                  <a:cubicBezTo>
                    <a:pt x="2345" y="2600"/>
                    <a:pt x="2361" y="2620"/>
                    <a:pt x="2389" y="2652"/>
                  </a:cubicBezTo>
                  <a:cubicBezTo>
                    <a:pt x="2417" y="2684"/>
                    <a:pt x="2457" y="2732"/>
                    <a:pt x="2505" y="2784"/>
                  </a:cubicBezTo>
                  <a:cubicBezTo>
                    <a:pt x="2557" y="2836"/>
                    <a:pt x="2621" y="2896"/>
                    <a:pt x="2689" y="2960"/>
                  </a:cubicBezTo>
                  <a:cubicBezTo>
                    <a:pt x="2725" y="2988"/>
                    <a:pt x="2761" y="3020"/>
                    <a:pt x="2801" y="3052"/>
                  </a:cubicBezTo>
                  <a:cubicBezTo>
                    <a:pt x="2837" y="3080"/>
                    <a:pt x="2877" y="3112"/>
                    <a:pt x="2917" y="3140"/>
                  </a:cubicBezTo>
                  <a:lnTo>
                    <a:pt x="2969" y="3176"/>
                  </a:lnTo>
                  <a:cubicBezTo>
                    <a:pt x="2917" y="3160"/>
                    <a:pt x="2889" y="3152"/>
                    <a:pt x="2889" y="3152"/>
                  </a:cubicBezTo>
                  <a:lnTo>
                    <a:pt x="2889" y="3152"/>
                  </a:lnTo>
                  <a:cubicBezTo>
                    <a:pt x="2889" y="3152"/>
                    <a:pt x="3357" y="3576"/>
                    <a:pt x="3869" y="3576"/>
                  </a:cubicBezTo>
                  <a:lnTo>
                    <a:pt x="3861" y="3576"/>
                  </a:lnTo>
                  <a:lnTo>
                    <a:pt x="3785" y="3584"/>
                  </a:lnTo>
                  <a:lnTo>
                    <a:pt x="3721" y="3588"/>
                  </a:lnTo>
                  <a:cubicBezTo>
                    <a:pt x="3601" y="3584"/>
                    <a:pt x="3481" y="3568"/>
                    <a:pt x="3365" y="3532"/>
                  </a:cubicBezTo>
                  <a:cubicBezTo>
                    <a:pt x="3209" y="3488"/>
                    <a:pt x="3053" y="3424"/>
                    <a:pt x="2905" y="3344"/>
                  </a:cubicBezTo>
                  <a:cubicBezTo>
                    <a:pt x="2733" y="3252"/>
                    <a:pt x="2565" y="3148"/>
                    <a:pt x="2405" y="3028"/>
                  </a:cubicBezTo>
                  <a:cubicBezTo>
                    <a:pt x="2321" y="2964"/>
                    <a:pt x="2237" y="2900"/>
                    <a:pt x="2153" y="2828"/>
                  </a:cubicBezTo>
                  <a:cubicBezTo>
                    <a:pt x="2069" y="2756"/>
                    <a:pt x="1985" y="2680"/>
                    <a:pt x="1901" y="2600"/>
                  </a:cubicBezTo>
                  <a:cubicBezTo>
                    <a:pt x="1885" y="2584"/>
                    <a:pt x="1865" y="2564"/>
                    <a:pt x="1845" y="2540"/>
                  </a:cubicBezTo>
                  <a:lnTo>
                    <a:pt x="1789" y="2476"/>
                  </a:lnTo>
                  <a:cubicBezTo>
                    <a:pt x="1757" y="2436"/>
                    <a:pt x="1729" y="2392"/>
                    <a:pt x="1701" y="2344"/>
                  </a:cubicBezTo>
                  <a:cubicBezTo>
                    <a:pt x="1681" y="2308"/>
                    <a:pt x="1677" y="2264"/>
                    <a:pt x="1685" y="2220"/>
                  </a:cubicBezTo>
                  <a:cubicBezTo>
                    <a:pt x="1697" y="2172"/>
                    <a:pt x="1717" y="2124"/>
                    <a:pt x="1741" y="2076"/>
                  </a:cubicBezTo>
                  <a:cubicBezTo>
                    <a:pt x="1801" y="1976"/>
                    <a:pt x="1869" y="1868"/>
                    <a:pt x="1933" y="1764"/>
                  </a:cubicBezTo>
                  <a:lnTo>
                    <a:pt x="1985" y="1684"/>
                  </a:lnTo>
                  <a:lnTo>
                    <a:pt x="2033" y="1612"/>
                  </a:lnTo>
                  <a:cubicBezTo>
                    <a:pt x="2053" y="1588"/>
                    <a:pt x="2069" y="1568"/>
                    <a:pt x="2093" y="1544"/>
                  </a:cubicBezTo>
                  <a:lnTo>
                    <a:pt x="2121" y="1512"/>
                  </a:lnTo>
                  <a:cubicBezTo>
                    <a:pt x="2133" y="1504"/>
                    <a:pt x="2145" y="1492"/>
                    <a:pt x="2157" y="1484"/>
                  </a:cubicBezTo>
                  <a:cubicBezTo>
                    <a:pt x="2345" y="1328"/>
                    <a:pt x="2573" y="1224"/>
                    <a:pt x="2817" y="1192"/>
                  </a:cubicBezTo>
                  <a:cubicBezTo>
                    <a:pt x="2875" y="1183"/>
                    <a:pt x="2935" y="1178"/>
                    <a:pt x="2994" y="1178"/>
                  </a:cubicBezTo>
                  <a:close/>
                  <a:moveTo>
                    <a:pt x="740" y="2421"/>
                  </a:moveTo>
                  <a:cubicBezTo>
                    <a:pt x="755" y="2421"/>
                    <a:pt x="770" y="2422"/>
                    <a:pt x="784" y="2424"/>
                  </a:cubicBezTo>
                  <a:cubicBezTo>
                    <a:pt x="804" y="2424"/>
                    <a:pt x="820" y="2432"/>
                    <a:pt x="836" y="2444"/>
                  </a:cubicBezTo>
                  <a:lnTo>
                    <a:pt x="900" y="2512"/>
                  </a:lnTo>
                  <a:lnTo>
                    <a:pt x="1052" y="2664"/>
                  </a:lnTo>
                  <a:cubicBezTo>
                    <a:pt x="1152" y="2760"/>
                    <a:pt x="1256" y="2848"/>
                    <a:pt x="1360" y="2932"/>
                  </a:cubicBezTo>
                  <a:cubicBezTo>
                    <a:pt x="1565" y="3096"/>
                    <a:pt x="1781" y="3236"/>
                    <a:pt x="2013" y="3360"/>
                  </a:cubicBezTo>
                  <a:cubicBezTo>
                    <a:pt x="2217" y="3468"/>
                    <a:pt x="2437" y="3556"/>
                    <a:pt x="2661" y="3620"/>
                  </a:cubicBezTo>
                  <a:cubicBezTo>
                    <a:pt x="2721" y="3632"/>
                    <a:pt x="2777" y="3648"/>
                    <a:pt x="2837" y="3660"/>
                  </a:cubicBezTo>
                  <a:cubicBezTo>
                    <a:pt x="2489" y="3648"/>
                    <a:pt x="2145" y="3604"/>
                    <a:pt x="1901" y="3508"/>
                  </a:cubicBezTo>
                  <a:cubicBezTo>
                    <a:pt x="1802" y="3470"/>
                    <a:pt x="1738" y="3454"/>
                    <a:pt x="1703" y="3454"/>
                  </a:cubicBezTo>
                  <a:cubicBezTo>
                    <a:pt x="1601" y="3454"/>
                    <a:pt x="1727" y="3585"/>
                    <a:pt x="1917" y="3700"/>
                  </a:cubicBezTo>
                  <a:lnTo>
                    <a:pt x="1869" y="3684"/>
                  </a:lnTo>
                  <a:cubicBezTo>
                    <a:pt x="1821" y="3668"/>
                    <a:pt x="1773" y="3652"/>
                    <a:pt x="1725" y="3632"/>
                  </a:cubicBezTo>
                  <a:cubicBezTo>
                    <a:pt x="1625" y="3588"/>
                    <a:pt x="1521" y="3540"/>
                    <a:pt x="1416" y="3488"/>
                  </a:cubicBezTo>
                  <a:cubicBezTo>
                    <a:pt x="1316" y="3436"/>
                    <a:pt x="1216" y="3384"/>
                    <a:pt x="1116" y="3332"/>
                  </a:cubicBezTo>
                  <a:cubicBezTo>
                    <a:pt x="1020" y="3280"/>
                    <a:pt x="936" y="3232"/>
                    <a:pt x="860" y="3184"/>
                  </a:cubicBezTo>
                  <a:lnTo>
                    <a:pt x="612" y="3036"/>
                  </a:lnTo>
                  <a:lnTo>
                    <a:pt x="612" y="3036"/>
                  </a:lnTo>
                  <a:cubicBezTo>
                    <a:pt x="612" y="3036"/>
                    <a:pt x="632" y="3052"/>
                    <a:pt x="672" y="3084"/>
                  </a:cubicBezTo>
                  <a:cubicBezTo>
                    <a:pt x="712" y="3116"/>
                    <a:pt x="768" y="3160"/>
                    <a:pt x="840" y="3212"/>
                  </a:cubicBezTo>
                  <a:cubicBezTo>
                    <a:pt x="912" y="3260"/>
                    <a:pt x="996" y="3320"/>
                    <a:pt x="1088" y="3376"/>
                  </a:cubicBezTo>
                  <a:cubicBezTo>
                    <a:pt x="1180" y="3432"/>
                    <a:pt x="1284" y="3488"/>
                    <a:pt x="1388" y="3544"/>
                  </a:cubicBezTo>
                  <a:cubicBezTo>
                    <a:pt x="1489" y="3596"/>
                    <a:pt x="1597" y="3640"/>
                    <a:pt x="1705" y="3680"/>
                  </a:cubicBezTo>
                  <a:cubicBezTo>
                    <a:pt x="1753" y="3700"/>
                    <a:pt x="1805" y="3712"/>
                    <a:pt x="1853" y="3728"/>
                  </a:cubicBezTo>
                  <a:cubicBezTo>
                    <a:pt x="1905" y="3740"/>
                    <a:pt x="1949" y="3748"/>
                    <a:pt x="1993" y="3756"/>
                  </a:cubicBezTo>
                  <a:lnTo>
                    <a:pt x="2029" y="3760"/>
                  </a:lnTo>
                  <a:lnTo>
                    <a:pt x="2057" y="3776"/>
                  </a:lnTo>
                  <a:lnTo>
                    <a:pt x="2033" y="3776"/>
                  </a:lnTo>
                  <a:cubicBezTo>
                    <a:pt x="1785" y="3756"/>
                    <a:pt x="1537" y="3712"/>
                    <a:pt x="1292" y="3652"/>
                  </a:cubicBezTo>
                  <a:cubicBezTo>
                    <a:pt x="1032" y="3584"/>
                    <a:pt x="780" y="3480"/>
                    <a:pt x="552" y="3336"/>
                  </a:cubicBezTo>
                  <a:cubicBezTo>
                    <a:pt x="436" y="3264"/>
                    <a:pt x="328" y="3176"/>
                    <a:pt x="232" y="3076"/>
                  </a:cubicBezTo>
                  <a:cubicBezTo>
                    <a:pt x="188" y="3028"/>
                    <a:pt x="152" y="2972"/>
                    <a:pt x="124" y="2912"/>
                  </a:cubicBezTo>
                  <a:lnTo>
                    <a:pt x="120" y="2912"/>
                  </a:lnTo>
                  <a:cubicBezTo>
                    <a:pt x="108" y="2884"/>
                    <a:pt x="100" y="2856"/>
                    <a:pt x="100" y="2828"/>
                  </a:cubicBezTo>
                  <a:cubicBezTo>
                    <a:pt x="100" y="2816"/>
                    <a:pt x="100" y="2804"/>
                    <a:pt x="104" y="2792"/>
                  </a:cubicBezTo>
                  <a:lnTo>
                    <a:pt x="108" y="2784"/>
                  </a:lnTo>
                  <a:lnTo>
                    <a:pt x="112" y="2780"/>
                  </a:lnTo>
                  <a:cubicBezTo>
                    <a:pt x="116" y="2772"/>
                    <a:pt x="120" y="2764"/>
                    <a:pt x="124" y="2760"/>
                  </a:cubicBezTo>
                  <a:cubicBezTo>
                    <a:pt x="208" y="2656"/>
                    <a:pt x="312" y="2576"/>
                    <a:pt x="432" y="2520"/>
                  </a:cubicBezTo>
                  <a:cubicBezTo>
                    <a:pt x="488" y="2488"/>
                    <a:pt x="552" y="2464"/>
                    <a:pt x="612" y="2444"/>
                  </a:cubicBezTo>
                  <a:cubicBezTo>
                    <a:pt x="654" y="2429"/>
                    <a:pt x="698" y="2421"/>
                    <a:pt x="740" y="2421"/>
                  </a:cubicBezTo>
                  <a:close/>
                  <a:moveTo>
                    <a:pt x="5261" y="2864"/>
                  </a:moveTo>
                  <a:cubicBezTo>
                    <a:pt x="5269" y="2916"/>
                    <a:pt x="5261" y="2968"/>
                    <a:pt x="5237" y="3008"/>
                  </a:cubicBezTo>
                  <a:cubicBezTo>
                    <a:pt x="5213" y="3056"/>
                    <a:pt x="5185" y="3100"/>
                    <a:pt x="5149" y="3140"/>
                  </a:cubicBezTo>
                  <a:cubicBezTo>
                    <a:pt x="5081" y="3224"/>
                    <a:pt x="5009" y="3304"/>
                    <a:pt x="4933" y="3380"/>
                  </a:cubicBezTo>
                  <a:lnTo>
                    <a:pt x="4701" y="3612"/>
                  </a:lnTo>
                  <a:cubicBezTo>
                    <a:pt x="4621" y="3692"/>
                    <a:pt x="4545" y="3772"/>
                    <a:pt x="4469" y="3860"/>
                  </a:cubicBezTo>
                  <a:cubicBezTo>
                    <a:pt x="4433" y="3904"/>
                    <a:pt x="4397" y="3952"/>
                    <a:pt x="4365" y="4000"/>
                  </a:cubicBezTo>
                  <a:cubicBezTo>
                    <a:pt x="4345" y="4024"/>
                    <a:pt x="4329" y="4052"/>
                    <a:pt x="4313" y="4080"/>
                  </a:cubicBezTo>
                  <a:cubicBezTo>
                    <a:pt x="4305" y="4100"/>
                    <a:pt x="4301" y="4116"/>
                    <a:pt x="4293" y="4132"/>
                  </a:cubicBezTo>
                  <a:lnTo>
                    <a:pt x="4285" y="4160"/>
                  </a:lnTo>
                  <a:cubicBezTo>
                    <a:pt x="4285" y="4172"/>
                    <a:pt x="4281" y="4184"/>
                    <a:pt x="4281" y="4200"/>
                  </a:cubicBezTo>
                  <a:cubicBezTo>
                    <a:pt x="4281" y="4208"/>
                    <a:pt x="4281" y="4220"/>
                    <a:pt x="4281" y="4232"/>
                  </a:cubicBezTo>
                  <a:lnTo>
                    <a:pt x="4281" y="4252"/>
                  </a:lnTo>
                  <a:cubicBezTo>
                    <a:pt x="4281" y="4252"/>
                    <a:pt x="4281" y="4252"/>
                    <a:pt x="4281" y="4252"/>
                  </a:cubicBezTo>
                  <a:cubicBezTo>
                    <a:pt x="4281" y="4252"/>
                    <a:pt x="4283" y="4266"/>
                    <a:pt x="4282" y="4266"/>
                  </a:cubicBezTo>
                  <a:cubicBezTo>
                    <a:pt x="4282" y="4266"/>
                    <a:pt x="4281" y="4265"/>
                    <a:pt x="4281" y="4264"/>
                  </a:cubicBezTo>
                  <a:lnTo>
                    <a:pt x="4281" y="4264"/>
                  </a:lnTo>
                  <a:cubicBezTo>
                    <a:pt x="4285" y="4280"/>
                    <a:pt x="4293" y="4300"/>
                    <a:pt x="4297" y="4320"/>
                  </a:cubicBezTo>
                  <a:cubicBezTo>
                    <a:pt x="4305" y="4336"/>
                    <a:pt x="4313" y="4356"/>
                    <a:pt x="4325" y="4372"/>
                  </a:cubicBezTo>
                  <a:cubicBezTo>
                    <a:pt x="4333" y="4384"/>
                    <a:pt x="4341" y="4400"/>
                    <a:pt x="4349" y="4416"/>
                  </a:cubicBezTo>
                  <a:cubicBezTo>
                    <a:pt x="4389" y="4464"/>
                    <a:pt x="4433" y="4512"/>
                    <a:pt x="4485" y="4548"/>
                  </a:cubicBezTo>
                  <a:cubicBezTo>
                    <a:pt x="4533" y="4584"/>
                    <a:pt x="4581" y="4620"/>
                    <a:pt x="4629" y="4648"/>
                  </a:cubicBezTo>
                  <a:cubicBezTo>
                    <a:pt x="4681" y="4680"/>
                    <a:pt x="4729" y="4708"/>
                    <a:pt x="4781" y="4732"/>
                  </a:cubicBezTo>
                  <a:cubicBezTo>
                    <a:pt x="4829" y="4760"/>
                    <a:pt x="4885" y="4784"/>
                    <a:pt x="4937" y="4804"/>
                  </a:cubicBezTo>
                  <a:cubicBezTo>
                    <a:pt x="4969" y="4820"/>
                    <a:pt x="5001" y="4832"/>
                    <a:pt x="5033" y="4844"/>
                  </a:cubicBezTo>
                  <a:lnTo>
                    <a:pt x="5017" y="4864"/>
                  </a:lnTo>
                  <a:cubicBezTo>
                    <a:pt x="5005" y="4876"/>
                    <a:pt x="4997" y="4888"/>
                    <a:pt x="4985" y="4896"/>
                  </a:cubicBezTo>
                  <a:cubicBezTo>
                    <a:pt x="4949" y="4936"/>
                    <a:pt x="4905" y="4972"/>
                    <a:pt x="4865" y="5004"/>
                  </a:cubicBezTo>
                  <a:cubicBezTo>
                    <a:pt x="4841" y="5000"/>
                    <a:pt x="4821" y="4996"/>
                    <a:pt x="4797" y="4988"/>
                  </a:cubicBezTo>
                  <a:cubicBezTo>
                    <a:pt x="4765" y="4980"/>
                    <a:pt x="4733" y="4972"/>
                    <a:pt x="4701" y="4960"/>
                  </a:cubicBezTo>
                  <a:cubicBezTo>
                    <a:pt x="4637" y="4940"/>
                    <a:pt x="4573" y="4912"/>
                    <a:pt x="4513" y="4884"/>
                  </a:cubicBezTo>
                  <a:cubicBezTo>
                    <a:pt x="4481" y="4868"/>
                    <a:pt x="4453" y="4852"/>
                    <a:pt x="4425" y="4832"/>
                  </a:cubicBezTo>
                  <a:cubicBezTo>
                    <a:pt x="4393" y="4816"/>
                    <a:pt x="4365" y="4796"/>
                    <a:pt x="4341" y="4776"/>
                  </a:cubicBezTo>
                  <a:cubicBezTo>
                    <a:pt x="4313" y="4760"/>
                    <a:pt x="4289" y="4736"/>
                    <a:pt x="4261" y="4716"/>
                  </a:cubicBezTo>
                  <a:cubicBezTo>
                    <a:pt x="4237" y="4692"/>
                    <a:pt x="4213" y="4668"/>
                    <a:pt x="4189" y="4644"/>
                  </a:cubicBezTo>
                  <a:cubicBezTo>
                    <a:pt x="4169" y="4616"/>
                    <a:pt x="4145" y="4592"/>
                    <a:pt x="4125" y="4564"/>
                  </a:cubicBezTo>
                  <a:lnTo>
                    <a:pt x="4061" y="4480"/>
                  </a:lnTo>
                  <a:cubicBezTo>
                    <a:pt x="4017" y="4428"/>
                    <a:pt x="3973" y="4372"/>
                    <a:pt x="3929" y="4320"/>
                  </a:cubicBezTo>
                  <a:cubicBezTo>
                    <a:pt x="3881" y="4268"/>
                    <a:pt x="3837" y="4212"/>
                    <a:pt x="3789" y="4160"/>
                  </a:cubicBezTo>
                  <a:cubicBezTo>
                    <a:pt x="3765" y="4136"/>
                    <a:pt x="3737" y="4112"/>
                    <a:pt x="3713" y="4084"/>
                  </a:cubicBezTo>
                  <a:cubicBezTo>
                    <a:pt x="3689" y="4056"/>
                    <a:pt x="3665" y="4036"/>
                    <a:pt x="3633" y="4012"/>
                  </a:cubicBezTo>
                  <a:lnTo>
                    <a:pt x="3613" y="3992"/>
                  </a:lnTo>
                  <a:lnTo>
                    <a:pt x="3577" y="3996"/>
                  </a:lnTo>
                  <a:lnTo>
                    <a:pt x="3373" y="4016"/>
                  </a:lnTo>
                  <a:lnTo>
                    <a:pt x="3169" y="4036"/>
                  </a:lnTo>
                  <a:lnTo>
                    <a:pt x="2765" y="4088"/>
                  </a:lnTo>
                  <a:cubicBezTo>
                    <a:pt x="2729" y="4092"/>
                    <a:pt x="2693" y="4096"/>
                    <a:pt x="2665" y="4100"/>
                  </a:cubicBezTo>
                  <a:cubicBezTo>
                    <a:pt x="2629" y="4104"/>
                    <a:pt x="2597" y="4104"/>
                    <a:pt x="2565" y="4104"/>
                  </a:cubicBezTo>
                  <a:cubicBezTo>
                    <a:pt x="2547" y="4106"/>
                    <a:pt x="2530" y="4107"/>
                    <a:pt x="2513" y="4107"/>
                  </a:cubicBezTo>
                  <a:cubicBezTo>
                    <a:pt x="2497" y="4107"/>
                    <a:pt x="2481" y="4106"/>
                    <a:pt x="2465" y="4104"/>
                  </a:cubicBezTo>
                  <a:cubicBezTo>
                    <a:pt x="2433" y="4104"/>
                    <a:pt x="2401" y="4100"/>
                    <a:pt x="2369" y="4096"/>
                  </a:cubicBezTo>
                  <a:cubicBezTo>
                    <a:pt x="2337" y="4092"/>
                    <a:pt x="2305" y="4084"/>
                    <a:pt x="2273" y="4076"/>
                  </a:cubicBezTo>
                  <a:cubicBezTo>
                    <a:pt x="2245" y="4068"/>
                    <a:pt x="2213" y="4056"/>
                    <a:pt x="2181" y="4044"/>
                  </a:cubicBezTo>
                  <a:cubicBezTo>
                    <a:pt x="2125" y="4016"/>
                    <a:pt x="2077" y="3984"/>
                    <a:pt x="2033" y="3940"/>
                  </a:cubicBezTo>
                  <a:lnTo>
                    <a:pt x="2033" y="3940"/>
                  </a:lnTo>
                  <a:cubicBezTo>
                    <a:pt x="2169" y="3955"/>
                    <a:pt x="2306" y="3962"/>
                    <a:pt x="2443" y="3962"/>
                  </a:cubicBezTo>
                  <a:cubicBezTo>
                    <a:pt x="2534" y="3962"/>
                    <a:pt x="2625" y="3959"/>
                    <a:pt x="2717" y="3952"/>
                  </a:cubicBezTo>
                  <a:cubicBezTo>
                    <a:pt x="2745" y="3948"/>
                    <a:pt x="2773" y="3944"/>
                    <a:pt x="2801" y="3944"/>
                  </a:cubicBezTo>
                  <a:cubicBezTo>
                    <a:pt x="2902" y="3967"/>
                    <a:pt x="3052" y="3974"/>
                    <a:pt x="3205" y="3974"/>
                  </a:cubicBezTo>
                  <a:cubicBezTo>
                    <a:pt x="3490" y="3974"/>
                    <a:pt x="3785" y="3948"/>
                    <a:pt x="3785" y="3948"/>
                  </a:cubicBezTo>
                  <a:cubicBezTo>
                    <a:pt x="3785" y="3948"/>
                    <a:pt x="3745" y="3924"/>
                    <a:pt x="3809" y="3792"/>
                  </a:cubicBezTo>
                  <a:cubicBezTo>
                    <a:pt x="3847" y="3710"/>
                    <a:pt x="3913" y="3674"/>
                    <a:pt x="3989" y="3674"/>
                  </a:cubicBezTo>
                  <a:cubicBezTo>
                    <a:pt x="4039" y="3674"/>
                    <a:pt x="4093" y="3689"/>
                    <a:pt x="4149" y="3716"/>
                  </a:cubicBezTo>
                  <a:cubicBezTo>
                    <a:pt x="4182" y="3733"/>
                    <a:pt x="4212" y="3739"/>
                    <a:pt x="4237" y="3739"/>
                  </a:cubicBezTo>
                  <a:cubicBezTo>
                    <a:pt x="4314" y="3739"/>
                    <a:pt x="4353" y="3680"/>
                    <a:pt x="4353" y="3680"/>
                  </a:cubicBezTo>
                  <a:cubicBezTo>
                    <a:pt x="4493" y="3556"/>
                    <a:pt x="4621" y="3412"/>
                    <a:pt x="4729" y="3256"/>
                  </a:cubicBezTo>
                  <a:cubicBezTo>
                    <a:pt x="4757" y="3240"/>
                    <a:pt x="4785" y="3220"/>
                    <a:pt x="4813" y="3204"/>
                  </a:cubicBezTo>
                  <a:lnTo>
                    <a:pt x="4925" y="3132"/>
                  </a:lnTo>
                  <a:cubicBezTo>
                    <a:pt x="4965" y="3108"/>
                    <a:pt x="4997" y="3080"/>
                    <a:pt x="5037" y="3048"/>
                  </a:cubicBezTo>
                  <a:lnTo>
                    <a:pt x="5153" y="2960"/>
                  </a:lnTo>
                  <a:cubicBezTo>
                    <a:pt x="5189" y="2932"/>
                    <a:pt x="5225" y="2900"/>
                    <a:pt x="5261" y="2864"/>
                  </a:cubicBezTo>
                  <a:close/>
                  <a:moveTo>
                    <a:pt x="5721" y="0"/>
                  </a:moveTo>
                  <a:cubicBezTo>
                    <a:pt x="5649" y="0"/>
                    <a:pt x="5577" y="8"/>
                    <a:pt x="5509" y="28"/>
                  </a:cubicBezTo>
                  <a:cubicBezTo>
                    <a:pt x="5373" y="68"/>
                    <a:pt x="5249" y="132"/>
                    <a:pt x="5137" y="216"/>
                  </a:cubicBezTo>
                  <a:cubicBezTo>
                    <a:pt x="5097" y="248"/>
                    <a:pt x="5057" y="280"/>
                    <a:pt x="5021" y="316"/>
                  </a:cubicBezTo>
                  <a:lnTo>
                    <a:pt x="5021" y="312"/>
                  </a:lnTo>
                  <a:cubicBezTo>
                    <a:pt x="5029" y="264"/>
                    <a:pt x="5021" y="216"/>
                    <a:pt x="5001" y="172"/>
                  </a:cubicBezTo>
                  <a:cubicBezTo>
                    <a:pt x="4973" y="108"/>
                    <a:pt x="4921" y="64"/>
                    <a:pt x="4861" y="36"/>
                  </a:cubicBezTo>
                  <a:cubicBezTo>
                    <a:pt x="4804" y="16"/>
                    <a:pt x="4747" y="7"/>
                    <a:pt x="4690" y="7"/>
                  </a:cubicBezTo>
                  <a:cubicBezTo>
                    <a:pt x="4679" y="7"/>
                    <a:pt x="4668" y="7"/>
                    <a:pt x="4657" y="8"/>
                  </a:cubicBezTo>
                  <a:lnTo>
                    <a:pt x="4625" y="8"/>
                  </a:lnTo>
                  <a:lnTo>
                    <a:pt x="4601" y="12"/>
                  </a:lnTo>
                  <a:lnTo>
                    <a:pt x="4553" y="28"/>
                  </a:lnTo>
                  <a:cubicBezTo>
                    <a:pt x="4517" y="40"/>
                    <a:pt x="4481" y="52"/>
                    <a:pt x="4445" y="68"/>
                  </a:cubicBezTo>
                  <a:cubicBezTo>
                    <a:pt x="4381" y="104"/>
                    <a:pt x="4317" y="136"/>
                    <a:pt x="4249" y="168"/>
                  </a:cubicBezTo>
                  <a:lnTo>
                    <a:pt x="4149" y="216"/>
                  </a:lnTo>
                  <a:cubicBezTo>
                    <a:pt x="4113" y="228"/>
                    <a:pt x="4081" y="244"/>
                    <a:pt x="4045" y="260"/>
                  </a:cubicBezTo>
                  <a:cubicBezTo>
                    <a:pt x="4009" y="272"/>
                    <a:pt x="3977" y="288"/>
                    <a:pt x="3941" y="308"/>
                  </a:cubicBezTo>
                  <a:cubicBezTo>
                    <a:pt x="3905" y="328"/>
                    <a:pt x="3873" y="344"/>
                    <a:pt x="3841" y="364"/>
                  </a:cubicBezTo>
                  <a:cubicBezTo>
                    <a:pt x="3781" y="408"/>
                    <a:pt x="3721" y="452"/>
                    <a:pt x="3669" y="500"/>
                  </a:cubicBezTo>
                  <a:cubicBezTo>
                    <a:pt x="3613" y="548"/>
                    <a:pt x="3565" y="600"/>
                    <a:pt x="3525" y="656"/>
                  </a:cubicBezTo>
                  <a:cubicBezTo>
                    <a:pt x="3501" y="684"/>
                    <a:pt x="3485" y="716"/>
                    <a:pt x="3469" y="752"/>
                  </a:cubicBezTo>
                  <a:lnTo>
                    <a:pt x="3453" y="792"/>
                  </a:lnTo>
                  <a:cubicBezTo>
                    <a:pt x="3445" y="808"/>
                    <a:pt x="3441" y="824"/>
                    <a:pt x="3437" y="840"/>
                  </a:cubicBezTo>
                  <a:cubicBezTo>
                    <a:pt x="3409" y="936"/>
                    <a:pt x="3405" y="1036"/>
                    <a:pt x="3425" y="1132"/>
                  </a:cubicBezTo>
                  <a:cubicBezTo>
                    <a:pt x="3429" y="1148"/>
                    <a:pt x="3433" y="1164"/>
                    <a:pt x="3437" y="1176"/>
                  </a:cubicBezTo>
                  <a:cubicBezTo>
                    <a:pt x="3409" y="1168"/>
                    <a:pt x="3385" y="1160"/>
                    <a:pt x="3357" y="1156"/>
                  </a:cubicBezTo>
                  <a:lnTo>
                    <a:pt x="3265" y="1140"/>
                  </a:lnTo>
                  <a:lnTo>
                    <a:pt x="3173" y="1132"/>
                  </a:lnTo>
                  <a:cubicBezTo>
                    <a:pt x="3141" y="1128"/>
                    <a:pt x="3109" y="1128"/>
                    <a:pt x="3081" y="1128"/>
                  </a:cubicBezTo>
                  <a:lnTo>
                    <a:pt x="2985" y="1128"/>
                  </a:lnTo>
                  <a:cubicBezTo>
                    <a:pt x="2925" y="1132"/>
                    <a:pt x="2861" y="1136"/>
                    <a:pt x="2801" y="1144"/>
                  </a:cubicBezTo>
                  <a:cubicBezTo>
                    <a:pt x="2681" y="1160"/>
                    <a:pt x="2569" y="1188"/>
                    <a:pt x="2457" y="1224"/>
                  </a:cubicBezTo>
                  <a:cubicBezTo>
                    <a:pt x="2453" y="1212"/>
                    <a:pt x="2449" y="1200"/>
                    <a:pt x="2441" y="1192"/>
                  </a:cubicBezTo>
                  <a:cubicBezTo>
                    <a:pt x="2433" y="1176"/>
                    <a:pt x="2421" y="1160"/>
                    <a:pt x="2409" y="1148"/>
                  </a:cubicBezTo>
                  <a:cubicBezTo>
                    <a:pt x="2377" y="1108"/>
                    <a:pt x="2341" y="1076"/>
                    <a:pt x="2293" y="1056"/>
                  </a:cubicBezTo>
                  <a:cubicBezTo>
                    <a:pt x="2233" y="1024"/>
                    <a:pt x="2169" y="1008"/>
                    <a:pt x="2101" y="1008"/>
                  </a:cubicBezTo>
                  <a:cubicBezTo>
                    <a:pt x="2065" y="1008"/>
                    <a:pt x="2025" y="1012"/>
                    <a:pt x="1985" y="1024"/>
                  </a:cubicBezTo>
                  <a:cubicBezTo>
                    <a:pt x="1941" y="1032"/>
                    <a:pt x="1901" y="1052"/>
                    <a:pt x="1861" y="1076"/>
                  </a:cubicBezTo>
                  <a:lnTo>
                    <a:pt x="1841" y="1092"/>
                  </a:lnTo>
                  <a:lnTo>
                    <a:pt x="1833" y="1096"/>
                  </a:lnTo>
                  <a:lnTo>
                    <a:pt x="1829" y="1104"/>
                  </a:lnTo>
                  <a:lnTo>
                    <a:pt x="1821" y="1108"/>
                  </a:lnTo>
                  <a:cubicBezTo>
                    <a:pt x="1817" y="1108"/>
                    <a:pt x="1817" y="1112"/>
                    <a:pt x="1809" y="1116"/>
                  </a:cubicBezTo>
                  <a:lnTo>
                    <a:pt x="1793" y="1124"/>
                  </a:lnTo>
                  <a:cubicBezTo>
                    <a:pt x="1765" y="1136"/>
                    <a:pt x="1733" y="1148"/>
                    <a:pt x="1701" y="1164"/>
                  </a:cubicBezTo>
                  <a:lnTo>
                    <a:pt x="1481" y="1248"/>
                  </a:lnTo>
                  <a:cubicBezTo>
                    <a:pt x="1404" y="1280"/>
                    <a:pt x="1328" y="1316"/>
                    <a:pt x="1256" y="1360"/>
                  </a:cubicBezTo>
                  <a:cubicBezTo>
                    <a:pt x="1184" y="1404"/>
                    <a:pt x="1108" y="1444"/>
                    <a:pt x="1040" y="1488"/>
                  </a:cubicBezTo>
                  <a:cubicBezTo>
                    <a:pt x="1024" y="1500"/>
                    <a:pt x="1004" y="1512"/>
                    <a:pt x="992" y="1524"/>
                  </a:cubicBezTo>
                  <a:cubicBezTo>
                    <a:pt x="972" y="1536"/>
                    <a:pt x="956" y="1544"/>
                    <a:pt x="940" y="1560"/>
                  </a:cubicBezTo>
                  <a:lnTo>
                    <a:pt x="892" y="1600"/>
                  </a:lnTo>
                  <a:lnTo>
                    <a:pt x="848" y="1640"/>
                  </a:lnTo>
                  <a:cubicBezTo>
                    <a:pt x="784" y="1704"/>
                    <a:pt x="744" y="1780"/>
                    <a:pt x="724" y="1864"/>
                  </a:cubicBezTo>
                  <a:cubicBezTo>
                    <a:pt x="712" y="1940"/>
                    <a:pt x="716" y="2012"/>
                    <a:pt x="736" y="2088"/>
                  </a:cubicBezTo>
                  <a:cubicBezTo>
                    <a:pt x="748" y="2148"/>
                    <a:pt x="772" y="2204"/>
                    <a:pt x="800" y="2256"/>
                  </a:cubicBezTo>
                  <a:cubicBezTo>
                    <a:pt x="720" y="2256"/>
                    <a:pt x="636" y="2268"/>
                    <a:pt x="564" y="2296"/>
                  </a:cubicBezTo>
                  <a:cubicBezTo>
                    <a:pt x="492" y="2324"/>
                    <a:pt x="428" y="2356"/>
                    <a:pt x="364" y="2396"/>
                  </a:cubicBezTo>
                  <a:cubicBezTo>
                    <a:pt x="300" y="2436"/>
                    <a:pt x="240" y="2480"/>
                    <a:pt x="184" y="2532"/>
                  </a:cubicBezTo>
                  <a:cubicBezTo>
                    <a:pt x="128" y="2584"/>
                    <a:pt x="76" y="2640"/>
                    <a:pt x="36" y="2708"/>
                  </a:cubicBezTo>
                  <a:cubicBezTo>
                    <a:pt x="28" y="2716"/>
                    <a:pt x="28" y="2724"/>
                    <a:pt x="24" y="2732"/>
                  </a:cubicBezTo>
                  <a:lnTo>
                    <a:pt x="20" y="2736"/>
                  </a:lnTo>
                  <a:cubicBezTo>
                    <a:pt x="16" y="2744"/>
                    <a:pt x="16" y="2744"/>
                    <a:pt x="16" y="2748"/>
                  </a:cubicBezTo>
                  <a:lnTo>
                    <a:pt x="8" y="2768"/>
                  </a:lnTo>
                  <a:cubicBezTo>
                    <a:pt x="4" y="2788"/>
                    <a:pt x="0" y="2812"/>
                    <a:pt x="4" y="2836"/>
                  </a:cubicBezTo>
                  <a:cubicBezTo>
                    <a:pt x="8" y="2880"/>
                    <a:pt x="24" y="2916"/>
                    <a:pt x="44" y="2952"/>
                  </a:cubicBezTo>
                  <a:cubicBezTo>
                    <a:pt x="84" y="3016"/>
                    <a:pt x="132" y="3072"/>
                    <a:pt x="184" y="3124"/>
                  </a:cubicBezTo>
                  <a:cubicBezTo>
                    <a:pt x="288" y="3220"/>
                    <a:pt x="404" y="3308"/>
                    <a:pt x="524" y="3384"/>
                  </a:cubicBezTo>
                  <a:cubicBezTo>
                    <a:pt x="760" y="3528"/>
                    <a:pt x="1008" y="3648"/>
                    <a:pt x="1268" y="3744"/>
                  </a:cubicBezTo>
                  <a:cubicBezTo>
                    <a:pt x="1509" y="3836"/>
                    <a:pt x="1761" y="3904"/>
                    <a:pt x="2017" y="3936"/>
                  </a:cubicBezTo>
                  <a:lnTo>
                    <a:pt x="2009" y="3940"/>
                  </a:lnTo>
                  <a:cubicBezTo>
                    <a:pt x="2045" y="4004"/>
                    <a:pt x="2093" y="4060"/>
                    <a:pt x="2153" y="4100"/>
                  </a:cubicBezTo>
                  <a:cubicBezTo>
                    <a:pt x="2185" y="4124"/>
                    <a:pt x="2217" y="4140"/>
                    <a:pt x="2249" y="4156"/>
                  </a:cubicBezTo>
                  <a:cubicBezTo>
                    <a:pt x="2281" y="4172"/>
                    <a:pt x="2313" y="4184"/>
                    <a:pt x="2349" y="4196"/>
                  </a:cubicBezTo>
                  <a:cubicBezTo>
                    <a:pt x="2381" y="4208"/>
                    <a:pt x="2417" y="4216"/>
                    <a:pt x="2453" y="4220"/>
                  </a:cubicBezTo>
                  <a:cubicBezTo>
                    <a:pt x="2489" y="4228"/>
                    <a:pt x="2525" y="4232"/>
                    <a:pt x="2561" y="4236"/>
                  </a:cubicBezTo>
                  <a:cubicBezTo>
                    <a:pt x="2597" y="4240"/>
                    <a:pt x="2633" y="4240"/>
                    <a:pt x="2673" y="4240"/>
                  </a:cubicBezTo>
                  <a:cubicBezTo>
                    <a:pt x="2709" y="4240"/>
                    <a:pt x="2741" y="4240"/>
                    <a:pt x="2777" y="4236"/>
                  </a:cubicBezTo>
                  <a:cubicBezTo>
                    <a:pt x="2913" y="4232"/>
                    <a:pt x="3053" y="4220"/>
                    <a:pt x="3189" y="4208"/>
                  </a:cubicBezTo>
                  <a:cubicBezTo>
                    <a:pt x="3317" y="4192"/>
                    <a:pt x="3445" y="4176"/>
                    <a:pt x="3573" y="4152"/>
                  </a:cubicBezTo>
                  <a:lnTo>
                    <a:pt x="3621" y="4188"/>
                  </a:lnTo>
                  <a:lnTo>
                    <a:pt x="3701" y="4252"/>
                  </a:lnTo>
                  <a:cubicBezTo>
                    <a:pt x="3757" y="4292"/>
                    <a:pt x="3809" y="4340"/>
                    <a:pt x="3861" y="4384"/>
                  </a:cubicBezTo>
                  <a:cubicBezTo>
                    <a:pt x="3909" y="4428"/>
                    <a:pt x="3961" y="4476"/>
                    <a:pt x="4005" y="4528"/>
                  </a:cubicBezTo>
                  <a:cubicBezTo>
                    <a:pt x="4029" y="4552"/>
                    <a:pt x="4057" y="4576"/>
                    <a:pt x="4077" y="4604"/>
                  </a:cubicBezTo>
                  <a:cubicBezTo>
                    <a:pt x="4093" y="4628"/>
                    <a:pt x="4121" y="4656"/>
                    <a:pt x="4145" y="4684"/>
                  </a:cubicBezTo>
                  <a:cubicBezTo>
                    <a:pt x="4165" y="4708"/>
                    <a:pt x="4193" y="4732"/>
                    <a:pt x="4221" y="4760"/>
                  </a:cubicBezTo>
                  <a:cubicBezTo>
                    <a:pt x="4249" y="4784"/>
                    <a:pt x="4273" y="4808"/>
                    <a:pt x="4301" y="4828"/>
                  </a:cubicBezTo>
                  <a:cubicBezTo>
                    <a:pt x="4329" y="4844"/>
                    <a:pt x="4357" y="4868"/>
                    <a:pt x="4389" y="4888"/>
                  </a:cubicBezTo>
                  <a:cubicBezTo>
                    <a:pt x="4417" y="4908"/>
                    <a:pt x="4445" y="4928"/>
                    <a:pt x="4477" y="4948"/>
                  </a:cubicBezTo>
                  <a:cubicBezTo>
                    <a:pt x="4537" y="4984"/>
                    <a:pt x="4601" y="5016"/>
                    <a:pt x="4665" y="5048"/>
                  </a:cubicBezTo>
                  <a:cubicBezTo>
                    <a:pt x="4697" y="5064"/>
                    <a:pt x="4729" y="5076"/>
                    <a:pt x="4765" y="5088"/>
                  </a:cubicBezTo>
                  <a:cubicBezTo>
                    <a:pt x="4797" y="5104"/>
                    <a:pt x="4829" y="5116"/>
                    <a:pt x="4869" y="5128"/>
                  </a:cubicBezTo>
                  <a:lnTo>
                    <a:pt x="4889" y="5132"/>
                  </a:lnTo>
                  <a:lnTo>
                    <a:pt x="4913" y="5120"/>
                  </a:lnTo>
                  <a:cubicBezTo>
                    <a:pt x="4945" y="5100"/>
                    <a:pt x="4973" y="5084"/>
                    <a:pt x="5001" y="5064"/>
                  </a:cubicBezTo>
                  <a:cubicBezTo>
                    <a:pt x="5029" y="5048"/>
                    <a:pt x="5057" y="5024"/>
                    <a:pt x="5085" y="5004"/>
                  </a:cubicBezTo>
                  <a:cubicBezTo>
                    <a:pt x="5097" y="4992"/>
                    <a:pt x="5113" y="4980"/>
                    <a:pt x="5125" y="4968"/>
                  </a:cubicBezTo>
                  <a:cubicBezTo>
                    <a:pt x="5141" y="4956"/>
                    <a:pt x="5153" y="4944"/>
                    <a:pt x="5165" y="4924"/>
                  </a:cubicBezTo>
                  <a:cubicBezTo>
                    <a:pt x="5173" y="4916"/>
                    <a:pt x="5181" y="4908"/>
                    <a:pt x="5185" y="4896"/>
                  </a:cubicBezTo>
                  <a:cubicBezTo>
                    <a:pt x="5193" y="4888"/>
                    <a:pt x="5197" y="4876"/>
                    <a:pt x="5201" y="4860"/>
                  </a:cubicBezTo>
                  <a:cubicBezTo>
                    <a:pt x="5205" y="4856"/>
                    <a:pt x="5209" y="4848"/>
                    <a:pt x="5209" y="4840"/>
                  </a:cubicBezTo>
                  <a:cubicBezTo>
                    <a:pt x="5209" y="4828"/>
                    <a:pt x="5209" y="4820"/>
                    <a:pt x="5209" y="4808"/>
                  </a:cubicBezTo>
                  <a:cubicBezTo>
                    <a:pt x="5209" y="4788"/>
                    <a:pt x="5201" y="4764"/>
                    <a:pt x="5189" y="4744"/>
                  </a:cubicBezTo>
                  <a:lnTo>
                    <a:pt x="5181" y="4728"/>
                  </a:lnTo>
                  <a:lnTo>
                    <a:pt x="5153" y="4712"/>
                  </a:lnTo>
                  <a:cubicBezTo>
                    <a:pt x="5105" y="4692"/>
                    <a:pt x="5053" y="4668"/>
                    <a:pt x="5005" y="4644"/>
                  </a:cubicBezTo>
                  <a:cubicBezTo>
                    <a:pt x="4957" y="4620"/>
                    <a:pt x="4913" y="4596"/>
                    <a:pt x="4865" y="4572"/>
                  </a:cubicBezTo>
                  <a:cubicBezTo>
                    <a:pt x="4821" y="4544"/>
                    <a:pt x="4773" y="4516"/>
                    <a:pt x="4733" y="4488"/>
                  </a:cubicBezTo>
                  <a:cubicBezTo>
                    <a:pt x="4689" y="4460"/>
                    <a:pt x="4649" y="4428"/>
                    <a:pt x="4609" y="4396"/>
                  </a:cubicBezTo>
                  <a:cubicBezTo>
                    <a:pt x="4573" y="4364"/>
                    <a:pt x="4541" y="4332"/>
                    <a:pt x="4513" y="4296"/>
                  </a:cubicBezTo>
                  <a:cubicBezTo>
                    <a:pt x="4509" y="4288"/>
                    <a:pt x="4501" y="4280"/>
                    <a:pt x="4497" y="4268"/>
                  </a:cubicBezTo>
                  <a:cubicBezTo>
                    <a:pt x="4493" y="4264"/>
                    <a:pt x="4489" y="4256"/>
                    <a:pt x="4485" y="4244"/>
                  </a:cubicBezTo>
                  <a:cubicBezTo>
                    <a:pt x="4485" y="4240"/>
                    <a:pt x="4481" y="4232"/>
                    <a:pt x="4477" y="4228"/>
                  </a:cubicBezTo>
                  <a:lnTo>
                    <a:pt x="4477" y="4220"/>
                  </a:lnTo>
                  <a:lnTo>
                    <a:pt x="4477" y="4208"/>
                  </a:lnTo>
                  <a:lnTo>
                    <a:pt x="4481" y="4196"/>
                  </a:lnTo>
                  <a:cubicBezTo>
                    <a:pt x="4485" y="4188"/>
                    <a:pt x="4489" y="4180"/>
                    <a:pt x="4493" y="4172"/>
                  </a:cubicBezTo>
                  <a:cubicBezTo>
                    <a:pt x="4501" y="4148"/>
                    <a:pt x="4513" y="4128"/>
                    <a:pt x="4525" y="4108"/>
                  </a:cubicBezTo>
                  <a:cubicBezTo>
                    <a:pt x="4553" y="4064"/>
                    <a:pt x="4581" y="4024"/>
                    <a:pt x="4613" y="3984"/>
                  </a:cubicBezTo>
                  <a:cubicBezTo>
                    <a:pt x="4741" y="3816"/>
                    <a:pt x="4893" y="3648"/>
                    <a:pt x="5025" y="3472"/>
                  </a:cubicBezTo>
                  <a:cubicBezTo>
                    <a:pt x="5097" y="3384"/>
                    <a:pt x="5161" y="3292"/>
                    <a:pt x="5217" y="3192"/>
                  </a:cubicBezTo>
                  <a:cubicBezTo>
                    <a:pt x="5245" y="3140"/>
                    <a:pt x="5265" y="3088"/>
                    <a:pt x="5281" y="3032"/>
                  </a:cubicBezTo>
                  <a:cubicBezTo>
                    <a:pt x="5301" y="2976"/>
                    <a:pt x="5297" y="2912"/>
                    <a:pt x="5269" y="2860"/>
                  </a:cubicBezTo>
                  <a:lnTo>
                    <a:pt x="5261" y="2864"/>
                  </a:lnTo>
                  <a:cubicBezTo>
                    <a:pt x="5429" y="2712"/>
                    <a:pt x="5581" y="2540"/>
                    <a:pt x="5709" y="2352"/>
                  </a:cubicBezTo>
                  <a:lnTo>
                    <a:pt x="5809" y="2196"/>
                  </a:lnTo>
                  <a:cubicBezTo>
                    <a:pt x="5841" y="2140"/>
                    <a:pt x="5865" y="2084"/>
                    <a:pt x="5897" y="2028"/>
                  </a:cubicBezTo>
                  <a:cubicBezTo>
                    <a:pt x="5925" y="1968"/>
                    <a:pt x="5953" y="1912"/>
                    <a:pt x="5973" y="1852"/>
                  </a:cubicBezTo>
                  <a:cubicBezTo>
                    <a:pt x="5985" y="1820"/>
                    <a:pt x="6001" y="1792"/>
                    <a:pt x="6013" y="1760"/>
                  </a:cubicBezTo>
                  <a:cubicBezTo>
                    <a:pt x="6025" y="1728"/>
                    <a:pt x="6033" y="1696"/>
                    <a:pt x="6041" y="1664"/>
                  </a:cubicBezTo>
                  <a:cubicBezTo>
                    <a:pt x="6125" y="1404"/>
                    <a:pt x="6169" y="1136"/>
                    <a:pt x="6181" y="864"/>
                  </a:cubicBezTo>
                  <a:cubicBezTo>
                    <a:pt x="6185" y="796"/>
                    <a:pt x="6189" y="724"/>
                    <a:pt x="6185" y="660"/>
                  </a:cubicBezTo>
                  <a:lnTo>
                    <a:pt x="6181" y="560"/>
                  </a:lnTo>
                  <a:cubicBezTo>
                    <a:pt x="6177" y="520"/>
                    <a:pt x="6177" y="484"/>
                    <a:pt x="6169" y="448"/>
                  </a:cubicBezTo>
                  <a:cubicBezTo>
                    <a:pt x="6157" y="372"/>
                    <a:pt x="6133" y="300"/>
                    <a:pt x="6097" y="232"/>
                  </a:cubicBezTo>
                  <a:cubicBezTo>
                    <a:pt x="6061" y="164"/>
                    <a:pt x="6005" y="108"/>
                    <a:pt x="5941" y="68"/>
                  </a:cubicBezTo>
                  <a:cubicBezTo>
                    <a:pt x="5873" y="28"/>
                    <a:pt x="5797" y="4"/>
                    <a:pt x="572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89"/>
            <p:cNvSpPr/>
            <p:nvPr/>
          </p:nvSpPr>
          <p:spPr>
            <a:xfrm flipH="1">
              <a:off x="2528345" y="538667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89"/>
            <p:cNvSpPr/>
            <p:nvPr/>
          </p:nvSpPr>
          <p:spPr>
            <a:xfrm flipH="1">
              <a:off x="2528808" y="539130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89"/>
            <p:cNvSpPr/>
            <p:nvPr/>
          </p:nvSpPr>
          <p:spPr>
            <a:xfrm flipH="1">
              <a:off x="2528808" y="539130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89"/>
            <p:cNvSpPr/>
            <p:nvPr/>
          </p:nvSpPr>
          <p:spPr>
            <a:xfrm flipH="1">
              <a:off x="2528808" y="539130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89"/>
            <p:cNvSpPr/>
            <p:nvPr/>
          </p:nvSpPr>
          <p:spPr>
            <a:xfrm flipH="1">
              <a:off x="2351762" y="411676"/>
              <a:ext cx="45072" cy="118301"/>
            </a:xfrm>
            <a:custGeom>
              <a:avLst/>
              <a:gdLst/>
              <a:ahLst/>
              <a:cxnLst/>
              <a:rect l="l" t="t" r="r" b="b"/>
              <a:pathLst>
                <a:path w="389" h="1021" extrusionOk="0">
                  <a:moveTo>
                    <a:pt x="61" y="0"/>
                  </a:moveTo>
                  <a:lnTo>
                    <a:pt x="1" y="24"/>
                  </a:lnTo>
                  <a:lnTo>
                    <a:pt x="213" y="536"/>
                  </a:lnTo>
                  <a:cubicBezTo>
                    <a:pt x="225" y="568"/>
                    <a:pt x="241" y="604"/>
                    <a:pt x="253" y="640"/>
                  </a:cubicBezTo>
                  <a:cubicBezTo>
                    <a:pt x="261" y="672"/>
                    <a:pt x="265" y="704"/>
                    <a:pt x="273" y="740"/>
                  </a:cubicBezTo>
                  <a:lnTo>
                    <a:pt x="325" y="1020"/>
                  </a:lnTo>
                  <a:lnTo>
                    <a:pt x="389" y="1008"/>
                  </a:lnTo>
                  <a:lnTo>
                    <a:pt x="337" y="728"/>
                  </a:lnTo>
                  <a:cubicBezTo>
                    <a:pt x="329" y="692"/>
                    <a:pt x="321" y="656"/>
                    <a:pt x="313" y="620"/>
                  </a:cubicBezTo>
                  <a:cubicBezTo>
                    <a:pt x="301" y="584"/>
                    <a:pt x="285" y="548"/>
                    <a:pt x="269" y="512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89"/>
            <p:cNvSpPr/>
            <p:nvPr/>
          </p:nvSpPr>
          <p:spPr>
            <a:xfrm flipH="1">
              <a:off x="2376326" y="440411"/>
              <a:ext cx="74735" cy="90029"/>
            </a:xfrm>
            <a:custGeom>
              <a:avLst/>
              <a:gdLst/>
              <a:ahLst/>
              <a:cxnLst/>
              <a:rect l="l" t="t" r="r" b="b"/>
              <a:pathLst>
                <a:path w="645" h="777" extrusionOk="0">
                  <a:moveTo>
                    <a:pt x="49" y="0"/>
                  </a:moveTo>
                  <a:lnTo>
                    <a:pt x="1" y="36"/>
                  </a:lnTo>
                  <a:lnTo>
                    <a:pt x="161" y="276"/>
                  </a:lnTo>
                  <a:cubicBezTo>
                    <a:pt x="193" y="324"/>
                    <a:pt x="229" y="368"/>
                    <a:pt x="273" y="408"/>
                  </a:cubicBezTo>
                  <a:cubicBezTo>
                    <a:pt x="289" y="424"/>
                    <a:pt x="309" y="436"/>
                    <a:pt x="329" y="452"/>
                  </a:cubicBezTo>
                  <a:lnTo>
                    <a:pt x="353" y="468"/>
                  </a:lnTo>
                  <a:cubicBezTo>
                    <a:pt x="457" y="544"/>
                    <a:pt x="541" y="652"/>
                    <a:pt x="593" y="776"/>
                  </a:cubicBezTo>
                  <a:lnTo>
                    <a:pt x="645" y="752"/>
                  </a:lnTo>
                  <a:cubicBezTo>
                    <a:pt x="593" y="616"/>
                    <a:pt x="501" y="500"/>
                    <a:pt x="385" y="416"/>
                  </a:cubicBezTo>
                  <a:lnTo>
                    <a:pt x="361" y="400"/>
                  </a:lnTo>
                  <a:cubicBezTo>
                    <a:pt x="345" y="388"/>
                    <a:pt x="325" y="372"/>
                    <a:pt x="313" y="360"/>
                  </a:cubicBezTo>
                  <a:cubicBezTo>
                    <a:pt x="273" y="324"/>
                    <a:pt x="237" y="284"/>
                    <a:pt x="213" y="240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89"/>
            <p:cNvSpPr/>
            <p:nvPr/>
          </p:nvSpPr>
          <p:spPr>
            <a:xfrm flipH="1">
              <a:off x="2475973" y="453852"/>
              <a:ext cx="20972" cy="90493"/>
            </a:xfrm>
            <a:custGeom>
              <a:avLst/>
              <a:gdLst/>
              <a:ahLst/>
              <a:cxnLst/>
              <a:rect l="l" t="t" r="r" b="b"/>
              <a:pathLst>
                <a:path w="181" h="781" extrusionOk="0">
                  <a:moveTo>
                    <a:pt x="57" y="0"/>
                  </a:moveTo>
                  <a:lnTo>
                    <a:pt x="1" y="24"/>
                  </a:lnTo>
                  <a:cubicBezTo>
                    <a:pt x="61" y="164"/>
                    <a:pt x="89" y="316"/>
                    <a:pt x="81" y="472"/>
                  </a:cubicBezTo>
                  <a:lnTo>
                    <a:pt x="81" y="504"/>
                  </a:lnTo>
                  <a:cubicBezTo>
                    <a:pt x="73" y="596"/>
                    <a:pt x="61" y="704"/>
                    <a:pt x="133" y="780"/>
                  </a:cubicBezTo>
                  <a:lnTo>
                    <a:pt x="181" y="740"/>
                  </a:lnTo>
                  <a:cubicBezTo>
                    <a:pt x="129" y="684"/>
                    <a:pt x="133" y="592"/>
                    <a:pt x="141" y="508"/>
                  </a:cubicBezTo>
                  <a:lnTo>
                    <a:pt x="145" y="472"/>
                  </a:lnTo>
                  <a:cubicBezTo>
                    <a:pt x="153" y="312"/>
                    <a:pt x="125" y="148"/>
                    <a:pt x="5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89"/>
            <p:cNvSpPr/>
            <p:nvPr/>
          </p:nvSpPr>
          <p:spPr>
            <a:xfrm flipH="1">
              <a:off x="2495439" y="472854"/>
              <a:ext cx="63148" cy="81687"/>
            </a:xfrm>
            <a:custGeom>
              <a:avLst/>
              <a:gdLst/>
              <a:ahLst/>
              <a:cxnLst/>
              <a:rect l="l" t="t" r="r" b="b"/>
              <a:pathLst>
                <a:path w="545" h="705" extrusionOk="0">
                  <a:moveTo>
                    <a:pt x="33" y="0"/>
                  </a:moveTo>
                  <a:lnTo>
                    <a:pt x="1" y="52"/>
                  </a:lnTo>
                  <a:cubicBezTo>
                    <a:pt x="229" y="208"/>
                    <a:pt x="401" y="436"/>
                    <a:pt x="485" y="704"/>
                  </a:cubicBezTo>
                  <a:lnTo>
                    <a:pt x="545" y="684"/>
                  </a:lnTo>
                  <a:cubicBezTo>
                    <a:pt x="457" y="404"/>
                    <a:pt x="277" y="160"/>
                    <a:pt x="33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89"/>
            <p:cNvSpPr/>
            <p:nvPr/>
          </p:nvSpPr>
          <p:spPr>
            <a:xfrm flipH="1">
              <a:off x="2428235" y="406114"/>
              <a:ext cx="46463" cy="126643"/>
            </a:xfrm>
            <a:custGeom>
              <a:avLst/>
              <a:gdLst/>
              <a:ahLst/>
              <a:cxnLst/>
              <a:rect l="l" t="t" r="r" b="b"/>
              <a:pathLst>
                <a:path w="401" h="1093" extrusionOk="0">
                  <a:moveTo>
                    <a:pt x="57" y="0"/>
                  </a:moveTo>
                  <a:lnTo>
                    <a:pt x="1" y="32"/>
                  </a:lnTo>
                  <a:cubicBezTo>
                    <a:pt x="17" y="64"/>
                    <a:pt x="29" y="104"/>
                    <a:pt x="37" y="140"/>
                  </a:cubicBezTo>
                  <a:cubicBezTo>
                    <a:pt x="101" y="392"/>
                    <a:pt x="173" y="640"/>
                    <a:pt x="253" y="884"/>
                  </a:cubicBezTo>
                  <a:cubicBezTo>
                    <a:pt x="273" y="960"/>
                    <a:pt x="305" y="1028"/>
                    <a:pt x="353" y="1092"/>
                  </a:cubicBezTo>
                  <a:lnTo>
                    <a:pt x="401" y="1048"/>
                  </a:lnTo>
                  <a:cubicBezTo>
                    <a:pt x="361" y="996"/>
                    <a:pt x="329" y="932"/>
                    <a:pt x="313" y="864"/>
                  </a:cubicBezTo>
                  <a:cubicBezTo>
                    <a:pt x="237" y="620"/>
                    <a:pt x="165" y="372"/>
                    <a:pt x="97" y="128"/>
                  </a:cubicBezTo>
                  <a:cubicBezTo>
                    <a:pt x="89" y="84"/>
                    <a:pt x="73" y="40"/>
                    <a:pt x="5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89"/>
            <p:cNvSpPr/>
            <p:nvPr/>
          </p:nvSpPr>
          <p:spPr>
            <a:xfrm flipH="1">
              <a:off x="2381888" y="391631"/>
              <a:ext cx="22362" cy="31284"/>
            </a:xfrm>
            <a:custGeom>
              <a:avLst/>
              <a:gdLst/>
              <a:ahLst/>
              <a:cxnLst/>
              <a:rect l="l" t="t" r="r" b="b"/>
              <a:pathLst>
                <a:path w="193" h="270" extrusionOk="0">
                  <a:moveTo>
                    <a:pt x="77" y="65"/>
                  </a:moveTo>
                  <a:cubicBezTo>
                    <a:pt x="81" y="65"/>
                    <a:pt x="93" y="69"/>
                    <a:pt x="101" y="81"/>
                  </a:cubicBezTo>
                  <a:cubicBezTo>
                    <a:pt x="113" y="109"/>
                    <a:pt x="121" y="141"/>
                    <a:pt x="117" y="173"/>
                  </a:cubicBezTo>
                  <a:cubicBezTo>
                    <a:pt x="109" y="165"/>
                    <a:pt x="101" y="157"/>
                    <a:pt x="97" y="149"/>
                  </a:cubicBezTo>
                  <a:cubicBezTo>
                    <a:pt x="77" y="133"/>
                    <a:pt x="69" y="109"/>
                    <a:pt x="69" y="85"/>
                  </a:cubicBezTo>
                  <a:cubicBezTo>
                    <a:pt x="69" y="77"/>
                    <a:pt x="73" y="69"/>
                    <a:pt x="77" y="65"/>
                  </a:cubicBezTo>
                  <a:close/>
                  <a:moveTo>
                    <a:pt x="75" y="1"/>
                  </a:moveTo>
                  <a:cubicBezTo>
                    <a:pt x="71" y="1"/>
                    <a:pt x="68" y="1"/>
                    <a:pt x="65" y="1"/>
                  </a:cubicBezTo>
                  <a:cubicBezTo>
                    <a:pt x="33" y="9"/>
                    <a:pt x="9" y="41"/>
                    <a:pt x="5" y="73"/>
                  </a:cubicBezTo>
                  <a:cubicBezTo>
                    <a:pt x="1" y="113"/>
                    <a:pt x="17" y="153"/>
                    <a:pt x="45" y="185"/>
                  </a:cubicBezTo>
                  <a:cubicBezTo>
                    <a:pt x="65" y="209"/>
                    <a:pt x="85" y="233"/>
                    <a:pt x="113" y="249"/>
                  </a:cubicBezTo>
                  <a:lnTo>
                    <a:pt x="121" y="253"/>
                  </a:lnTo>
                  <a:lnTo>
                    <a:pt x="149" y="269"/>
                  </a:lnTo>
                  <a:lnTo>
                    <a:pt x="161" y="245"/>
                  </a:lnTo>
                  <a:cubicBezTo>
                    <a:pt x="193" y="185"/>
                    <a:pt x="189" y="113"/>
                    <a:pt x="153" y="53"/>
                  </a:cubicBezTo>
                  <a:cubicBezTo>
                    <a:pt x="138" y="20"/>
                    <a:pt x="110" y="1"/>
                    <a:pt x="7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89"/>
            <p:cNvSpPr/>
            <p:nvPr/>
          </p:nvSpPr>
          <p:spPr>
            <a:xfrm flipH="1">
              <a:off x="2461605" y="390704"/>
              <a:ext cx="21435" cy="28272"/>
            </a:xfrm>
            <a:custGeom>
              <a:avLst/>
              <a:gdLst/>
              <a:ahLst/>
              <a:cxnLst/>
              <a:rect l="l" t="t" r="r" b="b"/>
              <a:pathLst>
                <a:path w="185" h="244" extrusionOk="0">
                  <a:moveTo>
                    <a:pt x="81" y="65"/>
                  </a:moveTo>
                  <a:cubicBezTo>
                    <a:pt x="93" y="85"/>
                    <a:pt x="105" y="109"/>
                    <a:pt x="113" y="129"/>
                  </a:cubicBezTo>
                  <a:cubicBezTo>
                    <a:pt x="117" y="145"/>
                    <a:pt x="117" y="165"/>
                    <a:pt x="113" y="181"/>
                  </a:cubicBezTo>
                  <a:cubicBezTo>
                    <a:pt x="105" y="177"/>
                    <a:pt x="97" y="169"/>
                    <a:pt x="89" y="161"/>
                  </a:cubicBezTo>
                  <a:cubicBezTo>
                    <a:pt x="73" y="145"/>
                    <a:pt x="65" y="125"/>
                    <a:pt x="65" y="101"/>
                  </a:cubicBezTo>
                  <a:cubicBezTo>
                    <a:pt x="61" y="85"/>
                    <a:pt x="69" y="73"/>
                    <a:pt x="81" y="65"/>
                  </a:cubicBezTo>
                  <a:close/>
                  <a:moveTo>
                    <a:pt x="85" y="0"/>
                  </a:moveTo>
                  <a:cubicBezTo>
                    <a:pt x="82" y="0"/>
                    <a:pt x="79" y="1"/>
                    <a:pt x="77" y="1"/>
                  </a:cubicBezTo>
                  <a:cubicBezTo>
                    <a:pt x="33" y="13"/>
                    <a:pt x="1" y="53"/>
                    <a:pt x="1" y="101"/>
                  </a:cubicBezTo>
                  <a:cubicBezTo>
                    <a:pt x="1" y="137"/>
                    <a:pt x="17" y="177"/>
                    <a:pt x="41" y="205"/>
                  </a:cubicBezTo>
                  <a:cubicBezTo>
                    <a:pt x="68" y="233"/>
                    <a:pt x="94" y="244"/>
                    <a:pt x="113" y="244"/>
                  </a:cubicBezTo>
                  <a:cubicBezTo>
                    <a:pt x="119" y="244"/>
                    <a:pt x="124" y="243"/>
                    <a:pt x="129" y="241"/>
                  </a:cubicBezTo>
                  <a:cubicBezTo>
                    <a:pt x="133" y="241"/>
                    <a:pt x="141" y="237"/>
                    <a:pt x="149" y="233"/>
                  </a:cubicBezTo>
                  <a:cubicBezTo>
                    <a:pt x="157" y="225"/>
                    <a:pt x="161" y="221"/>
                    <a:pt x="169" y="213"/>
                  </a:cubicBezTo>
                  <a:cubicBezTo>
                    <a:pt x="185" y="181"/>
                    <a:pt x="185" y="149"/>
                    <a:pt x="177" y="117"/>
                  </a:cubicBezTo>
                  <a:cubicBezTo>
                    <a:pt x="177" y="113"/>
                    <a:pt x="144" y="0"/>
                    <a:pt x="8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89"/>
            <p:cNvSpPr/>
            <p:nvPr/>
          </p:nvSpPr>
          <p:spPr>
            <a:xfrm flipH="1">
              <a:off x="2485706" y="433806"/>
              <a:ext cx="22826" cy="31516"/>
            </a:xfrm>
            <a:custGeom>
              <a:avLst/>
              <a:gdLst/>
              <a:ahLst/>
              <a:cxnLst/>
              <a:rect l="l" t="t" r="r" b="b"/>
              <a:pathLst>
                <a:path w="197" h="272" extrusionOk="0">
                  <a:moveTo>
                    <a:pt x="85" y="69"/>
                  </a:moveTo>
                  <a:cubicBezTo>
                    <a:pt x="97" y="89"/>
                    <a:pt x="109" y="113"/>
                    <a:pt x="117" y="137"/>
                  </a:cubicBezTo>
                  <a:cubicBezTo>
                    <a:pt x="121" y="153"/>
                    <a:pt x="121" y="173"/>
                    <a:pt x="117" y="193"/>
                  </a:cubicBezTo>
                  <a:cubicBezTo>
                    <a:pt x="93" y="165"/>
                    <a:pt x="77" y="133"/>
                    <a:pt x="65" y="97"/>
                  </a:cubicBezTo>
                  <a:cubicBezTo>
                    <a:pt x="65" y="85"/>
                    <a:pt x="73" y="73"/>
                    <a:pt x="85" y="69"/>
                  </a:cubicBezTo>
                  <a:close/>
                  <a:moveTo>
                    <a:pt x="85" y="0"/>
                  </a:moveTo>
                  <a:cubicBezTo>
                    <a:pt x="82" y="0"/>
                    <a:pt x="79" y="1"/>
                    <a:pt x="77" y="1"/>
                  </a:cubicBezTo>
                  <a:cubicBezTo>
                    <a:pt x="33" y="13"/>
                    <a:pt x="1" y="53"/>
                    <a:pt x="1" y="101"/>
                  </a:cubicBezTo>
                  <a:cubicBezTo>
                    <a:pt x="17" y="165"/>
                    <a:pt x="53" y="221"/>
                    <a:pt x="101" y="265"/>
                  </a:cubicBezTo>
                  <a:cubicBezTo>
                    <a:pt x="109" y="269"/>
                    <a:pt x="117" y="271"/>
                    <a:pt x="124" y="271"/>
                  </a:cubicBezTo>
                  <a:cubicBezTo>
                    <a:pt x="132" y="271"/>
                    <a:pt x="139" y="269"/>
                    <a:pt x="145" y="265"/>
                  </a:cubicBezTo>
                  <a:lnTo>
                    <a:pt x="149" y="261"/>
                  </a:lnTo>
                  <a:cubicBezTo>
                    <a:pt x="185" y="225"/>
                    <a:pt x="197" y="169"/>
                    <a:pt x="177" y="121"/>
                  </a:cubicBezTo>
                  <a:cubicBezTo>
                    <a:pt x="177" y="121"/>
                    <a:pt x="147" y="0"/>
                    <a:pt x="8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89"/>
            <p:cNvSpPr/>
            <p:nvPr/>
          </p:nvSpPr>
          <p:spPr>
            <a:xfrm flipH="1">
              <a:off x="2546884" y="456517"/>
              <a:ext cx="27461" cy="24796"/>
            </a:xfrm>
            <a:custGeom>
              <a:avLst/>
              <a:gdLst/>
              <a:ahLst/>
              <a:cxnLst/>
              <a:rect l="l" t="t" r="r" b="b"/>
              <a:pathLst>
                <a:path w="237" h="214" extrusionOk="0">
                  <a:moveTo>
                    <a:pt x="77" y="61"/>
                  </a:moveTo>
                  <a:lnTo>
                    <a:pt x="77" y="61"/>
                  </a:lnTo>
                  <a:cubicBezTo>
                    <a:pt x="101" y="69"/>
                    <a:pt x="121" y="81"/>
                    <a:pt x="137" y="97"/>
                  </a:cubicBezTo>
                  <a:cubicBezTo>
                    <a:pt x="153" y="113"/>
                    <a:pt x="165" y="129"/>
                    <a:pt x="173" y="149"/>
                  </a:cubicBezTo>
                  <a:cubicBezTo>
                    <a:pt x="161" y="145"/>
                    <a:pt x="145" y="141"/>
                    <a:pt x="133" y="137"/>
                  </a:cubicBezTo>
                  <a:cubicBezTo>
                    <a:pt x="113" y="133"/>
                    <a:pt x="93" y="117"/>
                    <a:pt x="81" y="101"/>
                  </a:cubicBezTo>
                  <a:cubicBezTo>
                    <a:pt x="69" y="89"/>
                    <a:pt x="69" y="73"/>
                    <a:pt x="77" y="61"/>
                  </a:cubicBezTo>
                  <a:close/>
                  <a:moveTo>
                    <a:pt x="70" y="1"/>
                  </a:moveTo>
                  <a:cubicBezTo>
                    <a:pt x="58" y="1"/>
                    <a:pt x="46" y="4"/>
                    <a:pt x="37" y="13"/>
                  </a:cubicBezTo>
                  <a:cubicBezTo>
                    <a:pt x="5" y="45"/>
                    <a:pt x="1" y="93"/>
                    <a:pt x="25" y="133"/>
                  </a:cubicBezTo>
                  <a:cubicBezTo>
                    <a:pt x="45" y="165"/>
                    <a:pt x="77" y="189"/>
                    <a:pt x="113" y="201"/>
                  </a:cubicBezTo>
                  <a:cubicBezTo>
                    <a:pt x="130" y="210"/>
                    <a:pt x="148" y="214"/>
                    <a:pt x="166" y="214"/>
                  </a:cubicBezTo>
                  <a:cubicBezTo>
                    <a:pt x="182" y="214"/>
                    <a:pt x="198" y="211"/>
                    <a:pt x="213" y="205"/>
                  </a:cubicBezTo>
                  <a:cubicBezTo>
                    <a:pt x="229" y="193"/>
                    <a:pt x="237" y="177"/>
                    <a:pt x="237" y="157"/>
                  </a:cubicBezTo>
                  <a:cubicBezTo>
                    <a:pt x="229" y="117"/>
                    <a:pt x="209" y="81"/>
                    <a:pt x="181" y="57"/>
                  </a:cubicBezTo>
                  <a:cubicBezTo>
                    <a:pt x="181" y="57"/>
                    <a:pt x="119" y="1"/>
                    <a:pt x="7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89"/>
            <p:cNvSpPr/>
            <p:nvPr/>
          </p:nvSpPr>
          <p:spPr>
            <a:xfrm flipH="1">
              <a:off x="2435651" y="421756"/>
              <a:ext cx="21899" cy="30357"/>
            </a:xfrm>
            <a:custGeom>
              <a:avLst/>
              <a:gdLst/>
              <a:ahLst/>
              <a:cxnLst/>
              <a:rect l="l" t="t" r="r" b="b"/>
              <a:pathLst>
                <a:path w="189" h="262" extrusionOk="0">
                  <a:moveTo>
                    <a:pt x="85" y="65"/>
                  </a:moveTo>
                  <a:cubicBezTo>
                    <a:pt x="97" y="65"/>
                    <a:pt x="109" y="77"/>
                    <a:pt x="113" y="89"/>
                  </a:cubicBezTo>
                  <a:cubicBezTo>
                    <a:pt x="121" y="109"/>
                    <a:pt x="121" y="133"/>
                    <a:pt x="113" y="157"/>
                  </a:cubicBezTo>
                  <a:cubicBezTo>
                    <a:pt x="109" y="169"/>
                    <a:pt x="105" y="181"/>
                    <a:pt x="97" y="193"/>
                  </a:cubicBezTo>
                  <a:cubicBezTo>
                    <a:pt x="89" y="177"/>
                    <a:pt x="81" y="161"/>
                    <a:pt x="81" y="141"/>
                  </a:cubicBezTo>
                  <a:cubicBezTo>
                    <a:pt x="77" y="117"/>
                    <a:pt x="77" y="89"/>
                    <a:pt x="85" y="65"/>
                  </a:cubicBezTo>
                  <a:close/>
                  <a:moveTo>
                    <a:pt x="78" y="1"/>
                  </a:moveTo>
                  <a:cubicBezTo>
                    <a:pt x="75" y="1"/>
                    <a:pt x="72" y="1"/>
                    <a:pt x="69" y="1"/>
                  </a:cubicBezTo>
                  <a:cubicBezTo>
                    <a:pt x="1" y="17"/>
                    <a:pt x="17" y="153"/>
                    <a:pt x="17" y="153"/>
                  </a:cubicBezTo>
                  <a:cubicBezTo>
                    <a:pt x="21" y="189"/>
                    <a:pt x="37" y="221"/>
                    <a:pt x="61" y="245"/>
                  </a:cubicBezTo>
                  <a:cubicBezTo>
                    <a:pt x="71" y="256"/>
                    <a:pt x="84" y="261"/>
                    <a:pt x="97" y="261"/>
                  </a:cubicBezTo>
                  <a:cubicBezTo>
                    <a:pt x="103" y="261"/>
                    <a:pt x="110" y="260"/>
                    <a:pt x="117" y="257"/>
                  </a:cubicBezTo>
                  <a:cubicBezTo>
                    <a:pt x="121" y="257"/>
                    <a:pt x="125" y="253"/>
                    <a:pt x="133" y="249"/>
                  </a:cubicBezTo>
                  <a:cubicBezTo>
                    <a:pt x="153" y="233"/>
                    <a:pt x="169" y="205"/>
                    <a:pt x="177" y="181"/>
                  </a:cubicBezTo>
                  <a:cubicBezTo>
                    <a:pt x="189" y="141"/>
                    <a:pt x="189" y="101"/>
                    <a:pt x="177" y="65"/>
                  </a:cubicBezTo>
                  <a:cubicBezTo>
                    <a:pt x="158" y="24"/>
                    <a:pt x="119" y="1"/>
                    <a:pt x="78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89"/>
            <p:cNvSpPr/>
            <p:nvPr/>
          </p:nvSpPr>
          <p:spPr>
            <a:xfrm flipH="1">
              <a:off x="2386059" y="395338"/>
              <a:ext cx="14483" cy="22478"/>
            </a:xfrm>
            <a:custGeom>
              <a:avLst/>
              <a:gdLst/>
              <a:ahLst/>
              <a:cxnLst/>
              <a:rect l="l" t="t" r="r" b="b"/>
              <a:pathLst>
                <a:path w="125" h="194" extrusionOk="0">
                  <a:moveTo>
                    <a:pt x="45" y="0"/>
                  </a:moveTo>
                  <a:cubicBezTo>
                    <a:pt x="26" y="0"/>
                    <a:pt x="9" y="14"/>
                    <a:pt x="5" y="45"/>
                  </a:cubicBezTo>
                  <a:cubicBezTo>
                    <a:pt x="1" y="77"/>
                    <a:pt x="13" y="109"/>
                    <a:pt x="37" y="133"/>
                  </a:cubicBezTo>
                  <a:cubicBezTo>
                    <a:pt x="53" y="153"/>
                    <a:pt x="73" y="173"/>
                    <a:pt x="97" y="189"/>
                  </a:cubicBezTo>
                  <a:lnTo>
                    <a:pt x="101" y="193"/>
                  </a:lnTo>
                  <a:cubicBezTo>
                    <a:pt x="125" y="141"/>
                    <a:pt x="125" y="81"/>
                    <a:pt x="93" y="33"/>
                  </a:cubicBezTo>
                  <a:cubicBezTo>
                    <a:pt x="81" y="12"/>
                    <a:pt x="62" y="0"/>
                    <a:pt x="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89"/>
            <p:cNvSpPr/>
            <p:nvPr/>
          </p:nvSpPr>
          <p:spPr>
            <a:xfrm flipH="1">
              <a:off x="2464849" y="394412"/>
              <a:ext cx="14947" cy="21204"/>
            </a:xfrm>
            <a:custGeom>
              <a:avLst/>
              <a:gdLst/>
              <a:ahLst/>
              <a:cxnLst/>
              <a:rect l="l" t="t" r="r" b="b"/>
              <a:pathLst>
                <a:path w="129" h="183" extrusionOk="0">
                  <a:moveTo>
                    <a:pt x="54" y="1"/>
                  </a:moveTo>
                  <a:cubicBezTo>
                    <a:pt x="54" y="1"/>
                    <a:pt x="53" y="1"/>
                    <a:pt x="53" y="1"/>
                  </a:cubicBezTo>
                  <a:cubicBezTo>
                    <a:pt x="21" y="9"/>
                    <a:pt x="1" y="37"/>
                    <a:pt x="1" y="69"/>
                  </a:cubicBezTo>
                  <a:cubicBezTo>
                    <a:pt x="5" y="101"/>
                    <a:pt x="17" y="129"/>
                    <a:pt x="37" y="149"/>
                  </a:cubicBezTo>
                  <a:cubicBezTo>
                    <a:pt x="53" y="173"/>
                    <a:pt x="70" y="182"/>
                    <a:pt x="85" y="182"/>
                  </a:cubicBezTo>
                  <a:cubicBezTo>
                    <a:pt x="87" y="182"/>
                    <a:pt x="90" y="182"/>
                    <a:pt x="93" y="181"/>
                  </a:cubicBezTo>
                  <a:cubicBezTo>
                    <a:pt x="117" y="173"/>
                    <a:pt x="129" y="137"/>
                    <a:pt x="113" y="93"/>
                  </a:cubicBezTo>
                  <a:cubicBezTo>
                    <a:pt x="109" y="77"/>
                    <a:pt x="78" y="1"/>
                    <a:pt x="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89"/>
            <p:cNvSpPr/>
            <p:nvPr/>
          </p:nvSpPr>
          <p:spPr>
            <a:xfrm flipH="1">
              <a:off x="2490340" y="437514"/>
              <a:ext cx="14483" cy="23985"/>
            </a:xfrm>
            <a:custGeom>
              <a:avLst/>
              <a:gdLst/>
              <a:ahLst/>
              <a:cxnLst/>
              <a:rect l="l" t="t" r="r" b="b"/>
              <a:pathLst>
                <a:path w="125" h="207" extrusionOk="0">
                  <a:moveTo>
                    <a:pt x="51" y="1"/>
                  </a:moveTo>
                  <a:cubicBezTo>
                    <a:pt x="50" y="1"/>
                    <a:pt x="49" y="1"/>
                    <a:pt x="49" y="1"/>
                  </a:cubicBezTo>
                  <a:cubicBezTo>
                    <a:pt x="21" y="9"/>
                    <a:pt x="1" y="37"/>
                    <a:pt x="1" y="69"/>
                  </a:cubicBezTo>
                  <a:cubicBezTo>
                    <a:pt x="1" y="92"/>
                    <a:pt x="64" y="206"/>
                    <a:pt x="89" y="206"/>
                  </a:cubicBezTo>
                  <a:cubicBezTo>
                    <a:pt x="90" y="206"/>
                    <a:pt x="91" y="206"/>
                    <a:pt x="93" y="205"/>
                  </a:cubicBezTo>
                  <a:cubicBezTo>
                    <a:pt x="117" y="173"/>
                    <a:pt x="125" y="133"/>
                    <a:pt x="113" y="97"/>
                  </a:cubicBezTo>
                  <a:cubicBezTo>
                    <a:pt x="109" y="78"/>
                    <a:pt x="78" y="1"/>
                    <a:pt x="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89"/>
            <p:cNvSpPr/>
            <p:nvPr/>
          </p:nvSpPr>
          <p:spPr>
            <a:xfrm flipH="1">
              <a:off x="2550592" y="460224"/>
              <a:ext cx="19582" cy="17264"/>
            </a:xfrm>
            <a:custGeom>
              <a:avLst/>
              <a:gdLst/>
              <a:ahLst/>
              <a:cxnLst/>
              <a:rect l="l" t="t" r="r" b="b"/>
              <a:pathLst>
                <a:path w="169" h="149" extrusionOk="0">
                  <a:moveTo>
                    <a:pt x="37" y="1"/>
                  </a:moveTo>
                  <a:cubicBezTo>
                    <a:pt x="32" y="1"/>
                    <a:pt x="28" y="2"/>
                    <a:pt x="25" y="5"/>
                  </a:cubicBezTo>
                  <a:cubicBezTo>
                    <a:pt x="1" y="25"/>
                    <a:pt x="1" y="61"/>
                    <a:pt x="17" y="89"/>
                  </a:cubicBezTo>
                  <a:cubicBezTo>
                    <a:pt x="33" y="113"/>
                    <a:pt x="57" y="129"/>
                    <a:pt x="89" y="137"/>
                  </a:cubicBezTo>
                  <a:cubicBezTo>
                    <a:pt x="105" y="143"/>
                    <a:pt x="124" y="148"/>
                    <a:pt x="140" y="148"/>
                  </a:cubicBezTo>
                  <a:cubicBezTo>
                    <a:pt x="146" y="148"/>
                    <a:pt x="152" y="147"/>
                    <a:pt x="157" y="145"/>
                  </a:cubicBezTo>
                  <a:cubicBezTo>
                    <a:pt x="165" y="137"/>
                    <a:pt x="169" y="129"/>
                    <a:pt x="169" y="121"/>
                  </a:cubicBezTo>
                  <a:cubicBezTo>
                    <a:pt x="169" y="97"/>
                    <a:pt x="137" y="61"/>
                    <a:pt x="125" y="49"/>
                  </a:cubicBezTo>
                  <a:cubicBezTo>
                    <a:pt x="114" y="39"/>
                    <a:pt x="65" y="1"/>
                    <a:pt x="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89"/>
            <p:cNvSpPr/>
            <p:nvPr/>
          </p:nvSpPr>
          <p:spPr>
            <a:xfrm flipH="1">
              <a:off x="2439822" y="425927"/>
              <a:ext cx="12630" cy="22594"/>
            </a:xfrm>
            <a:custGeom>
              <a:avLst/>
              <a:gdLst/>
              <a:ahLst/>
              <a:cxnLst/>
              <a:rect l="l" t="t" r="r" b="b"/>
              <a:pathLst>
                <a:path w="109" h="195" extrusionOk="0">
                  <a:moveTo>
                    <a:pt x="37" y="0"/>
                  </a:moveTo>
                  <a:cubicBezTo>
                    <a:pt x="34" y="0"/>
                    <a:pt x="31" y="1"/>
                    <a:pt x="29" y="1"/>
                  </a:cubicBezTo>
                  <a:cubicBezTo>
                    <a:pt x="1" y="5"/>
                    <a:pt x="1" y="93"/>
                    <a:pt x="5" y="113"/>
                  </a:cubicBezTo>
                  <a:cubicBezTo>
                    <a:pt x="5" y="141"/>
                    <a:pt x="17" y="165"/>
                    <a:pt x="37" y="189"/>
                  </a:cubicBezTo>
                  <a:cubicBezTo>
                    <a:pt x="39" y="192"/>
                    <a:pt x="46" y="195"/>
                    <a:pt x="53" y="195"/>
                  </a:cubicBezTo>
                  <a:cubicBezTo>
                    <a:pt x="56" y="195"/>
                    <a:pt x="58" y="194"/>
                    <a:pt x="61" y="193"/>
                  </a:cubicBezTo>
                  <a:cubicBezTo>
                    <a:pt x="81" y="185"/>
                    <a:pt x="93" y="149"/>
                    <a:pt x="101" y="133"/>
                  </a:cubicBezTo>
                  <a:cubicBezTo>
                    <a:pt x="109" y="105"/>
                    <a:pt x="109" y="73"/>
                    <a:pt x="101" y="45"/>
                  </a:cubicBezTo>
                  <a:cubicBezTo>
                    <a:pt x="90" y="16"/>
                    <a:pt x="63" y="0"/>
                    <a:pt x="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89"/>
            <p:cNvSpPr/>
            <p:nvPr/>
          </p:nvSpPr>
          <p:spPr>
            <a:xfrm flipH="1">
              <a:off x="1582866" y="744331"/>
              <a:ext cx="887197" cy="596833"/>
            </a:xfrm>
            <a:custGeom>
              <a:avLst/>
              <a:gdLst/>
              <a:ahLst/>
              <a:cxnLst/>
              <a:rect l="l" t="t" r="r" b="b"/>
              <a:pathLst>
                <a:path w="7657" h="5151" extrusionOk="0">
                  <a:moveTo>
                    <a:pt x="4333" y="3053"/>
                  </a:moveTo>
                  <a:lnTo>
                    <a:pt x="4325" y="3069"/>
                  </a:lnTo>
                  <a:lnTo>
                    <a:pt x="4317" y="3081"/>
                  </a:lnTo>
                  <a:lnTo>
                    <a:pt x="4333" y="3053"/>
                  </a:lnTo>
                  <a:close/>
                  <a:moveTo>
                    <a:pt x="2445" y="2697"/>
                  </a:moveTo>
                  <a:lnTo>
                    <a:pt x="2445" y="2697"/>
                  </a:lnTo>
                  <a:cubicBezTo>
                    <a:pt x="2473" y="2713"/>
                    <a:pt x="2501" y="2725"/>
                    <a:pt x="2533" y="2741"/>
                  </a:cubicBezTo>
                  <a:lnTo>
                    <a:pt x="2577" y="2757"/>
                  </a:lnTo>
                  <a:lnTo>
                    <a:pt x="2617" y="2777"/>
                  </a:lnTo>
                  <a:cubicBezTo>
                    <a:pt x="2673" y="2797"/>
                    <a:pt x="2717" y="2821"/>
                    <a:pt x="2765" y="2845"/>
                  </a:cubicBezTo>
                  <a:cubicBezTo>
                    <a:pt x="2861" y="2893"/>
                    <a:pt x="2953" y="2945"/>
                    <a:pt x="3041" y="2993"/>
                  </a:cubicBezTo>
                  <a:cubicBezTo>
                    <a:pt x="3213" y="3089"/>
                    <a:pt x="3357" y="3185"/>
                    <a:pt x="3477" y="3257"/>
                  </a:cubicBezTo>
                  <a:lnTo>
                    <a:pt x="3601" y="3333"/>
                  </a:lnTo>
                  <a:cubicBezTo>
                    <a:pt x="3573" y="3353"/>
                    <a:pt x="3545" y="3369"/>
                    <a:pt x="3513" y="3373"/>
                  </a:cubicBezTo>
                  <a:cubicBezTo>
                    <a:pt x="3505" y="3369"/>
                    <a:pt x="3497" y="3365"/>
                    <a:pt x="3489" y="3361"/>
                  </a:cubicBezTo>
                  <a:cubicBezTo>
                    <a:pt x="3353" y="3293"/>
                    <a:pt x="3221" y="3213"/>
                    <a:pt x="3097" y="3129"/>
                  </a:cubicBezTo>
                  <a:lnTo>
                    <a:pt x="3097" y="3133"/>
                  </a:lnTo>
                  <a:cubicBezTo>
                    <a:pt x="2945" y="3037"/>
                    <a:pt x="2781" y="2925"/>
                    <a:pt x="2597" y="2801"/>
                  </a:cubicBezTo>
                  <a:lnTo>
                    <a:pt x="2445" y="2697"/>
                  </a:lnTo>
                  <a:close/>
                  <a:moveTo>
                    <a:pt x="5581" y="3385"/>
                  </a:moveTo>
                  <a:lnTo>
                    <a:pt x="5581" y="3385"/>
                  </a:lnTo>
                  <a:cubicBezTo>
                    <a:pt x="5549" y="3397"/>
                    <a:pt x="5517" y="3409"/>
                    <a:pt x="5481" y="3417"/>
                  </a:cubicBezTo>
                  <a:cubicBezTo>
                    <a:pt x="5433" y="3437"/>
                    <a:pt x="5381" y="3453"/>
                    <a:pt x="5325" y="3469"/>
                  </a:cubicBezTo>
                  <a:cubicBezTo>
                    <a:pt x="5273" y="3485"/>
                    <a:pt x="5221" y="3497"/>
                    <a:pt x="5169" y="3509"/>
                  </a:cubicBezTo>
                  <a:cubicBezTo>
                    <a:pt x="4965" y="3561"/>
                    <a:pt x="4761" y="3585"/>
                    <a:pt x="4553" y="3589"/>
                  </a:cubicBezTo>
                  <a:lnTo>
                    <a:pt x="4553" y="3585"/>
                  </a:lnTo>
                  <a:cubicBezTo>
                    <a:pt x="4489" y="3557"/>
                    <a:pt x="4453" y="3525"/>
                    <a:pt x="4453" y="3505"/>
                  </a:cubicBezTo>
                  <a:lnTo>
                    <a:pt x="4545" y="3501"/>
                  </a:lnTo>
                  <a:cubicBezTo>
                    <a:pt x="4578" y="3512"/>
                    <a:pt x="4617" y="3516"/>
                    <a:pt x="4660" y="3516"/>
                  </a:cubicBezTo>
                  <a:cubicBezTo>
                    <a:pt x="4749" y="3516"/>
                    <a:pt x="4855" y="3498"/>
                    <a:pt x="4957" y="3473"/>
                  </a:cubicBezTo>
                  <a:cubicBezTo>
                    <a:pt x="5121" y="3457"/>
                    <a:pt x="5297" y="3433"/>
                    <a:pt x="5489" y="3401"/>
                  </a:cubicBezTo>
                  <a:lnTo>
                    <a:pt x="5581" y="3385"/>
                  </a:lnTo>
                  <a:close/>
                  <a:moveTo>
                    <a:pt x="4369" y="4001"/>
                  </a:moveTo>
                  <a:lnTo>
                    <a:pt x="4369" y="4001"/>
                  </a:lnTo>
                  <a:cubicBezTo>
                    <a:pt x="4393" y="4017"/>
                    <a:pt x="4417" y="4041"/>
                    <a:pt x="4441" y="4065"/>
                  </a:cubicBezTo>
                  <a:cubicBezTo>
                    <a:pt x="4417" y="4045"/>
                    <a:pt x="4393" y="4021"/>
                    <a:pt x="4369" y="4001"/>
                  </a:cubicBezTo>
                  <a:close/>
                  <a:moveTo>
                    <a:pt x="2809" y="4149"/>
                  </a:moveTo>
                  <a:cubicBezTo>
                    <a:pt x="2797" y="4161"/>
                    <a:pt x="2777" y="4169"/>
                    <a:pt x="2761" y="4177"/>
                  </a:cubicBezTo>
                  <a:cubicBezTo>
                    <a:pt x="2721" y="4201"/>
                    <a:pt x="2681" y="4221"/>
                    <a:pt x="2637" y="4241"/>
                  </a:cubicBezTo>
                  <a:cubicBezTo>
                    <a:pt x="2597" y="4261"/>
                    <a:pt x="2553" y="4277"/>
                    <a:pt x="2509" y="4289"/>
                  </a:cubicBezTo>
                  <a:cubicBezTo>
                    <a:pt x="2469" y="4305"/>
                    <a:pt x="2425" y="4317"/>
                    <a:pt x="2377" y="4329"/>
                  </a:cubicBezTo>
                  <a:cubicBezTo>
                    <a:pt x="2333" y="4341"/>
                    <a:pt x="2289" y="4353"/>
                    <a:pt x="2245" y="4361"/>
                  </a:cubicBezTo>
                  <a:cubicBezTo>
                    <a:pt x="2197" y="4369"/>
                    <a:pt x="2153" y="4377"/>
                    <a:pt x="2109" y="4385"/>
                  </a:cubicBezTo>
                  <a:cubicBezTo>
                    <a:pt x="2061" y="4393"/>
                    <a:pt x="2017" y="4397"/>
                    <a:pt x="1969" y="4405"/>
                  </a:cubicBezTo>
                  <a:cubicBezTo>
                    <a:pt x="1921" y="4409"/>
                    <a:pt x="1881" y="4413"/>
                    <a:pt x="1833" y="4417"/>
                  </a:cubicBezTo>
                  <a:cubicBezTo>
                    <a:pt x="1789" y="4421"/>
                    <a:pt x="1745" y="4421"/>
                    <a:pt x="1697" y="4421"/>
                  </a:cubicBezTo>
                  <a:cubicBezTo>
                    <a:pt x="1653" y="4417"/>
                    <a:pt x="1609" y="4417"/>
                    <a:pt x="1565" y="4413"/>
                  </a:cubicBezTo>
                  <a:cubicBezTo>
                    <a:pt x="1521" y="4409"/>
                    <a:pt x="1477" y="4401"/>
                    <a:pt x="1433" y="4393"/>
                  </a:cubicBezTo>
                  <a:cubicBezTo>
                    <a:pt x="1389" y="4389"/>
                    <a:pt x="1345" y="4377"/>
                    <a:pt x="1301" y="4365"/>
                  </a:cubicBezTo>
                  <a:cubicBezTo>
                    <a:pt x="1262" y="4358"/>
                    <a:pt x="1233" y="4348"/>
                    <a:pt x="1199" y="4335"/>
                  </a:cubicBezTo>
                  <a:lnTo>
                    <a:pt x="1199" y="4335"/>
                  </a:lnTo>
                  <a:cubicBezTo>
                    <a:pt x="1376" y="4356"/>
                    <a:pt x="1555" y="4368"/>
                    <a:pt x="1733" y="4368"/>
                  </a:cubicBezTo>
                  <a:cubicBezTo>
                    <a:pt x="1779" y="4368"/>
                    <a:pt x="1826" y="4367"/>
                    <a:pt x="1873" y="4365"/>
                  </a:cubicBezTo>
                  <a:cubicBezTo>
                    <a:pt x="1937" y="4365"/>
                    <a:pt x="2001" y="4361"/>
                    <a:pt x="2061" y="4357"/>
                  </a:cubicBezTo>
                  <a:cubicBezTo>
                    <a:pt x="2125" y="4357"/>
                    <a:pt x="2185" y="4353"/>
                    <a:pt x="2249" y="4345"/>
                  </a:cubicBezTo>
                  <a:cubicBezTo>
                    <a:pt x="2369" y="4325"/>
                    <a:pt x="2485" y="4289"/>
                    <a:pt x="2597" y="4245"/>
                  </a:cubicBezTo>
                  <a:cubicBezTo>
                    <a:pt x="2673" y="4213"/>
                    <a:pt x="2741" y="4181"/>
                    <a:pt x="2809" y="4149"/>
                  </a:cubicBezTo>
                  <a:close/>
                  <a:moveTo>
                    <a:pt x="3527" y="0"/>
                  </a:moveTo>
                  <a:cubicBezTo>
                    <a:pt x="3506" y="0"/>
                    <a:pt x="3486" y="1"/>
                    <a:pt x="3465" y="1"/>
                  </a:cubicBezTo>
                  <a:cubicBezTo>
                    <a:pt x="3301" y="1"/>
                    <a:pt x="3133" y="21"/>
                    <a:pt x="2973" y="61"/>
                  </a:cubicBezTo>
                  <a:cubicBezTo>
                    <a:pt x="2889" y="81"/>
                    <a:pt x="2809" y="105"/>
                    <a:pt x="2733" y="137"/>
                  </a:cubicBezTo>
                  <a:cubicBezTo>
                    <a:pt x="2653" y="173"/>
                    <a:pt x="2581" y="209"/>
                    <a:pt x="2509" y="253"/>
                  </a:cubicBezTo>
                  <a:cubicBezTo>
                    <a:pt x="2365" y="333"/>
                    <a:pt x="2225" y="413"/>
                    <a:pt x="2089" y="501"/>
                  </a:cubicBezTo>
                  <a:cubicBezTo>
                    <a:pt x="1945" y="589"/>
                    <a:pt x="1813" y="689"/>
                    <a:pt x="1697" y="809"/>
                  </a:cubicBezTo>
                  <a:cubicBezTo>
                    <a:pt x="1633" y="873"/>
                    <a:pt x="1581" y="945"/>
                    <a:pt x="1545" y="1029"/>
                  </a:cubicBezTo>
                  <a:cubicBezTo>
                    <a:pt x="1509" y="1109"/>
                    <a:pt x="1489" y="1197"/>
                    <a:pt x="1489" y="1289"/>
                  </a:cubicBezTo>
                  <a:cubicBezTo>
                    <a:pt x="1489" y="1333"/>
                    <a:pt x="1493" y="1373"/>
                    <a:pt x="1497" y="1417"/>
                  </a:cubicBezTo>
                  <a:cubicBezTo>
                    <a:pt x="1501" y="1457"/>
                    <a:pt x="1509" y="1497"/>
                    <a:pt x="1521" y="1537"/>
                  </a:cubicBezTo>
                  <a:cubicBezTo>
                    <a:pt x="1529" y="1577"/>
                    <a:pt x="1545" y="1617"/>
                    <a:pt x="1561" y="1657"/>
                  </a:cubicBezTo>
                  <a:cubicBezTo>
                    <a:pt x="1573" y="1693"/>
                    <a:pt x="1589" y="1729"/>
                    <a:pt x="1605" y="1765"/>
                  </a:cubicBezTo>
                  <a:cubicBezTo>
                    <a:pt x="1669" y="1901"/>
                    <a:pt x="1749" y="2029"/>
                    <a:pt x="1841" y="2149"/>
                  </a:cubicBezTo>
                  <a:cubicBezTo>
                    <a:pt x="1965" y="2313"/>
                    <a:pt x="2109" y="2461"/>
                    <a:pt x="2273" y="2585"/>
                  </a:cubicBezTo>
                  <a:cubicBezTo>
                    <a:pt x="2189" y="2529"/>
                    <a:pt x="2097" y="2469"/>
                    <a:pt x="2005" y="2413"/>
                  </a:cubicBezTo>
                  <a:cubicBezTo>
                    <a:pt x="1893" y="2345"/>
                    <a:pt x="1773" y="2281"/>
                    <a:pt x="1653" y="2221"/>
                  </a:cubicBezTo>
                  <a:cubicBezTo>
                    <a:pt x="1521" y="2157"/>
                    <a:pt x="1397" y="2121"/>
                    <a:pt x="1281" y="2069"/>
                  </a:cubicBezTo>
                  <a:cubicBezTo>
                    <a:pt x="1249" y="2057"/>
                    <a:pt x="1221" y="2041"/>
                    <a:pt x="1193" y="2025"/>
                  </a:cubicBezTo>
                  <a:cubicBezTo>
                    <a:pt x="1173" y="2017"/>
                    <a:pt x="1165" y="2013"/>
                    <a:pt x="1141" y="2001"/>
                  </a:cubicBezTo>
                  <a:lnTo>
                    <a:pt x="1125" y="1993"/>
                  </a:lnTo>
                  <a:lnTo>
                    <a:pt x="1117" y="1989"/>
                  </a:lnTo>
                  <a:lnTo>
                    <a:pt x="1105" y="1985"/>
                  </a:lnTo>
                  <a:cubicBezTo>
                    <a:pt x="1089" y="1981"/>
                    <a:pt x="1069" y="1977"/>
                    <a:pt x="1049" y="1977"/>
                  </a:cubicBezTo>
                  <a:cubicBezTo>
                    <a:pt x="1029" y="1977"/>
                    <a:pt x="1005" y="1981"/>
                    <a:pt x="989" y="1989"/>
                  </a:cubicBezTo>
                  <a:lnTo>
                    <a:pt x="973" y="1997"/>
                  </a:lnTo>
                  <a:lnTo>
                    <a:pt x="965" y="2001"/>
                  </a:lnTo>
                  <a:lnTo>
                    <a:pt x="949" y="2009"/>
                  </a:lnTo>
                  <a:cubicBezTo>
                    <a:pt x="929" y="2025"/>
                    <a:pt x="917" y="2033"/>
                    <a:pt x="901" y="2045"/>
                  </a:cubicBezTo>
                  <a:cubicBezTo>
                    <a:pt x="873" y="2065"/>
                    <a:pt x="845" y="2089"/>
                    <a:pt x="817" y="2109"/>
                  </a:cubicBezTo>
                  <a:cubicBezTo>
                    <a:pt x="761" y="2149"/>
                    <a:pt x="705" y="2185"/>
                    <a:pt x="645" y="2221"/>
                  </a:cubicBezTo>
                  <a:cubicBezTo>
                    <a:pt x="589" y="2261"/>
                    <a:pt x="525" y="2297"/>
                    <a:pt x="461" y="2337"/>
                  </a:cubicBezTo>
                  <a:cubicBezTo>
                    <a:pt x="325" y="2413"/>
                    <a:pt x="209" y="2517"/>
                    <a:pt x="113" y="2641"/>
                  </a:cubicBezTo>
                  <a:cubicBezTo>
                    <a:pt x="89" y="2673"/>
                    <a:pt x="69" y="2709"/>
                    <a:pt x="53" y="2745"/>
                  </a:cubicBezTo>
                  <a:cubicBezTo>
                    <a:pt x="33" y="2785"/>
                    <a:pt x="21" y="2825"/>
                    <a:pt x="13" y="2865"/>
                  </a:cubicBezTo>
                  <a:cubicBezTo>
                    <a:pt x="1" y="2941"/>
                    <a:pt x="1" y="3017"/>
                    <a:pt x="13" y="3097"/>
                  </a:cubicBezTo>
                  <a:cubicBezTo>
                    <a:pt x="41" y="3241"/>
                    <a:pt x="85" y="3385"/>
                    <a:pt x="141" y="3525"/>
                  </a:cubicBezTo>
                  <a:cubicBezTo>
                    <a:pt x="169" y="3593"/>
                    <a:pt x="193" y="3661"/>
                    <a:pt x="217" y="3729"/>
                  </a:cubicBezTo>
                  <a:cubicBezTo>
                    <a:pt x="233" y="3805"/>
                    <a:pt x="265" y="3873"/>
                    <a:pt x="305" y="3937"/>
                  </a:cubicBezTo>
                  <a:cubicBezTo>
                    <a:pt x="397" y="4057"/>
                    <a:pt x="521" y="4149"/>
                    <a:pt x="661" y="4197"/>
                  </a:cubicBezTo>
                  <a:cubicBezTo>
                    <a:pt x="753" y="4237"/>
                    <a:pt x="849" y="4265"/>
                    <a:pt x="945" y="4285"/>
                  </a:cubicBezTo>
                  <a:cubicBezTo>
                    <a:pt x="937" y="4293"/>
                    <a:pt x="929" y="4301"/>
                    <a:pt x="925" y="4313"/>
                  </a:cubicBezTo>
                  <a:cubicBezTo>
                    <a:pt x="917" y="4325"/>
                    <a:pt x="913" y="4341"/>
                    <a:pt x="913" y="4357"/>
                  </a:cubicBezTo>
                  <a:cubicBezTo>
                    <a:pt x="909" y="4421"/>
                    <a:pt x="921" y="4481"/>
                    <a:pt x="945" y="4541"/>
                  </a:cubicBezTo>
                  <a:cubicBezTo>
                    <a:pt x="973" y="4601"/>
                    <a:pt x="1017" y="4653"/>
                    <a:pt x="1073" y="4689"/>
                  </a:cubicBezTo>
                  <a:cubicBezTo>
                    <a:pt x="1169" y="4741"/>
                    <a:pt x="1277" y="4773"/>
                    <a:pt x="1385" y="4785"/>
                  </a:cubicBezTo>
                  <a:cubicBezTo>
                    <a:pt x="1581" y="4817"/>
                    <a:pt x="1773" y="4829"/>
                    <a:pt x="1961" y="4869"/>
                  </a:cubicBezTo>
                  <a:cubicBezTo>
                    <a:pt x="2057" y="4889"/>
                    <a:pt x="2149" y="4913"/>
                    <a:pt x="2241" y="4945"/>
                  </a:cubicBezTo>
                  <a:cubicBezTo>
                    <a:pt x="2329" y="4977"/>
                    <a:pt x="2421" y="5017"/>
                    <a:pt x="2513" y="5053"/>
                  </a:cubicBezTo>
                  <a:cubicBezTo>
                    <a:pt x="2609" y="5089"/>
                    <a:pt x="2705" y="5113"/>
                    <a:pt x="2801" y="5129"/>
                  </a:cubicBezTo>
                  <a:cubicBezTo>
                    <a:pt x="2884" y="5143"/>
                    <a:pt x="2966" y="5150"/>
                    <a:pt x="3049" y="5150"/>
                  </a:cubicBezTo>
                  <a:cubicBezTo>
                    <a:pt x="3066" y="5150"/>
                    <a:pt x="3084" y="5150"/>
                    <a:pt x="3101" y="5149"/>
                  </a:cubicBezTo>
                  <a:cubicBezTo>
                    <a:pt x="3309" y="5141"/>
                    <a:pt x="3509" y="5097"/>
                    <a:pt x="3693" y="5009"/>
                  </a:cubicBezTo>
                  <a:cubicBezTo>
                    <a:pt x="3789" y="4969"/>
                    <a:pt x="3877" y="4913"/>
                    <a:pt x="3957" y="4853"/>
                  </a:cubicBezTo>
                  <a:cubicBezTo>
                    <a:pt x="4041" y="4789"/>
                    <a:pt x="4117" y="4717"/>
                    <a:pt x="4185" y="4633"/>
                  </a:cubicBezTo>
                  <a:cubicBezTo>
                    <a:pt x="4201" y="4609"/>
                    <a:pt x="4221" y="4585"/>
                    <a:pt x="4233" y="4557"/>
                  </a:cubicBezTo>
                  <a:cubicBezTo>
                    <a:pt x="4245" y="4529"/>
                    <a:pt x="4257" y="4497"/>
                    <a:pt x="4257" y="4465"/>
                  </a:cubicBezTo>
                  <a:cubicBezTo>
                    <a:pt x="4265" y="4409"/>
                    <a:pt x="4261" y="4353"/>
                    <a:pt x="4253" y="4297"/>
                  </a:cubicBezTo>
                  <a:cubicBezTo>
                    <a:pt x="4233" y="4197"/>
                    <a:pt x="4205" y="4097"/>
                    <a:pt x="4165" y="4005"/>
                  </a:cubicBezTo>
                  <a:cubicBezTo>
                    <a:pt x="4153" y="3973"/>
                    <a:pt x="4137" y="3945"/>
                    <a:pt x="4125" y="3917"/>
                  </a:cubicBezTo>
                  <a:lnTo>
                    <a:pt x="4125" y="3917"/>
                  </a:lnTo>
                  <a:cubicBezTo>
                    <a:pt x="4225" y="4053"/>
                    <a:pt x="4341" y="4177"/>
                    <a:pt x="4469" y="4289"/>
                  </a:cubicBezTo>
                  <a:cubicBezTo>
                    <a:pt x="4537" y="4345"/>
                    <a:pt x="4609" y="4397"/>
                    <a:pt x="4685" y="4441"/>
                  </a:cubicBezTo>
                  <a:cubicBezTo>
                    <a:pt x="4761" y="4485"/>
                    <a:pt x="4849" y="4517"/>
                    <a:pt x="4937" y="4537"/>
                  </a:cubicBezTo>
                  <a:cubicBezTo>
                    <a:pt x="4973" y="4543"/>
                    <a:pt x="5008" y="4547"/>
                    <a:pt x="5044" y="4547"/>
                  </a:cubicBezTo>
                  <a:cubicBezTo>
                    <a:pt x="5103" y="4547"/>
                    <a:pt x="5162" y="4537"/>
                    <a:pt x="5217" y="4517"/>
                  </a:cubicBezTo>
                  <a:cubicBezTo>
                    <a:pt x="5297" y="4489"/>
                    <a:pt x="5377" y="4465"/>
                    <a:pt x="5453" y="4433"/>
                  </a:cubicBezTo>
                  <a:cubicBezTo>
                    <a:pt x="5533" y="4405"/>
                    <a:pt x="5609" y="4377"/>
                    <a:pt x="5685" y="4345"/>
                  </a:cubicBezTo>
                  <a:cubicBezTo>
                    <a:pt x="5765" y="4317"/>
                    <a:pt x="5841" y="4285"/>
                    <a:pt x="5917" y="4253"/>
                  </a:cubicBezTo>
                  <a:cubicBezTo>
                    <a:pt x="5993" y="4221"/>
                    <a:pt x="6069" y="4185"/>
                    <a:pt x="6145" y="4149"/>
                  </a:cubicBezTo>
                  <a:cubicBezTo>
                    <a:pt x="6185" y="4129"/>
                    <a:pt x="6221" y="4109"/>
                    <a:pt x="6257" y="4089"/>
                  </a:cubicBezTo>
                  <a:lnTo>
                    <a:pt x="6309" y="4053"/>
                  </a:lnTo>
                  <a:lnTo>
                    <a:pt x="6361" y="4013"/>
                  </a:lnTo>
                  <a:cubicBezTo>
                    <a:pt x="6433" y="3961"/>
                    <a:pt x="6489" y="3889"/>
                    <a:pt x="6529" y="3809"/>
                  </a:cubicBezTo>
                  <a:cubicBezTo>
                    <a:pt x="6537" y="3789"/>
                    <a:pt x="6545" y="3765"/>
                    <a:pt x="6549" y="3741"/>
                  </a:cubicBezTo>
                  <a:cubicBezTo>
                    <a:pt x="6557" y="3721"/>
                    <a:pt x="6557" y="3701"/>
                    <a:pt x="6561" y="3681"/>
                  </a:cubicBezTo>
                  <a:cubicBezTo>
                    <a:pt x="6569" y="3637"/>
                    <a:pt x="6573" y="3593"/>
                    <a:pt x="6577" y="3549"/>
                  </a:cubicBezTo>
                  <a:cubicBezTo>
                    <a:pt x="6581" y="3461"/>
                    <a:pt x="6581" y="3377"/>
                    <a:pt x="6569" y="3289"/>
                  </a:cubicBezTo>
                  <a:cubicBezTo>
                    <a:pt x="6557" y="3229"/>
                    <a:pt x="6545" y="3169"/>
                    <a:pt x="6525" y="3109"/>
                  </a:cubicBezTo>
                  <a:cubicBezTo>
                    <a:pt x="6573" y="3089"/>
                    <a:pt x="6617" y="3069"/>
                    <a:pt x="6665" y="3045"/>
                  </a:cubicBezTo>
                  <a:cubicBezTo>
                    <a:pt x="6801" y="2977"/>
                    <a:pt x="6933" y="2901"/>
                    <a:pt x="7057" y="2809"/>
                  </a:cubicBezTo>
                  <a:cubicBezTo>
                    <a:pt x="7185" y="2717"/>
                    <a:pt x="7301" y="2609"/>
                    <a:pt x="7401" y="2485"/>
                  </a:cubicBezTo>
                  <a:lnTo>
                    <a:pt x="7437" y="2437"/>
                  </a:lnTo>
                  <a:lnTo>
                    <a:pt x="7469" y="2389"/>
                  </a:lnTo>
                  <a:cubicBezTo>
                    <a:pt x="7493" y="2353"/>
                    <a:pt x="7513" y="2321"/>
                    <a:pt x="7529" y="2281"/>
                  </a:cubicBezTo>
                  <a:cubicBezTo>
                    <a:pt x="7569" y="2209"/>
                    <a:pt x="7597" y="2133"/>
                    <a:pt x="7617" y="2053"/>
                  </a:cubicBezTo>
                  <a:cubicBezTo>
                    <a:pt x="7625" y="2013"/>
                    <a:pt x="7633" y="1973"/>
                    <a:pt x="7641" y="1937"/>
                  </a:cubicBezTo>
                  <a:cubicBezTo>
                    <a:pt x="7645" y="1897"/>
                    <a:pt x="7649" y="1853"/>
                    <a:pt x="7653" y="1813"/>
                  </a:cubicBezTo>
                  <a:cubicBezTo>
                    <a:pt x="7657" y="1769"/>
                    <a:pt x="7657" y="1729"/>
                    <a:pt x="7653" y="1689"/>
                  </a:cubicBezTo>
                  <a:cubicBezTo>
                    <a:pt x="7653" y="1645"/>
                    <a:pt x="7649" y="1605"/>
                    <a:pt x="7641" y="1561"/>
                  </a:cubicBezTo>
                  <a:lnTo>
                    <a:pt x="7629" y="1501"/>
                  </a:lnTo>
                  <a:cubicBezTo>
                    <a:pt x="7621" y="1481"/>
                    <a:pt x="7617" y="1461"/>
                    <a:pt x="7609" y="1441"/>
                  </a:cubicBezTo>
                  <a:cubicBezTo>
                    <a:pt x="7597" y="1397"/>
                    <a:pt x="7581" y="1361"/>
                    <a:pt x="7557" y="1321"/>
                  </a:cubicBezTo>
                  <a:cubicBezTo>
                    <a:pt x="7521" y="1245"/>
                    <a:pt x="7469" y="1177"/>
                    <a:pt x="7409" y="1113"/>
                  </a:cubicBezTo>
                  <a:cubicBezTo>
                    <a:pt x="7289" y="993"/>
                    <a:pt x="7145" y="897"/>
                    <a:pt x="6989" y="833"/>
                  </a:cubicBezTo>
                  <a:cubicBezTo>
                    <a:pt x="6833" y="769"/>
                    <a:pt x="6673" y="725"/>
                    <a:pt x="6509" y="697"/>
                  </a:cubicBezTo>
                  <a:cubicBezTo>
                    <a:pt x="6349" y="673"/>
                    <a:pt x="6185" y="661"/>
                    <a:pt x="6025" y="661"/>
                  </a:cubicBezTo>
                  <a:cubicBezTo>
                    <a:pt x="6008" y="661"/>
                    <a:pt x="5991" y="661"/>
                    <a:pt x="5975" y="661"/>
                  </a:cubicBezTo>
                  <a:cubicBezTo>
                    <a:pt x="5828" y="661"/>
                    <a:pt x="5685" y="676"/>
                    <a:pt x="5545" y="701"/>
                  </a:cubicBezTo>
                  <a:cubicBezTo>
                    <a:pt x="5505" y="709"/>
                    <a:pt x="5465" y="721"/>
                    <a:pt x="5425" y="733"/>
                  </a:cubicBezTo>
                  <a:lnTo>
                    <a:pt x="5393" y="741"/>
                  </a:lnTo>
                  <a:lnTo>
                    <a:pt x="5381" y="745"/>
                  </a:lnTo>
                  <a:lnTo>
                    <a:pt x="5377" y="745"/>
                  </a:lnTo>
                  <a:lnTo>
                    <a:pt x="5373" y="749"/>
                  </a:lnTo>
                  <a:lnTo>
                    <a:pt x="5357" y="757"/>
                  </a:lnTo>
                  <a:lnTo>
                    <a:pt x="5333" y="769"/>
                  </a:lnTo>
                  <a:lnTo>
                    <a:pt x="5301" y="789"/>
                  </a:lnTo>
                  <a:lnTo>
                    <a:pt x="5269" y="813"/>
                  </a:lnTo>
                  <a:cubicBezTo>
                    <a:pt x="5257" y="821"/>
                    <a:pt x="5253" y="829"/>
                    <a:pt x="5245" y="837"/>
                  </a:cubicBezTo>
                  <a:cubicBezTo>
                    <a:pt x="5229" y="849"/>
                    <a:pt x="5213" y="865"/>
                    <a:pt x="5197" y="881"/>
                  </a:cubicBezTo>
                  <a:lnTo>
                    <a:pt x="5157" y="933"/>
                  </a:lnTo>
                  <a:lnTo>
                    <a:pt x="5121" y="981"/>
                  </a:lnTo>
                  <a:cubicBezTo>
                    <a:pt x="5037" y="1105"/>
                    <a:pt x="4965" y="1237"/>
                    <a:pt x="4909" y="1373"/>
                  </a:cubicBezTo>
                  <a:cubicBezTo>
                    <a:pt x="4793" y="1633"/>
                    <a:pt x="4705" y="1881"/>
                    <a:pt x="4621" y="2109"/>
                  </a:cubicBezTo>
                  <a:cubicBezTo>
                    <a:pt x="4537" y="2337"/>
                    <a:pt x="4461" y="2545"/>
                    <a:pt x="4385" y="2725"/>
                  </a:cubicBezTo>
                  <a:cubicBezTo>
                    <a:pt x="4321" y="2877"/>
                    <a:pt x="4245" y="3029"/>
                    <a:pt x="4157" y="3173"/>
                  </a:cubicBezTo>
                  <a:cubicBezTo>
                    <a:pt x="4157" y="3177"/>
                    <a:pt x="4153" y="3177"/>
                    <a:pt x="4149" y="3181"/>
                  </a:cubicBezTo>
                  <a:cubicBezTo>
                    <a:pt x="4139" y="3183"/>
                    <a:pt x="4129" y="3184"/>
                    <a:pt x="4119" y="3184"/>
                  </a:cubicBezTo>
                  <a:cubicBezTo>
                    <a:pt x="4069" y="3184"/>
                    <a:pt x="4031" y="3156"/>
                    <a:pt x="4041" y="3081"/>
                  </a:cubicBezTo>
                  <a:cubicBezTo>
                    <a:pt x="4093" y="2949"/>
                    <a:pt x="4157" y="2789"/>
                    <a:pt x="4233" y="2605"/>
                  </a:cubicBezTo>
                  <a:cubicBezTo>
                    <a:pt x="4253" y="2561"/>
                    <a:pt x="4273" y="2513"/>
                    <a:pt x="4293" y="2469"/>
                  </a:cubicBezTo>
                  <a:cubicBezTo>
                    <a:pt x="4317" y="2421"/>
                    <a:pt x="4341" y="2381"/>
                    <a:pt x="4369" y="2329"/>
                  </a:cubicBezTo>
                  <a:cubicBezTo>
                    <a:pt x="4425" y="2233"/>
                    <a:pt x="4481" y="2129"/>
                    <a:pt x="4541" y="2021"/>
                  </a:cubicBezTo>
                  <a:cubicBezTo>
                    <a:pt x="4665" y="1785"/>
                    <a:pt x="4773" y="1541"/>
                    <a:pt x="4861" y="1289"/>
                  </a:cubicBezTo>
                  <a:cubicBezTo>
                    <a:pt x="4909" y="1149"/>
                    <a:pt x="4945" y="1005"/>
                    <a:pt x="4961" y="857"/>
                  </a:cubicBezTo>
                  <a:cubicBezTo>
                    <a:pt x="4965" y="817"/>
                    <a:pt x="4965" y="777"/>
                    <a:pt x="4969" y="737"/>
                  </a:cubicBezTo>
                  <a:cubicBezTo>
                    <a:pt x="4969" y="717"/>
                    <a:pt x="4969" y="697"/>
                    <a:pt x="4969" y="677"/>
                  </a:cubicBezTo>
                  <a:lnTo>
                    <a:pt x="4969" y="649"/>
                  </a:lnTo>
                  <a:lnTo>
                    <a:pt x="4969" y="633"/>
                  </a:lnTo>
                  <a:lnTo>
                    <a:pt x="4969" y="625"/>
                  </a:lnTo>
                  <a:lnTo>
                    <a:pt x="4969" y="617"/>
                  </a:lnTo>
                  <a:lnTo>
                    <a:pt x="4969" y="613"/>
                  </a:lnTo>
                  <a:cubicBezTo>
                    <a:pt x="4965" y="593"/>
                    <a:pt x="4961" y="573"/>
                    <a:pt x="4953" y="553"/>
                  </a:cubicBezTo>
                  <a:lnTo>
                    <a:pt x="4937" y="521"/>
                  </a:lnTo>
                  <a:lnTo>
                    <a:pt x="4921" y="489"/>
                  </a:lnTo>
                  <a:cubicBezTo>
                    <a:pt x="4901" y="453"/>
                    <a:pt x="4873" y="421"/>
                    <a:pt x="4841" y="389"/>
                  </a:cubicBezTo>
                  <a:cubicBezTo>
                    <a:pt x="4721" y="285"/>
                    <a:pt x="4577" y="201"/>
                    <a:pt x="4425" y="153"/>
                  </a:cubicBezTo>
                  <a:cubicBezTo>
                    <a:pt x="4273" y="97"/>
                    <a:pt x="4113" y="57"/>
                    <a:pt x="3957" y="33"/>
                  </a:cubicBezTo>
                  <a:cubicBezTo>
                    <a:pt x="3814" y="12"/>
                    <a:pt x="3670" y="0"/>
                    <a:pt x="35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89"/>
            <p:cNvSpPr/>
            <p:nvPr/>
          </p:nvSpPr>
          <p:spPr>
            <a:xfrm flipH="1">
              <a:off x="1828502" y="1082780"/>
              <a:ext cx="23753" cy="8922"/>
            </a:xfrm>
            <a:custGeom>
              <a:avLst/>
              <a:gdLst/>
              <a:ahLst/>
              <a:cxnLst/>
              <a:rect l="l" t="t" r="r" b="b"/>
              <a:pathLst>
                <a:path w="205" h="77" extrusionOk="0">
                  <a:moveTo>
                    <a:pt x="205" y="0"/>
                  </a:moveTo>
                  <a:lnTo>
                    <a:pt x="205" y="0"/>
                  </a:lnTo>
                  <a:cubicBezTo>
                    <a:pt x="137" y="28"/>
                    <a:pt x="69" y="56"/>
                    <a:pt x="1" y="76"/>
                  </a:cubicBezTo>
                  <a:cubicBezTo>
                    <a:pt x="73" y="68"/>
                    <a:pt x="145" y="44"/>
                    <a:pt x="2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89"/>
            <p:cNvSpPr/>
            <p:nvPr/>
          </p:nvSpPr>
          <p:spPr>
            <a:xfrm flipH="1">
              <a:off x="1621331" y="853363"/>
              <a:ext cx="271246" cy="229997"/>
            </a:xfrm>
            <a:custGeom>
              <a:avLst/>
              <a:gdLst/>
              <a:ahLst/>
              <a:cxnLst/>
              <a:rect l="l" t="t" r="r" b="b"/>
              <a:pathLst>
                <a:path w="2341" h="1985" extrusionOk="0">
                  <a:moveTo>
                    <a:pt x="1129" y="0"/>
                  </a:moveTo>
                  <a:cubicBezTo>
                    <a:pt x="1065" y="4"/>
                    <a:pt x="1001" y="16"/>
                    <a:pt x="937" y="32"/>
                  </a:cubicBezTo>
                  <a:cubicBezTo>
                    <a:pt x="741" y="76"/>
                    <a:pt x="541" y="140"/>
                    <a:pt x="409" y="288"/>
                  </a:cubicBezTo>
                  <a:cubicBezTo>
                    <a:pt x="321" y="396"/>
                    <a:pt x="257" y="516"/>
                    <a:pt x="213" y="648"/>
                  </a:cubicBezTo>
                  <a:cubicBezTo>
                    <a:pt x="141" y="824"/>
                    <a:pt x="73" y="1004"/>
                    <a:pt x="1" y="1180"/>
                  </a:cubicBezTo>
                  <a:lnTo>
                    <a:pt x="25" y="1204"/>
                  </a:lnTo>
                  <a:cubicBezTo>
                    <a:pt x="185" y="1040"/>
                    <a:pt x="301" y="832"/>
                    <a:pt x="353" y="604"/>
                  </a:cubicBezTo>
                  <a:cubicBezTo>
                    <a:pt x="361" y="540"/>
                    <a:pt x="389" y="476"/>
                    <a:pt x="425" y="420"/>
                  </a:cubicBezTo>
                  <a:cubicBezTo>
                    <a:pt x="449" y="394"/>
                    <a:pt x="489" y="377"/>
                    <a:pt x="526" y="377"/>
                  </a:cubicBezTo>
                  <a:cubicBezTo>
                    <a:pt x="555" y="377"/>
                    <a:pt x="583" y="387"/>
                    <a:pt x="601" y="412"/>
                  </a:cubicBezTo>
                  <a:cubicBezTo>
                    <a:pt x="613" y="432"/>
                    <a:pt x="621" y="456"/>
                    <a:pt x="621" y="480"/>
                  </a:cubicBezTo>
                  <a:cubicBezTo>
                    <a:pt x="645" y="652"/>
                    <a:pt x="617" y="828"/>
                    <a:pt x="537" y="984"/>
                  </a:cubicBezTo>
                  <a:cubicBezTo>
                    <a:pt x="565" y="948"/>
                    <a:pt x="589" y="912"/>
                    <a:pt x="617" y="872"/>
                  </a:cubicBezTo>
                  <a:lnTo>
                    <a:pt x="617" y="872"/>
                  </a:lnTo>
                  <a:cubicBezTo>
                    <a:pt x="509" y="1192"/>
                    <a:pt x="349" y="1492"/>
                    <a:pt x="141" y="1760"/>
                  </a:cubicBezTo>
                  <a:cubicBezTo>
                    <a:pt x="265" y="1644"/>
                    <a:pt x="413" y="1560"/>
                    <a:pt x="573" y="1516"/>
                  </a:cubicBezTo>
                  <a:lnTo>
                    <a:pt x="573" y="1516"/>
                  </a:lnTo>
                  <a:lnTo>
                    <a:pt x="413" y="1912"/>
                  </a:lnTo>
                  <a:lnTo>
                    <a:pt x="749" y="1692"/>
                  </a:lnTo>
                  <a:lnTo>
                    <a:pt x="749" y="1692"/>
                  </a:lnTo>
                  <a:cubicBezTo>
                    <a:pt x="725" y="1812"/>
                    <a:pt x="657" y="1916"/>
                    <a:pt x="557" y="1984"/>
                  </a:cubicBezTo>
                  <a:cubicBezTo>
                    <a:pt x="825" y="1868"/>
                    <a:pt x="1065" y="1692"/>
                    <a:pt x="1261" y="1476"/>
                  </a:cubicBezTo>
                  <a:cubicBezTo>
                    <a:pt x="1313" y="1408"/>
                    <a:pt x="1373" y="1348"/>
                    <a:pt x="1441" y="1296"/>
                  </a:cubicBezTo>
                  <a:cubicBezTo>
                    <a:pt x="1487" y="1258"/>
                    <a:pt x="1544" y="1239"/>
                    <a:pt x="1602" y="1239"/>
                  </a:cubicBezTo>
                  <a:cubicBezTo>
                    <a:pt x="1630" y="1239"/>
                    <a:pt x="1658" y="1243"/>
                    <a:pt x="1685" y="1252"/>
                  </a:cubicBezTo>
                  <a:cubicBezTo>
                    <a:pt x="1681" y="1452"/>
                    <a:pt x="1577" y="1636"/>
                    <a:pt x="1409" y="1744"/>
                  </a:cubicBezTo>
                  <a:cubicBezTo>
                    <a:pt x="1729" y="1644"/>
                    <a:pt x="1973" y="1376"/>
                    <a:pt x="2169" y="1100"/>
                  </a:cubicBezTo>
                  <a:cubicBezTo>
                    <a:pt x="2213" y="1044"/>
                    <a:pt x="2249" y="984"/>
                    <a:pt x="2277" y="916"/>
                  </a:cubicBezTo>
                  <a:cubicBezTo>
                    <a:pt x="2301" y="840"/>
                    <a:pt x="2317" y="760"/>
                    <a:pt x="2321" y="676"/>
                  </a:cubicBezTo>
                  <a:cubicBezTo>
                    <a:pt x="2333" y="564"/>
                    <a:pt x="2341" y="440"/>
                    <a:pt x="2289" y="336"/>
                  </a:cubicBezTo>
                  <a:cubicBezTo>
                    <a:pt x="2201" y="172"/>
                    <a:pt x="1993" y="124"/>
                    <a:pt x="1809" y="96"/>
                  </a:cubicBezTo>
                  <a:lnTo>
                    <a:pt x="1369" y="24"/>
                  </a:lnTo>
                  <a:cubicBezTo>
                    <a:pt x="1289" y="8"/>
                    <a:pt x="1209" y="0"/>
                    <a:pt x="11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89"/>
            <p:cNvSpPr/>
            <p:nvPr/>
          </p:nvSpPr>
          <p:spPr>
            <a:xfrm flipH="1">
              <a:off x="1936029" y="767157"/>
              <a:ext cx="309714" cy="249463"/>
            </a:xfrm>
            <a:custGeom>
              <a:avLst/>
              <a:gdLst/>
              <a:ahLst/>
              <a:cxnLst/>
              <a:rect l="l" t="t" r="r" b="b"/>
              <a:pathLst>
                <a:path w="2673" h="2153" extrusionOk="0">
                  <a:moveTo>
                    <a:pt x="1637" y="0"/>
                  </a:moveTo>
                  <a:lnTo>
                    <a:pt x="1637" y="0"/>
                  </a:lnTo>
                  <a:cubicBezTo>
                    <a:pt x="1669" y="72"/>
                    <a:pt x="1593" y="156"/>
                    <a:pt x="1513" y="164"/>
                  </a:cubicBezTo>
                  <a:cubicBezTo>
                    <a:pt x="1506" y="165"/>
                    <a:pt x="1500" y="165"/>
                    <a:pt x="1494" y="165"/>
                  </a:cubicBezTo>
                  <a:cubicBezTo>
                    <a:pt x="1421" y="165"/>
                    <a:pt x="1355" y="125"/>
                    <a:pt x="1293" y="88"/>
                  </a:cubicBezTo>
                  <a:lnTo>
                    <a:pt x="1241" y="56"/>
                  </a:lnTo>
                  <a:cubicBezTo>
                    <a:pt x="1069" y="160"/>
                    <a:pt x="909" y="276"/>
                    <a:pt x="761" y="412"/>
                  </a:cubicBezTo>
                  <a:cubicBezTo>
                    <a:pt x="775" y="381"/>
                    <a:pt x="736" y="346"/>
                    <a:pt x="703" y="346"/>
                  </a:cubicBezTo>
                  <a:cubicBezTo>
                    <a:pt x="698" y="346"/>
                    <a:pt x="693" y="347"/>
                    <a:pt x="689" y="348"/>
                  </a:cubicBezTo>
                  <a:cubicBezTo>
                    <a:pt x="649" y="364"/>
                    <a:pt x="621" y="392"/>
                    <a:pt x="597" y="424"/>
                  </a:cubicBezTo>
                  <a:cubicBezTo>
                    <a:pt x="485" y="564"/>
                    <a:pt x="297" y="624"/>
                    <a:pt x="181" y="756"/>
                  </a:cubicBezTo>
                  <a:cubicBezTo>
                    <a:pt x="5" y="948"/>
                    <a:pt x="1" y="1252"/>
                    <a:pt x="113" y="1488"/>
                  </a:cubicBezTo>
                  <a:cubicBezTo>
                    <a:pt x="221" y="1724"/>
                    <a:pt x="421" y="1904"/>
                    <a:pt x="629" y="2060"/>
                  </a:cubicBezTo>
                  <a:cubicBezTo>
                    <a:pt x="585" y="1956"/>
                    <a:pt x="569" y="1844"/>
                    <a:pt x="577" y="1732"/>
                  </a:cubicBezTo>
                  <a:lnTo>
                    <a:pt x="577" y="1732"/>
                  </a:lnTo>
                  <a:cubicBezTo>
                    <a:pt x="729" y="1908"/>
                    <a:pt x="917" y="2048"/>
                    <a:pt x="1125" y="2152"/>
                  </a:cubicBezTo>
                  <a:cubicBezTo>
                    <a:pt x="945" y="1996"/>
                    <a:pt x="849" y="1768"/>
                    <a:pt x="861" y="1532"/>
                  </a:cubicBezTo>
                  <a:cubicBezTo>
                    <a:pt x="877" y="1300"/>
                    <a:pt x="969" y="1076"/>
                    <a:pt x="1121" y="900"/>
                  </a:cubicBezTo>
                  <a:lnTo>
                    <a:pt x="1121" y="900"/>
                  </a:lnTo>
                  <a:cubicBezTo>
                    <a:pt x="1049" y="1236"/>
                    <a:pt x="1133" y="1588"/>
                    <a:pt x="1349" y="1856"/>
                  </a:cubicBezTo>
                  <a:cubicBezTo>
                    <a:pt x="1377" y="1896"/>
                    <a:pt x="1422" y="1938"/>
                    <a:pt x="1471" y="1938"/>
                  </a:cubicBezTo>
                  <a:cubicBezTo>
                    <a:pt x="1477" y="1938"/>
                    <a:pt x="1483" y="1938"/>
                    <a:pt x="1489" y="1936"/>
                  </a:cubicBezTo>
                  <a:cubicBezTo>
                    <a:pt x="1489" y="1812"/>
                    <a:pt x="1517" y="1684"/>
                    <a:pt x="1573" y="1568"/>
                  </a:cubicBezTo>
                  <a:cubicBezTo>
                    <a:pt x="1685" y="1632"/>
                    <a:pt x="1737" y="1768"/>
                    <a:pt x="1781" y="1892"/>
                  </a:cubicBezTo>
                  <a:cubicBezTo>
                    <a:pt x="1840" y="1863"/>
                    <a:pt x="1871" y="1796"/>
                    <a:pt x="1854" y="1736"/>
                  </a:cubicBezTo>
                  <a:lnTo>
                    <a:pt x="1854" y="1736"/>
                  </a:lnTo>
                  <a:cubicBezTo>
                    <a:pt x="1869" y="1769"/>
                    <a:pt x="1902" y="1793"/>
                    <a:pt x="1941" y="1793"/>
                  </a:cubicBezTo>
                  <a:cubicBezTo>
                    <a:pt x="1943" y="1793"/>
                    <a:pt x="1946" y="1793"/>
                    <a:pt x="1949" y="1792"/>
                  </a:cubicBezTo>
                  <a:cubicBezTo>
                    <a:pt x="1985" y="1536"/>
                    <a:pt x="1925" y="1280"/>
                    <a:pt x="1781" y="1064"/>
                  </a:cubicBezTo>
                  <a:cubicBezTo>
                    <a:pt x="1798" y="1061"/>
                    <a:pt x="1816" y="1060"/>
                    <a:pt x="1833" y="1060"/>
                  </a:cubicBezTo>
                  <a:cubicBezTo>
                    <a:pt x="1963" y="1060"/>
                    <a:pt x="2084" y="1136"/>
                    <a:pt x="2141" y="1256"/>
                  </a:cubicBezTo>
                  <a:cubicBezTo>
                    <a:pt x="2209" y="1412"/>
                    <a:pt x="2145" y="1592"/>
                    <a:pt x="2165" y="1764"/>
                  </a:cubicBezTo>
                  <a:cubicBezTo>
                    <a:pt x="2209" y="1704"/>
                    <a:pt x="2237" y="1636"/>
                    <a:pt x="2245" y="1568"/>
                  </a:cubicBezTo>
                  <a:cubicBezTo>
                    <a:pt x="2281" y="1588"/>
                    <a:pt x="2301" y="1632"/>
                    <a:pt x="2293" y="1672"/>
                  </a:cubicBezTo>
                  <a:cubicBezTo>
                    <a:pt x="2295" y="1673"/>
                    <a:pt x="2297" y="1674"/>
                    <a:pt x="2300" y="1674"/>
                  </a:cubicBezTo>
                  <a:cubicBezTo>
                    <a:pt x="2315" y="1674"/>
                    <a:pt x="2331" y="1654"/>
                    <a:pt x="2321" y="1640"/>
                  </a:cubicBezTo>
                  <a:lnTo>
                    <a:pt x="2321" y="1640"/>
                  </a:lnTo>
                  <a:lnTo>
                    <a:pt x="2341" y="1656"/>
                  </a:lnTo>
                  <a:cubicBezTo>
                    <a:pt x="2413" y="1436"/>
                    <a:pt x="2485" y="1216"/>
                    <a:pt x="2557" y="1000"/>
                  </a:cubicBezTo>
                  <a:cubicBezTo>
                    <a:pt x="2613" y="816"/>
                    <a:pt x="2673" y="612"/>
                    <a:pt x="2589" y="440"/>
                  </a:cubicBezTo>
                  <a:cubicBezTo>
                    <a:pt x="2557" y="372"/>
                    <a:pt x="2509" y="316"/>
                    <a:pt x="2453" y="268"/>
                  </a:cubicBezTo>
                  <a:cubicBezTo>
                    <a:pt x="2301" y="132"/>
                    <a:pt x="2113" y="52"/>
                    <a:pt x="1913" y="32"/>
                  </a:cubicBezTo>
                  <a:lnTo>
                    <a:pt x="1913" y="32"/>
                  </a:lnTo>
                  <a:cubicBezTo>
                    <a:pt x="1917" y="80"/>
                    <a:pt x="1913" y="128"/>
                    <a:pt x="1901" y="176"/>
                  </a:cubicBezTo>
                  <a:cubicBezTo>
                    <a:pt x="1797" y="140"/>
                    <a:pt x="1705" y="80"/>
                    <a:pt x="1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89"/>
            <p:cNvSpPr/>
            <p:nvPr/>
          </p:nvSpPr>
          <p:spPr>
            <a:xfrm flipH="1">
              <a:off x="2187694" y="1008162"/>
              <a:ext cx="257805" cy="213312"/>
            </a:xfrm>
            <a:custGeom>
              <a:avLst/>
              <a:gdLst/>
              <a:ahLst/>
              <a:cxnLst/>
              <a:rect l="l" t="t" r="r" b="b"/>
              <a:pathLst>
                <a:path w="2225" h="1841" extrusionOk="0">
                  <a:moveTo>
                    <a:pt x="821" y="0"/>
                  </a:moveTo>
                  <a:lnTo>
                    <a:pt x="941" y="144"/>
                  </a:lnTo>
                  <a:cubicBezTo>
                    <a:pt x="913" y="142"/>
                    <a:pt x="885" y="140"/>
                    <a:pt x="858" y="140"/>
                  </a:cubicBezTo>
                  <a:cubicBezTo>
                    <a:pt x="599" y="140"/>
                    <a:pt x="351" y="258"/>
                    <a:pt x="185" y="460"/>
                  </a:cubicBezTo>
                  <a:cubicBezTo>
                    <a:pt x="157" y="492"/>
                    <a:pt x="133" y="528"/>
                    <a:pt x="113" y="568"/>
                  </a:cubicBezTo>
                  <a:cubicBezTo>
                    <a:pt x="1" y="804"/>
                    <a:pt x="121" y="1076"/>
                    <a:pt x="237" y="1308"/>
                  </a:cubicBezTo>
                  <a:cubicBezTo>
                    <a:pt x="305" y="1448"/>
                    <a:pt x="381" y="1592"/>
                    <a:pt x="513" y="1676"/>
                  </a:cubicBezTo>
                  <a:cubicBezTo>
                    <a:pt x="581" y="1716"/>
                    <a:pt x="653" y="1744"/>
                    <a:pt x="729" y="1760"/>
                  </a:cubicBezTo>
                  <a:cubicBezTo>
                    <a:pt x="874" y="1804"/>
                    <a:pt x="1030" y="1840"/>
                    <a:pt x="1180" y="1840"/>
                  </a:cubicBezTo>
                  <a:cubicBezTo>
                    <a:pt x="1290" y="1840"/>
                    <a:pt x="1397" y="1821"/>
                    <a:pt x="1497" y="1772"/>
                  </a:cubicBezTo>
                  <a:cubicBezTo>
                    <a:pt x="1321" y="1772"/>
                    <a:pt x="1137" y="1772"/>
                    <a:pt x="969" y="1708"/>
                  </a:cubicBezTo>
                  <a:cubicBezTo>
                    <a:pt x="801" y="1644"/>
                    <a:pt x="649" y="1508"/>
                    <a:pt x="621" y="1332"/>
                  </a:cubicBezTo>
                  <a:cubicBezTo>
                    <a:pt x="653" y="1325"/>
                    <a:pt x="686" y="1322"/>
                    <a:pt x="719" y="1322"/>
                  </a:cubicBezTo>
                  <a:cubicBezTo>
                    <a:pt x="885" y="1322"/>
                    <a:pt x="1048" y="1406"/>
                    <a:pt x="1205" y="1472"/>
                  </a:cubicBezTo>
                  <a:cubicBezTo>
                    <a:pt x="1315" y="1519"/>
                    <a:pt x="1438" y="1558"/>
                    <a:pt x="1555" y="1558"/>
                  </a:cubicBezTo>
                  <a:cubicBezTo>
                    <a:pt x="1639" y="1558"/>
                    <a:pt x="1719" y="1538"/>
                    <a:pt x="1789" y="1488"/>
                  </a:cubicBezTo>
                  <a:lnTo>
                    <a:pt x="1789" y="1488"/>
                  </a:lnTo>
                  <a:cubicBezTo>
                    <a:pt x="1780" y="1489"/>
                    <a:pt x="1772" y="1489"/>
                    <a:pt x="1764" y="1489"/>
                  </a:cubicBezTo>
                  <a:cubicBezTo>
                    <a:pt x="1625" y="1489"/>
                    <a:pt x="1489" y="1457"/>
                    <a:pt x="1369" y="1396"/>
                  </a:cubicBezTo>
                  <a:cubicBezTo>
                    <a:pt x="1417" y="1359"/>
                    <a:pt x="1476" y="1339"/>
                    <a:pt x="1538" y="1339"/>
                  </a:cubicBezTo>
                  <a:cubicBezTo>
                    <a:pt x="1548" y="1339"/>
                    <a:pt x="1558" y="1339"/>
                    <a:pt x="1569" y="1340"/>
                  </a:cubicBezTo>
                  <a:lnTo>
                    <a:pt x="1469" y="1288"/>
                  </a:lnTo>
                  <a:cubicBezTo>
                    <a:pt x="1709" y="1268"/>
                    <a:pt x="1945" y="1208"/>
                    <a:pt x="2169" y="1116"/>
                  </a:cubicBezTo>
                  <a:cubicBezTo>
                    <a:pt x="1745" y="972"/>
                    <a:pt x="1313" y="864"/>
                    <a:pt x="877" y="780"/>
                  </a:cubicBezTo>
                  <a:cubicBezTo>
                    <a:pt x="940" y="778"/>
                    <a:pt x="1002" y="776"/>
                    <a:pt x="1065" y="776"/>
                  </a:cubicBezTo>
                  <a:cubicBezTo>
                    <a:pt x="1382" y="776"/>
                    <a:pt x="1699" y="810"/>
                    <a:pt x="2013" y="880"/>
                  </a:cubicBezTo>
                  <a:cubicBezTo>
                    <a:pt x="1893" y="800"/>
                    <a:pt x="1765" y="736"/>
                    <a:pt x="1637" y="680"/>
                  </a:cubicBezTo>
                  <a:lnTo>
                    <a:pt x="1637" y="680"/>
                  </a:lnTo>
                  <a:lnTo>
                    <a:pt x="2165" y="776"/>
                  </a:lnTo>
                  <a:lnTo>
                    <a:pt x="2185" y="712"/>
                  </a:lnTo>
                  <a:lnTo>
                    <a:pt x="2225" y="652"/>
                  </a:lnTo>
                  <a:cubicBezTo>
                    <a:pt x="1717" y="544"/>
                    <a:pt x="1337" y="60"/>
                    <a:pt x="8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89"/>
            <p:cNvSpPr/>
            <p:nvPr/>
          </p:nvSpPr>
          <p:spPr>
            <a:xfrm flipH="1">
              <a:off x="2025479" y="1231554"/>
              <a:ext cx="211458" cy="92810"/>
            </a:xfrm>
            <a:custGeom>
              <a:avLst/>
              <a:gdLst/>
              <a:ahLst/>
              <a:cxnLst/>
              <a:rect l="l" t="t" r="r" b="b"/>
              <a:pathLst>
                <a:path w="1825" h="801" extrusionOk="0">
                  <a:moveTo>
                    <a:pt x="1041" y="0"/>
                  </a:moveTo>
                  <a:cubicBezTo>
                    <a:pt x="721" y="208"/>
                    <a:pt x="369" y="364"/>
                    <a:pt x="1" y="460"/>
                  </a:cubicBezTo>
                  <a:cubicBezTo>
                    <a:pt x="3" y="460"/>
                    <a:pt x="5" y="460"/>
                    <a:pt x="7" y="460"/>
                  </a:cubicBezTo>
                  <a:cubicBezTo>
                    <a:pt x="368" y="460"/>
                    <a:pt x="667" y="792"/>
                    <a:pt x="1029" y="800"/>
                  </a:cubicBezTo>
                  <a:cubicBezTo>
                    <a:pt x="1033" y="801"/>
                    <a:pt x="1037" y="801"/>
                    <a:pt x="1041" y="801"/>
                  </a:cubicBezTo>
                  <a:cubicBezTo>
                    <a:pt x="1236" y="801"/>
                    <a:pt x="1416" y="706"/>
                    <a:pt x="1589" y="612"/>
                  </a:cubicBezTo>
                  <a:cubicBezTo>
                    <a:pt x="1697" y="552"/>
                    <a:pt x="1825" y="464"/>
                    <a:pt x="1821" y="340"/>
                  </a:cubicBezTo>
                  <a:lnTo>
                    <a:pt x="1821" y="340"/>
                  </a:lnTo>
                  <a:cubicBezTo>
                    <a:pt x="1681" y="448"/>
                    <a:pt x="1533" y="540"/>
                    <a:pt x="1373" y="616"/>
                  </a:cubicBezTo>
                  <a:cubicBezTo>
                    <a:pt x="1270" y="663"/>
                    <a:pt x="1158" y="688"/>
                    <a:pt x="1046" y="688"/>
                  </a:cubicBezTo>
                  <a:cubicBezTo>
                    <a:pt x="984" y="688"/>
                    <a:pt x="922" y="680"/>
                    <a:pt x="861" y="664"/>
                  </a:cubicBezTo>
                  <a:lnTo>
                    <a:pt x="1133" y="592"/>
                  </a:lnTo>
                  <a:cubicBezTo>
                    <a:pt x="1201" y="580"/>
                    <a:pt x="1269" y="552"/>
                    <a:pt x="1333" y="512"/>
                  </a:cubicBezTo>
                  <a:cubicBezTo>
                    <a:pt x="1393" y="468"/>
                    <a:pt x="1425" y="396"/>
                    <a:pt x="1409" y="320"/>
                  </a:cubicBezTo>
                  <a:cubicBezTo>
                    <a:pt x="1409" y="312"/>
                    <a:pt x="1405" y="304"/>
                    <a:pt x="1397" y="296"/>
                  </a:cubicBezTo>
                  <a:cubicBezTo>
                    <a:pt x="1391" y="292"/>
                    <a:pt x="1384" y="290"/>
                    <a:pt x="1378" y="290"/>
                  </a:cubicBezTo>
                  <a:cubicBezTo>
                    <a:pt x="1356" y="290"/>
                    <a:pt x="1333" y="315"/>
                    <a:pt x="1321" y="340"/>
                  </a:cubicBezTo>
                  <a:cubicBezTo>
                    <a:pt x="1311" y="364"/>
                    <a:pt x="1289" y="396"/>
                    <a:pt x="1266" y="396"/>
                  </a:cubicBezTo>
                  <a:cubicBezTo>
                    <a:pt x="1262" y="396"/>
                    <a:pt x="1257" y="395"/>
                    <a:pt x="1253" y="392"/>
                  </a:cubicBezTo>
                  <a:lnTo>
                    <a:pt x="1349" y="180"/>
                  </a:lnTo>
                  <a:cubicBezTo>
                    <a:pt x="1341" y="176"/>
                    <a:pt x="1334" y="174"/>
                    <a:pt x="1327" y="174"/>
                  </a:cubicBezTo>
                  <a:cubicBezTo>
                    <a:pt x="1296" y="174"/>
                    <a:pt x="1268" y="212"/>
                    <a:pt x="1249" y="244"/>
                  </a:cubicBezTo>
                  <a:cubicBezTo>
                    <a:pt x="1182" y="354"/>
                    <a:pt x="1067" y="417"/>
                    <a:pt x="945" y="417"/>
                  </a:cubicBezTo>
                  <a:cubicBezTo>
                    <a:pt x="919" y="417"/>
                    <a:pt x="894" y="414"/>
                    <a:pt x="869" y="408"/>
                  </a:cubicBezTo>
                  <a:cubicBezTo>
                    <a:pt x="953" y="312"/>
                    <a:pt x="1037" y="212"/>
                    <a:pt x="1113" y="108"/>
                  </a:cubicBezTo>
                  <a:lnTo>
                    <a:pt x="1113" y="108"/>
                  </a:lnTo>
                  <a:cubicBezTo>
                    <a:pt x="1073" y="112"/>
                    <a:pt x="1037" y="136"/>
                    <a:pt x="1013" y="168"/>
                  </a:cubicBezTo>
                  <a:cubicBezTo>
                    <a:pt x="1033" y="128"/>
                    <a:pt x="1049" y="88"/>
                    <a:pt x="1053" y="40"/>
                  </a:cubicBezTo>
                  <a:lnTo>
                    <a:pt x="10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89"/>
            <p:cNvSpPr/>
            <p:nvPr/>
          </p:nvSpPr>
          <p:spPr>
            <a:xfrm flipH="1">
              <a:off x="1742760" y="1140135"/>
              <a:ext cx="153524" cy="90145"/>
            </a:xfrm>
            <a:custGeom>
              <a:avLst/>
              <a:gdLst/>
              <a:ahLst/>
              <a:cxnLst/>
              <a:rect l="l" t="t" r="r" b="b"/>
              <a:pathLst>
                <a:path w="1325" h="778" extrusionOk="0">
                  <a:moveTo>
                    <a:pt x="1279" y="1"/>
                  </a:moveTo>
                  <a:cubicBezTo>
                    <a:pt x="1273" y="1"/>
                    <a:pt x="1267" y="2"/>
                    <a:pt x="1261" y="5"/>
                  </a:cubicBezTo>
                  <a:cubicBezTo>
                    <a:pt x="1177" y="25"/>
                    <a:pt x="1097" y="49"/>
                    <a:pt x="1017" y="77"/>
                  </a:cubicBezTo>
                  <a:cubicBezTo>
                    <a:pt x="933" y="113"/>
                    <a:pt x="853" y="157"/>
                    <a:pt x="773" y="197"/>
                  </a:cubicBezTo>
                  <a:cubicBezTo>
                    <a:pt x="533" y="313"/>
                    <a:pt x="269" y="385"/>
                    <a:pt x="1" y="401"/>
                  </a:cubicBezTo>
                  <a:lnTo>
                    <a:pt x="101" y="429"/>
                  </a:lnTo>
                  <a:cubicBezTo>
                    <a:pt x="177" y="453"/>
                    <a:pt x="249" y="461"/>
                    <a:pt x="325" y="461"/>
                  </a:cubicBezTo>
                  <a:cubicBezTo>
                    <a:pt x="305" y="501"/>
                    <a:pt x="273" y="533"/>
                    <a:pt x="229" y="549"/>
                  </a:cubicBezTo>
                  <a:cubicBezTo>
                    <a:pt x="237" y="550"/>
                    <a:pt x="246" y="550"/>
                    <a:pt x="255" y="550"/>
                  </a:cubicBezTo>
                  <a:cubicBezTo>
                    <a:pt x="350" y="550"/>
                    <a:pt x="444" y="529"/>
                    <a:pt x="529" y="485"/>
                  </a:cubicBezTo>
                  <a:lnTo>
                    <a:pt x="529" y="485"/>
                  </a:lnTo>
                  <a:cubicBezTo>
                    <a:pt x="473" y="549"/>
                    <a:pt x="401" y="597"/>
                    <a:pt x="317" y="617"/>
                  </a:cubicBezTo>
                  <a:cubicBezTo>
                    <a:pt x="335" y="621"/>
                    <a:pt x="354" y="623"/>
                    <a:pt x="373" y="623"/>
                  </a:cubicBezTo>
                  <a:cubicBezTo>
                    <a:pt x="482" y="623"/>
                    <a:pt x="588" y="566"/>
                    <a:pt x="677" y="501"/>
                  </a:cubicBezTo>
                  <a:cubicBezTo>
                    <a:pt x="781" y="425"/>
                    <a:pt x="877" y="333"/>
                    <a:pt x="993" y="281"/>
                  </a:cubicBezTo>
                  <a:cubicBezTo>
                    <a:pt x="1003" y="274"/>
                    <a:pt x="1013" y="271"/>
                    <a:pt x="1023" y="271"/>
                  </a:cubicBezTo>
                  <a:cubicBezTo>
                    <a:pt x="1029" y="271"/>
                    <a:pt x="1035" y="272"/>
                    <a:pt x="1041" y="273"/>
                  </a:cubicBezTo>
                  <a:cubicBezTo>
                    <a:pt x="1073" y="285"/>
                    <a:pt x="1065" y="333"/>
                    <a:pt x="1053" y="361"/>
                  </a:cubicBezTo>
                  <a:cubicBezTo>
                    <a:pt x="961" y="549"/>
                    <a:pt x="805" y="697"/>
                    <a:pt x="613" y="777"/>
                  </a:cubicBezTo>
                  <a:cubicBezTo>
                    <a:pt x="729" y="737"/>
                    <a:pt x="845" y="685"/>
                    <a:pt x="961" y="637"/>
                  </a:cubicBezTo>
                  <a:cubicBezTo>
                    <a:pt x="1061" y="593"/>
                    <a:pt x="1165" y="541"/>
                    <a:pt x="1233" y="453"/>
                  </a:cubicBezTo>
                  <a:cubicBezTo>
                    <a:pt x="1317" y="341"/>
                    <a:pt x="1321" y="193"/>
                    <a:pt x="1321" y="53"/>
                  </a:cubicBezTo>
                  <a:cubicBezTo>
                    <a:pt x="1325" y="37"/>
                    <a:pt x="1321" y="21"/>
                    <a:pt x="1309" y="9"/>
                  </a:cubicBezTo>
                  <a:cubicBezTo>
                    <a:pt x="1299" y="4"/>
                    <a:pt x="1289" y="1"/>
                    <a:pt x="12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89"/>
            <p:cNvSpPr/>
            <p:nvPr/>
          </p:nvSpPr>
          <p:spPr>
            <a:xfrm flipH="1">
              <a:off x="1582866" y="744331"/>
              <a:ext cx="887197" cy="596833"/>
            </a:xfrm>
            <a:custGeom>
              <a:avLst/>
              <a:gdLst/>
              <a:ahLst/>
              <a:cxnLst/>
              <a:rect l="l" t="t" r="r" b="b"/>
              <a:pathLst>
                <a:path w="7657" h="5151" extrusionOk="0">
                  <a:moveTo>
                    <a:pt x="3608" y="54"/>
                  </a:moveTo>
                  <a:cubicBezTo>
                    <a:pt x="3718" y="54"/>
                    <a:pt x="3828" y="63"/>
                    <a:pt x="3937" y="81"/>
                  </a:cubicBezTo>
                  <a:cubicBezTo>
                    <a:pt x="4017" y="93"/>
                    <a:pt x="4093" y="109"/>
                    <a:pt x="4169" y="129"/>
                  </a:cubicBezTo>
                  <a:cubicBezTo>
                    <a:pt x="4245" y="149"/>
                    <a:pt x="4317" y="173"/>
                    <a:pt x="4389" y="205"/>
                  </a:cubicBezTo>
                  <a:cubicBezTo>
                    <a:pt x="4529" y="257"/>
                    <a:pt x="4657" y="341"/>
                    <a:pt x="4761" y="449"/>
                  </a:cubicBezTo>
                  <a:cubicBezTo>
                    <a:pt x="4781" y="477"/>
                    <a:pt x="4801" y="505"/>
                    <a:pt x="4817" y="533"/>
                  </a:cubicBezTo>
                  <a:lnTo>
                    <a:pt x="4825" y="553"/>
                  </a:lnTo>
                  <a:lnTo>
                    <a:pt x="4833" y="573"/>
                  </a:lnTo>
                  <a:cubicBezTo>
                    <a:pt x="4837" y="589"/>
                    <a:pt x="4841" y="605"/>
                    <a:pt x="4841" y="625"/>
                  </a:cubicBezTo>
                  <a:lnTo>
                    <a:pt x="4841" y="669"/>
                  </a:lnTo>
                  <a:lnTo>
                    <a:pt x="4841" y="721"/>
                  </a:lnTo>
                  <a:cubicBezTo>
                    <a:pt x="4837" y="753"/>
                    <a:pt x="4833" y="789"/>
                    <a:pt x="4825" y="825"/>
                  </a:cubicBezTo>
                  <a:cubicBezTo>
                    <a:pt x="4797" y="961"/>
                    <a:pt x="4757" y="1093"/>
                    <a:pt x="4705" y="1225"/>
                  </a:cubicBezTo>
                  <a:cubicBezTo>
                    <a:pt x="4657" y="1353"/>
                    <a:pt x="4605" y="1473"/>
                    <a:pt x="4557" y="1597"/>
                  </a:cubicBezTo>
                  <a:cubicBezTo>
                    <a:pt x="4505" y="1717"/>
                    <a:pt x="4449" y="1829"/>
                    <a:pt x="4397" y="1937"/>
                  </a:cubicBezTo>
                  <a:cubicBezTo>
                    <a:pt x="4345" y="2045"/>
                    <a:pt x="4293" y="2153"/>
                    <a:pt x="4241" y="2249"/>
                  </a:cubicBezTo>
                  <a:cubicBezTo>
                    <a:pt x="4229" y="2273"/>
                    <a:pt x="4217" y="2301"/>
                    <a:pt x="4205" y="2325"/>
                  </a:cubicBezTo>
                  <a:lnTo>
                    <a:pt x="4205" y="2329"/>
                  </a:lnTo>
                  <a:cubicBezTo>
                    <a:pt x="4097" y="2329"/>
                    <a:pt x="3981" y="2529"/>
                    <a:pt x="3905" y="2665"/>
                  </a:cubicBezTo>
                  <a:cubicBezTo>
                    <a:pt x="3913" y="2637"/>
                    <a:pt x="3921" y="2605"/>
                    <a:pt x="3929" y="2565"/>
                  </a:cubicBezTo>
                  <a:cubicBezTo>
                    <a:pt x="3941" y="2501"/>
                    <a:pt x="3953" y="2421"/>
                    <a:pt x="3961" y="2337"/>
                  </a:cubicBezTo>
                  <a:cubicBezTo>
                    <a:pt x="3969" y="2253"/>
                    <a:pt x="3977" y="2165"/>
                    <a:pt x="3981" y="2073"/>
                  </a:cubicBezTo>
                  <a:cubicBezTo>
                    <a:pt x="3981" y="1985"/>
                    <a:pt x="3981" y="1897"/>
                    <a:pt x="3973" y="1813"/>
                  </a:cubicBezTo>
                  <a:cubicBezTo>
                    <a:pt x="3973" y="1769"/>
                    <a:pt x="3969" y="1729"/>
                    <a:pt x="3965" y="1689"/>
                  </a:cubicBezTo>
                  <a:cubicBezTo>
                    <a:pt x="3961" y="1653"/>
                    <a:pt x="3957" y="1617"/>
                    <a:pt x="3949" y="1581"/>
                  </a:cubicBezTo>
                  <a:cubicBezTo>
                    <a:pt x="3941" y="1525"/>
                    <a:pt x="3913" y="1473"/>
                    <a:pt x="3873" y="1433"/>
                  </a:cubicBezTo>
                  <a:cubicBezTo>
                    <a:pt x="3857" y="1417"/>
                    <a:pt x="3837" y="1409"/>
                    <a:pt x="3817" y="1405"/>
                  </a:cubicBezTo>
                  <a:lnTo>
                    <a:pt x="3817" y="1405"/>
                  </a:lnTo>
                  <a:lnTo>
                    <a:pt x="3833" y="1413"/>
                  </a:lnTo>
                  <a:cubicBezTo>
                    <a:pt x="3845" y="1417"/>
                    <a:pt x="3857" y="1429"/>
                    <a:pt x="3865" y="1441"/>
                  </a:cubicBezTo>
                  <a:cubicBezTo>
                    <a:pt x="3897" y="1481"/>
                    <a:pt x="3913" y="1533"/>
                    <a:pt x="3913" y="1585"/>
                  </a:cubicBezTo>
                  <a:cubicBezTo>
                    <a:pt x="3921" y="1649"/>
                    <a:pt x="3917" y="1729"/>
                    <a:pt x="3921" y="1813"/>
                  </a:cubicBezTo>
                  <a:cubicBezTo>
                    <a:pt x="3921" y="1893"/>
                    <a:pt x="3921" y="1981"/>
                    <a:pt x="3917" y="2073"/>
                  </a:cubicBezTo>
                  <a:cubicBezTo>
                    <a:pt x="3913" y="2249"/>
                    <a:pt x="3901" y="2425"/>
                    <a:pt x="3893" y="2557"/>
                  </a:cubicBezTo>
                  <a:cubicBezTo>
                    <a:pt x="3889" y="2621"/>
                    <a:pt x="3885" y="2673"/>
                    <a:pt x="3881" y="2709"/>
                  </a:cubicBezTo>
                  <a:cubicBezTo>
                    <a:pt x="3869" y="2737"/>
                    <a:pt x="3857" y="2757"/>
                    <a:pt x="3841" y="2781"/>
                  </a:cubicBezTo>
                  <a:cubicBezTo>
                    <a:pt x="3817" y="2781"/>
                    <a:pt x="3709" y="2517"/>
                    <a:pt x="3549" y="2493"/>
                  </a:cubicBezTo>
                  <a:cubicBezTo>
                    <a:pt x="3543" y="2492"/>
                    <a:pt x="3537" y="2492"/>
                    <a:pt x="3532" y="2492"/>
                  </a:cubicBezTo>
                  <a:cubicBezTo>
                    <a:pt x="3468" y="2492"/>
                    <a:pt x="3439" y="2556"/>
                    <a:pt x="3417" y="2629"/>
                  </a:cubicBezTo>
                  <a:cubicBezTo>
                    <a:pt x="3377" y="2577"/>
                    <a:pt x="3337" y="2521"/>
                    <a:pt x="3293" y="2461"/>
                  </a:cubicBezTo>
                  <a:cubicBezTo>
                    <a:pt x="3265" y="2421"/>
                    <a:pt x="3233" y="2373"/>
                    <a:pt x="3205" y="2329"/>
                  </a:cubicBezTo>
                  <a:cubicBezTo>
                    <a:pt x="3173" y="2281"/>
                    <a:pt x="3145" y="2233"/>
                    <a:pt x="3117" y="2185"/>
                  </a:cubicBezTo>
                  <a:cubicBezTo>
                    <a:pt x="3089" y="2137"/>
                    <a:pt x="3061" y="2089"/>
                    <a:pt x="3033" y="2041"/>
                  </a:cubicBezTo>
                  <a:cubicBezTo>
                    <a:pt x="3009" y="1993"/>
                    <a:pt x="2985" y="1941"/>
                    <a:pt x="2961" y="1897"/>
                  </a:cubicBezTo>
                  <a:cubicBezTo>
                    <a:pt x="2941" y="1853"/>
                    <a:pt x="2925" y="1805"/>
                    <a:pt x="2913" y="1757"/>
                  </a:cubicBezTo>
                  <a:cubicBezTo>
                    <a:pt x="2901" y="1713"/>
                    <a:pt x="2897" y="1669"/>
                    <a:pt x="2901" y="1625"/>
                  </a:cubicBezTo>
                  <a:cubicBezTo>
                    <a:pt x="2901" y="1557"/>
                    <a:pt x="2909" y="1493"/>
                    <a:pt x="2921" y="1425"/>
                  </a:cubicBezTo>
                  <a:cubicBezTo>
                    <a:pt x="2929" y="1377"/>
                    <a:pt x="2937" y="1349"/>
                    <a:pt x="2937" y="1349"/>
                  </a:cubicBezTo>
                  <a:lnTo>
                    <a:pt x="2937" y="1349"/>
                  </a:lnTo>
                  <a:cubicBezTo>
                    <a:pt x="2937" y="1349"/>
                    <a:pt x="2925" y="1377"/>
                    <a:pt x="2909" y="1421"/>
                  </a:cubicBezTo>
                  <a:cubicBezTo>
                    <a:pt x="2889" y="1489"/>
                    <a:pt x="2873" y="1553"/>
                    <a:pt x="2865" y="1621"/>
                  </a:cubicBezTo>
                  <a:cubicBezTo>
                    <a:pt x="2861" y="1669"/>
                    <a:pt x="2861" y="1717"/>
                    <a:pt x="2865" y="1765"/>
                  </a:cubicBezTo>
                  <a:cubicBezTo>
                    <a:pt x="2873" y="1817"/>
                    <a:pt x="2885" y="1865"/>
                    <a:pt x="2909" y="1913"/>
                  </a:cubicBezTo>
                  <a:cubicBezTo>
                    <a:pt x="2949" y="2017"/>
                    <a:pt x="3001" y="2117"/>
                    <a:pt x="3057" y="2213"/>
                  </a:cubicBezTo>
                  <a:cubicBezTo>
                    <a:pt x="3113" y="2309"/>
                    <a:pt x="3177" y="2405"/>
                    <a:pt x="3245" y="2493"/>
                  </a:cubicBezTo>
                  <a:cubicBezTo>
                    <a:pt x="3297" y="2561"/>
                    <a:pt x="3349" y="2621"/>
                    <a:pt x="3401" y="2673"/>
                  </a:cubicBezTo>
                  <a:cubicBezTo>
                    <a:pt x="3385" y="2741"/>
                    <a:pt x="3369" y="2805"/>
                    <a:pt x="3333" y="2829"/>
                  </a:cubicBezTo>
                  <a:cubicBezTo>
                    <a:pt x="3326" y="2835"/>
                    <a:pt x="3312" y="2837"/>
                    <a:pt x="3294" y="2837"/>
                  </a:cubicBezTo>
                  <a:cubicBezTo>
                    <a:pt x="3217" y="2837"/>
                    <a:pt x="3049" y="2794"/>
                    <a:pt x="2901" y="2745"/>
                  </a:cubicBezTo>
                  <a:cubicBezTo>
                    <a:pt x="2877" y="2733"/>
                    <a:pt x="2857" y="2717"/>
                    <a:pt x="2833" y="2705"/>
                  </a:cubicBezTo>
                  <a:cubicBezTo>
                    <a:pt x="2733" y="2645"/>
                    <a:pt x="2617" y="2601"/>
                    <a:pt x="2525" y="2541"/>
                  </a:cubicBezTo>
                  <a:cubicBezTo>
                    <a:pt x="2317" y="2397"/>
                    <a:pt x="2137" y="2221"/>
                    <a:pt x="1993" y="2013"/>
                  </a:cubicBezTo>
                  <a:cubicBezTo>
                    <a:pt x="1913" y="1905"/>
                    <a:pt x="1841" y="1789"/>
                    <a:pt x="1781" y="1665"/>
                  </a:cubicBezTo>
                  <a:cubicBezTo>
                    <a:pt x="1765" y="1633"/>
                    <a:pt x="1753" y="1601"/>
                    <a:pt x="1741" y="1569"/>
                  </a:cubicBezTo>
                  <a:cubicBezTo>
                    <a:pt x="1729" y="1541"/>
                    <a:pt x="1717" y="1509"/>
                    <a:pt x="1709" y="1477"/>
                  </a:cubicBezTo>
                  <a:cubicBezTo>
                    <a:pt x="1701" y="1453"/>
                    <a:pt x="1693" y="1401"/>
                    <a:pt x="1685" y="1377"/>
                  </a:cubicBezTo>
                  <a:cubicBezTo>
                    <a:pt x="1681" y="1345"/>
                    <a:pt x="1681" y="1309"/>
                    <a:pt x="1681" y="1277"/>
                  </a:cubicBezTo>
                  <a:cubicBezTo>
                    <a:pt x="1677" y="1145"/>
                    <a:pt x="1729" y="1013"/>
                    <a:pt x="1821" y="921"/>
                  </a:cubicBezTo>
                  <a:cubicBezTo>
                    <a:pt x="1929" y="809"/>
                    <a:pt x="2045" y="709"/>
                    <a:pt x="2173" y="629"/>
                  </a:cubicBezTo>
                  <a:cubicBezTo>
                    <a:pt x="2301" y="537"/>
                    <a:pt x="2437" y="449"/>
                    <a:pt x="2573" y="361"/>
                  </a:cubicBezTo>
                  <a:cubicBezTo>
                    <a:pt x="2637" y="317"/>
                    <a:pt x="2705" y="277"/>
                    <a:pt x="2777" y="237"/>
                  </a:cubicBezTo>
                  <a:cubicBezTo>
                    <a:pt x="2845" y="201"/>
                    <a:pt x="2917" y="173"/>
                    <a:pt x="2993" y="149"/>
                  </a:cubicBezTo>
                  <a:cubicBezTo>
                    <a:pt x="3192" y="86"/>
                    <a:pt x="3399" y="54"/>
                    <a:pt x="3608" y="54"/>
                  </a:cubicBezTo>
                  <a:close/>
                  <a:moveTo>
                    <a:pt x="4333" y="3053"/>
                  </a:moveTo>
                  <a:lnTo>
                    <a:pt x="4325" y="3069"/>
                  </a:lnTo>
                  <a:lnTo>
                    <a:pt x="4317" y="3081"/>
                  </a:lnTo>
                  <a:lnTo>
                    <a:pt x="4333" y="3053"/>
                  </a:lnTo>
                  <a:close/>
                  <a:moveTo>
                    <a:pt x="6136" y="848"/>
                  </a:moveTo>
                  <a:cubicBezTo>
                    <a:pt x="6255" y="848"/>
                    <a:pt x="6374" y="855"/>
                    <a:pt x="6493" y="869"/>
                  </a:cubicBezTo>
                  <a:cubicBezTo>
                    <a:pt x="6645" y="889"/>
                    <a:pt x="6797" y="921"/>
                    <a:pt x="6945" y="969"/>
                  </a:cubicBezTo>
                  <a:cubicBezTo>
                    <a:pt x="7089" y="1017"/>
                    <a:pt x="7225" y="1093"/>
                    <a:pt x="7345" y="1193"/>
                  </a:cubicBezTo>
                  <a:cubicBezTo>
                    <a:pt x="7401" y="1245"/>
                    <a:pt x="7449" y="1305"/>
                    <a:pt x="7489" y="1369"/>
                  </a:cubicBezTo>
                  <a:cubicBezTo>
                    <a:pt x="7509" y="1401"/>
                    <a:pt x="7525" y="1433"/>
                    <a:pt x="7541" y="1469"/>
                  </a:cubicBezTo>
                  <a:cubicBezTo>
                    <a:pt x="7549" y="1485"/>
                    <a:pt x="7557" y="1505"/>
                    <a:pt x="7561" y="1521"/>
                  </a:cubicBezTo>
                  <a:lnTo>
                    <a:pt x="7577" y="1577"/>
                  </a:lnTo>
                  <a:cubicBezTo>
                    <a:pt x="7585" y="1617"/>
                    <a:pt x="7589" y="1653"/>
                    <a:pt x="7593" y="1693"/>
                  </a:cubicBezTo>
                  <a:cubicBezTo>
                    <a:pt x="7597" y="1733"/>
                    <a:pt x="7593" y="1773"/>
                    <a:pt x="7597" y="1809"/>
                  </a:cubicBezTo>
                  <a:cubicBezTo>
                    <a:pt x="7601" y="1849"/>
                    <a:pt x="7589" y="1889"/>
                    <a:pt x="7585" y="1925"/>
                  </a:cubicBezTo>
                  <a:cubicBezTo>
                    <a:pt x="7581" y="1965"/>
                    <a:pt x="7569" y="2005"/>
                    <a:pt x="7561" y="2041"/>
                  </a:cubicBezTo>
                  <a:cubicBezTo>
                    <a:pt x="7525" y="2193"/>
                    <a:pt x="7453" y="2329"/>
                    <a:pt x="7353" y="2441"/>
                  </a:cubicBezTo>
                  <a:cubicBezTo>
                    <a:pt x="7253" y="2557"/>
                    <a:pt x="7133" y="2653"/>
                    <a:pt x="7001" y="2725"/>
                  </a:cubicBezTo>
                  <a:cubicBezTo>
                    <a:pt x="6821" y="2833"/>
                    <a:pt x="6629" y="2921"/>
                    <a:pt x="6429" y="2985"/>
                  </a:cubicBezTo>
                  <a:lnTo>
                    <a:pt x="6429" y="2981"/>
                  </a:lnTo>
                  <a:cubicBezTo>
                    <a:pt x="6417" y="2981"/>
                    <a:pt x="6405" y="2985"/>
                    <a:pt x="6393" y="2989"/>
                  </a:cubicBezTo>
                  <a:lnTo>
                    <a:pt x="6381" y="2993"/>
                  </a:lnTo>
                  <a:lnTo>
                    <a:pt x="6373" y="3001"/>
                  </a:lnTo>
                  <a:cubicBezTo>
                    <a:pt x="6321" y="3017"/>
                    <a:pt x="6265" y="3037"/>
                    <a:pt x="6213" y="3049"/>
                  </a:cubicBezTo>
                  <a:cubicBezTo>
                    <a:pt x="5949" y="3129"/>
                    <a:pt x="5697" y="3193"/>
                    <a:pt x="5461" y="3241"/>
                  </a:cubicBezTo>
                  <a:cubicBezTo>
                    <a:pt x="5301" y="3273"/>
                    <a:pt x="5149" y="3301"/>
                    <a:pt x="5005" y="3325"/>
                  </a:cubicBezTo>
                  <a:cubicBezTo>
                    <a:pt x="4969" y="3317"/>
                    <a:pt x="4937" y="3305"/>
                    <a:pt x="4901" y="3289"/>
                  </a:cubicBezTo>
                  <a:cubicBezTo>
                    <a:pt x="4941" y="3285"/>
                    <a:pt x="4985" y="3277"/>
                    <a:pt x="5029" y="3269"/>
                  </a:cubicBezTo>
                  <a:cubicBezTo>
                    <a:pt x="5073" y="3257"/>
                    <a:pt x="5129" y="3245"/>
                    <a:pt x="5177" y="3229"/>
                  </a:cubicBezTo>
                  <a:cubicBezTo>
                    <a:pt x="5229" y="3217"/>
                    <a:pt x="5285" y="3197"/>
                    <a:pt x="5345" y="3181"/>
                  </a:cubicBezTo>
                  <a:cubicBezTo>
                    <a:pt x="5401" y="3161"/>
                    <a:pt x="5457" y="3137"/>
                    <a:pt x="5517" y="3113"/>
                  </a:cubicBezTo>
                  <a:cubicBezTo>
                    <a:pt x="5573" y="3085"/>
                    <a:pt x="5633" y="3057"/>
                    <a:pt x="5689" y="3029"/>
                  </a:cubicBezTo>
                  <a:cubicBezTo>
                    <a:pt x="5745" y="3001"/>
                    <a:pt x="5801" y="2969"/>
                    <a:pt x="5853" y="2933"/>
                  </a:cubicBezTo>
                  <a:cubicBezTo>
                    <a:pt x="5909" y="2901"/>
                    <a:pt x="5957" y="2865"/>
                    <a:pt x="6009" y="2833"/>
                  </a:cubicBezTo>
                  <a:cubicBezTo>
                    <a:pt x="6057" y="2805"/>
                    <a:pt x="6105" y="2765"/>
                    <a:pt x="6145" y="2729"/>
                  </a:cubicBezTo>
                  <a:cubicBezTo>
                    <a:pt x="6185" y="2693"/>
                    <a:pt x="6225" y="2657"/>
                    <a:pt x="6261" y="2625"/>
                  </a:cubicBezTo>
                  <a:cubicBezTo>
                    <a:pt x="6293" y="2597"/>
                    <a:pt x="6325" y="2565"/>
                    <a:pt x="6353" y="2533"/>
                  </a:cubicBezTo>
                  <a:cubicBezTo>
                    <a:pt x="6381" y="2505"/>
                    <a:pt x="6405" y="2481"/>
                    <a:pt x="6421" y="2457"/>
                  </a:cubicBezTo>
                  <a:lnTo>
                    <a:pt x="6477" y="2393"/>
                  </a:lnTo>
                  <a:lnTo>
                    <a:pt x="6413" y="2449"/>
                  </a:lnTo>
                  <a:cubicBezTo>
                    <a:pt x="6373" y="2489"/>
                    <a:pt x="6313" y="2537"/>
                    <a:pt x="6237" y="2601"/>
                  </a:cubicBezTo>
                  <a:cubicBezTo>
                    <a:pt x="6201" y="2629"/>
                    <a:pt x="6161" y="2661"/>
                    <a:pt x="6117" y="2693"/>
                  </a:cubicBezTo>
                  <a:cubicBezTo>
                    <a:pt x="6073" y="2725"/>
                    <a:pt x="6025" y="2757"/>
                    <a:pt x="5977" y="2789"/>
                  </a:cubicBezTo>
                  <a:cubicBezTo>
                    <a:pt x="5929" y="2825"/>
                    <a:pt x="5877" y="2857"/>
                    <a:pt x="5821" y="2885"/>
                  </a:cubicBezTo>
                  <a:cubicBezTo>
                    <a:pt x="5769" y="2917"/>
                    <a:pt x="5713" y="2949"/>
                    <a:pt x="5661" y="2977"/>
                  </a:cubicBezTo>
                  <a:cubicBezTo>
                    <a:pt x="5605" y="3009"/>
                    <a:pt x="5549" y="3037"/>
                    <a:pt x="5489" y="3061"/>
                  </a:cubicBezTo>
                  <a:cubicBezTo>
                    <a:pt x="5433" y="3085"/>
                    <a:pt x="5377" y="3109"/>
                    <a:pt x="5325" y="3133"/>
                  </a:cubicBezTo>
                  <a:cubicBezTo>
                    <a:pt x="5269" y="3153"/>
                    <a:pt x="5217" y="3177"/>
                    <a:pt x="5165" y="3193"/>
                  </a:cubicBezTo>
                  <a:cubicBezTo>
                    <a:pt x="5113" y="3209"/>
                    <a:pt x="5065" y="3225"/>
                    <a:pt x="5021" y="3237"/>
                  </a:cubicBezTo>
                  <a:cubicBezTo>
                    <a:pt x="4961" y="3257"/>
                    <a:pt x="4909" y="3269"/>
                    <a:pt x="4865" y="3281"/>
                  </a:cubicBezTo>
                  <a:cubicBezTo>
                    <a:pt x="4841" y="3269"/>
                    <a:pt x="4825" y="3261"/>
                    <a:pt x="4825" y="3261"/>
                  </a:cubicBezTo>
                  <a:cubicBezTo>
                    <a:pt x="4825" y="3261"/>
                    <a:pt x="5233" y="3029"/>
                    <a:pt x="5081" y="2989"/>
                  </a:cubicBezTo>
                  <a:cubicBezTo>
                    <a:pt x="5056" y="2983"/>
                    <a:pt x="5028" y="2980"/>
                    <a:pt x="4999" y="2980"/>
                  </a:cubicBezTo>
                  <a:cubicBezTo>
                    <a:pt x="4866" y="2980"/>
                    <a:pt x="4697" y="3036"/>
                    <a:pt x="4575" y="3036"/>
                  </a:cubicBezTo>
                  <a:cubicBezTo>
                    <a:pt x="4560" y="3036"/>
                    <a:pt x="4546" y="3035"/>
                    <a:pt x="4533" y="3033"/>
                  </a:cubicBezTo>
                  <a:cubicBezTo>
                    <a:pt x="4553" y="3017"/>
                    <a:pt x="4569" y="2993"/>
                    <a:pt x="4589" y="2973"/>
                  </a:cubicBezTo>
                  <a:cubicBezTo>
                    <a:pt x="4653" y="2897"/>
                    <a:pt x="4729" y="2809"/>
                    <a:pt x="4809" y="2717"/>
                  </a:cubicBezTo>
                  <a:cubicBezTo>
                    <a:pt x="4885" y="2621"/>
                    <a:pt x="4969" y="2517"/>
                    <a:pt x="5053" y="2417"/>
                  </a:cubicBezTo>
                  <a:cubicBezTo>
                    <a:pt x="5137" y="2313"/>
                    <a:pt x="5209" y="2201"/>
                    <a:pt x="5265" y="2081"/>
                  </a:cubicBezTo>
                  <a:cubicBezTo>
                    <a:pt x="5289" y="2025"/>
                    <a:pt x="5309" y="1969"/>
                    <a:pt x="5325" y="1913"/>
                  </a:cubicBezTo>
                  <a:cubicBezTo>
                    <a:pt x="5345" y="1861"/>
                    <a:pt x="5361" y="1809"/>
                    <a:pt x="5377" y="1765"/>
                  </a:cubicBezTo>
                  <a:cubicBezTo>
                    <a:pt x="5405" y="1669"/>
                    <a:pt x="5429" y="1589"/>
                    <a:pt x="5445" y="1533"/>
                  </a:cubicBezTo>
                  <a:lnTo>
                    <a:pt x="5473" y="1449"/>
                  </a:lnTo>
                  <a:lnTo>
                    <a:pt x="5433" y="1529"/>
                  </a:lnTo>
                  <a:cubicBezTo>
                    <a:pt x="5413" y="1585"/>
                    <a:pt x="5377" y="1661"/>
                    <a:pt x="5341" y="1753"/>
                  </a:cubicBezTo>
                  <a:cubicBezTo>
                    <a:pt x="5305" y="1845"/>
                    <a:pt x="5265" y="1953"/>
                    <a:pt x="5213" y="2061"/>
                  </a:cubicBezTo>
                  <a:cubicBezTo>
                    <a:pt x="5157" y="2177"/>
                    <a:pt x="5085" y="2281"/>
                    <a:pt x="5005" y="2377"/>
                  </a:cubicBezTo>
                  <a:cubicBezTo>
                    <a:pt x="4921" y="2481"/>
                    <a:pt x="4841" y="2585"/>
                    <a:pt x="4765" y="2681"/>
                  </a:cubicBezTo>
                  <a:cubicBezTo>
                    <a:pt x="4689" y="2781"/>
                    <a:pt x="4621" y="2873"/>
                    <a:pt x="4561" y="2953"/>
                  </a:cubicBezTo>
                  <a:cubicBezTo>
                    <a:pt x="4541" y="2981"/>
                    <a:pt x="4521" y="3009"/>
                    <a:pt x="4505" y="3029"/>
                  </a:cubicBezTo>
                  <a:cubicBezTo>
                    <a:pt x="4401" y="2997"/>
                    <a:pt x="4517" y="2873"/>
                    <a:pt x="4609" y="2745"/>
                  </a:cubicBezTo>
                  <a:cubicBezTo>
                    <a:pt x="4698" y="2623"/>
                    <a:pt x="4697" y="2408"/>
                    <a:pt x="4697" y="2377"/>
                  </a:cubicBezTo>
                  <a:lnTo>
                    <a:pt x="4697" y="2377"/>
                  </a:lnTo>
                  <a:cubicBezTo>
                    <a:pt x="4725" y="2313"/>
                    <a:pt x="4757" y="2245"/>
                    <a:pt x="4785" y="2173"/>
                  </a:cubicBezTo>
                  <a:cubicBezTo>
                    <a:pt x="4881" y="1949"/>
                    <a:pt x="4981" y="1705"/>
                    <a:pt x="5097" y="1457"/>
                  </a:cubicBezTo>
                  <a:cubicBezTo>
                    <a:pt x="5125" y="1397"/>
                    <a:pt x="5157" y="1333"/>
                    <a:pt x="5189" y="1273"/>
                  </a:cubicBezTo>
                  <a:cubicBezTo>
                    <a:pt x="5221" y="1213"/>
                    <a:pt x="5257" y="1157"/>
                    <a:pt x="5297" y="1101"/>
                  </a:cubicBezTo>
                  <a:lnTo>
                    <a:pt x="5325" y="1061"/>
                  </a:lnTo>
                  <a:lnTo>
                    <a:pt x="5357" y="1021"/>
                  </a:lnTo>
                  <a:cubicBezTo>
                    <a:pt x="5365" y="1013"/>
                    <a:pt x="5377" y="1001"/>
                    <a:pt x="5389" y="989"/>
                  </a:cubicBezTo>
                  <a:cubicBezTo>
                    <a:pt x="5393" y="985"/>
                    <a:pt x="5401" y="977"/>
                    <a:pt x="5405" y="977"/>
                  </a:cubicBezTo>
                  <a:cubicBezTo>
                    <a:pt x="5409" y="973"/>
                    <a:pt x="5413" y="969"/>
                    <a:pt x="5417" y="965"/>
                  </a:cubicBezTo>
                  <a:lnTo>
                    <a:pt x="5429" y="957"/>
                  </a:lnTo>
                  <a:lnTo>
                    <a:pt x="5453" y="941"/>
                  </a:lnTo>
                  <a:lnTo>
                    <a:pt x="5469" y="937"/>
                  </a:lnTo>
                  <a:lnTo>
                    <a:pt x="5473" y="937"/>
                  </a:lnTo>
                  <a:lnTo>
                    <a:pt x="5493" y="929"/>
                  </a:lnTo>
                  <a:cubicBezTo>
                    <a:pt x="5525" y="917"/>
                    <a:pt x="5561" y="909"/>
                    <a:pt x="5593" y="901"/>
                  </a:cubicBezTo>
                  <a:cubicBezTo>
                    <a:pt x="5772" y="865"/>
                    <a:pt x="5954" y="848"/>
                    <a:pt x="6136" y="848"/>
                  </a:cubicBezTo>
                  <a:close/>
                  <a:moveTo>
                    <a:pt x="2445" y="2693"/>
                  </a:moveTo>
                  <a:lnTo>
                    <a:pt x="2445" y="2693"/>
                  </a:lnTo>
                  <a:cubicBezTo>
                    <a:pt x="2473" y="2709"/>
                    <a:pt x="2501" y="2721"/>
                    <a:pt x="2533" y="2737"/>
                  </a:cubicBezTo>
                  <a:lnTo>
                    <a:pt x="2577" y="2753"/>
                  </a:lnTo>
                  <a:lnTo>
                    <a:pt x="2617" y="2773"/>
                  </a:lnTo>
                  <a:cubicBezTo>
                    <a:pt x="2673" y="2793"/>
                    <a:pt x="2717" y="2817"/>
                    <a:pt x="2765" y="2841"/>
                  </a:cubicBezTo>
                  <a:cubicBezTo>
                    <a:pt x="2861" y="2889"/>
                    <a:pt x="2957" y="2941"/>
                    <a:pt x="3041" y="2989"/>
                  </a:cubicBezTo>
                  <a:cubicBezTo>
                    <a:pt x="3213" y="3085"/>
                    <a:pt x="3357" y="3181"/>
                    <a:pt x="3481" y="3253"/>
                  </a:cubicBezTo>
                  <a:lnTo>
                    <a:pt x="3601" y="3329"/>
                  </a:lnTo>
                  <a:cubicBezTo>
                    <a:pt x="3573" y="3349"/>
                    <a:pt x="3545" y="3365"/>
                    <a:pt x="3513" y="3369"/>
                  </a:cubicBezTo>
                  <a:cubicBezTo>
                    <a:pt x="3505" y="3365"/>
                    <a:pt x="3497" y="3365"/>
                    <a:pt x="3489" y="3357"/>
                  </a:cubicBezTo>
                  <a:cubicBezTo>
                    <a:pt x="3353" y="3289"/>
                    <a:pt x="3221" y="3213"/>
                    <a:pt x="3097" y="3129"/>
                  </a:cubicBezTo>
                  <a:cubicBezTo>
                    <a:pt x="2945" y="3033"/>
                    <a:pt x="2781" y="2921"/>
                    <a:pt x="2601" y="2797"/>
                  </a:cubicBezTo>
                  <a:lnTo>
                    <a:pt x="2445" y="2693"/>
                  </a:lnTo>
                  <a:close/>
                  <a:moveTo>
                    <a:pt x="5581" y="3385"/>
                  </a:moveTo>
                  <a:lnTo>
                    <a:pt x="5581" y="3385"/>
                  </a:lnTo>
                  <a:cubicBezTo>
                    <a:pt x="5549" y="3397"/>
                    <a:pt x="5517" y="3409"/>
                    <a:pt x="5481" y="3417"/>
                  </a:cubicBezTo>
                  <a:cubicBezTo>
                    <a:pt x="5433" y="3437"/>
                    <a:pt x="5381" y="3453"/>
                    <a:pt x="5325" y="3469"/>
                  </a:cubicBezTo>
                  <a:cubicBezTo>
                    <a:pt x="5273" y="3485"/>
                    <a:pt x="5221" y="3497"/>
                    <a:pt x="5169" y="3509"/>
                  </a:cubicBezTo>
                  <a:cubicBezTo>
                    <a:pt x="4965" y="3561"/>
                    <a:pt x="4761" y="3585"/>
                    <a:pt x="4553" y="3589"/>
                  </a:cubicBezTo>
                  <a:lnTo>
                    <a:pt x="4553" y="3585"/>
                  </a:lnTo>
                  <a:cubicBezTo>
                    <a:pt x="4489" y="3557"/>
                    <a:pt x="4453" y="3525"/>
                    <a:pt x="4453" y="3505"/>
                  </a:cubicBezTo>
                  <a:lnTo>
                    <a:pt x="4545" y="3501"/>
                  </a:lnTo>
                  <a:cubicBezTo>
                    <a:pt x="4578" y="3512"/>
                    <a:pt x="4617" y="3516"/>
                    <a:pt x="4660" y="3516"/>
                  </a:cubicBezTo>
                  <a:cubicBezTo>
                    <a:pt x="4749" y="3516"/>
                    <a:pt x="4855" y="3498"/>
                    <a:pt x="4957" y="3473"/>
                  </a:cubicBezTo>
                  <a:cubicBezTo>
                    <a:pt x="5121" y="3457"/>
                    <a:pt x="5297" y="3433"/>
                    <a:pt x="5489" y="3401"/>
                  </a:cubicBezTo>
                  <a:lnTo>
                    <a:pt x="5581" y="3385"/>
                  </a:lnTo>
                  <a:close/>
                  <a:moveTo>
                    <a:pt x="4369" y="4001"/>
                  </a:moveTo>
                  <a:lnTo>
                    <a:pt x="4369" y="4001"/>
                  </a:lnTo>
                  <a:cubicBezTo>
                    <a:pt x="4393" y="4017"/>
                    <a:pt x="4417" y="4041"/>
                    <a:pt x="4441" y="4065"/>
                  </a:cubicBezTo>
                  <a:cubicBezTo>
                    <a:pt x="4417" y="4045"/>
                    <a:pt x="4393" y="4021"/>
                    <a:pt x="4369" y="4001"/>
                  </a:cubicBezTo>
                  <a:close/>
                  <a:moveTo>
                    <a:pt x="1057" y="2161"/>
                  </a:moveTo>
                  <a:cubicBezTo>
                    <a:pt x="1065" y="2169"/>
                    <a:pt x="1085" y="2177"/>
                    <a:pt x="1097" y="2185"/>
                  </a:cubicBezTo>
                  <a:cubicBezTo>
                    <a:pt x="1129" y="2205"/>
                    <a:pt x="1161" y="2221"/>
                    <a:pt x="1193" y="2237"/>
                  </a:cubicBezTo>
                  <a:cubicBezTo>
                    <a:pt x="1325" y="2301"/>
                    <a:pt x="1465" y="2341"/>
                    <a:pt x="1569" y="2393"/>
                  </a:cubicBezTo>
                  <a:cubicBezTo>
                    <a:pt x="1681" y="2449"/>
                    <a:pt x="1793" y="2509"/>
                    <a:pt x="1901" y="2573"/>
                  </a:cubicBezTo>
                  <a:cubicBezTo>
                    <a:pt x="2117" y="2697"/>
                    <a:pt x="2321" y="2821"/>
                    <a:pt x="2509" y="2937"/>
                  </a:cubicBezTo>
                  <a:cubicBezTo>
                    <a:pt x="2769" y="3097"/>
                    <a:pt x="3041" y="3245"/>
                    <a:pt x="3325" y="3369"/>
                  </a:cubicBezTo>
                  <a:cubicBezTo>
                    <a:pt x="3081" y="3337"/>
                    <a:pt x="2641" y="3145"/>
                    <a:pt x="2641" y="3145"/>
                  </a:cubicBezTo>
                  <a:lnTo>
                    <a:pt x="2641" y="3145"/>
                  </a:lnTo>
                  <a:cubicBezTo>
                    <a:pt x="2641" y="3145"/>
                    <a:pt x="2997" y="3337"/>
                    <a:pt x="3101" y="3445"/>
                  </a:cubicBezTo>
                  <a:cubicBezTo>
                    <a:pt x="3061" y="3433"/>
                    <a:pt x="3025" y="3421"/>
                    <a:pt x="2981" y="3409"/>
                  </a:cubicBezTo>
                  <a:cubicBezTo>
                    <a:pt x="2885" y="3381"/>
                    <a:pt x="2781" y="3353"/>
                    <a:pt x="2677" y="3329"/>
                  </a:cubicBezTo>
                  <a:cubicBezTo>
                    <a:pt x="2569" y="3301"/>
                    <a:pt x="2465" y="3277"/>
                    <a:pt x="2365" y="3257"/>
                  </a:cubicBezTo>
                  <a:cubicBezTo>
                    <a:pt x="2269" y="3237"/>
                    <a:pt x="2173" y="3217"/>
                    <a:pt x="2097" y="3201"/>
                  </a:cubicBezTo>
                  <a:cubicBezTo>
                    <a:pt x="2017" y="3185"/>
                    <a:pt x="1949" y="3177"/>
                    <a:pt x="1901" y="3165"/>
                  </a:cubicBezTo>
                  <a:lnTo>
                    <a:pt x="1829" y="3153"/>
                  </a:lnTo>
                  <a:lnTo>
                    <a:pt x="1901" y="3177"/>
                  </a:lnTo>
                  <a:cubicBezTo>
                    <a:pt x="1945" y="3193"/>
                    <a:pt x="2009" y="3213"/>
                    <a:pt x="2085" y="3237"/>
                  </a:cubicBezTo>
                  <a:cubicBezTo>
                    <a:pt x="2165" y="3257"/>
                    <a:pt x="2257" y="3285"/>
                    <a:pt x="2353" y="3313"/>
                  </a:cubicBezTo>
                  <a:cubicBezTo>
                    <a:pt x="2453" y="3337"/>
                    <a:pt x="2553" y="3361"/>
                    <a:pt x="2661" y="3389"/>
                  </a:cubicBezTo>
                  <a:lnTo>
                    <a:pt x="2969" y="3465"/>
                  </a:lnTo>
                  <a:lnTo>
                    <a:pt x="3125" y="3501"/>
                  </a:lnTo>
                  <a:cubicBezTo>
                    <a:pt x="3117" y="3509"/>
                    <a:pt x="3105" y="3513"/>
                    <a:pt x="3097" y="3517"/>
                  </a:cubicBezTo>
                  <a:cubicBezTo>
                    <a:pt x="2925" y="3549"/>
                    <a:pt x="2133" y="3701"/>
                    <a:pt x="2429" y="3845"/>
                  </a:cubicBezTo>
                  <a:lnTo>
                    <a:pt x="2457" y="3857"/>
                  </a:lnTo>
                  <a:lnTo>
                    <a:pt x="2425" y="3869"/>
                  </a:lnTo>
                  <a:cubicBezTo>
                    <a:pt x="2361" y="3885"/>
                    <a:pt x="2297" y="3901"/>
                    <a:pt x="2233" y="3917"/>
                  </a:cubicBezTo>
                  <a:cubicBezTo>
                    <a:pt x="2189" y="3925"/>
                    <a:pt x="2147" y="3930"/>
                    <a:pt x="2104" y="3930"/>
                  </a:cubicBezTo>
                  <a:cubicBezTo>
                    <a:pt x="2080" y="3930"/>
                    <a:pt x="2057" y="3928"/>
                    <a:pt x="2033" y="3925"/>
                  </a:cubicBezTo>
                  <a:cubicBezTo>
                    <a:pt x="1969" y="3921"/>
                    <a:pt x="1897" y="3909"/>
                    <a:pt x="1829" y="3901"/>
                  </a:cubicBezTo>
                  <a:lnTo>
                    <a:pt x="1629" y="3877"/>
                  </a:lnTo>
                  <a:cubicBezTo>
                    <a:pt x="1501" y="3861"/>
                    <a:pt x="1381" y="3853"/>
                    <a:pt x="1277" y="3841"/>
                  </a:cubicBezTo>
                  <a:cubicBezTo>
                    <a:pt x="1229" y="3837"/>
                    <a:pt x="1185" y="3829"/>
                    <a:pt x="1141" y="3817"/>
                  </a:cubicBezTo>
                  <a:cubicBezTo>
                    <a:pt x="1109" y="3805"/>
                    <a:pt x="1077" y="3785"/>
                    <a:pt x="1057" y="3753"/>
                  </a:cubicBezTo>
                  <a:cubicBezTo>
                    <a:pt x="1045" y="3737"/>
                    <a:pt x="1037" y="3713"/>
                    <a:pt x="1037" y="3693"/>
                  </a:cubicBezTo>
                  <a:cubicBezTo>
                    <a:pt x="1033" y="3685"/>
                    <a:pt x="1033" y="3673"/>
                    <a:pt x="1037" y="3665"/>
                  </a:cubicBezTo>
                  <a:lnTo>
                    <a:pt x="1037" y="3665"/>
                  </a:lnTo>
                  <a:cubicBezTo>
                    <a:pt x="1033" y="3673"/>
                    <a:pt x="1033" y="3681"/>
                    <a:pt x="1029" y="3693"/>
                  </a:cubicBezTo>
                  <a:cubicBezTo>
                    <a:pt x="1029" y="3717"/>
                    <a:pt x="1033" y="3741"/>
                    <a:pt x="1049" y="3761"/>
                  </a:cubicBezTo>
                  <a:cubicBezTo>
                    <a:pt x="1065" y="3793"/>
                    <a:pt x="1097" y="3821"/>
                    <a:pt x="1129" y="3837"/>
                  </a:cubicBezTo>
                  <a:cubicBezTo>
                    <a:pt x="1177" y="3857"/>
                    <a:pt x="1221" y="3869"/>
                    <a:pt x="1273" y="3877"/>
                  </a:cubicBezTo>
                  <a:cubicBezTo>
                    <a:pt x="1373" y="3893"/>
                    <a:pt x="1493" y="3913"/>
                    <a:pt x="1621" y="3933"/>
                  </a:cubicBezTo>
                  <a:lnTo>
                    <a:pt x="1821" y="3961"/>
                  </a:lnTo>
                  <a:cubicBezTo>
                    <a:pt x="1889" y="3973"/>
                    <a:pt x="1957" y="3985"/>
                    <a:pt x="2029" y="3989"/>
                  </a:cubicBezTo>
                  <a:cubicBezTo>
                    <a:pt x="2053" y="3992"/>
                    <a:pt x="2077" y="3993"/>
                    <a:pt x="2101" y="3993"/>
                  </a:cubicBezTo>
                  <a:cubicBezTo>
                    <a:pt x="2148" y="3993"/>
                    <a:pt x="2195" y="3988"/>
                    <a:pt x="2241" y="3977"/>
                  </a:cubicBezTo>
                  <a:cubicBezTo>
                    <a:pt x="2313" y="3965"/>
                    <a:pt x="2377" y="3941"/>
                    <a:pt x="2437" y="3925"/>
                  </a:cubicBezTo>
                  <a:lnTo>
                    <a:pt x="2565" y="3885"/>
                  </a:lnTo>
                  <a:cubicBezTo>
                    <a:pt x="2586" y="3887"/>
                    <a:pt x="2609" y="3888"/>
                    <a:pt x="2632" y="3888"/>
                  </a:cubicBezTo>
                  <a:cubicBezTo>
                    <a:pt x="2963" y="3888"/>
                    <a:pt x="3428" y="3691"/>
                    <a:pt x="3441" y="3685"/>
                  </a:cubicBezTo>
                  <a:lnTo>
                    <a:pt x="3441" y="3685"/>
                  </a:lnTo>
                  <a:cubicBezTo>
                    <a:pt x="3341" y="3733"/>
                    <a:pt x="3221" y="3793"/>
                    <a:pt x="3085" y="3857"/>
                  </a:cubicBezTo>
                  <a:cubicBezTo>
                    <a:pt x="2925" y="3929"/>
                    <a:pt x="2741" y="4013"/>
                    <a:pt x="2541" y="4085"/>
                  </a:cubicBezTo>
                  <a:cubicBezTo>
                    <a:pt x="2441" y="4125"/>
                    <a:pt x="2333" y="4153"/>
                    <a:pt x="2229" y="4165"/>
                  </a:cubicBezTo>
                  <a:cubicBezTo>
                    <a:pt x="2177" y="4173"/>
                    <a:pt x="2113" y="4177"/>
                    <a:pt x="2053" y="4181"/>
                  </a:cubicBezTo>
                  <a:lnTo>
                    <a:pt x="1869" y="4193"/>
                  </a:lnTo>
                  <a:cubicBezTo>
                    <a:pt x="1692" y="4207"/>
                    <a:pt x="1513" y="4215"/>
                    <a:pt x="1336" y="4215"/>
                  </a:cubicBezTo>
                  <a:cubicBezTo>
                    <a:pt x="1252" y="4215"/>
                    <a:pt x="1168" y="4213"/>
                    <a:pt x="1085" y="4209"/>
                  </a:cubicBezTo>
                  <a:cubicBezTo>
                    <a:pt x="949" y="4201"/>
                    <a:pt x="817" y="4173"/>
                    <a:pt x="685" y="4129"/>
                  </a:cubicBezTo>
                  <a:cubicBezTo>
                    <a:pt x="621" y="4109"/>
                    <a:pt x="557" y="4077"/>
                    <a:pt x="501" y="4041"/>
                  </a:cubicBezTo>
                  <a:cubicBezTo>
                    <a:pt x="445" y="4001"/>
                    <a:pt x="393" y="3953"/>
                    <a:pt x="357" y="3897"/>
                  </a:cubicBezTo>
                  <a:cubicBezTo>
                    <a:pt x="317" y="3841"/>
                    <a:pt x="289" y="3773"/>
                    <a:pt x="277" y="3709"/>
                  </a:cubicBezTo>
                  <a:cubicBezTo>
                    <a:pt x="257" y="3637"/>
                    <a:pt x="233" y="3565"/>
                    <a:pt x="213" y="3497"/>
                  </a:cubicBezTo>
                  <a:cubicBezTo>
                    <a:pt x="165" y="3361"/>
                    <a:pt x="133" y="3221"/>
                    <a:pt x="117" y="3077"/>
                  </a:cubicBezTo>
                  <a:cubicBezTo>
                    <a:pt x="105" y="2949"/>
                    <a:pt x="145" y="2821"/>
                    <a:pt x="229" y="2721"/>
                  </a:cubicBezTo>
                  <a:lnTo>
                    <a:pt x="229" y="2717"/>
                  </a:lnTo>
                  <a:cubicBezTo>
                    <a:pt x="321" y="2617"/>
                    <a:pt x="429" y="2533"/>
                    <a:pt x="549" y="2469"/>
                  </a:cubicBezTo>
                  <a:lnTo>
                    <a:pt x="737" y="2365"/>
                  </a:lnTo>
                  <a:cubicBezTo>
                    <a:pt x="801" y="2329"/>
                    <a:pt x="865" y="2289"/>
                    <a:pt x="925" y="2249"/>
                  </a:cubicBezTo>
                  <a:cubicBezTo>
                    <a:pt x="957" y="2229"/>
                    <a:pt x="985" y="2209"/>
                    <a:pt x="1013" y="2185"/>
                  </a:cubicBezTo>
                  <a:cubicBezTo>
                    <a:pt x="1025" y="2177"/>
                    <a:pt x="1041" y="2169"/>
                    <a:pt x="1049" y="2161"/>
                  </a:cubicBezTo>
                  <a:close/>
                  <a:moveTo>
                    <a:pt x="6389" y="3197"/>
                  </a:moveTo>
                  <a:cubicBezTo>
                    <a:pt x="6401" y="3237"/>
                    <a:pt x="6413" y="3281"/>
                    <a:pt x="6425" y="3321"/>
                  </a:cubicBezTo>
                  <a:cubicBezTo>
                    <a:pt x="6441" y="3397"/>
                    <a:pt x="6453" y="3473"/>
                    <a:pt x="6457" y="3553"/>
                  </a:cubicBezTo>
                  <a:cubicBezTo>
                    <a:pt x="6461" y="3589"/>
                    <a:pt x="6461" y="3629"/>
                    <a:pt x="6457" y="3669"/>
                  </a:cubicBezTo>
                  <a:cubicBezTo>
                    <a:pt x="6457" y="3705"/>
                    <a:pt x="6453" y="3745"/>
                    <a:pt x="6445" y="3781"/>
                  </a:cubicBezTo>
                  <a:cubicBezTo>
                    <a:pt x="6417" y="3853"/>
                    <a:pt x="6373" y="3917"/>
                    <a:pt x="6317" y="3965"/>
                  </a:cubicBezTo>
                  <a:cubicBezTo>
                    <a:pt x="6257" y="4017"/>
                    <a:pt x="6189" y="4061"/>
                    <a:pt x="6117" y="4101"/>
                  </a:cubicBezTo>
                  <a:cubicBezTo>
                    <a:pt x="6045" y="4137"/>
                    <a:pt x="5969" y="4169"/>
                    <a:pt x="5893" y="4197"/>
                  </a:cubicBezTo>
                  <a:cubicBezTo>
                    <a:pt x="5817" y="4221"/>
                    <a:pt x="5737" y="4245"/>
                    <a:pt x="5657" y="4265"/>
                  </a:cubicBezTo>
                  <a:cubicBezTo>
                    <a:pt x="5577" y="4289"/>
                    <a:pt x="5497" y="4305"/>
                    <a:pt x="5417" y="4321"/>
                  </a:cubicBezTo>
                  <a:lnTo>
                    <a:pt x="5177" y="4369"/>
                  </a:lnTo>
                  <a:cubicBezTo>
                    <a:pt x="5141" y="4377"/>
                    <a:pt x="5105" y="4385"/>
                    <a:pt x="5073" y="4385"/>
                  </a:cubicBezTo>
                  <a:cubicBezTo>
                    <a:pt x="5053" y="4385"/>
                    <a:pt x="5037" y="4385"/>
                    <a:pt x="5021" y="4381"/>
                  </a:cubicBezTo>
                  <a:lnTo>
                    <a:pt x="4973" y="4373"/>
                  </a:lnTo>
                  <a:cubicBezTo>
                    <a:pt x="4901" y="4353"/>
                    <a:pt x="4829" y="4329"/>
                    <a:pt x="4765" y="4293"/>
                  </a:cubicBezTo>
                  <a:cubicBezTo>
                    <a:pt x="4697" y="4257"/>
                    <a:pt x="4633" y="4213"/>
                    <a:pt x="4569" y="4165"/>
                  </a:cubicBezTo>
                  <a:cubicBezTo>
                    <a:pt x="4541" y="4145"/>
                    <a:pt x="4517" y="4129"/>
                    <a:pt x="4493" y="4105"/>
                  </a:cubicBezTo>
                  <a:lnTo>
                    <a:pt x="4493" y="4105"/>
                  </a:lnTo>
                  <a:cubicBezTo>
                    <a:pt x="4567" y="4156"/>
                    <a:pt x="4654" y="4182"/>
                    <a:pt x="4741" y="4182"/>
                  </a:cubicBezTo>
                  <a:cubicBezTo>
                    <a:pt x="4785" y="4182"/>
                    <a:pt x="4830" y="4175"/>
                    <a:pt x="4873" y="4161"/>
                  </a:cubicBezTo>
                  <a:cubicBezTo>
                    <a:pt x="4901" y="4173"/>
                    <a:pt x="4929" y="4185"/>
                    <a:pt x="4957" y="4197"/>
                  </a:cubicBezTo>
                  <a:cubicBezTo>
                    <a:pt x="5005" y="4213"/>
                    <a:pt x="5053" y="4229"/>
                    <a:pt x="5105" y="4237"/>
                  </a:cubicBezTo>
                  <a:cubicBezTo>
                    <a:pt x="5133" y="4241"/>
                    <a:pt x="5161" y="4241"/>
                    <a:pt x="5189" y="4241"/>
                  </a:cubicBezTo>
                  <a:cubicBezTo>
                    <a:pt x="5205" y="4241"/>
                    <a:pt x="5221" y="4241"/>
                    <a:pt x="5233" y="4237"/>
                  </a:cubicBezTo>
                  <a:lnTo>
                    <a:pt x="5273" y="4229"/>
                  </a:lnTo>
                  <a:cubicBezTo>
                    <a:pt x="5325" y="4213"/>
                    <a:pt x="5377" y="4189"/>
                    <a:pt x="5421" y="4157"/>
                  </a:cubicBezTo>
                  <a:cubicBezTo>
                    <a:pt x="5465" y="4129"/>
                    <a:pt x="5505" y="4101"/>
                    <a:pt x="5545" y="4073"/>
                  </a:cubicBezTo>
                  <a:cubicBezTo>
                    <a:pt x="5629" y="4017"/>
                    <a:pt x="5701" y="3957"/>
                    <a:pt x="5761" y="3909"/>
                  </a:cubicBezTo>
                  <a:cubicBezTo>
                    <a:pt x="5821" y="3861"/>
                    <a:pt x="5873" y="3817"/>
                    <a:pt x="5905" y="3789"/>
                  </a:cubicBezTo>
                  <a:cubicBezTo>
                    <a:pt x="5941" y="3761"/>
                    <a:pt x="5961" y="3737"/>
                    <a:pt x="5961" y="3737"/>
                  </a:cubicBezTo>
                  <a:lnTo>
                    <a:pt x="5961" y="3737"/>
                  </a:lnTo>
                  <a:lnTo>
                    <a:pt x="5897" y="3777"/>
                  </a:lnTo>
                  <a:lnTo>
                    <a:pt x="5741" y="3881"/>
                  </a:lnTo>
                  <a:cubicBezTo>
                    <a:pt x="5677" y="3925"/>
                    <a:pt x="5597" y="3973"/>
                    <a:pt x="5517" y="4025"/>
                  </a:cubicBezTo>
                  <a:lnTo>
                    <a:pt x="5389" y="4105"/>
                  </a:lnTo>
                  <a:cubicBezTo>
                    <a:pt x="5349" y="4133"/>
                    <a:pt x="5305" y="4153"/>
                    <a:pt x="5257" y="4165"/>
                  </a:cubicBezTo>
                  <a:lnTo>
                    <a:pt x="5221" y="4173"/>
                  </a:lnTo>
                  <a:cubicBezTo>
                    <a:pt x="5209" y="4173"/>
                    <a:pt x="5197" y="4173"/>
                    <a:pt x="5185" y="4177"/>
                  </a:cubicBezTo>
                  <a:cubicBezTo>
                    <a:pt x="5173" y="4179"/>
                    <a:pt x="5161" y="4180"/>
                    <a:pt x="5149" y="4180"/>
                  </a:cubicBezTo>
                  <a:cubicBezTo>
                    <a:pt x="5137" y="4180"/>
                    <a:pt x="5125" y="4179"/>
                    <a:pt x="5113" y="4177"/>
                  </a:cubicBezTo>
                  <a:cubicBezTo>
                    <a:pt x="5065" y="4173"/>
                    <a:pt x="5021" y="4161"/>
                    <a:pt x="4977" y="4145"/>
                  </a:cubicBezTo>
                  <a:lnTo>
                    <a:pt x="4949" y="4133"/>
                  </a:lnTo>
                  <a:cubicBezTo>
                    <a:pt x="5051" y="4088"/>
                    <a:pt x="5092" y="4025"/>
                    <a:pt x="5002" y="4025"/>
                  </a:cubicBezTo>
                  <a:cubicBezTo>
                    <a:pt x="4997" y="4025"/>
                    <a:pt x="4991" y="4025"/>
                    <a:pt x="4985" y="4025"/>
                  </a:cubicBezTo>
                  <a:cubicBezTo>
                    <a:pt x="4979" y="4026"/>
                    <a:pt x="4973" y="4026"/>
                    <a:pt x="4967" y="4026"/>
                  </a:cubicBezTo>
                  <a:cubicBezTo>
                    <a:pt x="4720" y="4026"/>
                    <a:pt x="4448" y="3785"/>
                    <a:pt x="4601" y="3765"/>
                  </a:cubicBezTo>
                  <a:cubicBezTo>
                    <a:pt x="4645" y="3761"/>
                    <a:pt x="4689" y="3749"/>
                    <a:pt x="4733" y="3737"/>
                  </a:cubicBezTo>
                  <a:lnTo>
                    <a:pt x="4861" y="3737"/>
                  </a:lnTo>
                  <a:cubicBezTo>
                    <a:pt x="4921" y="3737"/>
                    <a:pt x="4977" y="3729"/>
                    <a:pt x="5037" y="3721"/>
                  </a:cubicBezTo>
                  <a:cubicBezTo>
                    <a:pt x="5093" y="3717"/>
                    <a:pt x="5153" y="3709"/>
                    <a:pt x="5209" y="3697"/>
                  </a:cubicBezTo>
                  <a:cubicBezTo>
                    <a:pt x="5269" y="3689"/>
                    <a:pt x="5325" y="3673"/>
                    <a:pt x="5381" y="3661"/>
                  </a:cubicBezTo>
                  <a:cubicBezTo>
                    <a:pt x="5437" y="3645"/>
                    <a:pt x="5493" y="3629"/>
                    <a:pt x="5549" y="3613"/>
                  </a:cubicBezTo>
                  <a:cubicBezTo>
                    <a:pt x="5657" y="3577"/>
                    <a:pt x="5765" y="3533"/>
                    <a:pt x="5873" y="3485"/>
                  </a:cubicBezTo>
                  <a:cubicBezTo>
                    <a:pt x="5977" y="3437"/>
                    <a:pt x="6081" y="3385"/>
                    <a:pt x="6181" y="3329"/>
                  </a:cubicBezTo>
                  <a:cubicBezTo>
                    <a:pt x="6229" y="3297"/>
                    <a:pt x="6281" y="3269"/>
                    <a:pt x="6329" y="3237"/>
                  </a:cubicBezTo>
                  <a:lnTo>
                    <a:pt x="6389" y="3197"/>
                  </a:lnTo>
                  <a:close/>
                  <a:moveTo>
                    <a:pt x="2809" y="4145"/>
                  </a:moveTo>
                  <a:cubicBezTo>
                    <a:pt x="2797" y="4153"/>
                    <a:pt x="2781" y="4165"/>
                    <a:pt x="2761" y="4173"/>
                  </a:cubicBezTo>
                  <a:cubicBezTo>
                    <a:pt x="2721" y="4197"/>
                    <a:pt x="2681" y="4217"/>
                    <a:pt x="2637" y="4237"/>
                  </a:cubicBezTo>
                  <a:cubicBezTo>
                    <a:pt x="2597" y="4253"/>
                    <a:pt x="2553" y="4269"/>
                    <a:pt x="2509" y="4285"/>
                  </a:cubicBezTo>
                  <a:cubicBezTo>
                    <a:pt x="2469" y="4301"/>
                    <a:pt x="2425" y="4313"/>
                    <a:pt x="2381" y="4325"/>
                  </a:cubicBezTo>
                  <a:cubicBezTo>
                    <a:pt x="2337" y="4337"/>
                    <a:pt x="2289" y="4349"/>
                    <a:pt x="2245" y="4357"/>
                  </a:cubicBezTo>
                  <a:cubicBezTo>
                    <a:pt x="2197" y="4365"/>
                    <a:pt x="2153" y="4373"/>
                    <a:pt x="2109" y="4381"/>
                  </a:cubicBezTo>
                  <a:cubicBezTo>
                    <a:pt x="2061" y="4389"/>
                    <a:pt x="2017" y="4393"/>
                    <a:pt x="1969" y="4401"/>
                  </a:cubicBezTo>
                  <a:cubicBezTo>
                    <a:pt x="1921" y="4405"/>
                    <a:pt x="1881" y="4409"/>
                    <a:pt x="1833" y="4413"/>
                  </a:cubicBezTo>
                  <a:cubicBezTo>
                    <a:pt x="1789" y="4417"/>
                    <a:pt x="1745" y="4417"/>
                    <a:pt x="1697" y="4417"/>
                  </a:cubicBezTo>
                  <a:cubicBezTo>
                    <a:pt x="1653" y="4413"/>
                    <a:pt x="1609" y="4413"/>
                    <a:pt x="1565" y="4409"/>
                  </a:cubicBezTo>
                  <a:cubicBezTo>
                    <a:pt x="1521" y="4405"/>
                    <a:pt x="1477" y="4397"/>
                    <a:pt x="1433" y="4389"/>
                  </a:cubicBezTo>
                  <a:cubicBezTo>
                    <a:pt x="1389" y="4381"/>
                    <a:pt x="1345" y="4373"/>
                    <a:pt x="1301" y="4361"/>
                  </a:cubicBezTo>
                  <a:cubicBezTo>
                    <a:pt x="1257" y="4349"/>
                    <a:pt x="1225" y="4345"/>
                    <a:pt x="1185" y="4329"/>
                  </a:cubicBezTo>
                  <a:lnTo>
                    <a:pt x="1185" y="4325"/>
                  </a:lnTo>
                  <a:cubicBezTo>
                    <a:pt x="1367" y="4351"/>
                    <a:pt x="1552" y="4364"/>
                    <a:pt x="1735" y="4364"/>
                  </a:cubicBezTo>
                  <a:cubicBezTo>
                    <a:pt x="1781" y="4364"/>
                    <a:pt x="1827" y="4363"/>
                    <a:pt x="1873" y="4361"/>
                  </a:cubicBezTo>
                  <a:cubicBezTo>
                    <a:pt x="1937" y="4361"/>
                    <a:pt x="2001" y="4357"/>
                    <a:pt x="2061" y="4353"/>
                  </a:cubicBezTo>
                  <a:cubicBezTo>
                    <a:pt x="2125" y="4349"/>
                    <a:pt x="2185" y="4345"/>
                    <a:pt x="2249" y="4337"/>
                  </a:cubicBezTo>
                  <a:cubicBezTo>
                    <a:pt x="2369" y="4317"/>
                    <a:pt x="2485" y="4285"/>
                    <a:pt x="2597" y="4237"/>
                  </a:cubicBezTo>
                  <a:cubicBezTo>
                    <a:pt x="2673" y="4209"/>
                    <a:pt x="2741" y="4177"/>
                    <a:pt x="2809" y="4145"/>
                  </a:cubicBezTo>
                  <a:close/>
                  <a:moveTo>
                    <a:pt x="3145" y="3969"/>
                  </a:moveTo>
                  <a:cubicBezTo>
                    <a:pt x="3249" y="3969"/>
                    <a:pt x="3357" y="3977"/>
                    <a:pt x="3461" y="3997"/>
                  </a:cubicBezTo>
                  <a:cubicBezTo>
                    <a:pt x="3413" y="4033"/>
                    <a:pt x="3373" y="4077"/>
                    <a:pt x="3333" y="4121"/>
                  </a:cubicBezTo>
                  <a:cubicBezTo>
                    <a:pt x="3313" y="4149"/>
                    <a:pt x="3293" y="4177"/>
                    <a:pt x="3273" y="4205"/>
                  </a:cubicBezTo>
                  <a:cubicBezTo>
                    <a:pt x="3257" y="4233"/>
                    <a:pt x="3237" y="4261"/>
                    <a:pt x="3221" y="4285"/>
                  </a:cubicBezTo>
                  <a:cubicBezTo>
                    <a:pt x="3193" y="4333"/>
                    <a:pt x="3157" y="4377"/>
                    <a:pt x="3121" y="4417"/>
                  </a:cubicBezTo>
                  <a:cubicBezTo>
                    <a:pt x="3097" y="4449"/>
                    <a:pt x="3065" y="4473"/>
                    <a:pt x="3033" y="4493"/>
                  </a:cubicBezTo>
                  <a:cubicBezTo>
                    <a:pt x="3025" y="4501"/>
                    <a:pt x="3013" y="4505"/>
                    <a:pt x="3005" y="4513"/>
                  </a:cubicBezTo>
                  <a:lnTo>
                    <a:pt x="2993" y="4517"/>
                  </a:lnTo>
                  <a:cubicBezTo>
                    <a:pt x="3009" y="4513"/>
                    <a:pt x="3025" y="4509"/>
                    <a:pt x="3037" y="4505"/>
                  </a:cubicBezTo>
                  <a:cubicBezTo>
                    <a:pt x="3057" y="4501"/>
                    <a:pt x="3073" y="4493"/>
                    <a:pt x="3089" y="4485"/>
                  </a:cubicBezTo>
                  <a:cubicBezTo>
                    <a:pt x="3109" y="4473"/>
                    <a:pt x="3129" y="4461"/>
                    <a:pt x="3145" y="4445"/>
                  </a:cubicBezTo>
                  <a:cubicBezTo>
                    <a:pt x="3193" y="4405"/>
                    <a:pt x="3233" y="4365"/>
                    <a:pt x="3265" y="4317"/>
                  </a:cubicBezTo>
                  <a:lnTo>
                    <a:pt x="3325" y="4241"/>
                  </a:lnTo>
                  <a:cubicBezTo>
                    <a:pt x="3341" y="4213"/>
                    <a:pt x="3361" y="4189"/>
                    <a:pt x="3381" y="4161"/>
                  </a:cubicBezTo>
                  <a:cubicBezTo>
                    <a:pt x="3425" y="4109"/>
                    <a:pt x="3473" y="4057"/>
                    <a:pt x="3525" y="4013"/>
                  </a:cubicBezTo>
                  <a:cubicBezTo>
                    <a:pt x="3593" y="4029"/>
                    <a:pt x="3649" y="4057"/>
                    <a:pt x="3661" y="4093"/>
                  </a:cubicBezTo>
                  <a:cubicBezTo>
                    <a:pt x="3702" y="4213"/>
                    <a:pt x="3501" y="4420"/>
                    <a:pt x="3587" y="4420"/>
                  </a:cubicBezTo>
                  <a:cubicBezTo>
                    <a:pt x="3593" y="4420"/>
                    <a:pt x="3600" y="4419"/>
                    <a:pt x="3609" y="4417"/>
                  </a:cubicBezTo>
                  <a:cubicBezTo>
                    <a:pt x="3653" y="4401"/>
                    <a:pt x="3693" y="4377"/>
                    <a:pt x="3729" y="4341"/>
                  </a:cubicBezTo>
                  <a:lnTo>
                    <a:pt x="3729" y="4341"/>
                  </a:lnTo>
                  <a:cubicBezTo>
                    <a:pt x="3717" y="4357"/>
                    <a:pt x="3709" y="4369"/>
                    <a:pt x="3701" y="4381"/>
                  </a:cubicBezTo>
                  <a:cubicBezTo>
                    <a:pt x="3653" y="4445"/>
                    <a:pt x="3609" y="4517"/>
                    <a:pt x="3557" y="4577"/>
                  </a:cubicBezTo>
                  <a:cubicBezTo>
                    <a:pt x="3509" y="4641"/>
                    <a:pt x="3449" y="4689"/>
                    <a:pt x="3381" y="4729"/>
                  </a:cubicBezTo>
                  <a:cubicBezTo>
                    <a:pt x="3321" y="4757"/>
                    <a:pt x="3253" y="4785"/>
                    <a:pt x="3189" y="4801"/>
                  </a:cubicBezTo>
                  <a:cubicBezTo>
                    <a:pt x="3129" y="4817"/>
                    <a:pt x="3077" y="4829"/>
                    <a:pt x="3041" y="4837"/>
                  </a:cubicBezTo>
                  <a:lnTo>
                    <a:pt x="2985" y="4849"/>
                  </a:lnTo>
                  <a:lnTo>
                    <a:pt x="3045" y="4849"/>
                  </a:lnTo>
                  <a:cubicBezTo>
                    <a:pt x="3081" y="4849"/>
                    <a:pt x="3133" y="4845"/>
                    <a:pt x="3193" y="4837"/>
                  </a:cubicBezTo>
                  <a:cubicBezTo>
                    <a:pt x="3265" y="4829"/>
                    <a:pt x="3337" y="4809"/>
                    <a:pt x="3405" y="4777"/>
                  </a:cubicBezTo>
                  <a:cubicBezTo>
                    <a:pt x="3445" y="4761"/>
                    <a:pt x="3481" y="4737"/>
                    <a:pt x="3513" y="4713"/>
                  </a:cubicBezTo>
                  <a:cubicBezTo>
                    <a:pt x="3549" y="4685"/>
                    <a:pt x="3577" y="4653"/>
                    <a:pt x="3605" y="4621"/>
                  </a:cubicBezTo>
                  <a:cubicBezTo>
                    <a:pt x="3657" y="4553"/>
                    <a:pt x="3701" y="4485"/>
                    <a:pt x="3745" y="4413"/>
                  </a:cubicBezTo>
                  <a:cubicBezTo>
                    <a:pt x="3785" y="4349"/>
                    <a:pt x="3825" y="4285"/>
                    <a:pt x="3853" y="4229"/>
                  </a:cubicBezTo>
                  <a:cubicBezTo>
                    <a:pt x="3885" y="4177"/>
                    <a:pt x="3909" y="4133"/>
                    <a:pt x="3925" y="4101"/>
                  </a:cubicBezTo>
                  <a:lnTo>
                    <a:pt x="4101" y="4441"/>
                  </a:lnTo>
                  <a:lnTo>
                    <a:pt x="4105" y="4345"/>
                  </a:lnTo>
                  <a:lnTo>
                    <a:pt x="4105" y="4345"/>
                  </a:lnTo>
                  <a:cubicBezTo>
                    <a:pt x="4105" y="4377"/>
                    <a:pt x="4105" y="4409"/>
                    <a:pt x="4101" y="4441"/>
                  </a:cubicBezTo>
                  <a:cubicBezTo>
                    <a:pt x="4097" y="4457"/>
                    <a:pt x="4089" y="4473"/>
                    <a:pt x="4085" y="4489"/>
                  </a:cubicBezTo>
                  <a:cubicBezTo>
                    <a:pt x="4073" y="4505"/>
                    <a:pt x="4065" y="4521"/>
                    <a:pt x="4053" y="4537"/>
                  </a:cubicBezTo>
                  <a:cubicBezTo>
                    <a:pt x="3993" y="4605"/>
                    <a:pt x="3925" y="4665"/>
                    <a:pt x="3853" y="4717"/>
                  </a:cubicBezTo>
                  <a:cubicBezTo>
                    <a:pt x="3777" y="4773"/>
                    <a:pt x="3701" y="4825"/>
                    <a:pt x="3621" y="4873"/>
                  </a:cubicBezTo>
                  <a:cubicBezTo>
                    <a:pt x="3457" y="4969"/>
                    <a:pt x="3277" y="5033"/>
                    <a:pt x="3093" y="5065"/>
                  </a:cubicBezTo>
                  <a:cubicBezTo>
                    <a:pt x="3040" y="5073"/>
                    <a:pt x="2988" y="5077"/>
                    <a:pt x="2936" y="5077"/>
                  </a:cubicBezTo>
                  <a:cubicBezTo>
                    <a:pt x="2797" y="5077"/>
                    <a:pt x="2661" y="5050"/>
                    <a:pt x="2533" y="4997"/>
                  </a:cubicBezTo>
                  <a:cubicBezTo>
                    <a:pt x="2441" y="4965"/>
                    <a:pt x="2357" y="4917"/>
                    <a:pt x="2265" y="4877"/>
                  </a:cubicBezTo>
                  <a:cubicBezTo>
                    <a:pt x="2173" y="4837"/>
                    <a:pt x="2081" y="4801"/>
                    <a:pt x="1985" y="4769"/>
                  </a:cubicBezTo>
                  <a:cubicBezTo>
                    <a:pt x="1893" y="4737"/>
                    <a:pt x="1797" y="4709"/>
                    <a:pt x="1701" y="4689"/>
                  </a:cubicBezTo>
                  <a:cubicBezTo>
                    <a:pt x="1601" y="4665"/>
                    <a:pt x="1505" y="4645"/>
                    <a:pt x="1413" y="4625"/>
                  </a:cubicBezTo>
                  <a:cubicBezTo>
                    <a:pt x="1329" y="4609"/>
                    <a:pt x="1245" y="4581"/>
                    <a:pt x="1173" y="4541"/>
                  </a:cubicBezTo>
                  <a:lnTo>
                    <a:pt x="1173" y="4537"/>
                  </a:lnTo>
                  <a:cubicBezTo>
                    <a:pt x="1197" y="4545"/>
                    <a:pt x="1225" y="4553"/>
                    <a:pt x="1249" y="4557"/>
                  </a:cubicBezTo>
                  <a:cubicBezTo>
                    <a:pt x="1301" y="4573"/>
                    <a:pt x="1349" y="4581"/>
                    <a:pt x="1401" y="4593"/>
                  </a:cubicBezTo>
                  <a:cubicBezTo>
                    <a:pt x="1449" y="4601"/>
                    <a:pt x="1497" y="4605"/>
                    <a:pt x="1549" y="4609"/>
                  </a:cubicBezTo>
                  <a:cubicBezTo>
                    <a:pt x="1585" y="4612"/>
                    <a:pt x="1620" y="4615"/>
                    <a:pt x="1656" y="4615"/>
                  </a:cubicBezTo>
                  <a:cubicBezTo>
                    <a:pt x="1671" y="4615"/>
                    <a:pt x="1685" y="4615"/>
                    <a:pt x="1701" y="4613"/>
                  </a:cubicBezTo>
                  <a:cubicBezTo>
                    <a:pt x="1749" y="4613"/>
                    <a:pt x="1801" y="4609"/>
                    <a:pt x="1849" y="4605"/>
                  </a:cubicBezTo>
                  <a:cubicBezTo>
                    <a:pt x="1901" y="4601"/>
                    <a:pt x="1949" y="4589"/>
                    <a:pt x="2001" y="4581"/>
                  </a:cubicBezTo>
                  <a:cubicBezTo>
                    <a:pt x="2049" y="4573"/>
                    <a:pt x="2093" y="4561"/>
                    <a:pt x="2141" y="4553"/>
                  </a:cubicBezTo>
                  <a:cubicBezTo>
                    <a:pt x="2189" y="4541"/>
                    <a:pt x="2237" y="4529"/>
                    <a:pt x="2285" y="4513"/>
                  </a:cubicBezTo>
                  <a:cubicBezTo>
                    <a:pt x="2333" y="4497"/>
                    <a:pt x="2377" y="4485"/>
                    <a:pt x="2425" y="4469"/>
                  </a:cubicBezTo>
                  <a:cubicBezTo>
                    <a:pt x="2473" y="4453"/>
                    <a:pt x="2517" y="4433"/>
                    <a:pt x="2561" y="4409"/>
                  </a:cubicBezTo>
                  <a:cubicBezTo>
                    <a:pt x="2605" y="4389"/>
                    <a:pt x="2653" y="4365"/>
                    <a:pt x="2693" y="4337"/>
                  </a:cubicBezTo>
                  <a:cubicBezTo>
                    <a:pt x="2737" y="4313"/>
                    <a:pt x="2777" y="4285"/>
                    <a:pt x="2817" y="4253"/>
                  </a:cubicBezTo>
                  <a:cubicBezTo>
                    <a:pt x="2853" y="4221"/>
                    <a:pt x="2893" y="4189"/>
                    <a:pt x="2925" y="4153"/>
                  </a:cubicBezTo>
                  <a:cubicBezTo>
                    <a:pt x="2961" y="4117"/>
                    <a:pt x="2993" y="4081"/>
                    <a:pt x="3025" y="4045"/>
                  </a:cubicBezTo>
                  <a:cubicBezTo>
                    <a:pt x="3029" y="4041"/>
                    <a:pt x="3033" y="4033"/>
                    <a:pt x="3037" y="4029"/>
                  </a:cubicBezTo>
                  <a:lnTo>
                    <a:pt x="3145" y="3969"/>
                  </a:lnTo>
                  <a:close/>
                  <a:moveTo>
                    <a:pt x="3527" y="0"/>
                  </a:moveTo>
                  <a:cubicBezTo>
                    <a:pt x="3506" y="0"/>
                    <a:pt x="3486" y="1"/>
                    <a:pt x="3465" y="1"/>
                  </a:cubicBezTo>
                  <a:cubicBezTo>
                    <a:pt x="3301" y="1"/>
                    <a:pt x="3133" y="21"/>
                    <a:pt x="2973" y="61"/>
                  </a:cubicBezTo>
                  <a:cubicBezTo>
                    <a:pt x="2889" y="81"/>
                    <a:pt x="2809" y="105"/>
                    <a:pt x="2733" y="137"/>
                  </a:cubicBezTo>
                  <a:cubicBezTo>
                    <a:pt x="2653" y="173"/>
                    <a:pt x="2581" y="209"/>
                    <a:pt x="2509" y="253"/>
                  </a:cubicBezTo>
                  <a:cubicBezTo>
                    <a:pt x="2365" y="333"/>
                    <a:pt x="2225" y="413"/>
                    <a:pt x="2089" y="501"/>
                  </a:cubicBezTo>
                  <a:cubicBezTo>
                    <a:pt x="1945" y="589"/>
                    <a:pt x="1813" y="689"/>
                    <a:pt x="1697" y="809"/>
                  </a:cubicBezTo>
                  <a:cubicBezTo>
                    <a:pt x="1633" y="873"/>
                    <a:pt x="1581" y="945"/>
                    <a:pt x="1545" y="1029"/>
                  </a:cubicBezTo>
                  <a:cubicBezTo>
                    <a:pt x="1509" y="1109"/>
                    <a:pt x="1489" y="1197"/>
                    <a:pt x="1489" y="1289"/>
                  </a:cubicBezTo>
                  <a:cubicBezTo>
                    <a:pt x="1489" y="1333"/>
                    <a:pt x="1493" y="1373"/>
                    <a:pt x="1497" y="1417"/>
                  </a:cubicBezTo>
                  <a:cubicBezTo>
                    <a:pt x="1501" y="1457"/>
                    <a:pt x="1509" y="1497"/>
                    <a:pt x="1521" y="1537"/>
                  </a:cubicBezTo>
                  <a:cubicBezTo>
                    <a:pt x="1529" y="1577"/>
                    <a:pt x="1545" y="1617"/>
                    <a:pt x="1561" y="1657"/>
                  </a:cubicBezTo>
                  <a:cubicBezTo>
                    <a:pt x="1573" y="1693"/>
                    <a:pt x="1589" y="1729"/>
                    <a:pt x="1605" y="1765"/>
                  </a:cubicBezTo>
                  <a:cubicBezTo>
                    <a:pt x="1669" y="1901"/>
                    <a:pt x="1749" y="2029"/>
                    <a:pt x="1841" y="2149"/>
                  </a:cubicBezTo>
                  <a:cubicBezTo>
                    <a:pt x="1965" y="2313"/>
                    <a:pt x="2109" y="2461"/>
                    <a:pt x="2273" y="2585"/>
                  </a:cubicBezTo>
                  <a:cubicBezTo>
                    <a:pt x="2189" y="2529"/>
                    <a:pt x="2097" y="2469"/>
                    <a:pt x="2005" y="2413"/>
                  </a:cubicBezTo>
                  <a:cubicBezTo>
                    <a:pt x="1893" y="2345"/>
                    <a:pt x="1773" y="2281"/>
                    <a:pt x="1653" y="2221"/>
                  </a:cubicBezTo>
                  <a:cubicBezTo>
                    <a:pt x="1521" y="2157"/>
                    <a:pt x="1397" y="2121"/>
                    <a:pt x="1281" y="2069"/>
                  </a:cubicBezTo>
                  <a:cubicBezTo>
                    <a:pt x="1249" y="2057"/>
                    <a:pt x="1221" y="2041"/>
                    <a:pt x="1193" y="2025"/>
                  </a:cubicBezTo>
                  <a:cubicBezTo>
                    <a:pt x="1173" y="2017"/>
                    <a:pt x="1165" y="2013"/>
                    <a:pt x="1141" y="2001"/>
                  </a:cubicBezTo>
                  <a:lnTo>
                    <a:pt x="1125" y="1993"/>
                  </a:lnTo>
                  <a:lnTo>
                    <a:pt x="1117" y="1989"/>
                  </a:lnTo>
                  <a:lnTo>
                    <a:pt x="1105" y="1985"/>
                  </a:lnTo>
                  <a:cubicBezTo>
                    <a:pt x="1089" y="1981"/>
                    <a:pt x="1069" y="1977"/>
                    <a:pt x="1049" y="1977"/>
                  </a:cubicBezTo>
                  <a:cubicBezTo>
                    <a:pt x="1029" y="1977"/>
                    <a:pt x="1005" y="1981"/>
                    <a:pt x="989" y="1989"/>
                  </a:cubicBezTo>
                  <a:lnTo>
                    <a:pt x="973" y="1997"/>
                  </a:lnTo>
                  <a:lnTo>
                    <a:pt x="965" y="2001"/>
                  </a:lnTo>
                  <a:lnTo>
                    <a:pt x="949" y="2009"/>
                  </a:lnTo>
                  <a:cubicBezTo>
                    <a:pt x="929" y="2025"/>
                    <a:pt x="917" y="2033"/>
                    <a:pt x="901" y="2045"/>
                  </a:cubicBezTo>
                  <a:cubicBezTo>
                    <a:pt x="873" y="2065"/>
                    <a:pt x="845" y="2089"/>
                    <a:pt x="817" y="2109"/>
                  </a:cubicBezTo>
                  <a:cubicBezTo>
                    <a:pt x="761" y="2149"/>
                    <a:pt x="705" y="2185"/>
                    <a:pt x="645" y="2221"/>
                  </a:cubicBezTo>
                  <a:cubicBezTo>
                    <a:pt x="589" y="2261"/>
                    <a:pt x="525" y="2297"/>
                    <a:pt x="461" y="2337"/>
                  </a:cubicBezTo>
                  <a:cubicBezTo>
                    <a:pt x="325" y="2413"/>
                    <a:pt x="209" y="2517"/>
                    <a:pt x="113" y="2641"/>
                  </a:cubicBezTo>
                  <a:cubicBezTo>
                    <a:pt x="89" y="2673"/>
                    <a:pt x="69" y="2709"/>
                    <a:pt x="53" y="2745"/>
                  </a:cubicBezTo>
                  <a:cubicBezTo>
                    <a:pt x="33" y="2785"/>
                    <a:pt x="21" y="2825"/>
                    <a:pt x="13" y="2865"/>
                  </a:cubicBezTo>
                  <a:cubicBezTo>
                    <a:pt x="1" y="2941"/>
                    <a:pt x="1" y="3017"/>
                    <a:pt x="13" y="3097"/>
                  </a:cubicBezTo>
                  <a:cubicBezTo>
                    <a:pt x="41" y="3241"/>
                    <a:pt x="85" y="3385"/>
                    <a:pt x="141" y="3525"/>
                  </a:cubicBezTo>
                  <a:cubicBezTo>
                    <a:pt x="169" y="3593"/>
                    <a:pt x="193" y="3661"/>
                    <a:pt x="217" y="3729"/>
                  </a:cubicBezTo>
                  <a:cubicBezTo>
                    <a:pt x="233" y="3805"/>
                    <a:pt x="265" y="3873"/>
                    <a:pt x="305" y="3937"/>
                  </a:cubicBezTo>
                  <a:cubicBezTo>
                    <a:pt x="397" y="4057"/>
                    <a:pt x="521" y="4149"/>
                    <a:pt x="661" y="4197"/>
                  </a:cubicBezTo>
                  <a:cubicBezTo>
                    <a:pt x="753" y="4237"/>
                    <a:pt x="849" y="4265"/>
                    <a:pt x="945" y="4285"/>
                  </a:cubicBezTo>
                  <a:cubicBezTo>
                    <a:pt x="937" y="4293"/>
                    <a:pt x="929" y="4301"/>
                    <a:pt x="925" y="4313"/>
                  </a:cubicBezTo>
                  <a:cubicBezTo>
                    <a:pt x="917" y="4325"/>
                    <a:pt x="913" y="4341"/>
                    <a:pt x="913" y="4357"/>
                  </a:cubicBezTo>
                  <a:cubicBezTo>
                    <a:pt x="909" y="4421"/>
                    <a:pt x="921" y="4481"/>
                    <a:pt x="945" y="4541"/>
                  </a:cubicBezTo>
                  <a:cubicBezTo>
                    <a:pt x="973" y="4601"/>
                    <a:pt x="1017" y="4653"/>
                    <a:pt x="1073" y="4689"/>
                  </a:cubicBezTo>
                  <a:cubicBezTo>
                    <a:pt x="1169" y="4741"/>
                    <a:pt x="1277" y="4773"/>
                    <a:pt x="1385" y="4785"/>
                  </a:cubicBezTo>
                  <a:cubicBezTo>
                    <a:pt x="1581" y="4817"/>
                    <a:pt x="1773" y="4829"/>
                    <a:pt x="1961" y="4869"/>
                  </a:cubicBezTo>
                  <a:cubicBezTo>
                    <a:pt x="2057" y="4889"/>
                    <a:pt x="2149" y="4913"/>
                    <a:pt x="2241" y="4945"/>
                  </a:cubicBezTo>
                  <a:cubicBezTo>
                    <a:pt x="2329" y="4977"/>
                    <a:pt x="2421" y="5017"/>
                    <a:pt x="2513" y="5053"/>
                  </a:cubicBezTo>
                  <a:cubicBezTo>
                    <a:pt x="2609" y="5089"/>
                    <a:pt x="2705" y="5113"/>
                    <a:pt x="2801" y="5129"/>
                  </a:cubicBezTo>
                  <a:cubicBezTo>
                    <a:pt x="2884" y="5143"/>
                    <a:pt x="2966" y="5150"/>
                    <a:pt x="3049" y="5150"/>
                  </a:cubicBezTo>
                  <a:cubicBezTo>
                    <a:pt x="3066" y="5150"/>
                    <a:pt x="3084" y="5150"/>
                    <a:pt x="3101" y="5149"/>
                  </a:cubicBezTo>
                  <a:cubicBezTo>
                    <a:pt x="3309" y="5141"/>
                    <a:pt x="3509" y="5097"/>
                    <a:pt x="3693" y="5009"/>
                  </a:cubicBezTo>
                  <a:cubicBezTo>
                    <a:pt x="3789" y="4969"/>
                    <a:pt x="3877" y="4913"/>
                    <a:pt x="3957" y="4853"/>
                  </a:cubicBezTo>
                  <a:cubicBezTo>
                    <a:pt x="4041" y="4789"/>
                    <a:pt x="4117" y="4717"/>
                    <a:pt x="4185" y="4633"/>
                  </a:cubicBezTo>
                  <a:cubicBezTo>
                    <a:pt x="4201" y="4609"/>
                    <a:pt x="4221" y="4585"/>
                    <a:pt x="4233" y="4557"/>
                  </a:cubicBezTo>
                  <a:cubicBezTo>
                    <a:pt x="4245" y="4529"/>
                    <a:pt x="4257" y="4497"/>
                    <a:pt x="4257" y="4465"/>
                  </a:cubicBezTo>
                  <a:cubicBezTo>
                    <a:pt x="4265" y="4409"/>
                    <a:pt x="4261" y="4353"/>
                    <a:pt x="4253" y="4297"/>
                  </a:cubicBezTo>
                  <a:cubicBezTo>
                    <a:pt x="4233" y="4197"/>
                    <a:pt x="4205" y="4097"/>
                    <a:pt x="4165" y="4005"/>
                  </a:cubicBezTo>
                  <a:cubicBezTo>
                    <a:pt x="4153" y="3973"/>
                    <a:pt x="4137" y="3945"/>
                    <a:pt x="4125" y="3917"/>
                  </a:cubicBezTo>
                  <a:lnTo>
                    <a:pt x="4125" y="3917"/>
                  </a:lnTo>
                  <a:cubicBezTo>
                    <a:pt x="4225" y="4053"/>
                    <a:pt x="4341" y="4177"/>
                    <a:pt x="4469" y="4289"/>
                  </a:cubicBezTo>
                  <a:cubicBezTo>
                    <a:pt x="4537" y="4345"/>
                    <a:pt x="4609" y="4397"/>
                    <a:pt x="4685" y="4441"/>
                  </a:cubicBezTo>
                  <a:cubicBezTo>
                    <a:pt x="4761" y="4485"/>
                    <a:pt x="4849" y="4517"/>
                    <a:pt x="4937" y="4537"/>
                  </a:cubicBezTo>
                  <a:cubicBezTo>
                    <a:pt x="4973" y="4543"/>
                    <a:pt x="5008" y="4547"/>
                    <a:pt x="5044" y="4547"/>
                  </a:cubicBezTo>
                  <a:cubicBezTo>
                    <a:pt x="5103" y="4547"/>
                    <a:pt x="5162" y="4537"/>
                    <a:pt x="5217" y="4517"/>
                  </a:cubicBezTo>
                  <a:cubicBezTo>
                    <a:pt x="5297" y="4489"/>
                    <a:pt x="5377" y="4465"/>
                    <a:pt x="5453" y="4433"/>
                  </a:cubicBezTo>
                  <a:cubicBezTo>
                    <a:pt x="5533" y="4405"/>
                    <a:pt x="5609" y="4377"/>
                    <a:pt x="5685" y="4345"/>
                  </a:cubicBezTo>
                  <a:cubicBezTo>
                    <a:pt x="5765" y="4317"/>
                    <a:pt x="5841" y="4285"/>
                    <a:pt x="5917" y="4253"/>
                  </a:cubicBezTo>
                  <a:cubicBezTo>
                    <a:pt x="5993" y="4221"/>
                    <a:pt x="6069" y="4185"/>
                    <a:pt x="6145" y="4149"/>
                  </a:cubicBezTo>
                  <a:cubicBezTo>
                    <a:pt x="6185" y="4129"/>
                    <a:pt x="6221" y="4109"/>
                    <a:pt x="6257" y="4089"/>
                  </a:cubicBezTo>
                  <a:lnTo>
                    <a:pt x="6309" y="4053"/>
                  </a:lnTo>
                  <a:lnTo>
                    <a:pt x="6361" y="4013"/>
                  </a:lnTo>
                  <a:cubicBezTo>
                    <a:pt x="6433" y="3961"/>
                    <a:pt x="6489" y="3889"/>
                    <a:pt x="6529" y="3809"/>
                  </a:cubicBezTo>
                  <a:cubicBezTo>
                    <a:pt x="6537" y="3789"/>
                    <a:pt x="6545" y="3765"/>
                    <a:pt x="6549" y="3741"/>
                  </a:cubicBezTo>
                  <a:cubicBezTo>
                    <a:pt x="6557" y="3721"/>
                    <a:pt x="6557" y="3701"/>
                    <a:pt x="6561" y="3681"/>
                  </a:cubicBezTo>
                  <a:cubicBezTo>
                    <a:pt x="6569" y="3637"/>
                    <a:pt x="6573" y="3593"/>
                    <a:pt x="6577" y="3549"/>
                  </a:cubicBezTo>
                  <a:cubicBezTo>
                    <a:pt x="6581" y="3461"/>
                    <a:pt x="6581" y="3377"/>
                    <a:pt x="6569" y="3289"/>
                  </a:cubicBezTo>
                  <a:cubicBezTo>
                    <a:pt x="6557" y="3229"/>
                    <a:pt x="6545" y="3169"/>
                    <a:pt x="6525" y="3109"/>
                  </a:cubicBezTo>
                  <a:cubicBezTo>
                    <a:pt x="6573" y="3089"/>
                    <a:pt x="6617" y="3069"/>
                    <a:pt x="6665" y="3045"/>
                  </a:cubicBezTo>
                  <a:cubicBezTo>
                    <a:pt x="6801" y="2977"/>
                    <a:pt x="6933" y="2901"/>
                    <a:pt x="7057" y="2809"/>
                  </a:cubicBezTo>
                  <a:cubicBezTo>
                    <a:pt x="7185" y="2717"/>
                    <a:pt x="7301" y="2609"/>
                    <a:pt x="7401" y="2485"/>
                  </a:cubicBezTo>
                  <a:lnTo>
                    <a:pt x="7437" y="2437"/>
                  </a:lnTo>
                  <a:lnTo>
                    <a:pt x="7469" y="2389"/>
                  </a:lnTo>
                  <a:cubicBezTo>
                    <a:pt x="7493" y="2353"/>
                    <a:pt x="7513" y="2321"/>
                    <a:pt x="7529" y="2281"/>
                  </a:cubicBezTo>
                  <a:cubicBezTo>
                    <a:pt x="7569" y="2209"/>
                    <a:pt x="7597" y="2133"/>
                    <a:pt x="7617" y="2053"/>
                  </a:cubicBezTo>
                  <a:cubicBezTo>
                    <a:pt x="7625" y="2013"/>
                    <a:pt x="7633" y="1973"/>
                    <a:pt x="7641" y="1937"/>
                  </a:cubicBezTo>
                  <a:cubicBezTo>
                    <a:pt x="7645" y="1897"/>
                    <a:pt x="7649" y="1853"/>
                    <a:pt x="7653" y="1813"/>
                  </a:cubicBezTo>
                  <a:cubicBezTo>
                    <a:pt x="7657" y="1769"/>
                    <a:pt x="7657" y="1729"/>
                    <a:pt x="7653" y="1689"/>
                  </a:cubicBezTo>
                  <a:cubicBezTo>
                    <a:pt x="7653" y="1645"/>
                    <a:pt x="7649" y="1605"/>
                    <a:pt x="7641" y="1561"/>
                  </a:cubicBezTo>
                  <a:lnTo>
                    <a:pt x="7629" y="1501"/>
                  </a:lnTo>
                  <a:cubicBezTo>
                    <a:pt x="7621" y="1481"/>
                    <a:pt x="7617" y="1461"/>
                    <a:pt x="7609" y="1441"/>
                  </a:cubicBezTo>
                  <a:cubicBezTo>
                    <a:pt x="7597" y="1397"/>
                    <a:pt x="7581" y="1361"/>
                    <a:pt x="7557" y="1321"/>
                  </a:cubicBezTo>
                  <a:cubicBezTo>
                    <a:pt x="7521" y="1245"/>
                    <a:pt x="7469" y="1177"/>
                    <a:pt x="7409" y="1113"/>
                  </a:cubicBezTo>
                  <a:cubicBezTo>
                    <a:pt x="7289" y="993"/>
                    <a:pt x="7145" y="897"/>
                    <a:pt x="6989" y="833"/>
                  </a:cubicBezTo>
                  <a:cubicBezTo>
                    <a:pt x="6833" y="769"/>
                    <a:pt x="6673" y="725"/>
                    <a:pt x="6509" y="697"/>
                  </a:cubicBezTo>
                  <a:cubicBezTo>
                    <a:pt x="6349" y="673"/>
                    <a:pt x="6185" y="661"/>
                    <a:pt x="6025" y="661"/>
                  </a:cubicBezTo>
                  <a:cubicBezTo>
                    <a:pt x="6008" y="661"/>
                    <a:pt x="5991" y="661"/>
                    <a:pt x="5975" y="661"/>
                  </a:cubicBezTo>
                  <a:cubicBezTo>
                    <a:pt x="5828" y="661"/>
                    <a:pt x="5685" y="676"/>
                    <a:pt x="5545" y="701"/>
                  </a:cubicBezTo>
                  <a:cubicBezTo>
                    <a:pt x="5505" y="709"/>
                    <a:pt x="5465" y="721"/>
                    <a:pt x="5425" y="733"/>
                  </a:cubicBezTo>
                  <a:lnTo>
                    <a:pt x="5393" y="741"/>
                  </a:lnTo>
                  <a:lnTo>
                    <a:pt x="5381" y="745"/>
                  </a:lnTo>
                  <a:lnTo>
                    <a:pt x="5377" y="745"/>
                  </a:lnTo>
                  <a:lnTo>
                    <a:pt x="5373" y="749"/>
                  </a:lnTo>
                  <a:lnTo>
                    <a:pt x="5357" y="757"/>
                  </a:lnTo>
                  <a:lnTo>
                    <a:pt x="5333" y="769"/>
                  </a:lnTo>
                  <a:lnTo>
                    <a:pt x="5301" y="789"/>
                  </a:lnTo>
                  <a:lnTo>
                    <a:pt x="5269" y="813"/>
                  </a:lnTo>
                  <a:cubicBezTo>
                    <a:pt x="5257" y="821"/>
                    <a:pt x="5253" y="829"/>
                    <a:pt x="5245" y="837"/>
                  </a:cubicBezTo>
                  <a:cubicBezTo>
                    <a:pt x="5229" y="849"/>
                    <a:pt x="5213" y="865"/>
                    <a:pt x="5197" y="881"/>
                  </a:cubicBezTo>
                  <a:lnTo>
                    <a:pt x="5157" y="933"/>
                  </a:lnTo>
                  <a:lnTo>
                    <a:pt x="5121" y="981"/>
                  </a:lnTo>
                  <a:cubicBezTo>
                    <a:pt x="5037" y="1105"/>
                    <a:pt x="4965" y="1237"/>
                    <a:pt x="4909" y="1373"/>
                  </a:cubicBezTo>
                  <a:cubicBezTo>
                    <a:pt x="4793" y="1633"/>
                    <a:pt x="4705" y="1881"/>
                    <a:pt x="4621" y="2109"/>
                  </a:cubicBezTo>
                  <a:cubicBezTo>
                    <a:pt x="4537" y="2337"/>
                    <a:pt x="4461" y="2545"/>
                    <a:pt x="4385" y="2725"/>
                  </a:cubicBezTo>
                  <a:cubicBezTo>
                    <a:pt x="4321" y="2877"/>
                    <a:pt x="4245" y="3029"/>
                    <a:pt x="4157" y="3173"/>
                  </a:cubicBezTo>
                  <a:cubicBezTo>
                    <a:pt x="4157" y="3177"/>
                    <a:pt x="4153" y="3177"/>
                    <a:pt x="4149" y="3181"/>
                  </a:cubicBezTo>
                  <a:cubicBezTo>
                    <a:pt x="4139" y="3183"/>
                    <a:pt x="4129" y="3184"/>
                    <a:pt x="4119" y="3184"/>
                  </a:cubicBezTo>
                  <a:cubicBezTo>
                    <a:pt x="4069" y="3184"/>
                    <a:pt x="4031" y="3156"/>
                    <a:pt x="4041" y="3081"/>
                  </a:cubicBezTo>
                  <a:cubicBezTo>
                    <a:pt x="4093" y="2949"/>
                    <a:pt x="4157" y="2789"/>
                    <a:pt x="4233" y="2605"/>
                  </a:cubicBezTo>
                  <a:cubicBezTo>
                    <a:pt x="4253" y="2561"/>
                    <a:pt x="4273" y="2513"/>
                    <a:pt x="4293" y="2469"/>
                  </a:cubicBezTo>
                  <a:cubicBezTo>
                    <a:pt x="4317" y="2421"/>
                    <a:pt x="4341" y="2381"/>
                    <a:pt x="4369" y="2329"/>
                  </a:cubicBezTo>
                  <a:cubicBezTo>
                    <a:pt x="4425" y="2233"/>
                    <a:pt x="4481" y="2129"/>
                    <a:pt x="4541" y="2021"/>
                  </a:cubicBezTo>
                  <a:cubicBezTo>
                    <a:pt x="4665" y="1785"/>
                    <a:pt x="4773" y="1541"/>
                    <a:pt x="4861" y="1289"/>
                  </a:cubicBezTo>
                  <a:cubicBezTo>
                    <a:pt x="4909" y="1149"/>
                    <a:pt x="4945" y="1005"/>
                    <a:pt x="4961" y="857"/>
                  </a:cubicBezTo>
                  <a:cubicBezTo>
                    <a:pt x="4965" y="817"/>
                    <a:pt x="4965" y="777"/>
                    <a:pt x="4969" y="737"/>
                  </a:cubicBezTo>
                  <a:cubicBezTo>
                    <a:pt x="4969" y="717"/>
                    <a:pt x="4969" y="697"/>
                    <a:pt x="4969" y="677"/>
                  </a:cubicBezTo>
                  <a:lnTo>
                    <a:pt x="4969" y="649"/>
                  </a:lnTo>
                  <a:lnTo>
                    <a:pt x="4969" y="633"/>
                  </a:lnTo>
                  <a:lnTo>
                    <a:pt x="4969" y="625"/>
                  </a:lnTo>
                  <a:lnTo>
                    <a:pt x="4969" y="617"/>
                  </a:lnTo>
                  <a:lnTo>
                    <a:pt x="4969" y="613"/>
                  </a:lnTo>
                  <a:cubicBezTo>
                    <a:pt x="4965" y="593"/>
                    <a:pt x="4961" y="573"/>
                    <a:pt x="4953" y="553"/>
                  </a:cubicBezTo>
                  <a:lnTo>
                    <a:pt x="4937" y="521"/>
                  </a:lnTo>
                  <a:lnTo>
                    <a:pt x="4921" y="489"/>
                  </a:lnTo>
                  <a:cubicBezTo>
                    <a:pt x="4901" y="453"/>
                    <a:pt x="4873" y="421"/>
                    <a:pt x="4841" y="389"/>
                  </a:cubicBezTo>
                  <a:cubicBezTo>
                    <a:pt x="4721" y="285"/>
                    <a:pt x="4577" y="201"/>
                    <a:pt x="4425" y="153"/>
                  </a:cubicBezTo>
                  <a:cubicBezTo>
                    <a:pt x="4273" y="97"/>
                    <a:pt x="4113" y="57"/>
                    <a:pt x="3957" y="33"/>
                  </a:cubicBezTo>
                  <a:cubicBezTo>
                    <a:pt x="3814" y="12"/>
                    <a:pt x="3670" y="0"/>
                    <a:pt x="352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89"/>
            <p:cNvSpPr/>
            <p:nvPr/>
          </p:nvSpPr>
          <p:spPr>
            <a:xfrm flipH="1">
              <a:off x="1960128" y="1022066"/>
              <a:ext cx="55732" cy="114593"/>
            </a:xfrm>
            <a:custGeom>
              <a:avLst/>
              <a:gdLst/>
              <a:ahLst/>
              <a:cxnLst/>
              <a:rect l="l" t="t" r="r" b="b"/>
              <a:pathLst>
                <a:path w="481" h="989" extrusionOk="0">
                  <a:moveTo>
                    <a:pt x="421" y="0"/>
                  </a:moveTo>
                  <a:lnTo>
                    <a:pt x="237" y="520"/>
                  </a:lnTo>
                  <a:cubicBezTo>
                    <a:pt x="221" y="556"/>
                    <a:pt x="209" y="592"/>
                    <a:pt x="197" y="624"/>
                  </a:cubicBezTo>
                  <a:cubicBezTo>
                    <a:pt x="181" y="656"/>
                    <a:pt x="161" y="684"/>
                    <a:pt x="145" y="712"/>
                  </a:cubicBezTo>
                  <a:lnTo>
                    <a:pt x="1" y="956"/>
                  </a:lnTo>
                  <a:lnTo>
                    <a:pt x="53" y="988"/>
                  </a:lnTo>
                  <a:lnTo>
                    <a:pt x="197" y="748"/>
                  </a:lnTo>
                  <a:cubicBezTo>
                    <a:pt x="217" y="716"/>
                    <a:pt x="237" y="684"/>
                    <a:pt x="253" y="652"/>
                  </a:cubicBezTo>
                  <a:cubicBezTo>
                    <a:pt x="269" y="616"/>
                    <a:pt x="281" y="580"/>
                    <a:pt x="297" y="544"/>
                  </a:cubicBezTo>
                  <a:lnTo>
                    <a:pt x="481" y="20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89"/>
            <p:cNvSpPr/>
            <p:nvPr/>
          </p:nvSpPr>
          <p:spPr>
            <a:xfrm flipH="1">
              <a:off x="2020379" y="1007698"/>
              <a:ext cx="14020" cy="112276"/>
            </a:xfrm>
            <a:custGeom>
              <a:avLst/>
              <a:gdLst/>
              <a:ahLst/>
              <a:cxnLst/>
              <a:rect l="l" t="t" r="r" b="b"/>
              <a:pathLst>
                <a:path w="121" h="969" extrusionOk="0">
                  <a:moveTo>
                    <a:pt x="53" y="0"/>
                  </a:moveTo>
                  <a:lnTo>
                    <a:pt x="17" y="284"/>
                  </a:lnTo>
                  <a:cubicBezTo>
                    <a:pt x="5" y="344"/>
                    <a:pt x="5" y="400"/>
                    <a:pt x="9" y="460"/>
                  </a:cubicBezTo>
                  <a:cubicBezTo>
                    <a:pt x="13" y="480"/>
                    <a:pt x="17" y="504"/>
                    <a:pt x="21" y="528"/>
                  </a:cubicBezTo>
                  <a:lnTo>
                    <a:pt x="29" y="556"/>
                  </a:lnTo>
                  <a:cubicBezTo>
                    <a:pt x="57" y="688"/>
                    <a:pt x="45" y="820"/>
                    <a:pt x="1" y="944"/>
                  </a:cubicBezTo>
                  <a:lnTo>
                    <a:pt x="61" y="968"/>
                  </a:lnTo>
                  <a:cubicBezTo>
                    <a:pt x="109" y="832"/>
                    <a:pt x="121" y="684"/>
                    <a:pt x="89" y="544"/>
                  </a:cubicBezTo>
                  <a:lnTo>
                    <a:pt x="85" y="516"/>
                  </a:lnTo>
                  <a:cubicBezTo>
                    <a:pt x="77" y="492"/>
                    <a:pt x="73" y="472"/>
                    <a:pt x="69" y="452"/>
                  </a:cubicBezTo>
                  <a:cubicBezTo>
                    <a:pt x="65" y="396"/>
                    <a:pt x="69" y="344"/>
                    <a:pt x="77" y="292"/>
                  </a:cubicBezTo>
                  <a:lnTo>
                    <a:pt x="117" y="8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89"/>
            <p:cNvSpPr/>
            <p:nvPr/>
          </p:nvSpPr>
          <p:spPr>
            <a:xfrm flipH="1">
              <a:off x="2047724" y="1044312"/>
              <a:ext cx="15410" cy="91419"/>
            </a:xfrm>
            <a:custGeom>
              <a:avLst/>
              <a:gdLst/>
              <a:ahLst/>
              <a:cxnLst/>
              <a:rect l="l" t="t" r="r" b="b"/>
              <a:pathLst>
                <a:path w="133" h="789" extrusionOk="0">
                  <a:moveTo>
                    <a:pt x="61" y="0"/>
                  </a:moveTo>
                  <a:lnTo>
                    <a:pt x="1" y="24"/>
                  </a:lnTo>
                  <a:cubicBezTo>
                    <a:pt x="53" y="168"/>
                    <a:pt x="69" y="320"/>
                    <a:pt x="49" y="472"/>
                  </a:cubicBezTo>
                  <a:lnTo>
                    <a:pt x="45" y="504"/>
                  </a:lnTo>
                  <a:cubicBezTo>
                    <a:pt x="29" y="600"/>
                    <a:pt x="13" y="708"/>
                    <a:pt x="77" y="788"/>
                  </a:cubicBezTo>
                  <a:lnTo>
                    <a:pt x="129" y="748"/>
                  </a:lnTo>
                  <a:cubicBezTo>
                    <a:pt x="81" y="688"/>
                    <a:pt x="93" y="596"/>
                    <a:pt x="109" y="516"/>
                  </a:cubicBezTo>
                  <a:lnTo>
                    <a:pt x="113" y="480"/>
                  </a:lnTo>
                  <a:cubicBezTo>
                    <a:pt x="133" y="320"/>
                    <a:pt x="117" y="156"/>
                    <a:pt x="61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89"/>
            <p:cNvSpPr/>
            <p:nvPr/>
          </p:nvSpPr>
          <p:spPr>
            <a:xfrm flipH="1">
              <a:off x="2068581" y="1058680"/>
              <a:ext cx="57586" cy="84931"/>
            </a:xfrm>
            <a:custGeom>
              <a:avLst/>
              <a:gdLst/>
              <a:ahLst/>
              <a:cxnLst/>
              <a:rect l="l" t="t" r="r" b="b"/>
              <a:pathLst>
                <a:path w="497" h="733" extrusionOk="0">
                  <a:moveTo>
                    <a:pt x="37" y="0"/>
                  </a:moveTo>
                  <a:lnTo>
                    <a:pt x="1" y="52"/>
                  </a:lnTo>
                  <a:cubicBezTo>
                    <a:pt x="217" y="220"/>
                    <a:pt x="373" y="460"/>
                    <a:pt x="437" y="732"/>
                  </a:cubicBezTo>
                  <a:lnTo>
                    <a:pt x="497" y="716"/>
                  </a:lnTo>
                  <a:cubicBezTo>
                    <a:pt x="433" y="432"/>
                    <a:pt x="269" y="180"/>
                    <a:pt x="3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89"/>
            <p:cNvSpPr/>
            <p:nvPr/>
          </p:nvSpPr>
          <p:spPr>
            <a:xfrm flipH="1">
              <a:off x="1913317" y="1023456"/>
              <a:ext cx="58513" cy="119228"/>
            </a:xfrm>
            <a:custGeom>
              <a:avLst/>
              <a:gdLst/>
              <a:ahLst/>
              <a:cxnLst/>
              <a:rect l="l" t="t" r="r" b="b"/>
              <a:pathLst>
                <a:path w="505" h="1029" extrusionOk="0">
                  <a:moveTo>
                    <a:pt x="445" y="0"/>
                  </a:moveTo>
                  <a:cubicBezTo>
                    <a:pt x="433" y="36"/>
                    <a:pt x="417" y="72"/>
                    <a:pt x="397" y="108"/>
                  </a:cubicBezTo>
                  <a:cubicBezTo>
                    <a:pt x="281" y="336"/>
                    <a:pt x="169" y="572"/>
                    <a:pt x="65" y="808"/>
                  </a:cubicBezTo>
                  <a:cubicBezTo>
                    <a:pt x="29" y="876"/>
                    <a:pt x="9" y="952"/>
                    <a:pt x="1" y="1028"/>
                  </a:cubicBezTo>
                  <a:lnTo>
                    <a:pt x="65" y="1028"/>
                  </a:lnTo>
                  <a:cubicBezTo>
                    <a:pt x="73" y="960"/>
                    <a:pt x="93" y="892"/>
                    <a:pt x="125" y="832"/>
                  </a:cubicBezTo>
                  <a:cubicBezTo>
                    <a:pt x="225" y="600"/>
                    <a:pt x="341" y="364"/>
                    <a:pt x="457" y="136"/>
                  </a:cubicBezTo>
                  <a:cubicBezTo>
                    <a:pt x="477" y="100"/>
                    <a:pt x="493" y="60"/>
                    <a:pt x="505" y="16"/>
                  </a:cubicBezTo>
                  <a:lnTo>
                    <a:pt x="445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89"/>
            <p:cNvSpPr/>
            <p:nvPr/>
          </p:nvSpPr>
          <p:spPr>
            <a:xfrm flipH="1">
              <a:off x="1947151" y="1003991"/>
              <a:ext cx="21435" cy="30705"/>
            </a:xfrm>
            <a:custGeom>
              <a:avLst/>
              <a:gdLst/>
              <a:ahLst/>
              <a:cxnLst/>
              <a:rect l="l" t="t" r="r" b="b"/>
              <a:pathLst>
                <a:path w="185" h="265" extrusionOk="0">
                  <a:moveTo>
                    <a:pt x="109" y="64"/>
                  </a:moveTo>
                  <a:cubicBezTo>
                    <a:pt x="117" y="72"/>
                    <a:pt x="117" y="84"/>
                    <a:pt x="113" y="92"/>
                  </a:cubicBezTo>
                  <a:cubicBezTo>
                    <a:pt x="109" y="124"/>
                    <a:pt x="89" y="152"/>
                    <a:pt x="69" y="172"/>
                  </a:cubicBezTo>
                  <a:lnTo>
                    <a:pt x="69" y="140"/>
                  </a:lnTo>
                  <a:cubicBezTo>
                    <a:pt x="65" y="116"/>
                    <a:pt x="73" y="92"/>
                    <a:pt x="89" y="72"/>
                  </a:cubicBezTo>
                  <a:cubicBezTo>
                    <a:pt x="97" y="68"/>
                    <a:pt x="101" y="64"/>
                    <a:pt x="109" y="64"/>
                  </a:cubicBezTo>
                  <a:close/>
                  <a:moveTo>
                    <a:pt x="104" y="1"/>
                  </a:moveTo>
                  <a:cubicBezTo>
                    <a:pt x="84" y="1"/>
                    <a:pt x="63" y="10"/>
                    <a:pt x="49" y="24"/>
                  </a:cubicBezTo>
                  <a:cubicBezTo>
                    <a:pt x="21" y="52"/>
                    <a:pt x="5" y="92"/>
                    <a:pt x="5" y="132"/>
                  </a:cubicBezTo>
                  <a:cubicBezTo>
                    <a:pt x="1" y="164"/>
                    <a:pt x="5" y="192"/>
                    <a:pt x="13" y="224"/>
                  </a:cubicBezTo>
                  <a:cubicBezTo>
                    <a:pt x="13" y="228"/>
                    <a:pt x="13" y="232"/>
                    <a:pt x="13" y="236"/>
                  </a:cubicBezTo>
                  <a:lnTo>
                    <a:pt x="25" y="264"/>
                  </a:lnTo>
                  <a:lnTo>
                    <a:pt x="53" y="256"/>
                  </a:lnTo>
                  <a:cubicBezTo>
                    <a:pt x="117" y="228"/>
                    <a:pt x="165" y="172"/>
                    <a:pt x="177" y="104"/>
                  </a:cubicBezTo>
                  <a:cubicBezTo>
                    <a:pt x="185" y="68"/>
                    <a:pt x="173" y="32"/>
                    <a:pt x="141" y="12"/>
                  </a:cubicBezTo>
                  <a:cubicBezTo>
                    <a:pt x="130" y="5"/>
                    <a:pt x="117" y="1"/>
                    <a:pt x="104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89"/>
            <p:cNvSpPr/>
            <p:nvPr/>
          </p:nvSpPr>
          <p:spPr>
            <a:xfrm flipH="1">
              <a:off x="1900804" y="1008857"/>
              <a:ext cx="25143" cy="26765"/>
            </a:xfrm>
            <a:custGeom>
              <a:avLst/>
              <a:gdLst/>
              <a:ahLst/>
              <a:cxnLst/>
              <a:rect l="l" t="t" r="r" b="b"/>
              <a:pathLst>
                <a:path w="217" h="231" extrusionOk="0">
                  <a:moveTo>
                    <a:pt x="125" y="62"/>
                  </a:moveTo>
                  <a:cubicBezTo>
                    <a:pt x="121" y="86"/>
                    <a:pt x="113" y="110"/>
                    <a:pt x="105" y="134"/>
                  </a:cubicBezTo>
                  <a:cubicBezTo>
                    <a:pt x="97" y="146"/>
                    <a:pt x="85" y="162"/>
                    <a:pt x="73" y="166"/>
                  </a:cubicBezTo>
                  <a:cubicBezTo>
                    <a:pt x="69" y="158"/>
                    <a:pt x="65" y="150"/>
                    <a:pt x="69" y="138"/>
                  </a:cubicBezTo>
                  <a:cubicBezTo>
                    <a:pt x="65" y="114"/>
                    <a:pt x="73" y="94"/>
                    <a:pt x="89" y="74"/>
                  </a:cubicBezTo>
                  <a:lnTo>
                    <a:pt x="89" y="78"/>
                  </a:lnTo>
                  <a:cubicBezTo>
                    <a:pt x="97" y="66"/>
                    <a:pt x="109" y="62"/>
                    <a:pt x="125" y="62"/>
                  </a:cubicBezTo>
                  <a:close/>
                  <a:moveTo>
                    <a:pt x="113" y="1"/>
                  </a:moveTo>
                  <a:cubicBezTo>
                    <a:pt x="86" y="1"/>
                    <a:pt x="60" y="12"/>
                    <a:pt x="41" y="34"/>
                  </a:cubicBezTo>
                  <a:cubicBezTo>
                    <a:pt x="17" y="62"/>
                    <a:pt x="5" y="102"/>
                    <a:pt x="5" y="138"/>
                  </a:cubicBezTo>
                  <a:cubicBezTo>
                    <a:pt x="1" y="194"/>
                    <a:pt x="25" y="214"/>
                    <a:pt x="41" y="226"/>
                  </a:cubicBezTo>
                  <a:cubicBezTo>
                    <a:pt x="45" y="226"/>
                    <a:pt x="53" y="230"/>
                    <a:pt x="61" y="230"/>
                  </a:cubicBezTo>
                  <a:lnTo>
                    <a:pt x="89" y="230"/>
                  </a:lnTo>
                  <a:cubicBezTo>
                    <a:pt x="121" y="218"/>
                    <a:pt x="145" y="194"/>
                    <a:pt x="161" y="162"/>
                  </a:cubicBezTo>
                  <a:cubicBezTo>
                    <a:pt x="161" y="162"/>
                    <a:pt x="217" y="46"/>
                    <a:pt x="165" y="14"/>
                  </a:cubicBezTo>
                  <a:cubicBezTo>
                    <a:pt x="148" y="5"/>
                    <a:pt x="130" y="1"/>
                    <a:pt x="11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89"/>
            <p:cNvSpPr/>
            <p:nvPr/>
          </p:nvSpPr>
          <p:spPr>
            <a:xfrm flipH="1">
              <a:off x="2052359" y="1024267"/>
              <a:ext cx="21435" cy="31284"/>
            </a:xfrm>
            <a:custGeom>
              <a:avLst/>
              <a:gdLst/>
              <a:ahLst/>
              <a:cxnLst/>
              <a:rect l="l" t="t" r="r" b="b"/>
              <a:pathLst>
                <a:path w="185" h="270" extrusionOk="0">
                  <a:moveTo>
                    <a:pt x="81" y="65"/>
                  </a:moveTo>
                  <a:cubicBezTo>
                    <a:pt x="93" y="85"/>
                    <a:pt x="105" y="109"/>
                    <a:pt x="109" y="137"/>
                  </a:cubicBezTo>
                  <a:cubicBezTo>
                    <a:pt x="113" y="153"/>
                    <a:pt x="113" y="173"/>
                    <a:pt x="109" y="193"/>
                  </a:cubicBezTo>
                  <a:cubicBezTo>
                    <a:pt x="89" y="165"/>
                    <a:pt x="73" y="129"/>
                    <a:pt x="65" y="93"/>
                  </a:cubicBezTo>
                  <a:cubicBezTo>
                    <a:pt x="65" y="81"/>
                    <a:pt x="73" y="73"/>
                    <a:pt x="81" y="65"/>
                  </a:cubicBezTo>
                  <a:close/>
                  <a:moveTo>
                    <a:pt x="90" y="1"/>
                  </a:moveTo>
                  <a:cubicBezTo>
                    <a:pt x="88" y="1"/>
                    <a:pt x="87" y="1"/>
                    <a:pt x="85" y="1"/>
                  </a:cubicBezTo>
                  <a:cubicBezTo>
                    <a:pt x="37" y="5"/>
                    <a:pt x="5" y="45"/>
                    <a:pt x="1" y="89"/>
                  </a:cubicBezTo>
                  <a:cubicBezTo>
                    <a:pt x="9" y="157"/>
                    <a:pt x="41" y="217"/>
                    <a:pt x="89" y="265"/>
                  </a:cubicBezTo>
                  <a:cubicBezTo>
                    <a:pt x="93" y="265"/>
                    <a:pt x="101" y="269"/>
                    <a:pt x="105" y="269"/>
                  </a:cubicBezTo>
                  <a:cubicBezTo>
                    <a:pt x="117" y="269"/>
                    <a:pt x="125" y="269"/>
                    <a:pt x="133" y="261"/>
                  </a:cubicBezTo>
                  <a:cubicBezTo>
                    <a:pt x="173" y="225"/>
                    <a:pt x="185" y="173"/>
                    <a:pt x="173" y="125"/>
                  </a:cubicBezTo>
                  <a:cubicBezTo>
                    <a:pt x="173" y="125"/>
                    <a:pt x="150" y="1"/>
                    <a:pt x="9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89"/>
            <p:cNvSpPr/>
            <p:nvPr/>
          </p:nvSpPr>
          <p:spPr>
            <a:xfrm flipH="1">
              <a:off x="2114001" y="1041763"/>
              <a:ext cx="26997" cy="25375"/>
            </a:xfrm>
            <a:custGeom>
              <a:avLst/>
              <a:gdLst/>
              <a:ahLst/>
              <a:cxnLst/>
              <a:rect l="l" t="t" r="r" b="b"/>
              <a:pathLst>
                <a:path w="233" h="219" extrusionOk="0">
                  <a:moveTo>
                    <a:pt x="81" y="62"/>
                  </a:moveTo>
                  <a:cubicBezTo>
                    <a:pt x="101" y="74"/>
                    <a:pt x="121" y="90"/>
                    <a:pt x="137" y="106"/>
                  </a:cubicBezTo>
                  <a:cubicBezTo>
                    <a:pt x="142" y="102"/>
                    <a:pt x="149" y="100"/>
                    <a:pt x="155" y="100"/>
                  </a:cubicBezTo>
                  <a:cubicBezTo>
                    <a:pt x="172" y="100"/>
                    <a:pt x="188" y="114"/>
                    <a:pt x="185" y="134"/>
                  </a:cubicBezTo>
                  <a:cubicBezTo>
                    <a:pt x="180" y="150"/>
                    <a:pt x="167" y="158"/>
                    <a:pt x="154" y="158"/>
                  </a:cubicBezTo>
                  <a:cubicBezTo>
                    <a:pt x="144" y="158"/>
                    <a:pt x="134" y="153"/>
                    <a:pt x="129" y="142"/>
                  </a:cubicBezTo>
                  <a:cubicBezTo>
                    <a:pt x="109" y="134"/>
                    <a:pt x="89" y="122"/>
                    <a:pt x="81" y="102"/>
                  </a:cubicBezTo>
                  <a:cubicBezTo>
                    <a:pt x="73" y="90"/>
                    <a:pt x="73" y="74"/>
                    <a:pt x="81" y="62"/>
                  </a:cubicBezTo>
                  <a:close/>
                  <a:moveTo>
                    <a:pt x="74" y="0"/>
                  </a:moveTo>
                  <a:cubicBezTo>
                    <a:pt x="63" y="0"/>
                    <a:pt x="53" y="3"/>
                    <a:pt x="45" y="10"/>
                  </a:cubicBezTo>
                  <a:cubicBezTo>
                    <a:pt x="9" y="38"/>
                    <a:pt x="1" y="90"/>
                    <a:pt x="21" y="130"/>
                  </a:cubicBezTo>
                  <a:cubicBezTo>
                    <a:pt x="41" y="162"/>
                    <a:pt x="69" y="190"/>
                    <a:pt x="105" y="202"/>
                  </a:cubicBezTo>
                  <a:cubicBezTo>
                    <a:pt x="125" y="210"/>
                    <a:pt x="141" y="214"/>
                    <a:pt x="157" y="218"/>
                  </a:cubicBezTo>
                  <a:cubicBezTo>
                    <a:pt x="173" y="218"/>
                    <a:pt x="193" y="218"/>
                    <a:pt x="205" y="210"/>
                  </a:cubicBezTo>
                  <a:cubicBezTo>
                    <a:pt x="221" y="202"/>
                    <a:pt x="233" y="182"/>
                    <a:pt x="233" y="162"/>
                  </a:cubicBezTo>
                  <a:cubicBezTo>
                    <a:pt x="229" y="126"/>
                    <a:pt x="213" y="90"/>
                    <a:pt x="185" y="62"/>
                  </a:cubicBezTo>
                  <a:cubicBezTo>
                    <a:pt x="185" y="62"/>
                    <a:pt x="123" y="0"/>
                    <a:pt x="7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89"/>
            <p:cNvSpPr/>
            <p:nvPr/>
          </p:nvSpPr>
          <p:spPr>
            <a:xfrm flipH="1">
              <a:off x="2005548" y="991129"/>
              <a:ext cx="26070" cy="26997"/>
            </a:xfrm>
            <a:custGeom>
              <a:avLst/>
              <a:gdLst/>
              <a:ahLst/>
              <a:cxnLst/>
              <a:rect l="l" t="t" r="r" b="b"/>
              <a:pathLst>
                <a:path w="225" h="233" extrusionOk="0">
                  <a:moveTo>
                    <a:pt x="141" y="67"/>
                  </a:moveTo>
                  <a:cubicBezTo>
                    <a:pt x="149" y="79"/>
                    <a:pt x="153" y="91"/>
                    <a:pt x="149" y="103"/>
                  </a:cubicBezTo>
                  <a:cubicBezTo>
                    <a:pt x="137" y="127"/>
                    <a:pt x="121" y="143"/>
                    <a:pt x="101" y="155"/>
                  </a:cubicBezTo>
                  <a:cubicBezTo>
                    <a:pt x="89" y="163"/>
                    <a:pt x="77" y="167"/>
                    <a:pt x="65" y="171"/>
                  </a:cubicBezTo>
                  <a:cubicBezTo>
                    <a:pt x="69" y="155"/>
                    <a:pt x="77" y="135"/>
                    <a:pt x="89" y="123"/>
                  </a:cubicBezTo>
                  <a:cubicBezTo>
                    <a:pt x="101" y="99"/>
                    <a:pt x="121" y="83"/>
                    <a:pt x="141" y="67"/>
                  </a:cubicBezTo>
                  <a:close/>
                  <a:moveTo>
                    <a:pt x="145" y="0"/>
                  </a:moveTo>
                  <a:cubicBezTo>
                    <a:pt x="94" y="0"/>
                    <a:pt x="37" y="87"/>
                    <a:pt x="37" y="87"/>
                  </a:cubicBezTo>
                  <a:cubicBezTo>
                    <a:pt x="13" y="115"/>
                    <a:pt x="1" y="151"/>
                    <a:pt x="5" y="187"/>
                  </a:cubicBezTo>
                  <a:cubicBezTo>
                    <a:pt x="5" y="207"/>
                    <a:pt x="17" y="223"/>
                    <a:pt x="37" y="231"/>
                  </a:cubicBezTo>
                  <a:lnTo>
                    <a:pt x="49" y="231"/>
                  </a:lnTo>
                  <a:cubicBezTo>
                    <a:pt x="52" y="232"/>
                    <a:pt x="56" y="232"/>
                    <a:pt x="60" y="232"/>
                  </a:cubicBezTo>
                  <a:cubicBezTo>
                    <a:pt x="84" y="232"/>
                    <a:pt x="108" y="221"/>
                    <a:pt x="129" y="207"/>
                  </a:cubicBezTo>
                  <a:cubicBezTo>
                    <a:pt x="165" y="191"/>
                    <a:pt x="193" y="163"/>
                    <a:pt x="209" y="123"/>
                  </a:cubicBezTo>
                  <a:cubicBezTo>
                    <a:pt x="225" y="83"/>
                    <a:pt x="209" y="31"/>
                    <a:pt x="169" y="7"/>
                  </a:cubicBezTo>
                  <a:cubicBezTo>
                    <a:pt x="161" y="2"/>
                    <a:pt x="153" y="0"/>
                    <a:pt x="14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89"/>
            <p:cNvSpPr/>
            <p:nvPr/>
          </p:nvSpPr>
          <p:spPr>
            <a:xfrm flipH="1">
              <a:off x="1950743" y="1007582"/>
              <a:ext cx="14136" cy="22015"/>
            </a:xfrm>
            <a:custGeom>
              <a:avLst/>
              <a:gdLst/>
              <a:ahLst/>
              <a:cxnLst/>
              <a:rect l="l" t="t" r="r" b="b"/>
              <a:pathLst>
                <a:path w="122" h="190" extrusionOk="0">
                  <a:moveTo>
                    <a:pt x="75" y="1"/>
                  </a:moveTo>
                  <a:cubicBezTo>
                    <a:pt x="64" y="1"/>
                    <a:pt x="51" y="6"/>
                    <a:pt x="37" y="17"/>
                  </a:cubicBezTo>
                  <a:cubicBezTo>
                    <a:pt x="17" y="37"/>
                    <a:pt x="1" y="69"/>
                    <a:pt x="5" y="101"/>
                  </a:cubicBezTo>
                  <a:cubicBezTo>
                    <a:pt x="1" y="129"/>
                    <a:pt x="5" y="157"/>
                    <a:pt x="9" y="185"/>
                  </a:cubicBezTo>
                  <a:cubicBezTo>
                    <a:pt x="9" y="185"/>
                    <a:pt x="13" y="189"/>
                    <a:pt x="13" y="189"/>
                  </a:cubicBezTo>
                  <a:cubicBezTo>
                    <a:pt x="65" y="169"/>
                    <a:pt x="101" y="121"/>
                    <a:pt x="113" y="65"/>
                  </a:cubicBezTo>
                  <a:cubicBezTo>
                    <a:pt x="121" y="31"/>
                    <a:pt x="103" y="1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89"/>
            <p:cNvSpPr/>
            <p:nvPr/>
          </p:nvSpPr>
          <p:spPr>
            <a:xfrm flipH="1">
              <a:off x="1906365" y="1012681"/>
              <a:ext cx="15874" cy="19813"/>
            </a:xfrm>
            <a:custGeom>
              <a:avLst/>
              <a:gdLst/>
              <a:ahLst/>
              <a:cxnLst/>
              <a:rect l="l" t="t" r="r" b="b"/>
              <a:pathLst>
                <a:path w="137" h="171" extrusionOk="0">
                  <a:moveTo>
                    <a:pt x="85" y="1"/>
                  </a:moveTo>
                  <a:cubicBezTo>
                    <a:pt x="65" y="1"/>
                    <a:pt x="46" y="10"/>
                    <a:pt x="33" y="25"/>
                  </a:cubicBezTo>
                  <a:cubicBezTo>
                    <a:pt x="13" y="45"/>
                    <a:pt x="1" y="77"/>
                    <a:pt x="5" y="109"/>
                  </a:cubicBezTo>
                  <a:cubicBezTo>
                    <a:pt x="1" y="141"/>
                    <a:pt x="13" y="157"/>
                    <a:pt x="25" y="165"/>
                  </a:cubicBezTo>
                  <a:cubicBezTo>
                    <a:pt x="29" y="169"/>
                    <a:pt x="34" y="170"/>
                    <a:pt x="39" y="170"/>
                  </a:cubicBezTo>
                  <a:cubicBezTo>
                    <a:pt x="59" y="170"/>
                    <a:pt x="85" y="149"/>
                    <a:pt x="101" y="117"/>
                  </a:cubicBezTo>
                  <a:cubicBezTo>
                    <a:pt x="109" y="101"/>
                    <a:pt x="137" y="21"/>
                    <a:pt x="117" y="9"/>
                  </a:cubicBezTo>
                  <a:cubicBezTo>
                    <a:pt x="107" y="4"/>
                    <a:pt x="96" y="1"/>
                    <a:pt x="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89"/>
            <p:cNvSpPr/>
            <p:nvPr/>
          </p:nvSpPr>
          <p:spPr>
            <a:xfrm flipH="1">
              <a:off x="2056067" y="1027627"/>
              <a:ext cx="14483" cy="24332"/>
            </a:xfrm>
            <a:custGeom>
              <a:avLst/>
              <a:gdLst/>
              <a:ahLst/>
              <a:cxnLst/>
              <a:rect l="l" t="t" r="r" b="b"/>
              <a:pathLst>
                <a:path w="125" h="210" extrusionOk="0">
                  <a:moveTo>
                    <a:pt x="62" y="0"/>
                  </a:moveTo>
                  <a:cubicBezTo>
                    <a:pt x="62" y="0"/>
                    <a:pt x="61" y="0"/>
                    <a:pt x="61" y="0"/>
                  </a:cubicBezTo>
                  <a:cubicBezTo>
                    <a:pt x="29" y="8"/>
                    <a:pt x="5" y="32"/>
                    <a:pt x="5" y="64"/>
                  </a:cubicBezTo>
                  <a:cubicBezTo>
                    <a:pt x="1" y="87"/>
                    <a:pt x="58" y="210"/>
                    <a:pt x="84" y="210"/>
                  </a:cubicBezTo>
                  <a:cubicBezTo>
                    <a:pt x="86" y="210"/>
                    <a:pt x="87" y="209"/>
                    <a:pt x="89" y="208"/>
                  </a:cubicBezTo>
                  <a:cubicBezTo>
                    <a:pt x="113" y="180"/>
                    <a:pt x="125" y="140"/>
                    <a:pt x="117" y="100"/>
                  </a:cubicBezTo>
                  <a:cubicBezTo>
                    <a:pt x="113" y="81"/>
                    <a:pt x="86" y="0"/>
                    <a:pt x="6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89"/>
            <p:cNvSpPr/>
            <p:nvPr/>
          </p:nvSpPr>
          <p:spPr>
            <a:xfrm flipH="1">
              <a:off x="2117709" y="1045355"/>
              <a:ext cx="19118" cy="18423"/>
            </a:xfrm>
            <a:custGeom>
              <a:avLst/>
              <a:gdLst/>
              <a:ahLst/>
              <a:cxnLst/>
              <a:rect l="l" t="t" r="r" b="b"/>
              <a:pathLst>
                <a:path w="165" h="159" extrusionOk="0">
                  <a:moveTo>
                    <a:pt x="39" y="0"/>
                  </a:moveTo>
                  <a:cubicBezTo>
                    <a:pt x="35" y="0"/>
                    <a:pt x="31" y="1"/>
                    <a:pt x="29" y="3"/>
                  </a:cubicBezTo>
                  <a:cubicBezTo>
                    <a:pt x="5" y="23"/>
                    <a:pt x="1" y="59"/>
                    <a:pt x="13" y="83"/>
                  </a:cubicBezTo>
                  <a:cubicBezTo>
                    <a:pt x="29" y="111"/>
                    <a:pt x="53" y="131"/>
                    <a:pt x="81" y="143"/>
                  </a:cubicBezTo>
                  <a:cubicBezTo>
                    <a:pt x="98" y="152"/>
                    <a:pt x="119" y="159"/>
                    <a:pt x="136" y="159"/>
                  </a:cubicBezTo>
                  <a:cubicBezTo>
                    <a:pt x="143" y="159"/>
                    <a:pt x="148" y="158"/>
                    <a:pt x="153" y="155"/>
                  </a:cubicBezTo>
                  <a:cubicBezTo>
                    <a:pt x="161" y="147"/>
                    <a:pt x="165" y="139"/>
                    <a:pt x="165" y="131"/>
                  </a:cubicBezTo>
                  <a:cubicBezTo>
                    <a:pt x="161" y="99"/>
                    <a:pt x="145" y="75"/>
                    <a:pt x="125" y="51"/>
                  </a:cubicBezTo>
                  <a:cubicBezTo>
                    <a:pt x="114" y="41"/>
                    <a:pt x="65" y="0"/>
                    <a:pt x="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89"/>
            <p:cNvSpPr/>
            <p:nvPr/>
          </p:nvSpPr>
          <p:spPr>
            <a:xfrm flipH="1">
              <a:off x="2009720" y="994953"/>
              <a:ext cx="17728" cy="20045"/>
            </a:xfrm>
            <a:custGeom>
              <a:avLst/>
              <a:gdLst/>
              <a:ahLst/>
              <a:cxnLst/>
              <a:rect l="l" t="t" r="r" b="b"/>
              <a:pathLst>
                <a:path w="153" h="173" extrusionOk="0">
                  <a:moveTo>
                    <a:pt x="110" y="1"/>
                  </a:moveTo>
                  <a:cubicBezTo>
                    <a:pt x="84" y="1"/>
                    <a:pt x="36" y="56"/>
                    <a:pt x="25" y="70"/>
                  </a:cubicBezTo>
                  <a:cubicBezTo>
                    <a:pt x="9" y="94"/>
                    <a:pt x="1" y="118"/>
                    <a:pt x="1" y="146"/>
                  </a:cubicBezTo>
                  <a:cubicBezTo>
                    <a:pt x="1" y="158"/>
                    <a:pt x="5" y="166"/>
                    <a:pt x="13" y="170"/>
                  </a:cubicBezTo>
                  <a:cubicBezTo>
                    <a:pt x="16" y="172"/>
                    <a:pt x="20" y="172"/>
                    <a:pt x="23" y="172"/>
                  </a:cubicBezTo>
                  <a:cubicBezTo>
                    <a:pt x="43" y="172"/>
                    <a:pt x="67" y="157"/>
                    <a:pt x="81" y="150"/>
                  </a:cubicBezTo>
                  <a:cubicBezTo>
                    <a:pt x="109" y="134"/>
                    <a:pt x="129" y="110"/>
                    <a:pt x="141" y="82"/>
                  </a:cubicBezTo>
                  <a:cubicBezTo>
                    <a:pt x="153" y="54"/>
                    <a:pt x="145" y="22"/>
                    <a:pt x="117" y="2"/>
                  </a:cubicBezTo>
                  <a:cubicBezTo>
                    <a:pt x="115" y="1"/>
                    <a:pt x="112" y="1"/>
                    <a:pt x="1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89"/>
            <p:cNvSpPr/>
            <p:nvPr/>
          </p:nvSpPr>
          <p:spPr>
            <a:xfrm flipH="1">
              <a:off x="1978203" y="1087415"/>
              <a:ext cx="34413" cy="85394"/>
            </a:xfrm>
            <a:custGeom>
              <a:avLst/>
              <a:gdLst/>
              <a:ahLst/>
              <a:cxnLst/>
              <a:rect l="l" t="t" r="r" b="b"/>
              <a:pathLst>
                <a:path w="297" h="737" extrusionOk="0">
                  <a:moveTo>
                    <a:pt x="233" y="0"/>
                  </a:moveTo>
                  <a:cubicBezTo>
                    <a:pt x="229" y="152"/>
                    <a:pt x="189" y="300"/>
                    <a:pt x="117" y="436"/>
                  </a:cubicBezTo>
                  <a:lnTo>
                    <a:pt x="101" y="464"/>
                  </a:lnTo>
                  <a:cubicBezTo>
                    <a:pt x="53" y="544"/>
                    <a:pt x="1" y="640"/>
                    <a:pt x="29" y="736"/>
                  </a:cubicBezTo>
                  <a:lnTo>
                    <a:pt x="89" y="720"/>
                  </a:lnTo>
                  <a:cubicBezTo>
                    <a:pt x="69" y="648"/>
                    <a:pt x="113" y="568"/>
                    <a:pt x="153" y="492"/>
                  </a:cubicBezTo>
                  <a:lnTo>
                    <a:pt x="169" y="464"/>
                  </a:lnTo>
                  <a:cubicBezTo>
                    <a:pt x="249" y="320"/>
                    <a:pt x="293" y="160"/>
                    <a:pt x="297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89"/>
            <p:cNvSpPr/>
            <p:nvPr/>
          </p:nvSpPr>
          <p:spPr>
            <a:xfrm flipH="1">
              <a:off x="1971251" y="1065284"/>
              <a:ext cx="21899" cy="30589"/>
            </a:xfrm>
            <a:custGeom>
              <a:avLst/>
              <a:gdLst/>
              <a:ahLst/>
              <a:cxnLst/>
              <a:rect l="l" t="t" r="r" b="b"/>
              <a:pathLst>
                <a:path w="189" h="264" extrusionOk="0">
                  <a:moveTo>
                    <a:pt x="105" y="63"/>
                  </a:moveTo>
                  <a:cubicBezTo>
                    <a:pt x="109" y="87"/>
                    <a:pt x="109" y="111"/>
                    <a:pt x="105" y="139"/>
                  </a:cubicBezTo>
                  <a:cubicBezTo>
                    <a:pt x="101" y="155"/>
                    <a:pt x="93" y="175"/>
                    <a:pt x="81" y="191"/>
                  </a:cubicBezTo>
                  <a:cubicBezTo>
                    <a:pt x="73" y="155"/>
                    <a:pt x="69" y="119"/>
                    <a:pt x="73" y="83"/>
                  </a:cubicBezTo>
                  <a:cubicBezTo>
                    <a:pt x="81" y="71"/>
                    <a:pt x="89" y="63"/>
                    <a:pt x="105" y="63"/>
                  </a:cubicBezTo>
                  <a:close/>
                  <a:moveTo>
                    <a:pt x="102" y="0"/>
                  </a:moveTo>
                  <a:cubicBezTo>
                    <a:pt x="66" y="0"/>
                    <a:pt x="33" y="22"/>
                    <a:pt x="17" y="55"/>
                  </a:cubicBezTo>
                  <a:cubicBezTo>
                    <a:pt x="1" y="123"/>
                    <a:pt x="9" y="191"/>
                    <a:pt x="37" y="251"/>
                  </a:cubicBezTo>
                  <a:cubicBezTo>
                    <a:pt x="45" y="259"/>
                    <a:pt x="53" y="263"/>
                    <a:pt x="65" y="263"/>
                  </a:cubicBezTo>
                  <a:lnTo>
                    <a:pt x="81" y="263"/>
                  </a:lnTo>
                  <a:cubicBezTo>
                    <a:pt x="125" y="243"/>
                    <a:pt x="161" y="203"/>
                    <a:pt x="165" y="151"/>
                  </a:cubicBezTo>
                  <a:cubicBezTo>
                    <a:pt x="165" y="151"/>
                    <a:pt x="189" y="19"/>
                    <a:pt x="125" y="3"/>
                  </a:cubicBezTo>
                  <a:cubicBezTo>
                    <a:pt x="117" y="1"/>
                    <a:pt x="109" y="0"/>
                    <a:pt x="102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89"/>
            <p:cNvSpPr/>
            <p:nvPr/>
          </p:nvSpPr>
          <p:spPr>
            <a:xfrm flipH="1">
              <a:off x="1976349" y="1068760"/>
              <a:ext cx="13093" cy="23869"/>
            </a:xfrm>
            <a:custGeom>
              <a:avLst/>
              <a:gdLst/>
              <a:ahLst/>
              <a:cxnLst/>
              <a:rect l="l" t="t" r="r" b="b"/>
              <a:pathLst>
                <a:path w="113" h="206" extrusionOk="0">
                  <a:moveTo>
                    <a:pt x="76" y="1"/>
                  </a:moveTo>
                  <a:cubicBezTo>
                    <a:pt x="50" y="1"/>
                    <a:pt x="24" y="16"/>
                    <a:pt x="13" y="41"/>
                  </a:cubicBezTo>
                  <a:cubicBezTo>
                    <a:pt x="1" y="61"/>
                    <a:pt x="12" y="205"/>
                    <a:pt x="36" y="205"/>
                  </a:cubicBezTo>
                  <a:cubicBezTo>
                    <a:pt x="36" y="205"/>
                    <a:pt x="36" y="205"/>
                    <a:pt x="37" y="205"/>
                  </a:cubicBezTo>
                  <a:cubicBezTo>
                    <a:pt x="77" y="197"/>
                    <a:pt x="93" y="149"/>
                    <a:pt x="101" y="113"/>
                  </a:cubicBezTo>
                  <a:cubicBezTo>
                    <a:pt x="105" y="97"/>
                    <a:pt x="113" y="9"/>
                    <a:pt x="85" y="1"/>
                  </a:cubicBezTo>
                  <a:cubicBezTo>
                    <a:pt x="82" y="1"/>
                    <a:pt x="79" y="1"/>
                    <a:pt x="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89"/>
            <p:cNvSpPr/>
            <p:nvPr/>
          </p:nvSpPr>
          <p:spPr>
            <a:xfrm flipH="1">
              <a:off x="2029185" y="1090196"/>
              <a:ext cx="33949" cy="95591"/>
            </a:xfrm>
            <a:custGeom>
              <a:avLst/>
              <a:gdLst/>
              <a:ahLst/>
              <a:cxnLst/>
              <a:rect l="l" t="t" r="r" b="b"/>
              <a:pathLst>
                <a:path w="293" h="825" extrusionOk="0">
                  <a:moveTo>
                    <a:pt x="53" y="0"/>
                  </a:moveTo>
                  <a:lnTo>
                    <a:pt x="1" y="36"/>
                  </a:lnTo>
                  <a:cubicBezTo>
                    <a:pt x="157" y="268"/>
                    <a:pt x="229" y="544"/>
                    <a:pt x="205" y="820"/>
                  </a:cubicBezTo>
                  <a:lnTo>
                    <a:pt x="269" y="824"/>
                  </a:lnTo>
                  <a:cubicBezTo>
                    <a:pt x="293" y="532"/>
                    <a:pt x="217" y="244"/>
                    <a:pt x="53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89"/>
            <p:cNvSpPr/>
            <p:nvPr/>
          </p:nvSpPr>
          <p:spPr>
            <a:xfrm flipH="1">
              <a:off x="2049578" y="1070383"/>
              <a:ext cx="23753" cy="28619"/>
            </a:xfrm>
            <a:custGeom>
              <a:avLst/>
              <a:gdLst/>
              <a:ahLst/>
              <a:cxnLst/>
              <a:rect l="l" t="t" r="r" b="b"/>
              <a:pathLst>
                <a:path w="205" h="247" extrusionOk="0">
                  <a:moveTo>
                    <a:pt x="85" y="63"/>
                  </a:moveTo>
                  <a:cubicBezTo>
                    <a:pt x="101" y="83"/>
                    <a:pt x="117" y="103"/>
                    <a:pt x="125" y="123"/>
                  </a:cubicBezTo>
                  <a:cubicBezTo>
                    <a:pt x="133" y="143"/>
                    <a:pt x="141" y="159"/>
                    <a:pt x="141" y="179"/>
                  </a:cubicBezTo>
                  <a:cubicBezTo>
                    <a:pt x="129" y="175"/>
                    <a:pt x="117" y="167"/>
                    <a:pt x="109" y="159"/>
                  </a:cubicBezTo>
                  <a:cubicBezTo>
                    <a:pt x="89" y="143"/>
                    <a:pt x="77" y="123"/>
                    <a:pt x="73" y="103"/>
                  </a:cubicBezTo>
                  <a:cubicBezTo>
                    <a:pt x="69" y="87"/>
                    <a:pt x="73" y="75"/>
                    <a:pt x="85" y="63"/>
                  </a:cubicBezTo>
                  <a:close/>
                  <a:moveTo>
                    <a:pt x="85" y="0"/>
                  </a:moveTo>
                  <a:cubicBezTo>
                    <a:pt x="80" y="0"/>
                    <a:pt x="74" y="1"/>
                    <a:pt x="69" y="3"/>
                  </a:cubicBezTo>
                  <a:cubicBezTo>
                    <a:pt x="25" y="19"/>
                    <a:pt x="1" y="67"/>
                    <a:pt x="9" y="111"/>
                  </a:cubicBezTo>
                  <a:cubicBezTo>
                    <a:pt x="17" y="147"/>
                    <a:pt x="37" y="183"/>
                    <a:pt x="69" y="207"/>
                  </a:cubicBezTo>
                  <a:cubicBezTo>
                    <a:pt x="89" y="223"/>
                    <a:pt x="109" y="239"/>
                    <a:pt x="137" y="243"/>
                  </a:cubicBezTo>
                  <a:cubicBezTo>
                    <a:pt x="141" y="245"/>
                    <a:pt x="144" y="246"/>
                    <a:pt x="147" y="246"/>
                  </a:cubicBezTo>
                  <a:cubicBezTo>
                    <a:pt x="150" y="246"/>
                    <a:pt x="153" y="245"/>
                    <a:pt x="157" y="243"/>
                  </a:cubicBezTo>
                  <a:cubicBezTo>
                    <a:pt x="177" y="239"/>
                    <a:pt x="193" y="227"/>
                    <a:pt x="197" y="211"/>
                  </a:cubicBezTo>
                  <a:cubicBezTo>
                    <a:pt x="205" y="171"/>
                    <a:pt x="201" y="131"/>
                    <a:pt x="185" y="99"/>
                  </a:cubicBezTo>
                  <a:cubicBezTo>
                    <a:pt x="185" y="96"/>
                    <a:pt x="139" y="0"/>
                    <a:pt x="8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89"/>
            <p:cNvSpPr/>
            <p:nvPr/>
          </p:nvSpPr>
          <p:spPr>
            <a:xfrm flipH="1">
              <a:off x="2053286" y="1073859"/>
              <a:ext cx="16337" cy="21551"/>
            </a:xfrm>
            <a:custGeom>
              <a:avLst/>
              <a:gdLst/>
              <a:ahLst/>
              <a:cxnLst/>
              <a:rect l="l" t="t" r="r" b="b"/>
              <a:pathLst>
                <a:path w="141" h="186" extrusionOk="0">
                  <a:moveTo>
                    <a:pt x="53" y="1"/>
                  </a:moveTo>
                  <a:cubicBezTo>
                    <a:pt x="51" y="1"/>
                    <a:pt x="50" y="1"/>
                    <a:pt x="49" y="1"/>
                  </a:cubicBezTo>
                  <a:cubicBezTo>
                    <a:pt x="21" y="13"/>
                    <a:pt x="1" y="45"/>
                    <a:pt x="9" y="77"/>
                  </a:cubicBezTo>
                  <a:cubicBezTo>
                    <a:pt x="13" y="105"/>
                    <a:pt x="33" y="133"/>
                    <a:pt x="57" y="153"/>
                  </a:cubicBezTo>
                  <a:cubicBezTo>
                    <a:pt x="75" y="164"/>
                    <a:pt x="97" y="186"/>
                    <a:pt x="116" y="186"/>
                  </a:cubicBezTo>
                  <a:cubicBezTo>
                    <a:pt x="118" y="186"/>
                    <a:pt x="119" y="186"/>
                    <a:pt x="121" y="185"/>
                  </a:cubicBezTo>
                  <a:cubicBezTo>
                    <a:pt x="129" y="181"/>
                    <a:pt x="133" y="173"/>
                    <a:pt x="137" y="165"/>
                  </a:cubicBezTo>
                  <a:cubicBezTo>
                    <a:pt x="141" y="137"/>
                    <a:pt x="137" y="105"/>
                    <a:pt x="125" y="81"/>
                  </a:cubicBezTo>
                  <a:cubicBezTo>
                    <a:pt x="117" y="66"/>
                    <a:pt x="77" y="1"/>
                    <a:pt x="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89"/>
            <p:cNvSpPr/>
            <p:nvPr/>
          </p:nvSpPr>
          <p:spPr>
            <a:xfrm flipH="1">
              <a:off x="2004158" y="1128432"/>
              <a:ext cx="21435" cy="30473"/>
            </a:xfrm>
            <a:custGeom>
              <a:avLst/>
              <a:gdLst/>
              <a:ahLst/>
              <a:cxnLst/>
              <a:rect l="l" t="t" r="r" b="b"/>
              <a:pathLst>
                <a:path w="185" h="263" extrusionOk="0">
                  <a:moveTo>
                    <a:pt x="109" y="62"/>
                  </a:moveTo>
                  <a:cubicBezTo>
                    <a:pt x="117" y="70"/>
                    <a:pt x="117" y="82"/>
                    <a:pt x="113" y="90"/>
                  </a:cubicBezTo>
                  <a:cubicBezTo>
                    <a:pt x="109" y="122"/>
                    <a:pt x="89" y="150"/>
                    <a:pt x="69" y="174"/>
                  </a:cubicBezTo>
                  <a:lnTo>
                    <a:pt x="69" y="138"/>
                  </a:lnTo>
                  <a:cubicBezTo>
                    <a:pt x="65" y="114"/>
                    <a:pt x="73" y="90"/>
                    <a:pt x="89" y="74"/>
                  </a:cubicBezTo>
                  <a:cubicBezTo>
                    <a:pt x="97" y="66"/>
                    <a:pt x="101" y="62"/>
                    <a:pt x="109" y="62"/>
                  </a:cubicBezTo>
                  <a:close/>
                  <a:moveTo>
                    <a:pt x="101" y="1"/>
                  </a:moveTo>
                  <a:cubicBezTo>
                    <a:pt x="82" y="1"/>
                    <a:pt x="63" y="8"/>
                    <a:pt x="49" y="22"/>
                  </a:cubicBezTo>
                  <a:cubicBezTo>
                    <a:pt x="17" y="50"/>
                    <a:pt x="1" y="90"/>
                    <a:pt x="1" y="130"/>
                  </a:cubicBezTo>
                  <a:cubicBezTo>
                    <a:pt x="1" y="162"/>
                    <a:pt x="1" y="194"/>
                    <a:pt x="9" y="226"/>
                  </a:cubicBezTo>
                  <a:cubicBezTo>
                    <a:pt x="9" y="226"/>
                    <a:pt x="13" y="230"/>
                    <a:pt x="13" y="234"/>
                  </a:cubicBezTo>
                  <a:lnTo>
                    <a:pt x="25" y="262"/>
                  </a:lnTo>
                  <a:lnTo>
                    <a:pt x="53" y="254"/>
                  </a:lnTo>
                  <a:cubicBezTo>
                    <a:pt x="117" y="230"/>
                    <a:pt x="161" y="174"/>
                    <a:pt x="173" y="106"/>
                  </a:cubicBezTo>
                  <a:cubicBezTo>
                    <a:pt x="185" y="70"/>
                    <a:pt x="169" y="30"/>
                    <a:pt x="141" y="10"/>
                  </a:cubicBezTo>
                  <a:cubicBezTo>
                    <a:pt x="128" y="4"/>
                    <a:pt x="115" y="1"/>
                    <a:pt x="101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89"/>
            <p:cNvSpPr/>
            <p:nvPr/>
          </p:nvSpPr>
          <p:spPr>
            <a:xfrm flipH="1">
              <a:off x="2008097" y="1132024"/>
              <a:ext cx="13788" cy="22247"/>
            </a:xfrm>
            <a:custGeom>
              <a:avLst/>
              <a:gdLst/>
              <a:ahLst/>
              <a:cxnLst/>
              <a:rect l="l" t="t" r="r" b="b"/>
              <a:pathLst>
                <a:path w="119" h="192" extrusionOk="0">
                  <a:moveTo>
                    <a:pt x="74" y="1"/>
                  </a:moveTo>
                  <a:cubicBezTo>
                    <a:pt x="63" y="1"/>
                    <a:pt x="50" y="5"/>
                    <a:pt x="37" y="15"/>
                  </a:cubicBezTo>
                  <a:cubicBezTo>
                    <a:pt x="13" y="39"/>
                    <a:pt x="1" y="71"/>
                    <a:pt x="1" y="103"/>
                  </a:cubicBezTo>
                  <a:cubicBezTo>
                    <a:pt x="1" y="127"/>
                    <a:pt x="1" y="155"/>
                    <a:pt x="9" y="183"/>
                  </a:cubicBezTo>
                  <a:cubicBezTo>
                    <a:pt x="9" y="187"/>
                    <a:pt x="9" y="187"/>
                    <a:pt x="13" y="191"/>
                  </a:cubicBezTo>
                  <a:cubicBezTo>
                    <a:pt x="65" y="167"/>
                    <a:pt x="101" y="123"/>
                    <a:pt x="113" y="67"/>
                  </a:cubicBezTo>
                  <a:cubicBezTo>
                    <a:pt x="118" y="30"/>
                    <a:pt x="101" y="1"/>
                    <a:pt x="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56B53DD-3DF0-4550-ABF8-3782F8658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777215"/>
              </p:ext>
            </p:extLst>
          </p:nvPr>
        </p:nvGraphicFramePr>
        <p:xfrm>
          <a:off x="2636013" y="1661854"/>
          <a:ext cx="6096000" cy="289052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492450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735866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29616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accent2"/>
                          </a:solidFill>
                        </a:rP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accent2"/>
                          </a:solidFill>
                        </a:rPr>
                        <a:t>Tip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accent2"/>
                          </a:solidFill>
                        </a:rPr>
                        <a:t>Opis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956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sz="1400" b="1" i="0" u="none" strike="noStrike" cap="none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rial"/>
                          <a:cs typeface="Arial"/>
                          <a:sym typeface="Arial"/>
                        </a:rPr>
                        <a:t>B1 – B7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Digitalni ulaz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Senzori krajnjih pozicija cilindara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861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B8, B9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Digitalni ulaz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Senzori pozicije radnog komada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295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Y1 – Y7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Digitalni izlaz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Solenoidni ventili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46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Digitalni izlaz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Relej za burgiju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52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S1 – 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Digitalni ulaz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Komande operatera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6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H1, 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Digitalni izlaz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Indikatorske lampe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0654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p74"/>
          <p:cNvSpPr txBox="1">
            <a:spLocks noGrp="1"/>
          </p:cNvSpPr>
          <p:nvPr>
            <p:ph type="body" idx="2"/>
          </p:nvPr>
        </p:nvSpPr>
        <p:spPr>
          <a:xfrm>
            <a:off x="624735" y="2184758"/>
            <a:ext cx="3744600" cy="16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r-Latn-RS" dirty="0"/>
              <a:t>Neispravan senzor / ventil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r-Latn-RS" dirty="0"/>
              <a:t>Nizak radni pritisak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r-Latn-RS" dirty="0"/>
              <a:t>Zaglavljen klip cilindra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044" name="Google Shape;4044;p74"/>
          <p:cNvSpPr txBox="1">
            <a:spLocks noGrp="1"/>
          </p:cNvSpPr>
          <p:nvPr>
            <p:ph type="title"/>
          </p:nvPr>
        </p:nvSpPr>
        <p:spPr>
          <a:xfrm>
            <a:off x="720000" y="4064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Nadzor grešaka 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45" name="Google Shape;4045;p74"/>
          <p:cNvSpPr txBox="1">
            <a:spLocks noGrp="1"/>
          </p:cNvSpPr>
          <p:nvPr>
            <p:ph type="subTitle" idx="1"/>
          </p:nvPr>
        </p:nvSpPr>
        <p:spPr>
          <a:xfrm>
            <a:off x="1836450" y="1508813"/>
            <a:ext cx="5471100" cy="531600"/>
          </a:xfrm>
          <a:prstGeom prst="rect">
            <a:avLst/>
          </a:prstGeom>
        </p:spPr>
        <p:txBody>
          <a:bodyPr spcFirstLastPara="1" wrap="square" lIns="91425" tIns="18287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r-Latn-RS" dirty="0"/>
              <a:t>Mogući uzroci grešaka koje aplikacija mora da detektuje:</a:t>
            </a:r>
            <a:endParaRPr dirty="0"/>
          </a:p>
        </p:txBody>
      </p:sp>
      <p:sp>
        <p:nvSpPr>
          <p:cNvPr id="4046" name="Google Shape;4046;p74"/>
          <p:cNvSpPr txBox="1">
            <a:spLocks noGrp="1"/>
          </p:cNvSpPr>
          <p:nvPr>
            <p:ph type="body" idx="3"/>
          </p:nvPr>
        </p:nvSpPr>
        <p:spPr>
          <a:xfrm>
            <a:off x="4679400" y="2169856"/>
            <a:ext cx="3744600" cy="1429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ES" dirty="0"/>
              <a:t>Y1/Y2, Y3/Y4, Y5/Y6 </a:t>
            </a:r>
            <a:r>
              <a:rPr lang="es-ES" dirty="0" err="1"/>
              <a:t>uključeni</a:t>
            </a:r>
            <a:r>
              <a:rPr lang="es-ES" dirty="0"/>
              <a:t> </a:t>
            </a:r>
            <a:r>
              <a:rPr lang="es-ES" dirty="0" err="1"/>
              <a:t>istovremeno</a:t>
            </a:r>
            <a:endParaRPr lang="sr-Latn-RS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pl-PL" dirty="0"/>
              <a:t>Dva radna komada u    sistemu / komad nije stegnut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F4E31-AD87-4E75-8A73-F070C7D5B0BD}"/>
              </a:ext>
            </a:extLst>
          </p:cNvPr>
          <p:cNvSpPr txBox="1"/>
          <p:nvPr/>
        </p:nvSpPr>
        <p:spPr>
          <a:xfrm>
            <a:off x="745268" y="3599523"/>
            <a:ext cx="78682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8F695F"/>
              </a:buClr>
              <a:buSzPts val="1800"/>
              <a:buFont typeface="Poppins"/>
              <a:buNone/>
              <a:tabLst/>
              <a:defRPr/>
            </a:pPr>
            <a:r>
              <a:rPr kumimoji="0" lang="sr-Latn-RS" sz="1600" b="0" i="0" u="none" strike="noStrike" kern="0" cap="none" spc="0" normalizeH="0" baseline="0" noProof="0" dirty="0">
                <a:ln>
                  <a:noFill/>
                </a:ln>
                <a:solidFill>
                  <a:srgbClr val="8F695F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Aplikacija na cRIO nivou treba da implementira </a:t>
            </a:r>
            <a:r>
              <a:rPr kumimoji="0" lang="sr-Latn-RS" sz="1600" b="1" i="0" u="none" strike="noStrike" kern="0" cap="none" spc="0" normalizeH="0" baseline="0" noProof="0" dirty="0">
                <a:ln>
                  <a:noFill/>
                </a:ln>
                <a:solidFill>
                  <a:srgbClr val="8F695F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timeout nadzor</a:t>
            </a:r>
            <a:r>
              <a:rPr kumimoji="0" lang="sr-Latn-RS" sz="1600" b="0" i="0" u="none" strike="noStrike" kern="0" cap="none" spc="0" normalizeH="0" baseline="0" noProof="0" dirty="0">
                <a:ln>
                  <a:noFill/>
                </a:ln>
                <a:solidFill>
                  <a:srgbClr val="8F695F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 krajnjih pozicija i </a:t>
            </a:r>
            <a:r>
              <a:rPr kumimoji="0" lang="sr-Latn-RS" sz="1600" b="1" i="0" u="none" strike="noStrike" kern="0" cap="none" spc="0" normalizeH="0" baseline="0" noProof="0" dirty="0">
                <a:ln>
                  <a:noFill/>
                </a:ln>
                <a:solidFill>
                  <a:srgbClr val="8F695F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interlock</a:t>
            </a:r>
            <a:r>
              <a:rPr kumimoji="0" lang="sr-Latn-RS" sz="1600" b="0" i="0" u="none" strike="noStrike" kern="0" cap="none" spc="0" normalizeH="0" baseline="0" noProof="0" dirty="0">
                <a:ln>
                  <a:noFill/>
                </a:ln>
                <a:solidFill>
                  <a:srgbClr val="8F695F"/>
                </a:solidFill>
                <a:effectLst/>
                <a:uLnTx/>
                <a:uFillTx/>
                <a:latin typeface="Poppins"/>
                <a:cs typeface="Poppins"/>
                <a:sym typeface="Poppins"/>
              </a:rPr>
              <a:t> logiku (zabrana istovremenog uključivanja suprotnih ventila), a grešku signalizira preko H2 i zaustavlja proces do potvrde (S3)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2" name="Google Shape;6852;p116"/>
          <p:cNvSpPr txBox="1">
            <a:spLocks noGrp="1"/>
          </p:cNvSpPr>
          <p:nvPr>
            <p:ph type="title"/>
          </p:nvPr>
        </p:nvSpPr>
        <p:spPr>
          <a:xfrm>
            <a:off x="-900194" y="479253"/>
            <a:ext cx="5797200" cy="5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Scada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6AA37-69A8-4D7A-B880-05CDB8F68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787" y="1147661"/>
            <a:ext cx="6662089" cy="36790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2" name="Google Shape;4612;p84"/>
          <p:cNvGrpSpPr/>
          <p:nvPr/>
        </p:nvGrpSpPr>
        <p:grpSpPr>
          <a:xfrm>
            <a:off x="3260131" y="1594966"/>
            <a:ext cx="2295071" cy="2424484"/>
            <a:chOff x="3165075" y="1462427"/>
            <a:chExt cx="2489501" cy="2629877"/>
          </a:xfrm>
        </p:grpSpPr>
        <p:sp>
          <p:nvSpPr>
            <p:cNvPr id="4613" name="Google Shape;4613;p84"/>
            <p:cNvSpPr/>
            <p:nvPr/>
          </p:nvSpPr>
          <p:spPr>
            <a:xfrm>
              <a:off x="3165075" y="2599567"/>
              <a:ext cx="1257264" cy="1249949"/>
            </a:xfrm>
            <a:custGeom>
              <a:avLst/>
              <a:gdLst/>
              <a:ahLst/>
              <a:cxnLst/>
              <a:rect l="l" t="t" r="r" b="b"/>
              <a:pathLst>
                <a:path w="4469" h="4443" extrusionOk="0">
                  <a:moveTo>
                    <a:pt x="124" y="2872"/>
                  </a:moveTo>
                  <a:cubicBezTo>
                    <a:pt x="124" y="2872"/>
                    <a:pt x="126" y="2874"/>
                    <a:pt x="128" y="2878"/>
                  </a:cubicBezTo>
                  <a:cubicBezTo>
                    <a:pt x="124" y="2874"/>
                    <a:pt x="123" y="2872"/>
                    <a:pt x="124" y="2872"/>
                  </a:cubicBezTo>
                  <a:close/>
                  <a:moveTo>
                    <a:pt x="1555" y="0"/>
                  </a:moveTo>
                  <a:cubicBezTo>
                    <a:pt x="1524" y="0"/>
                    <a:pt x="1492" y="1"/>
                    <a:pt x="1460" y="2"/>
                  </a:cubicBezTo>
                  <a:cubicBezTo>
                    <a:pt x="1340" y="10"/>
                    <a:pt x="1220" y="42"/>
                    <a:pt x="1112" y="102"/>
                  </a:cubicBezTo>
                  <a:cubicBezTo>
                    <a:pt x="1048" y="134"/>
                    <a:pt x="996" y="178"/>
                    <a:pt x="948" y="234"/>
                  </a:cubicBezTo>
                  <a:cubicBezTo>
                    <a:pt x="936" y="246"/>
                    <a:pt x="932" y="258"/>
                    <a:pt x="920" y="274"/>
                  </a:cubicBezTo>
                  <a:lnTo>
                    <a:pt x="904" y="294"/>
                  </a:lnTo>
                  <a:lnTo>
                    <a:pt x="892" y="318"/>
                  </a:lnTo>
                  <a:lnTo>
                    <a:pt x="840" y="406"/>
                  </a:lnTo>
                  <a:cubicBezTo>
                    <a:pt x="772" y="534"/>
                    <a:pt x="720" y="666"/>
                    <a:pt x="676" y="802"/>
                  </a:cubicBezTo>
                  <a:cubicBezTo>
                    <a:pt x="632" y="938"/>
                    <a:pt x="600" y="1090"/>
                    <a:pt x="564" y="1238"/>
                  </a:cubicBezTo>
                  <a:cubicBezTo>
                    <a:pt x="532" y="1390"/>
                    <a:pt x="500" y="1542"/>
                    <a:pt x="464" y="1698"/>
                  </a:cubicBezTo>
                  <a:cubicBezTo>
                    <a:pt x="448" y="1774"/>
                    <a:pt x="428" y="1850"/>
                    <a:pt x="404" y="1926"/>
                  </a:cubicBezTo>
                  <a:cubicBezTo>
                    <a:pt x="392" y="1966"/>
                    <a:pt x="380" y="2006"/>
                    <a:pt x="368" y="2046"/>
                  </a:cubicBezTo>
                  <a:cubicBezTo>
                    <a:pt x="356" y="2082"/>
                    <a:pt x="344" y="2118"/>
                    <a:pt x="328" y="2158"/>
                  </a:cubicBezTo>
                  <a:cubicBezTo>
                    <a:pt x="272" y="2314"/>
                    <a:pt x="204" y="2466"/>
                    <a:pt x="128" y="2614"/>
                  </a:cubicBezTo>
                  <a:lnTo>
                    <a:pt x="64" y="2726"/>
                  </a:lnTo>
                  <a:cubicBezTo>
                    <a:pt x="52" y="2746"/>
                    <a:pt x="44" y="2766"/>
                    <a:pt x="32" y="2786"/>
                  </a:cubicBezTo>
                  <a:cubicBezTo>
                    <a:pt x="16" y="2810"/>
                    <a:pt x="8" y="2838"/>
                    <a:pt x="4" y="2866"/>
                  </a:cubicBezTo>
                  <a:cubicBezTo>
                    <a:pt x="0" y="2890"/>
                    <a:pt x="4" y="2918"/>
                    <a:pt x="16" y="2938"/>
                  </a:cubicBezTo>
                  <a:cubicBezTo>
                    <a:pt x="28" y="2958"/>
                    <a:pt x="48" y="2974"/>
                    <a:pt x="68" y="2982"/>
                  </a:cubicBezTo>
                  <a:cubicBezTo>
                    <a:pt x="92" y="2994"/>
                    <a:pt x="116" y="3002"/>
                    <a:pt x="140" y="3010"/>
                  </a:cubicBezTo>
                  <a:cubicBezTo>
                    <a:pt x="172" y="3022"/>
                    <a:pt x="200" y="3042"/>
                    <a:pt x="228" y="3066"/>
                  </a:cubicBezTo>
                  <a:cubicBezTo>
                    <a:pt x="352" y="3186"/>
                    <a:pt x="468" y="3314"/>
                    <a:pt x="580" y="3450"/>
                  </a:cubicBezTo>
                  <a:cubicBezTo>
                    <a:pt x="696" y="3586"/>
                    <a:pt x="824" y="3714"/>
                    <a:pt x="960" y="3830"/>
                  </a:cubicBezTo>
                  <a:cubicBezTo>
                    <a:pt x="1032" y="3898"/>
                    <a:pt x="1124" y="3938"/>
                    <a:pt x="1220" y="3950"/>
                  </a:cubicBezTo>
                  <a:cubicBezTo>
                    <a:pt x="1235" y="3950"/>
                    <a:pt x="1249" y="3949"/>
                    <a:pt x="1264" y="3949"/>
                  </a:cubicBezTo>
                  <a:cubicBezTo>
                    <a:pt x="1335" y="3949"/>
                    <a:pt x="1408" y="3957"/>
                    <a:pt x="1480" y="3970"/>
                  </a:cubicBezTo>
                  <a:cubicBezTo>
                    <a:pt x="1652" y="4006"/>
                    <a:pt x="1820" y="4058"/>
                    <a:pt x="1985" y="4115"/>
                  </a:cubicBezTo>
                  <a:lnTo>
                    <a:pt x="2477" y="4287"/>
                  </a:lnTo>
                  <a:cubicBezTo>
                    <a:pt x="2637" y="4347"/>
                    <a:pt x="2805" y="4395"/>
                    <a:pt x="2973" y="4431"/>
                  </a:cubicBezTo>
                  <a:cubicBezTo>
                    <a:pt x="3027" y="4438"/>
                    <a:pt x="3083" y="4443"/>
                    <a:pt x="3138" y="4443"/>
                  </a:cubicBezTo>
                  <a:cubicBezTo>
                    <a:pt x="3169" y="4443"/>
                    <a:pt x="3199" y="4441"/>
                    <a:pt x="3229" y="4439"/>
                  </a:cubicBezTo>
                  <a:cubicBezTo>
                    <a:pt x="3317" y="4431"/>
                    <a:pt x="3401" y="4403"/>
                    <a:pt x="3481" y="4359"/>
                  </a:cubicBezTo>
                  <a:cubicBezTo>
                    <a:pt x="3617" y="4267"/>
                    <a:pt x="3733" y="4147"/>
                    <a:pt x="3821" y="4002"/>
                  </a:cubicBezTo>
                  <a:cubicBezTo>
                    <a:pt x="3865" y="3938"/>
                    <a:pt x="3901" y="3874"/>
                    <a:pt x="3941" y="3806"/>
                  </a:cubicBezTo>
                  <a:cubicBezTo>
                    <a:pt x="3977" y="3742"/>
                    <a:pt x="4009" y="3674"/>
                    <a:pt x="4041" y="3606"/>
                  </a:cubicBezTo>
                  <a:cubicBezTo>
                    <a:pt x="4097" y="3474"/>
                    <a:pt x="4145" y="3342"/>
                    <a:pt x="4189" y="3214"/>
                  </a:cubicBezTo>
                  <a:cubicBezTo>
                    <a:pt x="4265" y="2982"/>
                    <a:pt x="4329" y="2742"/>
                    <a:pt x="4377" y="2502"/>
                  </a:cubicBezTo>
                  <a:cubicBezTo>
                    <a:pt x="4417" y="2318"/>
                    <a:pt x="4445" y="2130"/>
                    <a:pt x="4461" y="1942"/>
                  </a:cubicBezTo>
                  <a:cubicBezTo>
                    <a:pt x="4469" y="1822"/>
                    <a:pt x="4465" y="1698"/>
                    <a:pt x="4445" y="1578"/>
                  </a:cubicBezTo>
                  <a:cubicBezTo>
                    <a:pt x="4437" y="1546"/>
                    <a:pt x="4429" y="1514"/>
                    <a:pt x="4413" y="1486"/>
                  </a:cubicBezTo>
                  <a:cubicBezTo>
                    <a:pt x="4405" y="1466"/>
                    <a:pt x="4397" y="1454"/>
                    <a:pt x="4397" y="1454"/>
                  </a:cubicBezTo>
                  <a:lnTo>
                    <a:pt x="4385" y="1466"/>
                  </a:lnTo>
                  <a:lnTo>
                    <a:pt x="4397" y="1494"/>
                  </a:lnTo>
                  <a:cubicBezTo>
                    <a:pt x="4409" y="1526"/>
                    <a:pt x="4413" y="1554"/>
                    <a:pt x="4417" y="1586"/>
                  </a:cubicBezTo>
                  <a:cubicBezTo>
                    <a:pt x="4425" y="1706"/>
                    <a:pt x="4421" y="1826"/>
                    <a:pt x="4401" y="1942"/>
                  </a:cubicBezTo>
                  <a:cubicBezTo>
                    <a:pt x="4373" y="2126"/>
                    <a:pt x="4337" y="2306"/>
                    <a:pt x="4289" y="2486"/>
                  </a:cubicBezTo>
                  <a:cubicBezTo>
                    <a:pt x="4233" y="2694"/>
                    <a:pt x="4165" y="2930"/>
                    <a:pt x="4077" y="3178"/>
                  </a:cubicBezTo>
                  <a:cubicBezTo>
                    <a:pt x="4033" y="3302"/>
                    <a:pt x="3981" y="3430"/>
                    <a:pt x="3925" y="3558"/>
                  </a:cubicBezTo>
                  <a:cubicBezTo>
                    <a:pt x="3893" y="3622"/>
                    <a:pt x="3865" y="3690"/>
                    <a:pt x="3829" y="3750"/>
                  </a:cubicBezTo>
                  <a:cubicBezTo>
                    <a:pt x="3793" y="3814"/>
                    <a:pt x="3753" y="3882"/>
                    <a:pt x="3713" y="3942"/>
                  </a:cubicBezTo>
                  <a:cubicBezTo>
                    <a:pt x="3641" y="4071"/>
                    <a:pt x="3541" y="4187"/>
                    <a:pt x="3421" y="4275"/>
                  </a:cubicBezTo>
                  <a:cubicBezTo>
                    <a:pt x="3329" y="4339"/>
                    <a:pt x="3213" y="4366"/>
                    <a:pt x="3092" y="4366"/>
                  </a:cubicBezTo>
                  <a:cubicBezTo>
                    <a:pt x="3055" y="4366"/>
                    <a:pt x="3018" y="4363"/>
                    <a:pt x="2981" y="4359"/>
                  </a:cubicBezTo>
                  <a:cubicBezTo>
                    <a:pt x="2813" y="4335"/>
                    <a:pt x="2653" y="4299"/>
                    <a:pt x="2493" y="4243"/>
                  </a:cubicBezTo>
                  <a:cubicBezTo>
                    <a:pt x="2329" y="4195"/>
                    <a:pt x="2165" y="4139"/>
                    <a:pt x="1997" y="4079"/>
                  </a:cubicBezTo>
                  <a:cubicBezTo>
                    <a:pt x="1832" y="4018"/>
                    <a:pt x="1660" y="3966"/>
                    <a:pt x="1488" y="3922"/>
                  </a:cubicBezTo>
                  <a:cubicBezTo>
                    <a:pt x="1400" y="3902"/>
                    <a:pt x="1312" y="3890"/>
                    <a:pt x="1220" y="3890"/>
                  </a:cubicBezTo>
                  <a:cubicBezTo>
                    <a:pt x="1144" y="3886"/>
                    <a:pt x="1072" y="3830"/>
                    <a:pt x="1008" y="3778"/>
                  </a:cubicBezTo>
                  <a:cubicBezTo>
                    <a:pt x="880" y="3658"/>
                    <a:pt x="764" y="3526"/>
                    <a:pt x="656" y="3386"/>
                  </a:cubicBezTo>
                  <a:cubicBezTo>
                    <a:pt x="548" y="3246"/>
                    <a:pt x="432" y="3110"/>
                    <a:pt x="308" y="2982"/>
                  </a:cubicBezTo>
                  <a:cubicBezTo>
                    <a:pt x="272" y="2942"/>
                    <a:pt x="228" y="2914"/>
                    <a:pt x="176" y="2894"/>
                  </a:cubicBezTo>
                  <a:cubicBezTo>
                    <a:pt x="162" y="2891"/>
                    <a:pt x="148" y="2884"/>
                    <a:pt x="134" y="2880"/>
                  </a:cubicBezTo>
                  <a:lnTo>
                    <a:pt x="134" y="2880"/>
                  </a:lnTo>
                  <a:cubicBezTo>
                    <a:pt x="138" y="2869"/>
                    <a:pt x="142" y="2856"/>
                    <a:pt x="148" y="2846"/>
                  </a:cubicBezTo>
                  <a:cubicBezTo>
                    <a:pt x="156" y="2830"/>
                    <a:pt x="168" y="2810"/>
                    <a:pt x="180" y="2794"/>
                  </a:cubicBezTo>
                  <a:lnTo>
                    <a:pt x="244" y="2682"/>
                  </a:lnTo>
                  <a:cubicBezTo>
                    <a:pt x="332" y="2530"/>
                    <a:pt x="404" y="2374"/>
                    <a:pt x="464" y="2210"/>
                  </a:cubicBezTo>
                  <a:cubicBezTo>
                    <a:pt x="480" y="2174"/>
                    <a:pt x="496" y="2130"/>
                    <a:pt x="508" y="2090"/>
                  </a:cubicBezTo>
                  <a:cubicBezTo>
                    <a:pt x="520" y="2050"/>
                    <a:pt x="536" y="2014"/>
                    <a:pt x="544" y="1974"/>
                  </a:cubicBezTo>
                  <a:cubicBezTo>
                    <a:pt x="568" y="1890"/>
                    <a:pt x="592" y="1814"/>
                    <a:pt x="612" y="1734"/>
                  </a:cubicBezTo>
                  <a:cubicBezTo>
                    <a:pt x="648" y="1574"/>
                    <a:pt x="680" y="1418"/>
                    <a:pt x="708" y="1270"/>
                  </a:cubicBezTo>
                  <a:cubicBezTo>
                    <a:pt x="764" y="970"/>
                    <a:pt x="832" y="698"/>
                    <a:pt x="948" y="462"/>
                  </a:cubicBezTo>
                  <a:lnTo>
                    <a:pt x="992" y="378"/>
                  </a:lnTo>
                  <a:lnTo>
                    <a:pt x="1004" y="358"/>
                  </a:lnTo>
                  <a:lnTo>
                    <a:pt x="1016" y="342"/>
                  </a:lnTo>
                  <a:cubicBezTo>
                    <a:pt x="1024" y="326"/>
                    <a:pt x="1032" y="314"/>
                    <a:pt x="1044" y="302"/>
                  </a:cubicBezTo>
                  <a:cubicBezTo>
                    <a:pt x="1076" y="258"/>
                    <a:pt x="1120" y="222"/>
                    <a:pt x="1164" y="194"/>
                  </a:cubicBezTo>
                  <a:cubicBezTo>
                    <a:pt x="1260" y="142"/>
                    <a:pt x="1364" y="110"/>
                    <a:pt x="1472" y="94"/>
                  </a:cubicBezTo>
                  <a:cubicBezTo>
                    <a:pt x="1543" y="88"/>
                    <a:pt x="1614" y="85"/>
                    <a:pt x="1685" y="85"/>
                  </a:cubicBezTo>
                  <a:cubicBezTo>
                    <a:pt x="1798" y="85"/>
                    <a:pt x="1911" y="93"/>
                    <a:pt x="2025" y="110"/>
                  </a:cubicBezTo>
                  <a:cubicBezTo>
                    <a:pt x="2141" y="126"/>
                    <a:pt x="2257" y="150"/>
                    <a:pt x="2373" y="178"/>
                  </a:cubicBezTo>
                  <a:cubicBezTo>
                    <a:pt x="2453" y="198"/>
                    <a:pt x="2497" y="210"/>
                    <a:pt x="2497" y="210"/>
                  </a:cubicBezTo>
                  <a:lnTo>
                    <a:pt x="2501" y="198"/>
                  </a:lnTo>
                  <a:cubicBezTo>
                    <a:pt x="2501" y="198"/>
                    <a:pt x="2461" y="182"/>
                    <a:pt x="2381" y="154"/>
                  </a:cubicBezTo>
                  <a:cubicBezTo>
                    <a:pt x="2265" y="114"/>
                    <a:pt x="2149" y="82"/>
                    <a:pt x="2029" y="54"/>
                  </a:cubicBezTo>
                  <a:cubicBezTo>
                    <a:pt x="1875" y="18"/>
                    <a:pt x="1715" y="0"/>
                    <a:pt x="15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84"/>
            <p:cNvSpPr/>
            <p:nvPr/>
          </p:nvSpPr>
          <p:spPr>
            <a:xfrm>
              <a:off x="4239763" y="2830821"/>
              <a:ext cx="964681" cy="1261484"/>
            </a:xfrm>
            <a:custGeom>
              <a:avLst/>
              <a:gdLst/>
              <a:ahLst/>
              <a:cxnLst/>
              <a:rect l="l" t="t" r="r" b="b"/>
              <a:pathLst>
                <a:path w="3429" h="4484" extrusionOk="0">
                  <a:moveTo>
                    <a:pt x="1694" y="0"/>
                  </a:moveTo>
                  <a:cubicBezTo>
                    <a:pt x="1662" y="0"/>
                    <a:pt x="1630" y="5"/>
                    <a:pt x="1601" y="16"/>
                  </a:cubicBezTo>
                  <a:cubicBezTo>
                    <a:pt x="1561" y="32"/>
                    <a:pt x="1525" y="48"/>
                    <a:pt x="1489" y="68"/>
                  </a:cubicBezTo>
                  <a:cubicBezTo>
                    <a:pt x="1433" y="96"/>
                    <a:pt x="1405" y="116"/>
                    <a:pt x="1405" y="116"/>
                  </a:cubicBezTo>
                  <a:lnTo>
                    <a:pt x="1413" y="128"/>
                  </a:lnTo>
                  <a:cubicBezTo>
                    <a:pt x="1413" y="128"/>
                    <a:pt x="1445" y="112"/>
                    <a:pt x="1501" y="88"/>
                  </a:cubicBezTo>
                  <a:cubicBezTo>
                    <a:pt x="1537" y="72"/>
                    <a:pt x="1573" y="60"/>
                    <a:pt x="1609" y="52"/>
                  </a:cubicBezTo>
                  <a:cubicBezTo>
                    <a:pt x="1628" y="48"/>
                    <a:pt x="1647" y="45"/>
                    <a:pt x="1667" y="45"/>
                  </a:cubicBezTo>
                  <a:cubicBezTo>
                    <a:pt x="1696" y="45"/>
                    <a:pt x="1726" y="51"/>
                    <a:pt x="1753" y="60"/>
                  </a:cubicBezTo>
                  <a:cubicBezTo>
                    <a:pt x="1853" y="100"/>
                    <a:pt x="1961" y="204"/>
                    <a:pt x="2105" y="292"/>
                  </a:cubicBezTo>
                  <a:cubicBezTo>
                    <a:pt x="2173" y="336"/>
                    <a:pt x="2233" y="392"/>
                    <a:pt x="2281" y="460"/>
                  </a:cubicBezTo>
                  <a:cubicBezTo>
                    <a:pt x="2337" y="536"/>
                    <a:pt x="2385" y="616"/>
                    <a:pt x="2429" y="700"/>
                  </a:cubicBezTo>
                  <a:cubicBezTo>
                    <a:pt x="2521" y="904"/>
                    <a:pt x="2625" y="1100"/>
                    <a:pt x="2741" y="1288"/>
                  </a:cubicBezTo>
                  <a:lnTo>
                    <a:pt x="2789" y="1364"/>
                  </a:lnTo>
                  <a:cubicBezTo>
                    <a:pt x="2809" y="1388"/>
                    <a:pt x="2829" y="1412"/>
                    <a:pt x="2849" y="1436"/>
                  </a:cubicBezTo>
                  <a:cubicBezTo>
                    <a:pt x="2869" y="1460"/>
                    <a:pt x="2889" y="1484"/>
                    <a:pt x="2913" y="1508"/>
                  </a:cubicBezTo>
                  <a:cubicBezTo>
                    <a:pt x="2933" y="1532"/>
                    <a:pt x="2957" y="1556"/>
                    <a:pt x="2981" y="1576"/>
                  </a:cubicBezTo>
                  <a:cubicBezTo>
                    <a:pt x="3005" y="1596"/>
                    <a:pt x="3029" y="1620"/>
                    <a:pt x="3049" y="1640"/>
                  </a:cubicBezTo>
                  <a:cubicBezTo>
                    <a:pt x="3069" y="1656"/>
                    <a:pt x="3093" y="1672"/>
                    <a:pt x="3109" y="1696"/>
                  </a:cubicBezTo>
                  <a:cubicBezTo>
                    <a:pt x="3125" y="1720"/>
                    <a:pt x="3141" y="1740"/>
                    <a:pt x="3161" y="1764"/>
                  </a:cubicBezTo>
                  <a:cubicBezTo>
                    <a:pt x="3173" y="1788"/>
                    <a:pt x="3189" y="1812"/>
                    <a:pt x="3201" y="1840"/>
                  </a:cubicBezTo>
                  <a:cubicBezTo>
                    <a:pt x="3249" y="1948"/>
                    <a:pt x="3277" y="2068"/>
                    <a:pt x="3285" y="2188"/>
                  </a:cubicBezTo>
                  <a:cubicBezTo>
                    <a:pt x="3293" y="2316"/>
                    <a:pt x="3285" y="2444"/>
                    <a:pt x="3269" y="2568"/>
                  </a:cubicBezTo>
                  <a:cubicBezTo>
                    <a:pt x="3245" y="2700"/>
                    <a:pt x="3213" y="2828"/>
                    <a:pt x="3169" y="2948"/>
                  </a:cubicBezTo>
                  <a:cubicBezTo>
                    <a:pt x="3145" y="3012"/>
                    <a:pt x="3117" y="3072"/>
                    <a:pt x="3089" y="3128"/>
                  </a:cubicBezTo>
                  <a:cubicBezTo>
                    <a:pt x="3069" y="3156"/>
                    <a:pt x="3057" y="3184"/>
                    <a:pt x="3041" y="3212"/>
                  </a:cubicBezTo>
                  <a:lnTo>
                    <a:pt x="2981" y="3297"/>
                  </a:lnTo>
                  <a:cubicBezTo>
                    <a:pt x="2897" y="3405"/>
                    <a:pt x="2821" y="3521"/>
                    <a:pt x="2753" y="3641"/>
                  </a:cubicBezTo>
                  <a:cubicBezTo>
                    <a:pt x="2689" y="3757"/>
                    <a:pt x="2625" y="3881"/>
                    <a:pt x="2565" y="4001"/>
                  </a:cubicBezTo>
                  <a:cubicBezTo>
                    <a:pt x="2505" y="4121"/>
                    <a:pt x="2453" y="4245"/>
                    <a:pt x="2405" y="4369"/>
                  </a:cubicBezTo>
                  <a:lnTo>
                    <a:pt x="2405" y="4381"/>
                  </a:lnTo>
                  <a:lnTo>
                    <a:pt x="2405" y="4385"/>
                  </a:lnTo>
                  <a:lnTo>
                    <a:pt x="2405" y="4389"/>
                  </a:lnTo>
                  <a:lnTo>
                    <a:pt x="2405" y="4397"/>
                  </a:lnTo>
                  <a:cubicBezTo>
                    <a:pt x="2401" y="4405"/>
                    <a:pt x="2401" y="4413"/>
                    <a:pt x="2401" y="4417"/>
                  </a:cubicBezTo>
                  <a:cubicBezTo>
                    <a:pt x="2397" y="4433"/>
                    <a:pt x="2389" y="4433"/>
                    <a:pt x="2389" y="4433"/>
                  </a:cubicBezTo>
                  <a:cubicBezTo>
                    <a:pt x="2365" y="4433"/>
                    <a:pt x="2341" y="4421"/>
                    <a:pt x="2321" y="4405"/>
                  </a:cubicBezTo>
                  <a:cubicBezTo>
                    <a:pt x="2269" y="4373"/>
                    <a:pt x="2217" y="4333"/>
                    <a:pt x="2173" y="4293"/>
                  </a:cubicBezTo>
                  <a:cubicBezTo>
                    <a:pt x="2149" y="4273"/>
                    <a:pt x="2125" y="4249"/>
                    <a:pt x="2097" y="4229"/>
                  </a:cubicBezTo>
                  <a:cubicBezTo>
                    <a:pt x="2073" y="4209"/>
                    <a:pt x="2045" y="4189"/>
                    <a:pt x="2017" y="4173"/>
                  </a:cubicBezTo>
                  <a:cubicBezTo>
                    <a:pt x="1961" y="4141"/>
                    <a:pt x="1901" y="4113"/>
                    <a:pt x="1841" y="4089"/>
                  </a:cubicBezTo>
                  <a:cubicBezTo>
                    <a:pt x="1725" y="4049"/>
                    <a:pt x="1605" y="4017"/>
                    <a:pt x="1485" y="3997"/>
                  </a:cubicBezTo>
                  <a:cubicBezTo>
                    <a:pt x="1249" y="3953"/>
                    <a:pt x="1033" y="3933"/>
                    <a:pt x="833" y="3897"/>
                  </a:cubicBezTo>
                  <a:cubicBezTo>
                    <a:pt x="741" y="3885"/>
                    <a:pt x="649" y="3861"/>
                    <a:pt x="557" y="3833"/>
                  </a:cubicBezTo>
                  <a:cubicBezTo>
                    <a:pt x="517" y="3821"/>
                    <a:pt x="473" y="3805"/>
                    <a:pt x="433" y="3789"/>
                  </a:cubicBezTo>
                  <a:lnTo>
                    <a:pt x="417" y="3781"/>
                  </a:lnTo>
                  <a:lnTo>
                    <a:pt x="409" y="3777"/>
                  </a:lnTo>
                  <a:lnTo>
                    <a:pt x="381" y="3761"/>
                  </a:lnTo>
                  <a:cubicBezTo>
                    <a:pt x="365" y="3753"/>
                    <a:pt x="345" y="3741"/>
                    <a:pt x="329" y="3733"/>
                  </a:cubicBezTo>
                  <a:cubicBezTo>
                    <a:pt x="269" y="3689"/>
                    <a:pt x="217" y="3641"/>
                    <a:pt x="173" y="3581"/>
                  </a:cubicBezTo>
                  <a:cubicBezTo>
                    <a:pt x="137" y="3529"/>
                    <a:pt x="105" y="3477"/>
                    <a:pt x="81" y="3417"/>
                  </a:cubicBezTo>
                  <a:cubicBezTo>
                    <a:pt x="49" y="3333"/>
                    <a:pt x="29" y="3244"/>
                    <a:pt x="21" y="3156"/>
                  </a:cubicBezTo>
                  <a:cubicBezTo>
                    <a:pt x="17" y="3124"/>
                    <a:pt x="17" y="3092"/>
                    <a:pt x="17" y="3060"/>
                  </a:cubicBezTo>
                  <a:lnTo>
                    <a:pt x="13" y="3056"/>
                  </a:lnTo>
                  <a:cubicBezTo>
                    <a:pt x="9" y="3088"/>
                    <a:pt x="5" y="3120"/>
                    <a:pt x="5" y="3156"/>
                  </a:cubicBezTo>
                  <a:cubicBezTo>
                    <a:pt x="1" y="3249"/>
                    <a:pt x="13" y="3345"/>
                    <a:pt x="37" y="3437"/>
                  </a:cubicBezTo>
                  <a:cubicBezTo>
                    <a:pt x="57" y="3501"/>
                    <a:pt x="85" y="3565"/>
                    <a:pt x="121" y="3625"/>
                  </a:cubicBezTo>
                  <a:cubicBezTo>
                    <a:pt x="165" y="3693"/>
                    <a:pt x="221" y="3753"/>
                    <a:pt x="289" y="3805"/>
                  </a:cubicBezTo>
                  <a:cubicBezTo>
                    <a:pt x="305" y="3817"/>
                    <a:pt x="325" y="3829"/>
                    <a:pt x="341" y="3841"/>
                  </a:cubicBezTo>
                  <a:lnTo>
                    <a:pt x="373" y="3861"/>
                  </a:lnTo>
                  <a:cubicBezTo>
                    <a:pt x="377" y="3865"/>
                    <a:pt x="381" y="3865"/>
                    <a:pt x="389" y="3869"/>
                  </a:cubicBezTo>
                  <a:lnTo>
                    <a:pt x="405" y="3877"/>
                  </a:lnTo>
                  <a:cubicBezTo>
                    <a:pt x="445" y="3897"/>
                    <a:pt x="489" y="3917"/>
                    <a:pt x="533" y="3933"/>
                  </a:cubicBezTo>
                  <a:cubicBezTo>
                    <a:pt x="625" y="3965"/>
                    <a:pt x="725" y="3993"/>
                    <a:pt x="821" y="4013"/>
                  </a:cubicBezTo>
                  <a:cubicBezTo>
                    <a:pt x="1021" y="4053"/>
                    <a:pt x="1245" y="4073"/>
                    <a:pt x="1473" y="4113"/>
                  </a:cubicBezTo>
                  <a:cubicBezTo>
                    <a:pt x="1701" y="4153"/>
                    <a:pt x="1945" y="4181"/>
                    <a:pt x="2133" y="4345"/>
                  </a:cubicBezTo>
                  <a:cubicBezTo>
                    <a:pt x="2185" y="4385"/>
                    <a:pt x="2241" y="4421"/>
                    <a:pt x="2301" y="4453"/>
                  </a:cubicBezTo>
                  <a:cubicBezTo>
                    <a:pt x="2317" y="4461"/>
                    <a:pt x="2333" y="4469"/>
                    <a:pt x="2349" y="4477"/>
                  </a:cubicBezTo>
                  <a:cubicBezTo>
                    <a:pt x="2360" y="4481"/>
                    <a:pt x="2374" y="4483"/>
                    <a:pt x="2386" y="4483"/>
                  </a:cubicBezTo>
                  <a:cubicBezTo>
                    <a:pt x="2395" y="4483"/>
                    <a:pt x="2404" y="4482"/>
                    <a:pt x="2413" y="4481"/>
                  </a:cubicBezTo>
                  <a:cubicBezTo>
                    <a:pt x="2429" y="4481"/>
                    <a:pt x="2441" y="4469"/>
                    <a:pt x="2449" y="4457"/>
                  </a:cubicBezTo>
                  <a:cubicBezTo>
                    <a:pt x="2453" y="4449"/>
                    <a:pt x="2457" y="4437"/>
                    <a:pt x="2461" y="4425"/>
                  </a:cubicBezTo>
                  <a:cubicBezTo>
                    <a:pt x="2465" y="4417"/>
                    <a:pt x="2465" y="4405"/>
                    <a:pt x="2465" y="4397"/>
                  </a:cubicBezTo>
                  <a:lnTo>
                    <a:pt x="2465" y="4393"/>
                  </a:lnTo>
                  <a:lnTo>
                    <a:pt x="2465" y="4389"/>
                  </a:lnTo>
                  <a:lnTo>
                    <a:pt x="2465" y="4377"/>
                  </a:lnTo>
                  <a:cubicBezTo>
                    <a:pt x="2481" y="4317"/>
                    <a:pt x="2505" y="4257"/>
                    <a:pt x="2529" y="4197"/>
                  </a:cubicBezTo>
                  <a:cubicBezTo>
                    <a:pt x="2557" y="4137"/>
                    <a:pt x="2581" y="4077"/>
                    <a:pt x="2613" y="4017"/>
                  </a:cubicBezTo>
                  <a:cubicBezTo>
                    <a:pt x="2729" y="3773"/>
                    <a:pt x="2873" y="3545"/>
                    <a:pt x="3049" y="3341"/>
                  </a:cubicBezTo>
                  <a:cubicBezTo>
                    <a:pt x="3237" y="3132"/>
                    <a:pt x="3333" y="2860"/>
                    <a:pt x="3393" y="2592"/>
                  </a:cubicBezTo>
                  <a:cubicBezTo>
                    <a:pt x="3417" y="2456"/>
                    <a:pt x="3429" y="2320"/>
                    <a:pt x="3425" y="2180"/>
                  </a:cubicBezTo>
                  <a:cubicBezTo>
                    <a:pt x="3417" y="2044"/>
                    <a:pt x="3389" y="1908"/>
                    <a:pt x="3337" y="1780"/>
                  </a:cubicBezTo>
                  <a:cubicBezTo>
                    <a:pt x="3321" y="1748"/>
                    <a:pt x="3305" y="1720"/>
                    <a:pt x="3289" y="1688"/>
                  </a:cubicBezTo>
                  <a:cubicBezTo>
                    <a:pt x="3269" y="1660"/>
                    <a:pt x="3253" y="1624"/>
                    <a:pt x="3225" y="1604"/>
                  </a:cubicBezTo>
                  <a:cubicBezTo>
                    <a:pt x="3201" y="1580"/>
                    <a:pt x="3173" y="1548"/>
                    <a:pt x="3153" y="1528"/>
                  </a:cubicBezTo>
                  <a:cubicBezTo>
                    <a:pt x="3133" y="1508"/>
                    <a:pt x="3105" y="1488"/>
                    <a:pt x="3085" y="1468"/>
                  </a:cubicBezTo>
                  <a:cubicBezTo>
                    <a:pt x="3073" y="1456"/>
                    <a:pt x="3061" y="1448"/>
                    <a:pt x="3049" y="1436"/>
                  </a:cubicBezTo>
                  <a:lnTo>
                    <a:pt x="3021" y="1408"/>
                  </a:lnTo>
                  <a:cubicBezTo>
                    <a:pt x="3005" y="1388"/>
                    <a:pt x="2985" y="1364"/>
                    <a:pt x="2965" y="1344"/>
                  </a:cubicBezTo>
                  <a:cubicBezTo>
                    <a:pt x="2949" y="1320"/>
                    <a:pt x="2929" y="1300"/>
                    <a:pt x="2913" y="1276"/>
                  </a:cubicBezTo>
                  <a:lnTo>
                    <a:pt x="2865" y="1208"/>
                  </a:lnTo>
                  <a:cubicBezTo>
                    <a:pt x="2737" y="1020"/>
                    <a:pt x="2637" y="824"/>
                    <a:pt x="2537" y="644"/>
                  </a:cubicBezTo>
                  <a:cubicBezTo>
                    <a:pt x="2489" y="556"/>
                    <a:pt x="2433" y="472"/>
                    <a:pt x="2369" y="392"/>
                  </a:cubicBezTo>
                  <a:cubicBezTo>
                    <a:pt x="2309" y="320"/>
                    <a:pt x="2237" y="260"/>
                    <a:pt x="2153" y="216"/>
                  </a:cubicBezTo>
                  <a:cubicBezTo>
                    <a:pt x="2077" y="176"/>
                    <a:pt x="2013" y="140"/>
                    <a:pt x="1953" y="100"/>
                  </a:cubicBezTo>
                  <a:cubicBezTo>
                    <a:pt x="1897" y="60"/>
                    <a:pt x="1833" y="28"/>
                    <a:pt x="1769" y="8"/>
                  </a:cubicBezTo>
                  <a:cubicBezTo>
                    <a:pt x="1744" y="3"/>
                    <a:pt x="1719" y="0"/>
                    <a:pt x="16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84"/>
            <p:cNvSpPr/>
            <p:nvPr/>
          </p:nvSpPr>
          <p:spPr>
            <a:xfrm>
              <a:off x="4761916" y="2480282"/>
              <a:ext cx="892660" cy="846241"/>
            </a:xfrm>
            <a:custGeom>
              <a:avLst/>
              <a:gdLst/>
              <a:ahLst/>
              <a:cxnLst/>
              <a:rect l="l" t="t" r="r" b="b"/>
              <a:pathLst>
                <a:path w="3173" h="3008" extrusionOk="0">
                  <a:moveTo>
                    <a:pt x="1995" y="1"/>
                  </a:moveTo>
                  <a:cubicBezTo>
                    <a:pt x="1951" y="1"/>
                    <a:pt x="1906" y="3"/>
                    <a:pt x="1861" y="6"/>
                  </a:cubicBezTo>
                  <a:cubicBezTo>
                    <a:pt x="1765" y="18"/>
                    <a:pt x="1669" y="34"/>
                    <a:pt x="1573" y="54"/>
                  </a:cubicBezTo>
                  <a:cubicBezTo>
                    <a:pt x="1481" y="74"/>
                    <a:pt x="1389" y="102"/>
                    <a:pt x="1297" y="126"/>
                  </a:cubicBezTo>
                  <a:cubicBezTo>
                    <a:pt x="1253" y="138"/>
                    <a:pt x="1209" y="150"/>
                    <a:pt x="1165" y="158"/>
                  </a:cubicBezTo>
                  <a:cubicBezTo>
                    <a:pt x="1134" y="161"/>
                    <a:pt x="1103" y="164"/>
                    <a:pt x="1071" y="164"/>
                  </a:cubicBezTo>
                  <a:cubicBezTo>
                    <a:pt x="1059" y="164"/>
                    <a:pt x="1046" y="163"/>
                    <a:pt x="1033" y="162"/>
                  </a:cubicBezTo>
                  <a:cubicBezTo>
                    <a:pt x="841" y="162"/>
                    <a:pt x="649" y="194"/>
                    <a:pt x="461" y="254"/>
                  </a:cubicBezTo>
                  <a:cubicBezTo>
                    <a:pt x="369" y="286"/>
                    <a:pt x="281" y="330"/>
                    <a:pt x="201" y="386"/>
                  </a:cubicBezTo>
                  <a:cubicBezTo>
                    <a:pt x="125" y="442"/>
                    <a:pt x="57" y="510"/>
                    <a:pt x="1" y="594"/>
                  </a:cubicBezTo>
                  <a:lnTo>
                    <a:pt x="13" y="602"/>
                  </a:lnTo>
                  <a:cubicBezTo>
                    <a:pt x="77" y="534"/>
                    <a:pt x="149" y="474"/>
                    <a:pt x="229" y="430"/>
                  </a:cubicBezTo>
                  <a:cubicBezTo>
                    <a:pt x="309" y="386"/>
                    <a:pt x="397" y="350"/>
                    <a:pt x="485" y="330"/>
                  </a:cubicBezTo>
                  <a:cubicBezTo>
                    <a:pt x="626" y="299"/>
                    <a:pt x="769" y="282"/>
                    <a:pt x="915" y="282"/>
                  </a:cubicBezTo>
                  <a:cubicBezTo>
                    <a:pt x="955" y="282"/>
                    <a:pt x="996" y="284"/>
                    <a:pt x="1037" y="286"/>
                  </a:cubicBezTo>
                  <a:cubicBezTo>
                    <a:pt x="1061" y="288"/>
                    <a:pt x="1086" y="289"/>
                    <a:pt x="1111" y="289"/>
                  </a:cubicBezTo>
                  <a:cubicBezTo>
                    <a:pt x="1136" y="289"/>
                    <a:pt x="1161" y="288"/>
                    <a:pt x="1185" y="286"/>
                  </a:cubicBezTo>
                  <a:cubicBezTo>
                    <a:pt x="1237" y="278"/>
                    <a:pt x="1285" y="266"/>
                    <a:pt x="1329" y="258"/>
                  </a:cubicBezTo>
                  <a:cubicBezTo>
                    <a:pt x="1421" y="234"/>
                    <a:pt x="1513" y="210"/>
                    <a:pt x="1605" y="194"/>
                  </a:cubicBezTo>
                  <a:cubicBezTo>
                    <a:pt x="1693" y="178"/>
                    <a:pt x="1785" y="162"/>
                    <a:pt x="1873" y="154"/>
                  </a:cubicBezTo>
                  <a:cubicBezTo>
                    <a:pt x="1919" y="150"/>
                    <a:pt x="1964" y="148"/>
                    <a:pt x="2008" y="148"/>
                  </a:cubicBezTo>
                  <a:cubicBezTo>
                    <a:pt x="2053" y="148"/>
                    <a:pt x="2097" y="150"/>
                    <a:pt x="2141" y="154"/>
                  </a:cubicBezTo>
                  <a:cubicBezTo>
                    <a:pt x="2165" y="154"/>
                    <a:pt x="2185" y="158"/>
                    <a:pt x="2209" y="162"/>
                  </a:cubicBezTo>
                  <a:cubicBezTo>
                    <a:pt x="2229" y="166"/>
                    <a:pt x="2249" y="170"/>
                    <a:pt x="2269" y="174"/>
                  </a:cubicBezTo>
                  <a:lnTo>
                    <a:pt x="2329" y="194"/>
                  </a:lnTo>
                  <a:lnTo>
                    <a:pt x="2393" y="222"/>
                  </a:lnTo>
                  <a:cubicBezTo>
                    <a:pt x="2469" y="258"/>
                    <a:pt x="2533" y="310"/>
                    <a:pt x="2585" y="378"/>
                  </a:cubicBezTo>
                  <a:cubicBezTo>
                    <a:pt x="2613" y="414"/>
                    <a:pt x="2637" y="450"/>
                    <a:pt x="2661" y="486"/>
                  </a:cubicBezTo>
                  <a:cubicBezTo>
                    <a:pt x="2685" y="526"/>
                    <a:pt x="2709" y="566"/>
                    <a:pt x="2725" y="606"/>
                  </a:cubicBezTo>
                  <a:cubicBezTo>
                    <a:pt x="2745" y="650"/>
                    <a:pt x="2761" y="690"/>
                    <a:pt x="2777" y="734"/>
                  </a:cubicBezTo>
                  <a:cubicBezTo>
                    <a:pt x="2797" y="778"/>
                    <a:pt x="2813" y="818"/>
                    <a:pt x="2825" y="862"/>
                  </a:cubicBezTo>
                  <a:cubicBezTo>
                    <a:pt x="2857" y="954"/>
                    <a:pt x="2881" y="1042"/>
                    <a:pt x="2901" y="1134"/>
                  </a:cubicBezTo>
                  <a:cubicBezTo>
                    <a:pt x="2921" y="1226"/>
                    <a:pt x="2933" y="1318"/>
                    <a:pt x="2945" y="1410"/>
                  </a:cubicBezTo>
                  <a:cubicBezTo>
                    <a:pt x="2949" y="1458"/>
                    <a:pt x="2953" y="1502"/>
                    <a:pt x="2953" y="1546"/>
                  </a:cubicBezTo>
                  <a:lnTo>
                    <a:pt x="2953" y="1582"/>
                  </a:lnTo>
                  <a:lnTo>
                    <a:pt x="2953" y="1622"/>
                  </a:lnTo>
                  <a:cubicBezTo>
                    <a:pt x="2953" y="1646"/>
                    <a:pt x="2957" y="1670"/>
                    <a:pt x="2965" y="1694"/>
                  </a:cubicBezTo>
                  <a:cubicBezTo>
                    <a:pt x="2993" y="1780"/>
                    <a:pt x="3038" y="1856"/>
                    <a:pt x="3098" y="1920"/>
                  </a:cubicBezTo>
                  <a:lnTo>
                    <a:pt x="3098" y="1920"/>
                  </a:lnTo>
                  <a:lnTo>
                    <a:pt x="3049" y="1942"/>
                  </a:lnTo>
                  <a:lnTo>
                    <a:pt x="2977" y="1982"/>
                  </a:lnTo>
                  <a:cubicBezTo>
                    <a:pt x="2929" y="2014"/>
                    <a:pt x="2881" y="2046"/>
                    <a:pt x="2841" y="2082"/>
                  </a:cubicBezTo>
                  <a:cubicBezTo>
                    <a:pt x="2797" y="2118"/>
                    <a:pt x="2757" y="2158"/>
                    <a:pt x="2717" y="2198"/>
                  </a:cubicBezTo>
                  <a:cubicBezTo>
                    <a:pt x="2677" y="2238"/>
                    <a:pt x="2641" y="2282"/>
                    <a:pt x="2601" y="2322"/>
                  </a:cubicBezTo>
                  <a:cubicBezTo>
                    <a:pt x="2565" y="2366"/>
                    <a:pt x="2529" y="2410"/>
                    <a:pt x="2497" y="2454"/>
                  </a:cubicBezTo>
                  <a:lnTo>
                    <a:pt x="2397" y="2586"/>
                  </a:lnTo>
                  <a:lnTo>
                    <a:pt x="2301" y="2722"/>
                  </a:lnTo>
                  <a:lnTo>
                    <a:pt x="2249" y="2786"/>
                  </a:lnTo>
                  <a:lnTo>
                    <a:pt x="2229" y="2814"/>
                  </a:lnTo>
                  <a:lnTo>
                    <a:pt x="2201" y="2846"/>
                  </a:lnTo>
                  <a:cubicBezTo>
                    <a:pt x="2169" y="2870"/>
                    <a:pt x="2129" y="2886"/>
                    <a:pt x="2089" y="2886"/>
                  </a:cubicBezTo>
                  <a:cubicBezTo>
                    <a:pt x="2063" y="2888"/>
                    <a:pt x="2037" y="2889"/>
                    <a:pt x="2011" y="2889"/>
                  </a:cubicBezTo>
                  <a:cubicBezTo>
                    <a:pt x="1986" y="2889"/>
                    <a:pt x="1961" y="2888"/>
                    <a:pt x="1937" y="2886"/>
                  </a:cubicBezTo>
                  <a:cubicBezTo>
                    <a:pt x="1829" y="2874"/>
                    <a:pt x="1725" y="2854"/>
                    <a:pt x="1621" y="2822"/>
                  </a:cubicBezTo>
                  <a:cubicBezTo>
                    <a:pt x="1573" y="2806"/>
                    <a:pt x="1521" y="2786"/>
                    <a:pt x="1473" y="2766"/>
                  </a:cubicBezTo>
                  <a:cubicBezTo>
                    <a:pt x="1421" y="2746"/>
                    <a:pt x="1373" y="2722"/>
                    <a:pt x="1325" y="2694"/>
                  </a:cubicBezTo>
                  <a:cubicBezTo>
                    <a:pt x="1229" y="2642"/>
                    <a:pt x="1121" y="2602"/>
                    <a:pt x="1013" y="2578"/>
                  </a:cubicBezTo>
                  <a:lnTo>
                    <a:pt x="1009" y="2590"/>
                  </a:lnTo>
                  <a:cubicBezTo>
                    <a:pt x="1109" y="2634"/>
                    <a:pt x="1205" y="2686"/>
                    <a:pt x="1297" y="2746"/>
                  </a:cubicBezTo>
                  <a:cubicBezTo>
                    <a:pt x="1341" y="2782"/>
                    <a:pt x="1389" y="2810"/>
                    <a:pt x="1441" y="2838"/>
                  </a:cubicBezTo>
                  <a:cubicBezTo>
                    <a:pt x="1489" y="2862"/>
                    <a:pt x="1541" y="2886"/>
                    <a:pt x="1597" y="2906"/>
                  </a:cubicBezTo>
                  <a:cubicBezTo>
                    <a:pt x="1701" y="2950"/>
                    <a:pt x="1813" y="2978"/>
                    <a:pt x="1925" y="2998"/>
                  </a:cubicBezTo>
                  <a:cubicBezTo>
                    <a:pt x="1969" y="3004"/>
                    <a:pt x="2013" y="3008"/>
                    <a:pt x="2055" y="3008"/>
                  </a:cubicBezTo>
                  <a:cubicBezTo>
                    <a:pt x="2070" y="3008"/>
                    <a:pt x="2086" y="3008"/>
                    <a:pt x="2101" y="3006"/>
                  </a:cubicBezTo>
                  <a:cubicBezTo>
                    <a:pt x="2173" y="3002"/>
                    <a:pt x="2241" y="2974"/>
                    <a:pt x="2293" y="2930"/>
                  </a:cubicBezTo>
                  <a:lnTo>
                    <a:pt x="2321" y="2898"/>
                  </a:lnTo>
                  <a:lnTo>
                    <a:pt x="2349" y="2862"/>
                  </a:lnTo>
                  <a:cubicBezTo>
                    <a:pt x="2369" y="2838"/>
                    <a:pt x="2385" y="2818"/>
                    <a:pt x="2401" y="2794"/>
                  </a:cubicBezTo>
                  <a:lnTo>
                    <a:pt x="2493" y="2658"/>
                  </a:lnTo>
                  <a:cubicBezTo>
                    <a:pt x="2557" y="2566"/>
                    <a:pt x="2617" y="2474"/>
                    <a:pt x="2677" y="2386"/>
                  </a:cubicBezTo>
                  <a:cubicBezTo>
                    <a:pt x="2713" y="2342"/>
                    <a:pt x="2745" y="2298"/>
                    <a:pt x="2777" y="2258"/>
                  </a:cubicBezTo>
                  <a:cubicBezTo>
                    <a:pt x="2813" y="2214"/>
                    <a:pt x="2849" y="2174"/>
                    <a:pt x="2885" y="2134"/>
                  </a:cubicBezTo>
                  <a:cubicBezTo>
                    <a:pt x="2925" y="2098"/>
                    <a:pt x="2965" y="2062"/>
                    <a:pt x="3005" y="2030"/>
                  </a:cubicBezTo>
                  <a:lnTo>
                    <a:pt x="3073" y="1982"/>
                  </a:lnTo>
                  <a:lnTo>
                    <a:pt x="3145" y="1946"/>
                  </a:lnTo>
                  <a:lnTo>
                    <a:pt x="3173" y="1930"/>
                  </a:lnTo>
                  <a:lnTo>
                    <a:pt x="3153" y="1910"/>
                  </a:lnTo>
                  <a:cubicBezTo>
                    <a:pt x="3085" y="1846"/>
                    <a:pt x="3033" y="1770"/>
                    <a:pt x="3005" y="1682"/>
                  </a:cubicBezTo>
                  <a:cubicBezTo>
                    <a:pt x="3001" y="1662"/>
                    <a:pt x="2997" y="1638"/>
                    <a:pt x="2997" y="1618"/>
                  </a:cubicBezTo>
                  <a:cubicBezTo>
                    <a:pt x="2993" y="1606"/>
                    <a:pt x="2993" y="1598"/>
                    <a:pt x="2997" y="1586"/>
                  </a:cubicBezTo>
                  <a:lnTo>
                    <a:pt x="2997" y="1550"/>
                  </a:lnTo>
                  <a:cubicBezTo>
                    <a:pt x="3001" y="1502"/>
                    <a:pt x="2997" y="1454"/>
                    <a:pt x="2997" y="1406"/>
                  </a:cubicBezTo>
                  <a:cubicBezTo>
                    <a:pt x="2989" y="1310"/>
                    <a:pt x="2981" y="1214"/>
                    <a:pt x="2969" y="1122"/>
                  </a:cubicBezTo>
                  <a:cubicBezTo>
                    <a:pt x="2953" y="1026"/>
                    <a:pt x="2937" y="930"/>
                    <a:pt x="2913" y="838"/>
                  </a:cubicBezTo>
                  <a:cubicBezTo>
                    <a:pt x="2893" y="742"/>
                    <a:pt x="2861" y="650"/>
                    <a:pt x="2825" y="562"/>
                  </a:cubicBezTo>
                  <a:cubicBezTo>
                    <a:pt x="2789" y="470"/>
                    <a:pt x="2741" y="382"/>
                    <a:pt x="2685" y="302"/>
                  </a:cubicBezTo>
                  <a:cubicBezTo>
                    <a:pt x="2625" y="214"/>
                    <a:pt x="2541" y="146"/>
                    <a:pt x="2449" y="98"/>
                  </a:cubicBezTo>
                  <a:lnTo>
                    <a:pt x="2385" y="66"/>
                  </a:lnTo>
                  <a:lnTo>
                    <a:pt x="2309" y="42"/>
                  </a:lnTo>
                  <a:cubicBezTo>
                    <a:pt x="2285" y="34"/>
                    <a:pt x="2261" y="26"/>
                    <a:pt x="2233" y="22"/>
                  </a:cubicBezTo>
                  <a:cubicBezTo>
                    <a:pt x="2209" y="18"/>
                    <a:pt x="2185" y="10"/>
                    <a:pt x="2157" y="10"/>
                  </a:cubicBezTo>
                  <a:cubicBezTo>
                    <a:pt x="2104" y="4"/>
                    <a:pt x="2050" y="1"/>
                    <a:pt x="19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84"/>
            <p:cNvSpPr/>
            <p:nvPr/>
          </p:nvSpPr>
          <p:spPr>
            <a:xfrm>
              <a:off x="4191374" y="1462427"/>
              <a:ext cx="1206624" cy="1124476"/>
            </a:xfrm>
            <a:custGeom>
              <a:avLst/>
              <a:gdLst/>
              <a:ahLst/>
              <a:cxnLst/>
              <a:rect l="l" t="t" r="r" b="b"/>
              <a:pathLst>
                <a:path w="4289" h="3997" extrusionOk="0">
                  <a:moveTo>
                    <a:pt x="3541" y="0"/>
                  </a:moveTo>
                  <a:lnTo>
                    <a:pt x="3509" y="4"/>
                  </a:lnTo>
                  <a:cubicBezTo>
                    <a:pt x="3369" y="16"/>
                    <a:pt x="3229" y="28"/>
                    <a:pt x="3089" y="36"/>
                  </a:cubicBezTo>
                  <a:cubicBezTo>
                    <a:pt x="3055" y="38"/>
                    <a:pt x="3021" y="39"/>
                    <a:pt x="2986" y="39"/>
                  </a:cubicBezTo>
                  <a:cubicBezTo>
                    <a:pt x="2952" y="39"/>
                    <a:pt x="2917" y="38"/>
                    <a:pt x="2881" y="36"/>
                  </a:cubicBezTo>
                  <a:cubicBezTo>
                    <a:pt x="2809" y="32"/>
                    <a:pt x="2741" y="32"/>
                    <a:pt x="2669" y="32"/>
                  </a:cubicBezTo>
                  <a:cubicBezTo>
                    <a:pt x="2620" y="31"/>
                    <a:pt x="2571" y="30"/>
                    <a:pt x="2523" y="30"/>
                  </a:cubicBezTo>
                  <a:cubicBezTo>
                    <a:pt x="2287" y="30"/>
                    <a:pt x="2053" y="46"/>
                    <a:pt x="1821" y="72"/>
                  </a:cubicBezTo>
                  <a:cubicBezTo>
                    <a:pt x="1677" y="88"/>
                    <a:pt x="1533" y="116"/>
                    <a:pt x="1397" y="160"/>
                  </a:cubicBezTo>
                  <a:cubicBezTo>
                    <a:pt x="1361" y="172"/>
                    <a:pt x="1325" y="184"/>
                    <a:pt x="1293" y="200"/>
                  </a:cubicBezTo>
                  <a:cubicBezTo>
                    <a:pt x="1261" y="212"/>
                    <a:pt x="1225" y="236"/>
                    <a:pt x="1193" y="252"/>
                  </a:cubicBezTo>
                  <a:cubicBezTo>
                    <a:pt x="1165" y="268"/>
                    <a:pt x="1133" y="292"/>
                    <a:pt x="1105" y="304"/>
                  </a:cubicBezTo>
                  <a:cubicBezTo>
                    <a:pt x="1077" y="320"/>
                    <a:pt x="1045" y="332"/>
                    <a:pt x="1017" y="344"/>
                  </a:cubicBezTo>
                  <a:cubicBezTo>
                    <a:pt x="885" y="392"/>
                    <a:pt x="753" y="428"/>
                    <a:pt x="617" y="456"/>
                  </a:cubicBezTo>
                  <a:cubicBezTo>
                    <a:pt x="541" y="476"/>
                    <a:pt x="469" y="508"/>
                    <a:pt x="401" y="548"/>
                  </a:cubicBezTo>
                  <a:cubicBezTo>
                    <a:pt x="337" y="592"/>
                    <a:pt x="277" y="652"/>
                    <a:pt x="233" y="720"/>
                  </a:cubicBezTo>
                  <a:cubicBezTo>
                    <a:pt x="213" y="748"/>
                    <a:pt x="197" y="784"/>
                    <a:pt x="177" y="816"/>
                  </a:cubicBezTo>
                  <a:cubicBezTo>
                    <a:pt x="161" y="848"/>
                    <a:pt x="145" y="884"/>
                    <a:pt x="133" y="920"/>
                  </a:cubicBezTo>
                  <a:cubicBezTo>
                    <a:pt x="105" y="988"/>
                    <a:pt x="81" y="1060"/>
                    <a:pt x="65" y="1128"/>
                  </a:cubicBezTo>
                  <a:cubicBezTo>
                    <a:pt x="29" y="1272"/>
                    <a:pt x="13" y="1416"/>
                    <a:pt x="9" y="1564"/>
                  </a:cubicBezTo>
                  <a:cubicBezTo>
                    <a:pt x="1" y="1708"/>
                    <a:pt x="13" y="1856"/>
                    <a:pt x="45" y="1996"/>
                  </a:cubicBezTo>
                  <a:cubicBezTo>
                    <a:pt x="77" y="2140"/>
                    <a:pt x="125" y="2280"/>
                    <a:pt x="189" y="2408"/>
                  </a:cubicBezTo>
                  <a:cubicBezTo>
                    <a:pt x="245" y="2540"/>
                    <a:pt x="313" y="2664"/>
                    <a:pt x="373" y="2788"/>
                  </a:cubicBezTo>
                  <a:cubicBezTo>
                    <a:pt x="489" y="3040"/>
                    <a:pt x="525" y="3320"/>
                    <a:pt x="481" y="3592"/>
                  </a:cubicBezTo>
                  <a:cubicBezTo>
                    <a:pt x="465" y="3660"/>
                    <a:pt x="457" y="3732"/>
                    <a:pt x="457" y="3804"/>
                  </a:cubicBezTo>
                  <a:cubicBezTo>
                    <a:pt x="469" y="3880"/>
                    <a:pt x="505" y="3948"/>
                    <a:pt x="557" y="3996"/>
                  </a:cubicBezTo>
                  <a:lnTo>
                    <a:pt x="569" y="3988"/>
                  </a:lnTo>
                  <a:cubicBezTo>
                    <a:pt x="525" y="3936"/>
                    <a:pt x="497" y="3872"/>
                    <a:pt x="493" y="3804"/>
                  </a:cubicBezTo>
                  <a:cubicBezTo>
                    <a:pt x="497" y="3736"/>
                    <a:pt x="513" y="3668"/>
                    <a:pt x="533" y="3604"/>
                  </a:cubicBezTo>
                  <a:cubicBezTo>
                    <a:pt x="549" y="3532"/>
                    <a:pt x="561" y="3464"/>
                    <a:pt x="569" y="3392"/>
                  </a:cubicBezTo>
                  <a:cubicBezTo>
                    <a:pt x="569" y="3352"/>
                    <a:pt x="565" y="3316"/>
                    <a:pt x="569" y="3280"/>
                  </a:cubicBezTo>
                  <a:cubicBezTo>
                    <a:pt x="569" y="3248"/>
                    <a:pt x="561" y="3208"/>
                    <a:pt x="561" y="3176"/>
                  </a:cubicBezTo>
                  <a:cubicBezTo>
                    <a:pt x="553" y="3028"/>
                    <a:pt x="517" y="2888"/>
                    <a:pt x="461" y="2752"/>
                  </a:cubicBezTo>
                  <a:cubicBezTo>
                    <a:pt x="409" y="2616"/>
                    <a:pt x="341" y="2492"/>
                    <a:pt x="293" y="2364"/>
                  </a:cubicBezTo>
                  <a:cubicBezTo>
                    <a:pt x="237" y="2240"/>
                    <a:pt x="197" y="2108"/>
                    <a:pt x="169" y="1976"/>
                  </a:cubicBezTo>
                  <a:cubicBezTo>
                    <a:pt x="149" y="1840"/>
                    <a:pt x="141" y="1704"/>
                    <a:pt x="145" y="1568"/>
                  </a:cubicBezTo>
                  <a:cubicBezTo>
                    <a:pt x="153" y="1436"/>
                    <a:pt x="173" y="1300"/>
                    <a:pt x="205" y="1168"/>
                  </a:cubicBezTo>
                  <a:cubicBezTo>
                    <a:pt x="221" y="1104"/>
                    <a:pt x="241" y="1040"/>
                    <a:pt x="269" y="976"/>
                  </a:cubicBezTo>
                  <a:cubicBezTo>
                    <a:pt x="277" y="944"/>
                    <a:pt x="293" y="916"/>
                    <a:pt x="305" y="888"/>
                  </a:cubicBezTo>
                  <a:cubicBezTo>
                    <a:pt x="321" y="860"/>
                    <a:pt x="337" y="832"/>
                    <a:pt x="357" y="804"/>
                  </a:cubicBezTo>
                  <a:cubicBezTo>
                    <a:pt x="425" y="700"/>
                    <a:pt x="533" y="624"/>
                    <a:pt x="657" y="596"/>
                  </a:cubicBezTo>
                  <a:cubicBezTo>
                    <a:pt x="797" y="564"/>
                    <a:pt x="933" y="520"/>
                    <a:pt x="1065" y="468"/>
                  </a:cubicBezTo>
                  <a:cubicBezTo>
                    <a:pt x="1101" y="456"/>
                    <a:pt x="1133" y="440"/>
                    <a:pt x="1165" y="420"/>
                  </a:cubicBezTo>
                  <a:cubicBezTo>
                    <a:pt x="1201" y="400"/>
                    <a:pt x="1233" y="376"/>
                    <a:pt x="1261" y="364"/>
                  </a:cubicBezTo>
                  <a:cubicBezTo>
                    <a:pt x="1289" y="348"/>
                    <a:pt x="1313" y="332"/>
                    <a:pt x="1345" y="316"/>
                  </a:cubicBezTo>
                  <a:cubicBezTo>
                    <a:pt x="1377" y="304"/>
                    <a:pt x="1405" y="292"/>
                    <a:pt x="1437" y="280"/>
                  </a:cubicBezTo>
                  <a:cubicBezTo>
                    <a:pt x="1565" y="236"/>
                    <a:pt x="1701" y="204"/>
                    <a:pt x="1837" y="184"/>
                  </a:cubicBezTo>
                  <a:cubicBezTo>
                    <a:pt x="2113" y="140"/>
                    <a:pt x="2393" y="112"/>
                    <a:pt x="2669" y="104"/>
                  </a:cubicBezTo>
                  <a:cubicBezTo>
                    <a:pt x="2720" y="101"/>
                    <a:pt x="2771" y="98"/>
                    <a:pt x="2820" y="98"/>
                  </a:cubicBezTo>
                  <a:cubicBezTo>
                    <a:pt x="2841" y="98"/>
                    <a:pt x="2861" y="99"/>
                    <a:pt x="2881" y="100"/>
                  </a:cubicBezTo>
                  <a:cubicBezTo>
                    <a:pt x="2949" y="100"/>
                    <a:pt x="3025" y="96"/>
                    <a:pt x="3093" y="92"/>
                  </a:cubicBezTo>
                  <a:cubicBezTo>
                    <a:pt x="3226" y="81"/>
                    <a:pt x="3356" y="70"/>
                    <a:pt x="3486" y="56"/>
                  </a:cubicBezTo>
                  <a:lnTo>
                    <a:pt x="3486" y="56"/>
                  </a:lnTo>
                  <a:cubicBezTo>
                    <a:pt x="3466" y="145"/>
                    <a:pt x="3456" y="235"/>
                    <a:pt x="3453" y="324"/>
                  </a:cubicBezTo>
                  <a:cubicBezTo>
                    <a:pt x="3449" y="424"/>
                    <a:pt x="3453" y="528"/>
                    <a:pt x="3473" y="628"/>
                  </a:cubicBezTo>
                  <a:cubicBezTo>
                    <a:pt x="3481" y="680"/>
                    <a:pt x="3493" y="728"/>
                    <a:pt x="3509" y="780"/>
                  </a:cubicBezTo>
                  <a:lnTo>
                    <a:pt x="3541" y="852"/>
                  </a:lnTo>
                  <a:lnTo>
                    <a:pt x="3573" y="920"/>
                  </a:lnTo>
                  <a:cubicBezTo>
                    <a:pt x="3625" y="1008"/>
                    <a:pt x="3669" y="1096"/>
                    <a:pt x="3709" y="1184"/>
                  </a:cubicBezTo>
                  <a:cubicBezTo>
                    <a:pt x="3753" y="1276"/>
                    <a:pt x="3793" y="1368"/>
                    <a:pt x="3829" y="1460"/>
                  </a:cubicBezTo>
                  <a:cubicBezTo>
                    <a:pt x="3869" y="1552"/>
                    <a:pt x="3905" y="1644"/>
                    <a:pt x="3941" y="1736"/>
                  </a:cubicBezTo>
                  <a:cubicBezTo>
                    <a:pt x="3973" y="1828"/>
                    <a:pt x="4009" y="1924"/>
                    <a:pt x="4041" y="2016"/>
                  </a:cubicBezTo>
                  <a:cubicBezTo>
                    <a:pt x="4069" y="2112"/>
                    <a:pt x="4101" y="2204"/>
                    <a:pt x="4125" y="2300"/>
                  </a:cubicBezTo>
                  <a:cubicBezTo>
                    <a:pt x="4145" y="2392"/>
                    <a:pt x="4161" y="2484"/>
                    <a:pt x="4169" y="2576"/>
                  </a:cubicBezTo>
                  <a:cubicBezTo>
                    <a:pt x="4169" y="2672"/>
                    <a:pt x="4149" y="2764"/>
                    <a:pt x="4113" y="2852"/>
                  </a:cubicBezTo>
                  <a:cubicBezTo>
                    <a:pt x="4049" y="3032"/>
                    <a:pt x="3937" y="3192"/>
                    <a:pt x="3789" y="3312"/>
                  </a:cubicBezTo>
                  <a:cubicBezTo>
                    <a:pt x="3717" y="3372"/>
                    <a:pt x="3633" y="3420"/>
                    <a:pt x="3545" y="3448"/>
                  </a:cubicBezTo>
                  <a:cubicBezTo>
                    <a:pt x="3525" y="3456"/>
                    <a:pt x="3497" y="3464"/>
                    <a:pt x="3473" y="3468"/>
                  </a:cubicBezTo>
                  <a:lnTo>
                    <a:pt x="3401" y="3484"/>
                  </a:lnTo>
                  <a:cubicBezTo>
                    <a:pt x="3349" y="3496"/>
                    <a:pt x="3301" y="3512"/>
                    <a:pt x="3253" y="3532"/>
                  </a:cubicBezTo>
                  <a:cubicBezTo>
                    <a:pt x="3157" y="3568"/>
                    <a:pt x="3065" y="3612"/>
                    <a:pt x="2977" y="3664"/>
                  </a:cubicBezTo>
                  <a:cubicBezTo>
                    <a:pt x="2893" y="3716"/>
                    <a:pt x="2809" y="3772"/>
                    <a:pt x="2733" y="3840"/>
                  </a:cubicBezTo>
                  <a:lnTo>
                    <a:pt x="2737" y="3848"/>
                  </a:lnTo>
                  <a:cubicBezTo>
                    <a:pt x="2821" y="3792"/>
                    <a:pt x="2905" y="3740"/>
                    <a:pt x="2997" y="3696"/>
                  </a:cubicBezTo>
                  <a:cubicBezTo>
                    <a:pt x="3085" y="3652"/>
                    <a:pt x="3177" y="3616"/>
                    <a:pt x="3269" y="3588"/>
                  </a:cubicBezTo>
                  <a:cubicBezTo>
                    <a:pt x="3317" y="3576"/>
                    <a:pt x="3361" y="3564"/>
                    <a:pt x="3413" y="3552"/>
                  </a:cubicBezTo>
                  <a:lnTo>
                    <a:pt x="3485" y="3540"/>
                  </a:lnTo>
                  <a:cubicBezTo>
                    <a:pt x="3509" y="3536"/>
                    <a:pt x="3537" y="3532"/>
                    <a:pt x="3561" y="3524"/>
                  </a:cubicBezTo>
                  <a:cubicBezTo>
                    <a:pt x="3665" y="3496"/>
                    <a:pt x="3761" y="3452"/>
                    <a:pt x="3845" y="3388"/>
                  </a:cubicBezTo>
                  <a:cubicBezTo>
                    <a:pt x="4017" y="3260"/>
                    <a:pt x="4145" y="3088"/>
                    <a:pt x="4221" y="2892"/>
                  </a:cubicBezTo>
                  <a:cubicBezTo>
                    <a:pt x="4261" y="2792"/>
                    <a:pt x="4285" y="2688"/>
                    <a:pt x="4289" y="2580"/>
                  </a:cubicBezTo>
                  <a:cubicBezTo>
                    <a:pt x="4285" y="2476"/>
                    <a:pt x="4269" y="2368"/>
                    <a:pt x="4241" y="2264"/>
                  </a:cubicBezTo>
                  <a:cubicBezTo>
                    <a:pt x="4213" y="2168"/>
                    <a:pt x="4185" y="2068"/>
                    <a:pt x="4149" y="1972"/>
                  </a:cubicBezTo>
                  <a:cubicBezTo>
                    <a:pt x="4117" y="1880"/>
                    <a:pt x="4081" y="1784"/>
                    <a:pt x="4041" y="1692"/>
                  </a:cubicBezTo>
                  <a:cubicBezTo>
                    <a:pt x="4001" y="1600"/>
                    <a:pt x="3957" y="1508"/>
                    <a:pt x="3913" y="1416"/>
                  </a:cubicBezTo>
                  <a:cubicBezTo>
                    <a:pt x="3869" y="1324"/>
                    <a:pt x="3821" y="1236"/>
                    <a:pt x="3777" y="1148"/>
                  </a:cubicBezTo>
                  <a:cubicBezTo>
                    <a:pt x="3729" y="1060"/>
                    <a:pt x="3681" y="968"/>
                    <a:pt x="3625" y="888"/>
                  </a:cubicBezTo>
                  <a:lnTo>
                    <a:pt x="3589" y="820"/>
                  </a:lnTo>
                  <a:cubicBezTo>
                    <a:pt x="3577" y="800"/>
                    <a:pt x="3569" y="780"/>
                    <a:pt x="3561" y="756"/>
                  </a:cubicBezTo>
                  <a:cubicBezTo>
                    <a:pt x="3545" y="712"/>
                    <a:pt x="3529" y="664"/>
                    <a:pt x="3517" y="616"/>
                  </a:cubicBezTo>
                  <a:cubicBezTo>
                    <a:pt x="3501" y="520"/>
                    <a:pt x="3493" y="420"/>
                    <a:pt x="3497" y="324"/>
                  </a:cubicBezTo>
                  <a:cubicBezTo>
                    <a:pt x="3497" y="224"/>
                    <a:pt x="3513" y="128"/>
                    <a:pt x="3533" y="32"/>
                  </a:cubicBezTo>
                  <a:lnTo>
                    <a:pt x="35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84"/>
            <p:cNvSpPr/>
            <p:nvPr/>
          </p:nvSpPr>
          <p:spPr>
            <a:xfrm>
              <a:off x="3260727" y="1827595"/>
              <a:ext cx="1080589" cy="993939"/>
            </a:xfrm>
            <a:custGeom>
              <a:avLst/>
              <a:gdLst/>
              <a:ahLst/>
              <a:cxnLst/>
              <a:rect l="l" t="t" r="r" b="b"/>
              <a:pathLst>
                <a:path w="3841" h="3533" extrusionOk="0">
                  <a:moveTo>
                    <a:pt x="1907" y="1"/>
                  </a:moveTo>
                  <a:cubicBezTo>
                    <a:pt x="1880" y="1"/>
                    <a:pt x="1852" y="1"/>
                    <a:pt x="1825" y="2"/>
                  </a:cubicBezTo>
                  <a:cubicBezTo>
                    <a:pt x="1721" y="2"/>
                    <a:pt x="1621" y="6"/>
                    <a:pt x="1520" y="14"/>
                  </a:cubicBezTo>
                  <a:cubicBezTo>
                    <a:pt x="1420" y="26"/>
                    <a:pt x="1320" y="38"/>
                    <a:pt x="1220" y="54"/>
                  </a:cubicBezTo>
                  <a:cubicBezTo>
                    <a:pt x="1120" y="70"/>
                    <a:pt x="1024" y="90"/>
                    <a:pt x="924" y="114"/>
                  </a:cubicBezTo>
                  <a:cubicBezTo>
                    <a:pt x="876" y="126"/>
                    <a:pt x="828" y="142"/>
                    <a:pt x="780" y="158"/>
                  </a:cubicBezTo>
                  <a:lnTo>
                    <a:pt x="640" y="214"/>
                  </a:lnTo>
                  <a:cubicBezTo>
                    <a:pt x="548" y="254"/>
                    <a:pt x="452" y="282"/>
                    <a:pt x="356" y="298"/>
                  </a:cubicBezTo>
                  <a:cubicBezTo>
                    <a:pt x="306" y="311"/>
                    <a:pt x="253" y="317"/>
                    <a:pt x="199" y="317"/>
                  </a:cubicBezTo>
                  <a:cubicBezTo>
                    <a:pt x="156" y="317"/>
                    <a:pt x="112" y="313"/>
                    <a:pt x="68" y="306"/>
                  </a:cubicBezTo>
                  <a:lnTo>
                    <a:pt x="0" y="294"/>
                  </a:lnTo>
                  <a:lnTo>
                    <a:pt x="40" y="354"/>
                  </a:lnTo>
                  <a:cubicBezTo>
                    <a:pt x="96" y="446"/>
                    <a:pt x="132" y="550"/>
                    <a:pt x="144" y="662"/>
                  </a:cubicBezTo>
                  <a:cubicBezTo>
                    <a:pt x="156" y="770"/>
                    <a:pt x="148" y="878"/>
                    <a:pt x="120" y="986"/>
                  </a:cubicBezTo>
                  <a:lnTo>
                    <a:pt x="100" y="1070"/>
                  </a:lnTo>
                  <a:lnTo>
                    <a:pt x="84" y="1158"/>
                  </a:lnTo>
                  <a:cubicBezTo>
                    <a:pt x="80" y="1218"/>
                    <a:pt x="72" y="1278"/>
                    <a:pt x="72" y="1334"/>
                  </a:cubicBezTo>
                  <a:cubicBezTo>
                    <a:pt x="68" y="1454"/>
                    <a:pt x="80" y="1574"/>
                    <a:pt x="104" y="1690"/>
                  </a:cubicBezTo>
                  <a:cubicBezTo>
                    <a:pt x="128" y="1810"/>
                    <a:pt x="172" y="1922"/>
                    <a:pt x="232" y="2030"/>
                  </a:cubicBezTo>
                  <a:cubicBezTo>
                    <a:pt x="296" y="2134"/>
                    <a:pt x="372" y="2230"/>
                    <a:pt x="468" y="2306"/>
                  </a:cubicBezTo>
                  <a:lnTo>
                    <a:pt x="540" y="2362"/>
                  </a:lnTo>
                  <a:cubicBezTo>
                    <a:pt x="564" y="2382"/>
                    <a:pt x="592" y="2398"/>
                    <a:pt x="616" y="2414"/>
                  </a:cubicBezTo>
                  <a:cubicBezTo>
                    <a:pt x="668" y="2446"/>
                    <a:pt x="724" y="2470"/>
                    <a:pt x="780" y="2494"/>
                  </a:cubicBezTo>
                  <a:cubicBezTo>
                    <a:pt x="888" y="2542"/>
                    <a:pt x="996" y="2578"/>
                    <a:pt x="1104" y="2614"/>
                  </a:cubicBezTo>
                  <a:cubicBezTo>
                    <a:pt x="1324" y="2690"/>
                    <a:pt x="1544" y="2754"/>
                    <a:pt x="1757" y="2834"/>
                  </a:cubicBezTo>
                  <a:cubicBezTo>
                    <a:pt x="1861" y="2874"/>
                    <a:pt x="1965" y="2914"/>
                    <a:pt x="2065" y="2966"/>
                  </a:cubicBezTo>
                  <a:cubicBezTo>
                    <a:pt x="2165" y="3014"/>
                    <a:pt x="2257" y="3074"/>
                    <a:pt x="2341" y="3142"/>
                  </a:cubicBezTo>
                  <a:cubicBezTo>
                    <a:pt x="2381" y="3178"/>
                    <a:pt x="2421" y="3218"/>
                    <a:pt x="2457" y="3258"/>
                  </a:cubicBezTo>
                  <a:lnTo>
                    <a:pt x="2481" y="3290"/>
                  </a:lnTo>
                  <a:lnTo>
                    <a:pt x="2489" y="3298"/>
                  </a:lnTo>
                  <a:lnTo>
                    <a:pt x="2493" y="3302"/>
                  </a:lnTo>
                  <a:lnTo>
                    <a:pt x="2501" y="3310"/>
                  </a:lnTo>
                  <a:lnTo>
                    <a:pt x="2517" y="3326"/>
                  </a:lnTo>
                  <a:cubicBezTo>
                    <a:pt x="2533" y="3346"/>
                    <a:pt x="2557" y="3370"/>
                    <a:pt x="2581" y="3390"/>
                  </a:cubicBezTo>
                  <a:cubicBezTo>
                    <a:pt x="2677" y="3466"/>
                    <a:pt x="2793" y="3514"/>
                    <a:pt x="2917" y="3526"/>
                  </a:cubicBezTo>
                  <a:cubicBezTo>
                    <a:pt x="2958" y="3531"/>
                    <a:pt x="3000" y="3533"/>
                    <a:pt x="3042" y="3533"/>
                  </a:cubicBezTo>
                  <a:cubicBezTo>
                    <a:pt x="3118" y="3533"/>
                    <a:pt x="3193" y="3526"/>
                    <a:pt x="3265" y="3510"/>
                  </a:cubicBezTo>
                  <a:cubicBezTo>
                    <a:pt x="3381" y="3490"/>
                    <a:pt x="3493" y="3454"/>
                    <a:pt x="3597" y="3410"/>
                  </a:cubicBezTo>
                  <a:lnTo>
                    <a:pt x="3593" y="3398"/>
                  </a:lnTo>
                  <a:cubicBezTo>
                    <a:pt x="3485" y="3430"/>
                    <a:pt x="3373" y="3454"/>
                    <a:pt x="3261" y="3466"/>
                  </a:cubicBezTo>
                  <a:cubicBezTo>
                    <a:pt x="3219" y="3471"/>
                    <a:pt x="3177" y="3473"/>
                    <a:pt x="3135" y="3473"/>
                  </a:cubicBezTo>
                  <a:cubicBezTo>
                    <a:pt x="3065" y="3473"/>
                    <a:pt x="2996" y="3467"/>
                    <a:pt x="2929" y="3454"/>
                  </a:cubicBezTo>
                  <a:cubicBezTo>
                    <a:pt x="2821" y="3438"/>
                    <a:pt x="2725" y="3390"/>
                    <a:pt x="2645" y="3322"/>
                  </a:cubicBezTo>
                  <a:cubicBezTo>
                    <a:pt x="2625" y="3302"/>
                    <a:pt x="2605" y="3282"/>
                    <a:pt x="2589" y="3262"/>
                  </a:cubicBezTo>
                  <a:lnTo>
                    <a:pt x="2565" y="3230"/>
                  </a:lnTo>
                  <a:lnTo>
                    <a:pt x="2537" y="3194"/>
                  </a:lnTo>
                  <a:cubicBezTo>
                    <a:pt x="2501" y="3146"/>
                    <a:pt x="2457" y="3102"/>
                    <a:pt x="2413" y="3062"/>
                  </a:cubicBezTo>
                  <a:cubicBezTo>
                    <a:pt x="2325" y="2982"/>
                    <a:pt x="2229" y="2914"/>
                    <a:pt x="2121" y="2858"/>
                  </a:cubicBezTo>
                  <a:cubicBezTo>
                    <a:pt x="2021" y="2802"/>
                    <a:pt x="1913" y="2750"/>
                    <a:pt x="1805" y="2706"/>
                  </a:cubicBezTo>
                  <a:cubicBezTo>
                    <a:pt x="1588" y="2622"/>
                    <a:pt x="1368" y="2550"/>
                    <a:pt x="1152" y="2478"/>
                  </a:cubicBezTo>
                  <a:lnTo>
                    <a:pt x="992" y="2422"/>
                  </a:lnTo>
                  <a:cubicBezTo>
                    <a:pt x="940" y="2402"/>
                    <a:pt x="880" y="2382"/>
                    <a:pt x="836" y="2362"/>
                  </a:cubicBezTo>
                  <a:cubicBezTo>
                    <a:pt x="784" y="2342"/>
                    <a:pt x="736" y="2318"/>
                    <a:pt x="688" y="2290"/>
                  </a:cubicBezTo>
                  <a:cubicBezTo>
                    <a:pt x="548" y="2214"/>
                    <a:pt x="432" y="2102"/>
                    <a:pt x="348" y="1962"/>
                  </a:cubicBezTo>
                  <a:cubicBezTo>
                    <a:pt x="292" y="1870"/>
                    <a:pt x="248" y="1770"/>
                    <a:pt x="224" y="1662"/>
                  </a:cubicBezTo>
                  <a:cubicBezTo>
                    <a:pt x="196" y="1558"/>
                    <a:pt x="184" y="1446"/>
                    <a:pt x="184" y="1338"/>
                  </a:cubicBezTo>
                  <a:cubicBezTo>
                    <a:pt x="184" y="1282"/>
                    <a:pt x="184" y="1226"/>
                    <a:pt x="192" y="1170"/>
                  </a:cubicBezTo>
                  <a:lnTo>
                    <a:pt x="200" y="1090"/>
                  </a:lnTo>
                  <a:lnTo>
                    <a:pt x="212" y="1006"/>
                  </a:lnTo>
                  <a:cubicBezTo>
                    <a:pt x="236" y="890"/>
                    <a:pt x="240" y="770"/>
                    <a:pt x="220" y="650"/>
                  </a:cubicBezTo>
                  <a:cubicBezTo>
                    <a:pt x="204" y="551"/>
                    <a:pt x="171" y="457"/>
                    <a:pt x="122" y="371"/>
                  </a:cubicBezTo>
                  <a:lnTo>
                    <a:pt x="122" y="371"/>
                  </a:lnTo>
                  <a:cubicBezTo>
                    <a:pt x="132" y="372"/>
                    <a:pt x="142" y="372"/>
                    <a:pt x="153" y="372"/>
                  </a:cubicBezTo>
                  <a:cubicBezTo>
                    <a:pt x="224" y="372"/>
                    <a:pt x="295" y="363"/>
                    <a:pt x="364" y="346"/>
                  </a:cubicBezTo>
                  <a:cubicBezTo>
                    <a:pt x="464" y="326"/>
                    <a:pt x="564" y="294"/>
                    <a:pt x="656" y="254"/>
                  </a:cubicBezTo>
                  <a:cubicBezTo>
                    <a:pt x="700" y="234"/>
                    <a:pt x="748" y="214"/>
                    <a:pt x="792" y="198"/>
                  </a:cubicBezTo>
                  <a:cubicBezTo>
                    <a:pt x="840" y="186"/>
                    <a:pt x="884" y="170"/>
                    <a:pt x="936" y="158"/>
                  </a:cubicBezTo>
                  <a:cubicBezTo>
                    <a:pt x="1032" y="138"/>
                    <a:pt x="1132" y="118"/>
                    <a:pt x="1228" y="110"/>
                  </a:cubicBezTo>
                  <a:cubicBezTo>
                    <a:pt x="1328" y="98"/>
                    <a:pt x="1428" y="90"/>
                    <a:pt x="1528" y="90"/>
                  </a:cubicBezTo>
                  <a:cubicBezTo>
                    <a:pt x="1568" y="89"/>
                    <a:pt x="1609" y="88"/>
                    <a:pt x="1650" y="88"/>
                  </a:cubicBezTo>
                  <a:cubicBezTo>
                    <a:pt x="1707" y="88"/>
                    <a:pt x="1766" y="90"/>
                    <a:pt x="1825" y="94"/>
                  </a:cubicBezTo>
                  <a:cubicBezTo>
                    <a:pt x="1921" y="98"/>
                    <a:pt x="2021" y="106"/>
                    <a:pt x="2117" y="122"/>
                  </a:cubicBezTo>
                  <a:cubicBezTo>
                    <a:pt x="2165" y="130"/>
                    <a:pt x="2213" y="134"/>
                    <a:pt x="2261" y="146"/>
                  </a:cubicBezTo>
                  <a:lnTo>
                    <a:pt x="2333" y="162"/>
                  </a:lnTo>
                  <a:lnTo>
                    <a:pt x="2405" y="178"/>
                  </a:lnTo>
                  <a:cubicBezTo>
                    <a:pt x="2453" y="190"/>
                    <a:pt x="2493" y="206"/>
                    <a:pt x="2537" y="222"/>
                  </a:cubicBezTo>
                  <a:cubicBezTo>
                    <a:pt x="2557" y="230"/>
                    <a:pt x="2581" y="242"/>
                    <a:pt x="2605" y="254"/>
                  </a:cubicBezTo>
                  <a:lnTo>
                    <a:pt x="2633" y="266"/>
                  </a:lnTo>
                  <a:lnTo>
                    <a:pt x="2661" y="286"/>
                  </a:lnTo>
                  <a:cubicBezTo>
                    <a:pt x="2741" y="334"/>
                    <a:pt x="2809" y="398"/>
                    <a:pt x="2861" y="474"/>
                  </a:cubicBezTo>
                  <a:cubicBezTo>
                    <a:pt x="2921" y="554"/>
                    <a:pt x="2969" y="634"/>
                    <a:pt x="3013" y="722"/>
                  </a:cubicBezTo>
                  <a:cubicBezTo>
                    <a:pt x="3057" y="810"/>
                    <a:pt x="3097" y="898"/>
                    <a:pt x="3137" y="990"/>
                  </a:cubicBezTo>
                  <a:lnTo>
                    <a:pt x="3253" y="1266"/>
                  </a:lnTo>
                  <a:cubicBezTo>
                    <a:pt x="3293" y="1362"/>
                    <a:pt x="3341" y="1454"/>
                    <a:pt x="3401" y="1538"/>
                  </a:cubicBezTo>
                  <a:lnTo>
                    <a:pt x="3425" y="1574"/>
                  </a:lnTo>
                  <a:lnTo>
                    <a:pt x="3453" y="1598"/>
                  </a:lnTo>
                  <a:lnTo>
                    <a:pt x="3465" y="1610"/>
                  </a:lnTo>
                  <a:cubicBezTo>
                    <a:pt x="3473" y="1618"/>
                    <a:pt x="3477" y="1622"/>
                    <a:pt x="3485" y="1626"/>
                  </a:cubicBezTo>
                  <a:lnTo>
                    <a:pt x="3513" y="1646"/>
                  </a:lnTo>
                  <a:cubicBezTo>
                    <a:pt x="3553" y="1678"/>
                    <a:pt x="3589" y="1710"/>
                    <a:pt x="3629" y="1742"/>
                  </a:cubicBezTo>
                  <a:cubicBezTo>
                    <a:pt x="3701" y="1810"/>
                    <a:pt x="3769" y="1878"/>
                    <a:pt x="3833" y="1958"/>
                  </a:cubicBezTo>
                  <a:lnTo>
                    <a:pt x="3841" y="1946"/>
                  </a:lnTo>
                  <a:cubicBezTo>
                    <a:pt x="3789" y="1862"/>
                    <a:pt x="3725" y="1782"/>
                    <a:pt x="3657" y="1710"/>
                  </a:cubicBezTo>
                  <a:cubicBezTo>
                    <a:pt x="3621" y="1670"/>
                    <a:pt x="3585" y="1634"/>
                    <a:pt x="3549" y="1602"/>
                  </a:cubicBezTo>
                  <a:lnTo>
                    <a:pt x="3521" y="1574"/>
                  </a:lnTo>
                  <a:cubicBezTo>
                    <a:pt x="3517" y="1570"/>
                    <a:pt x="3513" y="1570"/>
                    <a:pt x="3509" y="1566"/>
                  </a:cubicBezTo>
                  <a:lnTo>
                    <a:pt x="3497" y="1550"/>
                  </a:lnTo>
                  <a:lnTo>
                    <a:pt x="3473" y="1522"/>
                  </a:lnTo>
                  <a:lnTo>
                    <a:pt x="3453" y="1494"/>
                  </a:lnTo>
                  <a:cubicBezTo>
                    <a:pt x="3405" y="1410"/>
                    <a:pt x="3365" y="1322"/>
                    <a:pt x="3333" y="1230"/>
                  </a:cubicBezTo>
                  <a:lnTo>
                    <a:pt x="3233" y="950"/>
                  </a:lnTo>
                  <a:cubicBezTo>
                    <a:pt x="3197" y="854"/>
                    <a:pt x="3157" y="762"/>
                    <a:pt x="3113" y="670"/>
                  </a:cubicBezTo>
                  <a:cubicBezTo>
                    <a:pt x="3069" y="574"/>
                    <a:pt x="3017" y="486"/>
                    <a:pt x="2957" y="402"/>
                  </a:cubicBezTo>
                  <a:cubicBezTo>
                    <a:pt x="2893" y="314"/>
                    <a:pt x="2817" y="238"/>
                    <a:pt x="2725" y="178"/>
                  </a:cubicBezTo>
                  <a:lnTo>
                    <a:pt x="2689" y="154"/>
                  </a:lnTo>
                  <a:lnTo>
                    <a:pt x="2653" y="138"/>
                  </a:lnTo>
                  <a:cubicBezTo>
                    <a:pt x="2629" y="130"/>
                    <a:pt x="2609" y="118"/>
                    <a:pt x="2585" y="106"/>
                  </a:cubicBezTo>
                  <a:cubicBezTo>
                    <a:pt x="2533" y="90"/>
                    <a:pt x="2485" y="74"/>
                    <a:pt x="2433" y="62"/>
                  </a:cubicBezTo>
                  <a:lnTo>
                    <a:pt x="2357" y="42"/>
                  </a:lnTo>
                  <a:lnTo>
                    <a:pt x="2281" y="30"/>
                  </a:lnTo>
                  <a:cubicBezTo>
                    <a:pt x="2229" y="22"/>
                    <a:pt x="2181" y="14"/>
                    <a:pt x="2129" y="10"/>
                  </a:cubicBezTo>
                  <a:cubicBezTo>
                    <a:pt x="2055" y="4"/>
                    <a:pt x="1982" y="1"/>
                    <a:pt x="19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19" name="Google Shape;4619;p84"/>
          <p:cNvSpPr txBox="1">
            <a:spLocks noGrp="1"/>
          </p:cNvSpPr>
          <p:nvPr>
            <p:ph type="title"/>
          </p:nvPr>
        </p:nvSpPr>
        <p:spPr>
          <a:xfrm>
            <a:off x="1673400" y="245225"/>
            <a:ext cx="5797200" cy="9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HMI ekran za nadzor (host PC)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B23D53E-A58E-4006-AF5E-7DAB7B59A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330" y="1594966"/>
            <a:ext cx="4743745" cy="3326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34" name="Google Shape;4134;p76"/>
          <p:cNvCxnSpPr>
            <a:stCxn id="4135" idx="3"/>
          </p:cNvCxnSpPr>
          <p:nvPr/>
        </p:nvCxnSpPr>
        <p:spPr>
          <a:xfrm>
            <a:off x="3386116" y="3380863"/>
            <a:ext cx="772200" cy="4458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AA293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6" name="Google Shape;4136;p76"/>
          <p:cNvCxnSpPr>
            <a:stCxn id="4137" idx="1"/>
          </p:cNvCxnSpPr>
          <p:nvPr/>
        </p:nvCxnSpPr>
        <p:spPr>
          <a:xfrm flipH="1">
            <a:off x="5189941" y="1690193"/>
            <a:ext cx="629700" cy="3636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AA293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37" name="Google Shape;4137;p76"/>
          <p:cNvSpPr txBox="1">
            <a:spLocks noGrp="1"/>
          </p:cNvSpPr>
          <p:nvPr>
            <p:ph type="subTitle" idx="1"/>
          </p:nvPr>
        </p:nvSpPr>
        <p:spPr>
          <a:xfrm>
            <a:off x="5819641" y="1542593"/>
            <a:ext cx="2486100" cy="2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38" name="Google Shape;4138;p76"/>
          <p:cNvSpPr txBox="1">
            <a:spLocks noGrp="1"/>
          </p:cNvSpPr>
          <p:nvPr>
            <p:ph type="subTitle" idx="2"/>
          </p:nvPr>
        </p:nvSpPr>
        <p:spPr>
          <a:xfrm>
            <a:off x="5819641" y="1493154"/>
            <a:ext cx="2942005" cy="11212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sv-SE" dirty="0"/>
              <a:t>Sistem realizuje kompletan ciklus bušenja:</a:t>
            </a:r>
            <a:r>
              <a:rPr lang="sr-Latn-RS" dirty="0"/>
              <a:t>       </a:t>
            </a:r>
            <a:r>
              <a:rPr lang="sv-SE" dirty="0"/>
              <a:t> transport – bušenje – izbacivanje komada</a:t>
            </a:r>
            <a:endParaRPr dirty="0"/>
          </a:p>
        </p:txBody>
      </p:sp>
      <p:sp>
        <p:nvSpPr>
          <p:cNvPr id="4135" name="Google Shape;4135;p76"/>
          <p:cNvSpPr txBox="1">
            <a:spLocks noGrp="1"/>
          </p:cNvSpPr>
          <p:nvPr>
            <p:ph type="subTitle" idx="3"/>
          </p:nvPr>
        </p:nvSpPr>
        <p:spPr>
          <a:xfrm>
            <a:off x="900016" y="3233263"/>
            <a:ext cx="2486100" cy="2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39" name="Google Shape;4139;p76"/>
          <p:cNvSpPr txBox="1">
            <a:spLocks noGrp="1"/>
          </p:cNvSpPr>
          <p:nvPr>
            <p:ph type="subTitle" idx="4"/>
          </p:nvPr>
        </p:nvSpPr>
        <p:spPr>
          <a:xfrm>
            <a:off x="918993" y="3181065"/>
            <a:ext cx="2486100" cy="16416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sr-Latn-RS" dirty="0"/>
              <a:t>cRIO arhitektura  (FPGA – RT – Host) obezbeđuje brz odziv, pouzdanu kontrolu i pregledan nadzor procesa</a:t>
            </a:r>
            <a:endParaRPr dirty="0"/>
          </a:p>
        </p:txBody>
      </p:sp>
      <p:sp>
        <p:nvSpPr>
          <p:cNvPr id="4140" name="Google Shape;4140;p76"/>
          <p:cNvSpPr txBox="1">
            <a:spLocks noGrp="1"/>
          </p:cNvSpPr>
          <p:nvPr>
            <p:ph type="title"/>
          </p:nvPr>
        </p:nvSpPr>
        <p:spPr>
          <a:xfrm>
            <a:off x="720000" y="4064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Zaključak</a:t>
            </a:r>
            <a:endParaRPr dirty="0"/>
          </a:p>
        </p:txBody>
      </p:sp>
      <p:grpSp>
        <p:nvGrpSpPr>
          <p:cNvPr id="4141" name="Google Shape;4141;p76"/>
          <p:cNvGrpSpPr/>
          <p:nvPr/>
        </p:nvGrpSpPr>
        <p:grpSpPr>
          <a:xfrm>
            <a:off x="3983470" y="3395170"/>
            <a:ext cx="1175878" cy="980939"/>
            <a:chOff x="2869285" y="145500"/>
            <a:chExt cx="717567" cy="598572"/>
          </a:xfrm>
        </p:grpSpPr>
        <p:sp>
          <p:nvSpPr>
            <p:cNvPr id="4142" name="Google Shape;4142;p76"/>
            <p:cNvSpPr/>
            <p:nvPr/>
          </p:nvSpPr>
          <p:spPr>
            <a:xfrm flipH="1">
              <a:off x="2869285" y="149208"/>
              <a:ext cx="716640" cy="594864"/>
            </a:xfrm>
            <a:custGeom>
              <a:avLst/>
              <a:gdLst/>
              <a:ahLst/>
              <a:cxnLst/>
              <a:rect l="l" t="t" r="r" b="b"/>
              <a:pathLst>
                <a:path w="6185" h="5134" extrusionOk="0">
                  <a:moveTo>
                    <a:pt x="5684" y="0"/>
                  </a:moveTo>
                  <a:cubicBezTo>
                    <a:pt x="5624" y="0"/>
                    <a:pt x="5564" y="8"/>
                    <a:pt x="5504" y="25"/>
                  </a:cubicBezTo>
                  <a:cubicBezTo>
                    <a:pt x="5372" y="65"/>
                    <a:pt x="5244" y="129"/>
                    <a:pt x="5136" y="217"/>
                  </a:cubicBezTo>
                  <a:cubicBezTo>
                    <a:pt x="5092" y="245"/>
                    <a:pt x="5056" y="281"/>
                    <a:pt x="5016" y="317"/>
                  </a:cubicBezTo>
                  <a:cubicBezTo>
                    <a:pt x="5016" y="313"/>
                    <a:pt x="5016" y="313"/>
                    <a:pt x="5016" y="309"/>
                  </a:cubicBezTo>
                  <a:cubicBezTo>
                    <a:pt x="5024" y="261"/>
                    <a:pt x="5020" y="213"/>
                    <a:pt x="5000" y="169"/>
                  </a:cubicBezTo>
                  <a:cubicBezTo>
                    <a:pt x="4968" y="109"/>
                    <a:pt x="4916" y="61"/>
                    <a:pt x="4856" y="37"/>
                  </a:cubicBezTo>
                  <a:cubicBezTo>
                    <a:pt x="4802" y="13"/>
                    <a:pt x="4743" y="4"/>
                    <a:pt x="4685" y="4"/>
                  </a:cubicBezTo>
                  <a:cubicBezTo>
                    <a:pt x="4674" y="4"/>
                    <a:pt x="4663" y="4"/>
                    <a:pt x="4652" y="5"/>
                  </a:cubicBezTo>
                  <a:lnTo>
                    <a:pt x="4620" y="5"/>
                  </a:lnTo>
                  <a:lnTo>
                    <a:pt x="4596" y="13"/>
                  </a:lnTo>
                  <a:lnTo>
                    <a:pt x="4548" y="25"/>
                  </a:lnTo>
                  <a:cubicBezTo>
                    <a:pt x="4512" y="37"/>
                    <a:pt x="4476" y="53"/>
                    <a:pt x="4444" y="69"/>
                  </a:cubicBezTo>
                  <a:cubicBezTo>
                    <a:pt x="4376" y="101"/>
                    <a:pt x="4312" y="137"/>
                    <a:pt x="4248" y="169"/>
                  </a:cubicBezTo>
                  <a:lnTo>
                    <a:pt x="4148" y="213"/>
                  </a:lnTo>
                  <a:cubicBezTo>
                    <a:pt x="4112" y="225"/>
                    <a:pt x="4076" y="241"/>
                    <a:pt x="4040" y="257"/>
                  </a:cubicBezTo>
                  <a:cubicBezTo>
                    <a:pt x="4004" y="269"/>
                    <a:pt x="3972" y="289"/>
                    <a:pt x="3936" y="305"/>
                  </a:cubicBezTo>
                  <a:cubicBezTo>
                    <a:pt x="3904" y="317"/>
                    <a:pt x="3872" y="341"/>
                    <a:pt x="3840" y="361"/>
                  </a:cubicBezTo>
                  <a:cubicBezTo>
                    <a:pt x="3780" y="401"/>
                    <a:pt x="3720" y="449"/>
                    <a:pt x="3664" y="497"/>
                  </a:cubicBezTo>
                  <a:cubicBezTo>
                    <a:pt x="3608" y="541"/>
                    <a:pt x="3560" y="593"/>
                    <a:pt x="3520" y="653"/>
                  </a:cubicBezTo>
                  <a:cubicBezTo>
                    <a:pt x="3500" y="681"/>
                    <a:pt x="3480" y="713"/>
                    <a:pt x="3464" y="745"/>
                  </a:cubicBezTo>
                  <a:cubicBezTo>
                    <a:pt x="3460" y="761"/>
                    <a:pt x="3452" y="773"/>
                    <a:pt x="3448" y="785"/>
                  </a:cubicBezTo>
                  <a:lnTo>
                    <a:pt x="3432" y="837"/>
                  </a:lnTo>
                  <a:cubicBezTo>
                    <a:pt x="3404" y="929"/>
                    <a:pt x="3404" y="1029"/>
                    <a:pt x="3424" y="1125"/>
                  </a:cubicBezTo>
                  <a:cubicBezTo>
                    <a:pt x="3424" y="1141"/>
                    <a:pt x="3428" y="1157"/>
                    <a:pt x="3432" y="1169"/>
                  </a:cubicBezTo>
                  <a:cubicBezTo>
                    <a:pt x="3408" y="1161"/>
                    <a:pt x="3380" y="1157"/>
                    <a:pt x="3352" y="1153"/>
                  </a:cubicBezTo>
                  <a:lnTo>
                    <a:pt x="3264" y="1133"/>
                  </a:lnTo>
                  <a:lnTo>
                    <a:pt x="3168" y="1125"/>
                  </a:lnTo>
                  <a:cubicBezTo>
                    <a:pt x="3140" y="1121"/>
                    <a:pt x="3108" y="1121"/>
                    <a:pt x="3076" y="1121"/>
                  </a:cubicBezTo>
                  <a:lnTo>
                    <a:pt x="2984" y="1121"/>
                  </a:lnTo>
                  <a:cubicBezTo>
                    <a:pt x="2920" y="1129"/>
                    <a:pt x="2860" y="1129"/>
                    <a:pt x="2796" y="1141"/>
                  </a:cubicBezTo>
                  <a:cubicBezTo>
                    <a:pt x="2680" y="1157"/>
                    <a:pt x="2564" y="1185"/>
                    <a:pt x="2456" y="1221"/>
                  </a:cubicBezTo>
                  <a:cubicBezTo>
                    <a:pt x="2452" y="1209"/>
                    <a:pt x="2444" y="1197"/>
                    <a:pt x="2440" y="1185"/>
                  </a:cubicBezTo>
                  <a:cubicBezTo>
                    <a:pt x="2428" y="1169"/>
                    <a:pt x="2420" y="1157"/>
                    <a:pt x="2408" y="1141"/>
                  </a:cubicBezTo>
                  <a:cubicBezTo>
                    <a:pt x="2376" y="1105"/>
                    <a:pt x="2336" y="1073"/>
                    <a:pt x="2292" y="1049"/>
                  </a:cubicBezTo>
                  <a:cubicBezTo>
                    <a:pt x="2232" y="1021"/>
                    <a:pt x="2168" y="1005"/>
                    <a:pt x="2100" y="1005"/>
                  </a:cubicBezTo>
                  <a:cubicBezTo>
                    <a:pt x="2060" y="1005"/>
                    <a:pt x="2020" y="1009"/>
                    <a:pt x="1984" y="1017"/>
                  </a:cubicBezTo>
                  <a:cubicBezTo>
                    <a:pt x="1940" y="1029"/>
                    <a:pt x="1896" y="1049"/>
                    <a:pt x="1860" y="1073"/>
                  </a:cubicBezTo>
                  <a:lnTo>
                    <a:pt x="1836" y="1089"/>
                  </a:lnTo>
                  <a:lnTo>
                    <a:pt x="1832" y="1093"/>
                  </a:lnTo>
                  <a:lnTo>
                    <a:pt x="1824" y="1101"/>
                  </a:lnTo>
                  <a:lnTo>
                    <a:pt x="1820" y="1101"/>
                  </a:lnTo>
                  <a:cubicBezTo>
                    <a:pt x="1816" y="1101"/>
                    <a:pt x="1812" y="1105"/>
                    <a:pt x="1808" y="1109"/>
                  </a:cubicBezTo>
                  <a:lnTo>
                    <a:pt x="1788" y="1117"/>
                  </a:lnTo>
                  <a:cubicBezTo>
                    <a:pt x="1764" y="1129"/>
                    <a:pt x="1732" y="1145"/>
                    <a:pt x="1696" y="1157"/>
                  </a:cubicBezTo>
                  <a:lnTo>
                    <a:pt x="1480" y="1241"/>
                  </a:lnTo>
                  <a:cubicBezTo>
                    <a:pt x="1400" y="1273"/>
                    <a:pt x="1324" y="1309"/>
                    <a:pt x="1252" y="1353"/>
                  </a:cubicBezTo>
                  <a:cubicBezTo>
                    <a:pt x="1180" y="1397"/>
                    <a:pt x="1108" y="1437"/>
                    <a:pt x="1040" y="1485"/>
                  </a:cubicBezTo>
                  <a:cubicBezTo>
                    <a:pt x="1020" y="1493"/>
                    <a:pt x="1004" y="1505"/>
                    <a:pt x="988" y="1517"/>
                  </a:cubicBezTo>
                  <a:cubicBezTo>
                    <a:pt x="972" y="1529"/>
                    <a:pt x="952" y="1541"/>
                    <a:pt x="940" y="1553"/>
                  </a:cubicBezTo>
                  <a:lnTo>
                    <a:pt x="888" y="1593"/>
                  </a:lnTo>
                  <a:lnTo>
                    <a:pt x="844" y="1633"/>
                  </a:lnTo>
                  <a:cubicBezTo>
                    <a:pt x="784" y="1697"/>
                    <a:pt x="740" y="1773"/>
                    <a:pt x="724" y="1857"/>
                  </a:cubicBezTo>
                  <a:cubicBezTo>
                    <a:pt x="712" y="1933"/>
                    <a:pt x="716" y="2005"/>
                    <a:pt x="732" y="2081"/>
                  </a:cubicBezTo>
                  <a:cubicBezTo>
                    <a:pt x="748" y="2141"/>
                    <a:pt x="768" y="2197"/>
                    <a:pt x="796" y="2253"/>
                  </a:cubicBezTo>
                  <a:cubicBezTo>
                    <a:pt x="786" y="2253"/>
                    <a:pt x="776" y="2252"/>
                    <a:pt x="766" y="2252"/>
                  </a:cubicBezTo>
                  <a:cubicBezTo>
                    <a:pt x="696" y="2252"/>
                    <a:pt x="627" y="2265"/>
                    <a:pt x="560" y="2289"/>
                  </a:cubicBezTo>
                  <a:cubicBezTo>
                    <a:pt x="492" y="2317"/>
                    <a:pt x="424" y="2349"/>
                    <a:pt x="360" y="2389"/>
                  </a:cubicBezTo>
                  <a:cubicBezTo>
                    <a:pt x="300" y="2429"/>
                    <a:pt x="240" y="2477"/>
                    <a:pt x="184" y="2525"/>
                  </a:cubicBezTo>
                  <a:cubicBezTo>
                    <a:pt x="124" y="2577"/>
                    <a:pt x="72" y="2637"/>
                    <a:pt x="32" y="2701"/>
                  </a:cubicBezTo>
                  <a:cubicBezTo>
                    <a:pt x="28" y="2709"/>
                    <a:pt x="24" y="2717"/>
                    <a:pt x="20" y="2725"/>
                  </a:cubicBezTo>
                  <a:lnTo>
                    <a:pt x="16" y="2733"/>
                  </a:lnTo>
                  <a:cubicBezTo>
                    <a:pt x="16" y="2737"/>
                    <a:pt x="16" y="2737"/>
                    <a:pt x="12" y="2741"/>
                  </a:cubicBezTo>
                  <a:lnTo>
                    <a:pt x="8" y="2761"/>
                  </a:lnTo>
                  <a:cubicBezTo>
                    <a:pt x="0" y="2781"/>
                    <a:pt x="0" y="2805"/>
                    <a:pt x="0" y="2829"/>
                  </a:cubicBezTo>
                  <a:cubicBezTo>
                    <a:pt x="8" y="2873"/>
                    <a:pt x="20" y="2913"/>
                    <a:pt x="44" y="2949"/>
                  </a:cubicBezTo>
                  <a:cubicBezTo>
                    <a:pt x="80" y="3013"/>
                    <a:pt x="124" y="3069"/>
                    <a:pt x="180" y="3121"/>
                  </a:cubicBezTo>
                  <a:cubicBezTo>
                    <a:pt x="280" y="3221"/>
                    <a:pt x="396" y="3305"/>
                    <a:pt x="516" y="3381"/>
                  </a:cubicBezTo>
                  <a:cubicBezTo>
                    <a:pt x="752" y="3525"/>
                    <a:pt x="1000" y="3645"/>
                    <a:pt x="1260" y="3741"/>
                  </a:cubicBezTo>
                  <a:cubicBezTo>
                    <a:pt x="1384" y="3789"/>
                    <a:pt x="1512" y="3829"/>
                    <a:pt x="1640" y="3865"/>
                  </a:cubicBezTo>
                  <a:cubicBezTo>
                    <a:pt x="1760" y="3893"/>
                    <a:pt x="1884" y="3917"/>
                    <a:pt x="2012" y="3937"/>
                  </a:cubicBezTo>
                  <a:lnTo>
                    <a:pt x="2004" y="3941"/>
                  </a:lnTo>
                  <a:cubicBezTo>
                    <a:pt x="2036" y="4005"/>
                    <a:pt x="2088" y="4057"/>
                    <a:pt x="2148" y="4101"/>
                  </a:cubicBezTo>
                  <a:cubicBezTo>
                    <a:pt x="2176" y="4121"/>
                    <a:pt x="2208" y="4137"/>
                    <a:pt x="2240" y="4153"/>
                  </a:cubicBezTo>
                  <a:cubicBezTo>
                    <a:pt x="2276" y="4169"/>
                    <a:pt x="2308" y="4185"/>
                    <a:pt x="2340" y="4193"/>
                  </a:cubicBezTo>
                  <a:cubicBezTo>
                    <a:pt x="2376" y="4205"/>
                    <a:pt x="2412" y="4213"/>
                    <a:pt x="2448" y="4221"/>
                  </a:cubicBezTo>
                  <a:cubicBezTo>
                    <a:pt x="2484" y="4225"/>
                    <a:pt x="2520" y="4229"/>
                    <a:pt x="2556" y="4233"/>
                  </a:cubicBezTo>
                  <a:cubicBezTo>
                    <a:pt x="2592" y="4237"/>
                    <a:pt x="2628" y="4237"/>
                    <a:pt x="2664" y="4237"/>
                  </a:cubicBezTo>
                  <a:cubicBezTo>
                    <a:pt x="2700" y="4237"/>
                    <a:pt x="2736" y="4237"/>
                    <a:pt x="2768" y="4233"/>
                  </a:cubicBezTo>
                  <a:cubicBezTo>
                    <a:pt x="2908" y="4229"/>
                    <a:pt x="3044" y="4217"/>
                    <a:pt x="3184" y="4205"/>
                  </a:cubicBezTo>
                  <a:cubicBezTo>
                    <a:pt x="3312" y="4193"/>
                    <a:pt x="3440" y="4173"/>
                    <a:pt x="3564" y="4149"/>
                  </a:cubicBezTo>
                  <a:cubicBezTo>
                    <a:pt x="3584" y="4161"/>
                    <a:pt x="3600" y="4173"/>
                    <a:pt x="3616" y="4189"/>
                  </a:cubicBezTo>
                  <a:lnTo>
                    <a:pt x="3696" y="4249"/>
                  </a:lnTo>
                  <a:cubicBezTo>
                    <a:pt x="3752" y="4293"/>
                    <a:pt x="3804" y="4337"/>
                    <a:pt x="3852" y="4381"/>
                  </a:cubicBezTo>
                  <a:cubicBezTo>
                    <a:pt x="3904" y="4429"/>
                    <a:pt x="3952" y="4477"/>
                    <a:pt x="4000" y="4525"/>
                  </a:cubicBezTo>
                  <a:cubicBezTo>
                    <a:pt x="4024" y="4553"/>
                    <a:pt x="4048" y="4577"/>
                    <a:pt x="4068" y="4601"/>
                  </a:cubicBezTo>
                  <a:cubicBezTo>
                    <a:pt x="4092" y="4629"/>
                    <a:pt x="4116" y="4657"/>
                    <a:pt x="4140" y="4681"/>
                  </a:cubicBezTo>
                  <a:cubicBezTo>
                    <a:pt x="4160" y="4705"/>
                    <a:pt x="4188" y="4729"/>
                    <a:pt x="4216" y="4757"/>
                  </a:cubicBezTo>
                  <a:cubicBezTo>
                    <a:pt x="4240" y="4781"/>
                    <a:pt x="4268" y="4805"/>
                    <a:pt x="4296" y="4825"/>
                  </a:cubicBezTo>
                  <a:cubicBezTo>
                    <a:pt x="4324" y="4845"/>
                    <a:pt x="4352" y="4869"/>
                    <a:pt x="4380" y="4889"/>
                  </a:cubicBezTo>
                  <a:cubicBezTo>
                    <a:pt x="4412" y="4909"/>
                    <a:pt x="4440" y="4925"/>
                    <a:pt x="4472" y="4945"/>
                  </a:cubicBezTo>
                  <a:cubicBezTo>
                    <a:pt x="4532" y="4981"/>
                    <a:pt x="4592" y="5013"/>
                    <a:pt x="4660" y="5045"/>
                  </a:cubicBezTo>
                  <a:cubicBezTo>
                    <a:pt x="4688" y="5061"/>
                    <a:pt x="4724" y="5073"/>
                    <a:pt x="4760" y="5089"/>
                  </a:cubicBezTo>
                  <a:cubicBezTo>
                    <a:pt x="4792" y="5101"/>
                    <a:pt x="4824" y="5113"/>
                    <a:pt x="4860" y="5125"/>
                  </a:cubicBezTo>
                  <a:lnTo>
                    <a:pt x="4884" y="5133"/>
                  </a:lnTo>
                  <a:lnTo>
                    <a:pt x="4908" y="5117"/>
                  </a:lnTo>
                  <a:cubicBezTo>
                    <a:pt x="4940" y="5101"/>
                    <a:pt x="4968" y="5081"/>
                    <a:pt x="4996" y="5065"/>
                  </a:cubicBezTo>
                  <a:cubicBezTo>
                    <a:pt x="5024" y="5045"/>
                    <a:pt x="5052" y="5025"/>
                    <a:pt x="5080" y="5001"/>
                  </a:cubicBezTo>
                  <a:cubicBezTo>
                    <a:pt x="5092" y="4993"/>
                    <a:pt x="5108" y="4977"/>
                    <a:pt x="5120" y="4965"/>
                  </a:cubicBezTo>
                  <a:cubicBezTo>
                    <a:pt x="5136" y="4953"/>
                    <a:pt x="5148" y="4937"/>
                    <a:pt x="5160" y="4925"/>
                  </a:cubicBezTo>
                  <a:cubicBezTo>
                    <a:pt x="5168" y="4913"/>
                    <a:pt x="5176" y="4905"/>
                    <a:pt x="5180" y="4897"/>
                  </a:cubicBezTo>
                  <a:cubicBezTo>
                    <a:pt x="5188" y="4885"/>
                    <a:pt x="5192" y="4873"/>
                    <a:pt x="5196" y="4861"/>
                  </a:cubicBezTo>
                  <a:cubicBezTo>
                    <a:pt x="5204" y="4845"/>
                    <a:pt x="5208" y="4825"/>
                    <a:pt x="5204" y="4809"/>
                  </a:cubicBezTo>
                  <a:cubicBezTo>
                    <a:pt x="5204" y="4785"/>
                    <a:pt x="5200" y="4765"/>
                    <a:pt x="5188" y="4745"/>
                  </a:cubicBezTo>
                  <a:lnTo>
                    <a:pt x="5176" y="4725"/>
                  </a:lnTo>
                  <a:lnTo>
                    <a:pt x="5148" y="4713"/>
                  </a:lnTo>
                  <a:cubicBezTo>
                    <a:pt x="5100" y="4693"/>
                    <a:pt x="5052" y="4669"/>
                    <a:pt x="5004" y="4645"/>
                  </a:cubicBezTo>
                  <a:cubicBezTo>
                    <a:pt x="4956" y="4621"/>
                    <a:pt x="4908" y="4597"/>
                    <a:pt x="4864" y="4569"/>
                  </a:cubicBezTo>
                  <a:cubicBezTo>
                    <a:pt x="4816" y="4545"/>
                    <a:pt x="4772" y="4517"/>
                    <a:pt x="4728" y="4485"/>
                  </a:cubicBezTo>
                  <a:cubicBezTo>
                    <a:pt x="4684" y="4457"/>
                    <a:pt x="4644" y="4429"/>
                    <a:pt x="4608" y="4397"/>
                  </a:cubicBezTo>
                  <a:cubicBezTo>
                    <a:pt x="4572" y="4365"/>
                    <a:pt x="4540" y="4333"/>
                    <a:pt x="4508" y="4297"/>
                  </a:cubicBezTo>
                  <a:cubicBezTo>
                    <a:pt x="4504" y="4285"/>
                    <a:pt x="4500" y="4277"/>
                    <a:pt x="4496" y="4269"/>
                  </a:cubicBezTo>
                  <a:cubicBezTo>
                    <a:pt x="4488" y="4261"/>
                    <a:pt x="4484" y="4253"/>
                    <a:pt x="4484" y="4245"/>
                  </a:cubicBezTo>
                  <a:cubicBezTo>
                    <a:pt x="4480" y="4241"/>
                    <a:pt x="4480" y="4233"/>
                    <a:pt x="4476" y="4225"/>
                  </a:cubicBezTo>
                  <a:lnTo>
                    <a:pt x="4476" y="4217"/>
                  </a:lnTo>
                  <a:lnTo>
                    <a:pt x="4476" y="4209"/>
                  </a:lnTo>
                  <a:lnTo>
                    <a:pt x="4480" y="4197"/>
                  </a:lnTo>
                  <a:cubicBezTo>
                    <a:pt x="4484" y="4185"/>
                    <a:pt x="4484" y="4177"/>
                    <a:pt x="4492" y="4169"/>
                  </a:cubicBezTo>
                  <a:cubicBezTo>
                    <a:pt x="4500" y="4149"/>
                    <a:pt x="4508" y="4125"/>
                    <a:pt x="4524" y="4109"/>
                  </a:cubicBezTo>
                  <a:cubicBezTo>
                    <a:pt x="4548" y="4065"/>
                    <a:pt x="4576" y="4021"/>
                    <a:pt x="4612" y="3981"/>
                  </a:cubicBezTo>
                  <a:cubicBezTo>
                    <a:pt x="4740" y="3813"/>
                    <a:pt x="4888" y="3649"/>
                    <a:pt x="5024" y="3469"/>
                  </a:cubicBezTo>
                  <a:cubicBezTo>
                    <a:pt x="5092" y="3381"/>
                    <a:pt x="5156" y="3289"/>
                    <a:pt x="5212" y="3189"/>
                  </a:cubicBezTo>
                  <a:cubicBezTo>
                    <a:pt x="5240" y="3141"/>
                    <a:pt x="5264" y="3085"/>
                    <a:pt x="5280" y="3029"/>
                  </a:cubicBezTo>
                  <a:cubicBezTo>
                    <a:pt x="5300" y="2973"/>
                    <a:pt x="5296" y="2909"/>
                    <a:pt x="5268" y="2857"/>
                  </a:cubicBezTo>
                  <a:lnTo>
                    <a:pt x="5260" y="2861"/>
                  </a:lnTo>
                  <a:cubicBezTo>
                    <a:pt x="5324" y="2801"/>
                    <a:pt x="5388" y="2741"/>
                    <a:pt x="5448" y="2673"/>
                  </a:cubicBezTo>
                  <a:cubicBezTo>
                    <a:pt x="5540" y="2569"/>
                    <a:pt x="5628" y="2461"/>
                    <a:pt x="5704" y="2349"/>
                  </a:cubicBezTo>
                  <a:cubicBezTo>
                    <a:pt x="5740" y="2297"/>
                    <a:pt x="5772" y="2245"/>
                    <a:pt x="5804" y="2193"/>
                  </a:cubicBezTo>
                  <a:cubicBezTo>
                    <a:pt x="5840" y="2141"/>
                    <a:pt x="5864" y="2081"/>
                    <a:pt x="5892" y="2025"/>
                  </a:cubicBezTo>
                  <a:cubicBezTo>
                    <a:pt x="5924" y="1969"/>
                    <a:pt x="5948" y="1909"/>
                    <a:pt x="5972" y="1849"/>
                  </a:cubicBezTo>
                  <a:lnTo>
                    <a:pt x="6008" y="1757"/>
                  </a:lnTo>
                  <a:cubicBezTo>
                    <a:pt x="6020" y="1725"/>
                    <a:pt x="6028" y="1697"/>
                    <a:pt x="6040" y="1665"/>
                  </a:cubicBezTo>
                  <a:cubicBezTo>
                    <a:pt x="6120" y="1405"/>
                    <a:pt x="6168" y="1133"/>
                    <a:pt x="6180" y="865"/>
                  </a:cubicBezTo>
                  <a:cubicBezTo>
                    <a:pt x="6180" y="793"/>
                    <a:pt x="6184" y="725"/>
                    <a:pt x="6180" y="657"/>
                  </a:cubicBezTo>
                  <a:lnTo>
                    <a:pt x="6180" y="557"/>
                  </a:lnTo>
                  <a:cubicBezTo>
                    <a:pt x="6176" y="517"/>
                    <a:pt x="6172" y="485"/>
                    <a:pt x="6168" y="445"/>
                  </a:cubicBezTo>
                  <a:cubicBezTo>
                    <a:pt x="6156" y="373"/>
                    <a:pt x="6132" y="301"/>
                    <a:pt x="6096" y="233"/>
                  </a:cubicBezTo>
                  <a:cubicBezTo>
                    <a:pt x="6056" y="161"/>
                    <a:pt x="6004" y="105"/>
                    <a:pt x="5936" y="65"/>
                  </a:cubicBezTo>
                  <a:cubicBezTo>
                    <a:pt x="5868" y="25"/>
                    <a:pt x="5796" y="1"/>
                    <a:pt x="5720" y="1"/>
                  </a:cubicBezTo>
                  <a:cubicBezTo>
                    <a:pt x="5708" y="0"/>
                    <a:pt x="5696" y="0"/>
                    <a:pt x="56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6"/>
            <p:cNvSpPr/>
            <p:nvPr/>
          </p:nvSpPr>
          <p:spPr>
            <a:xfrm flipH="1">
              <a:off x="2955024" y="189645"/>
              <a:ext cx="96518" cy="263830"/>
            </a:xfrm>
            <a:custGeom>
              <a:avLst/>
              <a:gdLst/>
              <a:ahLst/>
              <a:cxnLst/>
              <a:rect l="l" t="t" r="r" b="b"/>
              <a:pathLst>
                <a:path w="833" h="2277" extrusionOk="0">
                  <a:moveTo>
                    <a:pt x="591" y="1903"/>
                  </a:moveTo>
                  <a:lnTo>
                    <a:pt x="591" y="1903"/>
                  </a:lnTo>
                  <a:cubicBezTo>
                    <a:pt x="590" y="1905"/>
                    <a:pt x="589" y="1907"/>
                    <a:pt x="588" y="1908"/>
                  </a:cubicBezTo>
                  <a:cubicBezTo>
                    <a:pt x="589" y="1907"/>
                    <a:pt x="590" y="1905"/>
                    <a:pt x="591" y="1903"/>
                  </a:cubicBezTo>
                  <a:close/>
                  <a:moveTo>
                    <a:pt x="648" y="0"/>
                  </a:moveTo>
                  <a:cubicBezTo>
                    <a:pt x="436" y="152"/>
                    <a:pt x="340" y="424"/>
                    <a:pt x="312" y="684"/>
                  </a:cubicBezTo>
                  <a:cubicBezTo>
                    <a:pt x="288" y="944"/>
                    <a:pt x="316" y="1208"/>
                    <a:pt x="292" y="1468"/>
                  </a:cubicBezTo>
                  <a:cubicBezTo>
                    <a:pt x="264" y="1748"/>
                    <a:pt x="172" y="2016"/>
                    <a:pt x="24" y="2256"/>
                  </a:cubicBezTo>
                  <a:lnTo>
                    <a:pt x="0" y="2276"/>
                  </a:lnTo>
                  <a:cubicBezTo>
                    <a:pt x="144" y="2220"/>
                    <a:pt x="248" y="2096"/>
                    <a:pt x="288" y="1948"/>
                  </a:cubicBezTo>
                  <a:cubicBezTo>
                    <a:pt x="332" y="1992"/>
                    <a:pt x="348" y="2060"/>
                    <a:pt x="332" y="2120"/>
                  </a:cubicBezTo>
                  <a:cubicBezTo>
                    <a:pt x="412" y="1940"/>
                    <a:pt x="496" y="1764"/>
                    <a:pt x="580" y="1584"/>
                  </a:cubicBezTo>
                  <a:cubicBezTo>
                    <a:pt x="632" y="1683"/>
                    <a:pt x="636" y="1800"/>
                    <a:pt x="591" y="1903"/>
                  </a:cubicBezTo>
                  <a:lnTo>
                    <a:pt x="591" y="1903"/>
                  </a:lnTo>
                  <a:cubicBezTo>
                    <a:pt x="686" y="1693"/>
                    <a:pt x="781" y="1478"/>
                    <a:pt x="812" y="1248"/>
                  </a:cubicBezTo>
                  <a:cubicBezTo>
                    <a:pt x="828" y="1116"/>
                    <a:pt x="832" y="984"/>
                    <a:pt x="824" y="848"/>
                  </a:cubicBezTo>
                  <a:lnTo>
                    <a:pt x="804" y="120"/>
                  </a:lnTo>
                  <a:cubicBezTo>
                    <a:pt x="804" y="288"/>
                    <a:pt x="788" y="456"/>
                    <a:pt x="760" y="616"/>
                  </a:cubicBezTo>
                  <a:lnTo>
                    <a:pt x="6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76"/>
            <p:cNvSpPr/>
            <p:nvPr/>
          </p:nvSpPr>
          <p:spPr>
            <a:xfrm flipH="1">
              <a:off x="2897090" y="177132"/>
              <a:ext cx="55732" cy="198481"/>
            </a:xfrm>
            <a:custGeom>
              <a:avLst/>
              <a:gdLst/>
              <a:ahLst/>
              <a:cxnLst/>
              <a:rect l="l" t="t" r="r" b="b"/>
              <a:pathLst>
                <a:path w="481" h="1713" extrusionOk="0">
                  <a:moveTo>
                    <a:pt x="24" y="48"/>
                  </a:moveTo>
                  <a:lnTo>
                    <a:pt x="0" y="76"/>
                  </a:lnTo>
                  <a:cubicBezTo>
                    <a:pt x="14" y="80"/>
                    <a:pt x="27" y="85"/>
                    <a:pt x="40" y="91"/>
                  </a:cubicBezTo>
                  <a:lnTo>
                    <a:pt x="40" y="91"/>
                  </a:lnTo>
                  <a:cubicBezTo>
                    <a:pt x="35" y="77"/>
                    <a:pt x="30" y="62"/>
                    <a:pt x="24" y="48"/>
                  </a:cubicBezTo>
                  <a:close/>
                  <a:moveTo>
                    <a:pt x="219" y="0"/>
                  </a:moveTo>
                  <a:cubicBezTo>
                    <a:pt x="206" y="0"/>
                    <a:pt x="193" y="4"/>
                    <a:pt x="180" y="12"/>
                  </a:cubicBezTo>
                  <a:cubicBezTo>
                    <a:pt x="260" y="88"/>
                    <a:pt x="288" y="204"/>
                    <a:pt x="256" y="312"/>
                  </a:cubicBezTo>
                  <a:cubicBezTo>
                    <a:pt x="214" y="210"/>
                    <a:pt x="138" y="132"/>
                    <a:pt x="40" y="91"/>
                  </a:cubicBezTo>
                  <a:lnTo>
                    <a:pt x="40" y="91"/>
                  </a:lnTo>
                  <a:cubicBezTo>
                    <a:pt x="115" y="289"/>
                    <a:pt x="189" y="492"/>
                    <a:pt x="192" y="708"/>
                  </a:cubicBezTo>
                  <a:cubicBezTo>
                    <a:pt x="192" y="776"/>
                    <a:pt x="188" y="844"/>
                    <a:pt x="184" y="912"/>
                  </a:cubicBezTo>
                  <a:cubicBezTo>
                    <a:pt x="160" y="1180"/>
                    <a:pt x="136" y="1444"/>
                    <a:pt x="108" y="1712"/>
                  </a:cubicBezTo>
                  <a:cubicBezTo>
                    <a:pt x="272" y="1464"/>
                    <a:pt x="384" y="1188"/>
                    <a:pt x="436" y="896"/>
                  </a:cubicBezTo>
                  <a:cubicBezTo>
                    <a:pt x="480" y="628"/>
                    <a:pt x="472" y="340"/>
                    <a:pt x="344" y="100"/>
                  </a:cubicBezTo>
                  <a:cubicBezTo>
                    <a:pt x="319" y="53"/>
                    <a:pt x="269" y="0"/>
                    <a:pt x="2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76"/>
            <p:cNvSpPr/>
            <p:nvPr/>
          </p:nvSpPr>
          <p:spPr>
            <a:xfrm flipH="1">
              <a:off x="3127437" y="309105"/>
              <a:ext cx="245755" cy="223624"/>
            </a:xfrm>
            <a:custGeom>
              <a:avLst/>
              <a:gdLst/>
              <a:ahLst/>
              <a:cxnLst/>
              <a:rect l="l" t="t" r="r" b="b"/>
              <a:pathLst>
                <a:path w="2121" h="1930" extrusionOk="0">
                  <a:moveTo>
                    <a:pt x="1155" y="0"/>
                  </a:moveTo>
                  <a:cubicBezTo>
                    <a:pt x="904" y="0"/>
                    <a:pt x="658" y="116"/>
                    <a:pt x="432" y="237"/>
                  </a:cubicBezTo>
                  <a:cubicBezTo>
                    <a:pt x="372" y="261"/>
                    <a:pt x="324" y="305"/>
                    <a:pt x="300" y="365"/>
                  </a:cubicBezTo>
                  <a:cubicBezTo>
                    <a:pt x="288" y="401"/>
                    <a:pt x="288" y="441"/>
                    <a:pt x="300" y="481"/>
                  </a:cubicBezTo>
                  <a:cubicBezTo>
                    <a:pt x="328" y="617"/>
                    <a:pt x="376" y="745"/>
                    <a:pt x="448" y="865"/>
                  </a:cubicBezTo>
                  <a:cubicBezTo>
                    <a:pt x="304" y="841"/>
                    <a:pt x="176" y="765"/>
                    <a:pt x="76" y="661"/>
                  </a:cubicBezTo>
                  <a:lnTo>
                    <a:pt x="76" y="661"/>
                  </a:lnTo>
                  <a:cubicBezTo>
                    <a:pt x="0" y="869"/>
                    <a:pt x="120" y="1097"/>
                    <a:pt x="240" y="1289"/>
                  </a:cubicBezTo>
                  <a:cubicBezTo>
                    <a:pt x="316" y="1429"/>
                    <a:pt x="412" y="1565"/>
                    <a:pt x="520" y="1685"/>
                  </a:cubicBezTo>
                  <a:cubicBezTo>
                    <a:pt x="628" y="1809"/>
                    <a:pt x="772" y="1893"/>
                    <a:pt x="932" y="1929"/>
                  </a:cubicBezTo>
                  <a:cubicBezTo>
                    <a:pt x="808" y="1785"/>
                    <a:pt x="684" y="1645"/>
                    <a:pt x="560" y="1505"/>
                  </a:cubicBezTo>
                  <a:cubicBezTo>
                    <a:pt x="452" y="1385"/>
                    <a:pt x="344" y="1261"/>
                    <a:pt x="288" y="1105"/>
                  </a:cubicBezTo>
                  <a:cubicBezTo>
                    <a:pt x="268" y="1061"/>
                    <a:pt x="272" y="989"/>
                    <a:pt x="320" y="985"/>
                  </a:cubicBezTo>
                  <a:cubicBezTo>
                    <a:pt x="344" y="985"/>
                    <a:pt x="364" y="993"/>
                    <a:pt x="380" y="1009"/>
                  </a:cubicBezTo>
                  <a:cubicBezTo>
                    <a:pt x="684" y="1261"/>
                    <a:pt x="968" y="1581"/>
                    <a:pt x="1360" y="1653"/>
                  </a:cubicBezTo>
                  <a:cubicBezTo>
                    <a:pt x="1292" y="1569"/>
                    <a:pt x="1244" y="1473"/>
                    <a:pt x="1216" y="1373"/>
                  </a:cubicBezTo>
                  <a:lnTo>
                    <a:pt x="1216" y="1373"/>
                  </a:lnTo>
                  <a:lnTo>
                    <a:pt x="1476" y="1609"/>
                  </a:lnTo>
                  <a:cubicBezTo>
                    <a:pt x="1252" y="1293"/>
                    <a:pt x="1200" y="889"/>
                    <a:pt x="1152" y="509"/>
                  </a:cubicBezTo>
                  <a:cubicBezTo>
                    <a:pt x="1140" y="433"/>
                    <a:pt x="1136" y="357"/>
                    <a:pt x="1136" y="281"/>
                  </a:cubicBezTo>
                  <a:lnTo>
                    <a:pt x="1136" y="281"/>
                  </a:lnTo>
                  <a:cubicBezTo>
                    <a:pt x="1340" y="609"/>
                    <a:pt x="1500" y="961"/>
                    <a:pt x="1608" y="1329"/>
                  </a:cubicBezTo>
                  <a:cubicBezTo>
                    <a:pt x="1676" y="1197"/>
                    <a:pt x="1696" y="1045"/>
                    <a:pt x="1660" y="901"/>
                  </a:cubicBezTo>
                  <a:lnTo>
                    <a:pt x="1660" y="901"/>
                  </a:lnTo>
                  <a:cubicBezTo>
                    <a:pt x="1696" y="1005"/>
                    <a:pt x="1752" y="1105"/>
                    <a:pt x="1820" y="1193"/>
                  </a:cubicBezTo>
                  <a:cubicBezTo>
                    <a:pt x="1887" y="1275"/>
                    <a:pt x="1986" y="1326"/>
                    <a:pt x="2090" y="1326"/>
                  </a:cubicBezTo>
                  <a:cubicBezTo>
                    <a:pt x="2097" y="1326"/>
                    <a:pt x="2105" y="1326"/>
                    <a:pt x="2112" y="1325"/>
                  </a:cubicBezTo>
                  <a:lnTo>
                    <a:pt x="2096" y="1297"/>
                  </a:lnTo>
                  <a:cubicBezTo>
                    <a:pt x="2120" y="1157"/>
                    <a:pt x="2108" y="1009"/>
                    <a:pt x="2060" y="869"/>
                  </a:cubicBezTo>
                  <a:cubicBezTo>
                    <a:pt x="2008" y="673"/>
                    <a:pt x="1920" y="493"/>
                    <a:pt x="1796" y="333"/>
                  </a:cubicBezTo>
                  <a:cubicBezTo>
                    <a:pt x="1672" y="173"/>
                    <a:pt x="1492" y="57"/>
                    <a:pt x="1296" y="13"/>
                  </a:cubicBezTo>
                  <a:cubicBezTo>
                    <a:pt x="1249" y="4"/>
                    <a:pt x="1202" y="0"/>
                    <a:pt x="1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76"/>
            <p:cNvSpPr/>
            <p:nvPr/>
          </p:nvSpPr>
          <p:spPr>
            <a:xfrm flipH="1">
              <a:off x="3402275" y="445481"/>
              <a:ext cx="153988" cy="108104"/>
            </a:xfrm>
            <a:custGeom>
              <a:avLst/>
              <a:gdLst/>
              <a:ahLst/>
              <a:cxnLst/>
              <a:rect l="l" t="t" r="r" b="b"/>
              <a:pathLst>
                <a:path w="1329" h="933" extrusionOk="0">
                  <a:moveTo>
                    <a:pt x="444" y="0"/>
                  </a:moveTo>
                  <a:cubicBezTo>
                    <a:pt x="416" y="0"/>
                    <a:pt x="392" y="12"/>
                    <a:pt x="372" y="28"/>
                  </a:cubicBezTo>
                  <a:lnTo>
                    <a:pt x="56" y="220"/>
                  </a:lnTo>
                  <a:cubicBezTo>
                    <a:pt x="32" y="232"/>
                    <a:pt x="12" y="252"/>
                    <a:pt x="4" y="276"/>
                  </a:cubicBezTo>
                  <a:cubicBezTo>
                    <a:pt x="0" y="300"/>
                    <a:pt x="4" y="324"/>
                    <a:pt x="20" y="344"/>
                  </a:cubicBezTo>
                  <a:cubicBezTo>
                    <a:pt x="80" y="480"/>
                    <a:pt x="144" y="616"/>
                    <a:pt x="256" y="712"/>
                  </a:cubicBezTo>
                  <a:cubicBezTo>
                    <a:pt x="352" y="780"/>
                    <a:pt x="460" y="836"/>
                    <a:pt x="572" y="868"/>
                  </a:cubicBezTo>
                  <a:lnTo>
                    <a:pt x="691" y="912"/>
                  </a:lnTo>
                  <a:lnTo>
                    <a:pt x="691" y="912"/>
                  </a:lnTo>
                  <a:cubicBezTo>
                    <a:pt x="479" y="826"/>
                    <a:pt x="304" y="667"/>
                    <a:pt x="200" y="460"/>
                  </a:cubicBezTo>
                  <a:cubicBezTo>
                    <a:pt x="180" y="416"/>
                    <a:pt x="168" y="352"/>
                    <a:pt x="212" y="332"/>
                  </a:cubicBezTo>
                  <a:cubicBezTo>
                    <a:pt x="220" y="330"/>
                    <a:pt x="229" y="329"/>
                    <a:pt x="237" y="329"/>
                  </a:cubicBezTo>
                  <a:cubicBezTo>
                    <a:pt x="260" y="329"/>
                    <a:pt x="282" y="337"/>
                    <a:pt x="300" y="352"/>
                  </a:cubicBezTo>
                  <a:lnTo>
                    <a:pt x="1200" y="928"/>
                  </a:lnTo>
                  <a:cubicBezTo>
                    <a:pt x="1163" y="851"/>
                    <a:pt x="1118" y="779"/>
                    <a:pt x="1059" y="718"/>
                  </a:cubicBezTo>
                  <a:lnTo>
                    <a:pt x="1059" y="718"/>
                  </a:lnTo>
                  <a:cubicBezTo>
                    <a:pt x="1095" y="745"/>
                    <a:pt x="1139" y="759"/>
                    <a:pt x="1183" y="759"/>
                  </a:cubicBezTo>
                  <a:cubicBezTo>
                    <a:pt x="1225" y="759"/>
                    <a:pt x="1267" y="747"/>
                    <a:pt x="1304" y="721"/>
                  </a:cubicBezTo>
                  <a:lnTo>
                    <a:pt x="1304" y="721"/>
                  </a:lnTo>
                  <a:lnTo>
                    <a:pt x="1328" y="744"/>
                  </a:lnTo>
                  <a:lnTo>
                    <a:pt x="1328" y="744"/>
                  </a:lnTo>
                  <a:lnTo>
                    <a:pt x="1304" y="720"/>
                  </a:lnTo>
                  <a:cubicBezTo>
                    <a:pt x="1304" y="720"/>
                    <a:pt x="1304" y="720"/>
                    <a:pt x="1304" y="721"/>
                  </a:cubicBezTo>
                  <a:lnTo>
                    <a:pt x="1304" y="721"/>
                  </a:lnTo>
                  <a:lnTo>
                    <a:pt x="1036" y="464"/>
                  </a:lnTo>
                  <a:cubicBezTo>
                    <a:pt x="872" y="304"/>
                    <a:pt x="700" y="156"/>
                    <a:pt x="508" y="28"/>
                  </a:cubicBezTo>
                  <a:cubicBezTo>
                    <a:pt x="492" y="12"/>
                    <a:pt x="468" y="0"/>
                    <a:pt x="444" y="0"/>
                  </a:cubicBezTo>
                  <a:close/>
                  <a:moveTo>
                    <a:pt x="691" y="912"/>
                  </a:moveTo>
                  <a:lnTo>
                    <a:pt x="691" y="912"/>
                  </a:lnTo>
                  <a:cubicBezTo>
                    <a:pt x="708" y="919"/>
                    <a:pt x="726" y="926"/>
                    <a:pt x="744" y="932"/>
                  </a:cubicBezTo>
                  <a:lnTo>
                    <a:pt x="691" y="9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6"/>
            <p:cNvSpPr/>
            <p:nvPr/>
          </p:nvSpPr>
          <p:spPr>
            <a:xfrm flipH="1">
              <a:off x="2869748" y="148744"/>
              <a:ext cx="717104" cy="595327"/>
            </a:xfrm>
            <a:custGeom>
              <a:avLst/>
              <a:gdLst/>
              <a:ahLst/>
              <a:cxnLst/>
              <a:rect l="l" t="t" r="r" b="b"/>
              <a:pathLst>
                <a:path w="6189" h="5138" extrusionOk="0">
                  <a:moveTo>
                    <a:pt x="4668" y="173"/>
                  </a:moveTo>
                  <a:cubicBezTo>
                    <a:pt x="4720" y="177"/>
                    <a:pt x="4768" y="181"/>
                    <a:pt x="4816" y="189"/>
                  </a:cubicBezTo>
                  <a:cubicBezTo>
                    <a:pt x="4848" y="197"/>
                    <a:pt x="4880" y="213"/>
                    <a:pt x="4904" y="237"/>
                  </a:cubicBezTo>
                  <a:cubicBezTo>
                    <a:pt x="4924" y="257"/>
                    <a:pt x="4940" y="285"/>
                    <a:pt x="4948" y="317"/>
                  </a:cubicBezTo>
                  <a:lnTo>
                    <a:pt x="4948" y="313"/>
                  </a:lnTo>
                  <a:cubicBezTo>
                    <a:pt x="4956" y="337"/>
                    <a:pt x="4960" y="361"/>
                    <a:pt x="4964" y="385"/>
                  </a:cubicBezTo>
                  <a:cubicBezTo>
                    <a:pt x="4836" y="521"/>
                    <a:pt x="4736" y="685"/>
                    <a:pt x="4680" y="865"/>
                  </a:cubicBezTo>
                  <a:cubicBezTo>
                    <a:pt x="4656" y="929"/>
                    <a:pt x="4644" y="993"/>
                    <a:pt x="4632" y="1061"/>
                  </a:cubicBezTo>
                  <a:cubicBezTo>
                    <a:pt x="4624" y="1125"/>
                    <a:pt x="4616" y="1185"/>
                    <a:pt x="4608" y="1249"/>
                  </a:cubicBezTo>
                  <a:cubicBezTo>
                    <a:pt x="4600" y="1309"/>
                    <a:pt x="4592" y="1365"/>
                    <a:pt x="4584" y="1425"/>
                  </a:cubicBezTo>
                  <a:cubicBezTo>
                    <a:pt x="4576" y="1485"/>
                    <a:pt x="4568" y="1541"/>
                    <a:pt x="4556" y="1597"/>
                  </a:cubicBezTo>
                  <a:cubicBezTo>
                    <a:pt x="4540" y="1681"/>
                    <a:pt x="4528" y="1757"/>
                    <a:pt x="4512" y="1837"/>
                  </a:cubicBezTo>
                  <a:cubicBezTo>
                    <a:pt x="4508" y="1825"/>
                    <a:pt x="4500" y="1817"/>
                    <a:pt x="4492" y="1813"/>
                  </a:cubicBezTo>
                  <a:cubicBezTo>
                    <a:pt x="4492" y="1805"/>
                    <a:pt x="4492" y="1801"/>
                    <a:pt x="4492" y="1793"/>
                  </a:cubicBezTo>
                  <a:cubicBezTo>
                    <a:pt x="4496" y="1761"/>
                    <a:pt x="4500" y="1721"/>
                    <a:pt x="4504" y="1685"/>
                  </a:cubicBezTo>
                  <a:cubicBezTo>
                    <a:pt x="4508" y="1645"/>
                    <a:pt x="4508" y="1605"/>
                    <a:pt x="4512" y="1561"/>
                  </a:cubicBezTo>
                  <a:cubicBezTo>
                    <a:pt x="4512" y="1517"/>
                    <a:pt x="4512" y="1473"/>
                    <a:pt x="4512" y="1429"/>
                  </a:cubicBezTo>
                  <a:cubicBezTo>
                    <a:pt x="4512" y="1385"/>
                    <a:pt x="4508" y="1337"/>
                    <a:pt x="4504" y="1293"/>
                  </a:cubicBezTo>
                  <a:cubicBezTo>
                    <a:pt x="4496" y="1249"/>
                    <a:pt x="4492" y="1201"/>
                    <a:pt x="4484" y="1157"/>
                  </a:cubicBezTo>
                  <a:cubicBezTo>
                    <a:pt x="4476" y="1113"/>
                    <a:pt x="4464" y="1069"/>
                    <a:pt x="4456" y="1029"/>
                  </a:cubicBezTo>
                  <a:cubicBezTo>
                    <a:pt x="4444" y="989"/>
                    <a:pt x="4432" y="949"/>
                    <a:pt x="4416" y="909"/>
                  </a:cubicBezTo>
                  <a:cubicBezTo>
                    <a:pt x="4404" y="877"/>
                    <a:pt x="4388" y="841"/>
                    <a:pt x="4372" y="809"/>
                  </a:cubicBezTo>
                  <a:cubicBezTo>
                    <a:pt x="4356" y="781"/>
                    <a:pt x="4344" y="753"/>
                    <a:pt x="4324" y="729"/>
                  </a:cubicBezTo>
                  <a:cubicBezTo>
                    <a:pt x="4312" y="705"/>
                    <a:pt x="4296" y="685"/>
                    <a:pt x="4284" y="669"/>
                  </a:cubicBezTo>
                  <a:cubicBezTo>
                    <a:pt x="4272" y="653"/>
                    <a:pt x="4256" y="637"/>
                    <a:pt x="4240" y="625"/>
                  </a:cubicBezTo>
                  <a:lnTo>
                    <a:pt x="4240" y="625"/>
                  </a:lnTo>
                  <a:cubicBezTo>
                    <a:pt x="4252" y="641"/>
                    <a:pt x="4264" y="657"/>
                    <a:pt x="4272" y="677"/>
                  </a:cubicBezTo>
                  <a:cubicBezTo>
                    <a:pt x="4300" y="725"/>
                    <a:pt x="4320" y="777"/>
                    <a:pt x="4340" y="825"/>
                  </a:cubicBezTo>
                  <a:cubicBezTo>
                    <a:pt x="4352" y="857"/>
                    <a:pt x="4360" y="893"/>
                    <a:pt x="4372" y="925"/>
                  </a:cubicBezTo>
                  <a:cubicBezTo>
                    <a:pt x="4384" y="961"/>
                    <a:pt x="4392" y="1001"/>
                    <a:pt x="4400" y="1045"/>
                  </a:cubicBezTo>
                  <a:cubicBezTo>
                    <a:pt x="4408" y="1085"/>
                    <a:pt x="4416" y="1125"/>
                    <a:pt x="4424" y="1169"/>
                  </a:cubicBezTo>
                  <a:cubicBezTo>
                    <a:pt x="4432" y="1213"/>
                    <a:pt x="4436" y="1257"/>
                    <a:pt x="4440" y="1301"/>
                  </a:cubicBezTo>
                  <a:cubicBezTo>
                    <a:pt x="4444" y="1345"/>
                    <a:pt x="4448" y="1389"/>
                    <a:pt x="4452" y="1433"/>
                  </a:cubicBezTo>
                  <a:cubicBezTo>
                    <a:pt x="4452" y="1477"/>
                    <a:pt x="4456" y="1521"/>
                    <a:pt x="4456" y="1561"/>
                  </a:cubicBezTo>
                  <a:cubicBezTo>
                    <a:pt x="4456" y="1605"/>
                    <a:pt x="4460" y="1645"/>
                    <a:pt x="4456" y="1685"/>
                  </a:cubicBezTo>
                  <a:cubicBezTo>
                    <a:pt x="4452" y="1721"/>
                    <a:pt x="4456" y="1757"/>
                    <a:pt x="4456" y="1793"/>
                  </a:cubicBezTo>
                  <a:lnTo>
                    <a:pt x="4456" y="1805"/>
                  </a:lnTo>
                  <a:lnTo>
                    <a:pt x="4448" y="1805"/>
                  </a:lnTo>
                  <a:cubicBezTo>
                    <a:pt x="4352" y="1817"/>
                    <a:pt x="4248" y="1949"/>
                    <a:pt x="4184" y="2053"/>
                  </a:cubicBezTo>
                  <a:cubicBezTo>
                    <a:pt x="4164" y="1925"/>
                    <a:pt x="4124" y="1801"/>
                    <a:pt x="4072" y="1681"/>
                  </a:cubicBezTo>
                  <a:cubicBezTo>
                    <a:pt x="4024" y="1573"/>
                    <a:pt x="3952" y="1473"/>
                    <a:pt x="3860" y="1393"/>
                  </a:cubicBezTo>
                  <a:cubicBezTo>
                    <a:pt x="3840" y="1373"/>
                    <a:pt x="3816" y="1353"/>
                    <a:pt x="3792" y="1337"/>
                  </a:cubicBezTo>
                  <a:lnTo>
                    <a:pt x="3712" y="1285"/>
                  </a:lnTo>
                  <a:cubicBezTo>
                    <a:pt x="3684" y="1269"/>
                    <a:pt x="3660" y="1253"/>
                    <a:pt x="3628" y="1241"/>
                  </a:cubicBezTo>
                  <a:cubicBezTo>
                    <a:pt x="3600" y="1229"/>
                    <a:pt x="3572" y="1217"/>
                    <a:pt x="3544" y="1205"/>
                  </a:cubicBezTo>
                  <a:cubicBezTo>
                    <a:pt x="3528" y="1201"/>
                    <a:pt x="3512" y="1197"/>
                    <a:pt x="3496" y="1189"/>
                  </a:cubicBezTo>
                  <a:cubicBezTo>
                    <a:pt x="3500" y="1173"/>
                    <a:pt x="3504" y="1157"/>
                    <a:pt x="3508" y="1133"/>
                  </a:cubicBezTo>
                  <a:cubicBezTo>
                    <a:pt x="3532" y="1053"/>
                    <a:pt x="3560" y="973"/>
                    <a:pt x="3600" y="901"/>
                  </a:cubicBezTo>
                  <a:lnTo>
                    <a:pt x="3616" y="873"/>
                  </a:lnTo>
                  <a:lnTo>
                    <a:pt x="3640" y="837"/>
                  </a:lnTo>
                  <a:cubicBezTo>
                    <a:pt x="3652" y="825"/>
                    <a:pt x="3668" y="801"/>
                    <a:pt x="3692" y="781"/>
                  </a:cubicBezTo>
                  <a:lnTo>
                    <a:pt x="3812" y="645"/>
                  </a:lnTo>
                  <a:cubicBezTo>
                    <a:pt x="3856" y="593"/>
                    <a:pt x="3908" y="545"/>
                    <a:pt x="3956" y="497"/>
                  </a:cubicBezTo>
                  <a:cubicBezTo>
                    <a:pt x="4008" y="449"/>
                    <a:pt x="4056" y="397"/>
                    <a:pt x="4112" y="349"/>
                  </a:cubicBezTo>
                  <a:cubicBezTo>
                    <a:pt x="4160" y="297"/>
                    <a:pt x="4220" y="257"/>
                    <a:pt x="4284" y="225"/>
                  </a:cubicBezTo>
                  <a:cubicBezTo>
                    <a:pt x="4348" y="193"/>
                    <a:pt x="4416" y="173"/>
                    <a:pt x="4484" y="173"/>
                  </a:cubicBezTo>
                  <a:close/>
                  <a:moveTo>
                    <a:pt x="2205" y="1169"/>
                  </a:moveTo>
                  <a:cubicBezTo>
                    <a:pt x="2224" y="1169"/>
                    <a:pt x="2242" y="1170"/>
                    <a:pt x="2260" y="1173"/>
                  </a:cubicBezTo>
                  <a:cubicBezTo>
                    <a:pt x="2280" y="1177"/>
                    <a:pt x="2300" y="1181"/>
                    <a:pt x="2320" y="1185"/>
                  </a:cubicBezTo>
                  <a:cubicBezTo>
                    <a:pt x="2336" y="1193"/>
                    <a:pt x="2352" y="1197"/>
                    <a:pt x="2368" y="1205"/>
                  </a:cubicBezTo>
                  <a:cubicBezTo>
                    <a:pt x="2380" y="1213"/>
                    <a:pt x="2396" y="1221"/>
                    <a:pt x="2408" y="1229"/>
                  </a:cubicBezTo>
                  <a:lnTo>
                    <a:pt x="2428" y="1237"/>
                  </a:lnTo>
                  <a:cubicBezTo>
                    <a:pt x="2308" y="1277"/>
                    <a:pt x="2196" y="1337"/>
                    <a:pt x="2092" y="1409"/>
                  </a:cubicBezTo>
                  <a:cubicBezTo>
                    <a:pt x="2080" y="1417"/>
                    <a:pt x="2064" y="1425"/>
                    <a:pt x="2052" y="1437"/>
                  </a:cubicBezTo>
                  <a:lnTo>
                    <a:pt x="2016" y="1469"/>
                  </a:lnTo>
                  <a:cubicBezTo>
                    <a:pt x="1988" y="1489"/>
                    <a:pt x="1964" y="1513"/>
                    <a:pt x="1940" y="1537"/>
                  </a:cubicBezTo>
                  <a:lnTo>
                    <a:pt x="1876" y="1613"/>
                  </a:lnTo>
                  <a:lnTo>
                    <a:pt x="1820" y="1689"/>
                  </a:lnTo>
                  <a:cubicBezTo>
                    <a:pt x="1744" y="1789"/>
                    <a:pt x="1668" y="1889"/>
                    <a:pt x="1600" y="1997"/>
                  </a:cubicBezTo>
                  <a:cubicBezTo>
                    <a:pt x="1560" y="2057"/>
                    <a:pt x="1532" y="2125"/>
                    <a:pt x="1512" y="2193"/>
                  </a:cubicBezTo>
                  <a:cubicBezTo>
                    <a:pt x="1496" y="2269"/>
                    <a:pt x="1504" y="2353"/>
                    <a:pt x="1536" y="2425"/>
                  </a:cubicBezTo>
                  <a:cubicBezTo>
                    <a:pt x="1564" y="2489"/>
                    <a:pt x="1600" y="2545"/>
                    <a:pt x="1640" y="2601"/>
                  </a:cubicBezTo>
                  <a:lnTo>
                    <a:pt x="1700" y="2673"/>
                  </a:lnTo>
                  <a:cubicBezTo>
                    <a:pt x="1720" y="2697"/>
                    <a:pt x="1740" y="2721"/>
                    <a:pt x="1760" y="2745"/>
                  </a:cubicBezTo>
                  <a:cubicBezTo>
                    <a:pt x="1812" y="2797"/>
                    <a:pt x="1860" y="2845"/>
                    <a:pt x="1912" y="2893"/>
                  </a:cubicBezTo>
                  <a:cubicBezTo>
                    <a:pt x="1896" y="2905"/>
                    <a:pt x="1876" y="2917"/>
                    <a:pt x="1856" y="2929"/>
                  </a:cubicBezTo>
                  <a:lnTo>
                    <a:pt x="1824" y="2889"/>
                  </a:lnTo>
                  <a:cubicBezTo>
                    <a:pt x="1800" y="2865"/>
                    <a:pt x="1772" y="2833"/>
                    <a:pt x="1744" y="2801"/>
                  </a:cubicBezTo>
                  <a:cubicBezTo>
                    <a:pt x="1720" y="2769"/>
                    <a:pt x="1692" y="2737"/>
                    <a:pt x="1664" y="2701"/>
                  </a:cubicBezTo>
                  <a:cubicBezTo>
                    <a:pt x="1636" y="2665"/>
                    <a:pt x="1608" y="2629"/>
                    <a:pt x="1580" y="2589"/>
                  </a:cubicBezTo>
                  <a:cubicBezTo>
                    <a:pt x="1556" y="2549"/>
                    <a:pt x="1524" y="2513"/>
                    <a:pt x="1500" y="2469"/>
                  </a:cubicBezTo>
                  <a:cubicBezTo>
                    <a:pt x="1476" y="2429"/>
                    <a:pt x="1452" y="2389"/>
                    <a:pt x="1424" y="2345"/>
                  </a:cubicBezTo>
                  <a:cubicBezTo>
                    <a:pt x="1400" y="2305"/>
                    <a:pt x="1380" y="2265"/>
                    <a:pt x="1356" y="2225"/>
                  </a:cubicBezTo>
                  <a:cubicBezTo>
                    <a:pt x="1316" y="2145"/>
                    <a:pt x="1280" y="2069"/>
                    <a:pt x="1248" y="2001"/>
                  </a:cubicBezTo>
                  <a:cubicBezTo>
                    <a:pt x="1220" y="1933"/>
                    <a:pt x="1200" y="1877"/>
                    <a:pt x="1184" y="1837"/>
                  </a:cubicBezTo>
                  <a:lnTo>
                    <a:pt x="1160" y="1773"/>
                  </a:lnTo>
                  <a:lnTo>
                    <a:pt x="1160" y="1773"/>
                  </a:lnTo>
                  <a:cubicBezTo>
                    <a:pt x="1164" y="1797"/>
                    <a:pt x="1164" y="1817"/>
                    <a:pt x="1172" y="1841"/>
                  </a:cubicBezTo>
                  <a:cubicBezTo>
                    <a:pt x="1184" y="1897"/>
                    <a:pt x="1196" y="1957"/>
                    <a:pt x="1216" y="2013"/>
                  </a:cubicBezTo>
                  <a:cubicBezTo>
                    <a:pt x="1228" y="2049"/>
                    <a:pt x="1240" y="2085"/>
                    <a:pt x="1256" y="2125"/>
                  </a:cubicBezTo>
                  <a:cubicBezTo>
                    <a:pt x="1272" y="2165"/>
                    <a:pt x="1288" y="2209"/>
                    <a:pt x="1304" y="2249"/>
                  </a:cubicBezTo>
                  <a:cubicBezTo>
                    <a:pt x="1324" y="2289"/>
                    <a:pt x="1344" y="2333"/>
                    <a:pt x="1372" y="2377"/>
                  </a:cubicBezTo>
                  <a:cubicBezTo>
                    <a:pt x="1396" y="2417"/>
                    <a:pt x="1420" y="2461"/>
                    <a:pt x="1444" y="2505"/>
                  </a:cubicBezTo>
                  <a:cubicBezTo>
                    <a:pt x="1472" y="2545"/>
                    <a:pt x="1500" y="2585"/>
                    <a:pt x="1528" y="2625"/>
                  </a:cubicBezTo>
                  <a:cubicBezTo>
                    <a:pt x="1556" y="2665"/>
                    <a:pt x="1588" y="2701"/>
                    <a:pt x="1620" y="2737"/>
                  </a:cubicBezTo>
                  <a:cubicBezTo>
                    <a:pt x="1648" y="2773"/>
                    <a:pt x="1680" y="2805"/>
                    <a:pt x="1708" y="2837"/>
                  </a:cubicBezTo>
                  <a:cubicBezTo>
                    <a:pt x="1736" y="2865"/>
                    <a:pt x="1764" y="2893"/>
                    <a:pt x="1796" y="2921"/>
                  </a:cubicBezTo>
                  <a:lnTo>
                    <a:pt x="1832" y="2949"/>
                  </a:lnTo>
                  <a:cubicBezTo>
                    <a:pt x="1816" y="2961"/>
                    <a:pt x="1800" y="2977"/>
                    <a:pt x="1788" y="2993"/>
                  </a:cubicBezTo>
                  <a:cubicBezTo>
                    <a:pt x="1684" y="2925"/>
                    <a:pt x="1584" y="2853"/>
                    <a:pt x="1480" y="2777"/>
                  </a:cubicBezTo>
                  <a:cubicBezTo>
                    <a:pt x="1376" y="2701"/>
                    <a:pt x="1272" y="2617"/>
                    <a:pt x="1172" y="2529"/>
                  </a:cubicBezTo>
                  <a:cubicBezTo>
                    <a:pt x="1124" y="2481"/>
                    <a:pt x="1072" y="2437"/>
                    <a:pt x="1024" y="2389"/>
                  </a:cubicBezTo>
                  <a:lnTo>
                    <a:pt x="988" y="2357"/>
                  </a:lnTo>
                  <a:lnTo>
                    <a:pt x="968" y="2337"/>
                  </a:lnTo>
                  <a:lnTo>
                    <a:pt x="960" y="2329"/>
                  </a:lnTo>
                  <a:lnTo>
                    <a:pt x="944" y="2313"/>
                  </a:lnTo>
                  <a:cubicBezTo>
                    <a:pt x="940" y="2313"/>
                    <a:pt x="940" y="2309"/>
                    <a:pt x="936" y="2309"/>
                  </a:cubicBezTo>
                  <a:cubicBezTo>
                    <a:pt x="928" y="2281"/>
                    <a:pt x="924" y="2249"/>
                    <a:pt x="916" y="2213"/>
                  </a:cubicBezTo>
                  <a:cubicBezTo>
                    <a:pt x="908" y="2165"/>
                    <a:pt x="900" y="2113"/>
                    <a:pt x="892" y="2061"/>
                  </a:cubicBezTo>
                  <a:cubicBezTo>
                    <a:pt x="888" y="2001"/>
                    <a:pt x="884" y="1945"/>
                    <a:pt x="888" y="1885"/>
                  </a:cubicBezTo>
                  <a:cubicBezTo>
                    <a:pt x="892" y="1825"/>
                    <a:pt x="904" y="1761"/>
                    <a:pt x="924" y="1701"/>
                  </a:cubicBezTo>
                  <a:cubicBezTo>
                    <a:pt x="936" y="1685"/>
                    <a:pt x="944" y="1669"/>
                    <a:pt x="952" y="1653"/>
                  </a:cubicBezTo>
                  <a:cubicBezTo>
                    <a:pt x="964" y="1637"/>
                    <a:pt x="976" y="1625"/>
                    <a:pt x="988" y="1613"/>
                  </a:cubicBezTo>
                  <a:cubicBezTo>
                    <a:pt x="1000" y="1597"/>
                    <a:pt x="1012" y="1585"/>
                    <a:pt x="1028" y="1573"/>
                  </a:cubicBezTo>
                  <a:cubicBezTo>
                    <a:pt x="1044" y="1561"/>
                    <a:pt x="1060" y="1549"/>
                    <a:pt x="1076" y="1541"/>
                  </a:cubicBezTo>
                  <a:cubicBezTo>
                    <a:pt x="1144" y="1501"/>
                    <a:pt x="1220" y="1473"/>
                    <a:pt x="1300" y="1457"/>
                  </a:cubicBezTo>
                  <a:cubicBezTo>
                    <a:pt x="1376" y="1441"/>
                    <a:pt x="1456" y="1429"/>
                    <a:pt x="1536" y="1409"/>
                  </a:cubicBezTo>
                  <a:cubicBezTo>
                    <a:pt x="1612" y="1385"/>
                    <a:pt x="1692" y="1373"/>
                    <a:pt x="1768" y="1349"/>
                  </a:cubicBezTo>
                  <a:cubicBezTo>
                    <a:pt x="1808" y="1337"/>
                    <a:pt x="1848" y="1325"/>
                    <a:pt x="1884" y="1305"/>
                  </a:cubicBezTo>
                  <a:lnTo>
                    <a:pt x="1916" y="1289"/>
                  </a:lnTo>
                  <a:cubicBezTo>
                    <a:pt x="1928" y="1281"/>
                    <a:pt x="1936" y="1277"/>
                    <a:pt x="1948" y="1269"/>
                  </a:cubicBezTo>
                  <a:lnTo>
                    <a:pt x="1964" y="1253"/>
                  </a:lnTo>
                  <a:lnTo>
                    <a:pt x="1972" y="1253"/>
                  </a:lnTo>
                  <a:lnTo>
                    <a:pt x="1992" y="1233"/>
                  </a:lnTo>
                  <a:cubicBezTo>
                    <a:pt x="2008" y="1221"/>
                    <a:pt x="2028" y="1209"/>
                    <a:pt x="2048" y="1201"/>
                  </a:cubicBezTo>
                  <a:cubicBezTo>
                    <a:pt x="2072" y="1189"/>
                    <a:pt x="2096" y="1181"/>
                    <a:pt x="2120" y="1177"/>
                  </a:cubicBezTo>
                  <a:cubicBezTo>
                    <a:pt x="2147" y="1172"/>
                    <a:pt x="2176" y="1169"/>
                    <a:pt x="2205" y="1169"/>
                  </a:cubicBezTo>
                  <a:close/>
                  <a:moveTo>
                    <a:pt x="4165" y="3223"/>
                  </a:moveTo>
                  <a:lnTo>
                    <a:pt x="4164" y="3225"/>
                  </a:lnTo>
                  <a:cubicBezTo>
                    <a:pt x="4164" y="3224"/>
                    <a:pt x="4165" y="3223"/>
                    <a:pt x="4165" y="3223"/>
                  </a:cubicBezTo>
                  <a:close/>
                  <a:moveTo>
                    <a:pt x="5652" y="81"/>
                  </a:moveTo>
                  <a:cubicBezTo>
                    <a:pt x="5675" y="81"/>
                    <a:pt x="5698" y="82"/>
                    <a:pt x="5720" y="85"/>
                  </a:cubicBezTo>
                  <a:cubicBezTo>
                    <a:pt x="5780" y="93"/>
                    <a:pt x="5836" y="113"/>
                    <a:pt x="5888" y="149"/>
                  </a:cubicBezTo>
                  <a:cubicBezTo>
                    <a:pt x="5932" y="185"/>
                    <a:pt x="5972" y="233"/>
                    <a:pt x="5992" y="285"/>
                  </a:cubicBezTo>
                  <a:cubicBezTo>
                    <a:pt x="6016" y="341"/>
                    <a:pt x="6028" y="401"/>
                    <a:pt x="6036" y="465"/>
                  </a:cubicBezTo>
                  <a:lnTo>
                    <a:pt x="6036" y="557"/>
                  </a:lnTo>
                  <a:lnTo>
                    <a:pt x="6028" y="657"/>
                  </a:lnTo>
                  <a:cubicBezTo>
                    <a:pt x="6028" y="725"/>
                    <a:pt x="6020" y="789"/>
                    <a:pt x="6016" y="857"/>
                  </a:cubicBezTo>
                  <a:cubicBezTo>
                    <a:pt x="5996" y="1109"/>
                    <a:pt x="5940" y="1361"/>
                    <a:pt x="5856" y="1601"/>
                  </a:cubicBezTo>
                  <a:cubicBezTo>
                    <a:pt x="5776" y="1825"/>
                    <a:pt x="5672" y="2037"/>
                    <a:pt x="5548" y="2241"/>
                  </a:cubicBezTo>
                  <a:cubicBezTo>
                    <a:pt x="5540" y="2249"/>
                    <a:pt x="5536" y="2257"/>
                    <a:pt x="5528" y="2265"/>
                  </a:cubicBezTo>
                  <a:cubicBezTo>
                    <a:pt x="5472" y="2305"/>
                    <a:pt x="5408" y="2341"/>
                    <a:pt x="5344" y="2361"/>
                  </a:cubicBezTo>
                  <a:lnTo>
                    <a:pt x="5344" y="2357"/>
                  </a:lnTo>
                  <a:cubicBezTo>
                    <a:pt x="5360" y="2325"/>
                    <a:pt x="5380" y="2285"/>
                    <a:pt x="5404" y="2245"/>
                  </a:cubicBezTo>
                  <a:cubicBezTo>
                    <a:pt x="5428" y="2201"/>
                    <a:pt x="5448" y="2153"/>
                    <a:pt x="5468" y="2105"/>
                  </a:cubicBezTo>
                  <a:cubicBezTo>
                    <a:pt x="5476" y="2077"/>
                    <a:pt x="5488" y="2053"/>
                    <a:pt x="5496" y="2025"/>
                  </a:cubicBezTo>
                  <a:cubicBezTo>
                    <a:pt x="5508" y="1997"/>
                    <a:pt x="5516" y="1969"/>
                    <a:pt x="5524" y="1941"/>
                  </a:cubicBezTo>
                  <a:cubicBezTo>
                    <a:pt x="5540" y="1885"/>
                    <a:pt x="5556" y="1825"/>
                    <a:pt x="5568" y="1765"/>
                  </a:cubicBezTo>
                  <a:cubicBezTo>
                    <a:pt x="5580" y="1701"/>
                    <a:pt x="5588" y="1637"/>
                    <a:pt x="5596" y="1577"/>
                  </a:cubicBezTo>
                  <a:cubicBezTo>
                    <a:pt x="5604" y="1513"/>
                    <a:pt x="5604" y="1449"/>
                    <a:pt x="5612" y="1385"/>
                  </a:cubicBezTo>
                  <a:cubicBezTo>
                    <a:pt x="5616" y="1325"/>
                    <a:pt x="5612" y="1261"/>
                    <a:pt x="5612" y="1201"/>
                  </a:cubicBezTo>
                  <a:cubicBezTo>
                    <a:pt x="5604" y="1093"/>
                    <a:pt x="5596" y="985"/>
                    <a:pt x="5580" y="881"/>
                  </a:cubicBezTo>
                  <a:cubicBezTo>
                    <a:pt x="5568" y="805"/>
                    <a:pt x="5552" y="729"/>
                    <a:pt x="5532" y="657"/>
                  </a:cubicBezTo>
                  <a:cubicBezTo>
                    <a:pt x="5516" y="601"/>
                    <a:pt x="5508" y="573"/>
                    <a:pt x="5508" y="573"/>
                  </a:cubicBezTo>
                  <a:lnTo>
                    <a:pt x="5508" y="573"/>
                  </a:lnTo>
                  <a:cubicBezTo>
                    <a:pt x="5508" y="573"/>
                    <a:pt x="5512" y="605"/>
                    <a:pt x="5520" y="657"/>
                  </a:cubicBezTo>
                  <a:cubicBezTo>
                    <a:pt x="5528" y="713"/>
                    <a:pt x="5536" y="789"/>
                    <a:pt x="5544" y="885"/>
                  </a:cubicBezTo>
                  <a:cubicBezTo>
                    <a:pt x="5548" y="929"/>
                    <a:pt x="5552" y="981"/>
                    <a:pt x="5552" y="1033"/>
                  </a:cubicBezTo>
                  <a:cubicBezTo>
                    <a:pt x="5552" y="1089"/>
                    <a:pt x="5552" y="1145"/>
                    <a:pt x="5556" y="1201"/>
                  </a:cubicBezTo>
                  <a:cubicBezTo>
                    <a:pt x="5556" y="1261"/>
                    <a:pt x="5552" y="1321"/>
                    <a:pt x="5552" y="1381"/>
                  </a:cubicBezTo>
                  <a:cubicBezTo>
                    <a:pt x="5548" y="1445"/>
                    <a:pt x="5544" y="1505"/>
                    <a:pt x="5536" y="1569"/>
                  </a:cubicBezTo>
                  <a:cubicBezTo>
                    <a:pt x="5524" y="1629"/>
                    <a:pt x="5520" y="1693"/>
                    <a:pt x="5508" y="1749"/>
                  </a:cubicBezTo>
                  <a:lnTo>
                    <a:pt x="5492" y="1841"/>
                  </a:lnTo>
                  <a:cubicBezTo>
                    <a:pt x="5484" y="1869"/>
                    <a:pt x="5476" y="1897"/>
                    <a:pt x="5472" y="1925"/>
                  </a:cubicBezTo>
                  <a:cubicBezTo>
                    <a:pt x="5464" y="1953"/>
                    <a:pt x="5456" y="1981"/>
                    <a:pt x="5448" y="2009"/>
                  </a:cubicBezTo>
                  <a:cubicBezTo>
                    <a:pt x="5444" y="2037"/>
                    <a:pt x="5432" y="2061"/>
                    <a:pt x="5424" y="2089"/>
                  </a:cubicBezTo>
                  <a:cubicBezTo>
                    <a:pt x="5412" y="2137"/>
                    <a:pt x="5392" y="2181"/>
                    <a:pt x="5372" y="2229"/>
                  </a:cubicBezTo>
                  <a:cubicBezTo>
                    <a:pt x="5356" y="2273"/>
                    <a:pt x="5340" y="2313"/>
                    <a:pt x="5324" y="2345"/>
                  </a:cubicBezTo>
                  <a:lnTo>
                    <a:pt x="5312" y="2369"/>
                  </a:lnTo>
                  <a:cubicBezTo>
                    <a:pt x="5300" y="2373"/>
                    <a:pt x="5288" y="2373"/>
                    <a:pt x="5276" y="2377"/>
                  </a:cubicBezTo>
                  <a:cubicBezTo>
                    <a:pt x="5060" y="2405"/>
                    <a:pt x="4572" y="3109"/>
                    <a:pt x="4572" y="3109"/>
                  </a:cubicBezTo>
                  <a:lnTo>
                    <a:pt x="4740" y="2625"/>
                  </a:lnTo>
                  <a:lnTo>
                    <a:pt x="4740" y="2625"/>
                  </a:lnTo>
                  <a:cubicBezTo>
                    <a:pt x="4740" y="2625"/>
                    <a:pt x="4452" y="3225"/>
                    <a:pt x="4204" y="3469"/>
                  </a:cubicBezTo>
                  <a:cubicBezTo>
                    <a:pt x="4188" y="3477"/>
                    <a:pt x="4176" y="3485"/>
                    <a:pt x="4160" y="3493"/>
                  </a:cubicBezTo>
                  <a:lnTo>
                    <a:pt x="4152" y="3501"/>
                  </a:lnTo>
                  <a:lnTo>
                    <a:pt x="4116" y="3509"/>
                  </a:lnTo>
                  <a:cubicBezTo>
                    <a:pt x="4144" y="3453"/>
                    <a:pt x="4192" y="3357"/>
                    <a:pt x="4252" y="3217"/>
                  </a:cubicBezTo>
                  <a:cubicBezTo>
                    <a:pt x="4296" y="3105"/>
                    <a:pt x="4356" y="2973"/>
                    <a:pt x="4408" y="2813"/>
                  </a:cubicBezTo>
                  <a:cubicBezTo>
                    <a:pt x="4464" y="2657"/>
                    <a:pt x="4524" y="2477"/>
                    <a:pt x="4580" y="2277"/>
                  </a:cubicBezTo>
                  <a:cubicBezTo>
                    <a:pt x="4608" y="2177"/>
                    <a:pt x="4632" y="2073"/>
                    <a:pt x="4660" y="1965"/>
                  </a:cubicBezTo>
                  <a:cubicBezTo>
                    <a:pt x="4688" y="1857"/>
                    <a:pt x="4704" y="1741"/>
                    <a:pt x="4720" y="1625"/>
                  </a:cubicBezTo>
                  <a:cubicBezTo>
                    <a:pt x="4728" y="1565"/>
                    <a:pt x="4732" y="1505"/>
                    <a:pt x="4740" y="1445"/>
                  </a:cubicBezTo>
                  <a:cubicBezTo>
                    <a:pt x="4744" y="1381"/>
                    <a:pt x="4748" y="1321"/>
                    <a:pt x="4748" y="1257"/>
                  </a:cubicBezTo>
                  <a:cubicBezTo>
                    <a:pt x="4752" y="1193"/>
                    <a:pt x="4748" y="1133"/>
                    <a:pt x="4752" y="1073"/>
                  </a:cubicBezTo>
                  <a:cubicBezTo>
                    <a:pt x="4756" y="1013"/>
                    <a:pt x="4764" y="953"/>
                    <a:pt x="4776" y="893"/>
                  </a:cubicBezTo>
                  <a:cubicBezTo>
                    <a:pt x="4832" y="641"/>
                    <a:pt x="4972" y="417"/>
                    <a:pt x="5180" y="261"/>
                  </a:cubicBezTo>
                  <a:cubicBezTo>
                    <a:pt x="5284" y="181"/>
                    <a:pt x="5400" y="125"/>
                    <a:pt x="5528" y="93"/>
                  </a:cubicBezTo>
                  <a:cubicBezTo>
                    <a:pt x="5570" y="85"/>
                    <a:pt x="5611" y="81"/>
                    <a:pt x="5652" y="81"/>
                  </a:cubicBezTo>
                  <a:close/>
                  <a:moveTo>
                    <a:pt x="3007" y="1181"/>
                  </a:moveTo>
                  <a:cubicBezTo>
                    <a:pt x="3179" y="1181"/>
                    <a:pt x="3349" y="1220"/>
                    <a:pt x="3504" y="1293"/>
                  </a:cubicBezTo>
                  <a:cubicBezTo>
                    <a:pt x="3532" y="1309"/>
                    <a:pt x="3552" y="1325"/>
                    <a:pt x="3576" y="1341"/>
                  </a:cubicBezTo>
                  <a:lnTo>
                    <a:pt x="3576" y="1337"/>
                  </a:lnTo>
                  <a:cubicBezTo>
                    <a:pt x="3600" y="1349"/>
                    <a:pt x="3624" y="1365"/>
                    <a:pt x="3644" y="1381"/>
                  </a:cubicBezTo>
                  <a:lnTo>
                    <a:pt x="3704" y="1433"/>
                  </a:lnTo>
                  <a:cubicBezTo>
                    <a:pt x="3724" y="1449"/>
                    <a:pt x="3744" y="1469"/>
                    <a:pt x="3760" y="1493"/>
                  </a:cubicBezTo>
                  <a:lnTo>
                    <a:pt x="3792" y="1521"/>
                  </a:lnTo>
                  <a:lnTo>
                    <a:pt x="3804" y="1537"/>
                  </a:lnTo>
                  <a:lnTo>
                    <a:pt x="3808" y="1541"/>
                  </a:lnTo>
                  <a:cubicBezTo>
                    <a:pt x="3808" y="1541"/>
                    <a:pt x="3810" y="1545"/>
                    <a:pt x="3809" y="1545"/>
                  </a:cubicBezTo>
                  <a:cubicBezTo>
                    <a:pt x="3808" y="1545"/>
                    <a:pt x="3807" y="1544"/>
                    <a:pt x="3804" y="1541"/>
                  </a:cubicBezTo>
                  <a:lnTo>
                    <a:pt x="3804" y="1541"/>
                  </a:lnTo>
                  <a:lnTo>
                    <a:pt x="3812" y="1549"/>
                  </a:lnTo>
                  <a:cubicBezTo>
                    <a:pt x="3824" y="1573"/>
                    <a:pt x="3840" y="1589"/>
                    <a:pt x="3852" y="1613"/>
                  </a:cubicBezTo>
                  <a:cubicBezTo>
                    <a:pt x="3868" y="1633"/>
                    <a:pt x="3880" y="1657"/>
                    <a:pt x="3888" y="1681"/>
                  </a:cubicBezTo>
                  <a:cubicBezTo>
                    <a:pt x="3900" y="1701"/>
                    <a:pt x="3912" y="1725"/>
                    <a:pt x="3920" y="1749"/>
                  </a:cubicBezTo>
                  <a:cubicBezTo>
                    <a:pt x="3992" y="1929"/>
                    <a:pt x="4036" y="2117"/>
                    <a:pt x="4056" y="2313"/>
                  </a:cubicBezTo>
                  <a:cubicBezTo>
                    <a:pt x="4076" y="2477"/>
                    <a:pt x="4084" y="2645"/>
                    <a:pt x="4088" y="2813"/>
                  </a:cubicBezTo>
                  <a:cubicBezTo>
                    <a:pt x="4088" y="2965"/>
                    <a:pt x="4088" y="3101"/>
                    <a:pt x="4084" y="3209"/>
                  </a:cubicBezTo>
                  <a:cubicBezTo>
                    <a:pt x="4080" y="3353"/>
                    <a:pt x="4076" y="3453"/>
                    <a:pt x="4072" y="3509"/>
                  </a:cubicBezTo>
                  <a:cubicBezTo>
                    <a:pt x="4048" y="3353"/>
                    <a:pt x="3948" y="2849"/>
                    <a:pt x="3720" y="2769"/>
                  </a:cubicBezTo>
                  <a:cubicBezTo>
                    <a:pt x="3696" y="2761"/>
                    <a:pt x="3675" y="2757"/>
                    <a:pt x="3658" y="2757"/>
                  </a:cubicBezTo>
                  <a:cubicBezTo>
                    <a:pt x="3538" y="2757"/>
                    <a:pt x="3570" y="2934"/>
                    <a:pt x="3584" y="3081"/>
                  </a:cubicBezTo>
                  <a:lnTo>
                    <a:pt x="3528" y="2993"/>
                  </a:lnTo>
                  <a:lnTo>
                    <a:pt x="3452" y="2857"/>
                  </a:lnTo>
                  <a:cubicBezTo>
                    <a:pt x="3428" y="2805"/>
                    <a:pt x="3400" y="2757"/>
                    <a:pt x="3372" y="2705"/>
                  </a:cubicBezTo>
                  <a:cubicBezTo>
                    <a:pt x="3348" y="2657"/>
                    <a:pt x="3324" y="2601"/>
                    <a:pt x="3300" y="2549"/>
                  </a:cubicBezTo>
                  <a:cubicBezTo>
                    <a:pt x="3272" y="2497"/>
                    <a:pt x="3248" y="2445"/>
                    <a:pt x="3228" y="2393"/>
                  </a:cubicBezTo>
                  <a:cubicBezTo>
                    <a:pt x="3208" y="2337"/>
                    <a:pt x="3180" y="2289"/>
                    <a:pt x="3160" y="2237"/>
                  </a:cubicBezTo>
                  <a:cubicBezTo>
                    <a:pt x="3120" y="2137"/>
                    <a:pt x="3080" y="2041"/>
                    <a:pt x="3048" y="1957"/>
                  </a:cubicBezTo>
                  <a:cubicBezTo>
                    <a:pt x="3020" y="1877"/>
                    <a:pt x="2992" y="1809"/>
                    <a:pt x="2976" y="1757"/>
                  </a:cubicBezTo>
                  <a:lnTo>
                    <a:pt x="2948" y="1681"/>
                  </a:lnTo>
                  <a:lnTo>
                    <a:pt x="2948" y="1681"/>
                  </a:lnTo>
                  <a:cubicBezTo>
                    <a:pt x="2948" y="1681"/>
                    <a:pt x="2968" y="1797"/>
                    <a:pt x="3016" y="1969"/>
                  </a:cubicBezTo>
                  <a:cubicBezTo>
                    <a:pt x="3044" y="2053"/>
                    <a:pt x="3072" y="2153"/>
                    <a:pt x="3108" y="2257"/>
                  </a:cubicBezTo>
                  <a:cubicBezTo>
                    <a:pt x="3128" y="2305"/>
                    <a:pt x="3148" y="2361"/>
                    <a:pt x="3172" y="2413"/>
                  </a:cubicBezTo>
                  <a:cubicBezTo>
                    <a:pt x="3192" y="2469"/>
                    <a:pt x="3220" y="2521"/>
                    <a:pt x="3240" y="2573"/>
                  </a:cubicBezTo>
                  <a:cubicBezTo>
                    <a:pt x="3264" y="2629"/>
                    <a:pt x="3296" y="2681"/>
                    <a:pt x="3320" y="2733"/>
                  </a:cubicBezTo>
                  <a:cubicBezTo>
                    <a:pt x="3344" y="2785"/>
                    <a:pt x="3376" y="2833"/>
                    <a:pt x="3404" y="2885"/>
                  </a:cubicBezTo>
                  <a:cubicBezTo>
                    <a:pt x="3432" y="2933"/>
                    <a:pt x="3464" y="2973"/>
                    <a:pt x="3492" y="3017"/>
                  </a:cubicBezTo>
                  <a:cubicBezTo>
                    <a:pt x="3520" y="3061"/>
                    <a:pt x="3548" y="3097"/>
                    <a:pt x="3576" y="3133"/>
                  </a:cubicBezTo>
                  <a:lnTo>
                    <a:pt x="3588" y="3149"/>
                  </a:lnTo>
                  <a:cubicBezTo>
                    <a:pt x="3592" y="3177"/>
                    <a:pt x="3588" y="3209"/>
                    <a:pt x="3572" y="3237"/>
                  </a:cubicBezTo>
                  <a:cubicBezTo>
                    <a:pt x="3559" y="3264"/>
                    <a:pt x="3515" y="3275"/>
                    <a:pt x="3455" y="3275"/>
                  </a:cubicBezTo>
                  <a:cubicBezTo>
                    <a:pt x="3373" y="3275"/>
                    <a:pt x="3262" y="3255"/>
                    <a:pt x="3160" y="3229"/>
                  </a:cubicBezTo>
                  <a:cubicBezTo>
                    <a:pt x="3092" y="3185"/>
                    <a:pt x="3020" y="3141"/>
                    <a:pt x="2952" y="3089"/>
                  </a:cubicBezTo>
                  <a:cubicBezTo>
                    <a:pt x="2872" y="3037"/>
                    <a:pt x="2796" y="2973"/>
                    <a:pt x="2724" y="2917"/>
                  </a:cubicBezTo>
                  <a:cubicBezTo>
                    <a:pt x="2652" y="2861"/>
                    <a:pt x="2584" y="2805"/>
                    <a:pt x="2528" y="2761"/>
                  </a:cubicBezTo>
                  <a:cubicBezTo>
                    <a:pt x="2416" y="2665"/>
                    <a:pt x="2344" y="2601"/>
                    <a:pt x="2344" y="2601"/>
                  </a:cubicBezTo>
                  <a:lnTo>
                    <a:pt x="2344" y="2601"/>
                  </a:lnTo>
                  <a:cubicBezTo>
                    <a:pt x="2344" y="2601"/>
                    <a:pt x="2356" y="2621"/>
                    <a:pt x="2384" y="2653"/>
                  </a:cubicBezTo>
                  <a:cubicBezTo>
                    <a:pt x="2412" y="2685"/>
                    <a:pt x="2452" y="2733"/>
                    <a:pt x="2504" y="2785"/>
                  </a:cubicBezTo>
                  <a:cubicBezTo>
                    <a:pt x="2556" y="2841"/>
                    <a:pt x="2620" y="2901"/>
                    <a:pt x="2688" y="2961"/>
                  </a:cubicBezTo>
                  <a:cubicBezTo>
                    <a:pt x="2724" y="2989"/>
                    <a:pt x="2760" y="3025"/>
                    <a:pt x="2796" y="3053"/>
                  </a:cubicBezTo>
                  <a:cubicBezTo>
                    <a:pt x="2836" y="3081"/>
                    <a:pt x="2876" y="3113"/>
                    <a:pt x="2916" y="3141"/>
                  </a:cubicBezTo>
                  <a:cubicBezTo>
                    <a:pt x="2932" y="3153"/>
                    <a:pt x="2948" y="3165"/>
                    <a:pt x="2964" y="3177"/>
                  </a:cubicBezTo>
                  <a:lnTo>
                    <a:pt x="2884" y="3153"/>
                  </a:lnTo>
                  <a:lnTo>
                    <a:pt x="2884" y="3153"/>
                  </a:lnTo>
                  <a:cubicBezTo>
                    <a:pt x="2884" y="3153"/>
                    <a:pt x="3352" y="3577"/>
                    <a:pt x="3864" y="3577"/>
                  </a:cubicBezTo>
                  <a:lnTo>
                    <a:pt x="3856" y="3577"/>
                  </a:lnTo>
                  <a:lnTo>
                    <a:pt x="3780" y="3589"/>
                  </a:lnTo>
                  <a:lnTo>
                    <a:pt x="3720" y="3593"/>
                  </a:lnTo>
                  <a:cubicBezTo>
                    <a:pt x="3600" y="3589"/>
                    <a:pt x="3480" y="3569"/>
                    <a:pt x="3364" y="3533"/>
                  </a:cubicBezTo>
                  <a:cubicBezTo>
                    <a:pt x="3204" y="3489"/>
                    <a:pt x="3052" y="3425"/>
                    <a:pt x="2904" y="3345"/>
                  </a:cubicBezTo>
                  <a:cubicBezTo>
                    <a:pt x="2732" y="3253"/>
                    <a:pt x="2564" y="3149"/>
                    <a:pt x="2404" y="3029"/>
                  </a:cubicBezTo>
                  <a:cubicBezTo>
                    <a:pt x="2320" y="2969"/>
                    <a:pt x="2236" y="2901"/>
                    <a:pt x="2148" y="2829"/>
                  </a:cubicBezTo>
                  <a:cubicBezTo>
                    <a:pt x="2064" y="2761"/>
                    <a:pt x="1980" y="2685"/>
                    <a:pt x="1904" y="2605"/>
                  </a:cubicBezTo>
                  <a:cubicBezTo>
                    <a:pt x="1884" y="2585"/>
                    <a:pt x="1864" y="2565"/>
                    <a:pt x="1844" y="2541"/>
                  </a:cubicBezTo>
                  <a:lnTo>
                    <a:pt x="1792" y="2477"/>
                  </a:lnTo>
                  <a:cubicBezTo>
                    <a:pt x="1756" y="2437"/>
                    <a:pt x="1728" y="2393"/>
                    <a:pt x="1704" y="2349"/>
                  </a:cubicBezTo>
                  <a:cubicBezTo>
                    <a:pt x="1684" y="2309"/>
                    <a:pt x="1676" y="2265"/>
                    <a:pt x="1684" y="2225"/>
                  </a:cubicBezTo>
                  <a:cubicBezTo>
                    <a:pt x="1696" y="2173"/>
                    <a:pt x="1716" y="2125"/>
                    <a:pt x="1744" y="2081"/>
                  </a:cubicBezTo>
                  <a:cubicBezTo>
                    <a:pt x="1800" y="1981"/>
                    <a:pt x="1868" y="1873"/>
                    <a:pt x="1936" y="1765"/>
                  </a:cubicBezTo>
                  <a:lnTo>
                    <a:pt x="1984" y="1685"/>
                  </a:lnTo>
                  <a:lnTo>
                    <a:pt x="2036" y="1613"/>
                  </a:lnTo>
                  <a:cubicBezTo>
                    <a:pt x="2052" y="1589"/>
                    <a:pt x="2072" y="1569"/>
                    <a:pt x="2092" y="1549"/>
                  </a:cubicBezTo>
                  <a:lnTo>
                    <a:pt x="2124" y="1517"/>
                  </a:lnTo>
                  <a:cubicBezTo>
                    <a:pt x="2136" y="1505"/>
                    <a:pt x="2148" y="1497"/>
                    <a:pt x="2156" y="1485"/>
                  </a:cubicBezTo>
                  <a:cubicBezTo>
                    <a:pt x="2344" y="1329"/>
                    <a:pt x="2572" y="1229"/>
                    <a:pt x="2816" y="1197"/>
                  </a:cubicBezTo>
                  <a:cubicBezTo>
                    <a:pt x="2880" y="1186"/>
                    <a:pt x="2943" y="1181"/>
                    <a:pt x="3007" y="1181"/>
                  </a:cubicBezTo>
                  <a:close/>
                  <a:moveTo>
                    <a:pt x="756" y="2424"/>
                  </a:moveTo>
                  <a:cubicBezTo>
                    <a:pt x="765" y="2424"/>
                    <a:pt x="775" y="2424"/>
                    <a:pt x="784" y="2425"/>
                  </a:cubicBezTo>
                  <a:cubicBezTo>
                    <a:pt x="804" y="2425"/>
                    <a:pt x="820" y="2433"/>
                    <a:pt x="836" y="2445"/>
                  </a:cubicBezTo>
                  <a:lnTo>
                    <a:pt x="900" y="2517"/>
                  </a:lnTo>
                  <a:lnTo>
                    <a:pt x="1052" y="2665"/>
                  </a:lnTo>
                  <a:cubicBezTo>
                    <a:pt x="1152" y="2761"/>
                    <a:pt x="1256" y="2849"/>
                    <a:pt x="1360" y="2937"/>
                  </a:cubicBezTo>
                  <a:cubicBezTo>
                    <a:pt x="1564" y="3097"/>
                    <a:pt x="1784" y="3241"/>
                    <a:pt x="2016" y="3361"/>
                  </a:cubicBezTo>
                  <a:cubicBezTo>
                    <a:pt x="2220" y="3469"/>
                    <a:pt x="2440" y="3557"/>
                    <a:pt x="2664" y="3621"/>
                  </a:cubicBezTo>
                  <a:cubicBezTo>
                    <a:pt x="2724" y="3637"/>
                    <a:pt x="2780" y="3649"/>
                    <a:pt x="2836" y="3661"/>
                  </a:cubicBezTo>
                  <a:cubicBezTo>
                    <a:pt x="2492" y="3649"/>
                    <a:pt x="2148" y="3605"/>
                    <a:pt x="1904" y="3513"/>
                  </a:cubicBezTo>
                  <a:cubicBezTo>
                    <a:pt x="1804" y="3473"/>
                    <a:pt x="1740" y="3456"/>
                    <a:pt x="1705" y="3456"/>
                  </a:cubicBezTo>
                  <a:cubicBezTo>
                    <a:pt x="1606" y="3456"/>
                    <a:pt x="1732" y="3587"/>
                    <a:pt x="1920" y="3705"/>
                  </a:cubicBezTo>
                  <a:lnTo>
                    <a:pt x="1872" y="3689"/>
                  </a:lnTo>
                  <a:cubicBezTo>
                    <a:pt x="1824" y="3673"/>
                    <a:pt x="1776" y="3653"/>
                    <a:pt x="1728" y="3633"/>
                  </a:cubicBezTo>
                  <a:cubicBezTo>
                    <a:pt x="1628" y="3593"/>
                    <a:pt x="1524" y="3545"/>
                    <a:pt x="1420" y="3493"/>
                  </a:cubicBezTo>
                  <a:cubicBezTo>
                    <a:pt x="1320" y="3441"/>
                    <a:pt x="1216" y="3385"/>
                    <a:pt x="1124" y="3333"/>
                  </a:cubicBezTo>
                  <a:cubicBezTo>
                    <a:pt x="1028" y="3281"/>
                    <a:pt x="940" y="3233"/>
                    <a:pt x="868" y="3189"/>
                  </a:cubicBezTo>
                  <a:lnTo>
                    <a:pt x="616" y="3037"/>
                  </a:lnTo>
                  <a:lnTo>
                    <a:pt x="616" y="3037"/>
                  </a:lnTo>
                  <a:cubicBezTo>
                    <a:pt x="616" y="3037"/>
                    <a:pt x="640" y="3057"/>
                    <a:pt x="680" y="3089"/>
                  </a:cubicBezTo>
                  <a:cubicBezTo>
                    <a:pt x="716" y="3117"/>
                    <a:pt x="776" y="3165"/>
                    <a:pt x="848" y="3213"/>
                  </a:cubicBezTo>
                  <a:cubicBezTo>
                    <a:pt x="916" y="3265"/>
                    <a:pt x="1000" y="3321"/>
                    <a:pt x="1092" y="3377"/>
                  </a:cubicBezTo>
                  <a:cubicBezTo>
                    <a:pt x="1184" y="3437"/>
                    <a:pt x="1288" y="3493"/>
                    <a:pt x="1392" y="3545"/>
                  </a:cubicBezTo>
                  <a:cubicBezTo>
                    <a:pt x="1496" y="3597"/>
                    <a:pt x="1600" y="3641"/>
                    <a:pt x="1708" y="3681"/>
                  </a:cubicBezTo>
                  <a:cubicBezTo>
                    <a:pt x="1756" y="3701"/>
                    <a:pt x="1808" y="3717"/>
                    <a:pt x="1856" y="3729"/>
                  </a:cubicBezTo>
                  <a:cubicBezTo>
                    <a:pt x="1904" y="3741"/>
                    <a:pt x="1952" y="3753"/>
                    <a:pt x="1996" y="3761"/>
                  </a:cubicBezTo>
                  <a:lnTo>
                    <a:pt x="2032" y="3765"/>
                  </a:lnTo>
                  <a:lnTo>
                    <a:pt x="2060" y="3777"/>
                  </a:lnTo>
                  <a:lnTo>
                    <a:pt x="2036" y="3777"/>
                  </a:lnTo>
                  <a:cubicBezTo>
                    <a:pt x="1788" y="3757"/>
                    <a:pt x="1540" y="3713"/>
                    <a:pt x="1296" y="3653"/>
                  </a:cubicBezTo>
                  <a:cubicBezTo>
                    <a:pt x="1036" y="3589"/>
                    <a:pt x="784" y="3481"/>
                    <a:pt x="556" y="3341"/>
                  </a:cubicBezTo>
                  <a:cubicBezTo>
                    <a:pt x="440" y="3265"/>
                    <a:pt x="332" y="3181"/>
                    <a:pt x="236" y="3081"/>
                  </a:cubicBezTo>
                  <a:cubicBezTo>
                    <a:pt x="192" y="3029"/>
                    <a:pt x="152" y="2973"/>
                    <a:pt x="124" y="2913"/>
                  </a:cubicBezTo>
                  <a:cubicBezTo>
                    <a:pt x="112" y="2885"/>
                    <a:pt x="104" y="2857"/>
                    <a:pt x="100" y="2829"/>
                  </a:cubicBezTo>
                  <a:cubicBezTo>
                    <a:pt x="100" y="2817"/>
                    <a:pt x="104" y="2805"/>
                    <a:pt x="108" y="2797"/>
                  </a:cubicBezTo>
                  <a:lnTo>
                    <a:pt x="108" y="2789"/>
                  </a:lnTo>
                  <a:lnTo>
                    <a:pt x="112" y="2781"/>
                  </a:lnTo>
                  <a:cubicBezTo>
                    <a:pt x="116" y="2777"/>
                    <a:pt x="124" y="2765"/>
                    <a:pt x="128" y="2761"/>
                  </a:cubicBezTo>
                  <a:cubicBezTo>
                    <a:pt x="208" y="2661"/>
                    <a:pt x="316" y="2577"/>
                    <a:pt x="432" y="2521"/>
                  </a:cubicBezTo>
                  <a:cubicBezTo>
                    <a:pt x="492" y="2489"/>
                    <a:pt x="552" y="2465"/>
                    <a:pt x="616" y="2449"/>
                  </a:cubicBezTo>
                  <a:cubicBezTo>
                    <a:pt x="659" y="2432"/>
                    <a:pt x="708" y="2424"/>
                    <a:pt x="756" y="2424"/>
                  </a:cubicBezTo>
                  <a:close/>
                  <a:moveTo>
                    <a:pt x="5260" y="2869"/>
                  </a:moveTo>
                  <a:lnTo>
                    <a:pt x="5260" y="2869"/>
                  </a:lnTo>
                  <a:cubicBezTo>
                    <a:pt x="5272" y="2917"/>
                    <a:pt x="5264" y="2969"/>
                    <a:pt x="5240" y="3013"/>
                  </a:cubicBezTo>
                  <a:cubicBezTo>
                    <a:pt x="5216" y="3061"/>
                    <a:pt x="5184" y="3105"/>
                    <a:pt x="5152" y="3145"/>
                  </a:cubicBezTo>
                  <a:cubicBezTo>
                    <a:pt x="5084" y="3229"/>
                    <a:pt x="5012" y="3309"/>
                    <a:pt x="4932" y="3381"/>
                  </a:cubicBezTo>
                  <a:lnTo>
                    <a:pt x="4700" y="3617"/>
                  </a:lnTo>
                  <a:cubicBezTo>
                    <a:pt x="4624" y="3693"/>
                    <a:pt x="4544" y="3773"/>
                    <a:pt x="4472" y="3861"/>
                  </a:cubicBezTo>
                  <a:cubicBezTo>
                    <a:pt x="4432" y="3905"/>
                    <a:pt x="4396" y="3953"/>
                    <a:pt x="4364" y="4001"/>
                  </a:cubicBezTo>
                  <a:cubicBezTo>
                    <a:pt x="4348" y="4029"/>
                    <a:pt x="4332" y="4057"/>
                    <a:pt x="4316" y="4085"/>
                  </a:cubicBezTo>
                  <a:cubicBezTo>
                    <a:pt x="4308" y="4101"/>
                    <a:pt x="4304" y="4117"/>
                    <a:pt x="4296" y="4133"/>
                  </a:cubicBezTo>
                  <a:lnTo>
                    <a:pt x="4288" y="4161"/>
                  </a:lnTo>
                  <a:cubicBezTo>
                    <a:pt x="4288" y="4177"/>
                    <a:pt x="4284" y="4189"/>
                    <a:pt x="4284" y="4201"/>
                  </a:cubicBezTo>
                  <a:cubicBezTo>
                    <a:pt x="4284" y="4213"/>
                    <a:pt x="4284" y="4225"/>
                    <a:pt x="4284" y="4233"/>
                  </a:cubicBezTo>
                  <a:lnTo>
                    <a:pt x="4284" y="4245"/>
                  </a:lnTo>
                  <a:lnTo>
                    <a:pt x="4284" y="4253"/>
                  </a:lnTo>
                  <a:cubicBezTo>
                    <a:pt x="4284" y="4253"/>
                    <a:pt x="4287" y="4269"/>
                    <a:pt x="4286" y="4269"/>
                  </a:cubicBezTo>
                  <a:cubicBezTo>
                    <a:pt x="4286" y="4269"/>
                    <a:pt x="4285" y="4268"/>
                    <a:pt x="4284" y="4265"/>
                  </a:cubicBezTo>
                  <a:lnTo>
                    <a:pt x="4284" y="4265"/>
                  </a:lnTo>
                  <a:cubicBezTo>
                    <a:pt x="4288" y="4285"/>
                    <a:pt x="4296" y="4305"/>
                    <a:pt x="4300" y="4325"/>
                  </a:cubicBezTo>
                  <a:cubicBezTo>
                    <a:pt x="4308" y="4341"/>
                    <a:pt x="4316" y="4357"/>
                    <a:pt x="4324" y="4373"/>
                  </a:cubicBezTo>
                  <a:cubicBezTo>
                    <a:pt x="4336" y="4389"/>
                    <a:pt x="4344" y="4405"/>
                    <a:pt x="4356" y="4417"/>
                  </a:cubicBezTo>
                  <a:cubicBezTo>
                    <a:pt x="4392" y="4469"/>
                    <a:pt x="4436" y="4513"/>
                    <a:pt x="4488" y="4553"/>
                  </a:cubicBezTo>
                  <a:cubicBezTo>
                    <a:pt x="4532" y="4589"/>
                    <a:pt x="4584" y="4621"/>
                    <a:pt x="4632" y="4653"/>
                  </a:cubicBezTo>
                  <a:cubicBezTo>
                    <a:pt x="4684" y="4685"/>
                    <a:pt x="4732" y="4709"/>
                    <a:pt x="4784" y="4737"/>
                  </a:cubicBezTo>
                  <a:cubicBezTo>
                    <a:pt x="4832" y="4761"/>
                    <a:pt x="4884" y="4785"/>
                    <a:pt x="4936" y="4809"/>
                  </a:cubicBezTo>
                  <a:cubicBezTo>
                    <a:pt x="4968" y="4821"/>
                    <a:pt x="5000" y="4833"/>
                    <a:pt x="5036" y="4849"/>
                  </a:cubicBezTo>
                  <a:lnTo>
                    <a:pt x="5020" y="4869"/>
                  </a:lnTo>
                  <a:cubicBezTo>
                    <a:pt x="5008" y="4877"/>
                    <a:pt x="5000" y="4889"/>
                    <a:pt x="4988" y="4901"/>
                  </a:cubicBezTo>
                  <a:cubicBezTo>
                    <a:pt x="4948" y="4937"/>
                    <a:pt x="4908" y="4973"/>
                    <a:pt x="4868" y="5009"/>
                  </a:cubicBezTo>
                  <a:cubicBezTo>
                    <a:pt x="4844" y="5001"/>
                    <a:pt x="4820" y="4997"/>
                    <a:pt x="4800" y="4993"/>
                  </a:cubicBezTo>
                  <a:cubicBezTo>
                    <a:pt x="4768" y="4985"/>
                    <a:pt x="4736" y="4973"/>
                    <a:pt x="4704" y="4965"/>
                  </a:cubicBezTo>
                  <a:cubicBezTo>
                    <a:pt x="4640" y="4941"/>
                    <a:pt x="4576" y="4917"/>
                    <a:pt x="4516" y="4885"/>
                  </a:cubicBezTo>
                  <a:cubicBezTo>
                    <a:pt x="4484" y="4873"/>
                    <a:pt x="4456" y="4857"/>
                    <a:pt x="4428" y="4837"/>
                  </a:cubicBezTo>
                  <a:cubicBezTo>
                    <a:pt x="4396" y="4821"/>
                    <a:pt x="4368" y="4801"/>
                    <a:pt x="4344" y="4781"/>
                  </a:cubicBezTo>
                  <a:cubicBezTo>
                    <a:pt x="4316" y="4761"/>
                    <a:pt x="4288" y="4737"/>
                    <a:pt x="4264" y="4717"/>
                  </a:cubicBezTo>
                  <a:cubicBezTo>
                    <a:pt x="4240" y="4697"/>
                    <a:pt x="4216" y="4673"/>
                    <a:pt x="4192" y="4645"/>
                  </a:cubicBezTo>
                  <a:cubicBezTo>
                    <a:pt x="4168" y="4621"/>
                    <a:pt x="4148" y="4597"/>
                    <a:pt x="4128" y="4569"/>
                  </a:cubicBezTo>
                  <a:lnTo>
                    <a:pt x="4064" y="4485"/>
                  </a:lnTo>
                  <a:cubicBezTo>
                    <a:pt x="4020" y="4429"/>
                    <a:pt x="3976" y="4377"/>
                    <a:pt x="3928" y="4321"/>
                  </a:cubicBezTo>
                  <a:cubicBezTo>
                    <a:pt x="3884" y="4269"/>
                    <a:pt x="3840" y="4217"/>
                    <a:pt x="3792" y="4165"/>
                  </a:cubicBezTo>
                  <a:cubicBezTo>
                    <a:pt x="3764" y="4137"/>
                    <a:pt x="3740" y="4113"/>
                    <a:pt x="3716" y="4089"/>
                  </a:cubicBezTo>
                  <a:cubicBezTo>
                    <a:pt x="3692" y="4061"/>
                    <a:pt x="3668" y="4037"/>
                    <a:pt x="3636" y="4013"/>
                  </a:cubicBezTo>
                  <a:lnTo>
                    <a:pt x="3616" y="3997"/>
                  </a:lnTo>
                  <a:lnTo>
                    <a:pt x="3580" y="3997"/>
                  </a:lnTo>
                  <a:lnTo>
                    <a:pt x="3376" y="4017"/>
                  </a:lnTo>
                  <a:lnTo>
                    <a:pt x="3172" y="4041"/>
                  </a:lnTo>
                  <a:lnTo>
                    <a:pt x="2764" y="4089"/>
                  </a:lnTo>
                  <a:cubicBezTo>
                    <a:pt x="2732" y="4093"/>
                    <a:pt x="2696" y="4101"/>
                    <a:pt x="2664" y="4101"/>
                  </a:cubicBezTo>
                  <a:cubicBezTo>
                    <a:pt x="2617" y="4107"/>
                    <a:pt x="2570" y="4111"/>
                    <a:pt x="2524" y="4111"/>
                  </a:cubicBezTo>
                  <a:cubicBezTo>
                    <a:pt x="2506" y="4111"/>
                    <a:pt x="2489" y="4110"/>
                    <a:pt x="2472" y="4109"/>
                  </a:cubicBezTo>
                  <a:cubicBezTo>
                    <a:pt x="2440" y="4105"/>
                    <a:pt x="2404" y="4105"/>
                    <a:pt x="2376" y="4101"/>
                  </a:cubicBezTo>
                  <a:cubicBezTo>
                    <a:pt x="2340" y="4093"/>
                    <a:pt x="2312" y="4089"/>
                    <a:pt x="2280" y="4077"/>
                  </a:cubicBezTo>
                  <a:cubicBezTo>
                    <a:pt x="2248" y="4069"/>
                    <a:pt x="2216" y="4061"/>
                    <a:pt x="2188" y="4045"/>
                  </a:cubicBezTo>
                  <a:cubicBezTo>
                    <a:pt x="2132" y="4021"/>
                    <a:pt x="2080" y="3985"/>
                    <a:pt x="2036" y="3941"/>
                  </a:cubicBezTo>
                  <a:lnTo>
                    <a:pt x="2036" y="3941"/>
                  </a:lnTo>
                  <a:cubicBezTo>
                    <a:pt x="2167" y="3958"/>
                    <a:pt x="2299" y="3966"/>
                    <a:pt x="2431" y="3966"/>
                  </a:cubicBezTo>
                  <a:cubicBezTo>
                    <a:pt x="2526" y="3966"/>
                    <a:pt x="2621" y="3962"/>
                    <a:pt x="2716" y="3953"/>
                  </a:cubicBezTo>
                  <a:cubicBezTo>
                    <a:pt x="2744" y="3953"/>
                    <a:pt x="2772" y="3949"/>
                    <a:pt x="2800" y="3945"/>
                  </a:cubicBezTo>
                  <a:cubicBezTo>
                    <a:pt x="2907" y="3970"/>
                    <a:pt x="3066" y="3978"/>
                    <a:pt x="3224" y="3978"/>
                  </a:cubicBezTo>
                  <a:cubicBezTo>
                    <a:pt x="3504" y="3978"/>
                    <a:pt x="3784" y="3953"/>
                    <a:pt x="3784" y="3953"/>
                  </a:cubicBezTo>
                  <a:cubicBezTo>
                    <a:pt x="3784" y="3953"/>
                    <a:pt x="3744" y="3929"/>
                    <a:pt x="3808" y="3793"/>
                  </a:cubicBezTo>
                  <a:cubicBezTo>
                    <a:pt x="3847" y="3713"/>
                    <a:pt x="3913" y="3678"/>
                    <a:pt x="3990" y="3678"/>
                  </a:cubicBezTo>
                  <a:cubicBezTo>
                    <a:pt x="4040" y="3678"/>
                    <a:pt x="4094" y="3692"/>
                    <a:pt x="4148" y="3717"/>
                  </a:cubicBezTo>
                  <a:cubicBezTo>
                    <a:pt x="4184" y="3734"/>
                    <a:pt x="4214" y="3741"/>
                    <a:pt x="4240" y="3741"/>
                  </a:cubicBezTo>
                  <a:cubicBezTo>
                    <a:pt x="4317" y="3741"/>
                    <a:pt x="4352" y="3685"/>
                    <a:pt x="4352" y="3685"/>
                  </a:cubicBezTo>
                  <a:cubicBezTo>
                    <a:pt x="4492" y="3557"/>
                    <a:pt x="4620" y="3417"/>
                    <a:pt x="4728" y="3261"/>
                  </a:cubicBezTo>
                  <a:lnTo>
                    <a:pt x="4816" y="3205"/>
                  </a:lnTo>
                  <a:lnTo>
                    <a:pt x="4928" y="3137"/>
                  </a:lnTo>
                  <a:cubicBezTo>
                    <a:pt x="4964" y="3113"/>
                    <a:pt x="5000" y="3081"/>
                    <a:pt x="5036" y="3053"/>
                  </a:cubicBezTo>
                  <a:lnTo>
                    <a:pt x="5156" y="2965"/>
                  </a:lnTo>
                  <a:cubicBezTo>
                    <a:pt x="5192" y="2933"/>
                    <a:pt x="5224" y="2901"/>
                    <a:pt x="5260" y="2869"/>
                  </a:cubicBezTo>
                  <a:close/>
                  <a:moveTo>
                    <a:pt x="5695" y="0"/>
                  </a:moveTo>
                  <a:cubicBezTo>
                    <a:pt x="5630" y="0"/>
                    <a:pt x="5568" y="12"/>
                    <a:pt x="5508" y="29"/>
                  </a:cubicBezTo>
                  <a:cubicBezTo>
                    <a:pt x="5372" y="65"/>
                    <a:pt x="5248" y="129"/>
                    <a:pt x="5136" y="217"/>
                  </a:cubicBezTo>
                  <a:cubicBezTo>
                    <a:pt x="5096" y="249"/>
                    <a:pt x="5056" y="281"/>
                    <a:pt x="5020" y="317"/>
                  </a:cubicBezTo>
                  <a:cubicBezTo>
                    <a:pt x="5020" y="317"/>
                    <a:pt x="5020" y="313"/>
                    <a:pt x="5020" y="313"/>
                  </a:cubicBezTo>
                  <a:cubicBezTo>
                    <a:pt x="5028" y="265"/>
                    <a:pt x="5024" y="213"/>
                    <a:pt x="5004" y="169"/>
                  </a:cubicBezTo>
                  <a:cubicBezTo>
                    <a:pt x="4972" y="109"/>
                    <a:pt x="4920" y="61"/>
                    <a:pt x="4860" y="37"/>
                  </a:cubicBezTo>
                  <a:cubicBezTo>
                    <a:pt x="4810" y="18"/>
                    <a:pt x="4754" y="7"/>
                    <a:pt x="4699" y="7"/>
                  </a:cubicBezTo>
                  <a:cubicBezTo>
                    <a:pt x="4685" y="7"/>
                    <a:pt x="4670" y="7"/>
                    <a:pt x="4656" y="9"/>
                  </a:cubicBezTo>
                  <a:lnTo>
                    <a:pt x="4624" y="9"/>
                  </a:lnTo>
                  <a:lnTo>
                    <a:pt x="4600" y="13"/>
                  </a:lnTo>
                  <a:lnTo>
                    <a:pt x="4552" y="25"/>
                  </a:lnTo>
                  <a:cubicBezTo>
                    <a:pt x="4516" y="41"/>
                    <a:pt x="4480" y="53"/>
                    <a:pt x="4448" y="69"/>
                  </a:cubicBezTo>
                  <a:cubicBezTo>
                    <a:pt x="4380" y="105"/>
                    <a:pt x="4316" y="137"/>
                    <a:pt x="4252" y="169"/>
                  </a:cubicBezTo>
                  <a:lnTo>
                    <a:pt x="4152" y="213"/>
                  </a:lnTo>
                  <a:cubicBezTo>
                    <a:pt x="4116" y="229"/>
                    <a:pt x="4080" y="245"/>
                    <a:pt x="4044" y="257"/>
                  </a:cubicBezTo>
                  <a:cubicBezTo>
                    <a:pt x="4008" y="273"/>
                    <a:pt x="3976" y="289"/>
                    <a:pt x="3940" y="305"/>
                  </a:cubicBezTo>
                  <a:cubicBezTo>
                    <a:pt x="3904" y="321"/>
                    <a:pt x="3876" y="341"/>
                    <a:pt x="3844" y="365"/>
                  </a:cubicBezTo>
                  <a:cubicBezTo>
                    <a:pt x="3780" y="405"/>
                    <a:pt x="3724" y="449"/>
                    <a:pt x="3668" y="497"/>
                  </a:cubicBezTo>
                  <a:cubicBezTo>
                    <a:pt x="3612" y="545"/>
                    <a:pt x="3564" y="597"/>
                    <a:pt x="3524" y="653"/>
                  </a:cubicBezTo>
                  <a:cubicBezTo>
                    <a:pt x="3504" y="685"/>
                    <a:pt x="3484" y="713"/>
                    <a:pt x="3468" y="749"/>
                  </a:cubicBezTo>
                  <a:lnTo>
                    <a:pt x="3452" y="789"/>
                  </a:lnTo>
                  <a:lnTo>
                    <a:pt x="3436" y="841"/>
                  </a:lnTo>
                  <a:cubicBezTo>
                    <a:pt x="3408" y="933"/>
                    <a:pt x="3408" y="1033"/>
                    <a:pt x="3428" y="1129"/>
                  </a:cubicBezTo>
                  <a:cubicBezTo>
                    <a:pt x="3428" y="1145"/>
                    <a:pt x="3432" y="1161"/>
                    <a:pt x="3436" y="1173"/>
                  </a:cubicBezTo>
                  <a:cubicBezTo>
                    <a:pt x="3412" y="1165"/>
                    <a:pt x="3384" y="1157"/>
                    <a:pt x="3356" y="1153"/>
                  </a:cubicBezTo>
                  <a:lnTo>
                    <a:pt x="3268" y="1137"/>
                  </a:lnTo>
                  <a:lnTo>
                    <a:pt x="3172" y="1129"/>
                  </a:lnTo>
                  <a:cubicBezTo>
                    <a:pt x="3144" y="1125"/>
                    <a:pt x="3112" y="1125"/>
                    <a:pt x="3080" y="1125"/>
                  </a:cubicBezTo>
                  <a:lnTo>
                    <a:pt x="2988" y="1125"/>
                  </a:lnTo>
                  <a:cubicBezTo>
                    <a:pt x="2924" y="1129"/>
                    <a:pt x="2860" y="1133"/>
                    <a:pt x="2800" y="1141"/>
                  </a:cubicBezTo>
                  <a:cubicBezTo>
                    <a:pt x="2684" y="1157"/>
                    <a:pt x="2568" y="1185"/>
                    <a:pt x="2456" y="1225"/>
                  </a:cubicBezTo>
                  <a:cubicBezTo>
                    <a:pt x="2452" y="1209"/>
                    <a:pt x="2448" y="1197"/>
                    <a:pt x="2440" y="1189"/>
                  </a:cubicBezTo>
                  <a:cubicBezTo>
                    <a:pt x="2432" y="1173"/>
                    <a:pt x="2424" y="1157"/>
                    <a:pt x="2412" y="1145"/>
                  </a:cubicBezTo>
                  <a:cubicBezTo>
                    <a:pt x="2380" y="1105"/>
                    <a:pt x="2340" y="1073"/>
                    <a:pt x="2296" y="1053"/>
                  </a:cubicBezTo>
                  <a:cubicBezTo>
                    <a:pt x="2236" y="1021"/>
                    <a:pt x="2168" y="1005"/>
                    <a:pt x="2104" y="1005"/>
                  </a:cubicBezTo>
                  <a:cubicBezTo>
                    <a:pt x="2064" y="1005"/>
                    <a:pt x="2024" y="1009"/>
                    <a:pt x="1988" y="1021"/>
                  </a:cubicBezTo>
                  <a:cubicBezTo>
                    <a:pt x="1944" y="1029"/>
                    <a:pt x="1900" y="1049"/>
                    <a:pt x="1860" y="1077"/>
                  </a:cubicBezTo>
                  <a:lnTo>
                    <a:pt x="1840" y="1089"/>
                  </a:lnTo>
                  <a:lnTo>
                    <a:pt x="1836" y="1093"/>
                  </a:lnTo>
                  <a:lnTo>
                    <a:pt x="1828" y="1101"/>
                  </a:lnTo>
                  <a:lnTo>
                    <a:pt x="1820" y="1105"/>
                  </a:lnTo>
                  <a:cubicBezTo>
                    <a:pt x="1816" y="1105"/>
                    <a:pt x="1816" y="1109"/>
                    <a:pt x="1808" y="1113"/>
                  </a:cubicBezTo>
                  <a:lnTo>
                    <a:pt x="1792" y="1121"/>
                  </a:lnTo>
                  <a:cubicBezTo>
                    <a:pt x="1764" y="1133"/>
                    <a:pt x="1732" y="1149"/>
                    <a:pt x="1700" y="1161"/>
                  </a:cubicBezTo>
                  <a:lnTo>
                    <a:pt x="1480" y="1245"/>
                  </a:lnTo>
                  <a:cubicBezTo>
                    <a:pt x="1404" y="1277"/>
                    <a:pt x="1328" y="1313"/>
                    <a:pt x="1256" y="1357"/>
                  </a:cubicBezTo>
                  <a:cubicBezTo>
                    <a:pt x="1184" y="1401"/>
                    <a:pt x="1112" y="1441"/>
                    <a:pt x="1040" y="1485"/>
                  </a:cubicBezTo>
                  <a:cubicBezTo>
                    <a:pt x="1024" y="1497"/>
                    <a:pt x="1008" y="1509"/>
                    <a:pt x="992" y="1521"/>
                  </a:cubicBezTo>
                  <a:cubicBezTo>
                    <a:pt x="972" y="1533"/>
                    <a:pt x="956" y="1545"/>
                    <a:pt x="940" y="1557"/>
                  </a:cubicBezTo>
                  <a:lnTo>
                    <a:pt x="892" y="1597"/>
                  </a:lnTo>
                  <a:lnTo>
                    <a:pt x="848" y="1637"/>
                  </a:lnTo>
                  <a:cubicBezTo>
                    <a:pt x="784" y="1701"/>
                    <a:pt x="744" y="1777"/>
                    <a:pt x="724" y="1861"/>
                  </a:cubicBezTo>
                  <a:cubicBezTo>
                    <a:pt x="716" y="1937"/>
                    <a:pt x="716" y="2009"/>
                    <a:pt x="736" y="2085"/>
                  </a:cubicBezTo>
                  <a:cubicBezTo>
                    <a:pt x="748" y="2141"/>
                    <a:pt x="772" y="2201"/>
                    <a:pt x="800" y="2257"/>
                  </a:cubicBezTo>
                  <a:cubicBezTo>
                    <a:pt x="790" y="2257"/>
                    <a:pt x="780" y="2256"/>
                    <a:pt x="770" y="2256"/>
                  </a:cubicBezTo>
                  <a:cubicBezTo>
                    <a:pt x="700" y="2256"/>
                    <a:pt x="631" y="2269"/>
                    <a:pt x="564" y="2293"/>
                  </a:cubicBezTo>
                  <a:cubicBezTo>
                    <a:pt x="492" y="2321"/>
                    <a:pt x="428" y="2353"/>
                    <a:pt x="364" y="2393"/>
                  </a:cubicBezTo>
                  <a:cubicBezTo>
                    <a:pt x="300" y="2433"/>
                    <a:pt x="240" y="2477"/>
                    <a:pt x="184" y="2529"/>
                  </a:cubicBezTo>
                  <a:cubicBezTo>
                    <a:pt x="128" y="2581"/>
                    <a:pt x="76" y="2637"/>
                    <a:pt x="36" y="2705"/>
                  </a:cubicBezTo>
                  <a:cubicBezTo>
                    <a:pt x="32" y="2713"/>
                    <a:pt x="28" y="2721"/>
                    <a:pt x="24" y="2729"/>
                  </a:cubicBezTo>
                  <a:lnTo>
                    <a:pt x="20" y="2737"/>
                  </a:lnTo>
                  <a:cubicBezTo>
                    <a:pt x="16" y="2737"/>
                    <a:pt x="16" y="2741"/>
                    <a:pt x="16" y="2745"/>
                  </a:cubicBezTo>
                  <a:lnTo>
                    <a:pt x="8" y="2765"/>
                  </a:lnTo>
                  <a:cubicBezTo>
                    <a:pt x="4" y="2785"/>
                    <a:pt x="0" y="2809"/>
                    <a:pt x="4" y="2833"/>
                  </a:cubicBezTo>
                  <a:cubicBezTo>
                    <a:pt x="8" y="2877"/>
                    <a:pt x="24" y="2913"/>
                    <a:pt x="44" y="2949"/>
                  </a:cubicBezTo>
                  <a:cubicBezTo>
                    <a:pt x="84" y="3017"/>
                    <a:pt x="132" y="3073"/>
                    <a:pt x="188" y="3125"/>
                  </a:cubicBezTo>
                  <a:cubicBezTo>
                    <a:pt x="288" y="3221"/>
                    <a:pt x="404" y="3309"/>
                    <a:pt x="524" y="3385"/>
                  </a:cubicBezTo>
                  <a:cubicBezTo>
                    <a:pt x="760" y="3529"/>
                    <a:pt x="1008" y="3649"/>
                    <a:pt x="1268" y="3745"/>
                  </a:cubicBezTo>
                  <a:cubicBezTo>
                    <a:pt x="1508" y="3841"/>
                    <a:pt x="1760" y="3905"/>
                    <a:pt x="2016" y="3937"/>
                  </a:cubicBezTo>
                  <a:lnTo>
                    <a:pt x="2008" y="3945"/>
                  </a:lnTo>
                  <a:cubicBezTo>
                    <a:pt x="2044" y="4009"/>
                    <a:pt x="2092" y="4061"/>
                    <a:pt x="2152" y="4105"/>
                  </a:cubicBezTo>
                  <a:cubicBezTo>
                    <a:pt x="2184" y="4125"/>
                    <a:pt x="2216" y="4141"/>
                    <a:pt x="2248" y="4157"/>
                  </a:cubicBezTo>
                  <a:cubicBezTo>
                    <a:pt x="2280" y="4173"/>
                    <a:pt x="2312" y="4189"/>
                    <a:pt x="2348" y="4197"/>
                  </a:cubicBezTo>
                  <a:cubicBezTo>
                    <a:pt x="2384" y="4209"/>
                    <a:pt x="2420" y="4217"/>
                    <a:pt x="2456" y="4225"/>
                  </a:cubicBezTo>
                  <a:cubicBezTo>
                    <a:pt x="2492" y="4229"/>
                    <a:pt x="2528" y="4237"/>
                    <a:pt x="2564" y="4237"/>
                  </a:cubicBezTo>
                  <a:cubicBezTo>
                    <a:pt x="2600" y="4241"/>
                    <a:pt x="2636" y="4241"/>
                    <a:pt x="2672" y="4241"/>
                  </a:cubicBezTo>
                  <a:cubicBezTo>
                    <a:pt x="2708" y="4241"/>
                    <a:pt x="2740" y="4241"/>
                    <a:pt x="2776" y="4237"/>
                  </a:cubicBezTo>
                  <a:cubicBezTo>
                    <a:pt x="2916" y="4233"/>
                    <a:pt x="3052" y="4221"/>
                    <a:pt x="3188" y="4209"/>
                  </a:cubicBezTo>
                  <a:cubicBezTo>
                    <a:pt x="3316" y="4197"/>
                    <a:pt x="3444" y="4177"/>
                    <a:pt x="3572" y="4153"/>
                  </a:cubicBezTo>
                  <a:lnTo>
                    <a:pt x="3624" y="4193"/>
                  </a:lnTo>
                  <a:lnTo>
                    <a:pt x="3704" y="4253"/>
                  </a:lnTo>
                  <a:cubicBezTo>
                    <a:pt x="3756" y="4297"/>
                    <a:pt x="3808" y="4341"/>
                    <a:pt x="3860" y="4385"/>
                  </a:cubicBezTo>
                  <a:cubicBezTo>
                    <a:pt x="3912" y="4433"/>
                    <a:pt x="3960" y="4481"/>
                    <a:pt x="4008" y="4529"/>
                  </a:cubicBezTo>
                  <a:cubicBezTo>
                    <a:pt x="4028" y="4553"/>
                    <a:pt x="4052" y="4581"/>
                    <a:pt x="4076" y="4605"/>
                  </a:cubicBezTo>
                  <a:cubicBezTo>
                    <a:pt x="4096" y="4633"/>
                    <a:pt x="4124" y="4661"/>
                    <a:pt x="4144" y="4685"/>
                  </a:cubicBezTo>
                  <a:cubicBezTo>
                    <a:pt x="4168" y="4709"/>
                    <a:pt x="4196" y="4733"/>
                    <a:pt x="4220" y="4761"/>
                  </a:cubicBezTo>
                  <a:cubicBezTo>
                    <a:pt x="4248" y="4785"/>
                    <a:pt x="4272" y="4809"/>
                    <a:pt x="4304" y="4829"/>
                  </a:cubicBezTo>
                  <a:cubicBezTo>
                    <a:pt x="4332" y="4849"/>
                    <a:pt x="4360" y="4873"/>
                    <a:pt x="4388" y="4893"/>
                  </a:cubicBezTo>
                  <a:cubicBezTo>
                    <a:pt x="4416" y="4913"/>
                    <a:pt x="4448" y="4929"/>
                    <a:pt x="4476" y="4949"/>
                  </a:cubicBezTo>
                  <a:cubicBezTo>
                    <a:pt x="4536" y="4985"/>
                    <a:pt x="4600" y="5017"/>
                    <a:pt x="4664" y="5049"/>
                  </a:cubicBezTo>
                  <a:cubicBezTo>
                    <a:pt x="4696" y="5065"/>
                    <a:pt x="4728" y="5077"/>
                    <a:pt x="4764" y="5093"/>
                  </a:cubicBezTo>
                  <a:cubicBezTo>
                    <a:pt x="4800" y="5105"/>
                    <a:pt x="4832" y="5117"/>
                    <a:pt x="4868" y="5129"/>
                  </a:cubicBezTo>
                  <a:lnTo>
                    <a:pt x="4888" y="5137"/>
                  </a:lnTo>
                  <a:lnTo>
                    <a:pt x="4912" y="5121"/>
                  </a:lnTo>
                  <a:cubicBezTo>
                    <a:pt x="4944" y="5105"/>
                    <a:pt x="4972" y="5085"/>
                    <a:pt x="5000" y="5069"/>
                  </a:cubicBezTo>
                  <a:cubicBezTo>
                    <a:pt x="5032" y="5049"/>
                    <a:pt x="5060" y="5029"/>
                    <a:pt x="5084" y="5005"/>
                  </a:cubicBezTo>
                  <a:cubicBezTo>
                    <a:pt x="5100" y="4997"/>
                    <a:pt x="5112" y="4981"/>
                    <a:pt x="5124" y="4969"/>
                  </a:cubicBezTo>
                  <a:cubicBezTo>
                    <a:pt x="5140" y="4957"/>
                    <a:pt x="5152" y="4941"/>
                    <a:pt x="5164" y="4929"/>
                  </a:cubicBezTo>
                  <a:cubicBezTo>
                    <a:pt x="5172" y="4917"/>
                    <a:pt x="5180" y="4909"/>
                    <a:pt x="5184" y="4901"/>
                  </a:cubicBezTo>
                  <a:cubicBezTo>
                    <a:pt x="5192" y="4889"/>
                    <a:pt x="5200" y="4877"/>
                    <a:pt x="5204" y="4865"/>
                  </a:cubicBezTo>
                  <a:cubicBezTo>
                    <a:pt x="5204" y="4857"/>
                    <a:pt x="5208" y="4849"/>
                    <a:pt x="5208" y="4841"/>
                  </a:cubicBezTo>
                  <a:cubicBezTo>
                    <a:pt x="5208" y="4833"/>
                    <a:pt x="5208" y="4821"/>
                    <a:pt x="5208" y="4813"/>
                  </a:cubicBezTo>
                  <a:cubicBezTo>
                    <a:pt x="5208" y="4789"/>
                    <a:pt x="5200" y="4765"/>
                    <a:pt x="5188" y="4745"/>
                  </a:cubicBezTo>
                  <a:lnTo>
                    <a:pt x="5180" y="4729"/>
                  </a:lnTo>
                  <a:lnTo>
                    <a:pt x="5152" y="4717"/>
                  </a:lnTo>
                  <a:cubicBezTo>
                    <a:pt x="5104" y="4693"/>
                    <a:pt x="5056" y="4673"/>
                    <a:pt x="5008" y="4649"/>
                  </a:cubicBezTo>
                  <a:cubicBezTo>
                    <a:pt x="4960" y="4625"/>
                    <a:pt x="4912" y="4597"/>
                    <a:pt x="4864" y="4573"/>
                  </a:cubicBezTo>
                  <a:cubicBezTo>
                    <a:pt x="4820" y="4549"/>
                    <a:pt x="4776" y="4517"/>
                    <a:pt x="4732" y="4489"/>
                  </a:cubicBezTo>
                  <a:cubicBezTo>
                    <a:pt x="4688" y="4461"/>
                    <a:pt x="4648" y="4429"/>
                    <a:pt x="4608" y="4397"/>
                  </a:cubicBezTo>
                  <a:cubicBezTo>
                    <a:pt x="4572" y="4365"/>
                    <a:pt x="4540" y="4333"/>
                    <a:pt x="4512" y="4297"/>
                  </a:cubicBezTo>
                  <a:cubicBezTo>
                    <a:pt x="4508" y="4289"/>
                    <a:pt x="4500" y="4281"/>
                    <a:pt x="4496" y="4273"/>
                  </a:cubicBezTo>
                  <a:cubicBezTo>
                    <a:pt x="4492" y="4265"/>
                    <a:pt x="4488" y="4257"/>
                    <a:pt x="4484" y="4249"/>
                  </a:cubicBezTo>
                  <a:cubicBezTo>
                    <a:pt x="4484" y="4241"/>
                    <a:pt x="4480" y="4233"/>
                    <a:pt x="4480" y="4229"/>
                  </a:cubicBezTo>
                  <a:lnTo>
                    <a:pt x="4480" y="4217"/>
                  </a:lnTo>
                  <a:lnTo>
                    <a:pt x="4480" y="4209"/>
                  </a:lnTo>
                  <a:lnTo>
                    <a:pt x="4484" y="4197"/>
                  </a:lnTo>
                  <a:cubicBezTo>
                    <a:pt x="4484" y="4189"/>
                    <a:pt x="4488" y="4177"/>
                    <a:pt x="4492" y="4169"/>
                  </a:cubicBezTo>
                  <a:cubicBezTo>
                    <a:pt x="4500" y="4149"/>
                    <a:pt x="4512" y="4129"/>
                    <a:pt x="4524" y="4109"/>
                  </a:cubicBezTo>
                  <a:cubicBezTo>
                    <a:pt x="4552" y="4065"/>
                    <a:pt x="4580" y="4021"/>
                    <a:pt x="4612" y="3981"/>
                  </a:cubicBezTo>
                  <a:cubicBezTo>
                    <a:pt x="4744" y="3813"/>
                    <a:pt x="4892" y="3649"/>
                    <a:pt x="5028" y="3473"/>
                  </a:cubicBezTo>
                  <a:cubicBezTo>
                    <a:pt x="5096" y="3385"/>
                    <a:pt x="5160" y="3289"/>
                    <a:pt x="5216" y="3193"/>
                  </a:cubicBezTo>
                  <a:cubicBezTo>
                    <a:pt x="5244" y="3141"/>
                    <a:pt x="5264" y="3089"/>
                    <a:pt x="5280" y="3033"/>
                  </a:cubicBezTo>
                  <a:cubicBezTo>
                    <a:pt x="5300" y="2977"/>
                    <a:pt x="5296" y="2913"/>
                    <a:pt x="5272" y="2857"/>
                  </a:cubicBezTo>
                  <a:lnTo>
                    <a:pt x="5260" y="2861"/>
                  </a:lnTo>
                  <a:cubicBezTo>
                    <a:pt x="5432" y="2709"/>
                    <a:pt x="5580" y="2537"/>
                    <a:pt x="5708" y="2349"/>
                  </a:cubicBezTo>
                  <a:lnTo>
                    <a:pt x="5808" y="2193"/>
                  </a:lnTo>
                  <a:cubicBezTo>
                    <a:pt x="5840" y="2141"/>
                    <a:pt x="5868" y="2085"/>
                    <a:pt x="5896" y="2029"/>
                  </a:cubicBezTo>
                  <a:cubicBezTo>
                    <a:pt x="5924" y="1969"/>
                    <a:pt x="5952" y="1909"/>
                    <a:pt x="5976" y="1849"/>
                  </a:cubicBezTo>
                  <a:cubicBezTo>
                    <a:pt x="5988" y="1821"/>
                    <a:pt x="6000" y="1789"/>
                    <a:pt x="6012" y="1761"/>
                  </a:cubicBezTo>
                  <a:cubicBezTo>
                    <a:pt x="6024" y="1729"/>
                    <a:pt x="6032" y="1697"/>
                    <a:pt x="6040" y="1665"/>
                  </a:cubicBezTo>
                  <a:cubicBezTo>
                    <a:pt x="6124" y="1405"/>
                    <a:pt x="6172" y="1137"/>
                    <a:pt x="6180" y="865"/>
                  </a:cubicBezTo>
                  <a:cubicBezTo>
                    <a:pt x="6184" y="797"/>
                    <a:pt x="6188" y="725"/>
                    <a:pt x="6184" y="657"/>
                  </a:cubicBezTo>
                  <a:lnTo>
                    <a:pt x="6180" y="557"/>
                  </a:lnTo>
                  <a:cubicBezTo>
                    <a:pt x="6180" y="521"/>
                    <a:pt x="6176" y="485"/>
                    <a:pt x="6172" y="449"/>
                  </a:cubicBezTo>
                  <a:cubicBezTo>
                    <a:pt x="6156" y="373"/>
                    <a:pt x="6132" y="301"/>
                    <a:pt x="6100" y="233"/>
                  </a:cubicBezTo>
                  <a:cubicBezTo>
                    <a:pt x="6024" y="97"/>
                    <a:pt x="5880" y="5"/>
                    <a:pt x="5724" y="1"/>
                  </a:cubicBezTo>
                  <a:cubicBezTo>
                    <a:pt x="5715" y="1"/>
                    <a:pt x="5705" y="0"/>
                    <a:pt x="569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6"/>
            <p:cNvSpPr/>
            <p:nvPr/>
          </p:nvSpPr>
          <p:spPr>
            <a:xfrm flipH="1">
              <a:off x="3181662" y="166472"/>
              <a:ext cx="44609" cy="118301"/>
            </a:xfrm>
            <a:custGeom>
              <a:avLst/>
              <a:gdLst/>
              <a:ahLst/>
              <a:cxnLst/>
              <a:rect l="l" t="t" r="r" b="b"/>
              <a:pathLst>
                <a:path w="385" h="1021" extrusionOk="0">
                  <a:moveTo>
                    <a:pt x="56" y="0"/>
                  </a:moveTo>
                  <a:lnTo>
                    <a:pt x="0" y="24"/>
                  </a:lnTo>
                  <a:lnTo>
                    <a:pt x="208" y="536"/>
                  </a:lnTo>
                  <a:cubicBezTo>
                    <a:pt x="224" y="568"/>
                    <a:pt x="236" y="604"/>
                    <a:pt x="248" y="640"/>
                  </a:cubicBezTo>
                  <a:cubicBezTo>
                    <a:pt x="256" y="672"/>
                    <a:pt x="260" y="704"/>
                    <a:pt x="268" y="740"/>
                  </a:cubicBezTo>
                  <a:lnTo>
                    <a:pt x="324" y="1020"/>
                  </a:lnTo>
                  <a:lnTo>
                    <a:pt x="384" y="1008"/>
                  </a:lnTo>
                  <a:lnTo>
                    <a:pt x="332" y="728"/>
                  </a:lnTo>
                  <a:cubicBezTo>
                    <a:pt x="324" y="692"/>
                    <a:pt x="316" y="656"/>
                    <a:pt x="308" y="624"/>
                  </a:cubicBezTo>
                  <a:cubicBezTo>
                    <a:pt x="296" y="584"/>
                    <a:pt x="284" y="548"/>
                    <a:pt x="268" y="512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6"/>
            <p:cNvSpPr/>
            <p:nvPr/>
          </p:nvSpPr>
          <p:spPr>
            <a:xfrm flipH="1">
              <a:off x="3205762" y="195207"/>
              <a:ext cx="75661" cy="90029"/>
            </a:xfrm>
            <a:custGeom>
              <a:avLst/>
              <a:gdLst/>
              <a:ahLst/>
              <a:cxnLst/>
              <a:rect l="l" t="t" r="r" b="b"/>
              <a:pathLst>
                <a:path w="653" h="777" extrusionOk="0">
                  <a:moveTo>
                    <a:pt x="52" y="0"/>
                  </a:moveTo>
                  <a:lnTo>
                    <a:pt x="0" y="36"/>
                  </a:lnTo>
                  <a:lnTo>
                    <a:pt x="164" y="276"/>
                  </a:lnTo>
                  <a:cubicBezTo>
                    <a:pt x="192" y="324"/>
                    <a:pt x="232" y="368"/>
                    <a:pt x="272" y="408"/>
                  </a:cubicBezTo>
                  <a:cubicBezTo>
                    <a:pt x="292" y="424"/>
                    <a:pt x="308" y="440"/>
                    <a:pt x="332" y="452"/>
                  </a:cubicBezTo>
                  <a:lnTo>
                    <a:pt x="352" y="468"/>
                  </a:lnTo>
                  <a:cubicBezTo>
                    <a:pt x="460" y="548"/>
                    <a:pt x="544" y="652"/>
                    <a:pt x="592" y="776"/>
                  </a:cubicBezTo>
                  <a:lnTo>
                    <a:pt x="652" y="752"/>
                  </a:lnTo>
                  <a:cubicBezTo>
                    <a:pt x="596" y="620"/>
                    <a:pt x="504" y="504"/>
                    <a:pt x="388" y="416"/>
                  </a:cubicBezTo>
                  <a:lnTo>
                    <a:pt x="364" y="400"/>
                  </a:lnTo>
                  <a:cubicBezTo>
                    <a:pt x="348" y="388"/>
                    <a:pt x="328" y="376"/>
                    <a:pt x="312" y="360"/>
                  </a:cubicBezTo>
                  <a:cubicBezTo>
                    <a:pt x="276" y="324"/>
                    <a:pt x="240" y="284"/>
                    <a:pt x="212" y="240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6"/>
            <p:cNvSpPr/>
            <p:nvPr/>
          </p:nvSpPr>
          <p:spPr>
            <a:xfrm flipH="1">
              <a:off x="3305872" y="208648"/>
              <a:ext cx="20972" cy="90956"/>
            </a:xfrm>
            <a:custGeom>
              <a:avLst/>
              <a:gdLst/>
              <a:ahLst/>
              <a:cxnLst/>
              <a:rect l="l" t="t" r="r" b="b"/>
              <a:pathLst>
                <a:path w="181" h="785" extrusionOk="0">
                  <a:moveTo>
                    <a:pt x="60" y="0"/>
                  </a:moveTo>
                  <a:lnTo>
                    <a:pt x="0" y="28"/>
                  </a:lnTo>
                  <a:cubicBezTo>
                    <a:pt x="64" y="164"/>
                    <a:pt x="88" y="320"/>
                    <a:pt x="80" y="472"/>
                  </a:cubicBezTo>
                  <a:lnTo>
                    <a:pt x="80" y="504"/>
                  </a:lnTo>
                  <a:cubicBezTo>
                    <a:pt x="72" y="600"/>
                    <a:pt x="64" y="708"/>
                    <a:pt x="132" y="784"/>
                  </a:cubicBezTo>
                  <a:lnTo>
                    <a:pt x="180" y="740"/>
                  </a:lnTo>
                  <a:cubicBezTo>
                    <a:pt x="128" y="684"/>
                    <a:pt x="136" y="596"/>
                    <a:pt x="140" y="508"/>
                  </a:cubicBezTo>
                  <a:lnTo>
                    <a:pt x="144" y="476"/>
                  </a:lnTo>
                  <a:cubicBezTo>
                    <a:pt x="152" y="312"/>
                    <a:pt x="124" y="148"/>
                    <a:pt x="6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6"/>
            <p:cNvSpPr/>
            <p:nvPr/>
          </p:nvSpPr>
          <p:spPr>
            <a:xfrm flipH="1">
              <a:off x="3325338" y="227650"/>
              <a:ext cx="63148" cy="81687"/>
            </a:xfrm>
            <a:custGeom>
              <a:avLst/>
              <a:gdLst/>
              <a:ahLst/>
              <a:cxnLst/>
              <a:rect l="l" t="t" r="r" b="b"/>
              <a:pathLst>
                <a:path w="545" h="705" extrusionOk="0">
                  <a:moveTo>
                    <a:pt x="36" y="0"/>
                  </a:moveTo>
                  <a:lnTo>
                    <a:pt x="0" y="52"/>
                  </a:lnTo>
                  <a:cubicBezTo>
                    <a:pt x="228" y="208"/>
                    <a:pt x="400" y="436"/>
                    <a:pt x="484" y="704"/>
                  </a:cubicBezTo>
                  <a:lnTo>
                    <a:pt x="544" y="684"/>
                  </a:lnTo>
                  <a:cubicBezTo>
                    <a:pt x="456" y="404"/>
                    <a:pt x="276" y="164"/>
                    <a:pt x="3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6"/>
            <p:cNvSpPr/>
            <p:nvPr/>
          </p:nvSpPr>
          <p:spPr>
            <a:xfrm flipH="1">
              <a:off x="3257671" y="161374"/>
              <a:ext cx="46926" cy="126180"/>
            </a:xfrm>
            <a:custGeom>
              <a:avLst/>
              <a:gdLst/>
              <a:ahLst/>
              <a:cxnLst/>
              <a:rect l="l" t="t" r="r" b="b"/>
              <a:pathLst>
                <a:path w="405" h="1089" extrusionOk="0">
                  <a:moveTo>
                    <a:pt x="56" y="0"/>
                  </a:moveTo>
                  <a:lnTo>
                    <a:pt x="0" y="28"/>
                  </a:lnTo>
                  <a:cubicBezTo>
                    <a:pt x="16" y="64"/>
                    <a:pt x="28" y="100"/>
                    <a:pt x="36" y="136"/>
                  </a:cubicBezTo>
                  <a:cubicBezTo>
                    <a:pt x="104" y="388"/>
                    <a:pt x="176" y="636"/>
                    <a:pt x="256" y="884"/>
                  </a:cubicBezTo>
                  <a:cubicBezTo>
                    <a:pt x="272" y="956"/>
                    <a:pt x="308" y="1028"/>
                    <a:pt x="352" y="1088"/>
                  </a:cubicBezTo>
                  <a:lnTo>
                    <a:pt x="404" y="1048"/>
                  </a:lnTo>
                  <a:cubicBezTo>
                    <a:pt x="360" y="992"/>
                    <a:pt x="332" y="928"/>
                    <a:pt x="316" y="864"/>
                  </a:cubicBezTo>
                  <a:cubicBezTo>
                    <a:pt x="236" y="620"/>
                    <a:pt x="164" y="368"/>
                    <a:pt x="100" y="124"/>
                  </a:cubicBezTo>
                  <a:cubicBezTo>
                    <a:pt x="88" y="80"/>
                    <a:pt x="76" y="40"/>
                    <a:pt x="5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6"/>
            <p:cNvSpPr/>
            <p:nvPr/>
          </p:nvSpPr>
          <p:spPr>
            <a:xfrm flipH="1">
              <a:off x="3211787" y="146890"/>
              <a:ext cx="21899" cy="30821"/>
            </a:xfrm>
            <a:custGeom>
              <a:avLst/>
              <a:gdLst/>
              <a:ahLst/>
              <a:cxnLst/>
              <a:rect l="l" t="t" r="r" b="b"/>
              <a:pathLst>
                <a:path w="189" h="266" extrusionOk="0">
                  <a:moveTo>
                    <a:pt x="72" y="61"/>
                  </a:moveTo>
                  <a:cubicBezTo>
                    <a:pt x="76" y="61"/>
                    <a:pt x="88" y="65"/>
                    <a:pt x="96" y="77"/>
                  </a:cubicBezTo>
                  <a:cubicBezTo>
                    <a:pt x="112" y="105"/>
                    <a:pt x="116" y="137"/>
                    <a:pt x="116" y="169"/>
                  </a:cubicBezTo>
                  <a:cubicBezTo>
                    <a:pt x="108" y="161"/>
                    <a:pt x="100" y="153"/>
                    <a:pt x="92" y="145"/>
                  </a:cubicBezTo>
                  <a:cubicBezTo>
                    <a:pt x="76" y="129"/>
                    <a:pt x="64" y="105"/>
                    <a:pt x="64" y="81"/>
                  </a:cubicBezTo>
                  <a:cubicBezTo>
                    <a:pt x="64" y="73"/>
                    <a:pt x="68" y="65"/>
                    <a:pt x="72" y="61"/>
                  </a:cubicBezTo>
                  <a:close/>
                  <a:moveTo>
                    <a:pt x="73" y="1"/>
                  </a:moveTo>
                  <a:cubicBezTo>
                    <a:pt x="70" y="1"/>
                    <a:pt x="67" y="1"/>
                    <a:pt x="64" y="1"/>
                  </a:cubicBezTo>
                  <a:cubicBezTo>
                    <a:pt x="28" y="9"/>
                    <a:pt x="4" y="37"/>
                    <a:pt x="4" y="73"/>
                  </a:cubicBezTo>
                  <a:cubicBezTo>
                    <a:pt x="0" y="113"/>
                    <a:pt x="12" y="153"/>
                    <a:pt x="40" y="181"/>
                  </a:cubicBezTo>
                  <a:cubicBezTo>
                    <a:pt x="60" y="205"/>
                    <a:pt x="80" y="229"/>
                    <a:pt x="108" y="245"/>
                  </a:cubicBezTo>
                  <a:lnTo>
                    <a:pt x="116" y="253"/>
                  </a:lnTo>
                  <a:lnTo>
                    <a:pt x="144" y="265"/>
                  </a:lnTo>
                  <a:lnTo>
                    <a:pt x="156" y="241"/>
                  </a:lnTo>
                  <a:cubicBezTo>
                    <a:pt x="188" y="181"/>
                    <a:pt x="184" y="109"/>
                    <a:pt x="152" y="49"/>
                  </a:cubicBezTo>
                  <a:cubicBezTo>
                    <a:pt x="138" y="20"/>
                    <a:pt x="106" y="1"/>
                    <a:pt x="7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6"/>
            <p:cNvSpPr/>
            <p:nvPr/>
          </p:nvSpPr>
          <p:spPr>
            <a:xfrm flipH="1">
              <a:off x="3291041" y="145500"/>
              <a:ext cx="21899" cy="28619"/>
            </a:xfrm>
            <a:custGeom>
              <a:avLst/>
              <a:gdLst/>
              <a:ahLst/>
              <a:cxnLst/>
              <a:rect l="l" t="t" r="r" b="b"/>
              <a:pathLst>
                <a:path w="189" h="247" extrusionOk="0">
                  <a:moveTo>
                    <a:pt x="80" y="65"/>
                  </a:moveTo>
                  <a:cubicBezTo>
                    <a:pt x="96" y="85"/>
                    <a:pt x="104" y="109"/>
                    <a:pt x="112" y="133"/>
                  </a:cubicBezTo>
                  <a:cubicBezTo>
                    <a:pt x="120" y="149"/>
                    <a:pt x="120" y="165"/>
                    <a:pt x="112" y="181"/>
                  </a:cubicBezTo>
                  <a:cubicBezTo>
                    <a:pt x="104" y="177"/>
                    <a:pt x="96" y="169"/>
                    <a:pt x="92" y="165"/>
                  </a:cubicBezTo>
                  <a:cubicBezTo>
                    <a:pt x="76" y="145"/>
                    <a:pt x="64" y="125"/>
                    <a:pt x="64" y="101"/>
                  </a:cubicBezTo>
                  <a:lnTo>
                    <a:pt x="68" y="101"/>
                  </a:lnTo>
                  <a:cubicBezTo>
                    <a:pt x="64" y="89"/>
                    <a:pt x="68" y="73"/>
                    <a:pt x="80" y="65"/>
                  </a:cubicBezTo>
                  <a:close/>
                  <a:moveTo>
                    <a:pt x="85" y="0"/>
                  </a:moveTo>
                  <a:cubicBezTo>
                    <a:pt x="82" y="0"/>
                    <a:pt x="79" y="0"/>
                    <a:pt x="76" y="1"/>
                  </a:cubicBezTo>
                  <a:cubicBezTo>
                    <a:pt x="32" y="13"/>
                    <a:pt x="0" y="53"/>
                    <a:pt x="0" y="101"/>
                  </a:cubicBezTo>
                  <a:cubicBezTo>
                    <a:pt x="0" y="141"/>
                    <a:pt x="16" y="177"/>
                    <a:pt x="44" y="205"/>
                  </a:cubicBezTo>
                  <a:cubicBezTo>
                    <a:pt x="70" y="238"/>
                    <a:pt x="96" y="246"/>
                    <a:pt x="116" y="246"/>
                  </a:cubicBezTo>
                  <a:cubicBezTo>
                    <a:pt x="120" y="246"/>
                    <a:pt x="124" y="246"/>
                    <a:pt x="128" y="245"/>
                  </a:cubicBezTo>
                  <a:cubicBezTo>
                    <a:pt x="136" y="241"/>
                    <a:pt x="140" y="237"/>
                    <a:pt x="148" y="233"/>
                  </a:cubicBezTo>
                  <a:cubicBezTo>
                    <a:pt x="156" y="229"/>
                    <a:pt x="164" y="221"/>
                    <a:pt x="168" y="213"/>
                  </a:cubicBezTo>
                  <a:cubicBezTo>
                    <a:pt x="184" y="181"/>
                    <a:pt x="188" y="149"/>
                    <a:pt x="176" y="117"/>
                  </a:cubicBezTo>
                  <a:cubicBezTo>
                    <a:pt x="176" y="117"/>
                    <a:pt x="143" y="0"/>
                    <a:pt x="85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6"/>
            <p:cNvSpPr/>
            <p:nvPr/>
          </p:nvSpPr>
          <p:spPr>
            <a:xfrm flipH="1">
              <a:off x="3315605" y="189066"/>
              <a:ext cx="22826" cy="31052"/>
            </a:xfrm>
            <a:custGeom>
              <a:avLst/>
              <a:gdLst/>
              <a:ahLst/>
              <a:cxnLst/>
              <a:rect l="l" t="t" r="r" b="b"/>
              <a:pathLst>
                <a:path w="197" h="268" extrusionOk="0">
                  <a:moveTo>
                    <a:pt x="84" y="65"/>
                  </a:moveTo>
                  <a:cubicBezTo>
                    <a:pt x="96" y="85"/>
                    <a:pt x="108" y="109"/>
                    <a:pt x="116" y="133"/>
                  </a:cubicBezTo>
                  <a:cubicBezTo>
                    <a:pt x="120" y="153"/>
                    <a:pt x="120" y="173"/>
                    <a:pt x="116" y="193"/>
                  </a:cubicBezTo>
                  <a:cubicBezTo>
                    <a:pt x="92" y="161"/>
                    <a:pt x="76" y="129"/>
                    <a:pt x="64" y="97"/>
                  </a:cubicBezTo>
                  <a:cubicBezTo>
                    <a:pt x="64" y="81"/>
                    <a:pt x="72" y="69"/>
                    <a:pt x="84" y="65"/>
                  </a:cubicBezTo>
                  <a:close/>
                  <a:moveTo>
                    <a:pt x="89" y="0"/>
                  </a:moveTo>
                  <a:cubicBezTo>
                    <a:pt x="86" y="0"/>
                    <a:pt x="83" y="1"/>
                    <a:pt x="80" y="1"/>
                  </a:cubicBezTo>
                  <a:cubicBezTo>
                    <a:pt x="32" y="9"/>
                    <a:pt x="0" y="49"/>
                    <a:pt x="0" y="97"/>
                  </a:cubicBezTo>
                  <a:cubicBezTo>
                    <a:pt x="16" y="161"/>
                    <a:pt x="52" y="217"/>
                    <a:pt x="100" y="261"/>
                  </a:cubicBezTo>
                  <a:cubicBezTo>
                    <a:pt x="108" y="265"/>
                    <a:pt x="116" y="267"/>
                    <a:pt x="124" y="267"/>
                  </a:cubicBezTo>
                  <a:cubicBezTo>
                    <a:pt x="131" y="267"/>
                    <a:pt x="138" y="265"/>
                    <a:pt x="144" y="261"/>
                  </a:cubicBezTo>
                  <a:lnTo>
                    <a:pt x="148" y="257"/>
                  </a:lnTo>
                  <a:cubicBezTo>
                    <a:pt x="184" y="221"/>
                    <a:pt x="196" y="169"/>
                    <a:pt x="180" y="121"/>
                  </a:cubicBezTo>
                  <a:cubicBezTo>
                    <a:pt x="180" y="117"/>
                    <a:pt x="147" y="0"/>
                    <a:pt x="89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76"/>
            <p:cNvSpPr/>
            <p:nvPr/>
          </p:nvSpPr>
          <p:spPr>
            <a:xfrm flipH="1">
              <a:off x="3376784" y="211313"/>
              <a:ext cx="27461" cy="25143"/>
            </a:xfrm>
            <a:custGeom>
              <a:avLst/>
              <a:gdLst/>
              <a:ahLst/>
              <a:cxnLst/>
              <a:rect l="l" t="t" r="r" b="b"/>
              <a:pathLst>
                <a:path w="237" h="217" extrusionOk="0">
                  <a:moveTo>
                    <a:pt x="76" y="61"/>
                  </a:moveTo>
                  <a:lnTo>
                    <a:pt x="76" y="61"/>
                  </a:lnTo>
                  <a:cubicBezTo>
                    <a:pt x="100" y="69"/>
                    <a:pt x="120" y="81"/>
                    <a:pt x="136" y="97"/>
                  </a:cubicBezTo>
                  <a:cubicBezTo>
                    <a:pt x="152" y="113"/>
                    <a:pt x="164" y="129"/>
                    <a:pt x="172" y="149"/>
                  </a:cubicBezTo>
                  <a:cubicBezTo>
                    <a:pt x="160" y="145"/>
                    <a:pt x="148" y="145"/>
                    <a:pt x="132" y="137"/>
                  </a:cubicBezTo>
                  <a:cubicBezTo>
                    <a:pt x="112" y="133"/>
                    <a:pt x="92" y="121"/>
                    <a:pt x="80" y="101"/>
                  </a:cubicBezTo>
                  <a:cubicBezTo>
                    <a:pt x="72" y="89"/>
                    <a:pt x="68" y="73"/>
                    <a:pt x="76" y="61"/>
                  </a:cubicBezTo>
                  <a:close/>
                  <a:moveTo>
                    <a:pt x="73" y="1"/>
                  </a:moveTo>
                  <a:cubicBezTo>
                    <a:pt x="61" y="1"/>
                    <a:pt x="50" y="4"/>
                    <a:pt x="40" y="13"/>
                  </a:cubicBezTo>
                  <a:cubicBezTo>
                    <a:pt x="4" y="45"/>
                    <a:pt x="0" y="97"/>
                    <a:pt x="24" y="137"/>
                  </a:cubicBezTo>
                  <a:cubicBezTo>
                    <a:pt x="44" y="169"/>
                    <a:pt x="76" y="189"/>
                    <a:pt x="116" y="201"/>
                  </a:cubicBezTo>
                  <a:cubicBezTo>
                    <a:pt x="133" y="211"/>
                    <a:pt x="153" y="216"/>
                    <a:pt x="173" y="216"/>
                  </a:cubicBezTo>
                  <a:cubicBezTo>
                    <a:pt x="186" y="216"/>
                    <a:pt x="200" y="214"/>
                    <a:pt x="212" y="209"/>
                  </a:cubicBezTo>
                  <a:cubicBezTo>
                    <a:pt x="228" y="197"/>
                    <a:pt x="236" y="177"/>
                    <a:pt x="236" y="157"/>
                  </a:cubicBezTo>
                  <a:cubicBezTo>
                    <a:pt x="236" y="113"/>
                    <a:pt x="184" y="57"/>
                    <a:pt x="180" y="57"/>
                  </a:cubicBezTo>
                  <a:cubicBezTo>
                    <a:pt x="180" y="57"/>
                    <a:pt x="121" y="1"/>
                    <a:pt x="7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6"/>
            <p:cNvSpPr/>
            <p:nvPr/>
          </p:nvSpPr>
          <p:spPr>
            <a:xfrm flipH="1">
              <a:off x="3265550" y="176900"/>
              <a:ext cx="21899" cy="30010"/>
            </a:xfrm>
            <a:custGeom>
              <a:avLst/>
              <a:gdLst/>
              <a:ahLst/>
              <a:cxnLst/>
              <a:rect l="l" t="t" r="r" b="b"/>
              <a:pathLst>
                <a:path w="189" h="259" extrusionOk="0">
                  <a:moveTo>
                    <a:pt x="84" y="62"/>
                  </a:moveTo>
                  <a:cubicBezTo>
                    <a:pt x="100" y="66"/>
                    <a:pt x="112" y="74"/>
                    <a:pt x="116" y="86"/>
                  </a:cubicBezTo>
                  <a:cubicBezTo>
                    <a:pt x="124" y="110"/>
                    <a:pt x="120" y="134"/>
                    <a:pt x="112" y="154"/>
                  </a:cubicBezTo>
                  <a:cubicBezTo>
                    <a:pt x="108" y="166"/>
                    <a:pt x="104" y="178"/>
                    <a:pt x="96" y="190"/>
                  </a:cubicBezTo>
                  <a:cubicBezTo>
                    <a:pt x="88" y="174"/>
                    <a:pt x="84" y="158"/>
                    <a:pt x="80" y="142"/>
                  </a:cubicBezTo>
                  <a:cubicBezTo>
                    <a:pt x="76" y="114"/>
                    <a:pt x="80" y="86"/>
                    <a:pt x="84" y="62"/>
                  </a:cubicBezTo>
                  <a:close/>
                  <a:moveTo>
                    <a:pt x="85" y="1"/>
                  </a:moveTo>
                  <a:cubicBezTo>
                    <a:pt x="79" y="1"/>
                    <a:pt x="74" y="1"/>
                    <a:pt x="68" y="2"/>
                  </a:cubicBezTo>
                  <a:cubicBezTo>
                    <a:pt x="0" y="14"/>
                    <a:pt x="20" y="150"/>
                    <a:pt x="20" y="150"/>
                  </a:cubicBezTo>
                  <a:cubicBezTo>
                    <a:pt x="20" y="186"/>
                    <a:pt x="36" y="218"/>
                    <a:pt x="60" y="246"/>
                  </a:cubicBezTo>
                  <a:cubicBezTo>
                    <a:pt x="71" y="254"/>
                    <a:pt x="83" y="258"/>
                    <a:pt x="95" y="258"/>
                  </a:cubicBezTo>
                  <a:cubicBezTo>
                    <a:pt x="102" y="258"/>
                    <a:pt x="109" y="257"/>
                    <a:pt x="116" y="254"/>
                  </a:cubicBezTo>
                  <a:cubicBezTo>
                    <a:pt x="120" y="254"/>
                    <a:pt x="128" y="250"/>
                    <a:pt x="132" y="250"/>
                  </a:cubicBezTo>
                  <a:cubicBezTo>
                    <a:pt x="152" y="230"/>
                    <a:pt x="168" y="206"/>
                    <a:pt x="176" y="178"/>
                  </a:cubicBezTo>
                  <a:cubicBezTo>
                    <a:pt x="188" y="142"/>
                    <a:pt x="188" y="98"/>
                    <a:pt x="176" y="62"/>
                  </a:cubicBezTo>
                  <a:cubicBezTo>
                    <a:pt x="162" y="27"/>
                    <a:pt x="126" y="1"/>
                    <a:pt x="85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6"/>
            <p:cNvSpPr/>
            <p:nvPr/>
          </p:nvSpPr>
          <p:spPr>
            <a:xfrm flipH="1">
              <a:off x="3215959" y="150366"/>
              <a:ext cx="14020" cy="22710"/>
            </a:xfrm>
            <a:custGeom>
              <a:avLst/>
              <a:gdLst/>
              <a:ahLst/>
              <a:cxnLst/>
              <a:rect l="l" t="t" r="r" b="b"/>
              <a:pathLst>
                <a:path w="121" h="196" extrusionOk="0">
                  <a:moveTo>
                    <a:pt x="43" y="0"/>
                  </a:moveTo>
                  <a:cubicBezTo>
                    <a:pt x="24" y="0"/>
                    <a:pt x="7" y="15"/>
                    <a:pt x="0" y="47"/>
                  </a:cubicBezTo>
                  <a:cubicBezTo>
                    <a:pt x="0" y="79"/>
                    <a:pt x="8" y="107"/>
                    <a:pt x="32" y="131"/>
                  </a:cubicBezTo>
                  <a:cubicBezTo>
                    <a:pt x="48" y="155"/>
                    <a:pt x="68" y="171"/>
                    <a:pt x="92" y="191"/>
                  </a:cubicBezTo>
                  <a:lnTo>
                    <a:pt x="96" y="195"/>
                  </a:lnTo>
                  <a:cubicBezTo>
                    <a:pt x="120" y="143"/>
                    <a:pt x="120" y="83"/>
                    <a:pt x="92" y="35"/>
                  </a:cubicBezTo>
                  <a:cubicBezTo>
                    <a:pt x="79" y="12"/>
                    <a:pt x="60" y="0"/>
                    <a:pt x="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6"/>
            <p:cNvSpPr/>
            <p:nvPr/>
          </p:nvSpPr>
          <p:spPr>
            <a:xfrm flipH="1">
              <a:off x="3294749" y="149671"/>
              <a:ext cx="14483" cy="20740"/>
            </a:xfrm>
            <a:custGeom>
              <a:avLst/>
              <a:gdLst/>
              <a:ahLst/>
              <a:cxnLst/>
              <a:rect l="l" t="t" r="r" b="b"/>
              <a:pathLst>
                <a:path w="125" h="179" extrusionOk="0">
                  <a:moveTo>
                    <a:pt x="56" y="0"/>
                  </a:moveTo>
                  <a:cubicBezTo>
                    <a:pt x="54" y="0"/>
                    <a:pt x="53" y="1"/>
                    <a:pt x="52" y="1"/>
                  </a:cubicBezTo>
                  <a:cubicBezTo>
                    <a:pt x="20" y="9"/>
                    <a:pt x="0" y="33"/>
                    <a:pt x="0" y="65"/>
                  </a:cubicBezTo>
                  <a:cubicBezTo>
                    <a:pt x="0" y="97"/>
                    <a:pt x="12" y="125"/>
                    <a:pt x="36" y="149"/>
                  </a:cubicBezTo>
                  <a:cubicBezTo>
                    <a:pt x="53" y="169"/>
                    <a:pt x="70" y="178"/>
                    <a:pt x="82" y="178"/>
                  </a:cubicBezTo>
                  <a:cubicBezTo>
                    <a:pt x="84" y="178"/>
                    <a:pt x="86" y="178"/>
                    <a:pt x="88" y="177"/>
                  </a:cubicBezTo>
                  <a:cubicBezTo>
                    <a:pt x="112" y="173"/>
                    <a:pt x="124" y="133"/>
                    <a:pt x="112" y="89"/>
                  </a:cubicBezTo>
                  <a:cubicBezTo>
                    <a:pt x="108" y="74"/>
                    <a:pt x="79" y="0"/>
                    <a:pt x="5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6"/>
            <p:cNvSpPr/>
            <p:nvPr/>
          </p:nvSpPr>
          <p:spPr>
            <a:xfrm flipH="1">
              <a:off x="3320240" y="192310"/>
              <a:ext cx="14483" cy="23985"/>
            </a:xfrm>
            <a:custGeom>
              <a:avLst/>
              <a:gdLst/>
              <a:ahLst/>
              <a:cxnLst/>
              <a:rect l="l" t="t" r="r" b="b"/>
              <a:pathLst>
                <a:path w="125" h="207" extrusionOk="0">
                  <a:moveTo>
                    <a:pt x="50" y="1"/>
                  </a:moveTo>
                  <a:cubicBezTo>
                    <a:pt x="49" y="1"/>
                    <a:pt x="49" y="1"/>
                    <a:pt x="48" y="1"/>
                  </a:cubicBezTo>
                  <a:cubicBezTo>
                    <a:pt x="20" y="9"/>
                    <a:pt x="0" y="37"/>
                    <a:pt x="0" y="69"/>
                  </a:cubicBezTo>
                  <a:cubicBezTo>
                    <a:pt x="0" y="92"/>
                    <a:pt x="64" y="206"/>
                    <a:pt x="88" y="206"/>
                  </a:cubicBezTo>
                  <a:cubicBezTo>
                    <a:pt x="90" y="206"/>
                    <a:pt x="91" y="206"/>
                    <a:pt x="92" y="205"/>
                  </a:cubicBezTo>
                  <a:cubicBezTo>
                    <a:pt x="116" y="177"/>
                    <a:pt x="124" y="133"/>
                    <a:pt x="112" y="97"/>
                  </a:cubicBezTo>
                  <a:cubicBezTo>
                    <a:pt x="108" y="81"/>
                    <a:pt x="78" y="1"/>
                    <a:pt x="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6"/>
            <p:cNvSpPr/>
            <p:nvPr/>
          </p:nvSpPr>
          <p:spPr>
            <a:xfrm flipH="1">
              <a:off x="3380491" y="215136"/>
              <a:ext cx="19582" cy="17380"/>
            </a:xfrm>
            <a:custGeom>
              <a:avLst/>
              <a:gdLst/>
              <a:ahLst/>
              <a:cxnLst/>
              <a:rect l="l" t="t" r="r" b="b"/>
              <a:pathLst>
                <a:path w="169" h="150" extrusionOk="0">
                  <a:moveTo>
                    <a:pt x="35" y="1"/>
                  </a:moveTo>
                  <a:cubicBezTo>
                    <a:pt x="31" y="1"/>
                    <a:pt x="27" y="2"/>
                    <a:pt x="24" y="4"/>
                  </a:cubicBezTo>
                  <a:cubicBezTo>
                    <a:pt x="4" y="28"/>
                    <a:pt x="0" y="60"/>
                    <a:pt x="16" y="88"/>
                  </a:cubicBezTo>
                  <a:cubicBezTo>
                    <a:pt x="32" y="112"/>
                    <a:pt x="60" y="128"/>
                    <a:pt x="88" y="136"/>
                  </a:cubicBezTo>
                  <a:cubicBezTo>
                    <a:pt x="105" y="142"/>
                    <a:pt x="125" y="149"/>
                    <a:pt x="142" y="149"/>
                  </a:cubicBezTo>
                  <a:cubicBezTo>
                    <a:pt x="149" y="149"/>
                    <a:pt x="155" y="148"/>
                    <a:pt x="160" y="144"/>
                  </a:cubicBezTo>
                  <a:cubicBezTo>
                    <a:pt x="164" y="140"/>
                    <a:pt x="168" y="132"/>
                    <a:pt x="168" y="124"/>
                  </a:cubicBezTo>
                  <a:cubicBezTo>
                    <a:pt x="168" y="100"/>
                    <a:pt x="136" y="60"/>
                    <a:pt x="124" y="48"/>
                  </a:cubicBezTo>
                  <a:cubicBezTo>
                    <a:pt x="114" y="38"/>
                    <a:pt x="62" y="1"/>
                    <a:pt x="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6"/>
            <p:cNvSpPr/>
            <p:nvPr/>
          </p:nvSpPr>
          <p:spPr>
            <a:xfrm flipH="1">
              <a:off x="3269721" y="180723"/>
              <a:ext cx="12630" cy="22594"/>
            </a:xfrm>
            <a:custGeom>
              <a:avLst/>
              <a:gdLst/>
              <a:ahLst/>
              <a:cxnLst/>
              <a:rect l="l" t="t" r="r" b="b"/>
              <a:pathLst>
                <a:path w="109" h="195" extrusionOk="0">
                  <a:moveTo>
                    <a:pt x="37" y="0"/>
                  </a:moveTo>
                  <a:cubicBezTo>
                    <a:pt x="34" y="0"/>
                    <a:pt x="31" y="1"/>
                    <a:pt x="28" y="1"/>
                  </a:cubicBezTo>
                  <a:cubicBezTo>
                    <a:pt x="0" y="5"/>
                    <a:pt x="0" y="93"/>
                    <a:pt x="4" y="113"/>
                  </a:cubicBezTo>
                  <a:cubicBezTo>
                    <a:pt x="4" y="141"/>
                    <a:pt x="16" y="165"/>
                    <a:pt x="36" y="185"/>
                  </a:cubicBezTo>
                  <a:cubicBezTo>
                    <a:pt x="39" y="191"/>
                    <a:pt x="46" y="195"/>
                    <a:pt x="53" y="195"/>
                  </a:cubicBezTo>
                  <a:cubicBezTo>
                    <a:pt x="56" y="195"/>
                    <a:pt x="58" y="194"/>
                    <a:pt x="60" y="193"/>
                  </a:cubicBezTo>
                  <a:cubicBezTo>
                    <a:pt x="80" y="185"/>
                    <a:pt x="92" y="149"/>
                    <a:pt x="100" y="133"/>
                  </a:cubicBezTo>
                  <a:cubicBezTo>
                    <a:pt x="108" y="105"/>
                    <a:pt x="108" y="73"/>
                    <a:pt x="100" y="45"/>
                  </a:cubicBezTo>
                  <a:cubicBezTo>
                    <a:pt x="89" y="16"/>
                    <a:pt x="62" y="0"/>
                    <a:pt x="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63" name="Google Shape;4163;p76"/>
          <p:cNvGrpSpPr/>
          <p:nvPr/>
        </p:nvGrpSpPr>
        <p:grpSpPr>
          <a:xfrm>
            <a:off x="3960897" y="1630693"/>
            <a:ext cx="1222207" cy="1177089"/>
            <a:chOff x="3561301" y="215252"/>
            <a:chExt cx="745839" cy="718263"/>
          </a:xfrm>
        </p:grpSpPr>
        <p:sp>
          <p:nvSpPr>
            <p:cNvPr id="4164" name="Google Shape;4164;p76"/>
            <p:cNvSpPr/>
            <p:nvPr/>
          </p:nvSpPr>
          <p:spPr>
            <a:xfrm flipH="1">
              <a:off x="4120244" y="293463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76"/>
            <p:cNvSpPr/>
            <p:nvPr/>
          </p:nvSpPr>
          <p:spPr>
            <a:xfrm flipH="1">
              <a:off x="4120708" y="293926"/>
              <a:ext cx="116" cy="11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76"/>
            <p:cNvSpPr/>
            <p:nvPr/>
          </p:nvSpPr>
          <p:spPr>
            <a:xfrm flipH="1">
              <a:off x="3751784" y="502024"/>
              <a:ext cx="91883" cy="87712"/>
            </a:xfrm>
            <a:custGeom>
              <a:avLst/>
              <a:gdLst/>
              <a:ahLst/>
              <a:cxnLst/>
              <a:rect l="l" t="t" r="r" b="b"/>
              <a:pathLst>
                <a:path w="793" h="757" extrusionOk="0">
                  <a:moveTo>
                    <a:pt x="792" y="0"/>
                  </a:moveTo>
                  <a:lnTo>
                    <a:pt x="792" y="0"/>
                  </a:lnTo>
                  <a:cubicBezTo>
                    <a:pt x="786" y="2"/>
                    <a:pt x="781" y="4"/>
                    <a:pt x="775" y="7"/>
                  </a:cubicBezTo>
                  <a:lnTo>
                    <a:pt x="775" y="7"/>
                  </a:lnTo>
                  <a:lnTo>
                    <a:pt x="792" y="0"/>
                  </a:lnTo>
                  <a:close/>
                  <a:moveTo>
                    <a:pt x="775" y="7"/>
                  </a:moveTo>
                  <a:lnTo>
                    <a:pt x="720" y="28"/>
                  </a:lnTo>
                  <a:cubicBezTo>
                    <a:pt x="576" y="72"/>
                    <a:pt x="476" y="192"/>
                    <a:pt x="384" y="304"/>
                  </a:cubicBezTo>
                  <a:lnTo>
                    <a:pt x="152" y="596"/>
                  </a:lnTo>
                  <a:cubicBezTo>
                    <a:pt x="108" y="656"/>
                    <a:pt x="56" y="708"/>
                    <a:pt x="0" y="756"/>
                  </a:cubicBezTo>
                  <a:cubicBezTo>
                    <a:pt x="124" y="680"/>
                    <a:pt x="244" y="596"/>
                    <a:pt x="356" y="508"/>
                  </a:cubicBezTo>
                  <a:cubicBezTo>
                    <a:pt x="424" y="456"/>
                    <a:pt x="488" y="400"/>
                    <a:pt x="544" y="336"/>
                  </a:cubicBezTo>
                  <a:cubicBezTo>
                    <a:pt x="600" y="272"/>
                    <a:pt x="648" y="200"/>
                    <a:pt x="688" y="124"/>
                  </a:cubicBezTo>
                  <a:cubicBezTo>
                    <a:pt x="710" y="81"/>
                    <a:pt x="731" y="29"/>
                    <a:pt x="775" y="7"/>
                  </a:cubicBezTo>
                  <a:close/>
                </a:path>
              </a:pathLst>
            </a:custGeom>
            <a:solidFill>
              <a:srgbClr val="B7A4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76"/>
            <p:cNvSpPr/>
            <p:nvPr/>
          </p:nvSpPr>
          <p:spPr>
            <a:xfrm flipH="1">
              <a:off x="3561301" y="215252"/>
              <a:ext cx="745839" cy="718263"/>
            </a:xfrm>
            <a:custGeom>
              <a:avLst/>
              <a:gdLst/>
              <a:ahLst/>
              <a:cxnLst/>
              <a:rect l="l" t="t" r="r" b="b"/>
              <a:pathLst>
                <a:path w="6437" h="6199" extrusionOk="0">
                  <a:moveTo>
                    <a:pt x="4056" y="2183"/>
                  </a:moveTo>
                  <a:cubicBezTo>
                    <a:pt x="4032" y="2211"/>
                    <a:pt x="4012" y="2239"/>
                    <a:pt x="3992" y="2267"/>
                  </a:cubicBezTo>
                  <a:cubicBezTo>
                    <a:pt x="3920" y="2363"/>
                    <a:pt x="3852" y="2463"/>
                    <a:pt x="3796" y="2567"/>
                  </a:cubicBezTo>
                  <a:cubicBezTo>
                    <a:pt x="3768" y="2615"/>
                    <a:pt x="3740" y="2667"/>
                    <a:pt x="3712" y="2711"/>
                  </a:cubicBezTo>
                  <a:lnTo>
                    <a:pt x="3696" y="2747"/>
                  </a:lnTo>
                  <a:lnTo>
                    <a:pt x="3696" y="2751"/>
                  </a:lnTo>
                  <a:lnTo>
                    <a:pt x="3692" y="2751"/>
                  </a:lnTo>
                  <a:lnTo>
                    <a:pt x="3688" y="2759"/>
                  </a:lnTo>
                  <a:lnTo>
                    <a:pt x="3676" y="2775"/>
                  </a:lnTo>
                  <a:cubicBezTo>
                    <a:pt x="3664" y="2795"/>
                    <a:pt x="3648" y="2823"/>
                    <a:pt x="3636" y="2839"/>
                  </a:cubicBezTo>
                  <a:cubicBezTo>
                    <a:pt x="3580" y="2915"/>
                    <a:pt x="3516" y="2979"/>
                    <a:pt x="3444" y="3035"/>
                  </a:cubicBezTo>
                  <a:cubicBezTo>
                    <a:pt x="3364" y="3091"/>
                    <a:pt x="3280" y="3143"/>
                    <a:pt x="3192" y="3187"/>
                  </a:cubicBezTo>
                  <a:cubicBezTo>
                    <a:pt x="3161" y="3198"/>
                    <a:pt x="3132" y="3206"/>
                    <a:pt x="3111" y="3206"/>
                  </a:cubicBezTo>
                  <a:cubicBezTo>
                    <a:pt x="3085" y="3206"/>
                    <a:pt x="3070" y="3194"/>
                    <a:pt x="3076" y="3159"/>
                  </a:cubicBezTo>
                  <a:cubicBezTo>
                    <a:pt x="3188" y="3075"/>
                    <a:pt x="3288" y="2975"/>
                    <a:pt x="3368" y="2859"/>
                  </a:cubicBezTo>
                  <a:cubicBezTo>
                    <a:pt x="3420" y="2787"/>
                    <a:pt x="3472" y="2711"/>
                    <a:pt x="3528" y="2631"/>
                  </a:cubicBezTo>
                  <a:cubicBezTo>
                    <a:pt x="3552" y="2587"/>
                    <a:pt x="3580" y="2551"/>
                    <a:pt x="3612" y="2511"/>
                  </a:cubicBezTo>
                  <a:cubicBezTo>
                    <a:pt x="3628" y="2495"/>
                    <a:pt x="3644" y="2479"/>
                    <a:pt x="3664" y="2463"/>
                  </a:cubicBezTo>
                  <a:lnTo>
                    <a:pt x="3688" y="2435"/>
                  </a:lnTo>
                  <a:lnTo>
                    <a:pt x="3720" y="2415"/>
                  </a:lnTo>
                  <a:cubicBezTo>
                    <a:pt x="3808" y="2347"/>
                    <a:pt x="3896" y="2283"/>
                    <a:pt x="3992" y="2227"/>
                  </a:cubicBezTo>
                  <a:lnTo>
                    <a:pt x="4056" y="2183"/>
                  </a:lnTo>
                  <a:close/>
                  <a:moveTo>
                    <a:pt x="3099" y="0"/>
                  </a:moveTo>
                  <a:cubicBezTo>
                    <a:pt x="3057" y="0"/>
                    <a:pt x="3014" y="2"/>
                    <a:pt x="2972" y="7"/>
                  </a:cubicBezTo>
                  <a:cubicBezTo>
                    <a:pt x="2936" y="11"/>
                    <a:pt x="2900" y="15"/>
                    <a:pt x="2864" y="19"/>
                  </a:cubicBezTo>
                  <a:cubicBezTo>
                    <a:pt x="2848" y="19"/>
                    <a:pt x="2828" y="27"/>
                    <a:pt x="2812" y="31"/>
                  </a:cubicBezTo>
                  <a:cubicBezTo>
                    <a:pt x="2796" y="35"/>
                    <a:pt x="2780" y="39"/>
                    <a:pt x="2764" y="43"/>
                  </a:cubicBezTo>
                  <a:cubicBezTo>
                    <a:pt x="2728" y="55"/>
                    <a:pt x="2692" y="63"/>
                    <a:pt x="2660" y="75"/>
                  </a:cubicBezTo>
                  <a:cubicBezTo>
                    <a:pt x="2624" y="91"/>
                    <a:pt x="2592" y="103"/>
                    <a:pt x="2560" y="119"/>
                  </a:cubicBezTo>
                  <a:cubicBezTo>
                    <a:pt x="2496" y="151"/>
                    <a:pt x="2436" y="195"/>
                    <a:pt x="2384" y="247"/>
                  </a:cubicBezTo>
                  <a:cubicBezTo>
                    <a:pt x="2336" y="295"/>
                    <a:pt x="2292" y="355"/>
                    <a:pt x="2260" y="419"/>
                  </a:cubicBezTo>
                  <a:cubicBezTo>
                    <a:pt x="2228" y="483"/>
                    <a:pt x="2208" y="551"/>
                    <a:pt x="2196" y="619"/>
                  </a:cubicBezTo>
                  <a:cubicBezTo>
                    <a:pt x="2172" y="755"/>
                    <a:pt x="2172" y="891"/>
                    <a:pt x="2196" y="1027"/>
                  </a:cubicBezTo>
                  <a:cubicBezTo>
                    <a:pt x="2224" y="1155"/>
                    <a:pt x="2264" y="1279"/>
                    <a:pt x="2320" y="1399"/>
                  </a:cubicBezTo>
                  <a:cubicBezTo>
                    <a:pt x="2420" y="1627"/>
                    <a:pt x="2520" y="1835"/>
                    <a:pt x="2612" y="2027"/>
                  </a:cubicBezTo>
                  <a:cubicBezTo>
                    <a:pt x="2660" y="2123"/>
                    <a:pt x="2704" y="2215"/>
                    <a:pt x="2744" y="2307"/>
                  </a:cubicBezTo>
                  <a:cubicBezTo>
                    <a:pt x="2764" y="2351"/>
                    <a:pt x="2780" y="2391"/>
                    <a:pt x="2796" y="2435"/>
                  </a:cubicBezTo>
                  <a:lnTo>
                    <a:pt x="2804" y="2451"/>
                  </a:lnTo>
                  <a:lnTo>
                    <a:pt x="2804" y="2455"/>
                  </a:lnTo>
                  <a:lnTo>
                    <a:pt x="2804" y="2463"/>
                  </a:lnTo>
                  <a:cubicBezTo>
                    <a:pt x="2804" y="2471"/>
                    <a:pt x="2808" y="2483"/>
                    <a:pt x="2812" y="2491"/>
                  </a:cubicBezTo>
                  <a:cubicBezTo>
                    <a:pt x="2816" y="2511"/>
                    <a:pt x="2816" y="2531"/>
                    <a:pt x="2820" y="2551"/>
                  </a:cubicBezTo>
                  <a:cubicBezTo>
                    <a:pt x="2820" y="2699"/>
                    <a:pt x="2808" y="2847"/>
                    <a:pt x="2776" y="2991"/>
                  </a:cubicBezTo>
                  <a:cubicBezTo>
                    <a:pt x="2764" y="3063"/>
                    <a:pt x="2748" y="3123"/>
                    <a:pt x="2736" y="3175"/>
                  </a:cubicBezTo>
                  <a:cubicBezTo>
                    <a:pt x="2734" y="3176"/>
                    <a:pt x="2732" y="3177"/>
                    <a:pt x="2730" y="3177"/>
                  </a:cubicBezTo>
                  <a:cubicBezTo>
                    <a:pt x="2723" y="3177"/>
                    <a:pt x="2715" y="3172"/>
                    <a:pt x="2712" y="3163"/>
                  </a:cubicBezTo>
                  <a:lnTo>
                    <a:pt x="2712" y="3031"/>
                  </a:lnTo>
                  <a:cubicBezTo>
                    <a:pt x="2708" y="2899"/>
                    <a:pt x="2700" y="2767"/>
                    <a:pt x="2680" y="2635"/>
                  </a:cubicBezTo>
                  <a:cubicBezTo>
                    <a:pt x="2660" y="2463"/>
                    <a:pt x="2620" y="2295"/>
                    <a:pt x="2564" y="2131"/>
                  </a:cubicBezTo>
                  <a:cubicBezTo>
                    <a:pt x="2528" y="2035"/>
                    <a:pt x="2488" y="1943"/>
                    <a:pt x="2436" y="1855"/>
                  </a:cubicBezTo>
                  <a:cubicBezTo>
                    <a:pt x="2376" y="1763"/>
                    <a:pt x="2304" y="1675"/>
                    <a:pt x="2216" y="1607"/>
                  </a:cubicBezTo>
                  <a:cubicBezTo>
                    <a:pt x="2192" y="1587"/>
                    <a:pt x="2168" y="1571"/>
                    <a:pt x="2144" y="1555"/>
                  </a:cubicBezTo>
                  <a:cubicBezTo>
                    <a:pt x="2120" y="1543"/>
                    <a:pt x="2092" y="1531"/>
                    <a:pt x="2072" y="1515"/>
                  </a:cubicBezTo>
                  <a:cubicBezTo>
                    <a:pt x="2020" y="1491"/>
                    <a:pt x="1972" y="1467"/>
                    <a:pt x="1920" y="1443"/>
                  </a:cubicBezTo>
                  <a:cubicBezTo>
                    <a:pt x="1820" y="1391"/>
                    <a:pt x="1712" y="1347"/>
                    <a:pt x="1600" y="1307"/>
                  </a:cubicBezTo>
                  <a:cubicBezTo>
                    <a:pt x="1488" y="1267"/>
                    <a:pt x="1372" y="1235"/>
                    <a:pt x="1256" y="1207"/>
                  </a:cubicBezTo>
                  <a:cubicBezTo>
                    <a:pt x="1136" y="1179"/>
                    <a:pt x="1012" y="1167"/>
                    <a:pt x="888" y="1167"/>
                  </a:cubicBezTo>
                  <a:cubicBezTo>
                    <a:pt x="760" y="1167"/>
                    <a:pt x="632" y="1203"/>
                    <a:pt x="524" y="1271"/>
                  </a:cubicBezTo>
                  <a:cubicBezTo>
                    <a:pt x="468" y="1307"/>
                    <a:pt x="420" y="1351"/>
                    <a:pt x="380" y="1403"/>
                  </a:cubicBezTo>
                  <a:cubicBezTo>
                    <a:pt x="348" y="1459"/>
                    <a:pt x="316" y="1515"/>
                    <a:pt x="288" y="1575"/>
                  </a:cubicBezTo>
                  <a:cubicBezTo>
                    <a:pt x="184" y="1799"/>
                    <a:pt x="60" y="2023"/>
                    <a:pt x="12" y="2279"/>
                  </a:cubicBezTo>
                  <a:cubicBezTo>
                    <a:pt x="8" y="2311"/>
                    <a:pt x="4" y="2343"/>
                    <a:pt x="0" y="2375"/>
                  </a:cubicBezTo>
                  <a:cubicBezTo>
                    <a:pt x="0" y="2407"/>
                    <a:pt x="0" y="2439"/>
                    <a:pt x="0" y="2475"/>
                  </a:cubicBezTo>
                  <a:cubicBezTo>
                    <a:pt x="0" y="2507"/>
                    <a:pt x="8" y="2539"/>
                    <a:pt x="16" y="2575"/>
                  </a:cubicBezTo>
                  <a:cubicBezTo>
                    <a:pt x="24" y="2607"/>
                    <a:pt x="32" y="2639"/>
                    <a:pt x="44" y="2671"/>
                  </a:cubicBezTo>
                  <a:cubicBezTo>
                    <a:pt x="96" y="2787"/>
                    <a:pt x="172" y="2895"/>
                    <a:pt x="268" y="2983"/>
                  </a:cubicBezTo>
                  <a:cubicBezTo>
                    <a:pt x="272" y="2987"/>
                    <a:pt x="276" y="2991"/>
                    <a:pt x="284" y="2999"/>
                  </a:cubicBezTo>
                  <a:lnTo>
                    <a:pt x="300" y="3011"/>
                  </a:lnTo>
                  <a:lnTo>
                    <a:pt x="336" y="3039"/>
                  </a:lnTo>
                  <a:cubicBezTo>
                    <a:pt x="356" y="3059"/>
                    <a:pt x="380" y="3079"/>
                    <a:pt x="404" y="3095"/>
                  </a:cubicBezTo>
                  <a:lnTo>
                    <a:pt x="476" y="3147"/>
                  </a:lnTo>
                  <a:lnTo>
                    <a:pt x="552" y="3195"/>
                  </a:lnTo>
                  <a:cubicBezTo>
                    <a:pt x="600" y="3227"/>
                    <a:pt x="652" y="3251"/>
                    <a:pt x="700" y="3279"/>
                  </a:cubicBezTo>
                  <a:cubicBezTo>
                    <a:pt x="752" y="3307"/>
                    <a:pt x="804" y="3327"/>
                    <a:pt x="856" y="3351"/>
                  </a:cubicBezTo>
                  <a:cubicBezTo>
                    <a:pt x="1044" y="3427"/>
                    <a:pt x="1248" y="3479"/>
                    <a:pt x="1452" y="3511"/>
                  </a:cubicBezTo>
                  <a:cubicBezTo>
                    <a:pt x="1569" y="3525"/>
                    <a:pt x="1686" y="3533"/>
                    <a:pt x="1803" y="3533"/>
                  </a:cubicBezTo>
                  <a:cubicBezTo>
                    <a:pt x="1858" y="3533"/>
                    <a:pt x="1913" y="3531"/>
                    <a:pt x="1968" y="3527"/>
                  </a:cubicBezTo>
                  <a:cubicBezTo>
                    <a:pt x="2104" y="3519"/>
                    <a:pt x="2236" y="3503"/>
                    <a:pt x="2364" y="3475"/>
                  </a:cubicBezTo>
                  <a:lnTo>
                    <a:pt x="2416" y="3463"/>
                  </a:lnTo>
                  <a:lnTo>
                    <a:pt x="2416" y="3463"/>
                  </a:lnTo>
                  <a:cubicBezTo>
                    <a:pt x="2412" y="3467"/>
                    <a:pt x="2408" y="3471"/>
                    <a:pt x="2404" y="3479"/>
                  </a:cubicBezTo>
                  <a:lnTo>
                    <a:pt x="2352" y="3495"/>
                  </a:lnTo>
                  <a:cubicBezTo>
                    <a:pt x="2244" y="3527"/>
                    <a:pt x="2112" y="3571"/>
                    <a:pt x="1956" y="3611"/>
                  </a:cubicBezTo>
                  <a:cubicBezTo>
                    <a:pt x="1880" y="3631"/>
                    <a:pt x="1796" y="3647"/>
                    <a:pt x="1712" y="3663"/>
                  </a:cubicBezTo>
                  <a:cubicBezTo>
                    <a:pt x="1668" y="3671"/>
                    <a:pt x="1624" y="3675"/>
                    <a:pt x="1576" y="3679"/>
                  </a:cubicBezTo>
                  <a:lnTo>
                    <a:pt x="1504" y="3687"/>
                  </a:lnTo>
                  <a:lnTo>
                    <a:pt x="1432" y="3699"/>
                  </a:lnTo>
                  <a:cubicBezTo>
                    <a:pt x="1328" y="3715"/>
                    <a:pt x="1224" y="3743"/>
                    <a:pt x="1124" y="3783"/>
                  </a:cubicBezTo>
                  <a:cubicBezTo>
                    <a:pt x="1020" y="3823"/>
                    <a:pt x="916" y="3871"/>
                    <a:pt x="820" y="3931"/>
                  </a:cubicBezTo>
                  <a:cubicBezTo>
                    <a:pt x="608" y="4059"/>
                    <a:pt x="432" y="4235"/>
                    <a:pt x="308" y="4447"/>
                  </a:cubicBezTo>
                  <a:cubicBezTo>
                    <a:pt x="176" y="4675"/>
                    <a:pt x="176" y="4955"/>
                    <a:pt x="252" y="5207"/>
                  </a:cubicBezTo>
                  <a:cubicBezTo>
                    <a:pt x="292" y="5331"/>
                    <a:pt x="352" y="5451"/>
                    <a:pt x="432" y="5559"/>
                  </a:cubicBezTo>
                  <a:cubicBezTo>
                    <a:pt x="512" y="5671"/>
                    <a:pt x="608" y="5763"/>
                    <a:pt x="724" y="5839"/>
                  </a:cubicBezTo>
                  <a:cubicBezTo>
                    <a:pt x="752" y="5855"/>
                    <a:pt x="780" y="5871"/>
                    <a:pt x="808" y="5887"/>
                  </a:cubicBezTo>
                  <a:lnTo>
                    <a:pt x="900" y="5931"/>
                  </a:lnTo>
                  <a:cubicBezTo>
                    <a:pt x="932" y="5947"/>
                    <a:pt x="964" y="5955"/>
                    <a:pt x="996" y="5967"/>
                  </a:cubicBezTo>
                  <a:cubicBezTo>
                    <a:pt x="1012" y="5975"/>
                    <a:pt x="1028" y="5979"/>
                    <a:pt x="1048" y="5983"/>
                  </a:cubicBezTo>
                  <a:lnTo>
                    <a:pt x="1096" y="5999"/>
                  </a:lnTo>
                  <a:cubicBezTo>
                    <a:pt x="1128" y="6003"/>
                    <a:pt x="1164" y="6011"/>
                    <a:pt x="1196" y="6019"/>
                  </a:cubicBezTo>
                  <a:lnTo>
                    <a:pt x="1292" y="6035"/>
                  </a:lnTo>
                  <a:cubicBezTo>
                    <a:pt x="1356" y="6047"/>
                    <a:pt x="1424" y="6055"/>
                    <a:pt x="1488" y="6063"/>
                  </a:cubicBezTo>
                  <a:cubicBezTo>
                    <a:pt x="1576" y="6074"/>
                    <a:pt x="1664" y="6079"/>
                    <a:pt x="1752" y="6079"/>
                  </a:cubicBezTo>
                  <a:cubicBezTo>
                    <a:pt x="1796" y="6079"/>
                    <a:pt x="1840" y="6078"/>
                    <a:pt x="1884" y="6075"/>
                  </a:cubicBezTo>
                  <a:cubicBezTo>
                    <a:pt x="2020" y="6067"/>
                    <a:pt x="2152" y="6027"/>
                    <a:pt x="2268" y="5959"/>
                  </a:cubicBezTo>
                  <a:cubicBezTo>
                    <a:pt x="2380" y="5887"/>
                    <a:pt x="2472" y="5787"/>
                    <a:pt x="2532" y="5667"/>
                  </a:cubicBezTo>
                  <a:cubicBezTo>
                    <a:pt x="2564" y="5611"/>
                    <a:pt x="2588" y="5551"/>
                    <a:pt x="2608" y="5495"/>
                  </a:cubicBezTo>
                  <a:cubicBezTo>
                    <a:pt x="2616" y="5467"/>
                    <a:pt x="2624" y="5435"/>
                    <a:pt x="2632" y="5407"/>
                  </a:cubicBezTo>
                  <a:lnTo>
                    <a:pt x="2640" y="5387"/>
                  </a:lnTo>
                  <a:lnTo>
                    <a:pt x="2640" y="5375"/>
                  </a:lnTo>
                  <a:lnTo>
                    <a:pt x="2640" y="5371"/>
                  </a:lnTo>
                  <a:lnTo>
                    <a:pt x="2640" y="5363"/>
                  </a:lnTo>
                  <a:lnTo>
                    <a:pt x="2648" y="5323"/>
                  </a:lnTo>
                  <a:lnTo>
                    <a:pt x="2664" y="5239"/>
                  </a:lnTo>
                  <a:lnTo>
                    <a:pt x="2676" y="5155"/>
                  </a:lnTo>
                  <a:cubicBezTo>
                    <a:pt x="2684" y="5095"/>
                    <a:pt x="2684" y="5039"/>
                    <a:pt x="2688" y="4987"/>
                  </a:cubicBezTo>
                  <a:cubicBezTo>
                    <a:pt x="2692" y="4931"/>
                    <a:pt x="2688" y="4879"/>
                    <a:pt x="2688" y="4827"/>
                  </a:cubicBezTo>
                  <a:cubicBezTo>
                    <a:pt x="2688" y="4775"/>
                    <a:pt x="2684" y="4723"/>
                    <a:pt x="2680" y="4671"/>
                  </a:cubicBezTo>
                  <a:cubicBezTo>
                    <a:pt x="2668" y="4471"/>
                    <a:pt x="2644" y="4295"/>
                    <a:pt x="2628" y="4135"/>
                  </a:cubicBezTo>
                  <a:cubicBezTo>
                    <a:pt x="2616" y="4031"/>
                    <a:pt x="2612" y="3927"/>
                    <a:pt x="2612" y="3819"/>
                  </a:cubicBezTo>
                  <a:cubicBezTo>
                    <a:pt x="2619" y="3818"/>
                    <a:pt x="2626" y="3818"/>
                    <a:pt x="2633" y="3818"/>
                  </a:cubicBezTo>
                  <a:cubicBezTo>
                    <a:pt x="2655" y="3818"/>
                    <a:pt x="2678" y="3823"/>
                    <a:pt x="2696" y="3835"/>
                  </a:cubicBezTo>
                  <a:cubicBezTo>
                    <a:pt x="2712" y="3875"/>
                    <a:pt x="2732" y="3919"/>
                    <a:pt x="2752" y="3971"/>
                  </a:cubicBezTo>
                  <a:cubicBezTo>
                    <a:pt x="2800" y="4083"/>
                    <a:pt x="2856" y="4219"/>
                    <a:pt x="2916" y="4379"/>
                  </a:cubicBezTo>
                  <a:cubicBezTo>
                    <a:pt x="2944" y="4459"/>
                    <a:pt x="2972" y="4543"/>
                    <a:pt x="2996" y="4631"/>
                  </a:cubicBezTo>
                  <a:cubicBezTo>
                    <a:pt x="3008" y="4675"/>
                    <a:pt x="3020" y="4723"/>
                    <a:pt x="3024" y="4767"/>
                  </a:cubicBezTo>
                  <a:cubicBezTo>
                    <a:pt x="3028" y="4819"/>
                    <a:pt x="3032" y="4867"/>
                    <a:pt x="3040" y="4919"/>
                  </a:cubicBezTo>
                  <a:cubicBezTo>
                    <a:pt x="3060" y="5147"/>
                    <a:pt x="3096" y="5371"/>
                    <a:pt x="3152" y="5591"/>
                  </a:cubicBezTo>
                  <a:cubicBezTo>
                    <a:pt x="3188" y="5715"/>
                    <a:pt x="3236" y="5835"/>
                    <a:pt x="3300" y="5947"/>
                  </a:cubicBezTo>
                  <a:cubicBezTo>
                    <a:pt x="3336" y="6003"/>
                    <a:pt x="3380" y="6055"/>
                    <a:pt x="3432" y="6103"/>
                  </a:cubicBezTo>
                  <a:cubicBezTo>
                    <a:pt x="3460" y="6123"/>
                    <a:pt x="3492" y="6143"/>
                    <a:pt x="3524" y="6159"/>
                  </a:cubicBezTo>
                  <a:cubicBezTo>
                    <a:pt x="3540" y="6163"/>
                    <a:pt x="3560" y="6171"/>
                    <a:pt x="3576" y="6175"/>
                  </a:cubicBezTo>
                  <a:cubicBezTo>
                    <a:pt x="3592" y="6179"/>
                    <a:pt x="3612" y="6183"/>
                    <a:pt x="3628" y="6187"/>
                  </a:cubicBezTo>
                  <a:cubicBezTo>
                    <a:pt x="3692" y="6195"/>
                    <a:pt x="3757" y="6199"/>
                    <a:pt x="3821" y="6199"/>
                  </a:cubicBezTo>
                  <a:cubicBezTo>
                    <a:pt x="3893" y="6199"/>
                    <a:pt x="3964" y="6194"/>
                    <a:pt x="4036" y="6183"/>
                  </a:cubicBezTo>
                  <a:cubicBezTo>
                    <a:pt x="4172" y="6163"/>
                    <a:pt x="4304" y="6135"/>
                    <a:pt x="4436" y="6095"/>
                  </a:cubicBezTo>
                  <a:cubicBezTo>
                    <a:pt x="4572" y="6055"/>
                    <a:pt x="4700" y="6003"/>
                    <a:pt x="4824" y="5939"/>
                  </a:cubicBezTo>
                  <a:cubicBezTo>
                    <a:pt x="4952" y="5875"/>
                    <a:pt x="5072" y="5795"/>
                    <a:pt x="5176" y="5699"/>
                  </a:cubicBezTo>
                  <a:cubicBezTo>
                    <a:pt x="5284" y="5603"/>
                    <a:pt x="5372" y="5487"/>
                    <a:pt x="5436" y="5355"/>
                  </a:cubicBezTo>
                  <a:cubicBezTo>
                    <a:pt x="5468" y="5291"/>
                    <a:pt x="5492" y="5219"/>
                    <a:pt x="5508" y="5151"/>
                  </a:cubicBezTo>
                  <a:cubicBezTo>
                    <a:pt x="5512" y="5131"/>
                    <a:pt x="5516" y="5115"/>
                    <a:pt x="5520" y="5099"/>
                  </a:cubicBezTo>
                  <a:lnTo>
                    <a:pt x="5532" y="5047"/>
                  </a:lnTo>
                  <a:cubicBezTo>
                    <a:pt x="5536" y="5011"/>
                    <a:pt x="5540" y="4975"/>
                    <a:pt x="5544" y="4939"/>
                  </a:cubicBezTo>
                  <a:cubicBezTo>
                    <a:pt x="5576" y="4579"/>
                    <a:pt x="5432" y="4227"/>
                    <a:pt x="5164" y="3987"/>
                  </a:cubicBezTo>
                  <a:cubicBezTo>
                    <a:pt x="5112" y="3943"/>
                    <a:pt x="5056" y="3903"/>
                    <a:pt x="4996" y="3871"/>
                  </a:cubicBezTo>
                  <a:cubicBezTo>
                    <a:pt x="4884" y="3799"/>
                    <a:pt x="4756" y="3759"/>
                    <a:pt x="4620" y="3743"/>
                  </a:cubicBezTo>
                  <a:cubicBezTo>
                    <a:pt x="4597" y="3742"/>
                    <a:pt x="4573" y="3741"/>
                    <a:pt x="4550" y="3741"/>
                  </a:cubicBezTo>
                  <a:cubicBezTo>
                    <a:pt x="4509" y="3741"/>
                    <a:pt x="4469" y="3744"/>
                    <a:pt x="4428" y="3751"/>
                  </a:cubicBezTo>
                  <a:lnTo>
                    <a:pt x="4340" y="3767"/>
                  </a:lnTo>
                  <a:cubicBezTo>
                    <a:pt x="4316" y="3767"/>
                    <a:pt x="4292" y="3775"/>
                    <a:pt x="4264" y="3775"/>
                  </a:cubicBezTo>
                  <a:cubicBezTo>
                    <a:pt x="4160" y="3775"/>
                    <a:pt x="4056" y="3763"/>
                    <a:pt x="3956" y="3743"/>
                  </a:cubicBezTo>
                  <a:cubicBezTo>
                    <a:pt x="3756" y="3707"/>
                    <a:pt x="3568" y="3651"/>
                    <a:pt x="3404" y="3611"/>
                  </a:cubicBezTo>
                  <a:cubicBezTo>
                    <a:pt x="3264" y="3571"/>
                    <a:pt x="3116" y="3539"/>
                    <a:pt x="2968" y="3519"/>
                  </a:cubicBezTo>
                  <a:cubicBezTo>
                    <a:pt x="2936" y="3515"/>
                    <a:pt x="2908" y="3511"/>
                    <a:pt x="2876" y="3511"/>
                  </a:cubicBezTo>
                  <a:lnTo>
                    <a:pt x="2900" y="3503"/>
                  </a:lnTo>
                  <a:cubicBezTo>
                    <a:pt x="2964" y="3491"/>
                    <a:pt x="3044" y="3471"/>
                    <a:pt x="3136" y="3455"/>
                  </a:cubicBezTo>
                  <a:cubicBezTo>
                    <a:pt x="3268" y="3431"/>
                    <a:pt x="3424" y="3403"/>
                    <a:pt x="3600" y="3387"/>
                  </a:cubicBezTo>
                  <a:cubicBezTo>
                    <a:pt x="3736" y="3374"/>
                    <a:pt x="3872" y="3366"/>
                    <a:pt x="4008" y="3366"/>
                  </a:cubicBezTo>
                  <a:cubicBezTo>
                    <a:pt x="4072" y="3366"/>
                    <a:pt x="4136" y="3367"/>
                    <a:pt x="4200" y="3371"/>
                  </a:cubicBezTo>
                  <a:cubicBezTo>
                    <a:pt x="4256" y="3375"/>
                    <a:pt x="4312" y="3383"/>
                    <a:pt x="4368" y="3391"/>
                  </a:cubicBezTo>
                  <a:cubicBezTo>
                    <a:pt x="4424" y="3395"/>
                    <a:pt x="4480" y="3407"/>
                    <a:pt x="4540" y="3423"/>
                  </a:cubicBezTo>
                  <a:lnTo>
                    <a:pt x="4904" y="3507"/>
                  </a:lnTo>
                  <a:cubicBezTo>
                    <a:pt x="5028" y="3535"/>
                    <a:pt x="5156" y="3563"/>
                    <a:pt x="5292" y="3583"/>
                  </a:cubicBezTo>
                  <a:cubicBezTo>
                    <a:pt x="5428" y="3611"/>
                    <a:pt x="5568" y="3627"/>
                    <a:pt x="5704" y="3639"/>
                  </a:cubicBezTo>
                  <a:cubicBezTo>
                    <a:pt x="5741" y="3642"/>
                    <a:pt x="5778" y="3644"/>
                    <a:pt x="5815" y="3644"/>
                  </a:cubicBezTo>
                  <a:cubicBezTo>
                    <a:pt x="5924" y="3644"/>
                    <a:pt x="6032" y="3630"/>
                    <a:pt x="6140" y="3603"/>
                  </a:cubicBezTo>
                  <a:cubicBezTo>
                    <a:pt x="6212" y="3583"/>
                    <a:pt x="6280" y="3539"/>
                    <a:pt x="6332" y="3483"/>
                  </a:cubicBezTo>
                  <a:cubicBezTo>
                    <a:pt x="6380" y="3423"/>
                    <a:pt x="6408" y="3351"/>
                    <a:pt x="6416" y="3271"/>
                  </a:cubicBezTo>
                  <a:cubicBezTo>
                    <a:pt x="6436" y="3123"/>
                    <a:pt x="6436" y="2971"/>
                    <a:pt x="6420" y="2823"/>
                  </a:cubicBezTo>
                  <a:cubicBezTo>
                    <a:pt x="6408" y="2671"/>
                    <a:pt x="6384" y="2523"/>
                    <a:pt x="6340" y="2375"/>
                  </a:cubicBezTo>
                  <a:cubicBezTo>
                    <a:pt x="6300" y="2227"/>
                    <a:pt x="6240" y="2087"/>
                    <a:pt x="6164" y="1955"/>
                  </a:cubicBezTo>
                  <a:cubicBezTo>
                    <a:pt x="6088" y="1819"/>
                    <a:pt x="5980" y="1703"/>
                    <a:pt x="5848" y="1615"/>
                  </a:cubicBezTo>
                  <a:cubicBezTo>
                    <a:pt x="5784" y="1571"/>
                    <a:pt x="5712" y="1535"/>
                    <a:pt x="5636" y="1515"/>
                  </a:cubicBezTo>
                  <a:cubicBezTo>
                    <a:pt x="5560" y="1495"/>
                    <a:pt x="5480" y="1483"/>
                    <a:pt x="5404" y="1483"/>
                  </a:cubicBezTo>
                  <a:lnTo>
                    <a:pt x="5344" y="1483"/>
                  </a:lnTo>
                  <a:cubicBezTo>
                    <a:pt x="5324" y="1483"/>
                    <a:pt x="5308" y="1483"/>
                    <a:pt x="5288" y="1491"/>
                  </a:cubicBezTo>
                  <a:lnTo>
                    <a:pt x="5180" y="1507"/>
                  </a:lnTo>
                  <a:cubicBezTo>
                    <a:pt x="5164" y="1507"/>
                    <a:pt x="5144" y="1511"/>
                    <a:pt x="5128" y="1515"/>
                  </a:cubicBezTo>
                  <a:lnTo>
                    <a:pt x="5072" y="1527"/>
                  </a:lnTo>
                  <a:cubicBezTo>
                    <a:pt x="5036" y="1535"/>
                    <a:pt x="5000" y="1543"/>
                    <a:pt x="4964" y="1555"/>
                  </a:cubicBezTo>
                  <a:cubicBezTo>
                    <a:pt x="4828" y="1595"/>
                    <a:pt x="4696" y="1651"/>
                    <a:pt x="4572" y="1723"/>
                  </a:cubicBezTo>
                  <a:cubicBezTo>
                    <a:pt x="4532" y="1747"/>
                    <a:pt x="4496" y="1771"/>
                    <a:pt x="4460" y="1795"/>
                  </a:cubicBezTo>
                  <a:cubicBezTo>
                    <a:pt x="4488" y="1759"/>
                    <a:pt x="4512" y="1719"/>
                    <a:pt x="4532" y="1679"/>
                  </a:cubicBezTo>
                  <a:cubicBezTo>
                    <a:pt x="4564" y="1619"/>
                    <a:pt x="4592" y="1551"/>
                    <a:pt x="4612" y="1487"/>
                  </a:cubicBezTo>
                  <a:cubicBezTo>
                    <a:pt x="4620" y="1451"/>
                    <a:pt x="4628" y="1415"/>
                    <a:pt x="4636" y="1379"/>
                  </a:cubicBezTo>
                  <a:lnTo>
                    <a:pt x="4648" y="1327"/>
                  </a:lnTo>
                  <a:lnTo>
                    <a:pt x="4652" y="1279"/>
                  </a:lnTo>
                  <a:lnTo>
                    <a:pt x="4660" y="1179"/>
                  </a:lnTo>
                  <a:cubicBezTo>
                    <a:pt x="4664" y="1175"/>
                    <a:pt x="4664" y="1171"/>
                    <a:pt x="4660" y="1171"/>
                  </a:cubicBezTo>
                  <a:lnTo>
                    <a:pt x="4660" y="1119"/>
                  </a:lnTo>
                  <a:cubicBezTo>
                    <a:pt x="4664" y="1103"/>
                    <a:pt x="4664" y="1083"/>
                    <a:pt x="4660" y="1067"/>
                  </a:cubicBezTo>
                  <a:cubicBezTo>
                    <a:pt x="4656" y="991"/>
                    <a:pt x="4644" y="919"/>
                    <a:pt x="4620" y="847"/>
                  </a:cubicBezTo>
                  <a:cubicBezTo>
                    <a:pt x="4572" y="707"/>
                    <a:pt x="4492" y="579"/>
                    <a:pt x="4388" y="471"/>
                  </a:cubicBezTo>
                  <a:cubicBezTo>
                    <a:pt x="4284" y="367"/>
                    <a:pt x="4160" y="279"/>
                    <a:pt x="4032" y="211"/>
                  </a:cubicBezTo>
                  <a:cubicBezTo>
                    <a:pt x="3900" y="147"/>
                    <a:pt x="3760" y="99"/>
                    <a:pt x="3620" y="67"/>
                  </a:cubicBezTo>
                  <a:cubicBezTo>
                    <a:pt x="3480" y="31"/>
                    <a:pt x="3336" y="7"/>
                    <a:pt x="3188" y="3"/>
                  </a:cubicBezTo>
                  <a:cubicBezTo>
                    <a:pt x="3158" y="1"/>
                    <a:pt x="3129" y="0"/>
                    <a:pt x="30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76"/>
            <p:cNvSpPr/>
            <p:nvPr/>
          </p:nvSpPr>
          <p:spPr>
            <a:xfrm flipH="1">
              <a:off x="3790717" y="228924"/>
              <a:ext cx="244365" cy="233357"/>
            </a:xfrm>
            <a:custGeom>
              <a:avLst/>
              <a:gdLst/>
              <a:ahLst/>
              <a:cxnLst/>
              <a:rect l="l" t="t" r="r" b="b"/>
              <a:pathLst>
                <a:path w="2109" h="2014" extrusionOk="0">
                  <a:moveTo>
                    <a:pt x="928" y="0"/>
                  </a:moveTo>
                  <a:cubicBezTo>
                    <a:pt x="915" y="0"/>
                    <a:pt x="901" y="0"/>
                    <a:pt x="888" y="1"/>
                  </a:cubicBezTo>
                  <a:cubicBezTo>
                    <a:pt x="840" y="1"/>
                    <a:pt x="796" y="9"/>
                    <a:pt x="752" y="21"/>
                  </a:cubicBezTo>
                  <a:cubicBezTo>
                    <a:pt x="708" y="37"/>
                    <a:pt x="664" y="61"/>
                    <a:pt x="628" y="89"/>
                  </a:cubicBezTo>
                  <a:cubicBezTo>
                    <a:pt x="528" y="165"/>
                    <a:pt x="448" y="269"/>
                    <a:pt x="400" y="389"/>
                  </a:cubicBezTo>
                  <a:cubicBezTo>
                    <a:pt x="360" y="293"/>
                    <a:pt x="360" y="185"/>
                    <a:pt x="404" y="89"/>
                  </a:cubicBezTo>
                  <a:lnTo>
                    <a:pt x="404" y="89"/>
                  </a:lnTo>
                  <a:cubicBezTo>
                    <a:pt x="332" y="141"/>
                    <a:pt x="268" y="197"/>
                    <a:pt x="204" y="257"/>
                  </a:cubicBezTo>
                  <a:cubicBezTo>
                    <a:pt x="164" y="285"/>
                    <a:pt x="136" y="325"/>
                    <a:pt x="108" y="365"/>
                  </a:cubicBezTo>
                  <a:cubicBezTo>
                    <a:pt x="92" y="405"/>
                    <a:pt x="76" y="445"/>
                    <a:pt x="72" y="489"/>
                  </a:cubicBezTo>
                  <a:cubicBezTo>
                    <a:pt x="0" y="893"/>
                    <a:pt x="160" y="1301"/>
                    <a:pt x="344" y="1665"/>
                  </a:cubicBezTo>
                  <a:cubicBezTo>
                    <a:pt x="304" y="1553"/>
                    <a:pt x="280" y="1433"/>
                    <a:pt x="284" y="1313"/>
                  </a:cubicBezTo>
                  <a:cubicBezTo>
                    <a:pt x="284" y="1189"/>
                    <a:pt x="348" y="1073"/>
                    <a:pt x="452" y="1009"/>
                  </a:cubicBezTo>
                  <a:lnTo>
                    <a:pt x="452" y="1009"/>
                  </a:lnTo>
                  <a:cubicBezTo>
                    <a:pt x="436" y="1093"/>
                    <a:pt x="432" y="1181"/>
                    <a:pt x="440" y="1265"/>
                  </a:cubicBezTo>
                  <a:cubicBezTo>
                    <a:pt x="460" y="1373"/>
                    <a:pt x="488" y="1481"/>
                    <a:pt x="532" y="1581"/>
                  </a:cubicBezTo>
                  <a:cubicBezTo>
                    <a:pt x="552" y="1637"/>
                    <a:pt x="572" y="1693"/>
                    <a:pt x="592" y="1753"/>
                  </a:cubicBezTo>
                  <a:cubicBezTo>
                    <a:pt x="608" y="1809"/>
                    <a:pt x="640" y="1857"/>
                    <a:pt x="680" y="1897"/>
                  </a:cubicBezTo>
                  <a:cubicBezTo>
                    <a:pt x="692" y="1709"/>
                    <a:pt x="716" y="1505"/>
                    <a:pt x="856" y="1377"/>
                  </a:cubicBezTo>
                  <a:cubicBezTo>
                    <a:pt x="948" y="1493"/>
                    <a:pt x="868" y="1665"/>
                    <a:pt x="912" y="1805"/>
                  </a:cubicBezTo>
                  <a:cubicBezTo>
                    <a:pt x="968" y="1677"/>
                    <a:pt x="1044" y="1557"/>
                    <a:pt x="1132" y="1449"/>
                  </a:cubicBezTo>
                  <a:cubicBezTo>
                    <a:pt x="1142" y="1433"/>
                    <a:pt x="1157" y="1419"/>
                    <a:pt x="1173" y="1419"/>
                  </a:cubicBezTo>
                  <a:cubicBezTo>
                    <a:pt x="1177" y="1419"/>
                    <a:pt x="1181" y="1420"/>
                    <a:pt x="1184" y="1421"/>
                  </a:cubicBezTo>
                  <a:cubicBezTo>
                    <a:pt x="1204" y="1425"/>
                    <a:pt x="1208" y="1445"/>
                    <a:pt x="1212" y="1461"/>
                  </a:cubicBezTo>
                  <a:cubicBezTo>
                    <a:pt x="1256" y="1649"/>
                    <a:pt x="1204" y="1845"/>
                    <a:pt x="1072" y="1989"/>
                  </a:cubicBezTo>
                  <a:cubicBezTo>
                    <a:pt x="1120" y="1937"/>
                    <a:pt x="1168" y="1889"/>
                    <a:pt x="1212" y="1837"/>
                  </a:cubicBezTo>
                  <a:cubicBezTo>
                    <a:pt x="1296" y="1761"/>
                    <a:pt x="1364" y="1665"/>
                    <a:pt x="1408" y="1561"/>
                  </a:cubicBezTo>
                  <a:cubicBezTo>
                    <a:pt x="1468" y="1389"/>
                    <a:pt x="1416" y="1177"/>
                    <a:pt x="1532" y="1033"/>
                  </a:cubicBezTo>
                  <a:cubicBezTo>
                    <a:pt x="1540" y="1025"/>
                    <a:pt x="1552" y="1017"/>
                    <a:pt x="1564" y="1017"/>
                  </a:cubicBezTo>
                  <a:cubicBezTo>
                    <a:pt x="1584" y="1017"/>
                    <a:pt x="1592" y="1041"/>
                    <a:pt x="1592" y="1061"/>
                  </a:cubicBezTo>
                  <a:lnTo>
                    <a:pt x="1620" y="1305"/>
                  </a:lnTo>
                  <a:cubicBezTo>
                    <a:pt x="1628" y="1353"/>
                    <a:pt x="1628" y="1405"/>
                    <a:pt x="1620" y="1453"/>
                  </a:cubicBezTo>
                  <a:cubicBezTo>
                    <a:pt x="1608" y="1497"/>
                    <a:pt x="1592" y="1537"/>
                    <a:pt x="1568" y="1577"/>
                  </a:cubicBezTo>
                  <a:lnTo>
                    <a:pt x="1332" y="1997"/>
                  </a:lnTo>
                  <a:lnTo>
                    <a:pt x="1336" y="2013"/>
                  </a:lnTo>
                  <a:cubicBezTo>
                    <a:pt x="1504" y="1873"/>
                    <a:pt x="1668" y="1729"/>
                    <a:pt x="1824" y="1577"/>
                  </a:cubicBezTo>
                  <a:cubicBezTo>
                    <a:pt x="1876" y="1525"/>
                    <a:pt x="1928" y="1469"/>
                    <a:pt x="1968" y="1413"/>
                  </a:cubicBezTo>
                  <a:cubicBezTo>
                    <a:pt x="2076" y="1249"/>
                    <a:pt x="2108" y="1049"/>
                    <a:pt x="2060" y="861"/>
                  </a:cubicBezTo>
                  <a:cubicBezTo>
                    <a:pt x="2008" y="677"/>
                    <a:pt x="1904" y="509"/>
                    <a:pt x="1756" y="389"/>
                  </a:cubicBezTo>
                  <a:lnTo>
                    <a:pt x="1756" y="389"/>
                  </a:lnTo>
                  <a:cubicBezTo>
                    <a:pt x="1780" y="441"/>
                    <a:pt x="1776" y="505"/>
                    <a:pt x="1748" y="553"/>
                  </a:cubicBezTo>
                  <a:cubicBezTo>
                    <a:pt x="1688" y="381"/>
                    <a:pt x="1568" y="233"/>
                    <a:pt x="1412" y="137"/>
                  </a:cubicBezTo>
                  <a:cubicBezTo>
                    <a:pt x="1264" y="48"/>
                    <a:pt x="1098" y="0"/>
                    <a:pt x="9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76"/>
            <p:cNvSpPr/>
            <p:nvPr/>
          </p:nvSpPr>
          <p:spPr>
            <a:xfrm flipH="1">
              <a:off x="3578447" y="418831"/>
              <a:ext cx="253170" cy="196975"/>
            </a:xfrm>
            <a:custGeom>
              <a:avLst/>
              <a:gdLst/>
              <a:ahLst/>
              <a:cxnLst/>
              <a:rect l="l" t="t" r="r" b="b"/>
              <a:pathLst>
                <a:path w="2185" h="1700" extrusionOk="0">
                  <a:moveTo>
                    <a:pt x="1304" y="1"/>
                  </a:moveTo>
                  <a:cubicBezTo>
                    <a:pt x="1149" y="1"/>
                    <a:pt x="989" y="35"/>
                    <a:pt x="836" y="74"/>
                  </a:cubicBezTo>
                  <a:cubicBezTo>
                    <a:pt x="760" y="90"/>
                    <a:pt x="688" y="114"/>
                    <a:pt x="616" y="142"/>
                  </a:cubicBezTo>
                  <a:cubicBezTo>
                    <a:pt x="496" y="206"/>
                    <a:pt x="384" y="290"/>
                    <a:pt x="292" y="394"/>
                  </a:cubicBezTo>
                  <a:lnTo>
                    <a:pt x="0" y="674"/>
                  </a:lnTo>
                  <a:lnTo>
                    <a:pt x="32" y="698"/>
                  </a:lnTo>
                  <a:cubicBezTo>
                    <a:pt x="168" y="610"/>
                    <a:pt x="300" y="530"/>
                    <a:pt x="440" y="450"/>
                  </a:cubicBezTo>
                  <a:lnTo>
                    <a:pt x="440" y="450"/>
                  </a:lnTo>
                  <a:lnTo>
                    <a:pt x="372" y="586"/>
                  </a:lnTo>
                  <a:cubicBezTo>
                    <a:pt x="564" y="434"/>
                    <a:pt x="888" y="430"/>
                    <a:pt x="1132" y="414"/>
                  </a:cubicBezTo>
                  <a:lnTo>
                    <a:pt x="1132" y="414"/>
                  </a:lnTo>
                  <a:cubicBezTo>
                    <a:pt x="836" y="522"/>
                    <a:pt x="496" y="646"/>
                    <a:pt x="332" y="914"/>
                  </a:cubicBezTo>
                  <a:cubicBezTo>
                    <a:pt x="408" y="854"/>
                    <a:pt x="500" y="810"/>
                    <a:pt x="596" y="790"/>
                  </a:cubicBezTo>
                  <a:lnTo>
                    <a:pt x="596" y="790"/>
                  </a:lnTo>
                  <a:cubicBezTo>
                    <a:pt x="496" y="858"/>
                    <a:pt x="392" y="930"/>
                    <a:pt x="328" y="1038"/>
                  </a:cubicBezTo>
                  <a:cubicBezTo>
                    <a:pt x="416" y="1018"/>
                    <a:pt x="504" y="1006"/>
                    <a:pt x="596" y="1002"/>
                  </a:cubicBezTo>
                  <a:lnTo>
                    <a:pt x="596" y="1002"/>
                  </a:lnTo>
                  <a:cubicBezTo>
                    <a:pt x="584" y="1006"/>
                    <a:pt x="576" y="1018"/>
                    <a:pt x="580" y="1030"/>
                  </a:cubicBezTo>
                  <a:cubicBezTo>
                    <a:pt x="604" y="1025"/>
                    <a:pt x="627" y="1024"/>
                    <a:pt x="651" y="1024"/>
                  </a:cubicBezTo>
                  <a:cubicBezTo>
                    <a:pt x="669" y="1024"/>
                    <a:pt x="686" y="1025"/>
                    <a:pt x="704" y="1026"/>
                  </a:cubicBezTo>
                  <a:cubicBezTo>
                    <a:pt x="668" y="1074"/>
                    <a:pt x="624" y="1114"/>
                    <a:pt x="580" y="1150"/>
                  </a:cubicBezTo>
                  <a:cubicBezTo>
                    <a:pt x="669" y="1146"/>
                    <a:pt x="759" y="1141"/>
                    <a:pt x="849" y="1141"/>
                  </a:cubicBezTo>
                  <a:cubicBezTo>
                    <a:pt x="1067" y="1141"/>
                    <a:pt x="1281" y="1167"/>
                    <a:pt x="1468" y="1274"/>
                  </a:cubicBezTo>
                  <a:cubicBezTo>
                    <a:pt x="1412" y="1272"/>
                    <a:pt x="1355" y="1270"/>
                    <a:pt x="1299" y="1270"/>
                  </a:cubicBezTo>
                  <a:cubicBezTo>
                    <a:pt x="1093" y="1270"/>
                    <a:pt x="889" y="1288"/>
                    <a:pt x="684" y="1322"/>
                  </a:cubicBezTo>
                  <a:cubicBezTo>
                    <a:pt x="701" y="1329"/>
                    <a:pt x="718" y="1335"/>
                    <a:pt x="735" y="1341"/>
                  </a:cubicBezTo>
                  <a:lnTo>
                    <a:pt x="735" y="1341"/>
                  </a:lnTo>
                  <a:cubicBezTo>
                    <a:pt x="709" y="1340"/>
                    <a:pt x="682" y="1339"/>
                    <a:pt x="656" y="1339"/>
                  </a:cubicBezTo>
                  <a:cubicBezTo>
                    <a:pt x="491" y="1339"/>
                    <a:pt x="325" y="1357"/>
                    <a:pt x="160" y="1374"/>
                  </a:cubicBezTo>
                  <a:lnTo>
                    <a:pt x="608" y="1506"/>
                  </a:lnTo>
                  <a:cubicBezTo>
                    <a:pt x="680" y="1526"/>
                    <a:pt x="752" y="1546"/>
                    <a:pt x="824" y="1554"/>
                  </a:cubicBezTo>
                  <a:cubicBezTo>
                    <a:pt x="968" y="1574"/>
                    <a:pt x="1116" y="1550"/>
                    <a:pt x="1252" y="1582"/>
                  </a:cubicBezTo>
                  <a:cubicBezTo>
                    <a:pt x="1372" y="1614"/>
                    <a:pt x="1476" y="1682"/>
                    <a:pt x="1596" y="1694"/>
                  </a:cubicBezTo>
                  <a:cubicBezTo>
                    <a:pt x="1630" y="1696"/>
                    <a:pt x="1664" y="1697"/>
                    <a:pt x="1698" y="1697"/>
                  </a:cubicBezTo>
                  <a:cubicBezTo>
                    <a:pt x="1732" y="1697"/>
                    <a:pt x="1766" y="1696"/>
                    <a:pt x="1800" y="1694"/>
                  </a:cubicBezTo>
                  <a:cubicBezTo>
                    <a:pt x="1827" y="1698"/>
                    <a:pt x="1854" y="1700"/>
                    <a:pt x="1881" y="1700"/>
                  </a:cubicBezTo>
                  <a:cubicBezTo>
                    <a:pt x="1914" y="1700"/>
                    <a:pt x="1947" y="1697"/>
                    <a:pt x="1980" y="1690"/>
                  </a:cubicBezTo>
                  <a:cubicBezTo>
                    <a:pt x="2072" y="1658"/>
                    <a:pt x="2144" y="1578"/>
                    <a:pt x="2164" y="1482"/>
                  </a:cubicBezTo>
                  <a:cubicBezTo>
                    <a:pt x="2184" y="1386"/>
                    <a:pt x="2180" y="1286"/>
                    <a:pt x="2152" y="1190"/>
                  </a:cubicBezTo>
                  <a:lnTo>
                    <a:pt x="2152" y="1190"/>
                  </a:lnTo>
                  <a:cubicBezTo>
                    <a:pt x="2156" y="1242"/>
                    <a:pt x="2144" y="1290"/>
                    <a:pt x="2112" y="1330"/>
                  </a:cubicBezTo>
                  <a:cubicBezTo>
                    <a:pt x="2148" y="1146"/>
                    <a:pt x="2108" y="958"/>
                    <a:pt x="2064" y="774"/>
                  </a:cubicBezTo>
                  <a:cubicBezTo>
                    <a:pt x="2044" y="662"/>
                    <a:pt x="2008" y="554"/>
                    <a:pt x="1960" y="454"/>
                  </a:cubicBezTo>
                  <a:cubicBezTo>
                    <a:pt x="1908" y="350"/>
                    <a:pt x="1820" y="274"/>
                    <a:pt x="1712" y="238"/>
                  </a:cubicBezTo>
                  <a:lnTo>
                    <a:pt x="1712" y="238"/>
                  </a:lnTo>
                  <a:cubicBezTo>
                    <a:pt x="1796" y="250"/>
                    <a:pt x="1876" y="298"/>
                    <a:pt x="1928" y="366"/>
                  </a:cubicBezTo>
                  <a:cubicBezTo>
                    <a:pt x="1868" y="238"/>
                    <a:pt x="1768" y="134"/>
                    <a:pt x="1644" y="74"/>
                  </a:cubicBezTo>
                  <a:cubicBezTo>
                    <a:pt x="1537" y="21"/>
                    <a:pt x="1422" y="1"/>
                    <a:pt x="1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76"/>
            <p:cNvSpPr/>
            <p:nvPr/>
          </p:nvSpPr>
          <p:spPr>
            <a:xfrm flipH="1">
              <a:off x="4035430" y="367038"/>
              <a:ext cx="248536" cy="228259"/>
            </a:xfrm>
            <a:custGeom>
              <a:avLst/>
              <a:gdLst/>
              <a:ahLst/>
              <a:cxnLst/>
              <a:rect l="l" t="t" r="r" b="b"/>
              <a:pathLst>
                <a:path w="2145" h="1970" extrusionOk="0">
                  <a:moveTo>
                    <a:pt x="1855" y="1137"/>
                  </a:moveTo>
                  <a:lnTo>
                    <a:pt x="1855" y="1137"/>
                  </a:lnTo>
                  <a:cubicBezTo>
                    <a:pt x="1853" y="1137"/>
                    <a:pt x="1851" y="1137"/>
                    <a:pt x="1848" y="1137"/>
                  </a:cubicBezTo>
                  <a:cubicBezTo>
                    <a:pt x="1852" y="1138"/>
                    <a:pt x="1857" y="1140"/>
                    <a:pt x="1860" y="1142"/>
                  </a:cubicBezTo>
                  <a:lnTo>
                    <a:pt x="1860" y="1142"/>
                  </a:lnTo>
                  <a:cubicBezTo>
                    <a:pt x="1859" y="1140"/>
                    <a:pt x="1857" y="1138"/>
                    <a:pt x="1855" y="1137"/>
                  </a:cubicBezTo>
                  <a:close/>
                  <a:moveTo>
                    <a:pt x="1860" y="1142"/>
                  </a:moveTo>
                  <a:lnTo>
                    <a:pt x="1860" y="1142"/>
                  </a:lnTo>
                  <a:cubicBezTo>
                    <a:pt x="1885" y="1165"/>
                    <a:pt x="1905" y="1190"/>
                    <a:pt x="1920" y="1221"/>
                  </a:cubicBezTo>
                  <a:cubicBezTo>
                    <a:pt x="1913" y="1185"/>
                    <a:pt x="1893" y="1156"/>
                    <a:pt x="1860" y="1142"/>
                  </a:cubicBezTo>
                  <a:close/>
                  <a:moveTo>
                    <a:pt x="774" y="0"/>
                  </a:moveTo>
                  <a:cubicBezTo>
                    <a:pt x="755" y="0"/>
                    <a:pt x="735" y="0"/>
                    <a:pt x="716" y="1"/>
                  </a:cubicBezTo>
                  <a:cubicBezTo>
                    <a:pt x="652" y="1"/>
                    <a:pt x="584" y="13"/>
                    <a:pt x="520" y="41"/>
                  </a:cubicBezTo>
                  <a:cubicBezTo>
                    <a:pt x="412" y="101"/>
                    <a:pt x="360" y="229"/>
                    <a:pt x="332" y="349"/>
                  </a:cubicBezTo>
                  <a:cubicBezTo>
                    <a:pt x="300" y="465"/>
                    <a:pt x="272" y="597"/>
                    <a:pt x="188" y="685"/>
                  </a:cubicBezTo>
                  <a:cubicBezTo>
                    <a:pt x="176" y="617"/>
                    <a:pt x="164" y="549"/>
                    <a:pt x="152" y="481"/>
                  </a:cubicBezTo>
                  <a:cubicBezTo>
                    <a:pt x="72" y="661"/>
                    <a:pt x="24" y="853"/>
                    <a:pt x="8" y="1049"/>
                  </a:cubicBezTo>
                  <a:cubicBezTo>
                    <a:pt x="0" y="1121"/>
                    <a:pt x="8" y="1197"/>
                    <a:pt x="36" y="1261"/>
                  </a:cubicBezTo>
                  <a:cubicBezTo>
                    <a:pt x="56" y="1297"/>
                    <a:pt x="80" y="1329"/>
                    <a:pt x="108" y="1357"/>
                  </a:cubicBezTo>
                  <a:cubicBezTo>
                    <a:pt x="252" y="1513"/>
                    <a:pt x="412" y="1653"/>
                    <a:pt x="588" y="1769"/>
                  </a:cubicBezTo>
                  <a:cubicBezTo>
                    <a:pt x="764" y="1889"/>
                    <a:pt x="968" y="1957"/>
                    <a:pt x="1184" y="1969"/>
                  </a:cubicBezTo>
                  <a:cubicBezTo>
                    <a:pt x="1036" y="1949"/>
                    <a:pt x="912" y="1853"/>
                    <a:pt x="852" y="1721"/>
                  </a:cubicBezTo>
                  <a:lnTo>
                    <a:pt x="852" y="1721"/>
                  </a:lnTo>
                  <a:cubicBezTo>
                    <a:pt x="940" y="1741"/>
                    <a:pt x="1028" y="1769"/>
                    <a:pt x="1112" y="1805"/>
                  </a:cubicBezTo>
                  <a:cubicBezTo>
                    <a:pt x="1100" y="1761"/>
                    <a:pt x="1068" y="1725"/>
                    <a:pt x="1028" y="1709"/>
                  </a:cubicBezTo>
                  <a:lnTo>
                    <a:pt x="1028" y="1709"/>
                  </a:lnTo>
                  <a:lnTo>
                    <a:pt x="1120" y="1745"/>
                  </a:lnTo>
                  <a:cubicBezTo>
                    <a:pt x="1112" y="1721"/>
                    <a:pt x="1100" y="1697"/>
                    <a:pt x="1092" y="1673"/>
                  </a:cubicBezTo>
                  <a:cubicBezTo>
                    <a:pt x="1114" y="1663"/>
                    <a:pt x="1139" y="1658"/>
                    <a:pt x="1164" y="1658"/>
                  </a:cubicBezTo>
                  <a:cubicBezTo>
                    <a:pt x="1180" y="1658"/>
                    <a:pt x="1196" y="1660"/>
                    <a:pt x="1212" y="1665"/>
                  </a:cubicBezTo>
                  <a:cubicBezTo>
                    <a:pt x="1236" y="1673"/>
                    <a:pt x="1260" y="1685"/>
                    <a:pt x="1288" y="1697"/>
                  </a:cubicBezTo>
                  <a:cubicBezTo>
                    <a:pt x="1328" y="1709"/>
                    <a:pt x="1368" y="1717"/>
                    <a:pt x="1408" y="1721"/>
                  </a:cubicBezTo>
                  <a:lnTo>
                    <a:pt x="1640" y="1757"/>
                  </a:lnTo>
                  <a:cubicBezTo>
                    <a:pt x="1632" y="1729"/>
                    <a:pt x="1600" y="1725"/>
                    <a:pt x="1580" y="1705"/>
                  </a:cubicBezTo>
                  <a:cubicBezTo>
                    <a:pt x="1563" y="1688"/>
                    <a:pt x="1567" y="1651"/>
                    <a:pt x="1584" y="1651"/>
                  </a:cubicBezTo>
                  <a:cubicBezTo>
                    <a:pt x="1587" y="1651"/>
                    <a:pt x="1589" y="1652"/>
                    <a:pt x="1592" y="1653"/>
                  </a:cubicBezTo>
                  <a:cubicBezTo>
                    <a:pt x="1564" y="1621"/>
                    <a:pt x="1532" y="1601"/>
                    <a:pt x="1496" y="1585"/>
                  </a:cubicBezTo>
                  <a:cubicBezTo>
                    <a:pt x="1388" y="1525"/>
                    <a:pt x="1320" y="1417"/>
                    <a:pt x="1256" y="1309"/>
                  </a:cubicBezTo>
                  <a:cubicBezTo>
                    <a:pt x="1140" y="1109"/>
                    <a:pt x="1024" y="905"/>
                    <a:pt x="916" y="701"/>
                  </a:cubicBezTo>
                  <a:cubicBezTo>
                    <a:pt x="860" y="601"/>
                    <a:pt x="808" y="489"/>
                    <a:pt x="836" y="381"/>
                  </a:cubicBezTo>
                  <a:lnTo>
                    <a:pt x="836" y="381"/>
                  </a:lnTo>
                  <a:cubicBezTo>
                    <a:pt x="1016" y="789"/>
                    <a:pt x="1320" y="1129"/>
                    <a:pt x="1708" y="1357"/>
                  </a:cubicBezTo>
                  <a:cubicBezTo>
                    <a:pt x="1656" y="1229"/>
                    <a:pt x="1600" y="1089"/>
                    <a:pt x="1484" y="1021"/>
                  </a:cubicBezTo>
                  <a:cubicBezTo>
                    <a:pt x="1492" y="1020"/>
                    <a:pt x="1500" y="1019"/>
                    <a:pt x="1508" y="1019"/>
                  </a:cubicBezTo>
                  <a:cubicBezTo>
                    <a:pt x="1590" y="1019"/>
                    <a:pt x="1664" y="1092"/>
                    <a:pt x="1704" y="1169"/>
                  </a:cubicBezTo>
                  <a:cubicBezTo>
                    <a:pt x="1748" y="1253"/>
                    <a:pt x="1772" y="1353"/>
                    <a:pt x="1836" y="1425"/>
                  </a:cubicBezTo>
                  <a:cubicBezTo>
                    <a:pt x="1828" y="1317"/>
                    <a:pt x="1824" y="1213"/>
                    <a:pt x="1816" y="1105"/>
                  </a:cubicBezTo>
                  <a:lnTo>
                    <a:pt x="1816" y="1105"/>
                  </a:lnTo>
                  <a:cubicBezTo>
                    <a:pt x="1830" y="1115"/>
                    <a:pt x="1843" y="1126"/>
                    <a:pt x="1855" y="1137"/>
                  </a:cubicBezTo>
                  <a:lnTo>
                    <a:pt x="1855" y="1137"/>
                  </a:lnTo>
                  <a:cubicBezTo>
                    <a:pt x="1861" y="1137"/>
                    <a:pt x="1866" y="1137"/>
                    <a:pt x="1871" y="1137"/>
                  </a:cubicBezTo>
                  <a:cubicBezTo>
                    <a:pt x="1955" y="1137"/>
                    <a:pt x="2039" y="1157"/>
                    <a:pt x="2112" y="1197"/>
                  </a:cubicBezTo>
                  <a:cubicBezTo>
                    <a:pt x="1920" y="1065"/>
                    <a:pt x="1740" y="917"/>
                    <a:pt x="1572" y="757"/>
                  </a:cubicBezTo>
                  <a:cubicBezTo>
                    <a:pt x="1599" y="755"/>
                    <a:pt x="1626" y="753"/>
                    <a:pt x="1653" y="753"/>
                  </a:cubicBezTo>
                  <a:cubicBezTo>
                    <a:pt x="1712" y="753"/>
                    <a:pt x="1772" y="759"/>
                    <a:pt x="1832" y="773"/>
                  </a:cubicBezTo>
                  <a:cubicBezTo>
                    <a:pt x="1916" y="789"/>
                    <a:pt x="1992" y="837"/>
                    <a:pt x="2044" y="909"/>
                  </a:cubicBezTo>
                  <a:cubicBezTo>
                    <a:pt x="2056" y="929"/>
                    <a:pt x="2068" y="945"/>
                    <a:pt x="2084" y="957"/>
                  </a:cubicBezTo>
                  <a:cubicBezTo>
                    <a:pt x="2089" y="959"/>
                    <a:pt x="2095" y="960"/>
                    <a:pt x="2101" y="960"/>
                  </a:cubicBezTo>
                  <a:cubicBezTo>
                    <a:pt x="2118" y="960"/>
                    <a:pt x="2136" y="951"/>
                    <a:pt x="2136" y="933"/>
                  </a:cubicBezTo>
                  <a:lnTo>
                    <a:pt x="2144" y="933"/>
                  </a:lnTo>
                  <a:cubicBezTo>
                    <a:pt x="2064" y="729"/>
                    <a:pt x="1964" y="521"/>
                    <a:pt x="1800" y="377"/>
                  </a:cubicBezTo>
                  <a:cubicBezTo>
                    <a:pt x="1680" y="277"/>
                    <a:pt x="1544" y="197"/>
                    <a:pt x="1400" y="141"/>
                  </a:cubicBezTo>
                  <a:cubicBezTo>
                    <a:pt x="1288" y="93"/>
                    <a:pt x="1176" y="53"/>
                    <a:pt x="1056" y="25"/>
                  </a:cubicBezTo>
                  <a:cubicBezTo>
                    <a:pt x="963" y="8"/>
                    <a:pt x="869" y="0"/>
                    <a:pt x="7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76"/>
            <p:cNvSpPr/>
            <p:nvPr/>
          </p:nvSpPr>
          <p:spPr>
            <a:xfrm flipH="1">
              <a:off x="4023843" y="658677"/>
              <a:ext cx="242511" cy="229186"/>
            </a:xfrm>
            <a:custGeom>
              <a:avLst/>
              <a:gdLst/>
              <a:ahLst/>
              <a:cxnLst/>
              <a:rect l="l" t="t" r="r" b="b"/>
              <a:pathLst>
                <a:path w="2093" h="1978" extrusionOk="0">
                  <a:moveTo>
                    <a:pt x="1304" y="0"/>
                  </a:moveTo>
                  <a:lnTo>
                    <a:pt x="820" y="188"/>
                  </a:lnTo>
                  <a:cubicBezTo>
                    <a:pt x="708" y="224"/>
                    <a:pt x="604" y="272"/>
                    <a:pt x="508" y="328"/>
                  </a:cubicBezTo>
                  <a:cubicBezTo>
                    <a:pt x="156" y="556"/>
                    <a:pt x="0" y="984"/>
                    <a:pt x="116" y="1380"/>
                  </a:cubicBezTo>
                  <a:cubicBezTo>
                    <a:pt x="124" y="1260"/>
                    <a:pt x="192" y="1152"/>
                    <a:pt x="296" y="1092"/>
                  </a:cubicBezTo>
                  <a:cubicBezTo>
                    <a:pt x="300" y="1228"/>
                    <a:pt x="308" y="1360"/>
                    <a:pt x="312" y="1492"/>
                  </a:cubicBezTo>
                  <a:cubicBezTo>
                    <a:pt x="308" y="1532"/>
                    <a:pt x="316" y="1568"/>
                    <a:pt x="336" y="1604"/>
                  </a:cubicBezTo>
                  <a:cubicBezTo>
                    <a:pt x="349" y="1625"/>
                    <a:pt x="373" y="1637"/>
                    <a:pt x="397" y="1637"/>
                  </a:cubicBezTo>
                  <a:cubicBezTo>
                    <a:pt x="411" y="1637"/>
                    <a:pt x="425" y="1633"/>
                    <a:pt x="436" y="1624"/>
                  </a:cubicBezTo>
                  <a:cubicBezTo>
                    <a:pt x="464" y="1684"/>
                    <a:pt x="536" y="1720"/>
                    <a:pt x="600" y="1748"/>
                  </a:cubicBezTo>
                  <a:lnTo>
                    <a:pt x="676" y="1780"/>
                  </a:lnTo>
                  <a:cubicBezTo>
                    <a:pt x="708" y="1795"/>
                    <a:pt x="744" y="1808"/>
                    <a:pt x="778" y="1808"/>
                  </a:cubicBezTo>
                  <a:cubicBezTo>
                    <a:pt x="800" y="1808"/>
                    <a:pt x="821" y="1802"/>
                    <a:pt x="840" y="1788"/>
                  </a:cubicBezTo>
                  <a:cubicBezTo>
                    <a:pt x="848" y="1808"/>
                    <a:pt x="852" y="1824"/>
                    <a:pt x="860" y="1844"/>
                  </a:cubicBezTo>
                  <a:cubicBezTo>
                    <a:pt x="996" y="1824"/>
                    <a:pt x="1132" y="1796"/>
                    <a:pt x="1264" y="1752"/>
                  </a:cubicBezTo>
                  <a:lnTo>
                    <a:pt x="1264" y="1752"/>
                  </a:lnTo>
                  <a:cubicBezTo>
                    <a:pt x="1244" y="1792"/>
                    <a:pt x="1232" y="1840"/>
                    <a:pt x="1228" y="1884"/>
                  </a:cubicBezTo>
                  <a:lnTo>
                    <a:pt x="1292" y="1876"/>
                  </a:lnTo>
                  <a:lnTo>
                    <a:pt x="1240" y="1968"/>
                  </a:lnTo>
                  <a:cubicBezTo>
                    <a:pt x="1269" y="1975"/>
                    <a:pt x="1298" y="1978"/>
                    <a:pt x="1327" y="1978"/>
                  </a:cubicBezTo>
                  <a:cubicBezTo>
                    <a:pt x="1494" y="1978"/>
                    <a:pt x="1657" y="1879"/>
                    <a:pt x="1796" y="1780"/>
                  </a:cubicBezTo>
                  <a:cubicBezTo>
                    <a:pt x="1836" y="1756"/>
                    <a:pt x="1868" y="1728"/>
                    <a:pt x="1896" y="1696"/>
                  </a:cubicBezTo>
                  <a:cubicBezTo>
                    <a:pt x="1920" y="1664"/>
                    <a:pt x="1936" y="1632"/>
                    <a:pt x="1948" y="1600"/>
                  </a:cubicBezTo>
                  <a:cubicBezTo>
                    <a:pt x="2048" y="1356"/>
                    <a:pt x="2092" y="1088"/>
                    <a:pt x="2072" y="828"/>
                  </a:cubicBezTo>
                  <a:lnTo>
                    <a:pt x="2072" y="828"/>
                  </a:lnTo>
                  <a:cubicBezTo>
                    <a:pt x="2064" y="940"/>
                    <a:pt x="2000" y="1048"/>
                    <a:pt x="1900" y="1108"/>
                  </a:cubicBezTo>
                  <a:cubicBezTo>
                    <a:pt x="1844" y="972"/>
                    <a:pt x="1956" y="828"/>
                    <a:pt x="1964" y="680"/>
                  </a:cubicBezTo>
                  <a:lnTo>
                    <a:pt x="1964" y="680"/>
                  </a:lnTo>
                  <a:cubicBezTo>
                    <a:pt x="1864" y="924"/>
                    <a:pt x="1748" y="1188"/>
                    <a:pt x="1512" y="1308"/>
                  </a:cubicBezTo>
                  <a:cubicBezTo>
                    <a:pt x="1564" y="1240"/>
                    <a:pt x="1608" y="1168"/>
                    <a:pt x="1644" y="1092"/>
                  </a:cubicBezTo>
                  <a:lnTo>
                    <a:pt x="1644" y="1092"/>
                  </a:lnTo>
                  <a:cubicBezTo>
                    <a:pt x="1606" y="1153"/>
                    <a:pt x="1535" y="1193"/>
                    <a:pt x="1459" y="1193"/>
                  </a:cubicBezTo>
                  <a:cubicBezTo>
                    <a:pt x="1456" y="1193"/>
                    <a:pt x="1452" y="1192"/>
                    <a:pt x="1448" y="1192"/>
                  </a:cubicBezTo>
                  <a:cubicBezTo>
                    <a:pt x="1436" y="1156"/>
                    <a:pt x="1436" y="1120"/>
                    <a:pt x="1448" y="1088"/>
                  </a:cubicBezTo>
                  <a:cubicBezTo>
                    <a:pt x="1432" y="1088"/>
                    <a:pt x="1416" y="1092"/>
                    <a:pt x="1400" y="1096"/>
                  </a:cubicBezTo>
                  <a:cubicBezTo>
                    <a:pt x="1456" y="860"/>
                    <a:pt x="1700" y="708"/>
                    <a:pt x="1760" y="472"/>
                  </a:cubicBezTo>
                  <a:lnTo>
                    <a:pt x="1760" y="472"/>
                  </a:lnTo>
                  <a:lnTo>
                    <a:pt x="1628" y="544"/>
                  </a:lnTo>
                  <a:cubicBezTo>
                    <a:pt x="1608" y="528"/>
                    <a:pt x="1584" y="520"/>
                    <a:pt x="1560" y="520"/>
                  </a:cubicBezTo>
                  <a:cubicBezTo>
                    <a:pt x="1536" y="520"/>
                    <a:pt x="1512" y="528"/>
                    <a:pt x="1492" y="544"/>
                  </a:cubicBezTo>
                  <a:lnTo>
                    <a:pt x="1532" y="500"/>
                  </a:lnTo>
                  <a:cubicBezTo>
                    <a:pt x="1522" y="494"/>
                    <a:pt x="1511" y="491"/>
                    <a:pt x="1501" y="491"/>
                  </a:cubicBezTo>
                  <a:cubicBezTo>
                    <a:pt x="1490" y="491"/>
                    <a:pt x="1480" y="494"/>
                    <a:pt x="1472" y="500"/>
                  </a:cubicBezTo>
                  <a:cubicBezTo>
                    <a:pt x="1500" y="432"/>
                    <a:pt x="1528" y="368"/>
                    <a:pt x="1560" y="304"/>
                  </a:cubicBezTo>
                  <a:cubicBezTo>
                    <a:pt x="1554" y="304"/>
                    <a:pt x="1549" y="304"/>
                    <a:pt x="1543" y="304"/>
                  </a:cubicBezTo>
                  <a:cubicBezTo>
                    <a:pt x="1451" y="304"/>
                    <a:pt x="1372" y="364"/>
                    <a:pt x="1300" y="420"/>
                  </a:cubicBezTo>
                  <a:cubicBezTo>
                    <a:pt x="1220" y="476"/>
                    <a:pt x="1144" y="536"/>
                    <a:pt x="1068" y="592"/>
                  </a:cubicBezTo>
                  <a:cubicBezTo>
                    <a:pt x="820" y="784"/>
                    <a:pt x="564" y="980"/>
                    <a:pt x="408" y="1248"/>
                  </a:cubicBezTo>
                  <a:cubicBezTo>
                    <a:pt x="384" y="1184"/>
                    <a:pt x="388" y="1116"/>
                    <a:pt x="416" y="1056"/>
                  </a:cubicBezTo>
                  <a:cubicBezTo>
                    <a:pt x="544" y="720"/>
                    <a:pt x="836" y="480"/>
                    <a:pt x="1116" y="256"/>
                  </a:cubicBezTo>
                  <a:lnTo>
                    <a:pt x="1116" y="256"/>
                  </a:lnTo>
                  <a:lnTo>
                    <a:pt x="944" y="264"/>
                  </a:lnTo>
                  <a:lnTo>
                    <a:pt x="1288" y="32"/>
                  </a:lnTo>
                  <a:lnTo>
                    <a:pt x="1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76"/>
            <p:cNvSpPr/>
            <p:nvPr/>
          </p:nvSpPr>
          <p:spPr>
            <a:xfrm flipH="1">
              <a:off x="3688290" y="674783"/>
              <a:ext cx="267075" cy="235906"/>
            </a:xfrm>
            <a:custGeom>
              <a:avLst/>
              <a:gdLst/>
              <a:ahLst/>
              <a:cxnLst/>
              <a:rect l="l" t="t" r="r" b="b"/>
              <a:pathLst>
                <a:path w="2305" h="2036" extrusionOk="0">
                  <a:moveTo>
                    <a:pt x="1466" y="0"/>
                  </a:moveTo>
                  <a:cubicBezTo>
                    <a:pt x="1455" y="0"/>
                    <a:pt x="1444" y="0"/>
                    <a:pt x="1432" y="1"/>
                  </a:cubicBezTo>
                  <a:cubicBezTo>
                    <a:pt x="1500" y="5"/>
                    <a:pt x="1556" y="57"/>
                    <a:pt x="1564" y="125"/>
                  </a:cubicBezTo>
                  <a:cubicBezTo>
                    <a:pt x="1412" y="60"/>
                    <a:pt x="1248" y="27"/>
                    <a:pt x="1085" y="27"/>
                  </a:cubicBezTo>
                  <a:cubicBezTo>
                    <a:pt x="1060" y="27"/>
                    <a:pt x="1034" y="28"/>
                    <a:pt x="1008" y="29"/>
                  </a:cubicBezTo>
                  <a:cubicBezTo>
                    <a:pt x="1296" y="89"/>
                    <a:pt x="1564" y="221"/>
                    <a:pt x="1788" y="413"/>
                  </a:cubicBezTo>
                  <a:cubicBezTo>
                    <a:pt x="1860" y="465"/>
                    <a:pt x="1920" y="537"/>
                    <a:pt x="1964" y="617"/>
                  </a:cubicBezTo>
                  <a:cubicBezTo>
                    <a:pt x="2000" y="693"/>
                    <a:pt x="2008" y="797"/>
                    <a:pt x="1940" y="849"/>
                  </a:cubicBezTo>
                  <a:cubicBezTo>
                    <a:pt x="1916" y="869"/>
                    <a:pt x="1889" y="877"/>
                    <a:pt x="1861" y="877"/>
                  </a:cubicBezTo>
                  <a:cubicBezTo>
                    <a:pt x="1816" y="877"/>
                    <a:pt x="1770" y="855"/>
                    <a:pt x="1732" y="825"/>
                  </a:cubicBezTo>
                  <a:cubicBezTo>
                    <a:pt x="1680" y="773"/>
                    <a:pt x="1636" y="709"/>
                    <a:pt x="1600" y="645"/>
                  </a:cubicBezTo>
                  <a:cubicBezTo>
                    <a:pt x="1564" y="577"/>
                    <a:pt x="1504" y="525"/>
                    <a:pt x="1436" y="501"/>
                  </a:cubicBezTo>
                  <a:lnTo>
                    <a:pt x="1436" y="501"/>
                  </a:lnTo>
                  <a:cubicBezTo>
                    <a:pt x="1436" y="533"/>
                    <a:pt x="1444" y="561"/>
                    <a:pt x="1464" y="589"/>
                  </a:cubicBezTo>
                  <a:cubicBezTo>
                    <a:pt x="1368" y="557"/>
                    <a:pt x="1280" y="509"/>
                    <a:pt x="1196" y="457"/>
                  </a:cubicBezTo>
                  <a:lnTo>
                    <a:pt x="856" y="249"/>
                  </a:lnTo>
                  <a:lnTo>
                    <a:pt x="856" y="249"/>
                  </a:lnTo>
                  <a:cubicBezTo>
                    <a:pt x="964" y="345"/>
                    <a:pt x="1036" y="477"/>
                    <a:pt x="1056" y="625"/>
                  </a:cubicBezTo>
                  <a:cubicBezTo>
                    <a:pt x="920" y="613"/>
                    <a:pt x="832" y="481"/>
                    <a:pt x="764" y="365"/>
                  </a:cubicBezTo>
                  <a:lnTo>
                    <a:pt x="764" y="365"/>
                  </a:lnTo>
                  <a:cubicBezTo>
                    <a:pt x="792" y="465"/>
                    <a:pt x="808" y="565"/>
                    <a:pt x="812" y="669"/>
                  </a:cubicBezTo>
                  <a:cubicBezTo>
                    <a:pt x="680" y="569"/>
                    <a:pt x="620" y="405"/>
                    <a:pt x="560" y="249"/>
                  </a:cubicBezTo>
                  <a:lnTo>
                    <a:pt x="560" y="249"/>
                  </a:lnTo>
                  <a:cubicBezTo>
                    <a:pt x="652" y="573"/>
                    <a:pt x="768" y="885"/>
                    <a:pt x="916" y="1189"/>
                  </a:cubicBezTo>
                  <a:cubicBezTo>
                    <a:pt x="956" y="1277"/>
                    <a:pt x="1008" y="1357"/>
                    <a:pt x="1068" y="1433"/>
                  </a:cubicBezTo>
                  <a:cubicBezTo>
                    <a:pt x="1124" y="1497"/>
                    <a:pt x="1200" y="1553"/>
                    <a:pt x="1228" y="1633"/>
                  </a:cubicBezTo>
                  <a:cubicBezTo>
                    <a:pt x="1210" y="1639"/>
                    <a:pt x="1190" y="1641"/>
                    <a:pt x="1171" y="1641"/>
                  </a:cubicBezTo>
                  <a:cubicBezTo>
                    <a:pt x="1131" y="1641"/>
                    <a:pt x="1092" y="1631"/>
                    <a:pt x="1060" y="1609"/>
                  </a:cubicBezTo>
                  <a:cubicBezTo>
                    <a:pt x="1008" y="1581"/>
                    <a:pt x="960" y="1541"/>
                    <a:pt x="908" y="1517"/>
                  </a:cubicBezTo>
                  <a:cubicBezTo>
                    <a:pt x="868" y="1501"/>
                    <a:pt x="828" y="1481"/>
                    <a:pt x="788" y="1457"/>
                  </a:cubicBezTo>
                  <a:cubicBezTo>
                    <a:pt x="760" y="1433"/>
                    <a:pt x="732" y="1401"/>
                    <a:pt x="716" y="1365"/>
                  </a:cubicBezTo>
                  <a:cubicBezTo>
                    <a:pt x="568" y="1129"/>
                    <a:pt x="464" y="869"/>
                    <a:pt x="400" y="597"/>
                  </a:cubicBezTo>
                  <a:lnTo>
                    <a:pt x="400" y="597"/>
                  </a:lnTo>
                  <a:cubicBezTo>
                    <a:pt x="408" y="705"/>
                    <a:pt x="416" y="813"/>
                    <a:pt x="420" y="921"/>
                  </a:cubicBezTo>
                  <a:cubicBezTo>
                    <a:pt x="424" y="965"/>
                    <a:pt x="416" y="1021"/>
                    <a:pt x="376" y="1033"/>
                  </a:cubicBezTo>
                  <a:cubicBezTo>
                    <a:pt x="320" y="917"/>
                    <a:pt x="296" y="789"/>
                    <a:pt x="300" y="661"/>
                  </a:cubicBezTo>
                  <a:lnTo>
                    <a:pt x="300" y="661"/>
                  </a:lnTo>
                  <a:cubicBezTo>
                    <a:pt x="284" y="709"/>
                    <a:pt x="268" y="757"/>
                    <a:pt x="264" y="809"/>
                  </a:cubicBezTo>
                  <a:cubicBezTo>
                    <a:pt x="268" y="653"/>
                    <a:pt x="220" y="501"/>
                    <a:pt x="124" y="377"/>
                  </a:cubicBezTo>
                  <a:cubicBezTo>
                    <a:pt x="112" y="349"/>
                    <a:pt x="84" y="329"/>
                    <a:pt x="56" y="325"/>
                  </a:cubicBezTo>
                  <a:cubicBezTo>
                    <a:pt x="24" y="325"/>
                    <a:pt x="0" y="365"/>
                    <a:pt x="24" y="385"/>
                  </a:cubicBezTo>
                  <a:lnTo>
                    <a:pt x="36" y="345"/>
                  </a:lnTo>
                  <a:cubicBezTo>
                    <a:pt x="56" y="469"/>
                    <a:pt x="76" y="589"/>
                    <a:pt x="96" y="713"/>
                  </a:cubicBezTo>
                  <a:cubicBezTo>
                    <a:pt x="104" y="757"/>
                    <a:pt x="112" y="801"/>
                    <a:pt x="124" y="845"/>
                  </a:cubicBezTo>
                  <a:cubicBezTo>
                    <a:pt x="140" y="909"/>
                    <a:pt x="168" y="969"/>
                    <a:pt x="188" y="1029"/>
                  </a:cubicBezTo>
                  <a:cubicBezTo>
                    <a:pt x="220" y="1153"/>
                    <a:pt x="216" y="1285"/>
                    <a:pt x="236" y="1413"/>
                  </a:cubicBezTo>
                  <a:cubicBezTo>
                    <a:pt x="264" y="1589"/>
                    <a:pt x="340" y="1753"/>
                    <a:pt x="460" y="1885"/>
                  </a:cubicBezTo>
                  <a:cubicBezTo>
                    <a:pt x="488" y="1921"/>
                    <a:pt x="528" y="1953"/>
                    <a:pt x="568" y="1973"/>
                  </a:cubicBezTo>
                  <a:cubicBezTo>
                    <a:pt x="600" y="1985"/>
                    <a:pt x="636" y="1993"/>
                    <a:pt x="672" y="1997"/>
                  </a:cubicBezTo>
                  <a:cubicBezTo>
                    <a:pt x="807" y="2023"/>
                    <a:pt x="941" y="2036"/>
                    <a:pt x="1075" y="2036"/>
                  </a:cubicBezTo>
                  <a:cubicBezTo>
                    <a:pt x="1109" y="2036"/>
                    <a:pt x="1143" y="2035"/>
                    <a:pt x="1176" y="2033"/>
                  </a:cubicBezTo>
                  <a:cubicBezTo>
                    <a:pt x="1348" y="2025"/>
                    <a:pt x="1512" y="1973"/>
                    <a:pt x="1656" y="1881"/>
                  </a:cubicBezTo>
                  <a:lnTo>
                    <a:pt x="1488" y="1865"/>
                  </a:lnTo>
                  <a:cubicBezTo>
                    <a:pt x="1528" y="1829"/>
                    <a:pt x="1592" y="1825"/>
                    <a:pt x="1644" y="1805"/>
                  </a:cubicBezTo>
                  <a:cubicBezTo>
                    <a:pt x="1720" y="1769"/>
                    <a:pt x="1792" y="1717"/>
                    <a:pt x="1844" y="1653"/>
                  </a:cubicBezTo>
                  <a:cubicBezTo>
                    <a:pt x="1988" y="1513"/>
                    <a:pt x="2136" y="1353"/>
                    <a:pt x="2164" y="1153"/>
                  </a:cubicBezTo>
                  <a:cubicBezTo>
                    <a:pt x="2196" y="1181"/>
                    <a:pt x="2216" y="1225"/>
                    <a:pt x="2212" y="1269"/>
                  </a:cubicBezTo>
                  <a:cubicBezTo>
                    <a:pt x="2260" y="1109"/>
                    <a:pt x="2304" y="937"/>
                    <a:pt x="2256" y="777"/>
                  </a:cubicBezTo>
                  <a:cubicBezTo>
                    <a:pt x="2236" y="717"/>
                    <a:pt x="2208" y="661"/>
                    <a:pt x="2176" y="605"/>
                  </a:cubicBezTo>
                  <a:cubicBezTo>
                    <a:pt x="2100" y="453"/>
                    <a:pt x="2004" y="313"/>
                    <a:pt x="1888" y="189"/>
                  </a:cubicBezTo>
                  <a:cubicBezTo>
                    <a:pt x="1776" y="77"/>
                    <a:pt x="1626" y="0"/>
                    <a:pt x="14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76"/>
            <p:cNvSpPr/>
            <p:nvPr/>
          </p:nvSpPr>
          <p:spPr>
            <a:xfrm flipH="1">
              <a:off x="3561301" y="215252"/>
              <a:ext cx="745839" cy="718263"/>
            </a:xfrm>
            <a:custGeom>
              <a:avLst/>
              <a:gdLst/>
              <a:ahLst/>
              <a:cxnLst/>
              <a:rect l="l" t="t" r="r" b="b"/>
              <a:pathLst>
                <a:path w="6437" h="6199" extrusionOk="0">
                  <a:moveTo>
                    <a:pt x="3073" y="50"/>
                  </a:moveTo>
                  <a:cubicBezTo>
                    <a:pt x="3113" y="50"/>
                    <a:pt x="3153" y="52"/>
                    <a:pt x="3192" y="55"/>
                  </a:cubicBezTo>
                  <a:cubicBezTo>
                    <a:pt x="3332" y="67"/>
                    <a:pt x="3472" y="95"/>
                    <a:pt x="3608" y="139"/>
                  </a:cubicBezTo>
                  <a:cubicBezTo>
                    <a:pt x="3740" y="183"/>
                    <a:pt x="3868" y="239"/>
                    <a:pt x="3988" y="311"/>
                  </a:cubicBezTo>
                  <a:cubicBezTo>
                    <a:pt x="4108" y="379"/>
                    <a:pt x="4216" y="463"/>
                    <a:pt x="4308" y="563"/>
                  </a:cubicBezTo>
                  <a:cubicBezTo>
                    <a:pt x="4400" y="659"/>
                    <a:pt x="4468" y="775"/>
                    <a:pt x="4508" y="899"/>
                  </a:cubicBezTo>
                  <a:cubicBezTo>
                    <a:pt x="4524" y="959"/>
                    <a:pt x="4536" y="1023"/>
                    <a:pt x="4540" y="1087"/>
                  </a:cubicBezTo>
                  <a:cubicBezTo>
                    <a:pt x="4540" y="1103"/>
                    <a:pt x="4540" y="1119"/>
                    <a:pt x="4540" y="1135"/>
                  </a:cubicBezTo>
                  <a:lnTo>
                    <a:pt x="4540" y="1179"/>
                  </a:lnTo>
                  <a:cubicBezTo>
                    <a:pt x="4536" y="1211"/>
                    <a:pt x="4532" y="1247"/>
                    <a:pt x="4528" y="1279"/>
                  </a:cubicBezTo>
                  <a:lnTo>
                    <a:pt x="4520" y="1327"/>
                  </a:lnTo>
                  <a:lnTo>
                    <a:pt x="4512" y="1371"/>
                  </a:lnTo>
                  <a:cubicBezTo>
                    <a:pt x="4496" y="1399"/>
                    <a:pt x="4492" y="1427"/>
                    <a:pt x="4484" y="1455"/>
                  </a:cubicBezTo>
                  <a:cubicBezTo>
                    <a:pt x="4464" y="1515"/>
                    <a:pt x="4440" y="1571"/>
                    <a:pt x="4412" y="1623"/>
                  </a:cubicBezTo>
                  <a:lnTo>
                    <a:pt x="4392" y="1663"/>
                  </a:lnTo>
                  <a:cubicBezTo>
                    <a:pt x="4384" y="1679"/>
                    <a:pt x="4376" y="1691"/>
                    <a:pt x="4368" y="1703"/>
                  </a:cubicBezTo>
                  <a:cubicBezTo>
                    <a:pt x="4352" y="1727"/>
                    <a:pt x="4336" y="1751"/>
                    <a:pt x="4316" y="1775"/>
                  </a:cubicBezTo>
                  <a:lnTo>
                    <a:pt x="4260" y="1843"/>
                  </a:lnTo>
                  <a:lnTo>
                    <a:pt x="4196" y="1903"/>
                  </a:lnTo>
                  <a:cubicBezTo>
                    <a:pt x="4024" y="2067"/>
                    <a:pt x="3820" y="2175"/>
                    <a:pt x="3648" y="2323"/>
                  </a:cubicBezTo>
                  <a:lnTo>
                    <a:pt x="3616" y="2351"/>
                  </a:lnTo>
                  <a:lnTo>
                    <a:pt x="3584" y="2379"/>
                  </a:lnTo>
                  <a:cubicBezTo>
                    <a:pt x="3564" y="2399"/>
                    <a:pt x="3548" y="2423"/>
                    <a:pt x="3528" y="2443"/>
                  </a:cubicBezTo>
                  <a:cubicBezTo>
                    <a:pt x="3500" y="2487"/>
                    <a:pt x="3468" y="2531"/>
                    <a:pt x="3444" y="2575"/>
                  </a:cubicBezTo>
                  <a:cubicBezTo>
                    <a:pt x="3392" y="2659"/>
                    <a:pt x="3348" y="2739"/>
                    <a:pt x="3300" y="2811"/>
                  </a:cubicBezTo>
                  <a:cubicBezTo>
                    <a:pt x="3260" y="2879"/>
                    <a:pt x="3212" y="2943"/>
                    <a:pt x="3156" y="3003"/>
                  </a:cubicBezTo>
                  <a:cubicBezTo>
                    <a:pt x="3144" y="3015"/>
                    <a:pt x="3132" y="3027"/>
                    <a:pt x="3120" y="3039"/>
                  </a:cubicBezTo>
                  <a:cubicBezTo>
                    <a:pt x="3140" y="2987"/>
                    <a:pt x="3148" y="2927"/>
                    <a:pt x="3148" y="2871"/>
                  </a:cubicBezTo>
                  <a:cubicBezTo>
                    <a:pt x="3152" y="2859"/>
                    <a:pt x="3160" y="2851"/>
                    <a:pt x="3164" y="2839"/>
                  </a:cubicBezTo>
                  <a:cubicBezTo>
                    <a:pt x="3216" y="2759"/>
                    <a:pt x="3280" y="2663"/>
                    <a:pt x="3348" y="2559"/>
                  </a:cubicBezTo>
                  <a:lnTo>
                    <a:pt x="3552" y="2235"/>
                  </a:lnTo>
                  <a:lnTo>
                    <a:pt x="3752" y="1907"/>
                  </a:lnTo>
                  <a:cubicBezTo>
                    <a:pt x="3784" y="1855"/>
                    <a:pt x="3812" y="1803"/>
                    <a:pt x="3836" y="1747"/>
                  </a:cubicBezTo>
                  <a:cubicBezTo>
                    <a:pt x="3856" y="1699"/>
                    <a:pt x="3872" y="1643"/>
                    <a:pt x="3876" y="1591"/>
                  </a:cubicBezTo>
                  <a:cubicBezTo>
                    <a:pt x="3876" y="1547"/>
                    <a:pt x="3876" y="1499"/>
                    <a:pt x="3868" y="1455"/>
                  </a:cubicBezTo>
                  <a:cubicBezTo>
                    <a:pt x="3860" y="1415"/>
                    <a:pt x="3852" y="1383"/>
                    <a:pt x="3844" y="1355"/>
                  </a:cubicBezTo>
                  <a:cubicBezTo>
                    <a:pt x="3832" y="1299"/>
                    <a:pt x="3820" y="1267"/>
                    <a:pt x="3820" y="1267"/>
                  </a:cubicBezTo>
                  <a:lnTo>
                    <a:pt x="3820" y="1267"/>
                  </a:lnTo>
                  <a:lnTo>
                    <a:pt x="3836" y="1355"/>
                  </a:lnTo>
                  <a:cubicBezTo>
                    <a:pt x="3852" y="1435"/>
                    <a:pt x="3856" y="1511"/>
                    <a:pt x="3852" y="1591"/>
                  </a:cubicBezTo>
                  <a:cubicBezTo>
                    <a:pt x="3844" y="1643"/>
                    <a:pt x="3828" y="1691"/>
                    <a:pt x="3808" y="1735"/>
                  </a:cubicBezTo>
                  <a:cubicBezTo>
                    <a:pt x="3780" y="1787"/>
                    <a:pt x="3752" y="1839"/>
                    <a:pt x="3720" y="1887"/>
                  </a:cubicBezTo>
                  <a:cubicBezTo>
                    <a:pt x="3656" y="1991"/>
                    <a:pt x="3584" y="2099"/>
                    <a:pt x="3516" y="2211"/>
                  </a:cubicBezTo>
                  <a:lnTo>
                    <a:pt x="3316" y="2539"/>
                  </a:lnTo>
                  <a:cubicBezTo>
                    <a:pt x="3284" y="2591"/>
                    <a:pt x="3252" y="2643"/>
                    <a:pt x="3224" y="2691"/>
                  </a:cubicBezTo>
                  <a:cubicBezTo>
                    <a:pt x="3196" y="2735"/>
                    <a:pt x="3168" y="2783"/>
                    <a:pt x="3144" y="2823"/>
                  </a:cubicBezTo>
                  <a:cubicBezTo>
                    <a:pt x="3136" y="2743"/>
                    <a:pt x="3104" y="2687"/>
                    <a:pt x="3068" y="2679"/>
                  </a:cubicBezTo>
                  <a:lnTo>
                    <a:pt x="3068" y="2651"/>
                  </a:lnTo>
                  <a:lnTo>
                    <a:pt x="3068" y="2611"/>
                  </a:lnTo>
                  <a:cubicBezTo>
                    <a:pt x="3068" y="2583"/>
                    <a:pt x="3064" y="2551"/>
                    <a:pt x="3060" y="2523"/>
                  </a:cubicBezTo>
                  <a:cubicBezTo>
                    <a:pt x="3052" y="2463"/>
                    <a:pt x="3044" y="2403"/>
                    <a:pt x="3028" y="2343"/>
                  </a:cubicBezTo>
                  <a:cubicBezTo>
                    <a:pt x="3016" y="2283"/>
                    <a:pt x="2996" y="2223"/>
                    <a:pt x="2976" y="2163"/>
                  </a:cubicBezTo>
                  <a:cubicBezTo>
                    <a:pt x="2936" y="2043"/>
                    <a:pt x="2888" y="1931"/>
                    <a:pt x="2844" y="1819"/>
                  </a:cubicBezTo>
                  <a:cubicBezTo>
                    <a:pt x="2824" y="1767"/>
                    <a:pt x="2804" y="1715"/>
                    <a:pt x="2788" y="1663"/>
                  </a:cubicBezTo>
                  <a:cubicBezTo>
                    <a:pt x="2772" y="1611"/>
                    <a:pt x="2756" y="1563"/>
                    <a:pt x="2748" y="1519"/>
                  </a:cubicBezTo>
                  <a:cubicBezTo>
                    <a:pt x="2736" y="1475"/>
                    <a:pt x="2728" y="1431"/>
                    <a:pt x="2720" y="1395"/>
                  </a:cubicBezTo>
                  <a:cubicBezTo>
                    <a:pt x="2712" y="1359"/>
                    <a:pt x="2712" y="1327"/>
                    <a:pt x="2708" y="1299"/>
                  </a:cubicBezTo>
                  <a:cubicBezTo>
                    <a:pt x="2708" y="1243"/>
                    <a:pt x="2704" y="1211"/>
                    <a:pt x="2704" y="1211"/>
                  </a:cubicBezTo>
                  <a:cubicBezTo>
                    <a:pt x="2704" y="1211"/>
                    <a:pt x="2704" y="1243"/>
                    <a:pt x="2700" y="1299"/>
                  </a:cubicBezTo>
                  <a:cubicBezTo>
                    <a:pt x="2700" y="1327"/>
                    <a:pt x="2700" y="1359"/>
                    <a:pt x="2704" y="1399"/>
                  </a:cubicBezTo>
                  <a:cubicBezTo>
                    <a:pt x="2708" y="1443"/>
                    <a:pt x="2716" y="1483"/>
                    <a:pt x="2724" y="1527"/>
                  </a:cubicBezTo>
                  <a:cubicBezTo>
                    <a:pt x="2732" y="1571"/>
                    <a:pt x="2744" y="1623"/>
                    <a:pt x="2760" y="1675"/>
                  </a:cubicBezTo>
                  <a:cubicBezTo>
                    <a:pt x="2772" y="1731"/>
                    <a:pt x="2792" y="1783"/>
                    <a:pt x="2812" y="1835"/>
                  </a:cubicBezTo>
                  <a:cubicBezTo>
                    <a:pt x="2852" y="1947"/>
                    <a:pt x="2896" y="2063"/>
                    <a:pt x="2936" y="2179"/>
                  </a:cubicBezTo>
                  <a:cubicBezTo>
                    <a:pt x="2976" y="2295"/>
                    <a:pt x="3008" y="2411"/>
                    <a:pt x="3024" y="2531"/>
                  </a:cubicBezTo>
                  <a:cubicBezTo>
                    <a:pt x="3028" y="2559"/>
                    <a:pt x="3028" y="2587"/>
                    <a:pt x="3032" y="2615"/>
                  </a:cubicBezTo>
                  <a:lnTo>
                    <a:pt x="3036" y="2655"/>
                  </a:lnTo>
                  <a:lnTo>
                    <a:pt x="3036" y="2691"/>
                  </a:lnTo>
                  <a:lnTo>
                    <a:pt x="3028" y="2695"/>
                  </a:lnTo>
                  <a:cubicBezTo>
                    <a:pt x="2972" y="2731"/>
                    <a:pt x="2896" y="2859"/>
                    <a:pt x="2848" y="2955"/>
                  </a:cubicBezTo>
                  <a:cubicBezTo>
                    <a:pt x="2860" y="2907"/>
                    <a:pt x="2872" y="2855"/>
                    <a:pt x="2880" y="2807"/>
                  </a:cubicBezTo>
                  <a:cubicBezTo>
                    <a:pt x="2896" y="2723"/>
                    <a:pt x="2908" y="2639"/>
                    <a:pt x="2908" y="2555"/>
                  </a:cubicBezTo>
                  <a:cubicBezTo>
                    <a:pt x="2908" y="2531"/>
                    <a:pt x="2904" y="2507"/>
                    <a:pt x="2900" y="2483"/>
                  </a:cubicBezTo>
                  <a:cubicBezTo>
                    <a:pt x="2900" y="2471"/>
                    <a:pt x="2896" y="2459"/>
                    <a:pt x="2896" y="2447"/>
                  </a:cubicBezTo>
                  <a:lnTo>
                    <a:pt x="2896" y="2435"/>
                  </a:lnTo>
                  <a:cubicBezTo>
                    <a:pt x="2896" y="2435"/>
                    <a:pt x="2896" y="2431"/>
                    <a:pt x="2896" y="2431"/>
                  </a:cubicBezTo>
                  <a:lnTo>
                    <a:pt x="2896" y="2427"/>
                  </a:lnTo>
                  <a:lnTo>
                    <a:pt x="2888" y="2411"/>
                  </a:lnTo>
                  <a:cubicBezTo>
                    <a:pt x="2876" y="2363"/>
                    <a:pt x="2856" y="2319"/>
                    <a:pt x="2840" y="2271"/>
                  </a:cubicBezTo>
                  <a:cubicBezTo>
                    <a:pt x="2804" y="2179"/>
                    <a:pt x="2760" y="2083"/>
                    <a:pt x="2716" y="1987"/>
                  </a:cubicBezTo>
                  <a:lnTo>
                    <a:pt x="2424" y="1355"/>
                  </a:lnTo>
                  <a:cubicBezTo>
                    <a:pt x="2400" y="1299"/>
                    <a:pt x="2376" y="1243"/>
                    <a:pt x="2352" y="1187"/>
                  </a:cubicBezTo>
                  <a:cubicBezTo>
                    <a:pt x="2328" y="1131"/>
                    <a:pt x="2308" y="1075"/>
                    <a:pt x="2292" y="1015"/>
                  </a:cubicBezTo>
                  <a:cubicBezTo>
                    <a:pt x="2284" y="983"/>
                    <a:pt x="2280" y="951"/>
                    <a:pt x="2272" y="923"/>
                  </a:cubicBezTo>
                  <a:cubicBezTo>
                    <a:pt x="2268" y="891"/>
                    <a:pt x="2264" y="859"/>
                    <a:pt x="2264" y="827"/>
                  </a:cubicBezTo>
                  <a:cubicBezTo>
                    <a:pt x="2260" y="763"/>
                    <a:pt x="2260" y="699"/>
                    <a:pt x="2268" y="635"/>
                  </a:cubicBezTo>
                  <a:cubicBezTo>
                    <a:pt x="2276" y="571"/>
                    <a:pt x="2292" y="507"/>
                    <a:pt x="2316" y="447"/>
                  </a:cubicBezTo>
                  <a:cubicBezTo>
                    <a:pt x="2344" y="387"/>
                    <a:pt x="2380" y="331"/>
                    <a:pt x="2424" y="283"/>
                  </a:cubicBezTo>
                  <a:cubicBezTo>
                    <a:pt x="2520" y="183"/>
                    <a:pt x="2640" y="115"/>
                    <a:pt x="2776" y="87"/>
                  </a:cubicBezTo>
                  <a:cubicBezTo>
                    <a:pt x="2874" y="61"/>
                    <a:pt x="2973" y="50"/>
                    <a:pt x="3073" y="50"/>
                  </a:cubicBezTo>
                  <a:close/>
                  <a:moveTo>
                    <a:pt x="4056" y="2183"/>
                  </a:moveTo>
                  <a:cubicBezTo>
                    <a:pt x="4032" y="2211"/>
                    <a:pt x="4012" y="2239"/>
                    <a:pt x="3992" y="2267"/>
                  </a:cubicBezTo>
                  <a:cubicBezTo>
                    <a:pt x="3920" y="2363"/>
                    <a:pt x="3852" y="2463"/>
                    <a:pt x="3796" y="2567"/>
                  </a:cubicBezTo>
                  <a:cubicBezTo>
                    <a:pt x="3768" y="2615"/>
                    <a:pt x="3740" y="2667"/>
                    <a:pt x="3712" y="2711"/>
                  </a:cubicBezTo>
                  <a:lnTo>
                    <a:pt x="3696" y="2747"/>
                  </a:lnTo>
                  <a:lnTo>
                    <a:pt x="3696" y="2751"/>
                  </a:lnTo>
                  <a:lnTo>
                    <a:pt x="3692" y="2751"/>
                  </a:lnTo>
                  <a:lnTo>
                    <a:pt x="3688" y="2759"/>
                  </a:lnTo>
                  <a:lnTo>
                    <a:pt x="3676" y="2775"/>
                  </a:lnTo>
                  <a:cubicBezTo>
                    <a:pt x="3664" y="2795"/>
                    <a:pt x="3648" y="2823"/>
                    <a:pt x="3636" y="2839"/>
                  </a:cubicBezTo>
                  <a:cubicBezTo>
                    <a:pt x="3580" y="2915"/>
                    <a:pt x="3516" y="2979"/>
                    <a:pt x="3444" y="3035"/>
                  </a:cubicBezTo>
                  <a:cubicBezTo>
                    <a:pt x="3364" y="3091"/>
                    <a:pt x="3280" y="3143"/>
                    <a:pt x="3192" y="3187"/>
                  </a:cubicBezTo>
                  <a:cubicBezTo>
                    <a:pt x="3161" y="3198"/>
                    <a:pt x="3132" y="3206"/>
                    <a:pt x="3111" y="3206"/>
                  </a:cubicBezTo>
                  <a:cubicBezTo>
                    <a:pt x="3085" y="3206"/>
                    <a:pt x="3070" y="3194"/>
                    <a:pt x="3076" y="3159"/>
                  </a:cubicBezTo>
                  <a:cubicBezTo>
                    <a:pt x="3188" y="3075"/>
                    <a:pt x="3288" y="2975"/>
                    <a:pt x="3368" y="2859"/>
                  </a:cubicBezTo>
                  <a:cubicBezTo>
                    <a:pt x="3420" y="2787"/>
                    <a:pt x="3472" y="2711"/>
                    <a:pt x="3528" y="2631"/>
                  </a:cubicBezTo>
                  <a:cubicBezTo>
                    <a:pt x="3552" y="2587"/>
                    <a:pt x="3580" y="2551"/>
                    <a:pt x="3612" y="2511"/>
                  </a:cubicBezTo>
                  <a:cubicBezTo>
                    <a:pt x="3628" y="2495"/>
                    <a:pt x="3644" y="2479"/>
                    <a:pt x="3664" y="2463"/>
                  </a:cubicBezTo>
                  <a:lnTo>
                    <a:pt x="3688" y="2435"/>
                  </a:lnTo>
                  <a:lnTo>
                    <a:pt x="3720" y="2415"/>
                  </a:lnTo>
                  <a:cubicBezTo>
                    <a:pt x="3808" y="2347"/>
                    <a:pt x="3896" y="2283"/>
                    <a:pt x="3992" y="2227"/>
                  </a:cubicBezTo>
                  <a:lnTo>
                    <a:pt x="4056" y="2183"/>
                  </a:lnTo>
                  <a:close/>
                  <a:moveTo>
                    <a:pt x="936" y="1206"/>
                  </a:moveTo>
                  <a:cubicBezTo>
                    <a:pt x="980" y="1206"/>
                    <a:pt x="1024" y="1209"/>
                    <a:pt x="1068" y="1215"/>
                  </a:cubicBezTo>
                  <a:cubicBezTo>
                    <a:pt x="1128" y="1223"/>
                    <a:pt x="1188" y="1235"/>
                    <a:pt x="1244" y="1251"/>
                  </a:cubicBezTo>
                  <a:cubicBezTo>
                    <a:pt x="1356" y="1283"/>
                    <a:pt x="1468" y="1323"/>
                    <a:pt x="1576" y="1371"/>
                  </a:cubicBezTo>
                  <a:cubicBezTo>
                    <a:pt x="1680" y="1419"/>
                    <a:pt x="1780" y="1471"/>
                    <a:pt x="1880" y="1527"/>
                  </a:cubicBezTo>
                  <a:cubicBezTo>
                    <a:pt x="1928" y="1555"/>
                    <a:pt x="1976" y="1583"/>
                    <a:pt x="2020" y="1611"/>
                  </a:cubicBezTo>
                  <a:cubicBezTo>
                    <a:pt x="2044" y="1623"/>
                    <a:pt x="2072" y="1639"/>
                    <a:pt x="2088" y="1651"/>
                  </a:cubicBezTo>
                  <a:cubicBezTo>
                    <a:pt x="2112" y="1663"/>
                    <a:pt x="2132" y="1679"/>
                    <a:pt x="2148" y="1695"/>
                  </a:cubicBezTo>
                  <a:cubicBezTo>
                    <a:pt x="2224" y="1759"/>
                    <a:pt x="2288" y="1831"/>
                    <a:pt x="2340" y="1915"/>
                  </a:cubicBezTo>
                  <a:cubicBezTo>
                    <a:pt x="2388" y="1995"/>
                    <a:pt x="2428" y="2079"/>
                    <a:pt x="2464" y="2167"/>
                  </a:cubicBezTo>
                  <a:cubicBezTo>
                    <a:pt x="2520" y="2323"/>
                    <a:pt x="2568" y="2483"/>
                    <a:pt x="2600" y="2647"/>
                  </a:cubicBezTo>
                  <a:cubicBezTo>
                    <a:pt x="2624" y="2799"/>
                    <a:pt x="2644" y="2931"/>
                    <a:pt x="2656" y="3039"/>
                  </a:cubicBezTo>
                  <a:cubicBezTo>
                    <a:pt x="2660" y="3063"/>
                    <a:pt x="2664" y="3083"/>
                    <a:pt x="2664" y="3107"/>
                  </a:cubicBezTo>
                  <a:cubicBezTo>
                    <a:pt x="2636" y="3079"/>
                    <a:pt x="2604" y="3059"/>
                    <a:pt x="2564" y="3047"/>
                  </a:cubicBezTo>
                  <a:lnTo>
                    <a:pt x="2540" y="2967"/>
                  </a:lnTo>
                  <a:cubicBezTo>
                    <a:pt x="2524" y="2911"/>
                    <a:pt x="2508" y="2851"/>
                    <a:pt x="2500" y="2795"/>
                  </a:cubicBezTo>
                  <a:cubicBezTo>
                    <a:pt x="2492" y="2727"/>
                    <a:pt x="2484" y="2655"/>
                    <a:pt x="2468" y="2591"/>
                  </a:cubicBezTo>
                  <a:cubicBezTo>
                    <a:pt x="2460" y="2555"/>
                    <a:pt x="2444" y="2519"/>
                    <a:pt x="2428" y="2491"/>
                  </a:cubicBezTo>
                  <a:cubicBezTo>
                    <a:pt x="2412" y="2459"/>
                    <a:pt x="2392" y="2431"/>
                    <a:pt x="2368" y="2403"/>
                  </a:cubicBezTo>
                  <a:cubicBezTo>
                    <a:pt x="2328" y="2359"/>
                    <a:pt x="2284" y="2315"/>
                    <a:pt x="2232" y="2279"/>
                  </a:cubicBezTo>
                  <a:cubicBezTo>
                    <a:pt x="2212" y="2263"/>
                    <a:pt x="2192" y="2251"/>
                    <a:pt x="2176" y="2235"/>
                  </a:cubicBezTo>
                  <a:cubicBezTo>
                    <a:pt x="2160" y="2227"/>
                    <a:pt x="2144" y="2215"/>
                    <a:pt x="2124" y="2207"/>
                  </a:cubicBezTo>
                  <a:cubicBezTo>
                    <a:pt x="2116" y="2199"/>
                    <a:pt x="2104" y="2199"/>
                    <a:pt x="2092" y="2199"/>
                  </a:cubicBezTo>
                  <a:lnTo>
                    <a:pt x="2088" y="2199"/>
                  </a:lnTo>
                  <a:cubicBezTo>
                    <a:pt x="2100" y="2199"/>
                    <a:pt x="2112" y="2203"/>
                    <a:pt x="2120" y="2211"/>
                  </a:cubicBezTo>
                  <a:cubicBezTo>
                    <a:pt x="2144" y="2227"/>
                    <a:pt x="2176" y="2263"/>
                    <a:pt x="2216" y="2295"/>
                  </a:cubicBezTo>
                  <a:cubicBezTo>
                    <a:pt x="2260" y="2335"/>
                    <a:pt x="2300" y="2379"/>
                    <a:pt x="2336" y="2423"/>
                  </a:cubicBezTo>
                  <a:cubicBezTo>
                    <a:pt x="2356" y="2451"/>
                    <a:pt x="2372" y="2479"/>
                    <a:pt x="2388" y="2507"/>
                  </a:cubicBezTo>
                  <a:cubicBezTo>
                    <a:pt x="2404" y="2535"/>
                    <a:pt x="2416" y="2567"/>
                    <a:pt x="2424" y="2599"/>
                  </a:cubicBezTo>
                  <a:cubicBezTo>
                    <a:pt x="2440" y="2663"/>
                    <a:pt x="2448" y="2735"/>
                    <a:pt x="2460" y="2799"/>
                  </a:cubicBezTo>
                  <a:cubicBezTo>
                    <a:pt x="2472" y="2859"/>
                    <a:pt x="2492" y="2915"/>
                    <a:pt x="2516" y="2975"/>
                  </a:cubicBezTo>
                  <a:cubicBezTo>
                    <a:pt x="2524" y="2999"/>
                    <a:pt x="2536" y="3019"/>
                    <a:pt x="2544" y="3039"/>
                  </a:cubicBezTo>
                  <a:cubicBezTo>
                    <a:pt x="2508" y="3029"/>
                    <a:pt x="2469" y="3024"/>
                    <a:pt x="2433" y="3024"/>
                  </a:cubicBezTo>
                  <a:cubicBezTo>
                    <a:pt x="2368" y="3024"/>
                    <a:pt x="2308" y="3039"/>
                    <a:pt x="2272" y="3067"/>
                  </a:cubicBezTo>
                  <a:cubicBezTo>
                    <a:pt x="2264" y="3075"/>
                    <a:pt x="2256" y="3083"/>
                    <a:pt x="2252" y="3095"/>
                  </a:cubicBezTo>
                  <a:cubicBezTo>
                    <a:pt x="2224" y="3083"/>
                    <a:pt x="2192" y="3063"/>
                    <a:pt x="2160" y="3047"/>
                  </a:cubicBezTo>
                  <a:cubicBezTo>
                    <a:pt x="2136" y="3039"/>
                    <a:pt x="2116" y="3027"/>
                    <a:pt x="2092" y="3015"/>
                  </a:cubicBezTo>
                  <a:lnTo>
                    <a:pt x="2028" y="2975"/>
                  </a:lnTo>
                  <a:lnTo>
                    <a:pt x="1960" y="2931"/>
                  </a:lnTo>
                  <a:lnTo>
                    <a:pt x="1892" y="2883"/>
                  </a:lnTo>
                  <a:lnTo>
                    <a:pt x="1820" y="2831"/>
                  </a:lnTo>
                  <a:lnTo>
                    <a:pt x="1752" y="2771"/>
                  </a:lnTo>
                  <a:cubicBezTo>
                    <a:pt x="1728" y="2751"/>
                    <a:pt x="1704" y="2735"/>
                    <a:pt x="1684" y="2711"/>
                  </a:cubicBezTo>
                  <a:lnTo>
                    <a:pt x="1620" y="2647"/>
                  </a:lnTo>
                  <a:cubicBezTo>
                    <a:pt x="1572" y="2603"/>
                    <a:pt x="1536" y="2555"/>
                    <a:pt x="1492" y="2511"/>
                  </a:cubicBezTo>
                  <a:cubicBezTo>
                    <a:pt x="1452" y="2467"/>
                    <a:pt x="1416" y="2419"/>
                    <a:pt x="1384" y="2371"/>
                  </a:cubicBezTo>
                  <a:cubicBezTo>
                    <a:pt x="1348" y="2323"/>
                    <a:pt x="1316" y="2279"/>
                    <a:pt x="1288" y="2235"/>
                  </a:cubicBezTo>
                  <a:cubicBezTo>
                    <a:pt x="1260" y="2191"/>
                    <a:pt x="1232" y="2147"/>
                    <a:pt x="1208" y="2107"/>
                  </a:cubicBezTo>
                  <a:cubicBezTo>
                    <a:pt x="1184" y="2067"/>
                    <a:pt x="1164" y="2031"/>
                    <a:pt x="1144" y="1999"/>
                  </a:cubicBezTo>
                  <a:cubicBezTo>
                    <a:pt x="1128" y="1963"/>
                    <a:pt x="1112" y="1935"/>
                    <a:pt x="1100" y="1911"/>
                  </a:cubicBezTo>
                  <a:cubicBezTo>
                    <a:pt x="1076" y="1859"/>
                    <a:pt x="1064" y="1835"/>
                    <a:pt x="1064" y="1835"/>
                  </a:cubicBezTo>
                  <a:lnTo>
                    <a:pt x="1064" y="1835"/>
                  </a:lnTo>
                  <a:cubicBezTo>
                    <a:pt x="1064" y="1835"/>
                    <a:pt x="1072" y="1863"/>
                    <a:pt x="1092" y="1915"/>
                  </a:cubicBezTo>
                  <a:cubicBezTo>
                    <a:pt x="1104" y="1939"/>
                    <a:pt x="1116" y="1967"/>
                    <a:pt x="1132" y="2003"/>
                  </a:cubicBezTo>
                  <a:cubicBezTo>
                    <a:pt x="1144" y="2039"/>
                    <a:pt x="1164" y="2079"/>
                    <a:pt x="1188" y="2119"/>
                  </a:cubicBezTo>
                  <a:cubicBezTo>
                    <a:pt x="1212" y="2159"/>
                    <a:pt x="1232" y="2203"/>
                    <a:pt x="1260" y="2251"/>
                  </a:cubicBezTo>
                  <a:cubicBezTo>
                    <a:pt x="1288" y="2299"/>
                    <a:pt x="1320" y="2343"/>
                    <a:pt x="1352" y="2391"/>
                  </a:cubicBezTo>
                  <a:cubicBezTo>
                    <a:pt x="1384" y="2443"/>
                    <a:pt x="1424" y="2487"/>
                    <a:pt x="1464" y="2539"/>
                  </a:cubicBezTo>
                  <a:cubicBezTo>
                    <a:pt x="1500" y="2587"/>
                    <a:pt x="1544" y="2635"/>
                    <a:pt x="1588" y="2675"/>
                  </a:cubicBezTo>
                  <a:lnTo>
                    <a:pt x="1656" y="2743"/>
                  </a:lnTo>
                  <a:cubicBezTo>
                    <a:pt x="1676" y="2763"/>
                    <a:pt x="1704" y="2783"/>
                    <a:pt x="1724" y="2803"/>
                  </a:cubicBezTo>
                  <a:cubicBezTo>
                    <a:pt x="1748" y="2823"/>
                    <a:pt x="1772" y="2843"/>
                    <a:pt x="1796" y="2863"/>
                  </a:cubicBezTo>
                  <a:lnTo>
                    <a:pt x="1868" y="2911"/>
                  </a:lnTo>
                  <a:cubicBezTo>
                    <a:pt x="1892" y="2927"/>
                    <a:pt x="1916" y="2947"/>
                    <a:pt x="1940" y="2963"/>
                  </a:cubicBezTo>
                  <a:lnTo>
                    <a:pt x="2012" y="3003"/>
                  </a:lnTo>
                  <a:lnTo>
                    <a:pt x="2080" y="3039"/>
                  </a:lnTo>
                  <a:cubicBezTo>
                    <a:pt x="2104" y="3051"/>
                    <a:pt x="2128" y="3063"/>
                    <a:pt x="2148" y="3071"/>
                  </a:cubicBezTo>
                  <a:cubicBezTo>
                    <a:pt x="2184" y="3087"/>
                    <a:pt x="2216" y="3099"/>
                    <a:pt x="2248" y="3111"/>
                  </a:cubicBezTo>
                  <a:cubicBezTo>
                    <a:pt x="2232" y="3171"/>
                    <a:pt x="2256" y="3255"/>
                    <a:pt x="2264" y="3331"/>
                  </a:cubicBezTo>
                  <a:cubicBezTo>
                    <a:pt x="2156" y="3323"/>
                    <a:pt x="2052" y="3303"/>
                    <a:pt x="1948" y="3279"/>
                  </a:cubicBezTo>
                  <a:cubicBezTo>
                    <a:pt x="1920" y="3271"/>
                    <a:pt x="1888" y="3259"/>
                    <a:pt x="1860" y="3251"/>
                  </a:cubicBezTo>
                  <a:cubicBezTo>
                    <a:pt x="1832" y="3243"/>
                    <a:pt x="1804" y="3231"/>
                    <a:pt x="1776" y="3223"/>
                  </a:cubicBezTo>
                  <a:cubicBezTo>
                    <a:pt x="1720" y="3203"/>
                    <a:pt x="1672" y="3179"/>
                    <a:pt x="1628" y="3163"/>
                  </a:cubicBezTo>
                  <a:cubicBezTo>
                    <a:pt x="1592" y="3147"/>
                    <a:pt x="1556" y="3131"/>
                    <a:pt x="1520" y="3123"/>
                  </a:cubicBezTo>
                  <a:cubicBezTo>
                    <a:pt x="1504" y="3119"/>
                    <a:pt x="1492" y="3119"/>
                    <a:pt x="1476" y="3119"/>
                  </a:cubicBezTo>
                  <a:cubicBezTo>
                    <a:pt x="1488" y="3123"/>
                    <a:pt x="1504" y="3127"/>
                    <a:pt x="1516" y="3131"/>
                  </a:cubicBezTo>
                  <a:cubicBezTo>
                    <a:pt x="1552" y="3147"/>
                    <a:pt x="1584" y="3163"/>
                    <a:pt x="1616" y="3183"/>
                  </a:cubicBezTo>
                  <a:cubicBezTo>
                    <a:pt x="1664" y="3211"/>
                    <a:pt x="1712" y="3235"/>
                    <a:pt x="1760" y="3255"/>
                  </a:cubicBezTo>
                  <a:cubicBezTo>
                    <a:pt x="1788" y="3267"/>
                    <a:pt x="1816" y="3279"/>
                    <a:pt x="1848" y="3291"/>
                  </a:cubicBezTo>
                  <a:cubicBezTo>
                    <a:pt x="1876" y="3299"/>
                    <a:pt x="1908" y="3311"/>
                    <a:pt x="1936" y="3319"/>
                  </a:cubicBezTo>
                  <a:cubicBezTo>
                    <a:pt x="1996" y="3335"/>
                    <a:pt x="2060" y="3343"/>
                    <a:pt x="2120" y="3351"/>
                  </a:cubicBezTo>
                  <a:cubicBezTo>
                    <a:pt x="2152" y="3355"/>
                    <a:pt x="2180" y="3355"/>
                    <a:pt x="2208" y="3355"/>
                  </a:cubicBezTo>
                  <a:lnTo>
                    <a:pt x="2272" y="3355"/>
                  </a:lnTo>
                  <a:cubicBezTo>
                    <a:pt x="2272" y="3383"/>
                    <a:pt x="2268" y="3407"/>
                    <a:pt x="2260" y="3431"/>
                  </a:cubicBezTo>
                  <a:cubicBezTo>
                    <a:pt x="2172" y="3439"/>
                    <a:pt x="2076" y="3443"/>
                    <a:pt x="1968" y="3443"/>
                  </a:cubicBezTo>
                  <a:cubicBezTo>
                    <a:pt x="1800" y="3439"/>
                    <a:pt x="1632" y="3423"/>
                    <a:pt x="1468" y="3395"/>
                  </a:cubicBezTo>
                  <a:cubicBezTo>
                    <a:pt x="1276" y="3359"/>
                    <a:pt x="1088" y="3299"/>
                    <a:pt x="904" y="3223"/>
                  </a:cubicBezTo>
                  <a:cubicBezTo>
                    <a:pt x="808" y="3179"/>
                    <a:pt x="712" y="3127"/>
                    <a:pt x="624" y="3071"/>
                  </a:cubicBezTo>
                  <a:lnTo>
                    <a:pt x="552" y="3031"/>
                  </a:lnTo>
                  <a:lnTo>
                    <a:pt x="488" y="2983"/>
                  </a:lnTo>
                  <a:cubicBezTo>
                    <a:pt x="464" y="2967"/>
                    <a:pt x="444" y="2951"/>
                    <a:pt x="420" y="2931"/>
                  </a:cubicBezTo>
                  <a:lnTo>
                    <a:pt x="388" y="2907"/>
                  </a:lnTo>
                  <a:lnTo>
                    <a:pt x="368" y="2891"/>
                  </a:lnTo>
                  <a:lnTo>
                    <a:pt x="356" y="2879"/>
                  </a:lnTo>
                  <a:cubicBezTo>
                    <a:pt x="272" y="2811"/>
                    <a:pt x="204" y="2719"/>
                    <a:pt x="160" y="2619"/>
                  </a:cubicBezTo>
                  <a:cubicBezTo>
                    <a:pt x="148" y="2595"/>
                    <a:pt x="144" y="2571"/>
                    <a:pt x="136" y="2543"/>
                  </a:cubicBezTo>
                  <a:cubicBezTo>
                    <a:pt x="124" y="2515"/>
                    <a:pt x="124" y="2491"/>
                    <a:pt x="120" y="2463"/>
                  </a:cubicBezTo>
                  <a:cubicBezTo>
                    <a:pt x="116" y="2435"/>
                    <a:pt x="116" y="2407"/>
                    <a:pt x="120" y="2379"/>
                  </a:cubicBezTo>
                  <a:cubicBezTo>
                    <a:pt x="124" y="2351"/>
                    <a:pt x="120" y="2323"/>
                    <a:pt x="128" y="2295"/>
                  </a:cubicBezTo>
                  <a:cubicBezTo>
                    <a:pt x="144" y="2175"/>
                    <a:pt x="176" y="2059"/>
                    <a:pt x="220" y="1947"/>
                  </a:cubicBezTo>
                  <a:cubicBezTo>
                    <a:pt x="260" y="1835"/>
                    <a:pt x="308" y="1719"/>
                    <a:pt x="356" y="1603"/>
                  </a:cubicBezTo>
                  <a:cubicBezTo>
                    <a:pt x="376" y="1547"/>
                    <a:pt x="400" y="1491"/>
                    <a:pt x="432" y="1439"/>
                  </a:cubicBezTo>
                  <a:cubicBezTo>
                    <a:pt x="464" y="1387"/>
                    <a:pt x="504" y="1343"/>
                    <a:pt x="552" y="1311"/>
                  </a:cubicBezTo>
                  <a:cubicBezTo>
                    <a:pt x="652" y="1243"/>
                    <a:pt x="768" y="1207"/>
                    <a:pt x="888" y="1207"/>
                  </a:cubicBezTo>
                  <a:cubicBezTo>
                    <a:pt x="904" y="1206"/>
                    <a:pt x="920" y="1206"/>
                    <a:pt x="936" y="1206"/>
                  </a:cubicBezTo>
                  <a:close/>
                  <a:moveTo>
                    <a:pt x="5450" y="1618"/>
                  </a:moveTo>
                  <a:cubicBezTo>
                    <a:pt x="5572" y="1618"/>
                    <a:pt x="5691" y="1654"/>
                    <a:pt x="5796" y="1719"/>
                  </a:cubicBezTo>
                  <a:cubicBezTo>
                    <a:pt x="5916" y="1795"/>
                    <a:pt x="6016" y="1895"/>
                    <a:pt x="6092" y="2015"/>
                  </a:cubicBezTo>
                  <a:cubicBezTo>
                    <a:pt x="6172" y="2135"/>
                    <a:pt x="6236" y="2267"/>
                    <a:pt x="6280" y="2407"/>
                  </a:cubicBezTo>
                  <a:cubicBezTo>
                    <a:pt x="6380" y="2683"/>
                    <a:pt x="6416" y="2979"/>
                    <a:pt x="6384" y="3275"/>
                  </a:cubicBezTo>
                  <a:cubicBezTo>
                    <a:pt x="6380" y="3415"/>
                    <a:pt x="6276" y="3535"/>
                    <a:pt x="6136" y="3567"/>
                  </a:cubicBezTo>
                  <a:cubicBezTo>
                    <a:pt x="6061" y="3583"/>
                    <a:pt x="5984" y="3591"/>
                    <a:pt x="5906" y="3591"/>
                  </a:cubicBezTo>
                  <a:cubicBezTo>
                    <a:pt x="5844" y="3591"/>
                    <a:pt x="5782" y="3586"/>
                    <a:pt x="5720" y="3575"/>
                  </a:cubicBezTo>
                  <a:cubicBezTo>
                    <a:pt x="5456" y="3531"/>
                    <a:pt x="5196" y="3475"/>
                    <a:pt x="4940" y="3403"/>
                  </a:cubicBezTo>
                  <a:cubicBezTo>
                    <a:pt x="4816" y="3371"/>
                    <a:pt x="4692" y="3339"/>
                    <a:pt x="4572" y="3315"/>
                  </a:cubicBezTo>
                  <a:cubicBezTo>
                    <a:pt x="4516" y="3303"/>
                    <a:pt x="4452" y="3295"/>
                    <a:pt x="4392" y="3283"/>
                  </a:cubicBezTo>
                  <a:cubicBezTo>
                    <a:pt x="4336" y="3275"/>
                    <a:pt x="4276" y="3271"/>
                    <a:pt x="4220" y="3267"/>
                  </a:cubicBezTo>
                  <a:cubicBezTo>
                    <a:pt x="4184" y="3266"/>
                    <a:pt x="4148" y="3265"/>
                    <a:pt x="4112" y="3265"/>
                  </a:cubicBezTo>
                  <a:cubicBezTo>
                    <a:pt x="3937" y="3265"/>
                    <a:pt x="3765" y="3281"/>
                    <a:pt x="3592" y="3307"/>
                  </a:cubicBezTo>
                  <a:lnTo>
                    <a:pt x="3560" y="3311"/>
                  </a:lnTo>
                  <a:cubicBezTo>
                    <a:pt x="3632" y="3247"/>
                    <a:pt x="3696" y="3179"/>
                    <a:pt x="3756" y="3103"/>
                  </a:cubicBezTo>
                  <a:lnTo>
                    <a:pt x="3812" y="3083"/>
                  </a:lnTo>
                  <a:cubicBezTo>
                    <a:pt x="3840" y="3075"/>
                    <a:pt x="3864" y="3067"/>
                    <a:pt x="3892" y="3063"/>
                  </a:cubicBezTo>
                  <a:cubicBezTo>
                    <a:pt x="3920" y="3055"/>
                    <a:pt x="3948" y="3047"/>
                    <a:pt x="3976" y="3039"/>
                  </a:cubicBezTo>
                  <a:cubicBezTo>
                    <a:pt x="4036" y="3031"/>
                    <a:pt x="4096" y="3019"/>
                    <a:pt x="4156" y="3011"/>
                  </a:cubicBezTo>
                  <a:cubicBezTo>
                    <a:pt x="4216" y="3003"/>
                    <a:pt x="4280" y="2999"/>
                    <a:pt x="4344" y="2991"/>
                  </a:cubicBezTo>
                  <a:cubicBezTo>
                    <a:pt x="4404" y="2987"/>
                    <a:pt x="4468" y="2983"/>
                    <a:pt x="4532" y="2983"/>
                  </a:cubicBezTo>
                  <a:lnTo>
                    <a:pt x="4712" y="2983"/>
                  </a:lnTo>
                  <a:cubicBezTo>
                    <a:pt x="4832" y="2983"/>
                    <a:pt x="4944" y="2983"/>
                    <a:pt x="5036" y="2987"/>
                  </a:cubicBezTo>
                  <a:cubicBezTo>
                    <a:pt x="5100" y="2989"/>
                    <a:pt x="5157" y="2989"/>
                    <a:pt x="5205" y="2989"/>
                  </a:cubicBezTo>
                  <a:cubicBezTo>
                    <a:pt x="5299" y="2989"/>
                    <a:pt x="5356" y="2987"/>
                    <a:pt x="5356" y="2987"/>
                  </a:cubicBezTo>
                  <a:lnTo>
                    <a:pt x="5268" y="2979"/>
                  </a:lnTo>
                  <a:cubicBezTo>
                    <a:pt x="5212" y="2975"/>
                    <a:pt x="5132" y="2967"/>
                    <a:pt x="5040" y="2963"/>
                  </a:cubicBezTo>
                  <a:cubicBezTo>
                    <a:pt x="4944" y="2955"/>
                    <a:pt x="4832" y="2947"/>
                    <a:pt x="4712" y="2947"/>
                  </a:cubicBezTo>
                  <a:lnTo>
                    <a:pt x="4528" y="2947"/>
                  </a:lnTo>
                  <a:cubicBezTo>
                    <a:pt x="4468" y="2947"/>
                    <a:pt x="4404" y="2951"/>
                    <a:pt x="4340" y="2951"/>
                  </a:cubicBezTo>
                  <a:cubicBezTo>
                    <a:pt x="4276" y="2955"/>
                    <a:pt x="4212" y="2963"/>
                    <a:pt x="4152" y="2975"/>
                  </a:cubicBezTo>
                  <a:cubicBezTo>
                    <a:pt x="4088" y="2983"/>
                    <a:pt x="4028" y="2995"/>
                    <a:pt x="3968" y="3007"/>
                  </a:cubicBezTo>
                  <a:cubicBezTo>
                    <a:pt x="3940" y="3011"/>
                    <a:pt x="3912" y="3023"/>
                    <a:pt x="3884" y="3031"/>
                  </a:cubicBezTo>
                  <a:cubicBezTo>
                    <a:pt x="3856" y="3039"/>
                    <a:pt x="3828" y="3047"/>
                    <a:pt x="3804" y="3055"/>
                  </a:cubicBezTo>
                  <a:lnTo>
                    <a:pt x="3764" y="3071"/>
                  </a:lnTo>
                  <a:cubicBezTo>
                    <a:pt x="3720" y="3083"/>
                    <a:pt x="3628" y="3111"/>
                    <a:pt x="3544" y="3127"/>
                  </a:cubicBezTo>
                  <a:cubicBezTo>
                    <a:pt x="3560" y="3119"/>
                    <a:pt x="3572" y="3111"/>
                    <a:pt x="3592" y="3099"/>
                  </a:cubicBezTo>
                  <a:cubicBezTo>
                    <a:pt x="3612" y="3091"/>
                    <a:pt x="3632" y="3079"/>
                    <a:pt x="3656" y="3063"/>
                  </a:cubicBezTo>
                  <a:lnTo>
                    <a:pt x="3720" y="3023"/>
                  </a:lnTo>
                  <a:cubicBezTo>
                    <a:pt x="3764" y="2995"/>
                    <a:pt x="3804" y="2959"/>
                    <a:pt x="3852" y="2927"/>
                  </a:cubicBezTo>
                  <a:cubicBezTo>
                    <a:pt x="3896" y="2891"/>
                    <a:pt x="3944" y="2855"/>
                    <a:pt x="3988" y="2815"/>
                  </a:cubicBezTo>
                  <a:lnTo>
                    <a:pt x="4124" y="2699"/>
                  </a:lnTo>
                  <a:cubicBezTo>
                    <a:pt x="4172" y="2659"/>
                    <a:pt x="4216" y="2619"/>
                    <a:pt x="4264" y="2583"/>
                  </a:cubicBezTo>
                  <a:cubicBezTo>
                    <a:pt x="4312" y="2547"/>
                    <a:pt x="4360" y="2511"/>
                    <a:pt x="4404" y="2479"/>
                  </a:cubicBezTo>
                  <a:cubicBezTo>
                    <a:pt x="4448" y="2443"/>
                    <a:pt x="4496" y="2415"/>
                    <a:pt x="4540" y="2391"/>
                  </a:cubicBezTo>
                  <a:lnTo>
                    <a:pt x="4604" y="2355"/>
                  </a:lnTo>
                  <a:lnTo>
                    <a:pt x="4668" y="2323"/>
                  </a:lnTo>
                  <a:cubicBezTo>
                    <a:pt x="4708" y="2307"/>
                    <a:pt x="4744" y="2291"/>
                    <a:pt x="4784" y="2279"/>
                  </a:cubicBezTo>
                  <a:lnTo>
                    <a:pt x="4832" y="2263"/>
                  </a:lnTo>
                  <a:lnTo>
                    <a:pt x="4876" y="2251"/>
                  </a:lnTo>
                  <a:lnTo>
                    <a:pt x="4956" y="2231"/>
                  </a:lnTo>
                  <a:lnTo>
                    <a:pt x="4876" y="2243"/>
                  </a:lnTo>
                  <a:lnTo>
                    <a:pt x="4832" y="2251"/>
                  </a:lnTo>
                  <a:lnTo>
                    <a:pt x="4780" y="2263"/>
                  </a:lnTo>
                  <a:cubicBezTo>
                    <a:pt x="4740" y="2271"/>
                    <a:pt x="4700" y="2287"/>
                    <a:pt x="4660" y="2303"/>
                  </a:cubicBezTo>
                  <a:lnTo>
                    <a:pt x="4596" y="2327"/>
                  </a:lnTo>
                  <a:lnTo>
                    <a:pt x="4528" y="2363"/>
                  </a:lnTo>
                  <a:cubicBezTo>
                    <a:pt x="4476" y="2387"/>
                    <a:pt x="4428" y="2415"/>
                    <a:pt x="4384" y="2447"/>
                  </a:cubicBezTo>
                  <a:cubicBezTo>
                    <a:pt x="4336" y="2479"/>
                    <a:pt x="4288" y="2511"/>
                    <a:pt x="4240" y="2551"/>
                  </a:cubicBezTo>
                  <a:cubicBezTo>
                    <a:pt x="4196" y="2587"/>
                    <a:pt x="4148" y="2627"/>
                    <a:pt x="4100" y="2663"/>
                  </a:cubicBezTo>
                  <a:cubicBezTo>
                    <a:pt x="4008" y="2743"/>
                    <a:pt x="3916" y="2823"/>
                    <a:pt x="3828" y="2895"/>
                  </a:cubicBezTo>
                  <a:cubicBezTo>
                    <a:pt x="3784" y="2931"/>
                    <a:pt x="3744" y="2967"/>
                    <a:pt x="3700" y="2995"/>
                  </a:cubicBezTo>
                  <a:lnTo>
                    <a:pt x="3640" y="3039"/>
                  </a:lnTo>
                  <a:cubicBezTo>
                    <a:pt x="3620" y="3055"/>
                    <a:pt x="3600" y="3067"/>
                    <a:pt x="3580" y="3079"/>
                  </a:cubicBezTo>
                  <a:cubicBezTo>
                    <a:pt x="3548" y="3103"/>
                    <a:pt x="3512" y="3123"/>
                    <a:pt x="3480" y="3139"/>
                  </a:cubicBezTo>
                  <a:cubicBezTo>
                    <a:pt x="3464" y="3143"/>
                    <a:pt x="3444" y="3147"/>
                    <a:pt x="3428" y="3147"/>
                  </a:cubicBezTo>
                  <a:cubicBezTo>
                    <a:pt x="3452" y="3135"/>
                    <a:pt x="3472" y="3119"/>
                    <a:pt x="3496" y="3103"/>
                  </a:cubicBezTo>
                  <a:cubicBezTo>
                    <a:pt x="3584" y="3047"/>
                    <a:pt x="3660" y="2979"/>
                    <a:pt x="3724" y="2899"/>
                  </a:cubicBezTo>
                  <a:cubicBezTo>
                    <a:pt x="3740" y="2875"/>
                    <a:pt x="3752" y="2855"/>
                    <a:pt x="3768" y="2831"/>
                  </a:cubicBezTo>
                  <a:lnTo>
                    <a:pt x="3780" y="2815"/>
                  </a:lnTo>
                  <a:lnTo>
                    <a:pt x="3784" y="2807"/>
                  </a:lnTo>
                  <a:lnTo>
                    <a:pt x="3792" y="2795"/>
                  </a:lnTo>
                  <a:lnTo>
                    <a:pt x="3812" y="2763"/>
                  </a:lnTo>
                  <a:cubicBezTo>
                    <a:pt x="3840" y="2715"/>
                    <a:pt x="3868" y="2671"/>
                    <a:pt x="3896" y="2623"/>
                  </a:cubicBezTo>
                  <a:cubicBezTo>
                    <a:pt x="4020" y="2423"/>
                    <a:pt x="4172" y="2239"/>
                    <a:pt x="4344" y="2079"/>
                  </a:cubicBezTo>
                  <a:cubicBezTo>
                    <a:pt x="4436" y="1995"/>
                    <a:pt x="4540" y="1919"/>
                    <a:pt x="4648" y="1855"/>
                  </a:cubicBezTo>
                  <a:cubicBezTo>
                    <a:pt x="4764" y="1791"/>
                    <a:pt x="4884" y="1735"/>
                    <a:pt x="5012" y="1695"/>
                  </a:cubicBezTo>
                  <a:cubicBezTo>
                    <a:pt x="5044" y="1687"/>
                    <a:pt x="5076" y="1679"/>
                    <a:pt x="5108" y="1667"/>
                  </a:cubicBezTo>
                  <a:lnTo>
                    <a:pt x="5156" y="1655"/>
                  </a:lnTo>
                  <a:cubicBezTo>
                    <a:pt x="5176" y="1651"/>
                    <a:pt x="5192" y="1651"/>
                    <a:pt x="5208" y="1647"/>
                  </a:cubicBezTo>
                  <a:lnTo>
                    <a:pt x="5312" y="1627"/>
                  </a:lnTo>
                  <a:cubicBezTo>
                    <a:pt x="5328" y="1623"/>
                    <a:pt x="5348" y="1623"/>
                    <a:pt x="5364" y="1623"/>
                  </a:cubicBezTo>
                  <a:cubicBezTo>
                    <a:pt x="5380" y="1619"/>
                    <a:pt x="5396" y="1619"/>
                    <a:pt x="5412" y="1619"/>
                  </a:cubicBezTo>
                  <a:cubicBezTo>
                    <a:pt x="5425" y="1618"/>
                    <a:pt x="5437" y="1618"/>
                    <a:pt x="5450" y="1618"/>
                  </a:cubicBezTo>
                  <a:close/>
                  <a:moveTo>
                    <a:pt x="2296" y="3579"/>
                  </a:moveTo>
                  <a:lnTo>
                    <a:pt x="2296" y="3579"/>
                  </a:lnTo>
                  <a:cubicBezTo>
                    <a:pt x="2252" y="3643"/>
                    <a:pt x="2236" y="3727"/>
                    <a:pt x="2256" y="3807"/>
                  </a:cubicBezTo>
                  <a:lnTo>
                    <a:pt x="2220" y="3819"/>
                  </a:lnTo>
                  <a:lnTo>
                    <a:pt x="2128" y="3855"/>
                  </a:lnTo>
                  <a:cubicBezTo>
                    <a:pt x="2092" y="3867"/>
                    <a:pt x="2052" y="3883"/>
                    <a:pt x="2012" y="3903"/>
                  </a:cubicBezTo>
                  <a:cubicBezTo>
                    <a:pt x="1968" y="3923"/>
                    <a:pt x="1920" y="3943"/>
                    <a:pt x="1872" y="3963"/>
                  </a:cubicBezTo>
                  <a:cubicBezTo>
                    <a:pt x="1824" y="3987"/>
                    <a:pt x="1772" y="4011"/>
                    <a:pt x="1720" y="4039"/>
                  </a:cubicBezTo>
                  <a:cubicBezTo>
                    <a:pt x="1672" y="4063"/>
                    <a:pt x="1616" y="4095"/>
                    <a:pt x="1564" y="4127"/>
                  </a:cubicBezTo>
                  <a:cubicBezTo>
                    <a:pt x="1512" y="4159"/>
                    <a:pt x="1460" y="4195"/>
                    <a:pt x="1408" y="4227"/>
                  </a:cubicBezTo>
                  <a:cubicBezTo>
                    <a:pt x="1356" y="4259"/>
                    <a:pt x="1308" y="4303"/>
                    <a:pt x="1260" y="4343"/>
                  </a:cubicBezTo>
                  <a:cubicBezTo>
                    <a:pt x="1212" y="4383"/>
                    <a:pt x="1168" y="4423"/>
                    <a:pt x="1124" y="4463"/>
                  </a:cubicBezTo>
                  <a:cubicBezTo>
                    <a:pt x="1080" y="4503"/>
                    <a:pt x="1044" y="4547"/>
                    <a:pt x="1012" y="4591"/>
                  </a:cubicBezTo>
                  <a:cubicBezTo>
                    <a:pt x="992" y="4611"/>
                    <a:pt x="976" y="4631"/>
                    <a:pt x="960" y="4651"/>
                  </a:cubicBezTo>
                  <a:lnTo>
                    <a:pt x="920" y="4711"/>
                  </a:lnTo>
                  <a:cubicBezTo>
                    <a:pt x="892" y="4747"/>
                    <a:pt x="868" y="4783"/>
                    <a:pt x="848" y="4819"/>
                  </a:cubicBezTo>
                  <a:lnTo>
                    <a:pt x="824" y="4863"/>
                  </a:lnTo>
                  <a:lnTo>
                    <a:pt x="804" y="4907"/>
                  </a:lnTo>
                  <a:lnTo>
                    <a:pt x="764" y="4983"/>
                  </a:lnTo>
                  <a:lnTo>
                    <a:pt x="808" y="4911"/>
                  </a:lnTo>
                  <a:lnTo>
                    <a:pt x="832" y="4871"/>
                  </a:lnTo>
                  <a:lnTo>
                    <a:pt x="864" y="4827"/>
                  </a:lnTo>
                  <a:cubicBezTo>
                    <a:pt x="884" y="4795"/>
                    <a:pt x="908" y="4763"/>
                    <a:pt x="936" y="4727"/>
                  </a:cubicBezTo>
                  <a:cubicBezTo>
                    <a:pt x="952" y="4711"/>
                    <a:pt x="968" y="4691"/>
                    <a:pt x="984" y="4671"/>
                  </a:cubicBezTo>
                  <a:lnTo>
                    <a:pt x="1032" y="4615"/>
                  </a:lnTo>
                  <a:cubicBezTo>
                    <a:pt x="1048" y="4591"/>
                    <a:pt x="1068" y="4571"/>
                    <a:pt x="1088" y="4555"/>
                  </a:cubicBezTo>
                  <a:lnTo>
                    <a:pt x="1148" y="4495"/>
                  </a:lnTo>
                  <a:cubicBezTo>
                    <a:pt x="1192" y="4455"/>
                    <a:pt x="1236" y="4415"/>
                    <a:pt x="1284" y="4375"/>
                  </a:cubicBezTo>
                  <a:cubicBezTo>
                    <a:pt x="1332" y="4339"/>
                    <a:pt x="1380" y="4303"/>
                    <a:pt x="1428" y="4263"/>
                  </a:cubicBezTo>
                  <a:cubicBezTo>
                    <a:pt x="1480" y="4227"/>
                    <a:pt x="1528" y="4195"/>
                    <a:pt x="1584" y="4163"/>
                  </a:cubicBezTo>
                  <a:cubicBezTo>
                    <a:pt x="1636" y="4135"/>
                    <a:pt x="1688" y="4103"/>
                    <a:pt x="1736" y="4075"/>
                  </a:cubicBezTo>
                  <a:cubicBezTo>
                    <a:pt x="1788" y="4043"/>
                    <a:pt x="1836" y="4019"/>
                    <a:pt x="1888" y="3995"/>
                  </a:cubicBezTo>
                  <a:cubicBezTo>
                    <a:pt x="1936" y="3971"/>
                    <a:pt x="1980" y="3947"/>
                    <a:pt x="2020" y="3927"/>
                  </a:cubicBezTo>
                  <a:cubicBezTo>
                    <a:pt x="2104" y="3887"/>
                    <a:pt x="2176" y="3855"/>
                    <a:pt x="2224" y="3831"/>
                  </a:cubicBezTo>
                  <a:lnTo>
                    <a:pt x="2260" y="3819"/>
                  </a:lnTo>
                  <a:cubicBezTo>
                    <a:pt x="2281" y="3891"/>
                    <a:pt x="2333" y="3945"/>
                    <a:pt x="2404" y="3945"/>
                  </a:cubicBezTo>
                  <a:cubicBezTo>
                    <a:pt x="2417" y="3945"/>
                    <a:pt x="2430" y="3943"/>
                    <a:pt x="2444" y="3939"/>
                  </a:cubicBezTo>
                  <a:lnTo>
                    <a:pt x="2444" y="3939"/>
                  </a:lnTo>
                  <a:cubicBezTo>
                    <a:pt x="2428" y="3999"/>
                    <a:pt x="2404" y="4055"/>
                    <a:pt x="2376" y="4115"/>
                  </a:cubicBezTo>
                  <a:lnTo>
                    <a:pt x="2324" y="4219"/>
                  </a:lnTo>
                  <a:cubicBezTo>
                    <a:pt x="2308" y="4255"/>
                    <a:pt x="2292" y="4291"/>
                    <a:pt x="2276" y="4327"/>
                  </a:cubicBezTo>
                  <a:cubicBezTo>
                    <a:pt x="2240" y="4399"/>
                    <a:pt x="2204" y="4471"/>
                    <a:pt x="2168" y="4535"/>
                  </a:cubicBezTo>
                  <a:cubicBezTo>
                    <a:pt x="2132" y="4603"/>
                    <a:pt x="2096" y="4663"/>
                    <a:pt x="2064" y="4711"/>
                  </a:cubicBezTo>
                  <a:cubicBezTo>
                    <a:pt x="2028" y="4763"/>
                    <a:pt x="2004" y="4807"/>
                    <a:pt x="1984" y="4835"/>
                  </a:cubicBezTo>
                  <a:lnTo>
                    <a:pt x="1952" y="4883"/>
                  </a:lnTo>
                  <a:cubicBezTo>
                    <a:pt x="1952" y="4883"/>
                    <a:pt x="1968" y="4867"/>
                    <a:pt x="1988" y="4839"/>
                  </a:cubicBezTo>
                  <a:cubicBezTo>
                    <a:pt x="2012" y="4815"/>
                    <a:pt x="2048" y="4775"/>
                    <a:pt x="2084" y="4727"/>
                  </a:cubicBezTo>
                  <a:cubicBezTo>
                    <a:pt x="2120" y="4679"/>
                    <a:pt x="2160" y="4619"/>
                    <a:pt x="2200" y="4555"/>
                  </a:cubicBezTo>
                  <a:cubicBezTo>
                    <a:pt x="2240" y="4491"/>
                    <a:pt x="2280" y="4419"/>
                    <a:pt x="2316" y="4347"/>
                  </a:cubicBezTo>
                  <a:lnTo>
                    <a:pt x="2364" y="4235"/>
                  </a:lnTo>
                  <a:cubicBezTo>
                    <a:pt x="2380" y="4199"/>
                    <a:pt x="2396" y="4163"/>
                    <a:pt x="2416" y="4131"/>
                  </a:cubicBezTo>
                  <a:cubicBezTo>
                    <a:pt x="2444" y="4063"/>
                    <a:pt x="2464" y="3999"/>
                    <a:pt x="2476" y="3931"/>
                  </a:cubicBezTo>
                  <a:cubicBezTo>
                    <a:pt x="2476" y="3927"/>
                    <a:pt x="2476" y="3927"/>
                    <a:pt x="2476" y="3927"/>
                  </a:cubicBezTo>
                  <a:cubicBezTo>
                    <a:pt x="2504" y="3915"/>
                    <a:pt x="2532" y="3895"/>
                    <a:pt x="2552" y="3875"/>
                  </a:cubicBezTo>
                  <a:lnTo>
                    <a:pt x="2552" y="3875"/>
                  </a:lnTo>
                  <a:cubicBezTo>
                    <a:pt x="2548" y="3959"/>
                    <a:pt x="2548" y="4051"/>
                    <a:pt x="2552" y="4147"/>
                  </a:cubicBezTo>
                  <a:cubicBezTo>
                    <a:pt x="2552" y="4311"/>
                    <a:pt x="2568" y="4491"/>
                    <a:pt x="2572" y="4683"/>
                  </a:cubicBezTo>
                  <a:lnTo>
                    <a:pt x="2572" y="4835"/>
                  </a:lnTo>
                  <a:cubicBezTo>
                    <a:pt x="2572" y="4883"/>
                    <a:pt x="2572" y="4935"/>
                    <a:pt x="2564" y="4987"/>
                  </a:cubicBezTo>
                  <a:cubicBezTo>
                    <a:pt x="2560" y="5039"/>
                    <a:pt x="2560" y="5091"/>
                    <a:pt x="2552" y="5143"/>
                  </a:cubicBezTo>
                  <a:lnTo>
                    <a:pt x="2540" y="5219"/>
                  </a:lnTo>
                  <a:cubicBezTo>
                    <a:pt x="2532" y="5247"/>
                    <a:pt x="2528" y="5275"/>
                    <a:pt x="2520" y="5303"/>
                  </a:cubicBezTo>
                  <a:lnTo>
                    <a:pt x="2512" y="5343"/>
                  </a:lnTo>
                  <a:lnTo>
                    <a:pt x="2500" y="5383"/>
                  </a:lnTo>
                  <a:cubicBezTo>
                    <a:pt x="2492" y="5407"/>
                    <a:pt x="2484" y="5435"/>
                    <a:pt x="2476" y="5459"/>
                  </a:cubicBezTo>
                  <a:cubicBezTo>
                    <a:pt x="2460" y="5511"/>
                    <a:pt x="2436" y="5563"/>
                    <a:pt x="2412" y="5611"/>
                  </a:cubicBezTo>
                  <a:cubicBezTo>
                    <a:pt x="2364" y="5707"/>
                    <a:pt x="2288" y="5791"/>
                    <a:pt x="2200" y="5855"/>
                  </a:cubicBezTo>
                  <a:cubicBezTo>
                    <a:pt x="2100" y="5911"/>
                    <a:pt x="1988" y="5947"/>
                    <a:pt x="1872" y="5959"/>
                  </a:cubicBezTo>
                  <a:cubicBezTo>
                    <a:pt x="1810" y="5965"/>
                    <a:pt x="1748" y="5968"/>
                    <a:pt x="1686" y="5968"/>
                  </a:cubicBezTo>
                  <a:cubicBezTo>
                    <a:pt x="1624" y="5968"/>
                    <a:pt x="1562" y="5965"/>
                    <a:pt x="1500" y="5959"/>
                  </a:cubicBezTo>
                  <a:cubicBezTo>
                    <a:pt x="1436" y="5955"/>
                    <a:pt x="1372" y="5947"/>
                    <a:pt x="1308" y="5939"/>
                  </a:cubicBezTo>
                  <a:lnTo>
                    <a:pt x="1212" y="5927"/>
                  </a:lnTo>
                  <a:cubicBezTo>
                    <a:pt x="1180" y="5923"/>
                    <a:pt x="1148" y="5919"/>
                    <a:pt x="1120" y="5911"/>
                  </a:cubicBezTo>
                  <a:lnTo>
                    <a:pt x="1072" y="5903"/>
                  </a:lnTo>
                  <a:cubicBezTo>
                    <a:pt x="1056" y="5899"/>
                    <a:pt x="1040" y="5895"/>
                    <a:pt x="1028" y="5891"/>
                  </a:cubicBezTo>
                  <a:cubicBezTo>
                    <a:pt x="996" y="5883"/>
                    <a:pt x="964" y="5875"/>
                    <a:pt x="936" y="5863"/>
                  </a:cubicBezTo>
                  <a:lnTo>
                    <a:pt x="848" y="5827"/>
                  </a:lnTo>
                  <a:cubicBezTo>
                    <a:pt x="820" y="5815"/>
                    <a:pt x="792" y="5799"/>
                    <a:pt x="764" y="5783"/>
                  </a:cubicBezTo>
                  <a:cubicBezTo>
                    <a:pt x="652" y="5719"/>
                    <a:pt x="552" y="5635"/>
                    <a:pt x="472" y="5539"/>
                  </a:cubicBezTo>
                  <a:cubicBezTo>
                    <a:pt x="392" y="5439"/>
                    <a:pt x="332" y="5323"/>
                    <a:pt x="292" y="5199"/>
                  </a:cubicBezTo>
                  <a:cubicBezTo>
                    <a:pt x="252" y="5079"/>
                    <a:pt x="236" y="4951"/>
                    <a:pt x="248" y="4823"/>
                  </a:cubicBezTo>
                  <a:cubicBezTo>
                    <a:pt x="260" y="4703"/>
                    <a:pt x="300" y="4587"/>
                    <a:pt x="368" y="4483"/>
                  </a:cubicBezTo>
                  <a:cubicBezTo>
                    <a:pt x="432" y="4387"/>
                    <a:pt x="512" y="4299"/>
                    <a:pt x="600" y="4223"/>
                  </a:cubicBezTo>
                  <a:cubicBezTo>
                    <a:pt x="688" y="4151"/>
                    <a:pt x="780" y="4087"/>
                    <a:pt x="876" y="4031"/>
                  </a:cubicBezTo>
                  <a:cubicBezTo>
                    <a:pt x="968" y="3979"/>
                    <a:pt x="1064" y="3931"/>
                    <a:pt x="1164" y="3891"/>
                  </a:cubicBezTo>
                  <a:cubicBezTo>
                    <a:pt x="1256" y="3855"/>
                    <a:pt x="1352" y="3827"/>
                    <a:pt x="1448" y="3811"/>
                  </a:cubicBezTo>
                  <a:lnTo>
                    <a:pt x="1592" y="3787"/>
                  </a:lnTo>
                  <a:cubicBezTo>
                    <a:pt x="1640" y="3779"/>
                    <a:pt x="1684" y="3771"/>
                    <a:pt x="1728" y="3763"/>
                  </a:cubicBezTo>
                  <a:cubicBezTo>
                    <a:pt x="1820" y="3743"/>
                    <a:pt x="1904" y="3719"/>
                    <a:pt x="1980" y="3695"/>
                  </a:cubicBezTo>
                  <a:cubicBezTo>
                    <a:pt x="2100" y="3655"/>
                    <a:pt x="2208" y="3615"/>
                    <a:pt x="2296" y="3579"/>
                  </a:cubicBezTo>
                  <a:close/>
                  <a:moveTo>
                    <a:pt x="3092" y="3607"/>
                  </a:moveTo>
                  <a:cubicBezTo>
                    <a:pt x="3180" y="3627"/>
                    <a:pt x="3272" y="3659"/>
                    <a:pt x="3376" y="3695"/>
                  </a:cubicBezTo>
                  <a:cubicBezTo>
                    <a:pt x="3540" y="3747"/>
                    <a:pt x="3720" y="3811"/>
                    <a:pt x="3928" y="3859"/>
                  </a:cubicBezTo>
                  <a:cubicBezTo>
                    <a:pt x="4036" y="3887"/>
                    <a:pt x="4148" y="3899"/>
                    <a:pt x="4264" y="3903"/>
                  </a:cubicBezTo>
                  <a:cubicBezTo>
                    <a:pt x="4296" y="3903"/>
                    <a:pt x="4328" y="3903"/>
                    <a:pt x="4360" y="3899"/>
                  </a:cubicBezTo>
                  <a:lnTo>
                    <a:pt x="4444" y="3883"/>
                  </a:lnTo>
                  <a:cubicBezTo>
                    <a:pt x="4470" y="3879"/>
                    <a:pt x="4497" y="3877"/>
                    <a:pt x="4524" y="3877"/>
                  </a:cubicBezTo>
                  <a:cubicBezTo>
                    <a:pt x="4551" y="3877"/>
                    <a:pt x="4578" y="3879"/>
                    <a:pt x="4604" y="3883"/>
                  </a:cubicBezTo>
                  <a:cubicBezTo>
                    <a:pt x="4660" y="3891"/>
                    <a:pt x="4712" y="3903"/>
                    <a:pt x="4764" y="3923"/>
                  </a:cubicBezTo>
                  <a:cubicBezTo>
                    <a:pt x="4820" y="3939"/>
                    <a:pt x="4872" y="3963"/>
                    <a:pt x="4920" y="3995"/>
                  </a:cubicBezTo>
                  <a:cubicBezTo>
                    <a:pt x="5136" y="4119"/>
                    <a:pt x="5296" y="4319"/>
                    <a:pt x="5372" y="4555"/>
                  </a:cubicBezTo>
                  <a:cubicBezTo>
                    <a:pt x="5412" y="4675"/>
                    <a:pt x="5428" y="4807"/>
                    <a:pt x="5420" y="4935"/>
                  </a:cubicBezTo>
                  <a:cubicBezTo>
                    <a:pt x="5420" y="4967"/>
                    <a:pt x="5420" y="4999"/>
                    <a:pt x="5412" y="5035"/>
                  </a:cubicBezTo>
                  <a:lnTo>
                    <a:pt x="5408" y="5083"/>
                  </a:lnTo>
                  <a:cubicBezTo>
                    <a:pt x="5404" y="5103"/>
                    <a:pt x="5400" y="5119"/>
                    <a:pt x="5396" y="5135"/>
                  </a:cubicBezTo>
                  <a:cubicBezTo>
                    <a:pt x="5384" y="5199"/>
                    <a:pt x="5368" y="5263"/>
                    <a:pt x="5340" y="5323"/>
                  </a:cubicBezTo>
                  <a:cubicBezTo>
                    <a:pt x="5288" y="5447"/>
                    <a:pt x="5212" y="5559"/>
                    <a:pt x="5120" y="5655"/>
                  </a:cubicBezTo>
                  <a:cubicBezTo>
                    <a:pt x="4920" y="5847"/>
                    <a:pt x="4680" y="5987"/>
                    <a:pt x="4416" y="6063"/>
                  </a:cubicBezTo>
                  <a:cubicBezTo>
                    <a:pt x="4288" y="6103"/>
                    <a:pt x="4152" y="6131"/>
                    <a:pt x="4020" y="6143"/>
                  </a:cubicBezTo>
                  <a:cubicBezTo>
                    <a:pt x="3975" y="6149"/>
                    <a:pt x="3930" y="6151"/>
                    <a:pt x="3886" y="6151"/>
                  </a:cubicBezTo>
                  <a:cubicBezTo>
                    <a:pt x="3800" y="6151"/>
                    <a:pt x="3716" y="6142"/>
                    <a:pt x="3632" y="6123"/>
                  </a:cubicBezTo>
                  <a:cubicBezTo>
                    <a:pt x="3616" y="6123"/>
                    <a:pt x="3604" y="6115"/>
                    <a:pt x="3588" y="6111"/>
                  </a:cubicBezTo>
                  <a:cubicBezTo>
                    <a:pt x="3576" y="6107"/>
                    <a:pt x="3556" y="6099"/>
                    <a:pt x="3548" y="6095"/>
                  </a:cubicBezTo>
                  <a:cubicBezTo>
                    <a:pt x="3520" y="6083"/>
                    <a:pt x="3496" y="6063"/>
                    <a:pt x="3476" y="6047"/>
                  </a:cubicBezTo>
                  <a:cubicBezTo>
                    <a:pt x="3436" y="6003"/>
                    <a:pt x="3400" y="5955"/>
                    <a:pt x="3372" y="5903"/>
                  </a:cubicBezTo>
                  <a:cubicBezTo>
                    <a:pt x="3320" y="5799"/>
                    <a:pt x="3280" y="5687"/>
                    <a:pt x="3256" y="5571"/>
                  </a:cubicBezTo>
                  <a:cubicBezTo>
                    <a:pt x="3204" y="5351"/>
                    <a:pt x="3164" y="5135"/>
                    <a:pt x="3140" y="4911"/>
                  </a:cubicBezTo>
                  <a:cubicBezTo>
                    <a:pt x="3132" y="4859"/>
                    <a:pt x="3124" y="4811"/>
                    <a:pt x="3116" y="4759"/>
                  </a:cubicBezTo>
                  <a:cubicBezTo>
                    <a:pt x="3116" y="4735"/>
                    <a:pt x="3108" y="4711"/>
                    <a:pt x="3104" y="4683"/>
                  </a:cubicBezTo>
                  <a:cubicBezTo>
                    <a:pt x="3100" y="4655"/>
                    <a:pt x="3092" y="4631"/>
                    <a:pt x="3084" y="4607"/>
                  </a:cubicBezTo>
                  <a:cubicBezTo>
                    <a:pt x="3056" y="4519"/>
                    <a:pt x="3024" y="4435"/>
                    <a:pt x="2988" y="4351"/>
                  </a:cubicBezTo>
                  <a:cubicBezTo>
                    <a:pt x="2928" y="4187"/>
                    <a:pt x="2860" y="4055"/>
                    <a:pt x="2804" y="3947"/>
                  </a:cubicBezTo>
                  <a:cubicBezTo>
                    <a:pt x="2788" y="3915"/>
                    <a:pt x="2772" y="3887"/>
                    <a:pt x="2756" y="3863"/>
                  </a:cubicBezTo>
                  <a:cubicBezTo>
                    <a:pt x="2746" y="3820"/>
                    <a:pt x="2747" y="3763"/>
                    <a:pt x="2830" y="3763"/>
                  </a:cubicBezTo>
                  <a:cubicBezTo>
                    <a:pt x="2847" y="3763"/>
                    <a:pt x="2868" y="3766"/>
                    <a:pt x="2892" y="3771"/>
                  </a:cubicBezTo>
                  <a:cubicBezTo>
                    <a:pt x="3042" y="3802"/>
                    <a:pt x="3203" y="3933"/>
                    <a:pt x="3243" y="3933"/>
                  </a:cubicBezTo>
                  <a:cubicBezTo>
                    <a:pt x="3249" y="3933"/>
                    <a:pt x="3252" y="3930"/>
                    <a:pt x="3252" y="3923"/>
                  </a:cubicBezTo>
                  <a:cubicBezTo>
                    <a:pt x="3284" y="3959"/>
                    <a:pt x="3312" y="3995"/>
                    <a:pt x="3340" y="4035"/>
                  </a:cubicBezTo>
                  <a:cubicBezTo>
                    <a:pt x="3372" y="4087"/>
                    <a:pt x="3404" y="4143"/>
                    <a:pt x="3428" y="4203"/>
                  </a:cubicBezTo>
                  <a:cubicBezTo>
                    <a:pt x="3476" y="4339"/>
                    <a:pt x="3512" y="4475"/>
                    <a:pt x="3540" y="4615"/>
                  </a:cubicBezTo>
                  <a:cubicBezTo>
                    <a:pt x="3556" y="4687"/>
                    <a:pt x="3576" y="4759"/>
                    <a:pt x="3600" y="4827"/>
                  </a:cubicBezTo>
                  <a:cubicBezTo>
                    <a:pt x="3624" y="4895"/>
                    <a:pt x="3652" y="4959"/>
                    <a:pt x="3688" y="5023"/>
                  </a:cubicBezTo>
                  <a:cubicBezTo>
                    <a:pt x="3716" y="5083"/>
                    <a:pt x="3752" y="5139"/>
                    <a:pt x="3792" y="5195"/>
                  </a:cubicBezTo>
                  <a:cubicBezTo>
                    <a:pt x="3828" y="5243"/>
                    <a:pt x="3864" y="5287"/>
                    <a:pt x="3904" y="5331"/>
                  </a:cubicBezTo>
                  <a:cubicBezTo>
                    <a:pt x="3940" y="5367"/>
                    <a:pt x="3976" y="5403"/>
                    <a:pt x="4012" y="5435"/>
                  </a:cubicBezTo>
                  <a:cubicBezTo>
                    <a:pt x="4048" y="5467"/>
                    <a:pt x="4080" y="5491"/>
                    <a:pt x="4104" y="5507"/>
                  </a:cubicBezTo>
                  <a:cubicBezTo>
                    <a:pt x="4128" y="5527"/>
                    <a:pt x="4152" y="5543"/>
                    <a:pt x="4164" y="5551"/>
                  </a:cubicBezTo>
                  <a:lnTo>
                    <a:pt x="4188" y="5563"/>
                  </a:lnTo>
                  <a:lnTo>
                    <a:pt x="4168" y="5547"/>
                  </a:lnTo>
                  <a:cubicBezTo>
                    <a:pt x="4152" y="5539"/>
                    <a:pt x="4136" y="5523"/>
                    <a:pt x="4108" y="5503"/>
                  </a:cubicBezTo>
                  <a:cubicBezTo>
                    <a:pt x="4084" y="5483"/>
                    <a:pt x="4056" y="5455"/>
                    <a:pt x="4024" y="5423"/>
                  </a:cubicBezTo>
                  <a:cubicBezTo>
                    <a:pt x="3992" y="5395"/>
                    <a:pt x="3960" y="5355"/>
                    <a:pt x="3924" y="5315"/>
                  </a:cubicBezTo>
                  <a:cubicBezTo>
                    <a:pt x="3888" y="5271"/>
                    <a:pt x="3852" y="5223"/>
                    <a:pt x="3820" y="5175"/>
                  </a:cubicBezTo>
                  <a:cubicBezTo>
                    <a:pt x="3784" y="5119"/>
                    <a:pt x="3748" y="5063"/>
                    <a:pt x="3720" y="5007"/>
                  </a:cubicBezTo>
                  <a:cubicBezTo>
                    <a:pt x="3688" y="4943"/>
                    <a:pt x="3660" y="4879"/>
                    <a:pt x="3636" y="4815"/>
                  </a:cubicBezTo>
                  <a:cubicBezTo>
                    <a:pt x="3616" y="4747"/>
                    <a:pt x="3596" y="4675"/>
                    <a:pt x="3580" y="4607"/>
                  </a:cubicBezTo>
                  <a:cubicBezTo>
                    <a:pt x="3552" y="4463"/>
                    <a:pt x="3512" y="4323"/>
                    <a:pt x="3464" y="4191"/>
                  </a:cubicBezTo>
                  <a:cubicBezTo>
                    <a:pt x="3436" y="4127"/>
                    <a:pt x="3404" y="4067"/>
                    <a:pt x="3364" y="4015"/>
                  </a:cubicBezTo>
                  <a:cubicBezTo>
                    <a:pt x="3328" y="3967"/>
                    <a:pt x="3288" y="3923"/>
                    <a:pt x="3244" y="3879"/>
                  </a:cubicBezTo>
                  <a:lnTo>
                    <a:pt x="3228" y="3863"/>
                  </a:lnTo>
                  <a:lnTo>
                    <a:pt x="3224" y="3855"/>
                  </a:lnTo>
                  <a:cubicBezTo>
                    <a:pt x="3204" y="3823"/>
                    <a:pt x="3188" y="3791"/>
                    <a:pt x="3176" y="3767"/>
                  </a:cubicBezTo>
                  <a:lnTo>
                    <a:pt x="3184" y="3763"/>
                  </a:lnTo>
                  <a:cubicBezTo>
                    <a:pt x="3204" y="3759"/>
                    <a:pt x="3224" y="3755"/>
                    <a:pt x="3244" y="3755"/>
                  </a:cubicBezTo>
                  <a:cubicBezTo>
                    <a:pt x="3253" y="3754"/>
                    <a:pt x="3261" y="3754"/>
                    <a:pt x="3270" y="3754"/>
                  </a:cubicBezTo>
                  <a:cubicBezTo>
                    <a:pt x="3293" y="3754"/>
                    <a:pt x="3316" y="3757"/>
                    <a:pt x="3336" y="3763"/>
                  </a:cubicBezTo>
                  <a:cubicBezTo>
                    <a:pt x="3376" y="3771"/>
                    <a:pt x="3416" y="3783"/>
                    <a:pt x="3452" y="3799"/>
                  </a:cubicBezTo>
                  <a:cubicBezTo>
                    <a:pt x="3536" y="3831"/>
                    <a:pt x="3628" y="3887"/>
                    <a:pt x="3728" y="3939"/>
                  </a:cubicBezTo>
                  <a:cubicBezTo>
                    <a:pt x="3828" y="3991"/>
                    <a:pt x="3932" y="4047"/>
                    <a:pt x="4040" y="4103"/>
                  </a:cubicBezTo>
                  <a:cubicBezTo>
                    <a:pt x="4148" y="4159"/>
                    <a:pt x="4256" y="4211"/>
                    <a:pt x="4352" y="4267"/>
                  </a:cubicBezTo>
                  <a:cubicBezTo>
                    <a:pt x="4440" y="4315"/>
                    <a:pt x="4524" y="4375"/>
                    <a:pt x="4604" y="4439"/>
                  </a:cubicBezTo>
                  <a:cubicBezTo>
                    <a:pt x="4660" y="4483"/>
                    <a:pt x="4712" y="4535"/>
                    <a:pt x="4760" y="4587"/>
                  </a:cubicBezTo>
                  <a:cubicBezTo>
                    <a:pt x="4796" y="4627"/>
                    <a:pt x="4816" y="4651"/>
                    <a:pt x="4816" y="4651"/>
                  </a:cubicBezTo>
                  <a:cubicBezTo>
                    <a:pt x="4816" y="4651"/>
                    <a:pt x="4800" y="4627"/>
                    <a:pt x="4764" y="4583"/>
                  </a:cubicBezTo>
                  <a:cubicBezTo>
                    <a:pt x="4720" y="4523"/>
                    <a:pt x="4672" y="4471"/>
                    <a:pt x="4616" y="4419"/>
                  </a:cubicBezTo>
                  <a:cubicBezTo>
                    <a:pt x="4540" y="4347"/>
                    <a:pt x="4456" y="4287"/>
                    <a:pt x="4368" y="4231"/>
                  </a:cubicBezTo>
                  <a:cubicBezTo>
                    <a:pt x="4268" y="4171"/>
                    <a:pt x="4164" y="4119"/>
                    <a:pt x="4056" y="4063"/>
                  </a:cubicBezTo>
                  <a:cubicBezTo>
                    <a:pt x="3948" y="4007"/>
                    <a:pt x="3840" y="3955"/>
                    <a:pt x="3740" y="3903"/>
                  </a:cubicBezTo>
                  <a:lnTo>
                    <a:pt x="3592" y="3835"/>
                  </a:lnTo>
                  <a:cubicBezTo>
                    <a:pt x="3544" y="3811"/>
                    <a:pt x="3500" y="3791"/>
                    <a:pt x="3456" y="3775"/>
                  </a:cubicBezTo>
                  <a:cubicBezTo>
                    <a:pt x="3399" y="3752"/>
                    <a:pt x="3336" y="3742"/>
                    <a:pt x="3275" y="3742"/>
                  </a:cubicBezTo>
                  <a:cubicBezTo>
                    <a:pt x="3263" y="3742"/>
                    <a:pt x="3252" y="3743"/>
                    <a:pt x="3240" y="3743"/>
                  </a:cubicBezTo>
                  <a:cubicBezTo>
                    <a:pt x="3216" y="3747"/>
                    <a:pt x="3196" y="3755"/>
                    <a:pt x="3180" y="3759"/>
                  </a:cubicBezTo>
                  <a:lnTo>
                    <a:pt x="3168" y="3767"/>
                  </a:lnTo>
                  <a:cubicBezTo>
                    <a:pt x="3120" y="3679"/>
                    <a:pt x="3084" y="3631"/>
                    <a:pt x="3092" y="3607"/>
                  </a:cubicBezTo>
                  <a:close/>
                  <a:moveTo>
                    <a:pt x="3099" y="0"/>
                  </a:moveTo>
                  <a:cubicBezTo>
                    <a:pt x="3057" y="0"/>
                    <a:pt x="3014" y="2"/>
                    <a:pt x="2972" y="7"/>
                  </a:cubicBezTo>
                  <a:cubicBezTo>
                    <a:pt x="2936" y="11"/>
                    <a:pt x="2900" y="15"/>
                    <a:pt x="2864" y="19"/>
                  </a:cubicBezTo>
                  <a:cubicBezTo>
                    <a:pt x="2848" y="19"/>
                    <a:pt x="2828" y="27"/>
                    <a:pt x="2812" y="31"/>
                  </a:cubicBezTo>
                  <a:cubicBezTo>
                    <a:pt x="2796" y="35"/>
                    <a:pt x="2780" y="39"/>
                    <a:pt x="2764" y="43"/>
                  </a:cubicBezTo>
                  <a:cubicBezTo>
                    <a:pt x="2728" y="55"/>
                    <a:pt x="2692" y="63"/>
                    <a:pt x="2660" y="75"/>
                  </a:cubicBezTo>
                  <a:cubicBezTo>
                    <a:pt x="2624" y="91"/>
                    <a:pt x="2592" y="103"/>
                    <a:pt x="2560" y="119"/>
                  </a:cubicBezTo>
                  <a:cubicBezTo>
                    <a:pt x="2496" y="151"/>
                    <a:pt x="2436" y="195"/>
                    <a:pt x="2384" y="247"/>
                  </a:cubicBezTo>
                  <a:cubicBezTo>
                    <a:pt x="2336" y="295"/>
                    <a:pt x="2292" y="355"/>
                    <a:pt x="2260" y="419"/>
                  </a:cubicBezTo>
                  <a:cubicBezTo>
                    <a:pt x="2228" y="483"/>
                    <a:pt x="2208" y="551"/>
                    <a:pt x="2196" y="619"/>
                  </a:cubicBezTo>
                  <a:cubicBezTo>
                    <a:pt x="2172" y="755"/>
                    <a:pt x="2172" y="891"/>
                    <a:pt x="2196" y="1027"/>
                  </a:cubicBezTo>
                  <a:cubicBezTo>
                    <a:pt x="2224" y="1155"/>
                    <a:pt x="2264" y="1279"/>
                    <a:pt x="2320" y="1399"/>
                  </a:cubicBezTo>
                  <a:cubicBezTo>
                    <a:pt x="2420" y="1627"/>
                    <a:pt x="2520" y="1835"/>
                    <a:pt x="2612" y="2027"/>
                  </a:cubicBezTo>
                  <a:cubicBezTo>
                    <a:pt x="2660" y="2123"/>
                    <a:pt x="2704" y="2215"/>
                    <a:pt x="2744" y="2307"/>
                  </a:cubicBezTo>
                  <a:cubicBezTo>
                    <a:pt x="2764" y="2351"/>
                    <a:pt x="2780" y="2391"/>
                    <a:pt x="2796" y="2435"/>
                  </a:cubicBezTo>
                  <a:lnTo>
                    <a:pt x="2804" y="2451"/>
                  </a:lnTo>
                  <a:lnTo>
                    <a:pt x="2804" y="2455"/>
                  </a:lnTo>
                  <a:lnTo>
                    <a:pt x="2804" y="2463"/>
                  </a:lnTo>
                  <a:cubicBezTo>
                    <a:pt x="2804" y="2471"/>
                    <a:pt x="2808" y="2483"/>
                    <a:pt x="2812" y="2491"/>
                  </a:cubicBezTo>
                  <a:cubicBezTo>
                    <a:pt x="2816" y="2511"/>
                    <a:pt x="2816" y="2531"/>
                    <a:pt x="2820" y="2551"/>
                  </a:cubicBezTo>
                  <a:cubicBezTo>
                    <a:pt x="2820" y="2699"/>
                    <a:pt x="2808" y="2847"/>
                    <a:pt x="2776" y="2991"/>
                  </a:cubicBezTo>
                  <a:cubicBezTo>
                    <a:pt x="2764" y="3063"/>
                    <a:pt x="2748" y="3123"/>
                    <a:pt x="2736" y="3175"/>
                  </a:cubicBezTo>
                  <a:cubicBezTo>
                    <a:pt x="2734" y="3176"/>
                    <a:pt x="2732" y="3177"/>
                    <a:pt x="2730" y="3177"/>
                  </a:cubicBezTo>
                  <a:cubicBezTo>
                    <a:pt x="2723" y="3177"/>
                    <a:pt x="2715" y="3172"/>
                    <a:pt x="2712" y="3163"/>
                  </a:cubicBezTo>
                  <a:lnTo>
                    <a:pt x="2712" y="3031"/>
                  </a:lnTo>
                  <a:cubicBezTo>
                    <a:pt x="2708" y="2899"/>
                    <a:pt x="2700" y="2767"/>
                    <a:pt x="2680" y="2635"/>
                  </a:cubicBezTo>
                  <a:cubicBezTo>
                    <a:pt x="2660" y="2463"/>
                    <a:pt x="2620" y="2295"/>
                    <a:pt x="2564" y="2131"/>
                  </a:cubicBezTo>
                  <a:cubicBezTo>
                    <a:pt x="2528" y="2035"/>
                    <a:pt x="2488" y="1943"/>
                    <a:pt x="2436" y="1855"/>
                  </a:cubicBezTo>
                  <a:cubicBezTo>
                    <a:pt x="2376" y="1763"/>
                    <a:pt x="2304" y="1675"/>
                    <a:pt x="2216" y="1607"/>
                  </a:cubicBezTo>
                  <a:cubicBezTo>
                    <a:pt x="2192" y="1587"/>
                    <a:pt x="2168" y="1571"/>
                    <a:pt x="2144" y="1555"/>
                  </a:cubicBezTo>
                  <a:cubicBezTo>
                    <a:pt x="2120" y="1543"/>
                    <a:pt x="2092" y="1531"/>
                    <a:pt x="2072" y="1515"/>
                  </a:cubicBezTo>
                  <a:cubicBezTo>
                    <a:pt x="2020" y="1491"/>
                    <a:pt x="1972" y="1467"/>
                    <a:pt x="1920" y="1443"/>
                  </a:cubicBezTo>
                  <a:cubicBezTo>
                    <a:pt x="1820" y="1391"/>
                    <a:pt x="1712" y="1347"/>
                    <a:pt x="1600" y="1307"/>
                  </a:cubicBezTo>
                  <a:cubicBezTo>
                    <a:pt x="1488" y="1267"/>
                    <a:pt x="1372" y="1235"/>
                    <a:pt x="1256" y="1207"/>
                  </a:cubicBezTo>
                  <a:cubicBezTo>
                    <a:pt x="1136" y="1179"/>
                    <a:pt x="1012" y="1167"/>
                    <a:pt x="888" y="1167"/>
                  </a:cubicBezTo>
                  <a:cubicBezTo>
                    <a:pt x="760" y="1167"/>
                    <a:pt x="632" y="1203"/>
                    <a:pt x="524" y="1271"/>
                  </a:cubicBezTo>
                  <a:cubicBezTo>
                    <a:pt x="468" y="1307"/>
                    <a:pt x="420" y="1351"/>
                    <a:pt x="380" y="1403"/>
                  </a:cubicBezTo>
                  <a:cubicBezTo>
                    <a:pt x="348" y="1459"/>
                    <a:pt x="316" y="1515"/>
                    <a:pt x="288" y="1575"/>
                  </a:cubicBezTo>
                  <a:cubicBezTo>
                    <a:pt x="184" y="1799"/>
                    <a:pt x="60" y="2023"/>
                    <a:pt x="12" y="2279"/>
                  </a:cubicBezTo>
                  <a:cubicBezTo>
                    <a:pt x="8" y="2311"/>
                    <a:pt x="4" y="2343"/>
                    <a:pt x="0" y="2375"/>
                  </a:cubicBezTo>
                  <a:cubicBezTo>
                    <a:pt x="0" y="2407"/>
                    <a:pt x="0" y="2439"/>
                    <a:pt x="0" y="2475"/>
                  </a:cubicBezTo>
                  <a:cubicBezTo>
                    <a:pt x="0" y="2507"/>
                    <a:pt x="8" y="2539"/>
                    <a:pt x="16" y="2575"/>
                  </a:cubicBezTo>
                  <a:cubicBezTo>
                    <a:pt x="24" y="2607"/>
                    <a:pt x="32" y="2639"/>
                    <a:pt x="44" y="2671"/>
                  </a:cubicBezTo>
                  <a:cubicBezTo>
                    <a:pt x="96" y="2787"/>
                    <a:pt x="172" y="2895"/>
                    <a:pt x="268" y="2983"/>
                  </a:cubicBezTo>
                  <a:cubicBezTo>
                    <a:pt x="272" y="2987"/>
                    <a:pt x="276" y="2991"/>
                    <a:pt x="284" y="2999"/>
                  </a:cubicBezTo>
                  <a:lnTo>
                    <a:pt x="300" y="3011"/>
                  </a:lnTo>
                  <a:lnTo>
                    <a:pt x="336" y="3039"/>
                  </a:lnTo>
                  <a:cubicBezTo>
                    <a:pt x="356" y="3059"/>
                    <a:pt x="380" y="3079"/>
                    <a:pt x="404" y="3095"/>
                  </a:cubicBezTo>
                  <a:lnTo>
                    <a:pt x="476" y="3147"/>
                  </a:lnTo>
                  <a:lnTo>
                    <a:pt x="552" y="3195"/>
                  </a:lnTo>
                  <a:cubicBezTo>
                    <a:pt x="600" y="3227"/>
                    <a:pt x="652" y="3251"/>
                    <a:pt x="700" y="3279"/>
                  </a:cubicBezTo>
                  <a:cubicBezTo>
                    <a:pt x="752" y="3307"/>
                    <a:pt x="804" y="3327"/>
                    <a:pt x="856" y="3351"/>
                  </a:cubicBezTo>
                  <a:cubicBezTo>
                    <a:pt x="1044" y="3427"/>
                    <a:pt x="1248" y="3479"/>
                    <a:pt x="1452" y="3511"/>
                  </a:cubicBezTo>
                  <a:cubicBezTo>
                    <a:pt x="1569" y="3525"/>
                    <a:pt x="1686" y="3533"/>
                    <a:pt x="1803" y="3533"/>
                  </a:cubicBezTo>
                  <a:cubicBezTo>
                    <a:pt x="1858" y="3533"/>
                    <a:pt x="1913" y="3531"/>
                    <a:pt x="1968" y="3527"/>
                  </a:cubicBezTo>
                  <a:cubicBezTo>
                    <a:pt x="2104" y="3519"/>
                    <a:pt x="2236" y="3503"/>
                    <a:pt x="2364" y="3475"/>
                  </a:cubicBezTo>
                  <a:lnTo>
                    <a:pt x="2416" y="3463"/>
                  </a:lnTo>
                  <a:lnTo>
                    <a:pt x="2416" y="3463"/>
                  </a:lnTo>
                  <a:cubicBezTo>
                    <a:pt x="2412" y="3467"/>
                    <a:pt x="2408" y="3471"/>
                    <a:pt x="2404" y="3479"/>
                  </a:cubicBezTo>
                  <a:lnTo>
                    <a:pt x="2352" y="3495"/>
                  </a:lnTo>
                  <a:cubicBezTo>
                    <a:pt x="2244" y="3527"/>
                    <a:pt x="2112" y="3571"/>
                    <a:pt x="1956" y="3611"/>
                  </a:cubicBezTo>
                  <a:cubicBezTo>
                    <a:pt x="1880" y="3631"/>
                    <a:pt x="1796" y="3647"/>
                    <a:pt x="1712" y="3663"/>
                  </a:cubicBezTo>
                  <a:cubicBezTo>
                    <a:pt x="1668" y="3671"/>
                    <a:pt x="1624" y="3675"/>
                    <a:pt x="1576" y="3679"/>
                  </a:cubicBezTo>
                  <a:lnTo>
                    <a:pt x="1504" y="3687"/>
                  </a:lnTo>
                  <a:lnTo>
                    <a:pt x="1432" y="3699"/>
                  </a:lnTo>
                  <a:cubicBezTo>
                    <a:pt x="1328" y="3715"/>
                    <a:pt x="1224" y="3743"/>
                    <a:pt x="1124" y="3783"/>
                  </a:cubicBezTo>
                  <a:cubicBezTo>
                    <a:pt x="1020" y="3823"/>
                    <a:pt x="916" y="3871"/>
                    <a:pt x="820" y="3931"/>
                  </a:cubicBezTo>
                  <a:cubicBezTo>
                    <a:pt x="608" y="4059"/>
                    <a:pt x="432" y="4235"/>
                    <a:pt x="308" y="4447"/>
                  </a:cubicBezTo>
                  <a:cubicBezTo>
                    <a:pt x="176" y="4675"/>
                    <a:pt x="176" y="4955"/>
                    <a:pt x="252" y="5207"/>
                  </a:cubicBezTo>
                  <a:cubicBezTo>
                    <a:pt x="292" y="5331"/>
                    <a:pt x="352" y="5451"/>
                    <a:pt x="432" y="5559"/>
                  </a:cubicBezTo>
                  <a:cubicBezTo>
                    <a:pt x="512" y="5671"/>
                    <a:pt x="608" y="5763"/>
                    <a:pt x="724" y="5839"/>
                  </a:cubicBezTo>
                  <a:cubicBezTo>
                    <a:pt x="752" y="5855"/>
                    <a:pt x="780" y="5871"/>
                    <a:pt x="808" y="5887"/>
                  </a:cubicBezTo>
                  <a:lnTo>
                    <a:pt x="900" y="5931"/>
                  </a:lnTo>
                  <a:cubicBezTo>
                    <a:pt x="932" y="5947"/>
                    <a:pt x="964" y="5955"/>
                    <a:pt x="996" y="5967"/>
                  </a:cubicBezTo>
                  <a:cubicBezTo>
                    <a:pt x="1012" y="5975"/>
                    <a:pt x="1028" y="5979"/>
                    <a:pt x="1048" y="5983"/>
                  </a:cubicBezTo>
                  <a:lnTo>
                    <a:pt x="1096" y="5999"/>
                  </a:lnTo>
                  <a:cubicBezTo>
                    <a:pt x="1128" y="6003"/>
                    <a:pt x="1164" y="6011"/>
                    <a:pt x="1196" y="6019"/>
                  </a:cubicBezTo>
                  <a:lnTo>
                    <a:pt x="1292" y="6035"/>
                  </a:lnTo>
                  <a:cubicBezTo>
                    <a:pt x="1356" y="6047"/>
                    <a:pt x="1424" y="6055"/>
                    <a:pt x="1488" y="6063"/>
                  </a:cubicBezTo>
                  <a:cubicBezTo>
                    <a:pt x="1576" y="6074"/>
                    <a:pt x="1664" y="6079"/>
                    <a:pt x="1752" y="6079"/>
                  </a:cubicBezTo>
                  <a:cubicBezTo>
                    <a:pt x="1796" y="6079"/>
                    <a:pt x="1840" y="6078"/>
                    <a:pt x="1884" y="6075"/>
                  </a:cubicBezTo>
                  <a:cubicBezTo>
                    <a:pt x="2020" y="6067"/>
                    <a:pt x="2152" y="6027"/>
                    <a:pt x="2268" y="5959"/>
                  </a:cubicBezTo>
                  <a:cubicBezTo>
                    <a:pt x="2380" y="5887"/>
                    <a:pt x="2472" y="5787"/>
                    <a:pt x="2532" y="5667"/>
                  </a:cubicBezTo>
                  <a:cubicBezTo>
                    <a:pt x="2564" y="5611"/>
                    <a:pt x="2588" y="5551"/>
                    <a:pt x="2608" y="5495"/>
                  </a:cubicBezTo>
                  <a:cubicBezTo>
                    <a:pt x="2616" y="5467"/>
                    <a:pt x="2624" y="5435"/>
                    <a:pt x="2632" y="5407"/>
                  </a:cubicBezTo>
                  <a:lnTo>
                    <a:pt x="2640" y="5387"/>
                  </a:lnTo>
                  <a:lnTo>
                    <a:pt x="2640" y="5375"/>
                  </a:lnTo>
                  <a:lnTo>
                    <a:pt x="2640" y="5371"/>
                  </a:lnTo>
                  <a:lnTo>
                    <a:pt x="2640" y="5363"/>
                  </a:lnTo>
                  <a:lnTo>
                    <a:pt x="2648" y="5323"/>
                  </a:lnTo>
                  <a:lnTo>
                    <a:pt x="2664" y="5239"/>
                  </a:lnTo>
                  <a:lnTo>
                    <a:pt x="2676" y="5155"/>
                  </a:lnTo>
                  <a:cubicBezTo>
                    <a:pt x="2684" y="5095"/>
                    <a:pt x="2684" y="5039"/>
                    <a:pt x="2688" y="4987"/>
                  </a:cubicBezTo>
                  <a:cubicBezTo>
                    <a:pt x="2692" y="4931"/>
                    <a:pt x="2688" y="4879"/>
                    <a:pt x="2688" y="4827"/>
                  </a:cubicBezTo>
                  <a:cubicBezTo>
                    <a:pt x="2688" y="4775"/>
                    <a:pt x="2684" y="4723"/>
                    <a:pt x="2680" y="4671"/>
                  </a:cubicBezTo>
                  <a:cubicBezTo>
                    <a:pt x="2668" y="4471"/>
                    <a:pt x="2644" y="4295"/>
                    <a:pt x="2628" y="4135"/>
                  </a:cubicBezTo>
                  <a:cubicBezTo>
                    <a:pt x="2616" y="4031"/>
                    <a:pt x="2612" y="3927"/>
                    <a:pt x="2612" y="3819"/>
                  </a:cubicBezTo>
                  <a:cubicBezTo>
                    <a:pt x="2619" y="3818"/>
                    <a:pt x="2626" y="3818"/>
                    <a:pt x="2633" y="3818"/>
                  </a:cubicBezTo>
                  <a:cubicBezTo>
                    <a:pt x="2655" y="3818"/>
                    <a:pt x="2678" y="3823"/>
                    <a:pt x="2696" y="3835"/>
                  </a:cubicBezTo>
                  <a:cubicBezTo>
                    <a:pt x="2712" y="3875"/>
                    <a:pt x="2732" y="3919"/>
                    <a:pt x="2752" y="3971"/>
                  </a:cubicBezTo>
                  <a:cubicBezTo>
                    <a:pt x="2800" y="4083"/>
                    <a:pt x="2856" y="4219"/>
                    <a:pt x="2916" y="4379"/>
                  </a:cubicBezTo>
                  <a:cubicBezTo>
                    <a:pt x="2944" y="4459"/>
                    <a:pt x="2972" y="4543"/>
                    <a:pt x="2996" y="4631"/>
                  </a:cubicBezTo>
                  <a:cubicBezTo>
                    <a:pt x="3008" y="4675"/>
                    <a:pt x="3020" y="4723"/>
                    <a:pt x="3024" y="4767"/>
                  </a:cubicBezTo>
                  <a:cubicBezTo>
                    <a:pt x="3028" y="4819"/>
                    <a:pt x="3032" y="4867"/>
                    <a:pt x="3040" y="4919"/>
                  </a:cubicBezTo>
                  <a:cubicBezTo>
                    <a:pt x="3060" y="5147"/>
                    <a:pt x="3096" y="5371"/>
                    <a:pt x="3152" y="5591"/>
                  </a:cubicBezTo>
                  <a:cubicBezTo>
                    <a:pt x="3188" y="5715"/>
                    <a:pt x="3236" y="5835"/>
                    <a:pt x="3300" y="5947"/>
                  </a:cubicBezTo>
                  <a:cubicBezTo>
                    <a:pt x="3336" y="6003"/>
                    <a:pt x="3380" y="6055"/>
                    <a:pt x="3432" y="6103"/>
                  </a:cubicBezTo>
                  <a:cubicBezTo>
                    <a:pt x="3460" y="6123"/>
                    <a:pt x="3492" y="6143"/>
                    <a:pt x="3524" y="6159"/>
                  </a:cubicBezTo>
                  <a:cubicBezTo>
                    <a:pt x="3540" y="6163"/>
                    <a:pt x="3560" y="6171"/>
                    <a:pt x="3576" y="6175"/>
                  </a:cubicBezTo>
                  <a:cubicBezTo>
                    <a:pt x="3592" y="6179"/>
                    <a:pt x="3612" y="6183"/>
                    <a:pt x="3628" y="6187"/>
                  </a:cubicBezTo>
                  <a:cubicBezTo>
                    <a:pt x="3692" y="6195"/>
                    <a:pt x="3757" y="6199"/>
                    <a:pt x="3821" y="6199"/>
                  </a:cubicBezTo>
                  <a:cubicBezTo>
                    <a:pt x="3893" y="6199"/>
                    <a:pt x="3964" y="6194"/>
                    <a:pt x="4036" y="6183"/>
                  </a:cubicBezTo>
                  <a:cubicBezTo>
                    <a:pt x="4172" y="6163"/>
                    <a:pt x="4304" y="6135"/>
                    <a:pt x="4436" y="6095"/>
                  </a:cubicBezTo>
                  <a:cubicBezTo>
                    <a:pt x="4572" y="6055"/>
                    <a:pt x="4700" y="6003"/>
                    <a:pt x="4824" y="5939"/>
                  </a:cubicBezTo>
                  <a:cubicBezTo>
                    <a:pt x="4952" y="5875"/>
                    <a:pt x="5072" y="5795"/>
                    <a:pt x="5176" y="5699"/>
                  </a:cubicBezTo>
                  <a:cubicBezTo>
                    <a:pt x="5284" y="5603"/>
                    <a:pt x="5372" y="5487"/>
                    <a:pt x="5436" y="5355"/>
                  </a:cubicBezTo>
                  <a:cubicBezTo>
                    <a:pt x="5468" y="5291"/>
                    <a:pt x="5492" y="5219"/>
                    <a:pt x="5508" y="5151"/>
                  </a:cubicBezTo>
                  <a:cubicBezTo>
                    <a:pt x="5512" y="5131"/>
                    <a:pt x="5516" y="5115"/>
                    <a:pt x="5520" y="5099"/>
                  </a:cubicBezTo>
                  <a:lnTo>
                    <a:pt x="5532" y="5047"/>
                  </a:lnTo>
                  <a:cubicBezTo>
                    <a:pt x="5536" y="5011"/>
                    <a:pt x="5540" y="4975"/>
                    <a:pt x="5544" y="4939"/>
                  </a:cubicBezTo>
                  <a:cubicBezTo>
                    <a:pt x="5576" y="4579"/>
                    <a:pt x="5432" y="4227"/>
                    <a:pt x="5164" y="3987"/>
                  </a:cubicBezTo>
                  <a:cubicBezTo>
                    <a:pt x="5112" y="3943"/>
                    <a:pt x="5056" y="3903"/>
                    <a:pt x="4996" y="3871"/>
                  </a:cubicBezTo>
                  <a:cubicBezTo>
                    <a:pt x="4884" y="3799"/>
                    <a:pt x="4756" y="3759"/>
                    <a:pt x="4620" y="3743"/>
                  </a:cubicBezTo>
                  <a:cubicBezTo>
                    <a:pt x="4597" y="3742"/>
                    <a:pt x="4573" y="3741"/>
                    <a:pt x="4550" y="3741"/>
                  </a:cubicBezTo>
                  <a:cubicBezTo>
                    <a:pt x="4509" y="3741"/>
                    <a:pt x="4469" y="3744"/>
                    <a:pt x="4428" y="3751"/>
                  </a:cubicBezTo>
                  <a:lnTo>
                    <a:pt x="4340" y="3767"/>
                  </a:lnTo>
                  <a:cubicBezTo>
                    <a:pt x="4316" y="3767"/>
                    <a:pt x="4292" y="3775"/>
                    <a:pt x="4264" y="3775"/>
                  </a:cubicBezTo>
                  <a:cubicBezTo>
                    <a:pt x="4160" y="3775"/>
                    <a:pt x="4056" y="3763"/>
                    <a:pt x="3956" y="3743"/>
                  </a:cubicBezTo>
                  <a:cubicBezTo>
                    <a:pt x="3756" y="3707"/>
                    <a:pt x="3568" y="3651"/>
                    <a:pt x="3404" y="3611"/>
                  </a:cubicBezTo>
                  <a:cubicBezTo>
                    <a:pt x="3264" y="3571"/>
                    <a:pt x="3116" y="3539"/>
                    <a:pt x="2968" y="3519"/>
                  </a:cubicBezTo>
                  <a:cubicBezTo>
                    <a:pt x="2936" y="3515"/>
                    <a:pt x="2908" y="3511"/>
                    <a:pt x="2876" y="3511"/>
                  </a:cubicBezTo>
                  <a:lnTo>
                    <a:pt x="2900" y="3503"/>
                  </a:lnTo>
                  <a:cubicBezTo>
                    <a:pt x="2964" y="3491"/>
                    <a:pt x="3044" y="3471"/>
                    <a:pt x="3136" y="3455"/>
                  </a:cubicBezTo>
                  <a:cubicBezTo>
                    <a:pt x="3268" y="3431"/>
                    <a:pt x="3424" y="3403"/>
                    <a:pt x="3600" y="3387"/>
                  </a:cubicBezTo>
                  <a:cubicBezTo>
                    <a:pt x="3736" y="3374"/>
                    <a:pt x="3872" y="3366"/>
                    <a:pt x="4008" y="3366"/>
                  </a:cubicBezTo>
                  <a:cubicBezTo>
                    <a:pt x="4072" y="3366"/>
                    <a:pt x="4136" y="3367"/>
                    <a:pt x="4200" y="3371"/>
                  </a:cubicBezTo>
                  <a:cubicBezTo>
                    <a:pt x="4256" y="3375"/>
                    <a:pt x="4312" y="3383"/>
                    <a:pt x="4368" y="3391"/>
                  </a:cubicBezTo>
                  <a:cubicBezTo>
                    <a:pt x="4424" y="3395"/>
                    <a:pt x="4480" y="3407"/>
                    <a:pt x="4540" y="3423"/>
                  </a:cubicBezTo>
                  <a:lnTo>
                    <a:pt x="4904" y="3507"/>
                  </a:lnTo>
                  <a:cubicBezTo>
                    <a:pt x="5028" y="3535"/>
                    <a:pt x="5156" y="3563"/>
                    <a:pt x="5292" y="3583"/>
                  </a:cubicBezTo>
                  <a:cubicBezTo>
                    <a:pt x="5428" y="3611"/>
                    <a:pt x="5568" y="3627"/>
                    <a:pt x="5704" y="3639"/>
                  </a:cubicBezTo>
                  <a:cubicBezTo>
                    <a:pt x="5741" y="3642"/>
                    <a:pt x="5778" y="3644"/>
                    <a:pt x="5815" y="3644"/>
                  </a:cubicBezTo>
                  <a:cubicBezTo>
                    <a:pt x="5924" y="3644"/>
                    <a:pt x="6032" y="3630"/>
                    <a:pt x="6140" y="3603"/>
                  </a:cubicBezTo>
                  <a:cubicBezTo>
                    <a:pt x="6212" y="3583"/>
                    <a:pt x="6280" y="3539"/>
                    <a:pt x="6332" y="3483"/>
                  </a:cubicBezTo>
                  <a:cubicBezTo>
                    <a:pt x="6380" y="3423"/>
                    <a:pt x="6408" y="3351"/>
                    <a:pt x="6416" y="3271"/>
                  </a:cubicBezTo>
                  <a:cubicBezTo>
                    <a:pt x="6436" y="3123"/>
                    <a:pt x="6436" y="2971"/>
                    <a:pt x="6420" y="2823"/>
                  </a:cubicBezTo>
                  <a:cubicBezTo>
                    <a:pt x="6408" y="2671"/>
                    <a:pt x="6384" y="2523"/>
                    <a:pt x="6340" y="2375"/>
                  </a:cubicBezTo>
                  <a:cubicBezTo>
                    <a:pt x="6300" y="2227"/>
                    <a:pt x="6240" y="2087"/>
                    <a:pt x="6164" y="1955"/>
                  </a:cubicBezTo>
                  <a:cubicBezTo>
                    <a:pt x="6088" y="1819"/>
                    <a:pt x="5980" y="1703"/>
                    <a:pt x="5848" y="1615"/>
                  </a:cubicBezTo>
                  <a:cubicBezTo>
                    <a:pt x="5784" y="1571"/>
                    <a:pt x="5712" y="1535"/>
                    <a:pt x="5636" y="1515"/>
                  </a:cubicBezTo>
                  <a:cubicBezTo>
                    <a:pt x="5560" y="1495"/>
                    <a:pt x="5480" y="1483"/>
                    <a:pt x="5404" y="1483"/>
                  </a:cubicBezTo>
                  <a:lnTo>
                    <a:pt x="5344" y="1483"/>
                  </a:lnTo>
                  <a:cubicBezTo>
                    <a:pt x="5324" y="1483"/>
                    <a:pt x="5308" y="1483"/>
                    <a:pt x="5288" y="1491"/>
                  </a:cubicBezTo>
                  <a:lnTo>
                    <a:pt x="5180" y="1507"/>
                  </a:lnTo>
                  <a:cubicBezTo>
                    <a:pt x="5164" y="1507"/>
                    <a:pt x="5144" y="1511"/>
                    <a:pt x="5128" y="1515"/>
                  </a:cubicBezTo>
                  <a:lnTo>
                    <a:pt x="5072" y="1527"/>
                  </a:lnTo>
                  <a:cubicBezTo>
                    <a:pt x="5036" y="1535"/>
                    <a:pt x="5000" y="1543"/>
                    <a:pt x="4964" y="1555"/>
                  </a:cubicBezTo>
                  <a:cubicBezTo>
                    <a:pt x="4828" y="1595"/>
                    <a:pt x="4696" y="1651"/>
                    <a:pt x="4572" y="1723"/>
                  </a:cubicBezTo>
                  <a:cubicBezTo>
                    <a:pt x="4532" y="1747"/>
                    <a:pt x="4496" y="1771"/>
                    <a:pt x="4460" y="1795"/>
                  </a:cubicBezTo>
                  <a:cubicBezTo>
                    <a:pt x="4488" y="1759"/>
                    <a:pt x="4512" y="1719"/>
                    <a:pt x="4532" y="1679"/>
                  </a:cubicBezTo>
                  <a:cubicBezTo>
                    <a:pt x="4564" y="1619"/>
                    <a:pt x="4592" y="1551"/>
                    <a:pt x="4612" y="1487"/>
                  </a:cubicBezTo>
                  <a:cubicBezTo>
                    <a:pt x="4620" y="1451"/>
                    <a:pt x="4628" y="1415"/>
                    <a:pt x="4636" y="1379"/>
                  </a:cubicBezTo>
                  <a:lnTo>
                    <a:pt x="4648" y="1327"/>
                  </a:lnTo>
                  <a:lnTo>
                    <a:pt x="4652" y="1279"/>
                  </a:lnTo>
                  <a:lnTo>
                    <a:pt x="4660" y="1179"/>
                  </a:lnTo>
                  <a:cubicBezTo>
                    <a:pt x="4664" y="1175"/>
                    <a:pt x="4664" y="1171"/>
                    <a:pt x="4660" y="1171"/>
                  </a:cubicBezTo>
                  <a:lnTo>
                    <a:pt x="4660" y="1119"/>
                  </a:lnTo>
                  <a:cubicBezTo>
                    <a:pt x="4664" y="1103"/>
                    <a:pt x="4664" y="1083"/>
                    <a:pt x="4660" y="1067"/>
                  </a:cubicBezTo>
                  <a:cubicBezTo>
                    <a:pt x="4656" y="991"/>
                    <a:pt x="4644" y="919"/>
                    <a:pt x="4620" y="847"/>
                  </a:cubicBezTo>
                  <a:cubicBezTo>
                    <a:pt x="4572" y="707"/>
                    <a:pt x="4492" y="579"/>
                    <a:pt x="4388" y="471"/>
                  </a:cubicBezTo>
                  <a:cubicBezTo>
                    <a:pt x="4284" y="367"/>
                    <a:pt x="4160" y="279"/>
                    <a:pt x="4032" y="211"/>
                  </a:cubicBezTo>
                  <a:cubicBezTo>
                    <a:pt x="3900" y="147"/>
                    <a:pt x="3760" y="99"/>
                    <a:pt x="3620" y="67"/>
                  </a:cubicBezTo>
                  <a:cubicBezTo>
                    <a:pt x="3480" y="31"/>
                    <a:pt x="3336" y="7"/>
                    <a:pt x="3188" y="3"/>
                  </a:cubicBezTo>
                  <a:cubicBezTo>
                    <a:pt x="3158" y="1"/>
                    <a:pt x="3129" y="0"/>
                    <a:pt x="3099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76"/>
            <p:cNvSpPr/>
            <p:nvPr/>
          </p:nvSpPr>
          <p:spPr>
            <a:xfrm flipH="1">
              <a:off x="3981666" y="497853"/>
              <a:ext cx="18191" cy="83077"/>
            </a:xfrm>
            <a:custGeom>
              <a:avLst/>
              <a:gdLst/>
              <a:ahLst/>
              <a:cxnLst/>
              <a:rect l="l" t="t" r="r" b="b"/>
              <a:pathLst>
                <a:path w="157" h="717" extrusionOk="0">
                  <a:moveTo>
                    <a:pt x="112" y="0"/>
                  </a:moveTo>
                  <a:lnTo>
                    <a:pt x="80" y="376"/>
                  </a:lnTo>
                  <a:cubicBezTo>
                    <a:pt x="80" y="404"/>
                    <a:pt x="76" y="424"/>
                    <a:pt x="72" y="452"/>
                  </a:cubicBezTo>
                  <a:cubicBezTo>
                    <a:pt x="68" y="472"/>
                    <a:pt x="60" y="496"/>
                    <a:pt x="56" y="520"/>
                  </a:cubicBezTo>
                  <a:lnTo>
                    <a:pt x="0" y="704"/>
                  </a:lnTo>
                  <a:lnTo>
                    <a:pt x="44" y="716"/>
                  </a:lnTo>
                  <a:lnTo>
                    <a:pt x="96" y="532"/>
                  </a:lnTo>
                  <a:cubicBezTo>
                    <a:pt x="104" y="508"/>
                    <a:pt x="108" y="484"/>
                    <a:pt x="116" y="460"/>
                  </a:cubicBezTo>
                  <a:cubicBezTo>
                    <a:pt x="120" y="432"/>
                    <a:pt x="120" y="404"/>
                    <a:pt x="124" y="380"/>
                  </a:cubicBezTo>
                  <a:lnTo>
                    <a:pt x="156" y="4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76"/>
            <p:cNvSpPr/>
            <p:nvPr/>
          </p:nvSpPr>
          <p:spPr>
            <a:xfrm flipH="1">
              <a:off x="4008084" y="498316"/>
              <a:ext cx="21435" cy="74735"/>
            </a:xfrm>
            <a:custGeom>
              <a:avLst/>
              <a:gdLst/>
              <a:ahLst/>
              <a:cxnLst/>
              <a:rect l="l" t="t" r="r" b="b"/>
              <a:pathLst>
                <a:path w="185" h="645" extrusionOk="0">
                  <a:moveTo>
                    <a:pt x="44" y="0"/>
                  </a:moveTo>
                  <a:lnTo>
                    <a:pt x="0" y="8"/>
                  </a:lnTo>
                  <a:lnTo>
                    <a:pt x="24" y="200"/>
                  </a:lnTo>
                  <a:cubicBezTo>
                    <a:pt x="28" y="240"/>
                    <a:pt x="36" y="280"/>
                    <a:pt x="48" y="316"/>
                  </a:cubicBezTo>
                  <a:cubicBezTo>
                    <a:pt x="56" y="332"/>
                    <a:pt x="64" y="348"/>
                    <a:pt x="72" y="360"/>
                  </a:cubicBezTo>
                  <a:lnTo>
                    <a:pt x="80" y="380"/>
                  </a:lnTo>
                  <a:cubicBezTo>
                    <a:pt x="120" y="460"/>
                    <a:pt x="140" y="548"/>
                    <a:pt x="132" y="640"/>
                  </a:cubicBezTo>
                  <a:lnTo>
                    <a:pt x="176" y="644"/>
                  </a:lnTo>
                  <a:cubicBezTo>
                    <a:pt x="184" y="544"/>
                    <a:pt x="164" y="448"/>
                    <a:pt x="120" y="360"/>
                  </a:cubicBezTo>
                  <a:lnTo>
                    <a:pt x="112" y="340"/>
                  </a:lnTo>
                  <a:cubicBezTo>
                    <a:pt x="104" y="328"/>
                    <a:pt x="96" y="316"/>
                    <a:pt x="92" y="300"/>
                  </a:cubicBezTo>
                  <a:cubicBezTo>
                    <a:pt x="80" y="268"/>
                    <a:pt x="72" y="232"/>
                    <a:pt x="68" y="196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76"/>
            <p:cNvSpPr/>
            <p:nvPr/>
          </p:nvSpPr>
          <p:spPr>
            <a:xfrm flipH="1">
              <a:off x="4021062" y="528442"/>
              <a:ext cx="24680" cy="59903"/>
            </a:xfrm>
            <a:custGeom>
              <a:avLst/>
              <a:gdLst/>
              <a:ahLst/>
              <a:cxnLst/>
              <a:rect l="l" t="t" r="r" b="b"/>
              <a:pathLst>
                <a:path w="213" h="517" extrusionOk="0">
                  <a:moveTo>
                    <a:pt x="36" y="0"/>
                  </a:moveTo>
                  <a:lnTo>
                    <a:pt x="0" y="24"/>
                  </a:lnTo>
                  <a:cubicBezTo>
                    <a:pt x="60" y="108"/>
                    <a:pt x="96" y="208"/>
                    <a:pt x="108" y="312"/>
                  </a:cubicBezTo>
                  <a:lnTo>
                    <a:pt x="112" y="336"/>
                  </a:lnTo>
                  <a:cubicBezTo>
                    <a:pt x="120" y="400"/>
                    <a:pt x="128" y="472"/>
                    <a:pt x="184" y="516"/>
                  </a:cubicBezTo>
                  <a:lnTo>
                    <a:pt x="212" y="480"/>
                  </a:lnTo>
                  <a:cubicBezTo>
                    <a:pt x="168" y="448"/>
                    <a:pt x="160" y="388"/>
                    <a:pt x="156" y="328"/>
                  </a:cubicBezTo>
                  <a:lnTo>
                    <a:pt x="152" y="308"/>
                  </a:lnTo>
                  <a:cubicBezTo>
                    <a:pt x="140" y="196"/>
                    <a:pt x="100" y="92"/>
                    <a:pt x="36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76"/>
            <p:cNvSpPr/>
            <p:nvPr/>
          </p:nvSpPr>
          <p:spPr>
            <a:xfrm flipH="1">
              <a:off x="4032648" y="549298"/>
              <a:ext cx="52025" cy="47853"/>
            </a:xfrm>
            <a:custGeom>
              <a:avLst/>
              <a:gdLst/>
              <a:ahLst/>
              <a:cxnLst/>
              <a:rect l="l" t="t" r="r" b="b"/>
              <a:pathLst>
                <a:path w="449" h="413" extrusionOk="0">
                  <a:moveTo>
                    <a:pt x="20" y="0"/>
                  </a:moveTo>
                  <a:lnTo>
                    <a:pt x="0" y="40"/>
                  </a:lnTo>
                  <a:cubicBezTo>
                    <a:pt x="176" y="112"/>
                    <a:pt x="320" y="244"/>
                    <a:pt x="408" y="412"/>
                  </a:cubicBezTo>
                  <a:lnTo>
                    <a:pt x="448" y="392"/>
                  </a:lnTo>
                  <a:cubicBezTo>
                    <a:pt x="352" y="216"/>
                    <a:pt x="204" y="76"/>
                    <a:pt x="2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76"/>
            <p:cNvSpPr/>
            <p:nvPr/>
          </p:nvSpPr>
          <p:spPr>
            <a:xfrm flipH="1">
              <a:off x="3950150" y="490437"/>
              <a:ext cx="19582" cy="87712"/>
            </a:xfrm>
            <a:custGeom>
              <a:avLst/>
              <a:gdLst/>
              <a:ahLst/>
              <a:cxnLst/>
              <a:rect l="l" t="t" r="r" b="b"/>
              <a:pathLst>
                <a:path w="169" h="757" extrusionOk="0">
                  <a:moveTo>
                    <a:pt x="124" y="0"/>
                  </a:moveTo>
                  <a:cubicBezTo>
                    <a:pt x="124" y="28"/>
                    <a:pt x="120" y="56"/>
                    <a:pt x="112" y="80"/>
                  </a:cubicBezTo>
                  <a:cubicBezTo>
                    <a:pt x="72" y="252"/>
                    <a:pt x="40" y="432"/>
                    <a:pt x="12" y="600"/>
                  </a:cubicBezTo>
                  <a:cubicBezTo>
                    <a:pt x="0" y="652"/>
                    <a:pt x="0" y="704"/>
                    <a:pt x="8" y="756"/>
                  </a:cubicBezTo>
                  <a:lnTo>
                    <a:pt x="52" y="748"/>
                  </a:lnTo>
                  <a:cubicBezTo>
                    <a:pt x="40" y="700"/>
                    <a:pt x="44" y="652"/>
                    <a:pt x="52" y="608"/>
                  </a:cubicBezTo>
                  <a:cubicBezTo>
                    <a:pt x="80" y="436"/>
                    <a:pt x="116" y="260"/>
                    <a:pt x="152" y="92"/>
                  </a:cubicBezTo>
                  <a:cubicBezTo>
                    <a:pt x="160" y="60"/>
                    <a:pt x="164" y="32"/>
                    <a:pt x="16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76"/>
            <p:cNvSpPr/>
            <p:nvPr/>
          </p:nvSpPr>
          <p:spPr>
            <a:xfrm flipH="1">
              <a:off x="3975178" y="483833"/>
              <a:ext cx="14020" cy="22015"/>
            </a:xfrm>
            <a:custGeom>
              <a:avLst/>
              <a:gdLst/>
              <a:ahLst/>
              <a:cxnLst/>
              <a:rect l="l" t="t" r="r" b="b"/>
              <a:pathLst>
                <a:path w="121" h="190" extrusionOk="0">
                  <a:moveTo>
                    <a:pt x="68" y="45"/>
                  </a:moveTo>
                  <a:cubicBezTo>
                    <a:pt x="72" y="49"/>
                    <a:pt x="76" y="57"/>
                    <a:pt x="76" y="61"/>
                  </a:cubicBezTo>
                  <a:cubicBezTo>
                    <a:pt x="76" y="85"/>
                    <a:pt x="72" y="105"/>
                    <a:pt x="60" y="125"/>
                  </a:cubicBezTo>
                  <a:cubicBezTo>
                    <a:pt x="56" y="117"/>
                    <a:pt x="52" y="109"/>
                    <a:pt x="52" y="101"/>
                  </a:cubicBezTo>
                  <a:cubicBezTo>
                    <a:pt x="48" y="85"/>
                    <a:pt x="48" y="69"/>
                    <a:pt x="56" y="53"/>
                  </a:cubicBezTo>
                  <a:cubicBezTo>
                    <a:pt x="60" y="45"/>
                    <a:pt x="68" y="45"/>
                    <a:pt x="68" y="45"/>
                  </a:cubicBezTo>
                  <a:close/>
                  <a:moveTo>
                    <a:pt x="68" y="0"/>
                  </a:moveTo>
                  <a:cubicBezTo>
                    <a:pt x="49" y="0"/>
                    <a:pt x="30" y="8"/>
                    <a:pt x="20" y="25"/>
                  </a:cubicBezTo>
                  <a:cubicBezTo>
                    <a:pt x="4" y="49"/>
                    <a:pt x="0" y="81"/>
                    <a:pt x="12" y="105"/>
                  </a:cubicBezTo>
                  <a:cubicBezTo>
                    <a:pt x="12" y="125"/>
                    <a:pt x="20" y="149"/>
                    <a:pt x="32" y="165"/>
                  </a:cubicBezTo>
                  <a:lnTo>
                    <a:pt x="36" y="173"/>
                  </a:lnTo>
                  <a:lnTo>
                    <a:pt x="48" y="189"/>
                  </a:lnTo>
                  <a:lnTo>
                    <a:pt x="64" y="177"/>
                  </a:lnTo>
                  <a:cubicBezTo>
                    <a:pt x="100" y="149"/>
                    <a:pt x="120" y="105"/>
                    <a:pt x="120" y="57"/>
                  </a:cubicBezTo>
                  <a:cubicBezTo>
                    <a:pt x="120" y="33"/>
                    <a:pt x="104" y="9"/>
                    <a:pt x="80" y="1"/>
                  </a:cubicBezTo>
                  <a:cubicBezTo>
                    <a:pt x="76" y="0"/>
                    <a:pt x="72" y="0"/>
                    <a:pt x="6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76"/>
            <p:cNvSpPr/>
            <p:nvPr/>
          </p:nvSpPr>
          <p:spPr>
            <a:xfrm flipH="1">
              <a:off x="3944125" y="479430"/>
              <a:ext cx="15874" cy="19002"/>
            </a:xfrm>
            <a:custGeom>
              <a:avLst/>
              <a:gdLst/>
              <a:ahLst/>
              <a:cxnLst/>
              <a:rect l="l" t="t" r="r" b="b"/>
              <a:pathLst>
                <a:path w="137" h="164" extrusionOk="0">
                  <a:moveTo>
                    <a:pt x="76" y="43"/>
                  </a:moveTo>
                  <a:cubicBezTo>
                    <a:pt x="76" y="59"/>
                    <a:pt x="76" y="75"/>
                    <a:pt x="76" y="91"/>
                  </a:cubicBezTo>
                  <a:cubicBezTo>
                    <a:pt x="72" y="103"/>
                    <a:pt x="68" y="111"/>
                    <a:pt x="60" y="119"/>
                  </a:cubicBezTo>
                  <a:cubicBezTo>
                    <a:pt x="56" y="115"/>
                    <a:pt x="52" y="107"/>
                    <a:pt x="52" y="103"/>
                  </a:cubicBezTo>
                  <a:cubicBezTo>
                    <a:pt x="48" y="87"/>
                    <a:pt x="48" y="71"/>
                    <a:pt x="52" y="55"/>
                  </a:cubicBezTo>
                  <a:cubicBezTo>
                    <a:pt x="56" y="47"/>
                    <a:pt x="64" y="43"/>
                    <a:pt x="76" y="43"/>
                  </a:cubicBezTo>
                  <a:close/>
                  <a:moveTo>
                    <a:pt x="73" y="1"/>
                  </a:moveTo>
                  <a:cubicBezTo>
                    <a:pt x="48" y="1"/>
                    <a:pt x="26" y="13"/>
                    <a:pt x="16" y="35"/>
                  </a:cubicBezTo>
                  <a:cubicBezTo>
                    <a:pt x="4" y="59"/>
                    <a:pt x="0" y="87"/>
                    <a:pt x="8" y="111"/>
                  </a:cubicBezTo>
                  <a:cubicBezTo>
                    <a:pt x="16" y="147"/>
                    <a:pt x="36" y="159"/>
                    <a:pt x="48" y="163"/>
                  </a:cubicBezTo>
                  <a:lnTo>
                    <a:pt x="64" y="163"/>
                  </a:lnTo>
                  <a:cubicBezTo>
                    <a:pt x="68" y="163"/>
                    <a:pt x="76" y="159"/>
                    <a:pt x="80" y="159"/>
                  </a:cubicBezTo>
                  <a:cubicBezTo>
                    <a:pt x="100" y="143"/>
                    <a:pt x="112" y="123"/>
                    <a:pt x="116" y="103"/>
                  </a:cubicBezTo>
                  <a:cubicBezTo>
                    <a:pt x="116" y="103"/>
                    <a:pt x="136" y="15"/>
                    <a:pt x="92" y="3"/>
                  </a:cubicBezTo>
                  <a:cubicBezTo>
                    <a:pt x="86" y="2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76"/>
            <p:cNvSpPr/>
            <p:nvPr/>
          </p:nvSpPr>
          <p:spPr>
            <a:xfrm flipH="1">
              <a:off x="4039137" y="515696"/>
              <a:ext cx="16801" cy="20740"/>
            </a:xfrm>
            <a:custGeom>
              <a:avLst/>
              <a:gdLst/>
              <a:ahLst/>
              <a:cxnLst/>
              <a:rect l="l" t="t" r="r" b="b"/>
              <a:pathLst>
                <a:path w="145" h="179" extrusionOk="0">
                  <a:moveTo>
                    <a:pt x="60" y="46"/>
                  </a:moveTo>
                  <a:cubicBezTo>
                    <a:pt x="72" y="58"/>
                    <a:pt x="84" y="74"/>
                    <a:pt x="92" y="90"/>
                  </a:cubicBezTo>
                  <a:cubicBezTo>
                    <a:pt x="96" y="102"/>
                    <a:pt x="100" y="114"/>
                    <a:pt x="100" y="130"/>
                  </a:cubicBezTo>
                  <a:cubicBezTo>
                    <a:pt x="80" y="110"/>
                    <a:pt x="64" y="94"/>
                    <a:pt x="48" y="70"/>
                  </a:cubicBezTo>
                  <a:lnTo>
                    <a:pt x="52" y="70"/>
                  </a:lnTo>
                  <a:cubicBezTo>
                    <a:pt x="52" y="62"/>
                    <a:pt x="52" y="54"/>
                    <a:pt x="60" y="46"/>
                  </a:cubicBezTo>
                  <a:close/>
                  <a:moveTo>
                    <a:pt x="59" y="0"/>
                  </a:moveTo>
                  <a:cubicBezTo>
                    <a:pt x="55" y="0"/>
                    <a:pt x="52" y="1"/>
                    <a:pt x="48" y="2"/>
                  </a:cubicBezTo>
                  <a:cubicBezTo>
                    <a:pt x="16" y="18"/>
                    <a:pt x="0" y="46"/>
                    <a:pt x="8" y="78"/>
                  </a:cubicBezTo>
                  <a:cubicBezTo>
                    <a:pt x="24" y="122"/>
                    <a:pt x="56" y="154"/>
                    <a:pt x="96" y="178"/>
                  </a:cubicBezTo>
                  <a:lnTo>
                    <a:pt x="112" y="178"/>
                  </a:lnTo>
                  <a:cubicBezTo>
                    <a:pt x="116" y="178"/>
                    <a:pt x="124" y="174"/>
                    <a:pt x="128" y="166"/>
                  </a:cubicBezTo>
                  <a:cubicBezTo>
                    <a:pt x="144" y="138"/>
                    <a:pt x="144" y="102"/>
                    <a:pt x="128" y="70"/>
                  </a:cubicBezTo>
                  <a:cubicBezTo>
                    <a:pt x="128" y="70"/>
                    <a:pt x="95" y="0"/>
                    <a:pt x="59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76"/>
            <p:cNvSpPr/>
            <p:nvPr/>
          </p:nvSpPr>
          <p:spPr>
            <a:xfrm flipH="1">
              <a:off x="4076678" y="539565"/>
              <a:ext cx="20045" cy="15410"/>
            </a:xfrm>
            <a:custGeom>
              <a:avLst/>
              <a:gdLst/>
              <a:ahLst/>
              <a:cxnLst/>
              <a:rect l="l" t="t" r="r" b="b"/>
              <a:pathLst>
                <a:path w="173" h="133" extrusionOk="0">
                  <a:moveTo>
                    <a:pt x="52" y="44"/>
                  </a:moveTo>
                  <a:cubicBezTo>
                    <a:pt x="68" y="48"/>
                    <a:pt x="80" y="52"/>
                    <a:pt x="96" y="60"/>
                  </a:cubicBezTo>
                  <a:cubicBezTo>
                    <a:pt x="108" y="68"/>
                    <a:pt x="116" y="76"/>
                    <a:pt x="124" y="88"/>
                  </a:cubicBezTo>
                  <a:lnTo>
                    <a:pt x="96" y="88"/>
                  </a:lnTo>
                  <a:cubicBezTo>
                    <a:pt x="84" y="88"/>
                    <a:pt x="68" y="80"/>
                    <a:pt x="56" y="68"/>
                  </a:cubicBezTo>
                  <a:cubicBezTo>
                    <a:pt x="52" y="64"/>
                    <a:pt x="48" y="52"/>
                    <a:pt x="52" y="44"/>
                  </a:cubicBezTo>
                  <a:close/>
                  <a:moveTo>
                    <a:pt x="46" y="1"/>
                  </a:moveTo>
                  <a:cubicBezTo>
                    <a:pt x="34" y="1"/>
                    <a:pt x="24" y="4"/>
                    <a:pt x="16" y="12"/>
                  </a:cubicBezTo>
                  <a:cubicBezTo>
                    <a:pt x="0" y="40"/>
                    <a:pt x="4" y="76"/>
                    <a:pt x="24" y="96"/>
                  </a:cubicBezTo>
                  <a:cubicBezTo>
                    <a:pt x="40" y="116"/>
                    <a:pt x="68" y="128"/>
                    <a:pt x="92" y="132"/>
                  </a:cubicBezTo>
                  <a:lnTo>
                    <a:pt x="128" y="132"/>
                  </a:lnTo>
                  <a:cubicBezTo>
                    <a:pt x="140" y="132"/>
                    <a:pt x="148" y="128"/>
                    <a:pt x="156" y="120"/>
                  </a:cubicBezTo>
                  <a:cubicBezTo>
                    <a:pt x="168" y="108"/>
                    <a:pt x="172" y="96"/>
                    <a:pt x="168" y="84"/>
                  </a:cubicBezTo>
                  <a:cubicBezTo>
                    <a:pt x="164" y="56"/>
                    <a:pt x="116" y="24"/>
                    <a:pt x="116" y="24"/>
                  </a:cubicBezTo>
                  <a:cubicBezTo>
                    <a:pt x="116" y="24"/>
                    <a:pt x="77" y="1"/>
                    <a:pt x="46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76"/>
            <p:cNvSpPr/>
            <p:nvPr/>
          </p:nvSpPr>
          <p:spPr>
            <a:xfrm flipH="1">
              <a:off x="4015963" y="485687"/>
              <a:ext cx="15874" cy="20161"/>
            </a:xfrm>
            <a:custGeom>
              <a:avLst/>
              <a:gdLst/>
              <a:ahLst/>
              <a:cxnLst/>
              <a:rect l="l" t="t" r="r" b="b"/>
              <a:pathLst>
                <a:path w="137" h="174" extrusionOk="0">
                  <a:moveTo>
                    <a:pt x="80" y="45"/>
                  </a:moveTo>
                  <a:cubicBezTo>
                    <a:pt x="88" y="53"/>
                    <a:pt x="92" y="61"/>
                    <a:pt x="88" y="69"/>
                  </a:cubicBezTo>
                  <a:cubicBezTo>
                    <a:pt x="88" y="85"/>
                    <a:pt x="80" y="101"/>
                    <a:pt x="68" y="109"/>
                  </a:cubicBezTo>
                  <a:cubicBezTo>
                    <a:pt x="60" y="117"/>
                    <a:pt x="56" y="121"/>
                    <a:pt x="48" y="129"/>
                  </a:cubicBezTo>
                  <a:cubicBezTo>
                    <a:pt x="44" y="113"/>
                    <a:pt x="48" y="101"/>
                    <a:pt x="52" y="93"/>
                  </a:cubicBezTo>
                  <a:cubicBezTo>
                    <a:pt x="60" y="73"/>
                    <a:pt x="68" y="61"/>
                    <a:pt x="80" y="45"/>
                  </a:cubicBezTo>
                  <a:close/>
                  <a:moveTo>
                    <a:pt x="80" y="0"/>
                  </a:moveTo>
                  <a:cubicBezTo>
                    <a:pt x="40" y="0"/>
                    <a:pt x="12" y="77"/>
                    <a:pt x="12" y="77"/>
                  </a:cubicBezTo>
                  <a:cubicBezTo>
                    <a:pt x="0" y="101"/>
                    <a:pt x="0" y="125"/>
                    <a:pt x="8" y="149"/>
                  </a:cubicBezTo>
                  <a:cubicBezTo>
                    <a:pt x="12" y="161"/>
                    <a:pt x="24" y="169"/>
                    <a:pt x="40" y="173"/>
                  </a:cubicBezTo>
                  <a:lnTo>
                    <a:pt x="48" y="173"/>
                  </a:lnTo>
                  <a:cubicBezTo>
                    <a:pt x="64" y="169"/>
                    <a:pt x="84" y="157"/>
                    <a:pt x="96" y="141"/>
                  </a:cubicBezTo>
                  <a:cubicBezTo>
                    <a:pt x="116" y="125"/>
                    <a:pt x="128" y="101"/>
                    <a:pt x="132" y="73"/>
                  </a:cubicBezTo>
                  <a:cubicBezTo>
                    <a:pt x="136" y="41"/>
                    <a:pt x="116" y="13"/>
                    <a:pt x="88" y="1"/>
                  </a:cubicBezTo>
                  <a:cubicBezTo>
                    <a:pt x="85" y="0"/>
                    <a:pt x="83" y="0"/>
                    <a:pt x="8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76"/>
            <p:cNvSpPr/>
            <p:nvPr/>
          </p:nvSpPr>
          <p:spPr>
            <a:xfrm flipH="1">
              <a:off x="3977495" y="486382"/>
              <a:ext cx="8922" cy="16221"/>
            </a:xfrm>
            <a:custGeom>
              <a:avLst/>
              <a:gdLst/>
              <a:ahLst/>
              <a:cxnLst/>
              <a:rect l="l" t="t" r="r" b="b"/>
              <a:pathLst>
                <a:path w="77" h="140" extrusionOk="0">
                  <a:moveTo>
                    <a:pt x="44" y="0"/>
                  </a:moveTo>
                  <a:cubicBezTo>
                    <a:pt x="35" y="0"/>
                    <a:pt x="25" y="6"/>
                    <a:pt x="16" y="19"/>
                  </a:cubicBezTo>
                  <a:cubicBezTo>
                    <a:pt x="4" y="35"/>
                    <a:pt x="0" y="59"/>
                    <a:pt x="8" y="79"/>
                  </a:cubicBezTo>
                  <a:cubicBezTo>
                    <a:pt x="12" y="99"/>
                    <a:pt x="16" y="115"/>
                    <a:pt x="24" y="131"/>
                  </a:cubicBezTo>
                  <a:lnTo>
                    <a:pt x="28" y="139"/>
                  </a:lnTo>
                  <a:cubicBezTo>
                    <a:pt x="60" y="115"/>
                    <a:pt x="76" y="75"/>
                    <a:pt x="72" y="39"/>
                  </a:cubicBezTo>
                  <a:cubicBezTo>
                    <a:pt x="72" y="16"/>
                    <a:pt x="60" y="0"/>
                    <a:pt x="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76"/>
            <p:cNvSpPr/>
            <p:nvPr/>
          </p:nvSpPr>
          <p:spPr>
            <a:xfrm flipH="1">
              <a:off x="3947833" y="481979"/>
              <a:ext cx="9385" cy="14136"/>
            </a:xfrm>
            <a:custGeom>
              <a:avLst/>
              <a:gdLst/>
              <a:ahLst/>
              <a:cxnLst/>
              <a:rect l="l" t="t" r="r" b="b"/>
              <a:pathLst>
                <a:path w="81" h="122" extrusionOk="0">
                  <a:moveTo>
                    <a:pt x="50" y="0"/>
                  </a:moveTo>
                  <a:cubicBezTo>
                    <a:pt x="34" y="0"/>
                    <a:pt x="19" y="8"/>
                    <a:pt x="12" y="25"/>
                  </a:cubicBezTo>
                  <a:cubicBezTo>
                    <a:pt x="0" y="45"/>
                    <a:pt x="0" y="65"/>
                    <a:pt x="8" y="85"/>
                  </a:cubicBezTo>
                  <a:cubicBezTo>
                    <a:pt x="12" y="105"/>
                    <a:pt x="20" y="121"/>
                    <a:pt x="32" y="121"/>
                  </a:cubicBezTo>
                  <a:cubicBezTo>
                    <a:pt x="34" y="121"/>
                    <a:pt x="35" y="122"/>
                    <a:pt x="36" y="122"/>
                  </a:cubicBezTo>
                  <a:cubicBezTo>
                    <a:pt x="51" y="122"/>
                    <a:pt x="65" y="102"/>
                    <a:pt x="72" y="73"/>
                  </a:cubicBezTo>
                  <a:cubicBezTo>
                    <a:pt x="72" y="61"/>
                    <a:pt x="80" y="5"/>
                    <a:pt x="60" y="1"/>
                  </a:cubicBezTo>
                  <a:cubicBezTo>
                    <a:pt x="57" y="0"/>
                    <a:pt x="54" y="0"/>
                    <a:pt x="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76"/>
            <p:cNvSpPr/>
            <p:nvPr/>
          </p:nvSpPr>
          <p:spPr>
            <a:xfrm flipH="1">
              <a:off x="4041918" y="518593"/>
              <a:ext cx="11239" cy="15295"/>
            </a:xfrm>
            <a:custGeom>
              <a:avLst/>
              <a:gdLst/>
              <a:ahLst/>
              <a:cxnLst/>
              <a:rect l="l" t="t" r="r" b="b"/>
              <a:pathLst>
                <a:path w="97" h="132" extrusionOk="0">
                  <a:moveTo>
                    <a:pt x="36" y="0"/>
                  </a:moveTo>
                  <a:cubicBezTo>
                    <a:pt x="35" y="0"/>
                    <a:pt x="33" y="1"/>
                    <a:pt x="32" y="1"/>
                  </a:cubicBezTo>
                  <a:cubicBezTo>
                    <a:pt x="12" y="9"/>
                    <a:pt x="0" y="29"/>
                    <a:pt x="4" y="53"/>
                  </a:cubicBezTo>
                  <a:cubicBezTo>
                    <a:pt x="8" y="68"/>
                    <a:pt x="61" y="131"/>
                    <a:pt x="80" y="131"/>
                  </a:cubicBezTo>
                  <a:cubicBezTo>
                    <a:pt x="81" y="131"/>
                    <a:pt x="83" y="131"/>
                    <a:pt x="84" y="129"/>
                  </a:cubicBezTo>
                  <a:cubicBezTo>
                    <a:pt x="96" y="109"/>
                    <a:pt x="96" y="81"/>
                    <a:pt x="84" y="57"/>
                  </a:cubicBezTo>
                  <a:cubicBezTo>
                    <a:pt x="80" y="46"/>
                    <a:pt x="53" y="0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76"/>
            <p:cNvSpPr/>
            <p:nvPr/>
          </p:nvSpPr>
          <p:spPr>
            <a:xfrm flipH="1">
              <a:off x="4079459" y="542114"/>
              <a:ext cx="14483" cy="10312"/>
            </a:xfrm>
            <a:custGeom>
              <a:avLst/>
              <a:gdLst/>
              <a:ahLst/>
              <a:cxnLst/>
              <a:rect l="l" t="t" r="r" b="b"/>
              <a:pathLst>
                <a:path w="125" h="89" extrusionOk="0">
                  <a:moveTo>
                    <a:pt x="23" y="1"/>
                  </a:moveTo>
                  <a:cubicBezTo>
                    <a:pt x="16" y="1"/>
                    <a:pt x="11" y="2"/>
                    <a:pt x="8" y="6"/>
                  </a:cubicBezTo>
                  <a:cubicBezTo>
                    <a:pt x="0" y="22"/>
                    <a:pt x="0" y="46"/>
                    <a:pt x="16" y="62"/>
                  </a:cubicBezTo>
                  <a:cubicBezTo>
                    <a:pt x="28" y="78"/>
                    <a:pt x="48" y="86"/>
                    <a:pt x="68" y="86"/>
                  </a:cubicBezTo>
                  <a:cubicBezTo>
                    <a:pt x="76" y="88"/>
                    <a:pt x="85" y="89"/>
                    <a:pt x="94" y="89"/>
                  </a:cubicBezTo>
                  <a:cubicBezTo>
                    <a:pt x="105" y="89"/>
                    <a:pt x="116" y="87"/>
                    <a:pt x="120" y="82"/>
                  </a:cubicBezTo>
                  <a:cubicBezTo>
                    <a:pt x="124" y="78"/>
                    <a:pt x="124" y="70"/>
                    <a:pt x="124" y="66"/>
                  </a:cubicBezTo>
                  <a:cubicBezTo>
                    <a:pt x="120" y="50"/>
                    <a:pt x="92" y="26"/>
                    <a:pt x="84" y="22"/>
                  </a:cubicBezTo>
                  <a:cubicBezTo>
                    <a:pt x="75" y="16"/>
                    <a:pt x="43" y="1"/>
                    <a:pt x="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76"/>
            <p:cNvSpPr/>
            <p:nvPr/>
          </p:nvSpPr>
          <p:spPr>
            <a:xfrm flipH="1">
              <a:off x="4018281" y="488004"/>
              <a:ext cx="10776" cy="15063"/>
            </a:xfrm>
            <a:custGeom>
              <a:avLst/>
              <a:gdLst/>
              <a:ahLst/>
              <a:cxnLst/>
              <a:rect l="l" t="t" r="r" b="b"/>
              <a:pathLst>
                <a:path w="93" h="130" extrusionOk="0">
                  <a:moveTo>
                    <a:pt x="55" y="1"/>
                  </a:moveTo>
                  <a:cubicBezTo>
                    <a:pt x="38" y="1"/>
                    <a:pt x="12" y="54"/>
                    <a:pt x="8" y="65"/>
                  </a:cubicBezTo>
                  <a:cubicBezTo>
                    <a:pt x="0" y="81"/>
                    <a:pt x="0" y="101"/>
                    <a:pt x="4" y="117"/>
                  </a:cubicBezTo>
                  <a:cubicBezTo>
                    <a:pt x="8" y="125"/>
                    <a:pt x="12" y="129"/>
                    <a:pt x="16" y="129"/>
                  </a:cubicBezTo>
                  <a:cubicBezTo>
                    <a:pt x="32" y="129"/>
                    <a:pt x="52" y="113"/>
                    <a:pt x="60" y="105"/>
                  </a:cubicBezTo>
                  <a:cubicBezTo>
                    <a:pt x="76" y="93"/>
                    <a:pt x="84" y="73"/>
                    <a:pt x="88" y="53"/>
                  </a:cubicBezTo>
                  <a:cubicBezTo>
                    <a:pt x="92" y="29"/>
                    <a:pt x="76" y="9"/>
                    <a:pt x="56" y="1"/>
                  </a:cubicBezTo>
                  <a:cubicBezTo>
                    <a:pt x="56" y="1"/>
                    <a:pt x="55" y="1"/>
                    <a:pt x="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76"/>
            <p:cNvSpPr/>
            <p:nvPr/>
          </p:nvSpPr>
          <p:spPr>
            <a:xfrm flipH="1">
              <a:off x="3979812" y="542809"/>
              <a:ext cx="12630" cy="62221"/>
            </a:xfrm>
            <a:custGeom>
              <a:avLst/>
              <a:gdLst/>
              <a:ahLst/>
              <a:cxnLst/>
              <a:rect l="l" t="t" r="r" b="b"/>
              <a:pathLst>
                <a:path w="109" h="537" extrusionOk="0">
                  <a:moveTo>
                    <a:pt x="80" y="0"/>
                  </a:moveTo>
                  <a:lnTo>
                    <a:pt x="40" y="12"/>
                  </a:lnTo>
                  <a:cubicBezTo>
                    <a:pt x="64" y="112"/>
                    <a:pt x="64" y="216"/>
                    <a:pt x="40" y="320"/>
                  </a:cubicBezTo>
                  <a:lnTo>
                    <a:pt x="36" y="340"/>
                  </a:lnTo>
                  <a:cubicBezTo>
                    <a:pt x="16" y="404"/>
                    <a:pt x="0" y="476"/>
                    <a:pt x="36" y="536"/>
                  </a:cubicBezTo>
                  <a:lnTo>
                    <a:pt x="72" y="512"/>
                  </a:lnTo>
                  <a:cubicBezTo>
                    <a:pt x="44" y="468"/>
                    <a:pt x="60" y="408"/>
                    <a:pt x="76" y="352"/>
                  </a:cubicBezTo>
                  <a:lnTo>
                    <a:pt x="80" y="328"/>
                  </a:lnTo>
                  <a:cubicBezTo>
                    <a:pt x="108" y="220"/>
                    <a:pt x="108" y="108"/>
                    <a:pt x="80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76"/>
            <p:cNvSpPr/>
            <p:nvPr/>
          </p:nvSpPr>
          <p:spPr>
            <a:xfrm flipH="1">
              <a:off x="3980739" y="528442"/>
              <a:ext cx="13556" cy="21435"/>
            </a:xfrm>
            <a:custGeom>
              <a:avLst/>
              <a:gdLst/>
              <a:ahLst/>
              <a:cxnLst/>
              <a:rect l="l" t="t" r="r" b="b"/>
              <a:pathLst>
                <a:path w="117" h="185" extrusionOk="0">
                  <a:moveTo>
                    <a:pt x="60" y="44"/>
                  </a:moveTo>
                  <a:cubicBezTo>
                    <a:pt x="68" y="60"/>
                    <a:pt x="72" y="76"/>
                    <a:pt x="72" y="96"/>
                  </a:cubicBezTo>
                  <a:cubicBezTo>
                    <a:pt x="72" y="108"/>
                    <a:pt x="72" y="120"/>
                    <a:pt x="68" y="132"/>
                  </a:cubicBezTo>
                  <a:cubicBezTo>
                    <a:pt x="56" y="112"/>
                    <a:pt x="48" y="88"/>
                    <a:pt x="44" y="64"/>
                  </a:cubicBezTo>
                  <a:cubicBezTo>
                    <a:pt x="44" y="56"/>
                    <a:pt x="52" y="48"/>
                    <a:pt x="60" y="44"/>
                  </a:cubicBezTo>
                  <a:close/>
                  <a:moveTo>
                    <a:pt x="64" y="0"/>
                  </a:moveTo>
                  <a:cubicBezTo>
                    <a:pt x="32" y="0"/>
                    <a:pt x="4" y="24"/>
                    <a:pt x="0" y="56"/>
                  </a:cubicBezTo>
                  <a:cubicBezTo>
                    <a:pt x="0" y="100"/>
                    <a:pt x="20" y="144"/>
                    <a:pt x="48" y="180"/>
                  </a:cubicBezTo>
                  <a:cubicBezTo>
                    <a:pt x="52" y="184"/>
                    <a:pt x="60" y="184"/>
                    <a:pt x="64" y="184"/>
                  </a:cubicBezTo>
                  <a:lnTo>
                    <a:pt x="76" y="184"/>
                  </a:lnTo>
                  <a:cubicBezTo>
                    <a:pt x="104" y="160"/>
                    <a:pt x="116" y="128"/>
                    <a:pt x="112" y="92"/>
                  </a:cubicBezTo>
                  <a:cubicBezTo>
                    <a:pt x="112" y="92"/>
                    <a:pt x="108" y="0"/>
                    <a:pt x="64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76"/>
            <p:cNvSpPr/>
            <p:nvPr/>
          </p:nvSpPr>
          <p:spPr>
            <a:xfrm flipH="1">
              <a:off x="3982593" y="531223"/>
              <a:ext cx="9385" cy="16337"/>
            </a:xfrm>
            <a:custGeom>
              <a:avLst/>
              <a:gdLst/>
              <a:ahLst/>
              <a:cxnLst/>
              <a:rect l="l" t="t" r="r" b="b"/>
              <a:pathLst>
                <a:path w="81" h="141" extrusionOk="0">
                  <a:moveTo>
                    <a:pt x="44" y="0"/>
                  </a:moveTo>
                  <a:cubicBezTo>
                    <a:pt x="24" y="0"/>
                    <a:pt x="8" y="16"/>
                    <a:pt x="4" y="36"/>
                  </a:cubicBezTo>
                  <a:cubicBezTo>
                    <a:pt x="0" y="52"/>
                    <a:pt x="33" y="141"/>
                    <a:pt x="50" y="141"/>
                  </a:cubicBezTo>
                  <a:cubicBezTo>
                    <a:pt x="51" y="141"/>
                    <a:pt x="52" y="140"/>
                    <a:pt x="52" y="140"/>
                  </a:cubicBezTo>
                  <a:cubicBezTo>
                    <a:pt x="72" y="124"/>
                    <a:pt x="80" y="96"/>
                    <a:pt x="76" y="72"/>
                  </a:cubicBezTo>
                  <a:cubicBezTo>
                    <a:pt x="76" y="56"/>
                    <a:pt x="64" y="0"/>
                    <a:pt x="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76"/>
            <p:cNvSpPr/>
            <p:nvPr/>
          </p:nvSpPr>
          <p:spPr>
            <a:xfrm flipH="1">
              <a:off x="4000669" y="558567"/>
              <a:ext cx="36730" cy="59903"/>
            </a:xfrm>
            <a:custGeom>
              <a:avLst/>
              <a:gdLst/>
              <a:ahLst/>
              <a:cxnLst/>
              <a:rect l="l" t="t" r="r" b="b"/>
              <a:pathLst>
                <a:path w="317" h="517" extrusionOk="0">
                  <a:moveTo>
                    <a:pt x="28" y="0"/>
                  </a:moveTo>
                  <a:lnTo>
                    <a:pt x="0" y="32"/>
                  </a:lnTo>
                  <a:cubicBezTo>
                    <a:pt x="144" y="156"/>
                    <a:pt x="240" y="328"/>
                    <a:pt x="272" y="516"/>
                  </a:cubicBezTo>
                  <a:lnTo>
                    <a:pt x="316" y="508"/>
                  </a:lnTo>
                  <a:cubicBezTo>
                    <a:pt x="280" y="312"/>
                    <a:pt x="180" y="132"/>
                    <a:pt x="2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76"/>
            <p:cNvSpPr/>
            <p:nvPr/>
          </p:nvSpPr>
          <p:spPr>
            <a:xfrm flipH="1">
              <a:off x="4028941" y="546749"/>
              <a:ext cx="18191" cy="17959"/>
            </a:xfrm>
            <a:custGeom>
              <a:avLst/>
              <a:gdLst/>
              <a:ahLst/>
              <a:cxnLst/>
              <a:rect l="l" t="t" r="r" b="b"/>
              <a:pathLst>
                <a:path w="157" h="155" extrusionOk="0">
                  <a:moveTo>
                    <a:pt x="56" y="42"/>
                  </a:moveTo>
                  <a:cubicBezTo>
                    <a:pt x="68" y="50"/>
                    <a:pt x="80" y="62"/>
                    <a:pt x="92" y="74"/>
                  </a:cubicBezTo>
                  <a:cubicBezTo>
                    <a:pt x="100" y="82"/>
                    <a:pt x="108" y="94"/>
                    <a:pt x="112" y="110"/>
                  </a:cubicBezTo>
                  <a:cubicBezTo>
                    <a:pt x="104" y="106"/>
                    <a:pt x="96" y="102"/>
                    <a:pt x="88" y="98"/>
                  </a:cubicBezTo>
                  <a:cubicBezTo>
                    <a:pt x="72" y="94"/>
                    <a:pt x="60" y="82"/>
                    <a:pt x="52" y="70"/>
                  </a:cubicBezTo>
                  <a:cubicBezTo>
                    <a:pt x="48" y="58"/>
                    <a:pt x="48" y="50"/>
                    <a:pt x="56" y="42"/>
                  </a:cubicBezTo>
                  <a:close/>
                  <a:moveTo>
                    <a:pt x="50" y="1"/>
                  </a:moveTo>
                  <a:cubicBezTo>
                    <a:pt x="44" y="1"/>
                    <a:pt x="38" y="2"/>
                    <a:pt x="32" y="6"/>
                  </a:cubicBezTo>
                  <a:cubicBezTo>
                    <a:pt x="8" y="26"/>
                    <a:pt x="0" y="58"/>
                    <a:pt x="12" y="86"/>
                  </a:cubicBezTo>
                  <a:cubicBezTo>
                    <a:pt x="24" y="110"/>
                    <a:pt x="44" y="130"/>
                    <a:pt x="68" y="138"/>
                  </a:cubicBezTo>
                  <a:cubicBezTo>
                    <a:pt x="84" y="146"/>
                    <a:pt x="104" y="154"/>
                    <a:pt x="120" y="154"/>
                  </a:cubicBezTo>
                  <a:cubicBezTo>
                    <a:pt x="124" y="154"/>
                    <a:pt x="132" y="150"/>
                    <a:pt x="136" y="150"/>
                  </a:cubicBezTo>
                  <a:cubicBezTo>
                    <a:pt x="148" y="142"/>
                    <a:pt x="156" y="134"/>
                    <a:pt x="156" y="118"/>
                  </a:cubicBezTo>
                  <a:cubicBezTo>
                    <a:pt x="152" y="94"/>
                    <a:pt x="144" y="66"/>
                    <a:pt x="128" y="50"/>
                  </a:cubicBezTo>
                  <a:cubicBezTo>
                    <a:pt x="125" y="47"/>
                    <a:pt x="85" y="1"/>
                    <a:pt x="50" y="1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76"/>
            <p:cNvSpPr/>
            <p:nvPr/>
          </p:nvSpPr>
          <p:spPr>
            <a:xfrm flipH="1">
              <a:off x="4031258" y="548950"/>
              <a:ext cx="13093" cy="13093"/>
            </a:xfrm>
            <a:custGeom>
              <a:avLst/>
              <a:gdLst/>
              <a:ahLst/>
              <a:cxnLst/>
              <a:rect l="l" t="t" r="r" b="b"/>
              <a:pathLst>
                <a:path w="113" h="113" extrusionOk="0">
                  <a:moveTo>
                    <a:pt x="30" y="1"/>
                  </a:moveTo>
                  <a:cubicBezTo>
                    <a:pt x="28" y="1"/>
                    <a:pt x="26" y="2"/>
                    <a:pt x="24" y="3"/>
                  </a:cubicBezTo>
                  <a:cubicBezTo>
                    <a:pt x="8" y="15"/>
                    <a:pt x="0" y="39"/>
                    <a:pt x="12" y="59"/>
                  </a:cubicBezTo>
                  <a:cubicBezTo>
                    <a:pt x="20" y="75"/>
                    <a:pt x="36" y="91"/>
                    <a:pt x="56" y="99"/>
                  </a:cubicBezTo>
                  <a:cubicBezTo>
                    <a:pt x="66" y="106"/>
                    <a:pt x="84" y="112"/>
                    <a:pt x="97" y="112"/>
                  </a:cubicBezTo>
                  <a:cubicBezTo>
                    <a:pt x="99" y="112"/>
                    <a:pt x="102" y="112"/>
                    <a:pt x="104" y="111"/>
                  </a:cubicBezTo>
                  <a:cubicBezTo>
                    <a:pt x="108" y="107"/>
                    <a:pt x="112" y="103"/>
                    <a:pt x="112" y="95"/>
                  </a:cubicBezTo>
                  <a:cubicBezTo>
                    <a:pt x="112" y="79"/>
                    <a:pt x="96" y="51"/>
                    <a:pt x="88" y="39"/>
                  </a:cubicBezTo>
                  <a:cubicBezTo>
                    <a:pt x="81" y="32"/>
                    <a:pt x="47" y="1"/>
                    <a:pt x="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76"/>
            <p:cNvSpPr/>
            <p:nvPr/>
          </p:nvSpPr>
          <p:spPr>
            <a:xfrm flipH="1">
              <a:off x="3990936" y="576063"/>
              <a:ext cx="14020" cy="22015"/>
            </a:xfrm>
            <a:custGeom>
              <a:avLst/>
              <a:gdLst/>
              <a:ahLst/>
              <a:cxnLst/>
              <a:rect l="l" t="t" r="r" b="b"/>
              <a:pathLst>
                <a:path w="121" h="190" extrusionOk="0">
                  <a:moveTo>
                    <a:pt x="68" y="41"/>
                  </a:moveTo>
                  <a:cubicBezTo>
                    <a:pt x="72" y="45"/>
                    <a:pt x="76" y="53"/>
                    <a:pt x="76" y="61"/>
                  </a:cubicBezTo>
                  <a:cubicBezTo>
                    <a:pt x="76" y="81"/>
                    <a:pt x="68" y="101"/>
                    <a:pt x="56" y="121"/>
                  </a:cubicBezTo>
                  <a:cubicBezTo>
                    <a:pt x="56" y="113"/>
                    <a:pt x="52" y="105"/>
                    <a:pt x="52" y="97"/>
                  </a:cubicBezTo>
                  <a:cubicBezTo>
                    <a:pt x="44" y="85"/>
                    <a:pt x="48" y="65"/>
                    <a:pt x="56" y="53"/>
                  </a:cubicBezTo>
                  <a:cubicBezTo>
                    <a:pt x="60" y="45"/>
                    <a:pt x="68" y="41"/>
                    <a:pt x="68" y="41"/>
                  </a:cubicBezTo>
                  <a:close/>
                  <a:moveTo>
                    <a:pt x="68" y="0"/>
                  </a:moveTo>
                  <a:cubicBezTo>
                    <a:pt x="49" y="0"/>
                    <a:pt x="30" y="9"/>
                    <a:pt x="20" y="25"/>
                  </a:cubicBezTo>
                  <a:cubicBezTo>
                    <a:pt x="4" y="49"/>
                    <a:pt x="0" y="77"/>
                    <a:pt x="8" y="105"/>
                  </a:cubicBezTo>
                  <a:cubicBezTo>
                    <a:pt x="12" y="125"/>
                    <a:pt x="20" y="145"/>
                    <a:pt x="28" y="165"/>
                  </a:cubicBezTo>
                  <a:cubicBezTo>
                    <a:pt x="32" y="169"/>
                    <a:pt x="32" y="169"/>
                    <a:pt x="32" y="173"/>
                  </a:cubicBezTo>
                  <a:lnTo>
                    <a:pt x="44" y="189"/>
                  </a:lnTo>
                  <a:lnTo>
                    <a:pt x="64" y="177"/>
                  </a:lnTo>
                  <a:cubicBezTo>
                    <a:pt x="100" y="149"/>
                    <a:pt x="120" y="105"/>
                    <a:pt x="116" y="57"/>
                  </a:cubicBezTo>
                  <a:cubicBezTo>
                    <a:pt x="116" y="33"/>
                    <a:pt x="100" y="9"/>
                    <a:pt x="80" y="1"/>
                  </a:cubicBezTo>
                  <a:cubicBezTo>
                    <a:pt x="76" y="1"/>
                    <a:pt x="72" y="0"/>
                    <a:pt x="68" y="0"/>
                  </a:cubicBezTo>
                  <a:close/>
                </a:path>
              </a:pathLst>
            </a:custGeom>
            <a:solidFill>
              <a:srgbClr val="AA2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76"/>
            <p:cNvSpPr/>
            <p:nvPr/>
          </p:nvSpPr>
          <p:spPr>
            <a:xfrm flipH="1">
              <a:off x="3993717" y="578265"/>
              <a:ext cx="8458" cy="16106"/>
            </a:xfrm>
            <a:custGeom>
              <a:avLst/>
              <a:gdLst/>
              <a:ahLst/>
              <a:cxnLst/>
              <a:rect l="l" t="t" r="r" b="b"/>
              <a:pathLst>
                <a:path w="73" h="139" extrusionOk="0">
                  <a:moveTo>
                    <a:pt x="42" y="1"/>
                  </a:moveTo>
                  <a:cubicBezTo>
                    <a:pt x="32" y="1"/>
                    <a:pt x="21" y="6"/>
                    <a:pt x="12" y="18"/>
                  </a:cubicBezTo>
                  <a:cubicBezTo>
                    <a:pt x="0" y="38"/>
                    <a:pt x="0" y="58"/>
                    <a:pt x="4" y="82"/>
                  </a:cubicBezTo>
                  <a:cubicBezTo>
                    <a:pt x="8" y="98"/>
                    <a:pt x="16" y="118"/>
                    <a:pt x="24" y="134"/>
                  </a:cubicBezTo>
                  <a:cubicBezTo>
                    <a:pt x="24" y="134"/>
                    <a:pt x="24" y="138"/>
                    <a:pt x="28" y="138"/>
                  </a:cubicBezTo>
                  <a:cubicBezTo>
                    <a:pt x="56" y="114"/>
                    <a:pt x="72" y="78"/>
                    <a:pt x="72" y="38"/>
                  </a:cubicBezTo>
                  <a:cubicBezTo>
                    <a:pt x="72" y="16"/>
                    <a:pt x="58" y="1"/>
                    <a:pt x="4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Inspirational Pink XL by Slidesgo">
  <a:themeElements>
    <a:clrScheme name="Simple Light">
      <a:dk1>
        <a:srgbClr val="FFEEF3"/>
      </a:dk1>
      <a:lt1>
        <a:srgbClr val="FFFFFF"/>
      </a:lt1>
      <a:dk2>
        <a:srgbClr val="FFDCE5"/>
      </a:dk2>
      <a:lt2>
        <a:srgbClr val="FFABBF"/>
      </a:lt2>
      <a:accent1>
        <a:srgbClr val="FF809C"/>
      </a:accent1>
      <a:accent2>
        <a:srgbClr val="8F695F"/>
      </a:accent2>
      <a:accent3>
        <a:srgbClr val="B38A80"/>
      </a:accent3>
      <a:accent4>
        <a:srgbClr val="FFABBD"/>
      </a:accent4>
      <a:accent5>
        <a:srgbClr val="FFCCD8"/>
      </a:accent5>
      <a:accent6>
        <a:srgbClr val="FFEEF0"/>
      </a:accent6>
      <a:hlink>
        <a:srgbClr val="8F695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2751</TotalTime>
  <Words>620</Words>
  <Application>Microsoft Office PowerPoint</Application>
  <PresentationFormat>On-screen Show (16:9)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Bebas Neue</vt:lpstr>
      <vt:lpstr>Poppins Black</vt:lpstr>
      <vt:lpstr>Palanquin Dark</vt:lpstr>
      <vt:lpstr>Poppins</vt:lpstr>
      <vt:lpstr>Inspirational Pink XL by Slidesgo</vt:lpstr>
      <vt:lpstr> DRILLING SYSTEM</vt:lpstr>
      <vt:lpstr>Opis procesa</vt:lpstr>
      <vt:lpstr> Upravljačka tabla i signali </vt:lpstr>
      <vt:lpstr>Automat stanja</vt:lpstr>
      <vt:lpstr>Funkcionalna sekvenca </vt:lpstr>
      <vt:lpstr>01</vt:lpstr>
      <vt:lpstr>Mapiranje signala  (I/O lista za cRIO)</vt:lpstr>
      <vt:lpstr>Nadzor grešaka </vt:lpstr>
      <vt:lpstr>Scada</vt:lpstr>
      <vt:lpstr>HMI ekran za nadzor (host PC)</vt:lpstr>
      <vt:lpstr>Zaključak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DRILLING SYSTEM</dc:title>
  <dc:creator>Andjela Jelic</dc:creator>
  <cp:lastModifiedBy>Andjela Jelic</cp:lastModifiedBy>
  <cp:revision>27</cp:revision>
  <dcterms:modified xsi:type="dcterms:W3CDTF">2026-07-21T11:20:37Z</dcterms:modified>
</cp:coreProperties>
</file>